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1068" r:id="rId5"/>
    <p:sldId id="1443" r:id="rId6"/>
    <p:sldId id="1514" r:id="rId7"/>
    <p:sldId id="1510" r:id="rId8"/>
    <p:sldId id="1512" r:id="rId9"/>
    <p:sldId id="1471" r:id="rId10"/>
    <p:sldId id="1472" r:id="rId11"/>
    <p:sldId id="1473" r:id="rId12"/>
    <p:sldId id="1474" r:id="rId13"/>
    <p:sldId id="1475" r:id="rId14"/>
    <p:sldId id="1476" r:id="rId15"/>
    <p:sldId id="1477" r:id="rId16"/>
    <p:sldId id="1280" r:id="rId17"/>
    <p:sldId id="1470" r:id="rId18"/>
    <p:sldId id="1496" r:id="rId19"/>
    <p:sldId id="1498" r:id="rId20"/>
    <p:sldId id="1497" r:id="rId21"/>
    <p:sldId id="1500" r:id="rId22"/>
    <p:sldId id="1469" r:id="rId23"/>
    <p:sldId id="1502" r:id="rId24"/>
    <p:sldId id="1463" r:id="rId25"/>
    <p:sldId id="1464" r:id="rId26"/>
    <p:sldId id="1358" r:id="rId27"/>
    <p:sldId id="1366" r:id="rId28"/>
    <p:sldId id="1489" r:id="rId29"/>
    <p:sldId id="1490" r:id="rId30"/>
    <p:sldId id="1491" r:id="rId31"/>
    <p:sldId id="1492" r:id="rId32"/>
    <p:sldId id="1493" r:id="rId33"/>
    <p:sldId id="1494" r:id="rId34"/>
    <p:sldId id="1495" r:id="rId35"/>
    <p:sldId id="1503" r:id="rId36"/>
    <p:sldId id="1466" r:id="rId37"/>
    <p:sldId id="1509" r:id="rId38"/>
    <p:sldId id="1505" r:id="rId39"/>
    <p:sldId id="1478" r:id="rId40"/>
    <p:sldId id="1506" r:id="rId41"/>
    <p:sldId id="1508" r:id="rId42"/>
    <p:sldId id="1507" r:id="rId43"/>
    <p:sldId id="1277" r:id="rId44"/>
    <p:sldId id="1486" r:id="rId45"/>
    <p:sldId id="1487" r:id="rId46"/>
    <p:sldId id="1480" r:id="rId47"/>
    <p:sldId id="1281" r:id="rId48"/>
    <p:sldId id="1282" r:id="rId49"/>
    <p:sldId id="1485" r:id="rId50"/>
    <p:sldId id="1488" r:id="rId51"/>
    <p:sldId id="1513" r:id="rId52"/>
    <p:sldId id="1238" r:id="rId5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commentAuthors" Target="comment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8B95-79F5-D199-1F76-BACF4BBAE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1720C-DCBA-04E3-BD31-BA80C9D40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15043-B93B-6AC7-FCD5-4D0665A50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F7B8E-DDF1-4209-C26C-403401433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05465-97E6-8943-A113-9FD1622A26BD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546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025A5-32CB-E30F-CBF8-C8207C132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3890A0-F5AB-92C9-78F8-493FA5B40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B63275-F617-9C1C-261F-B4D806DBF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r>
              <a:rPr lang="es-ES_tradnl" dirty="0" err="1"/>
              <a:t>Explain</a:t>
            </a:r>
            <a:r>
              <a:rPr lang="es-ES_tradnl" dirty="0"/>
              <a:t> </a:t>
            </a:r>
            <a:r>
              <a:rPr lang="es-ES_tradnl" dirty="0" err="1"/>
              <a:t>configuration</a:t>
            </a:r>
            <a:r>
              <a:rPr lang="es-ES_tradnl" dirty="0"/>
              <a:t> </a:t>
            </a:r>
            <a:r>
              <a:rPr lang="es-ES_tradnl" dirty="0" err="1"/>
              <a:t>space</a:t>
            </a:r>
            <a:endParaRPr lang="es-ES_tradnl" dirty="0"/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3CA096-99CE-EEE6-97FE-36A8994B2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6244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47FD-8249-B31F-F574-BFB7E4CD9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B556A0-2E12-BF63-79E0-EEFC709DB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713E1F2-DB75-92E5-E890-4E4862EC3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err="1"/>
              <a:t>Pricings</a:t>
            </a:r>
            <a:r>
              <a:rPr lang="es-ES" dirty="0"/>
              <a:t> are </a:t>
            </a:r>
            <a:r>
              <a:rPr lang="es-ES" dirty="0" err="1"/>
              <a:t>represented</a:t>
            </a:r>
            <a:r>
              <a:rPr lang="es-ES" dirty="0"/>
              <a:t> in web </a:t>
            </a:r>
            <a:r>
              <a:rPr lang="es-ES" dirty="0" err="1"/>
              <a:t>pricing</a:t>
            </a:r>
            <a:r>
              <a:rPr lang="es-ES" dirty="0"/>
              <a:t> </a:t>
            </a:r>
            <a:r>
              <a:rPr lang="es-ES" dirty="0" err="1"/>
              <a:t>pages</a:t>
            </a:r>
            <a:r>
              <a:rPr lang="es-ES" dirty="0"/>
              <a:t> in ad-hoc </a:t>
            </a:r>
            <a:r>
              <a:rPr lang="es-ES" dirty="0" err="1"/>
              <a:t>ways</a:t>
            </a:r>
            <a:r>
              <a:rPr lang="es-ES" dirty="0"/>
              <a:t> -&gt; No standard </a:t>
            </a:r>
            <a:r>
              <a:rPr lang="es-ES" dirty="0" err="1"/>
              <a:t>notation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75AC53-C94B-B015-0565-E41F896A3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3134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88707-8326-B2D7-7AC3-3576DB3E4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3B29AE-2D62-0F50-A5BC-606477492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4EAAC97-8373-0FC3-84C5-A39E94A93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r>
              <a:rPr lang="es-ES_tradnl" dirty="0" err="1"/>
              <a:t>Explain</a:t>
            </a:r>
            <a:r>
              <a:rPr lang="es-ES_tradnl" dirty="0"/>
              <a:t> </a:t>
            </a:r>
            <a:r>
              <a:rPr lang="es-ES_tradnl" dirty="0" err="1"/>
              <a:t>configuration</a:t>
            </a:r>
            <a:r>
              <a:rPr lang="es-ES_tradnl" dirty="0"/>
              <a:t> </a:t>
            </a:r>
            <a:r>
              <a:rPr lang="es-ES_tradnl" dirty="0" err="1"/>
              <a:t>space</a:t>
            </a:r>
            <a:endParaRPr lang="es-ES_tradnl" dirty="0"/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450362-5834-39A9-9631-363F4774D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987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16C9D-AABD-1927-664F-08B24B81C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303EA0-2EA4-8B78-99DB-28637BB3C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4C3DECB-34A5-1068-CFAA-202588D0D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r>
              <a:rPr lang="es-ES_tradnl" dirty="0" err="1"/>
              <a:t>Explain</a:t>
            </a:r>
            <a:r>
              <a:rPr lang="es-ES_tradnl" dirty="0"/>
              <a:t> </a:t>
            </a:r>
            <a:r>
              <a:rPr lang="es-ES_tradnl" dirty="0" err="1"/>
              <a:t>configuration</a:t>
            </a:r>
            <a:r>
              <a:rPr lang="es-ES_tradnl" dirty="0"/>
              <a:t> </a:t>
            </a:r>
            <a:r>
              <a:rPr lang="es-ES_tradnl" dirty="0" err="1"/>
              <a:t>space</a:t>
            </a:r>
            <a:endParaRPr lang="es-ES_tradnl" dirty="0"/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219216-6AD6-95FB-BE73-08E6915CA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0209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D87C4-8885-9A92-232F-46436A827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0DFB52-BDD3-677F-1E84-3ED63886A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3A82DB6-E3CF-5D27-B424-CE45F9B45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r>
              <a:rPr lang="es-ES_tradnl" dirty="0" err="1"/>
              <a:t>Explain</a:t>
            </a:r>
            <a:r>
              <a:rPr lang="es-ES_tradnl" dirty="0"/>
              <a:t> </a:t>
            </a:r>
            <a:r>
              <a:rPr lang="es-ES_tradnl" dirty="0" err="1"/>
              <a:t>configuration</a:t>
            </a:r>
            <a:r>
              <a:rPr lang="es-ES_tradnl" dirty="0"/>
              <a:t> </a:t>
            </a:r>
            <a:r>
              <a:rPr lang="es-ES_tradnl" dirty="0" err="1"/>
              <a:t>space</a:t>
            </a:r>
            <a:endParaRPr lang="es-ES_tradnl" dirty="0"/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E716A15-98ED-6E08-E804-8893AED8A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6877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B80E0-EAC9-194E-DC6E-FEBEFA76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D2FF2FB-1BE8-189B-38B6-3BD9EBD4D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9317B92-9209-AB5C-97CD-79AD1C398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r>
              <a:rPr lang="es-ES_tradnl" dirty="0" err="1"/>
              <a:t>Explain</a:t>
            </a:r>
            <a:r>
              <a:rPr lang="es-ES_tradnl" dirty="0"/>
              <a:t> </a:t>
            </a:r>
            <a:r>
              <a:rPr lang="es-ES_tradnl" dirty="0" err="1"/>
              <a:t>configuration</a:t>
            </a:r>
            <a:r>
              <a:rPr lang="es-ES_tradnl" dirty="0"/>
              <a:t> </a:t>
            </a:r>
            <a:r>
              <a:rPr lang="es-ES_tradnl" dirty="0" err="1"/>
              <a:t>space</a:t>
            </a:r>
            <a:endParaRPr lang="es-ES_tradnl" dirty="0"/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3752EC0-D17F-95C1-20DA-97FA7BF14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5287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3B6B9-D78E-423B-60DF-097B0967A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A90966-713D-D8C7-DB87-6DB0E2D8D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FF5DB54-C15B-7896-4E3D-9D29192BA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r>
              <a:rPr lang="es-ES_tradnl" dirty="0" err="1"/>
              <a:t>Explain</a:t>
            </a:r>
            <a:r>
              <a:rPr lang="es-ES_tradnl" dirty="0"/>
              <a:t> </a:t>
            </a:r>
            <a:r>
              <a:rPr lang="es-ES_tradnl" dirty="0" err="1"/>
              <a:t>configuration</a:t>
            </a:r>
            <a:r>
              <a:rPr lang="es-ES_tradnl" dirty="0"/>
              <a:t> </a:t>
            </a:r>
            <a:r>
              <a:rPr lang="es-ES_tradnl" dirty="0" err="1"/>
              <a:t>space</a:t>
            </a:r>
            <a:endParaRPr lang="es-ES_tradnl" dirty="0"/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E8FAF3-3C8C-77FD-103F-52EF18A0B4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66010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E45A8-ACE5-F9E3-F16A-BA0AC8997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EE4B7B-8D65-79B7-62FB-E619330B0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05E22DC-E290-67BE-2696-6FA2251D3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r>
              <a:rPr lang="es-ES_tradnl" dirty="0" err="1"/>
              <a:t>Explain</a:t>
            </a:r>
            <a:r>
              <a:rPr lang="es-ES_tradnl" dirty="0"/>
              <a:t> </a:t>
            </a:r>
            <a:r>
              <a:rPr lang="es-ES_tradnl" dirty="0" err="1"/>
              <a:t>configuration</a:t>
            </a:r>
            <a:r>
              <a:rPr lang="es-ES_tradnl" dirty="0"/>
              <a:t> </a:t>
            </a:r>
            <a:r>
              <a:rPr lang="es-ES_tradnl" dirty="0" err="1"/>
              <a:t>space</a:t>
            </a:r>
            <a:endParaRPr lang="es-ES_tradnl" dirty="0"/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7587C5-B625-498C-1BE4-9334EBFC9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013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BCBB7-DFE2-717D-633C-79B4E7D53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09FF8D4-0AA1-F124-D648-5DBDD4A42C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E88B706-B39B-A3D7-5D87-07FC951E1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r>
              <a:rPr lang="es-ES_tradnl" dirty="0" err="1"/>
              <a:t>Explain</a:t>
            </a:r>
            <a:r>
              <a:rPr lang="es-ES_tradnl" dirty="0"/>
              <a:t> </a:t>
            </a:r>
            <a:r>
              <a:rPr lang="es-ES_tradnl" dirty="0" err="1"/>
              <a:t>configuration</a:t>
            </a:r>
            <a:r>
              <a:rPr lang="es-ES_tradnl" dirty="0"/>
              <a:t> </a:t>
            </a:r>
            <a:r>
              <a:rPr lang="es-ES_tradnl" dirty="0" err="1"/>
              <a:t>space</a:t>
            </a:r>
            <a:endParaRPr lang="es-ES_tradnl" dirty="0"/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97229D-8C11-6750-4D7A-0770A2356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572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CEDC2-DF3C-72CA-58B8-635AAD0D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85752F4-FAC8-5FCF-EB2D-4F494C215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E3C616-7836-1B8B-88B4-738D22629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r>
              <a:rPr lang="es-ES_tradnl" dirty="0" err="1"/>
              <a:t>Explain</a:t>
            </a:r>
            <a:r>
              <a:rPr lang="es-ES_tradnl" dirty="0"/>
              <a:t> </a:t>
            </a:r>
            <a:r>
              <a:rPr lang="es-ES_tradnl" dirty="0" err="1"/>
              <a:t>configuration</a:t>
            </a:r>
            <a:r>
              <a:rPr lang="es-ES_tradnl" dirty="0"/>
              <a:t> </a:t>
            </a:r>
            <a:r>
              <a:rPr lang="es-ES_tradnl" dirty="0" err="1"/>
              <a:t>space</a:t>
            </a:r>
            <a:endParaRPr lang="es-ES_tradnl" dirty="0"/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D95796-0142-54D0-FD34-F9D3A930BB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492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E428B-1925-D265-7F09-74B8E0B30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D737F1-FD42-DC4F-1562-2C8A08CFA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94DCCA0-6243-D367-115E-A2C76975C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r>
              <a:rPr lang="es-ES_tradnl" dirty="0" err="1"/>
              <a:t>Explain</a:t>
            </a:r>
            <a:r>
              <a:rPr lang="es-ES_tradnl" dirty="0"/>
              <a:t> </a:t>
            </a:r>
            <a:r>
              <a:rPr lang="es-ES_tradnl" dirty="0" err="1"/>
              <a:t>configuration</a:t>
            </a:r>
            <a:r>
              <a:rPr lang="es-ES_tradnl" dirty="0"/>
              <a:t> </a:t>
            </a:r>
            <a:r>
              <a:rPr lang="es-ES_tradnl" dirty="0" err="1"/>
              <a:t>space</a:t>
            </a:r>
            <a:endParaRPr lang="es-ES_tradnl" dirty="0"/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95FA87-A77E-3B54-1C46-C2E63841F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59539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547FD-8249-B31F-F574-BFB7E4CD9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B556A0-2E12-BF63-79E0-EEFC709DB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713E1F2-DB75-92E5-E890-4E4862EC3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75AC53-C94B-B015-0565-E41F896A3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3134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49FB2-86BE-60C0-4230-4C4B16855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AB13591-7FBB-12DF-D6B5-C35D92E65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C001742-E2EF-8B4E-9FB2-D43940F3C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2C9308-70FC-0C56-0B58-C61C94044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88306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0E123-DE67-F914-9F2D-69D166188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4E651F9-2F80-84BA-8B0C-A704EEDDA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B767FD-3A87-238C-58DE-4AA2B380D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A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strategic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data-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driven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discipline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that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integrates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these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tools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methodologies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processes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optimize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both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decision-making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value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–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cost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relationship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 PI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transforms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relevant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data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into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information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information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actionable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knowledge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for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decision-makers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i.e. human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prosumers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automated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agents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Analogous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Business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Intelligence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(BI),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which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empowers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prosumers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make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Helvetica" pitchFamily="2" charset="0"/>
              </a:rPr>
              <a:t>i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nformed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based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data, PI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enables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them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reason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about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pricing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extracting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actionable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insights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from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their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structure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evolution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16FEFE-94B7-D24B-12FA-620B07221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1394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24140-E41B-BCD1-1EBC-9D82202BF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F762D0B-B6B6-AFD0-1328-E68A4AA73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1B183FB-3684-9DA1-E9DF-D433D215B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A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strategic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data-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driven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discipline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that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integrates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these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tools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methodologies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processes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optimize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both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decision-making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value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–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cost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relationship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 PI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transforms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relevant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data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into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information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information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actionable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knowledge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for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decision-makers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i.e. human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prosumers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automated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agents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Analogous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Business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Intelligence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(BI),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which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empowers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prosumers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make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Helvetica" pitchFamily="2" charset="0"/>
              </a:rPr>
              <a:t>i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nformed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based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data, PI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enables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them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reason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about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pricing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extracting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actionable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insights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from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their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structure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evolution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15DC64-EF82-34A8-E19C-9D2A4E20F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7131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5978-D7D8-3FC7-31EE-58F0EAA5F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45180DC-8E70-7DBE-B076-4DB6969FE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40A1A0-AD80-96DC-2C51-169BC3905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A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strategic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data-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driven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discipline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that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integrates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these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tools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methodologies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processes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optimize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both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decision-making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value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–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cost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relationship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 PI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transforms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relevant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data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into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information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information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actionable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knowledge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for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decision-makers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i.e. human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prosumers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automated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agents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Analogous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Business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Intelligence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(BI),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which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empowers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prosumers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make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Helvetica" pitchFamily="2" charset="0"/>
              </a:rPr>
              <a:t>i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nformed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based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data, PI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enables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them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reason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about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pricing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extracting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actionable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insights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from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their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structure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evolution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74867D-8C74-E711-1323-976DF4C47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08129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24140-E41B-BCD1-1EBC-9D82202BF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F762D0B-B6B6-AFD0-1328-E68A4AA73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1B183FB-3684-9DA1-E9DF-D433D215B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A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strategic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data-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driven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discipline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that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integrates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these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tools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methodologies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processes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optimize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both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decision-making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value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–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cost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relationship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 PI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transforms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relevant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data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into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information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information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actionable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knowledge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for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decision-makers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i.e. human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prosumers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automated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agents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Analogous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Business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Intelligence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(BI),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which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empowers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prosumers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make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Helvetica" pitchFamily="2" charset="0"/>
              </a:rPr>
              <a:t>i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nformed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based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data, PI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enables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them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reason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about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pricing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extracting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actionable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insights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from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their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structure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evolution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15DC64-EF82-34A8-E19C-9D2A4E20F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71311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4A5DE-97E1-4B42-3013-4CC25EC7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64F910-D363-CA48-3292-4EE5A36BF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816E5E5-592F-67A3-00AE-DF31AF651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A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strategic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data-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driven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discipline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that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integrates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these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tools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methodologies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processes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optimize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both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decision-making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value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–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cost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relationship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 PI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transforms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relevant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data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into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information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information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actionable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knowledge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for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decision-makers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i.e. human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prosumers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automated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agents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Analogous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Business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Intelligence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(BI),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which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empowers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prosumers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make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Helvetica" pitchFamily="2" charset="0"/>
              </a:rPr>
              <a:t>i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nformed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based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data, PI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enables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them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reason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about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pricing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extracting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actionable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insights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from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their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structure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evolution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7E34FB-24A5-C45C-2FC4-4719617F3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984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5978-D7D8-3FC7-31EE-58F0EAA5F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45180DC-8E70-7DBE-B076-4DB6969FE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40A1A0-AD80-96DC-2C51-169BC3905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A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strategic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data-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driven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discipline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that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integrates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these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tools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methodologies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processes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optimize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both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decision-making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value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–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cost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relationship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 PI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transforms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relevant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data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into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information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information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actionable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knowledge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for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decision-makers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i.e. human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prosumers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automated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agents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Analogous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Business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Intelligence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(BI),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which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empowers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prosumers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make</a:t>
            </a:r>
            <a:r>
              <a:rPr lang="es-ES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latin typeface="Helvetica" pitchFamily="2" charset="0"/>
              </a:rPr>
              <a:t>i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nformed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decisions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based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data, PI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enables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them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to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reason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about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pricing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,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extracting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actionable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insights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from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their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structure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 and </a:t>
            </a:r>
            <a:r>
              <a:rPr lang="es-ES" dirty="0" err="1">
                <a:solidFill>
                  <a:srgbClr val="000000"/>
                </a:solidFill>
                <a:effectLst/>
                <a:latin typeface="Helvetica" pitchFamily="2" charset="0"/>
              </a:rPr>
              <a:t>evolution</a:t>
            </a:r>
            <a:r>
              <a:rPr lang="es-ES" dirty="0">
                <a:solidFill>
                  <a:srgbClr val="000000"/>
                </a:solidFill>
                <a:effectLst/>
                <a:latin typeface="Helvetica" pitchFamily="2" charset="0"/>
              </a:rPr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74867D-8C74-E711-1323-976DF4C47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08129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43938-C3F0-2BAC-A916-5B02225BD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6F000BC-4250-4A3B-00D8-02EB9895F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6727C3-37DC-C7DB-7F9F-20BAA8104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79741FD-DDCD-FA13-4EBA-8CF7B7BB0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68681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1E9A-7101-6735-9ECB-6EB6C2FB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459C3A4-432F-AE28-EC9A-0CC7BD7B0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D230F4-1671-93EB-26F1-5A9B72756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CC5A59-5023-0C3C-9DBE-66843E4A7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3561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F9071-DEF0-C7E2-6230-9BE747F3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88FE2D6-430E-F6B4-7B1B-A472BDF66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9D8A087-54FE-9374-E307-A728767C5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AB8946-958B-4BBA-7946-DD291F8373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1039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D0B9D-56DB-EAB0-EC0A-1BDAFDE27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9E12E9-8696-C69E-318B-C840E7D94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0CCE2E8-A127-685B-EF99-A7A58D192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789797-D559-5BE6-0364-55ED026B4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47439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F3C7A-66BA-B384-CB29-F22F28F1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7C3CD-1E10-EA08-D9A6-E69216626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F84FF56-7042-13B8-4098-6843BD75A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85504B-24A2-8F8B-032D-F49B0D207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0511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BC0AF-A765-7182-1391-643684428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57D6AD6-CFB6-67B2-F6A5-4611762D8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B0A8B62-F790-5C61-B2EA-317C4338B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6DBE87-A49F-5F7F-172E-43D1053D9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94231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B5C3F-1F6B-4EEE-A64C-9F634510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9B79AAB-DF91-4C80-0620-908DBC6A7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18287B8-7982-F56E-2B20-58151F5AB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A40FA0-CCDB-41C0-68C9-647718134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22603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3D6D6-6122-D86A-5839-73A3A6B7E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B3EEBE-47DA-3A40-0583-93CE85E38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EABE628-1036-A55B-2385-414304FF1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207B29-B6DD-4930-89D5-983A505CE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66170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6A793-E602-A9A1-D356-78EE87CE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5C9C76-4014-D984-5211-FC6B8831A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005B666-4EC1-28C3-EEE8-7EFD32F72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B55380-CFFF-79CF-755B-E6A9DF01F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99913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CD8D6-214B-9DB4-2888-D42C44FD8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455F67-FA69-C8D7-B42A-02A5451F7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424DAA1-23CA-2F50-C44B-337621FC3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64A48C-B6BA-51BA-E18C-EC680ABE3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61193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A05CA-5468-19AA-9FB6-B6785B25F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4C463B3-911E-E6C8-BF06-9BEF86189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3CD4CF-418E-4C84-1674-7FC5DE5567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A3507E-39DC-DCB6-1544-DA60849EF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0591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CD117-7403-C46B-0335-901922647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BE8033A-F82D-3922-429F-EC70F9B0C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037817E-1CA3-1381-8E52-13F2DC755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298389-7E63-520A-51C5-7A925E6C2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63450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9F9E7-2155-9A87-7D72-D947B4E4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2CC7EAF-AEAA-BA70-C5F7-9D9252F9CA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AB6BF0E-7AAF-4819-5C63-A89E239B2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7DB855-07B1-7B7F-DDC9-ADD5CA151E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71140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4FBF9-C04E-B98B-25B2-DB776F5AA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5405C5-2A1F-7FE5-C3C3-77B5F3D63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C95EFC-F19A-B8CA-448A-A518268ED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68290D0-C7EF-238F-C802-EB257BF1B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02482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9220E-B342-C51B-5A81-CFC9BB57B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E274BA7-5FAC-D1B8-4B48-8342F097B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1F7144-8EAD-9399-8813-ACB8BAE6F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EF3E16-0A02-1C9A-1DB4-EE0A09A05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28090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1DE9-AB4A-D10E-1C14-FA915C54B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5A4E11-EDF2-EBD8-3FF6-DE2189006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2E09B2E-795D-8E4B-ADB0-8F6A46E7E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1826B9-A7A8-92CD-4A66-7F9A48BB2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59988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943AD-951A-1963-BBD5-31C56C002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8FC452F-64F3-3634-A932-6B6DE75ED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1F8DE9F-0AFF-817D-6226-3CF113090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FAF3FA-471C-D6C8-4E7A-9369989F7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93514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B29AD-F4E7-7D03-A617-18D0858EF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6680B8-4E53-95ED-59C3-F2B8CE9956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A2E021-B66C-7FB0-4700-3D7157D13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5B3495-A21E-B28A-FCF6-9B6028957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70827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80310-EB01-9AB7-C228-B060F8BE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521B03-F7E1-0D62-EED5-27FFB168A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B8B115-6E14-C78C-A825-FD0BE0174B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C8557E-64F5-5E54-65C1-E04C39A72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84374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10E30-2B07-3237-20EB-1C0F477A9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D714A73-CC1B-EB95-05D9-89C5337705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3CA3681-8B2F-4B84-C541-4E2A30D28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C342C1-8E96-D34E-E5B7-C9D6F03EB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58821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7203C-1C4B-8C60-FB03-B6B77863F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C4A6AA3-B56F-B7CE-5229-EB2B5FC48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FCE47DF-8687-5156-84CC-8CBBDAB5F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2DB0F9-FC30-41F1-E08A-F53E177F7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65951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84D5E-F884-060A-811F-041DFEDBE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C9DA63-F703-077D-4AE0-4D00700E3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49679C-4BF2-6187-60A8-2B8612BFC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55555E-F9C2-D7F4-63F6-D66F1D901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35093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89F1E-1D30-7123-9DFE-B8AC234A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C5141D4-EBD2-445F-4A7F-2683152CB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348299C-A478-1338-D089-1D23F1184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CB114A-5A1E-9377-4D21-E4DF9359EA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30104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B26B8-2896-EAB3-D135-EBC145D7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39D80E-84BF-B35D-1A4B-DB1599BDE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02023-D868-93CB-D4AA-5B1B7C494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63C60-07AF-18E3-DF04-D678A3FEC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05465-97E6-8943-A113-9FD1622A26BD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1396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7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1.png"/><Relationship Id="rId1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12" Type="http://schemas.openxmlformats.org/officeDocument/2006/relationships/image" Target="../media/image16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0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5.png"/><Relationship Id="rId1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1.png"/><Relationship Id="rId1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9.png"/><Relationship Id="rId12" Type="http://schemas.openxmlformats.org/officeDocument/2006/relationships/image" Target="../media/image16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0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5.png"/><Relationship Id="rId1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svg"/><Relationship Id="rId4" Type="http://schemas.openxmlformats.org/officeDocument/2006/relationships/image" Target="../media/image47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svg"/><Relationship Id="rId5" Type="http://schemas.openxmlformats.org/officeDocument/2006/relationships/image" Target="../media/image47.svg"/><Relationship Id="rId4" Type="http://schemas.openxmlformats.org/officeDocument/2006/relationships/image" Target="../media/image48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svg"/><Relationship Id="rId5" Type="http://schemas.openxmlformats.org/officeDocument/2006/relationships/image" Target="../media/image48.svg"/><Relationship Id="rId4" Type="http://schemas.openxmlformats.org/officeDocument/2006/relationships/image" Target="../media/image49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svg"/><Relationship Id="rId5" Type="http://schemas.openxmlformats.org/officeDocument/2006/relationships/image" Target="../media/image48.svg"/><Relationship Id="rId4" Type="http://schemas.openxmlformats.org/officeDocument/2006/relationships/image" Target="../media/image49.sv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svg"/><Relationship Id="rId5" Type="http://schemas.openxmlformats.org/officeDocument/2006/relationships/image" Target="../media/image48.svg"/><Relationship Id="rId4" Type="http://schemas.openxmlformats.org/officeDocument/2006/relationships/image" Target="../media/image49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svg"/><Relationship Id="rId11" Type="http://schemas.openxmlformats.org/officeDocument/2006/relationships/image" Target="../media/image35.png"/><Relationship Id="rId5" Type="http://schemas.openxmlformats.org/officeDocument/2006/relationships/image" Target="../media/image48.svg"/><Relationship Id="rId10" Type="http://schemas.openxmlformats.org/officeDocument/2006/relationships/image" Target="../media/image33.png"/><Relationship Id="rId4" Type="http://schemas.openxmlformats.org/officeDocument/2006/relationships/image" Target="../media/image49.svg"/><Relationship Id="rId9" Type="http://schemas.openxmlformats.org/officeDocument/2006/relationships/image" Target="../media/image3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262893-5429-73A6-4EF3-D0E310A4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CB137-A91A-B6E9-90A3-DB4F01DED0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Pricing Intelligence: Rethinking IS Engineering in Volatile SaaS Environments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F7B072-9F9E-AD41-2223-0B6346BFF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2932" y="3554730"/>
            <a:ext cx="9304020" cy="2125024"/>
          </a:xfrm>
        </p:spPr>
        <p:txBody>
          <a:bodyPr>
            <a:noAutofit/>
          </a:bodyPr>
          <a:lstStyle/>
          <a:p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Francisco Javier Cavero,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Alejandro García-Fernández, José Antonio Parejo, Manuel Resinas, Antonio Ruiz-Cortés</a:t>
            </a:r>
          </a:p>
          <a:p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SCORE Lab, I3US, Universidad de Sevilla, Seville, Spain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BEAA6-B8FB-0D90-C276-AE9500A1AA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922579"/>
            <a:ext cx="12189884" cy="935421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CAiSE’26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June 2026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72CD08D4-E610-0DD9-1D3C-8274EACCD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312" y="168165"/>
            <a:ext cx="2211260" cy="883802"/>
          </a:xfrm>
          <a:prstGeom prst="rect">
            <a:avLst/>
          </a:prstGeom>
        </p:spPr>
      </p:pic>
      <p:pic>
        <p:nvPicPr>
          <p:cNvPr id="9" name="8 Imagen" descr="logoisa_isa.jpg">
            <a:extLst>
              <a:ext uri="{FF2B5EF4-FFF2-40B4-BE49-F238E27FC236}">
                <a16:creationId xmlns:a16="http://schemas.microsoft.com/office/drawing/2014/main" id="{52F04885-2B4E-1AC5-9B99-F29008A76C90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8912" y="144073"/>
            <a:ext cx="1936747" cy="90789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6E19845-D685-433E-D1E2-2973B3EACB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1021" y="44563"/>
            <a:ext cx="1938863" cy="100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0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8EFB2E-0B96-0DCA-8F06-4CAFB38E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C329546-7DF5-F251-B0C8-AA4D9A5D1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AD75B6-1799-504E-3F0B-1D031AA3F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04569DF-19CD-732F-B6F3-A28A30A19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3BAB092-6365-8D66-7C36-3EB9134EA0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E50293D-70E5-E2A9-39D5-A627B612A0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9C7E95F-CF56-0F9F-F7A2-481A09652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D6999FD-5E1A-985B-6BEF-E5697C17F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AE7EA13-E6F0-7700-A7EC-3EBEA956E2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9BAFFFA-729D-CD54-6087-286A970D84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6D4D450-271A-5498-9297-86C2C43CD6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A93846A-281C-DDE4-D1BF-C1B4E9EDF8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4C22B00-6607-517A-E604-BF9B0055B1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A956701-CBFD-0A00-840A-3308F1120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E12C4896-E95E-2130-FB79-FEC66BC41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34A3622A-5B6C-1D1B-42F8-5C9B887F1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1765436-FD46-34A0-DE71-12940D0DD9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71D44F3-1D47-44F7-C058-3CC4C88C58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B710CA5E-C261-D9F0-5FEA-412986A43F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005A5758-3351-DC86-479A-2C9078C047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64D8FB5-87ED-7608-4A6B-D6D11B383A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0381" y="2452887"/>
            <a:ext cx="199386" cy="20272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AED1454-00C3-2BA3-7DD1-796BB7544C8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8609" y="2434390"/>
            <a:ext cx="184792" cy="20771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52F944A-3BAC-0225-2CFF-0FAD054CF6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5702" y="3506445"/>
            <a:ext cx="184792" cy="20771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3D577872-B8BD-0618-7364-6D6F968A80D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18956" y="2434390"/>
            <a:ext cx="180004" cy="207716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E7014786-E80C-40FA-D5B1-2D356BE5564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6A3B1339-7CF9-E960-E59C-B5993FB9B06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8644" y="3715345"/>
            <a:ext cx="2524409" cy="112367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1B0E73D5-9CB9-F5E1-BCFD-9082237398C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1765" y="4414071"/>
            <a:ext cx="1661150" cy="256351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5E8C17E0-637F-A5E5-D1D5-AB6E50BFEC5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6807" y="3896116"/>
            <a:ext cx="401866" cy="378481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A008497D-2BE7-5A5B-011C-34F977C79A58}"/>
              </a:ext>
            </a:extLst>
          </p:cNvPr>
          <p:cNvSpPr txBox="1"/>
          <p:nvPr/>
        </p:nvSpPr>
        <p:spPr>
          <a:xfrm>
            <a:off x="0" y="6316525"/>
            <a:ext cx="911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García-Fernández, A., Parejo, J. A., &amp; Ruiz-Cortés, A. (2024, May). Pricing4saas: towards a pricing model to drive the operation of </a:t>
            </a:r>
            <a:r>
              <a:rPr lang="en-US" sz="1400" dirty="0" err="1"/>
              <a:t>saas</a:t>
            </a:r>
            <a:r>
              <a:rPr lang="en-US" sz="1400" dirty="0"/>
              <a:t>. </a:t>
            </a:r>
          </a:p>
          <a:p>
            <a:r>
              <a:rPr lang="en-US" sz="1400" dirty="0"/>
              <a:t>In </a:t>
            </a:r>
            <a:r>
              <a:rPr lang="en-US" sz="1400" i="1" dirty="0"/>
              <a:t>International Conference on Advanced Information Systems Engineering</a:t>
            </a:r>
            <a:r>
              <a:rPr lang="en-US" sz="1400" dirty="0"/>
              <a:t> (pp. 47-54). Cham: Springer Nature Switzerland.</a:t>
            </a: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8B0C73E6-6EB9-73E7-950A-E0535026F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9DC44B4-31B9-B62F-A6AA-BB0B979FBBAF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7305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80FE-42B1-9048-FFD8-D1B3CDF1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AC602D2-4313-8BC9-3624-60818F387908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2</a:t>
            </a:r>
          </a:p>
        </p:txBody>
      </p:sp>
      <p:pic>
        <p:nvPicPr>
          <p:cNvPr id="9" name="Imagen 8" descr="Imagen de la pantalla de un computador&#10;&#10;El contenido generado por IA puede ser incorrecto.">
            <a:extLst>
              <a:ext uri="{FF2B5EF4-FFF2-40B4-BE49-F238E27FC236}">
                <a16:creationId xmlns:a16="http://schemas.microsoft.com/office/drawing/2014/main" id="{913EB0E4-2D1B-3BA4-6F09-E58158AA1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40" y="676669"/>
            <a:ext cx="9862520" cy="550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01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"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ED129-82DF-1DF5-C198-4E1BB8537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3D3B40F0-87B0-838F-A2CD-0C362823BA3C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DB1F483B-5972-B5BB-C6E0-1C50421073EC}"/>
              </a:ext>
            </a:extLst>
          </p:cNvPr>
          <p:cNvGrpSpPr/>
          <p:nvPr/>
        </p:nvGrpSpPr>
        <p:grpSpPr>
          <a:xfrm>
            <a:off x="1579715" y="1323638"/>
            <a:ext cx="1593706" cy="1714110"/>
            <a:chOff x="7754447" y="1832443"/>
            <a:chExt cx="1593706" cy="1714110"/>
          </a:xfrm>
        </p:grpSpPr>
        <p:pic>
          <p:nvPicPr>
            <p:cNvPr id="19" name="Picture 2" descr="Decision making - Free people icons">
              <a:extLst>
                <a:ext uri="{FF2B5EF4-FFF2-40B4-BE49-F238E27FC236}">
                  <a16:creationId xmlns:a16="http://schemas.microsoft.com/office/drawing/2014/main" id="{9F5D573F-02A8-0493-9964-79F23EB41B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6911" y="1832443"/>
              <a:ext cx="1279559" cy="1233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8FD47E63-49A0-CB10-35C5-663503583AAB}"/>
                </a:ext>
              </a:extLst>
            </p:cNvPr>
            <p:cNvSpPr txBox="1"/>
            <p:nvPr/>
          </p:nvSpPr>
          <p:spPr>
            <a:xfrm>
              <a:off x="7754447" y="3177221"/>
              <a:ext cx="1593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/>
                <a:t>Decision-makers</a:t>
              </a:r>
              <a:endParaRPr lang="es-ES" dirty="0"/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B38A2FA6-6E6F-8860-CF71-1B61FA4DE6F1}"/>
              </a:ext>
            </a:extLst>
          </p:cNvPr>
          <p:cNvGrpSpPr/>
          <p:nvPr/>
        </p:nvGrpSpPr>
        <p:grpSpPr>
          <a:xfrm>
            <a:off x="9018581" y="1434683"/>
            <a:ext cx="1233733" cy="1603065"/>
            <a:chOff x="10040447" y="3398849"/>
            <a:chExt cx="1233733" cy="1603065"/>
          </a:xfrm>
        </p:grpSpPr>
        <p:pic>
          <p:nvPicPr>
            <p:cNvPr id="39" name="Picture 6" descr="Cost optimization - Free marketing icons">
              <a:extLst>
                <a:ext uri="{FF2B5EF4-FFF2-40B4-BE49-F238E27FC236}">
                  <a16:creationId xmlns:a16="http://schemas.microsoft.com/office/drawing/2014/main" id="{2F30EA98-724B-35D2-EC18-689499D0FF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40447" y="3398849"/>
              <a:ext cx="1233733" cy="1233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9A765170-FC0D-A666-0187-2874EBCDC9E6}"/>
                </a:ext>
              </a:extLst>
            </p:cNvPr>
            <p:cNvSpPr txBox="1"/>
            <p:nvPr/>
          </p:nvSpPr>
          <p:spPr>
            <a:xfrm>
              <a:off x="10123865" y="4632582"/>
              <a:ext cx="10668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/>
                <a:t>Value-cost</a:t>
              </a:r>
              <a:endParaRPr lang="es-ES" dirty="0"/>
            </a:p>
          </p:txBody>
        </p:sp>
      </p:grpSp>
      <p:sp>
        <p:nvSpPr>
          <p:cNvPr id="41" name="Flecha derecha 40">
            <a:extLst>
              <a:ext uri="{FF2B5EF4-FFF2-40B4-BE49-F238E27FC236}">
                <a16:creationId xmlns:a16="http://schemas.microsoft.com/office/drawing/2014/main" id="{66882219-FC8A-5392-245E-A727A3FAAF02}"/>
              </a:ext>
            </a:extLst>
          </p:cNvPr>
          <p:cNvSpPr/>
          <p:nvPr/>
        </p:nvSpPr>
        <p:spPr>
          <a:xfrm>
            <a:off x="4721562" y="1870860"/>
            <a:ext cx="2438400" cy="7162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OPTIMIZE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80D43E5-8BDD-E177-DE28-F7F9484D67FA}"/>
              </a:ext>
            </a:extLst>
          </p:cNvPr>
          <p:cNvSpPr txBox="1"/>
          <p:nvPr/>
        </p:nvSpPr>
        <p:spPr>
          <a:xfrm>
            <a:off x="1882074" y="4457144"/>
            <a:ext cx="84278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b="1" dirty="0" err="1"/>
              <a:t>What</a:t>
            </a:r>
            <a:r>
              <a:rPr lang="es-ES" sz="3200" b="1" dirty="0"/>
              <a:t> </a:t>
            </a:r>
            <a:r>
              <a:rPr lang="es-ES" sz="3200" b="1" dirty="0" err="1"/>
              <a:t>is</a:t>
            </a:r>
            <a:r>
              <a:rPr lang="es-ES" sz="3200" b="1" dirty="0"/>
              <a:t> </a:t>
            </a:r>
            <a:r>
              <a:rPr lang="es-ES" sz="3200" b="1" dirty="0" err="1"/>
              <a:t>the</a:t>
            </a:r>
            <a:r>
              <a:rPr lang="es-ES" sz="3200" b="1" dirty="0"/>
              <a:t> </a:t>
            </a:r>
            <a:r>
              <a:rPr lang="es-ES" sz="3200" b="1" dirty="0" err="1"/>
              <a:t>best</a:t>
            </a:r>
            <a:r>
              <a:rPr lang="es-ES" sz="3200" b="1" dirty="0"/>
              <a:t> </a:t>
            </a:r>
            <a:r>
              <a:rPr lang="es-ES" sz="3200" b="1" dirty="0" err="1"/>
              <a:t>subscription</a:t>
            </a:r>
            <a:r>
              <a:rPr lang="es-ES" sz="3200" b="1" dirty="0"/>
              <a:t> </a:t>
            </a:r>
            <a:r>
              <a:rPr lang="es-ES" sz="3200" b="1" dirty="0" err="1"/>
              <a:t>option</a:t>
            </a:r>
            <a:r>
              <a:rPr lang="es-ES" sz="3200" b="1" dirty="0"/>
              <a:t> </a:t>
            </a:r>
            <a:r>
              <a:rPr lang="es-ES" sz="3200" b="1" dirty="0" err="1"/>
              <a:t>among</a:t>
            </a:r>
            <a:r>
              <a:rPr lang="es-ES" sz="3200" b="1" dirty="0"/>
              <a:t> </a:t>
            </a:r>
            <a:r>
              <a:rPr lang="es-ES" sz="3200" b="1" dirty="0" err="1"/>
              <a:t>all</a:t>
            </a:r>
            <a:r>
              <a:rPr lang="es-ES" sz="3200" b="1" dirty="0"/>
              <a:t> </a:t>
            </a:r>
            <a:r>
              <a:rPr lang="es-ES" sz="3200" b="1" dirty="0" err="1"/>
              <a:t>these</a:t>
            </a:r>
            <a:r>
              <a:rPr lang="es-ES" sz="3200" b="1" dirty="0"/>
              <a:t> SaaS </a:t>
            </a:r>
            <a:r>
              <a:rPr lang="es-ES" sz="3200" b="1" dirty="0" err="1"/>
              <a:t>products</a:t>
            </a:r>
            <a:r>
              <a:rPr lang="es-ES" sz="3200" b="1" dirty="0"/>
              <a:t> </a:t>
            </a:r>
            <a:r>
              <a:rPr lang="es-ES" sz="3200" b="1" dirty="0" err="1"/>
              <a:t>for</a:t>
            </a:r>
            <a:r>
              <a:rPr lang="es-ES" sz="3200" b="1" dirty="0"/>
              <a:t> </a:t>
            </a:r>
            <a:r>
              <a:rPr lang="es-ES" sz="3200" b="1" dirty="0" err="1"/>
              <a:t>continous</a:t>
            </a:r>
            <a:r>
              <a:rPr lang="es-ES" sz="3200" b="1" dirty="0"/>
              <a:t> </a:t>
            </a:r>
            <a:r>
              <a:rPr lang="es-ES" sz="3200" b="1" dirty="0" err="1"/>
              <a:t>integration</a:t>
            </a:r>
            <a:r>
              <a:rPr lang="es-ES" sz="3200" b="1" dirty="0"/>
              <a:t>?</a:t>
            </a:r>
          </a:p>
        </p:txBody>
      </p:sp>
      <p:sp>
        <p:nvSpPr>
          <p:cNvPr id="2" name="TextBox 24">
            <a:extLst>
              <a:ext uri="{FF2B5EF4-FFF2-40B4-BE49-F238E27FC236}">
                <a16:creationId xmlns:a16="http://schemas.microsoft.com/office/drawing/2014/main" id="{E88818E3-EABB-6623-7C68-D4EF94B84B65}"/>
              </a:ext>
            </a:extLst>
          </p:cNvPr>
          <p:cNvSpPr txBox="1"/>
          <p:nvPr/>
        </p:nvSpPr>
        <p:spPr>
          <a:xfrm>
            <a:off x="774402" y="3450921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5A0022"/>
                </a:solidFill>
                <a:latin typeface="Arial"/>
              </a:rPr>
              <a:t>Pricing Intelligence is the discipline that turns pricing data into actionable knowledge.</a:t>
            </a:r>
          </a:p>
        </p:txBody>
      </p:sp>
    </p:spTree>
    <p:extLst>
      <p:ext uri="{BB962C8B-B14F-4D97-AF65-F5344CB8AC3E}">
        <p14:creationId xmlns:p14="http://schemas.microsoft.com/office/powerpoint/2010/main" val="3537365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9AB75-62F9-922C-3EEB-146D52E8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EE46728D-25A3-3C31-ECF2-3851C3B53D2E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3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544159A-C0D4-EEA8-F282-482B2440DB06}"/>
              </a:ext>
            </a:extLst>
          </p:cNvPr>
          <p:cNvSpPr txBox="1"/>
          <p:nvPr/>
        </p:nvSpPr>
        <p:spPr>
          <a:xfrm>
            <a:off x="757646" y="319937"/>
            <a:ext cx="10493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000" b="1" dirty="0" err="1"/>
              <a:t>What</a:t>
            </a:r>
            <a:r>
              <a:rPr lang="es-ES" sz="2000" b="1" dirty="0"/>
              <a:t> </a:t>
            </a:r>
            <a:r>
              <a:rPr lang="es-ES" sz="2000" b="1" dirty="0" err="1"/>
              <a:t>is</a:t>
            </a:r>
            <a:r>
              <a:rPr lang="es-ES" sz="2000" b="1" dirty="0"/>
              <a:t> </a:t>
            </a:r>
            <a:r>
              <a:rPr lang="es-ES" sz="2000" b="1" dirty="0" err="1"/>
              <a:t>the</a:t>
            </a:r>
            <a:r>
              <a:rPr lang="es-ES" sz="2000" b="1" dirty="0"/>
              <a:t> </a:t>
            </a:r>
            <a:r>
              <a:rPr lang="es-ES" sz="2000" b="1" dirty="0" err="1"/>
              <a:t>best</a:t>
            </a:r>
            <a:r>
              <a:rPr lang="es-ES" sz="2000" b="1" dirty="0"/>
              <a:t> </a:t>
            </a:r>
            <a:r>
              <a:rPr lang="es-ES" sz="2000" b="1" dirty="0" err="1"/>
              <a:t>subscription</a:t>
            </a:r>
            <a:r>
              <a:rPr lang="es-ES" sz="2000" b="1" dirty="0"/>
              <a:t> </a:t>
            </a:r>
            <a:r>
              <a:rPr lang="es-ES" sz="2000" b="1" dirty="0" err="1"/>
              <a:t>option</a:t>
            </a:r>
            <a:r>
              <a:rPr lang="es-ES" sz="2000" b="1" dirty="0"/>
              <a:t> </a:t>
            </a:r>
            <a:r>
              <a:rPr lang="es-ES" sz="2000" b="1" dirty="0" err="1"/>
              <a:t>among</a:t>
            </a:r>
            <a:r>
              <a:rPr lang="es-ES" sz="2000" b="1" dirty="0"/>
              <a:t> </a:t>
            </a:r>
            <a:r>
              <a:rPr lang="es-ES" sz="2000" b="1" dirty="0" err="1"/>
              <a:t>all</a:t>
            </a:r>
            <a:r>
              <a:rPr lang="es-ES" sz="2000" b="1" dirty="0"/>
              <a:t> </a:t>
            </a:r>
            <a:r>
              <a:rPr lang="es-ES" sz="2000" b="1" dirty="0" err="1"/>
              <a:t>these</a:t>
            </a:r>
            <a:r>
              <a:rPr lang="es-ES" sz="2000" b="1" dirty="0"/>
              <a:t> SaaS </a:t>
            </a:r>
            <a:r>
              <a:rPr lang="es-ES" sz="2000" b="1" dirty="0" err="1"/>
              <a:t>products</a:t>
            </a:r>
            <a:r>
              <a:rPr lang="es-ES" sz="2000" b="1" dirty="0"/>
              <a:t> </a:t>
            </a:r>
            <a:r>
              <a:rPr lang="es-ES" sz="2000" b="1" dirty="0" err="1"/>
              <a:t>for</a:t>
            </a:r>
            <a:r>
              <a:rPr lang="es-ES" sz="2000" b="1" dirty="0"/>
              <a:t> </a:t>
            </a:r>
            <a:r>
              <a:rPr lang="es-ES" sz="2000" b="1" dirty="0" err="1"/>
              <a:t>continous</a:t>
            </a:r>
            <a:r>
              <a:rPr lang="es-ES" sz="2000" b="1" dirty="0"/>
              <a:t> </a:t>
            </a:r>
            <a:r>
              <a:rPr lang="es-ES" sz="2000" b="1" dirty="0" err="1"/>
              <a:t>integration</a:t>
            </a:r>
            <a:r>
              <a:rPr lang="es-ES" sz="2000" b="1" dirty="0"/>
              <a:t>?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3CC2539-5416-41EB-6840-A89F74CA2E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41" y="2105499"/>
            <a:ext cx="5230922" cy="426853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2E06D73-C11A-7976-968D-764018817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629" y="870474"/>
            <a:ext cx="4021546" cy="148840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CB872C1-5049-FC63-8419-E1AA52965D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37316"/>
            <a:ext cx="5513641" cy="290104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FB13B57-DBE3-2321-3BD8-CE3D4E10F9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5879" y="1077736"/>
            <a:ext cx="5438809" cy="154099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40C004B-EC79-290A-7759-30C2DC0BC1AA}"/>
              </a:ext>
            </a:extLst>
          </p:cNvPr>
          <p:cNvSpPr/>
          <p:nvPr/>
        </p:nvSpPr>
        <p:spPr>
          <a:xfrm>
            <a:off x="505096" y="3666308"/>
            <a:ext cx="1280161" cy="21771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96FCD4-2915-D7C0-38CA-486071C4FCC3}"/>
              </a:ext>
            </a:extLst>
          </p:cNvPr>
          <p:cNvSpPr/>
          <p:nvPr/>
        </p:nvSpPr>
        <p:spPr>
          <a:xfrm>
            <a:off x="2251164" y="4776651"/>
            <a:ext cx="1280161" cy="21771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5E08F62-A591-CF24-829C-04A459D5E874}"/>
              </a:ext>
            </a:extLst>
          </p:cNvPr>
          <p:cNvSpPr/>
          <p:nvPr/>
        </p:nvSpPr>
        <p:spPr>
          <a:xfrm>
            <a:off x="3953690" y="5482045"/>
            <a:ext cx="1280161" cy="21771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6CE5669-C930-713F-F86C-64D963837402}"/>
              </a:ext>
            </a:extLst>
          </p:cNvPr>
          <p:cNvSpPr/>
          <p:nvPr/>
        </p:nvSpPr>
        <p:spPr>
          <a:xfrm>
            <a:off x="6344193" y="4776650"/>
            <a:ext cx="1280161" cy="21771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FB2EB09-7D66-9CD2-D9E8-67740FA290AB}"/>
              </a:ext>
            </a:extLst>
          </p:cNvPr>
          <p:cNvSpPr/>
          <p:nvPr/>
        </p:nvSpPr>
        <p:spPr>
          <a:xfrm>
            <a:off x="8212739" y="4776650"/>
            <a:ext cx="1280161" cy="21771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0916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B7D3D-9810-C03F-EF2A-5DCFC1778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6F913ED1-DC65-AF10-C594-73FCE26BC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781FC56D-429E-0FFF-906D-7FFC5C008FEE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4A4485-1EA5-38BF-95E2-4BAFD6C694CE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0886D6B-50A9-63E4-03E0-6722BD5CE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795" y="2622379"/>
            <a:ext cx="1104572" cy="110457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D71606E-9CAD-7BE7-1990-5DA3F7770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634" y="1706967"/>
            <a:ext cx="1095406" cy="109540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6536E65-C243-DCF0-4ACA-94D0DCA8B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930" y="3365947"/>
            <a:ext cx="1104585" cy="110458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1C6741C-737D-EDD7-D7E4-26493760DE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551" y="5432870"/>
            <a:ext cx="1104585" cy="1104585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A696DC68-2524-F871-CCE3-0F20C59BEF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6491" y="4919515"/>
            <a:ext cx="1151566" cy="1151566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ACE1FF1-0AFE-CDEC-2CE4-AD64DD0B3D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5705C1B2-8DC9-7C4F-546B-BAB216A684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640" y="4859462"/>
            <a:ext cx="1124290" cy="1146817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A387AD30-FB6A-3D71-BE58-B08851198A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44507"/>
            <a:ext cx="1063580" cy="1104585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BD578C8C-A008-4747-4FF0-0FD27BEE44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640" y="4859461"/>
            <a:ext cx="1124290" cy="1146817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932FE1DF-BDE0-8B56-1900-40A2766CA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930" y="3365947"/>
            <a:ext cx="1104585" cy="1104585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319DD37D-7875-5697-DF52-74AC4A0079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550" y="5421649"/>
            <a:ext cx="1104585" cy="1104585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0B86F118-4411-B37D-B60A-B8AA0276F7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945" y="5410428"/>
            <a:ext cx="1104585" cy="1104585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B10617B7-1469-9670-7249-0C5ECFE30F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096" y="4919515"/>
            <a:ext cx="1151566" cy="1151566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BDF820E6-4A77-1969-6335-87D3288006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6885" y="4919515"/>
            <a:ext cx="1151566" cy="1151566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60993DCB-1028-C2FB-FEDC-E1F34E3D9B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28269A59-0BB7-019E-0C88-BE73E9D6E3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8F1DEB50-174B-ECBF-4260-902F73B9D07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53405"/>
            <a:ext cx="1063580" cy="1104585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DFB07B94-2E15-B2AC-25B4-51C1EE3E6F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53404"/>
            <a:ext cx="1063580" cy="110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53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BD07-3152-E15A-B819-33115649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11F7FC94-BCA4-2355-1F79-88C4D4E2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DA67248-B3E9-A75E-F5D5-2D1AB2BDC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170" y="1378547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C4DF37B-DCDD-36ED-70FF-C24752355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154" y="2814633"/>
            <a:ext cx="409161" cy="40916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A5F9000-C548-4CC2-EA36-F96B39972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118" y="2298330"/>
            <a:ext cx="405780" cy="4057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73256FC-9CA6-6416-6C09-A3D587D7F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097" y="2803999"/>
            <a:ext cx="362861" cy="362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BC0FCC2-E20D-1859-0DCD-B5853990B3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404" y="3410202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AFB7E29-11F8-C620-A8F2-9B9E70C3F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557" y="2811986"/>
            <a:ext cx="409161" cy="4091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D22D84A-9F63-6CC4-F2FC-09BBEF117D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938" y="2245698"/>
            <a:ext cx="405780" cy="4057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2F53EAE-114A-97EF-0A30-7009A34DA3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0888" y="2841264"/>
            <a:ext cx="362861" cy="3628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B4F272E-A48F-2D55-A57E-1FEEE16712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4400" y="4062432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624453F-31B2-01EB-0039-894AB31C83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0515" y="4048565"/>
            <a:ext cx="316061" cy="3160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C0B4890-26FC-D17A-7111-AE11BF89FE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3385" y="3406972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6DC1889-964F-16A5-A000-F19FE51277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4400" y="3425195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6BA5673-29FB-6345-C9FD-FA8686E35B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486" y="2803999"/>
            <a:ext cx="409161" cy="4091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D74FB2F-E23C-0273-F9CF-0A2D61C6FF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867" y="2208358"/>
            <a:ext cx="405780" cy="4057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0DB7188-345D-F901-1E25-EA4A184A3C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7374" y="2855847"/>
            <a:ext cx="362861" cy="3628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5319635-82A3-47D6-6DAD-44BEB0021C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8490" y="2258456"/>
            <a:ext cx="394432" cy="4010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DA1E80B-5D2C-A239-04B2-328BA32B98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2231" y="3397800"/>
            <a:ext cx="371518" cy="37896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E4D6C846-CBF1-EE6B-591D-7B09D9F483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4166" y="2226855"/>
            <a:ext cx="404548" cy="4380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4AD4E101-BAB8-5061-47F6-C3CCE6D4EF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9829" y="2208358"/>
            <a:ext cx="419289" cy="435454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E255B544-E3F1-1ED1-FA09-E562AFC5FC68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88182E8-2DC5-6A26-991A-3FECA92DE39E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33370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B8549-123C-5C83-050B-7559C7F44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908A2C8C-91A9-8169-1C31-0861145C8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66D1D92-8735-21E4-22BD-8F34939EE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44C5520-9E25-7DD1-2068-4E1B17B1D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DA8375C-BB2F-0727-27B4-CAA8A4F573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A35AE6D-D867-4F6D-B71B-C4F318A4A0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BE0EA12-4F05-02BB-17E5-DAFEBA191F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E3C3614-73A0-EFDB-DCCA-18C8C71EB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71DFE4C-627D-69FE-1371-4FC89E5F33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BE7396A-2EB1-EC9E-A1ED-B37CDDD387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EC0D814-1A2A-8911-BE17-DF17EF01A8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4820B70-8F62-A0D7-666C-D49A139147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8B19F5C-E65C-04D1-5F14-FFC432E5AF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C8C2F51-AC5C-9725-526A-FE61EFB8C7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A9144C2-6CEA-7869-FE3B-499018B10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61A80DD-3EF0-EB41-9170-D068F7955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1DD2DAB-9EF7-7011-53D3-46A33FBEE7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EA95A3A-B0AA-B0BA-4E86-74F1D092C0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3787047-4D10-875C-C846-61BF555356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5D566BB-2CA1-E922-4419-DC0852DC17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BD3A8F2-C463-D97B-0244-A6DFC92F53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FC4143B1-7B16-F705-13BA-C77C36D164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7990" y="2010569"/>
            <a:ext cx="303749" cy="36543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891D5E24-5AC8-7981-F7FC-7BDE8BF4998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4988" y="2016591"/>
            <a:ext cx="312010" cy="353621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6C421DF-6CC5-1380-A511-5AE0EAACA1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35733" y="1600598"/>
            <a:ext cx="311265" cy="359185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9E7AC6A-5DF1-E2E5-88A0-FB952F70958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83123" y="2540451"/>
            <a:ext cx="353261" cy="35918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1144F87-791C-791A-F692-8CE798714DE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40F8E10A-91DF-F07D-8D9F-56D94819731B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2F3B58D-6EA0-BDF3-0A4B-A6EDBF390D7C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88129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2FE14-60F8-511A-F6BB-47D7CD6C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EE31EF59-69E6-BF84-F328-16BDC5A50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CE9881A-8D1A-27AE-924F-5F225B33F577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A3D7E0E-2464-7B86-DD53-89BE99D75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7AD649B-57B2-B57E-9BBE-69EF15A49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49B6CE1-1D5B-749D-27EB-B87DB1D64B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B393094-E987-22EB-80D4-CEE3D5A59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AAF082A-85C3-46F1-08C0-3CBABF936C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20102C2-DED6-B77F-F3C2-A9B0D98CC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A835C0F-1364-7702-8661-F9BE87CEC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5E02BF4-334E-B997-4FCB-6B08FDEB6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9575968-15EF-50D9-F538-690854BB20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979398E-313A-7BB0-DD21-FFA41311BD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F95F85D-6C0C-5BC9-55C5-42992DDA76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7106085-E4F4-3C16-298B-19D43076F2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0DB6573-C4B4-93D5-D465-53F5741B5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8AAA39A-ED28-BDD2-1491-D81E1683C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8D5F9AE-6F3C-55E7-E41D-B2ED966BF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0AB814C-475B-3F25-6735-3BB3A07F99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53CF6B3-D36B-9022-EE77-21A5432E1B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060C169-F719-94A0-3334-E42E744AD4E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A72AE3E-66AA-CD4D-CF34-CF629F4BD4F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AA778D70-2E3B-D96B-ADD6-7A782BD1F9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0381" y="2452887"/>
            <a:ext cx="199386" cy="20272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ECA77563-49C2-3D55-6368-DCC00F7DFFB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8609" y="2434390"/>
            <a:ext cx="184792" cy="20771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16F7168-FF6B-5F2E-94AE-DB0FADCAEC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5702" y="3506445"/>
            <a:ext cx="184792" cy="20771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3081617A-301F-7C13-C1A7-03F3934EE19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18956" y="2434390"/>
            <a:ext cx="180004" cy="20771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F6541B10-C6BA-DBBD-6015-1A26AC97D17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87A45B72-EB8F-9C33-98BF-070E5465F9D8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347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2E75C-265A-FA59-BD27-F595DC49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ítulo 1">
            <a:extLst>
              <a:ext uri="{FF2B5EF4-FFF2-40B4-BE49-F238E27FC236}">
                <a16:creationId xmlns:a16="http://schemas.microsoft.com/office/drawing/2014/main" id="{85BD76E5-36D9-51CC-6D97-767B5AEAC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SaaS </a:t>
            </a:r>
            <a:r>
              <a:rPr lang="es-ES" dirty="0" err="1"/>
              <a:t>Pricings</a:t>
            </a:r>
            <a:endParaRPr lang="es-ES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9695524-1B6A-00F3-3CCF-C210C427B452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EEA39B4-999E-DBEE-A7C0-BE86617A3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21261C7-BF92-7A8A-2532-99C31E0C1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071C4E8-A2BF-F1E3-7DC8-20196E66F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C67E0C6-242E-1709-3510-44A1712CAA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71F8E85-AA07-A6BF-D195-BA0766D626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F14B8C8-4700-E6AE-7407-7AC774204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8DD6B56-7262-4155-A667-ABBFAF7200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2434FBF-C5EA-B655-1601-ACEEFA73E3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82A241F-7D88-4C7C-1C1D-E2E5E64577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668606A-E531-030C-597C-0BDD8D9ABA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9C8C0AA-B8A3-77D0-783C-B03E0FA8A6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AE8D1D3-0F99-D010-87F6-58E065B99B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0632220-43C4-3EB4-E7AC-8596CE3B7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18587C2-6232-64C2-9EE1-2CA554AE2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E84D3E2-5A1E-4167-7BE9-0E9E92F2A8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4441780-9409-3809-2CC6-EFC19A7241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01C718E-6FDA-B84F-BF2C-BA7DEB4261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C8037E1D-4469-D862-2E5A-5D90DF8D63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D7F0DD0-AF5C-E042-96D1-FD093F851C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B49C6D6-6CCC-34A2-621D-5B9E4BD8355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0381" y="2452887"/>
            <a:ext cx="199386" cy="20272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C849CC3-C826-A309-0E62-75299B951A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8609" y="2434390"/>
            <a:ext cx="184792" cy="20771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2A48861C-2974-B35F-6D15-91E7EEF906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5702" y="3506445"/>
            <a:ext cx="184792" cy="20771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6995029A-1176-5C23-ECBB-32B30857553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18956" y="2434390"/>
            <a:ext cx="180004" cy="20771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D4DF273-ACE2-450D-2F1A-90109712A1A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0AE5006D-5423-F087-B0F5-A074A1CE477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8644" y="3715345"/>
            <a:ext cx="2524409" cy="112367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CF3F769A-2CD8-55CE-D0B3-B9839031BDA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1765" y="4414071"/>
            <a:ext cx="1661150" cy="25635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4E0FF4D-BE1A-5B94-F8A9-5B7A086BEDB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6807" y="3896116"/>
            <a:ext cx="401866" cy="378481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BD10D8A9-9B12-D647-1C05-85C123742E45}"/>
              </a:ext>
            </a:extLst>
          </p:cNvPr>
          <p:cNvSpPr txBox="1"/>
          <p:nvPr/>
        </p:nvSpPr>
        <p:spPr>
          <a:xfrm>
            <a:off x="107575" y="6200472"/>
            <a:ext cx="11869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García-Fernández, A., Parejo, J. A., &amp; Ruiz-Cortés, A. (2024, May). Pricing4SaaS: Towards a pricing model to drive the operation of SaaS. In </a:t>
            </a:r>
            <a:r>
              <a:rPr lang="en-US" sz="14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Conference on Advanced Information Systems Engineering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47-54). Cham: Springer Nature Switzerland.</a:t>
            </a:r>
            <a:endParaRPr lang="en-US" sz="1400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966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44978-EB9A-9C15-C7BE-D53603F1D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2AD76363-C9C7-70C4-7294-BE95153A52AA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  <p:pic>
        <p:nvPicPr>
          <p:cNvPr id="132" name="Imagen 131">
            <a:extLst>
              <a:ext uri="{FF2B5EF4-FFF2-40B4-BE49-F238E27FC236}">
                <a16:creationId xmlns:a16="http://schemas.microsoft.com/office/drawing/2014/main" id="{A6A65188-F0F5-C7E3-A45C-8D88211A1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20" y="4930537"/>
            <a:ext cx="1727289" cy="1323763"/>
          </a:xfrm>
          <a:prstGeom prst="rect">
            <a:avLst/>
          </a:prstGeom>
        </p:spPr>
      </p:pic>
      <p:pic>
        <p:nvPicPr>
          <p:cNvPr id="133" name="Imagen 132">
            <a:extLst>
              <a:ext uri="{FF2B5EF4-FFF2-40B4-BE49-F238E27FC236}">
                <a16:creationId xmlns:a16="http://schemas.microsoft.com/office/drawing/2014/main" id="{46AC247C-EDC0-E970-0FDC-0CBE358E5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38" y="543570"/>
            <a:ext cx="5914070" cy="4200583"/>
          </a:xfrm>
          <a:prstGeom prst="rect">
            <a:avLst/>
          </a:prstGeom>
        </p:spPr>
      </p:pic>
      <p:pic>
        <p:nvPicPr>
          <p:cNvPr id="134" name="Imagen 133">
            <a:extLst>
              <a:ext uri="{FF2B5EF4-FFF2-40B4-BE49-F238E27FC236}">
                <a16:creationId xmlns:a16="http://schemas.microsoft.com/office/drawing/2014/main" id="{D7603348-2810-0F54-DB57-5B7EC565C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763" y="2271691"/>
            <a:ext cx="431404" cy="435624"/>
          </a:xfrm>
          <a:prstGeom prst="rect">
            <a:avLst/>
          </a:prstGeom>
        </p:spPr>
      </p:pic>
      <p:pic>
        <p:nvPicPr>
          <p:cNvPr id="135" name="Imagen 134">
            <a:extLst>
              <a:ext uri="{FF2B5EF4-FFF2-40B4-BE49-F238E27FC236}">
                <a16:creationId xmlns:a16="http://schemas.microsoft.com/office/drawing/2014/main" id="{05F2F5BC-1ACF-5B3C-4872-8E37A6C5B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327" y="1663776"/>
            <a:ext cx="427840" cy="432024"/>
          </a:xfrm>
          <a:prstGeom prst="rect">
            <a:avLst/>
          </a:prstGeom>
        </p:spPr>
      </p:pic>
      <p:pic>
        <p:nvPicPr>
          <p:cNvPr id="136" name="Imagen 135">
            <a:extLst>
              <a:ext uri="{FF2B5EF4-FFF2-40B4-BE49-F238E27FC236}">
                <a16:creationId xmlns:a16="http://schemas.microsoft.com/office/drawing/2014/main" id="{7F063301-2893-FF2F-963E-679219B570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126" y="2320986"/>
            <a:ext cx="382587" cy="386329"/>
          </a:xfrm>
          <a:prstGeom prst="rect">
            <a:avLst/>
          </a:prstGeom>
        </p:spPr>
      </p:pic>
      <p:pic>
        <p:nvPicPr>
          <p:cNvPr id="137" name="Imagen 136">
            <a:extLst>
              <a:ext uri="{FF2B5EF4-FFF2-40B4-BE49-F238E27FC236}">
                <a16:creationId xmlns:a16="http://schemas.microsoft.com/office/drawing/2014/main" id="{175D48F6-BC24-4E18-4C29-634F021283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873" y="1663776"/>
            <a:ext cx="427840" cy="432024"/>
          </a:xfrm>
          <a:prstGeom prst="rect">
            <a:avLst/>
          </a:prstGeom>
        </p:spPr>
      </p:pic>
      <p:pic>
        <p:nvPicPr>
          <p:cNvPr id="138" name="Imagen 137">
            <a:extLst>
              <a:ext uri="{FF2B5EF4-FFF2-40B4-BE49-F238E27FC236}">
                <a16:creationId xmlns:a16="http://schemas.microsoft.com/office/drawing/2014/main" id="{D92C3591-577E-7B1B-2647-CB208AE167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413" y="1694577"/>
            <a:ext cx="160895" cy="162468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51B09E62-BF35-927D-5200-907A633257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9250" y="2936804"/>
            <a:ext cx="382587" cy="386329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26DFA8D9-6F16-E012-E2F7-5150F21017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4843" y="2271692"/>
            <a:ext cx="431404" cy="435624"/>
          </a:xfrm>
          <a:prstGeom prst="rect">
            <a:avLst/>
          </a:prstGeom>
        </p:spPr>
      </p:pic>
      <p:pic>
        <p:nvPicPr>
          <p:cNvPr id="141" name="Imagen 140">
            <a:extLst>
              <a:ext uri="{FF2B5EF4-FFF2-40B4-BE49-F238E27FC236}">
                <a16:creationId xmlns:a16="http://schemas.microsoft.com/office/drawing/2014/main" id="{D96E6776-B157-28C8-F4B3-A5BE7C2BD3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8407" y="1663776"/>
            <a:ext cx="427840" cy="432025"/>
          </a:xfrm>
          <a:prstGeom prst="rect">
            <a:avLst/>
          </a:prstGeom>
        </p:spPr>
      </p:pic>
      <p:pic>
        <p:nvPicPr>
          <p:cNvPr id="142" name="Imagen 141">
            <a:extLst>
              <a:ext uri="{FF2B5EF4-FFF2-40B4-BE49-F238E27FC236}">
                <a16:creationId xmlns:a16="http://schemas.microsoft.com/office/drawing/2014/main" id="{6DFC468C-D461-593E-669F-1AE3E8FD16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8206" y="2320986"/>
            <a:ext cx="382587" cy="386329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BF8E6291-7D8A-D56D-2B96-212733A820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3873" y="2932501"/>
            <a:ext cx="382587" cy="386330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E543617E-7650-27DB-24C4-4C60DEEB48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6085" y="2820027"/>
            <a:ext cx="140504" cy="157642"/>
          </a:xfrm>
          <a:prstGeom prst="rect">
            <a:avLst/>
          </a:prstGeom>
        </p:spPr>
      </p:pic>
      <p:pic>
        <p:nvPicPr>
          <p:cNvPr id="145" name="Imagen 144">
            <a:extLst>
              <a:ext uri="{FF2B5EF4-FFF2-40B4-BE49-F238E27FC236}">
                <a16:creationId xmlns:a16="http://schemas.microsoft.com/office/drawing/2014/main" id="{22F9C424-C448-A360-933D-BD8F0BD71A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2953" y="1663776"/>
            <a:ext cx="427840" cy="432025"/>
          </a:xfrm>
          <a:prstGeom prst="rect">
            <a:avLst/>
          </a:prstGeom>
        </p:spPr>
      </p:pic>
      <p:pic>
        <p:nvPicPr>
          <p:cNvPr id="146" name="Imagen 145">
            <a:extLst>
              <a:ext uri="{FF2B5EF4-FFF2-40B4-BE49-F238E27FC236}">
                <a16:creationId xmlns:a16="http://schemas.microsoft.com/office/drawing/2014/main" id="{34CE1B77-16BE-AAF5-2139-DF1045D428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3463" y="1691865"/>
            <a:ext cx="140504" cy="157642"/>
          </a:xfrm>
          <a:prstGeom prst="rect">
            <a:avLst/>
          </a:prstGeom>
        </p:spPr>
      </p:pic>
      <p:pic>
        <p:nvPicPr>
          <p:cNvPr id="147" name="Imagen 146">
            <a:extLst>
              <a:ext uri="{FF2B5EF4-FFF2-40B4-BE49-F238E27FC236}">
                <a16:creationId xmlns:a16="http://schemas.microsoft.com/office/drawing/2014/main" id="{8654327B-8465-DD20-D77E-27D8B288E0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1722" y="3569463"/>
            <a:ext cx="382587" cy="386329"/>
          </a:xfrm>
          <a:prstGeom prst="rect">
            <a:avLst/>
          </a:prstGeom>
        </p:spPr>
      </p:pic>
      <p:pic>
        <p:nvPicPr>
          <p:cNvPr id="148" name="Imagen 147">
            <a:extLst>
              <a:ext uri="{FF2B5EF4-FFF2-40B4-BE49-F238E27FC236}">
                <a16:creationId xmlns:a16="http://schemas.microsoft.com/office/drawing/2014/main" id="{7F22022F-180E-FF73-0F34-261D4294EF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9927" y="3580710"/>
            <a:ext cx="333243" cy="336503"/>
          </a:xfrm>
          <a:prstGeom prst="rect">
            <a:avLst/>
          </a:prstGeom>
        </p:spPr>
      </p:pic>
      <p:pic>
        <p:nvPicPr>
          <p:cNvPr id="149" name="Imagen 148">
            <a:extLst>
              <a:ext uri="{FF2B5EF4-FFF2-40B4-BE49-F238E27FC236}">
                <a16:creationId xmlns:a16="http://schemas.microsoft.com/office/drawing/2014/main" id="{9EAF89A3-21F2-821B-749F-0C97C332CE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2766" y="2964893"/>
            <a:ext cx="382587" cy="386329"/>
          </a:xfrm>
          <a:prstGeom prst="rect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2A7449CF-EA58-0BC8-DA84-6E5739FF1A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7389" y="2960590"/>
            <a:ext cx="382587" cy="386329"/>
          </a:xfrm>
          <a:prstGeom prst="rect">
            <a:avLst/>
          </a:prstGeom>
        </p:spPr>
      </p:pic>
      <p:pic>
        <p:nvPicPr>
          <p:cNvPr id="151" name="Imagen 150">
            <a:extLst>
              <a:ext uri="{FF2B5EF4-FFF2-40B4-BE49-F238E27FC236}">
                <a16:creationId xmlns:a16="http://schemas.microsoft.com/office/drawing/2014/main" id="{98C2FACF-FE21-015D-AC56-A73692D66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359" y="2299781"/>
            <a:ext cx="431404" cy="435624"/>
          </a:xfrm>
          <a:prstGeom prst="rect">
            <a:avLst/>
          </a:prstGeom>
        </p:spPr>
      </p:pic>
      <p:pic>
        <p:nvPicPr>
          <p:cNvPr id="152" name="Imagen 151">
            <a:extLst>
              <a:ext uri="{FF2B5EF4-FFF2-40B4-BE49-F238E27FC236}">
                <a16:creationId xmlns:a16="http://schemas.microsoft.com/office/drawing/2014/main" id="{FF07021F-6EEE-6477-9904-6ACE24F05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1923" y="1691865"/>
            <a:ext cx="427840" cy="432025"/>
          </a:xfrm>
          <a:prstGeom prst="rect">
            <a:avLst/>
          </a:prstGeom>
        </p:spPr>
      </p:pic>
      <p:pic>
        <p:nvPicPr>
          <p:cNvPr id="153" name="Imagen 152">
            <a:extLst>
              <a:ext uri="{FF2B5EF4-FFF2-40B4-BE49-F238E27FC236}">
                <a16:creationId xmlns:a16="http://schemas.microsoft.com/office/drawing/2014/main" id="{00CDA729-2EF8-0241-DE00-55EF242A44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1722" y="2349075"/>
            <a:ext cx="382587" cy="386329"/>
          </a:xfrm>
          <a:prstGeom prst="rect">
            <a:avLst/>
          </a:prstGeom>
        </p:spPr>
      </p:pic>
      <p:pic>
        <p:nvPicPr>
          <p:cNvPr id="154" name="Imagen 153">
            <a:extLst>
              <a:ext uri="{FF2B5EF4-FFF2-40B4-BE49-F238E27FC236}">
                <a16:creationId xmlns:a16="http://schemas.microsoft.com/office/drawing/2014/main" id="{3B6A0E4E-490B-C994-A260-4D09F5E00E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469" y="1669782"/>
            <a:ext cx="427839" cy="432024"/>
          </a:xfrm>
          <a:prstGeom prst="rect">
            <a:avLst/>
          </a:prstGeom>
        </p:spPr>
      </p:pic>
      <p:pic>
        <p:nvPicPr>
          <p:cNvPr id="155" name="Imagen 154">
            <a:extLst>
              <a:ext uri="{FF2B5EF4-FFF2-40B4-BE49-F238E27FC236}">
                <a16:creationId xmlns:a16="http://schemas.microsoft.com/office/drawing/2014/main" id="{6F6BABBC-9FF0-F15F-C674-1ED74F614D9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5634" y="1666935"/>
            <a:ext cx="140504" cy="157643"/>
          </a:xfrm>
          <a:prstGeom prst="rect">
            <a:avLst/>
          </a:prstGeom>
        </p:spPr>
      </p:pic>
      <p:pic>
        <p:nvPicPr>
          <p:cNvPr id="156" name="Imagen 155">
            <a:extLst>
              <a:ext uri="{FF2B5EF4-FFF2-40B4-BE49-F238E27FC236}">
                <a16:creationId xmlns:a16="http://schemas.microsoft.com/office/drawing/2014/main" id="{1ECDDEF2-D487-7352-8FF1-281B3018D5D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79058" y="638926"/>
            <a:ext cx="2366859" cy="1556371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6FAA62C5-AF08-87B6-0B68-83E61DAEB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304" y="923349"/>
            <a:ext cx="327996" cy="327996"/>
          </a:xfrm>
          <a:prstGeom prst="rect">
            <a:avLst/>
          </a:prstGeom>
        </p:spPr>
      </p:pic>
      <p:pic>
        <p:nvPicPr>
          <p:cNvPr id="158" name="Imagen 157">
            <a:extLst>
              <a:ext uri="{FF2B5EF4-FFF2-40B4-BE49-F238E27FC236}">
                <a16:creationId xmlns:a16="http://schemas.microsoft.com/office/drawing/2014/main" id="{F7687C3D-9F62-989A-2B42-DDE6028A69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704" y="952847"/>
            <a:ext cx="320162" cy="320162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7D2E1561-AFC8-258F-6026-DC2DFF4E2F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002" y="952847"/>
            <a:ext cx="320162" cy="320162"/>
          </a:xfrm>
          <a:prstGeom prst="rect">
            <a:avLst/>
          </a:prstGeom>
        </p:spPr>
      </p:pic>
      <p:grpSp>
        <p:nvGrpSpPr>
          <p:cNvPr id="160" name="Grupo 159">
            <a:extLst>
              <a:ext uri="{FF2B5EF4-FFF2-40B4-BE49-F238E27FC236}">
                <a16:creationId xmlns:a16="http://schemas.microsoft.com/office/drawing/2014/main" id="{CC8BE9B8-56B0-19EA-07E2-974B34539538}"/>
              </a:ext>
            </a:extLst>
          </p:cNvPr>
          <p:cNvGrpSpPr/>
          <p:nvPr/>
        </p:nvGrpSpPr>
        <p:grpSpPr>
          <a:xfrm>
            <a:off x="7068941" y="975553"/>
            <a:ext cx="294562" cy="294562"/>
            <a:chOff x="497018" y="4873520"/>
            <a:chExt cx="294562" cy="294562"/>
          </a:xfrm>
        </p:grpSpPr>
        <p:pic>
          <p:nvPicPr>
            <p:cNvPr id="161" name="Imagen 160">
              <a:extLst>
                <a:ext uri="{FF2B5EF4-FFF2-40B4-BE49-F238E27FC236}">
                  <a16:creationId xmlns:a16="http://schemas.microsoft.com/office/drawing/2014/main" id="{FB19FC35-9F30-B81D-9A62-6481319A0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62" name="Imagen 161">
              <a:extLst>
                <a:ext uri="{FF2B5EF4-FFF2-40B4-BE49-F238E27FC236}">
                  <a16:creationId xmlns:a16="http://schemas.microsoft.com/office/drawing/2014/main" id="{73AF0EC8-8D77-8435-6AAB-BD13D64DB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63" name="Imagen 162">
            <a:extLst>
              <a:ext uri="{FF2B5EF4-FFF2-40B4-BE49-F238E27FC236}">
                <a16:creationId xmlns:a16="http://schemas.microsoft.com/office/drawing/2014/main" id="{423E707B-2C13-ACC7-8FC6-4D12E9C4681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8524" y="2729289"/>
            <a:ext cx="2366859" cy="1556371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67BB6DAA-47FC-9874-EE9A-4D758D158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770" y="3013712"/>
            <a:ext cx="327996" cy="327996"/>
          </a:xfrm>
          <a:prstGeom prst="rect">
            <a:avLst/>
          </a:prstGeom>
        </p:spPr>
      </p:pic>
      <p:pic>
        <p:nvPicPr>
          <p:cNvPr id="165" name="Imagen 164">
            <a:extLst>
              <a:ext uri="{FF2B5EF4-FFF2-40B4-BE49-F238E27FC236}">
                <a16:creationId xmlns:a16="http://schemas.microsoft.com/office/drawing/2014/main" id="{92925619-324F-8F43-1993-A87E0DE783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170" y="3043210"/>
            <a:ext cx="320162" cy="320162"/>
          </a:xfrm>
          <a:prstGeom prst="rect">
            <a:avLst/>
          </a:prstGeom>
        </p:spPr>
      </p:pic>
      <p:pic>
        <p:nvPicPr>
          <p:cNvPr id="166" name="Imagen 165">
            <a:extLst>
              <a:ext uri="{FF2B5EF4-FFF2-40B4-BE49-F238E27FC236}">
                <a16:creationId xmlns:a16="http://schemas.microsoft.com/office/drawing/2014/main" id="{8CBE2745-2BA8-FDBA-B43D-C65B9F0EC6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468" y="3043210"/>
            <a:ext cx="320162" cy="320162"/>
          </a:xfrm>
          <a:prstGeom prst="rect">
            <a:avLst/>
          </a:prstGeom>
        </p:spPr>
      </p:pic>
      <p:grpSp>
        <p:nvGrpSpPr>
          <p:cNvPr id="167" name="Grupo 166">
            <a:extLst>
              <a:ext uri="{FF2B5EF4-FFF2-40B4-BE49-F238E27FC236}">
                <a16:creationId xmlns:a16="http://schemas.microsoft.com/office/drawing/2014/main" id="{15FE8D97-A34C-A50D-CC16-10959B314917}"/>
              </a:ext>
            </a:extLst>
          </p:cNvPr>
          <p:cNvGrpSpPr/>
          <p:nvPr/>
        </p:nvGrpSpPr>
        <p:grpSpPr>
          <a:xfrm>
            <a:off x="7099994" y="3068407"/>
            <a:ext cx="300068" cy="300068"/>
            <a:chOff x="3678209" y="4702103"/>
            <a:chExt cx="300068" cy="300068"/>
          </a:xfrm>
        </p:grpSpPr>
        <p:pic>
          <p:nvPicPr>
            <p:cNvPr id="168" name="Imagen 167">
              <a:extLst>
                <a:ext uri="{FF2B5EF4-FFF2-40B4-BE49-F238E27FC236}">
                  <a16:creationId xmlns:a16="http://schemas.microsoft.com/office/drawing/2014/main" id="{3E1B4DC5-875B-61DD-BCEC-BB3359321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69" name="Imagen 168">
              <a:extLst>
                <a:ext uri="{FF2B5EF4-FFF2-40B4-BE49-F238E27FC236}">
                  <a16:creationId xmlns:a16="http://schemas.microsoft.com/office/drawing/2014/main" id="{5DAC028A-A082-0987-ED30-ACB7476CE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21479A6C-5741-5394-D07D-F8BB3B48590C}"/>
              </a:ext>
            </a:extLst>
          </p:cNvPr>
          <p:cNvGrpSpPr/>
          <p:nvPr/>
        </p:nvGrpSpPr>
        <p:grpSpPr>
          <a:xfrm>
            <a:off x="7485043" y="3502767"/>
            <a:ext cx="285755" cy="317675"/>
            <a:chOff x="4063257" y="5136462"/>
            <a:chExt cx="285755" cy="317675"/>
          </a:xfrm>
        </p:grpSpPr>
        <p:pic>
          <p:nvPicPr>
            <p:cNvPr id="171" name="Imagen 170">
              <a:extLst>
                <a:ext uri="{FF2B5EF4-FFF2-40B4-BE49-F238E27FC236}">
                  <a16:creationId xmlns:a16="http://schemas.microsoft.com/office/drawing/2014/main" id="{D534A94C-0171-033E-2B7E-68F92D1B9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72" name="Imagen 171">
              <a:extLst>
                <a:ext uri="{FF2B5EF4-FFF2-40B4-BE49-F238E27FC236}">
                  <a16:creationId xmlns:a16="http://schemas.microsoft.com/office/drawing/2014/main" id="{BF30C5A3-B068-D710-600F-2361A0D40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7AD879B9-3424-AF70-7405-41E0A62CE9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2638" y="3547996"/>
            <a:ext cx="294780" cy="294780"/>
          </a:xfrm>
          <a:prstGeom prst="rect">
            <a:avLst/>
          </a:prstGeom>
        </p:spPr>
      </p:pic>
      <p:pic>
        <p:nvPicPr>
          <p:cNvPr id="174" name="Imagen 173">
            <a:extLst>
              <a:ext uri="{FF2B5EF4-FFF2-40B4-BE49-F238E27FC236}">
                <a16:creationId xmlns:a16="http://schemas.microsoft.com/office/drawing/2014/main" id="{EDA5AFBA-B535-BA0C-1A6F-B36234A6516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8524" y="4822168"/>
            <a:ext cx="2366859" cy="1556371"/>
          </a:xfrm>
          <a:prstGeom prst="rect">
            <a:avLst/>
          </a:prstGeom>
        </p:spPr>
      </p:pic>
      <p:pic>
        <p:nvPicPr>
          <p:cNvPr id="175" name="Imagen 174">
            <a:extLst>
              <a:ext uri="{FF2B5EF4-FFF2-40B4-BE49-F238E27FC236}">
                <a16:creationId xmlns:a16="http://schemas.microsoft.com/office/drawing/2014/main" id="{5E398D6C-7C9B-897B-DC44-72F80D979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770" y="5106591"/>
            <a:ext cx="327996" cy="327996"/>
          </a:xfrm>
          <a:prstGeom prst="rect">
            <a:avLst/>
          </a:prstGeom>
        </p:spPr>
      </p:pic>
      <p:pic>
        <p:nvPicPr>
          <p:cNvPr id="176" name="Imagen 175">
            <a:extLst>
              <a:ext uri="{FF2B5EF4-FFF2-40B4-BE49-F238E27FC236}">
                <a16:creationId xmlns:a16="http://schemas.microsoft.com/office/drawing/2014/main" id="{DB247FE6-4009-5EC4-92B2-6ABAC7767D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170" y="5136089"/>
            <a:ext cx="320162" cy="320162"/>
          </a:xfrm>
          <a:prstGeom prst="rect">
            <a:avLst/>
          </a:prstGeom>
        </p:spPr>
      </p:pic>
      <p:pic>
        <p:nvPicPr>
          <p:cNvPr id="177" name="Imagen 176">
            <a:extLst>
              <a:ext uri="{FF2B5EF4-FFF2-40B4-BE49-F238E27FC236}">
                <a16:creationId xmlns:a16="http://schemas.microsoft.com/office/drawing/2014/main" id="{7535C169-0242-9B39-7A7E-74E1C53119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468" y="5136089"/>
            <a:ext cx="320162" cy="320162"/>
          </a:xfrm>
          <a:prstGeom prst="rect">
            <a:avLst/>
          </a:prstGeom>
        </p:spPr>
      </p:pic>
      <p:pic>
        <p:nvPicPr>
          <p:cNvPr id="178" name="Imagen 177">
            <a:extLst>
              <a:ext uri="{FF2B5EF4-FFF2-40B4-BE49-F238E27FC236}">
                <a16:creationId xmlns:a16="http://schemas.microsoft.com/office/drawing/2014/main" id="{8B522939-F7FE-47FF-515D-251D780FC2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5042" y="5659320"/>
            <a:ext cx="254000" cy="254000"/>
          </a:xfrm>
          <a:prstGeom prst="rect">
            <a:avLst/>
          </a:prstGeom>
        </p:spPr>
      </p:pic>
      <p:pic>
        <p:nvPicPr>
          <p:cNvPr id="179" name="Imagen 178">
            <a:extLst>
              <a:ext uri="{FF2B5EF4-FFF2-40B4-BE49-F238E27FC236}">
                <a16:creationId xmlns:a16="http://schemas.microsoft.com/office/drawing/2014/main" id="{2094BE8C-C8C0-9CF7-495A-70E23387A8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2638" y="5640875"/>
            <a:ext cx="294780" cy="294780"/>
          </a:xfrm>
          <a:prstGeom prst="rect">
            <a:avLst/>
          </a:prstGeom>
        </p:spPr>
      </p:pic>
      <p:grpSp>
        <p:nvGrpSpPr>
          <p:cNvPr id="180" name="Grupo 179">
            <a:extLst>
              <a:ext uri="{FF2B5EF4-FFF2-40B4-BE49-F238E27FC236}">
                <a16:creationId xmlns:a16="http://schemas.microsoft.com/office/drawing/2014/main" id="{752443D7-2C80-5330-81B8-114FC2B54D34}"/>
              </a:ext>
            </a:extLst>
          </p:cNvPr>
          <p:cNvGrpSpPr/>
          <p:nvPr/>
        </p:nvGrpSpPr>
        <p:grpSpPr>
          <a:xfrm>
            <a:off x="7107468" y="5172752"/>
            <a:ext cx="300068" cy="301854"/>
            <a:chOff x="6785945" y="4956058"/>
            <a:chExt cx="300068" cy="301860"/>
          </a:xfrm>
        </p:grpSpPr>
        <p:pic>
          <p:nvPicPr>
            <p:cNvPr id="181" name="Imagen 180">
              <a:extLst>
                <a:ext uri="{FF2B5EF4-FFF2-40B4-BE49-F238E27FC236}">
                  <a16:creationId xmlns:a16="http://schemas.microsoft.com/office/drawing/2014/main" id="{5D3B30E5-0D58-0DD2-6544-52B036E47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182" name="Imagen 181">
              <a:extLst>
                <a:ext uri="{FF2B5EF4-FFF2-40B4-BE49-F238E27FC236}">
                  <a16:creationId xmlns:a16="http://schemas.microsoft.com/office/drawing/2014/main" id="{643E7D6F-4D58-1F20-50EC-37762689B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183" name="Imagen 182">
            <a:extLst>
              <a:ext uri="{FF2B5EF4-FFF2-40B4-BE49-F238E27FC236}">
                <a16:creationId xmlns:a16="http://schemas.microsoft.com/office/drawing/2014/main" id="{8F2C4D8E-66C5-F8A8-12DF-EA718AB87D5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5378" y="5621441"/>
            <a:ext cx="294780" cy="294780"/>
          </a:xfrm>
          <a:prstGeom prst="rect">
            <a:avLst/>
          </a:prstGeom>
        </p:spPr>
      </p:pic>
      <p:pic>
        <p:nvPicPr>
          <p:cNvPr id="184" name="Imagen 183">
            <a:extLst>
              <a:ext uri="{FF2B5EF4-FFF2-40B4-BE49-F238E27FC236}">
                <a16:creationId xmlns:a16="http://schemas.microsoft.com/office/drawing/2014/main" id="{FAF96F6C-388E-DBDA-47CC-1CB532E0635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1411" y="5659322"/>
            <a:ext cx="253999" cy="253999"/>
          </a:xfrm>
          <a:prstGeom prst="rect">
            <a:avLst/>
          </a:prstGeom>
        </p:spPr>
      </p:pic>
      <p:sp>
        <p:nvSpPr>
          <p:cNvPr id="185" name="Abrir llave 432">
            <a:extLst>
              <a:ext uri="{FF2B5EF4-FFF2-40B4-BE49-F238E27FC236}">
                <a16:creationId xmlns:a16="http://schemas.microsoft.com/office/drawing/2014/main" id="{2982B61E-DB68-3DF8-8528-AE28C15B12DF}"/>
              </a:ext>
            </a:extLst>
          </p:cNvPr>
          <p:cNvSpPr/>
          <p:nvPr/>
        </p:nvSpPr>
        <p:spPr>
          <a:xfrm>
            <a:off x="6159329" y="624465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6" name="Imagen 185">
            <a:extLst>
              <a:ext uri="{FF2B5EF4-FFF2-40B4-BE49-F238E27FC236}">
                <a16:creationId xmlns:a16="http://schemas.microsoft.com/office/drawing/2014/main" id="{0815656B-A892-DC2D-5578-6381825A340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46085" y="5041102"/>
            <a:ext cx="2524409" cy="1123670"/>
          </a:xfrm>
          <a:prstGeom prst="rect">
            <a:avLst/>
          </a:prstGeom>
        </p:spPr>
      </p:pic>
      <p:pic>
        <p:nvPicPr>
          <p:cNvPr id="187" name="Imagen 186">
            <a:extLst>
              <a:ext uri="{FF2B5EF4-FFF2-40B4-BE49-F238E27FC236}">
                <a16:creationId xmlns:a16="http://schemas.microsoft.com/office/drawing/2014/main" id="{A1289314-AB78-CEE4-9C64-FB41E90680E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49206" y="5739828"/>
            <a:ext cx="1661150" cy="256351"/>
          </a:xfrm>
          <a:prstGeom prst="rect">
            <a:avLst/>
          </a:prstGeom>
        </p:spPr>
      </p:pic>
      <p:pic>
        <p:nvPicPr>
          <p:cNvPr id="188" name="Imagen 187">
            <a:extLst>
              <a:ext uri="{FF2B5EF4-FFF2-40B4-BE49-F238E27FC236}">
                <a16:creationId xmlns:a16="http://schemas.microsoft.com/office/drawing/2014/main" id="{3282828D-8320-4D4A-E8C4-D5E1E3C04CE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44248" y="5221873"/>
            <a:ext cx="401866" cy="378481"/>
          </a:xfrm>
          <a:prstGeom prst="rect">
            <a:avLst/>
          </a:prstGeom>
        </p:spPr>
      </p:pic>
      <p:pic>
        <p:nvPicPr>
          <p:cNvPr id="189" name="Imagen 188">
            <a:extLst>
              <a:ext uri="{FF2B5EF4-FFF2-40B4-BE49-F238E27FC236}">
                <a16:creationId xmlns:a16="http://schemas.microsoft.com/office/drawing/2014/main" id="{A0D125EB-DABF-37E1-2D5F-3C7D47D9B4D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50908" y="638926"/>
            <a:ext cx="2366859" cy="1556371"/>
          </a:xfrm>
          <a:prstGeom prst="rect">
            <a:avLst/>
          </a:prstGeom>
        </p:spPr>
      </p:pic>
      <p:pic>
        <p:nvPicPr>
          <p:cNvPr id="190" name="Imagen 189">
            <a:extLst>
              <a:ext uri="{FF2B5EF4-FFF2-40B4-BE49-F238E27FC236}">
                <a16:creationId xmlns:a16="http://schemas.microsoft.com/office/drawing/2014/main" id="{7F3C342E-1C17-F8E6-24F2-A728F4F97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1154" y="923349"/>
            <a:ext cx="327996" cy="327996"/>
          </a:xfrm>
          <a:prstGeom prst="rect">
            <a:avLst/>
          </a:prstGeom>
        </p:spPr>
      </p:pic>
      <p:pic>
        <p:nvPicPr>
          <p:cNvPr id="191" name="Imagen 190">
            <a:extLst>
              <a:ext uri="{FF2B5EF4-FFF2-40B4-BE49-F238E27FC236}">
                <a16:creationId xmlns:a16="http://schemas.microsoft.com/office/drawing/2014/main" id="{29C82E1F-9B4F-0C35-AC2F-BFBF8923DC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3554" y="952847"/>
            <a:ext cx="320162" cy="320162"/>
          </a:xfrm>
          <a:prstGeom prst="rect">
            <a:avLst/>
          </a:prstGeom>
        </p:spPr>
      </p:pic>
      <p:pic>
        <p:nvPicPr>
          <p:cNvPr id="192" name="Imagen 191">
            <a:extLst>
              <a:ext uri="{FF2B5EF4-FFF2-40B4-BE49-F238E27FC236}">
                <a16:creationId xmlns:a16="http://schemas.microsoft.com/office/drawing/2014/main" id="{06BE8E12-2C3A-C129-9780-132B47632C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3852" y="952847"/>
            <a:ext cx="320162" cy="320162"/>
          </a:xfrm>
          <a:prstGeom prst="rect">
            <a:avLst/>
          </a:prstGeom>
        </p:spPr>
      </p:pic>
      <p:grpSp>
        <p:nvGrpSpPr>
          <p:cNvPr id="193" name="Grupo 192">
            <a:extLst>
              <a:ext uri="{FF2B5EF4-FFF2-40B4-BE49-F238E27FC236}">
                <a16:creationId xmlns:a16="http://schemas.microsoft.com/office/drawing/2014/main" id="{01AF2754-AF6B-8DE1-FB60-93A7B37BF520}"/>
              </a:ext>
            </a:extLst>
          </p:cNvPr>
          <p:cNvGrpSpPr/>
          <p:nvPr/>
        </p:nvGrpSpPr>
        <p:grpSpPr>
          <a:xfrm>
            <a:off x="9740791" y="975553"/>
            <a:ext cx="294562" cy="294562"/>
            <a:chOff x="497018" y="4873520"/>
            <a:chExt cx="294562" cy="294562"/>
          </a:xfrm>
        </p:grpSpPr>
        <p:pic>
          <p:nvPicPr>
            <p:cNvPr id="194" name="Imagen 193">
              <a:extLst>
                <a:ext uri="{FF2B5EF4-FFF2-40B4-BE49-F238E27FC236}">
                  <a16:creationId xmlns:a16="http://schemas.microsoft.com/office/drawing/2014/main" id="{3F11FDE5-68DC-1F33-E9EB-743D515D8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95" name="Imagen 194">
              <a:extLst>
                <a:ext uri="{FF2B5EF4-FFF2-40B4-BE49-F238E27FC236}">
                  <a16:creationId xmlns:a16="http://schemas.microsoft.com/office/drawing/2014/main" id="{1064BE4E-CCC4-3A4C-3F50-59A5BADB6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96" name="Imagen 195">
            <a:extLst>
              <a:ext uri="{FF2B5EF4-FFF2-40B4-BE49-F238E27FC236}">
                <a16:creationId xmlns:a16="http://schemas.microsoft.com/office/drawing/2014/main" id="{13B0D229-2871-CDC7-1876-462052C8151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0374" y="2729289"/>
            <a:ext cx="2366859" cy="1556371"/>
          </a:xfrm>
          <a:prstGeom prst="rect">
            <a:avLst/>
          </a:prstGeom>
        </p:spPr>
      </p:pic>
      <p:pic>
        <p:nvPicPr>
          <p:cNvPr id="197" name="Imagen 196">
            <a:extLst>
              <a:ext uri="{FF2B5EF4-FFF2-40B4-BE49-F238E27FC236}">
                <a16:creationId xmlns:a16="http://schemas.microsoft.com/office/drawing/2014/main" id="{1A82BBF6-6DC1-67BC-9330-6E8794807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0620" y="3013712"/>
            <a:ext cx="327996" cy="327996"/>
          </a:xfrm>
          <a:prstGeom prst="rect">
            <a:avLst/>
          </a:prstGeom>
        </p:spPr>
      </p:pic>
      <p:pic>
        <p:nvPicPr>
          <p:cNvPr id="198" name="Imagen 197">
            <a:extLst>
              <a:ext uri="{FF2B5EF4-FFF2-40B4-BE49-F238E27FC236}">
                <a16:creationId xmlns:a16="http://schemas.microsoft.com/office/drawing/2014/main" id="{20FD5B27-014A-7449-EA83-6977DF8989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020" y="3043210"/>
            <a:ext cx="320162" cy="320162"/>
          </a:xfrm>
          <a:prstGeom prst="rect">
            <a:avLst/>
          </a:prstGeom>
        </p:spPr>
      </p:pic>
      <p:pic>
        <p:nvPicPr>
          <p:cNvPr id="199" name="Imagen 198">
            <a:extLst>
              <a:ext uri="{FF2B5EF4-FFF2-40B4-BE49-F238E27FC236}">
                <a16:creationId xmlns:a16="http://schemas.microsoft.com/office/drawing/2014/main" id="{D5BC8E54-CAA9-DCDF-2E9D-318FDB421C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3318" y="3043210"/>
            <a:ext cx="320162" cy="320162"/>
          </a:xfrm>
          <a:prstGeom prst="rect">
            <a:avLst/>
          </a:prstGeom>
        </p:spPr>
      </p:pic>
      <p:grpSp>
        <p:nvGrpSpPr>
          <p:cNvPr id="200" name="Grupo 199">
            <a:extLst>
              <a:ext uri="{FF2B5EF4-FFF2-40B4-BE49-F238E27FC236}">
                <a16:creationId xmlns:a16="http://schemas.microsoft.com/office/drawing/2014/main" id="{A71407A2-DE58-E17D-B005-E73C231BE9F5}"/>
              </a:ext>
            </a:extLst>
          </p:cNvPr>
          <p:cNvGrpSpPr/>
          <p:nvPr/>
        </p:nvGrpSpPr>
        <p:grpSpPr>
          <a:xfrm>
            <a:off x="9771844" y="3068407"/>
            <a:ext cx="300068" cy="300068"/>
            <a:chOff x="3678209" y="4702103"/>
            <a:chExt cx="300068" cy="300068"/>
          </a:xfrm>
        </p:grpSpPr>
        <p:pic>
          <p:nvPicPr>
            <p:cNvPr id="201" name="Imagen 200">
              <a:extLst>
                <a:ext uri="{FF2B5EF4-FFF2-40B4-BE49-F238E27FC236}">
                  <a16:creationId xmlns:a16="http://schemas.microsoft.com/office/drawing/2014/main" id="{A0BA367F-B9CA-1B99-D7D6-89D0E3A06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202" name="Imagen 201">
              <a:extLst>
                <a:ext uri="{FF2B5EF4-FFF2-40B4-BE49-F238E27FC236}">
                  <a16:creationId xmlns:a16="http://schemas.microsoft.com/office/drawing/2014/main" id="{0A8D324A-1D75-3E94-AB9D-F49B442BD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203" name="Grupo 202">
            <a:extLst>
              <a:ext uri="{FF2B5EF4-FFF2-40B4-BE49-F238E27FC236}">
                <a16:creationId xmlns:a16="http://schemas.microsoft.com/office/drawing/2014/main" id="{5210FB15-3055-BF9D-D2D9-2EE514CD051A}"/>
              </a:ext>
            </a:extLst>
          </p:cNvPr>
          <p:cNvGrpSpPr/>
          <p:nvPr/>
        </p:nvGrpSpPr>
        <p:grpSpPr>
          <a:xfrm>
            <a:off x="10156893" y="3502767"/>
            <a:ext cx="285755" cy="317675"/>
            <a:chOff x="4063257" y="5136462"/>
            <a:chExt cx="285755" cy="317675"/>
          </a:xfrm>
        </p:grpSpPr>
        <p:pic>
          <p:nvPicPr>
            <p:cNvPr id="204" name="Imagen 203">
              <a:extLst>
                <a:ext uri="{FF2B5EF4-FFF2-40B4-BE49-F238E27FC236}">
                  <a16:creationId xmlns:a16="http://schemas.microsoft.com/office/drawing/2014/main" id="{34148B57-30A8-F42E-6D1A-C456EAFCA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205" name="Imagen 204">
              <a:extLst>
                <a:ext uri="{FF2B5EF4-FFF2-40B4-BE49-F238E27FC236}">
                  <a16:creationId xmlns:a16="http://schemas.microsoft.com/office/drawing/2014/main" id="{E695D34E-B767-C04B-1E80-78067B850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206" name="Imagen 205">
            <a:extLst>
              <a:ext uri="{FF2B5EF4-FFF2-40B4-BE49-F238E27FC236}">
                <a16:creationId xmlns:a16="http://schemas.microsoft.com/office/drawing/2014/main" id="{6A439BCB-86DA-2F73-9C2B-69A0F1FC52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4488" y="3547996"/>
            <a:ext cx="294780" cy="294780"/>
          </a:xfrm>
          <a:prstGeom prst="rect">
            <a:avLst/>
          </a:prstGeom>
        </p:spPr>
      </p:pic>
      <p:pic>
        <p:nvPicPr>
          <p:cNvPr id="207" name="Imagen 206">
            <a:extLst>
              <a:ext uri="{FF2B5EF4-FFF2-40B4-BE49-F238E27FC236}">
                <a16:creationId xmlns:a16="http://schemas.microsoft.com/office/drawing/2014/main" id="{9F94016F-0AE1-FD08-C0DE-697DDE09553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43690" y="3255584"/>
            <a:ext cx="273521" cy="273521"/>
          </a:xfrm>
          <a:prstGeom prst="rect">
            <a:avLst/>
          </a:prstGeom>
        </p:spPr>
      </p:pic>
      <p:pic>
        <p:nvPicPr>
          <p:cNvPr id="208" name="Imagen 207">
            <a:extLst>
              <a:ext uri="{FF2B5EF4-FFF2-40B4-BE49-F238E27FC236}">
                <a16:creationId xmlns:a16="http://schemas.microsoft.com/office/drawing/2014/main" id="{C768B47C-30F7-75FC-600B-5FEBB5FEF0F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0374" y="4822168"/>
            <a:ext cx="2366859" cy="1556371"/>
          </a:xfrm>
          <a:prstGeom prst="rect">
            <a:avLst/>
          </a:prstGeom>
        </p:spPr>
      </p:pic>
      <p:pic>
        <p:nvPicPr>
          <p:cNvPr id="209" name="Imagen 208">
            <a:extLst>
              <a:ext uri="{FF2B5EF4-FFF2-40B4-BE49-F238E27FC236}">
                <a16:creationId xmlns:a16="http://schemas.microsoft.com/office/drawing/2014/main" id="{3AFB7DB2-7B97-2C6C-6127-400236879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0620" y="5106591"/>
            <a:ext cx="327996" cy="327996"/>
          </a:xfrm>
          <a:prstGeom prst="rect">
            <a:avLst/>
          </a:prstGeom>
        </p:spPr>
      </p:pic>
      <p:pic>
        <p:nvPicPr>
          <p:cNvPr id="210" name="Imagen 209">
            <a:extLst>
              <a:ext uri="{FF2B5EF4-FFF2-40B4-BE49-F238E27FC236}">
                <a16:creationId xmlns:a16="http://schemas.microsoft.com/office/drawing/2014/main" id="{66D5B8F4-0CC0-BD9B-C361-EDB985BD1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020" y="5136089"/>
            <a:ext cx="320162" cy="320162"/>
          </a:xfrm>
          <a:prstGeom prst="rect">
            <a:avLst/>
          </a:prstGeom>
        </p:spPr>
      </p:pic>
      <p:pic>
        <p:nvPicPr>
          <p:cNvPr id="211" name="Imagen 210">
            <a:extLst>
              <a:ext uri="{FF2B5EF4-FFF2-40B4-BE49-F238E27FC236}">
                <a16:creationId xmlns:a16="http://schemas.microsoft.com/office/drawing/2014/main" id="{165C732C-0F77-ED85-C9AF-992BAB6C71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3318" y="5136089"/>
            <a:ext cx="320162" cy="320162"/>
          </a:xfrm>
          <a:prstGeom prst="rect">
            <a:avLst/>
          </a:prstGeom>
        </p:spPr>
      </p:pic>
      <p:pic>
        <p:nvPicPr>
          <p:cNvPr id="212" name="Imagen 211">
            <a:extLst>
              <a:ext uri="{FF2B5EF4-FFF2-40B4-BE49-F238E27FC236}">
                <a16:creationId xmlns:a16="http://schemas.microsoft.com/office/drawing/2014/main" id="{F39F235B-4F7C-9E8F-CC08-9CF3A870E7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6892" y="5659320"/>
            <a:ext cx="254000" cy="254000"/>
          </a:xfrm>
          <a:prstGeom prst="rect">
            <a:avLst/>
          </a:prstGeom>
        </p:spPr>
      </p:pic>
      <p:pic>
        <p:nvPicPr>
          <p:cNvPr id="213" name="Imagen 212">
            <a:extLst>
              <a:ext uri="{FF2B5EF4-FFF2-40B4-BE49-F238E27FC236}">
                <a16:creationId xmlns:a16="http://schemas.microsoft.com/office/drawing/2014/main" id="{8D94A943-D082-7A26-BECB-08FADAF613B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4488" y="5640875"/>
            <a:ext cx="294780" cy="294780"/>
          </a:xfrm>
          <a:prstGeom prst="rect">
            <a:avLst/>
          </a:prstGeom>
        </p:spPr>
      </p:pic>
      <p:grpSp>
        <p:nvGrpSpPr>
          <p:cNvPr id="214" name="Grupo 213">
            <a:extLst>
              <a:ext uri="{FF2B5EF4-FFF2-40B4-BE49-F238E27FC236}">
                <a16:creationId xmlns:a16="http://schemas.microsoft.com/office/drawing/2014/main" id="{242A4A8F-4F77-5B82-F3FA-8ED65DF46C1C}"/>
              </a:ext>
            </a:extLst>
          </p:cNvPr>
          <p:cNvGrpSpPr/>
          <p:nvPr/>
        </p:nvGrpSpPr>
        <p:grpSpPr>
          <a:xfrm>
            <a:off x="9779318" y="5172752"/>
            <a:ext cx="300068" cy="301854"/>
            <a:chOff x="6785945" y="4956058"/>
            <a:chExt cx="300068" cy="301860"/>
          </a:xfrm>
        </p:grpSpPr>
        <p:pic>
          <p:nvPicPr>
            <p:cNvPr id="215" name="Imagen 214">
              <a:extLst>
                <a:ext uri="{FF2B5EF4-FFF2-40B4-BE49-F238E27FC236}">
                  <a16:creationId xmlns:a16="http://schemas.microsoft.com/office/drawing/2014/main" id="{69BABF20-02A7-6EB5-1CB0-C4C00A70B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216" name="Imagen 215">
              <a:extLst>
                <a:ext uri="{FF2B5EF4-FFF2-40B4-BE49-F238E27FC236}">
                  <a16:creationId xmlns:a16="http://schemas.microsoft.com/office/drawing/2014/main" id="{DBE5BC98-681C-2252-9000-521716512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217" name="Imagen 216">
            <a:extLst>
              <a:ext uri="{FF2B5EF4-FFF2-40B4-BE49-F238E27FC236}">
                <a16:creationId xmlns:a16="http://schemas.microsoft.com/office/drawing/2014/main" id="{BCB7E28F-A8A6-5EED-4A8A-8BBF9444AEB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37228" y="5621441"/>
            <a:ext cx="294780" cy="294780"/>
          </a:xfrm>
          <a:prstGeom prst="rect">
            <a:avLst/>
          </a:prstGeom>
        </p:spPr>
      </p:pic>
      <p:pic>
        <p:nvPicPr>
          <p:cNvPr id="218" name="Imagen 217">
            <a:extLst>
              <a:ext uri="{FF2B5EF4-FFF2-40B4-BE49-F238E27FC236}">
                <a16:creationId xmlns:a16="http://schemas.microsoft.com/office/drawing/2014/main" id="{8068D0C7-43CB-651B-E3F9-95FD94EE2F4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3261" y="5659322"/>
            <a:ext cx="253999" cy="253999"/>
          </a:xfrm>
          <a:prstGeom prst="rect">
            <a:avLst/>
          </a:prstGeom>
        </p:spPr>
      </p:pic>
      <p:pic>
        <p:nvPicPr>
          <p:cNvPr id="219" name="Imagen 218">
            <a:extLst>
              <a:ext uri="{FF2B5EF4-FFF2-40B4-BE49-F238E27FC236}">
                <a16:creationId xmlns:a16="http://schemas.microsoft.com/office/drawing/2014/main" id="{5DC3FB54-B586-0E3C-C36E-26FB0B4EC9E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46297" y="5367354"/>
            <a:ext cx="273521" cy="273521"/>
          </a:xfrm>
          <a:prstGeom prst="rect">
            <a:avLst/>
          </a:prstGeom>
        </p:spPr>
      </p:pic>
      <p:pic>
        <p:nvPicPr>
          <p:cNvPr id="220" name="Imagen 219">
            <a:extLst>
              <a:ext uri="{FF2B5EF4-FFF2-40B4-BE49-F238E27FC236}">
                <a16:creationId xmlns:a16="http://schemas.microsoft.com/office/drawing/2014/main" id="{1AF0897D-092D-20A0-D572-DD10A040DAC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26830" y="1160585"/>
            <a:ext cx="273521" cy="273521"/>
          </a:xfrm>
          <a:prstGeom prst="rect">
            <a:avLst/>
          </a:prstGeom>
        </p:spPr>
      </p:pic>
      <p:sp>
        <p:nvSpPr>
          <p:cNvPr id="221" name="CuadroTexto 220">
            <a:extLst>
              <a:ext uri="{FF2B5EF4-FFF2-40B4-BE49-F238E27FC236}">
                <a16:creationId xmlns:a16="http://schemas.microsoft.com/office/drawing/2014/main" id="{1B875DCF-BDC3-008A-CDA1-5A674128B1DF}"/>
              </a:ext>
            </a:extLst>
          </p:cNvPr>
          <p:cNvSpPr txBox="1"/>
          <p:nvPr/>
        </p:nvSpPr>
        <p:spPr>
          <a:xfrm>
            <a:off x="7481170" y="276365"/>
            <a:ext cx="1067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Ⓢ(BASIC)</a:t>
            </a:r>
            <a:endParaRPr lang="es-ES_tradnl" sz="1800" dirty="0"/>
          </a:p>
        </p:txBody>
      </p:sp>
      <p:sp>
        <p:nvSpPr>
          <p:cNvPr id="222" name="CuadroTexto 221">
            <a:extLst>
              <a:ext uri="{FF2B5EF4-FFF2-40B4-BE49-F238E27FC236}">
                <a16:creationId xmlns:a16="http://schemas.microsoft.com/office/drawing/2014/main" id="{E5AF1D36-2652-0B52-1601-D7FE7F91C2CA}"/>
              </a:ext>
            </a:extLst>
          </p:cNvPr>
          <p:cNvSpPr txBox="1"/>
          <p:nvPr/>
        </p:nvSpPr>
        <p:spPr>
          <a:xfrm>
            <a:off x="9944890" y="285763"/>
            <a:ext cx="1578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Ⓢ(BASIC,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3" name="CuadroTexto 222">
            <a:extLst>
              <a:ext uri="{FF2B5EF4-FFF2-40B4-BE49-F238E27FC236}">
                <a16:creationId xmlns:a16="http://schemas.microsoft.com/office/drawing/2014/main" id="{2EA1F2BE-969F-ACDD-C84D-EB55B827727A}"/>
              </a:ext>
            </a:extLst>
          </p:cNvPr>
          <p:cNvSpPr txBox="1"/>
          <p:nvPr/>
        </p:nvSpPr>
        <p:spPr>
          <a:xfrm>
            <a:off x="7583839" y="2393325"/>
            <a:ext cx="918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Ⓢ(PRO)</a:t>
            </a:r>
            <a:endParaRPr lang="es-ES_tradnl" sz="1800" dirty="0"/>
          </a:p>
        </p:txBody>
      </p:sp>
      <p:sp>
        <p:nvSpPr>
          <p:cNvPr id="224" name="CuadroTexto 223">
            <a:extLst>
              <a:ext uri="{FF2B5EF4-FFF2-40B4-BE49-F238E27FC236}">
                <a16:creationId xmlns:a16="http://schemas.microsoft.com/office/drawing/2014/main" id="{B9D39094-C011-57F5-81B7-B580AA45EE7C}"/>
              </a:ext>
            </a:extLst>
          </p:cNvPr>
          <p:cNvSpPr txBox="1"/>
          <p:nvPr/>
        </p:nvSpPr>
        <p:spPr>
          <a:xfrm>
            <a:off x="9971890" y="2387677"/>
            <a:ext cx="1425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Ⓢ(PRO,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5" name="CuadroTexto 224">
            <a:extLst>
              <a:ext uri="{FF2B5EF4-FFF2-40B4-BE49-F238E27FC236}">
                <a16:creationId xmlns:a16="http://schemas.microsoft.com/office/drawing/2014/main" id="{23A14C6F-D4D4-F215-7F70-B1274F351A78}"/>
              </a:ext>
            </a:extLst>
          </p:cNvPr>
          <p:cNvSpPr txBox="1"/>
          <p:nvPr/>
        </p:nvSpPr>
        <p:spPr>
          <a:xfrm>
            <a:off x="7297187" y="4476817"/>
            <a:ext cx="1431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Ⓢ(BUSINESS)</a:t>
            </a:r>
            <a:endParaRPr lang="es-ES_tradnl" sz="1800" dirty="0"/>
          </a:p>
        </p:txBody>
      </p: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84E4C936-8D04-3F8A-2C36-2C7953C28CAD}"/>
              </a:ext>
            </a:extLst>
          </p:cNvPr>
          <p:cNvSpPr txBox="1"/>
          <p:nvPr/>
        </p:nvSpPr>
        <p:spPr>
          <a:xfrm>
            <a:off x="9712716" y="4459658"/>
            <a:ext cx="1943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Ⓢ(BUSINESS,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7" name="Abrir llave 2">
            <a:extLst>
              <a:ext uri="{FF2B5EF4-FFF2-40B4-BE49-F238E27FC236}">
                <a16:creationId xmlns:a16="http://schemas.microsoft.com/office/drawing/2014/main" id="{E32C6DEB-CA2B-6183-A7F0-5712CA664C54}"/>
              </a:ext>
            </a:extLst>
          </p:cNvPr>
          <p:cNvSpPr/>
          <p:nvPr/>
        </p:nvSpPr>
        <p:spPr>
          <a:xfrm rot="10800000">
            <a:off x="12292139" y="579900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410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2BB3-E90A-3704-A91F-411435C4D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adroTexto 37">
            <a:extLst>
              <a:ext uri="{FF2B5EF4-FFF2-40B4-BE49-F238E27FC236}">
                <a16:creationId xmlns:a16="http://schemas.microsoft.com/office/drawing/2014/main" id="{3807DFEC-E380-0039-F242-4EB66C41C308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4</a:t>
            </a:r>
          </a:p>
        </p:txBody>
      </p:sp>
      <p:pic>
        <p:nvPicPr>
          <p:cNvPr id="132" name="Imagen 131">
            <a:extLst>
              <a:ext uri="{FF2B5EF4-FFF2-40B4-BE49-F238E27FC236}">
                <a16:creationId xmlns:a16="http://schemas.microsoft.com/office/drawing/2014/main" id="{62CA37AB-8E14-AFD2-6B60-A12928056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26574" y="4852750"/>
            <a:ext cx="1727289" cy="1323763"/>
          </a:xfrm>
          <a:prstGeom prst="rect">
            <a:avLst/>
          </a:prstGeom>
        </p:spPr>
      </p:pic>
      <p:pic>
        <p:nvPicPr>
          <p:cNvPr id="133" name="Imagen 132">
            <a:extLst>
              <a:ext uri="{FF2B5EF4-FFF2-40B4-BE49-F238E27FC236}">
                <a16:creationId xmlns:a16="http://schemas.microsoft.com/office/drawing/2014/main" id="{845EC0B4-94CE-9B51-3F1B-D5AEA124F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44256" y="465783"/>
            <a:ext cx="5914070" cy="4200583"/>
          </a:xfrm>
          <a:prstGeom prst="rect">
            <a:avLst/>
          </a:prstGeom>
        </p:spPr>
      </p:pic>
      <p:pic>
        <p:nvPicPr>
          <p:cNvPr id="134" name="Imagen 133">
            <a:extLst>
              <a:ext uri="{FF2B5EF4-FFF2-40B4-BE49-F238E27FC236}">
                <a16:creationId xmlns:a16="http://schemas.microsoft.com/office/drawing/2014/main" id="{18FEA7FB-EF76-9C4E-C105-7B69C715FB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320331" y="2193904"/>
            <a:ext cx="431404" cy="435624"/>
          </a:xfrm>
          <a:prstGeom prst="rect">
            <a:avLst/>
          </a:prstGeom>
        </p:spPr>
      </p:pic>
      <p:pic>
        <p:nvPicPr>
          <p:cNvPr id="135" name="Imagen 134">
            <a:extLst>
              <a:ext uri="{FF2B5EF4-FFF2-40B4-BE49-F238E27FC236}">
                <a16:creationId xmlns:a16="http://schemas.microsoft.com/office/drawing/2014/main" id="{00D7378E-4686-FCC5-3EEA-0C189E6A47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316767" y="1585989"/>
            <a:ext cx="427840" cy="432024"/>
          </a:xfrm>
          <a:prstGeom prst="rect">
            <a:avLst/>
          </a:prstGeom>
        </p:spPr>
      </p:pic>
      <p:pic>
        <p:nvPicPr>
          <p:cNvPr id="136" name="Imagen 135">
            <a:extLst>
              <a:ext uri="{FF2B5EF4-FFF2-40B4-BE49-F238E27FC236}">
                <a16:creationId xmlns:a16="http://schemas.microsoft.com/office/drawing/2014/main" id="{089E7BDA-9F0B-6C6A-AB65-B7CB73A787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216968" y="2243199"/>
            <a:ext cx="382587" cy="386329"/>
          </a:xfrm>
          <a:prstGeom prst="rect">
            <a:avLst/>
          </a:prstGeom>
        </p:spPr>
      </p:pic>
      <p:pic>
        <p:nvPicPr>
          <p:cNvPr id="137" name="Imagen 136">
            <a:extLst>
              <a:ext uri="{FF2B5EF4-FFF2-40B4-BE49-F238E27FC236}">
                <a16:creationId xmlns:a16="http://schemas.microsoft.com/office/drawing/2014/main" id="{E62BF748-08A5-B124-CADA-D9C5226348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262221" y="1585989"/>
            <a:ext cx="427840" cy="432024"/>
          </a:xfrm>
          <a:prstGeom prst="rect">
            <a:avLst/>
          </a:prstGeom>
        </p:spPr>
      </p:pic>
      <p:pic>
        <p:nvPicPr>
          <p:cNvPr id="138" name="Imagen 137">
            <a:extLst>
              <a:ext uri="{FF2B5EF4-FFF2-40B4-BE49-F238E27FC236}">
                <a16:creationId xmlns:a16="http://schemas.microsoft.com/office/drawing/2014/main" id="{1E969E37-E422-6FB9-0A7A-9ABFF2DA47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988681" y="1616790"/>
            <a:ext cx="160895" cy="162468"/>
          </a:xfrm>
          <a:prstGeom prst="rect">
            <a:avLst/>
          </a:prstGeom>
        </p:spPr>
      </p:pic>
      <p:pic>
        <p:nvPicPr>
          <p:cNvPr id="139" name="Imagen 138">
            <a:extLst>
              <a:ext uri="{FF2B5EF4-FFF2-40B4-BE49-F238E27FC236}">
                <a16:creationId xmlns:a16="http://schemas.microsoft.com/office/drawing/2014/main" id="{1D8C71A8-045D-A0FF-A0D8-1E98E4AA9B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308844" y="2859017"/>
            <a:ext cx="382587" cy="386329"/>
          </a:xfrm>
          <a:prstGeom prst="rect">
            <a:avLst/>
          </a:prstGeom>
        </p:spPr>
      </p:pic>
      <p:pic>
        <p:nvPicPr>
          <p:cNvPr id="140" name="Imagen 139">
            <a:extLst>
              <a:ext uri="{FF2B5EF4-FFF2-40B4-BE49-F238E27FC236}">
                <a16:creationId xmlns:a16="http://schemas.microsoft.com/office/drawing/2014/main" id="{1BEF9822-287D-A0D1-AE39-DEF9A3850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333251" y="2193905"/>
            <a:ext cx="431404" cy="435624"/>
          </a:xfrm>
          <a:prstGeom prst="rect">
            <a:avLst/>
          </a:prstGeom>
        </p:spPr>
      </p:pic>
      <p:pic>
        <p:nvPicPr>
          <p:cNvPr id="141" name="Imagen 140">
            <a:extLst>
              <a:ext uri="{FF2B5EF4-FFF2-40B4-BE49-F238E27FC236}">
                <a16:creationId xmlns:a16="http://schemas.microsoft.com/office/drawing/2014/main" id="{9BEF2C21-383B-11E3-9441-6CA46EF65B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329687" y="1585989"/>
            <a:ext cx="427840" cy="432025"/>
          </a:xfrm>
          <a:prstGeom prst="rect">
            <a:avLst/>
          </a:prstGeom>
        </p:spPr>
      </p:pic>
      <p:pic>
        <p:nvPicPr>
          <p:cNvPr id="142" name="Imagen 141">
            <a:extLst>
              <a:ext uri="{FF2B5EF4-FFF2-40B4-BE49-F238E27FC236}">
                <a16:creationId xmlns:a16="http://schemas.microsoft.com/office/drawing/2014/main" id="{3B502226-645B-8552-77C1-75EACD5EE7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229888" y="2243199"/>
            <a:ext cx="382587" cy="386329"/>
          </a:xfrm>
          <a:prstGeom prst="rect">
            <a:avLst/>
          </a:prstGeom>
        </p:spPr>
      </p:pic>
      <p:pic>
        <p:nvPicPr>
          <p:cNvPr id="143" name="Imagen 142">
            <a:extLst>
              <a:ext uri="{FF2B5EF4-FFF2-40B4-BE49-F238E27FC236}">
                <a16:creationId xmlns:a16="http://schemas.microsoft.com/office/drawing/2014/main" id="{4213A849-B9A3-B85F-1712-C507CA3CF4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4224221" y="2854714"/>
            <a:ext cx="382587" cy="386330"/>
          </a:xfrm>
          <a:prstGeom prst="rect">
            <a:avLst/>
          </a:prstGeom>
        </p:spPr>
      </p:pic>
      <p:pic>
        <p:nvPicPr>
          <p:cNvPr id="144" name="Imagen 143">
            <a:extLst>
              <a:ext uri="{FF2B5EF4-FFF2-40B4-BE49-F238E27FC236}">
                <a16:creationId xmlns:a16="http://schemas.microsoft.com/office/drawing/2014/main" id="{60AE9CE6-6E1F-669B-9EE7-CD31467F4C3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932009" y="2742240"/>
            <a:ext cx="140504" cy="157642"/>
          </a:xfrm>
          <a:prstGeom prst="rect">
            <a:avLst/>
          </a:prstGeom>
        </p:spPr>
      </p:pic>
      <p:pic>
        <p:nvPicPr>
          <p:cNvPr id="145" name="Imagen 144">
            <a:extLst>
              <a:ext uri="{FF2B5EF4-FFF2-40B4-BE49-F238E27FC236}">
                <a16:creationId xmlns:a16="http://schemas.microsoft.com/office/drawing/2014/main" id="{675A6B79-C7E4-875E-E10A-D0E0E91077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275141" y="1585989"/>
            <a:ext cx="427840" cy="432025"/>
          </a:xfrm>
          <a:prstGeom prst="rect">
            <a:avLst/>
          </a:prstGeom>
        </p:spPr>
      </p:pic>
      <p:pic>
        <p:nvPicPr>
          <p:cNvPr id="146" name="Imagen 145">
            <a:extLst>
              <a:ext uri="{FF2B5EF4-FFF2-40B4-BE49-F238E27FC236}">
                <a16:creationId xmlns:a16="http://schemas.microsoft.com/office/drawing/2014/main" id="{400E8A2F-2A65-12C9-3617-2C56CFC9E71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984631" y="1614078"/>
            <a:ext cx="140504" cy="157642"/>
          </a:xfrm>
          <a:prstGeom prst="rect">
            <a:avLst/>
          </a:prstGeom>
        </p:spPr>
      </p:pic>
      <p:pic>
        <p:nvPicPr>
          <p:cNvPr id="147" name="Imagen 146">
            <a:extLst>
              <a:ext uri="{FF2B5EF4-FFF2-40B4-BE49-F238E27FC236}">
                <a16:creationId xmlns:a16="http://schemas.microsoft.com/office/drawing/2014/main" id="{49B826DA-AB5F-294B-D0C4-20086A6B86E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246372" y="3491676"/>
            <a:ext cx="382587" cy="386329"/>
          </a:xfrm>
          <a:prstGeom prst="rect">
            <a:avLst/>
          </a:prstGeom>
        </p:spPr>
      </p:pic>
      <p:pic>
        <p:nvPicPr>
          <p:cNvPr id="148" name="Imagen 147">
            <a:extLst>
              <a:ext uri="{FF2B5EF4-FFF2-40B4-BE49-F238E27FC236}">
                <a16:creationId xmlns:a16="http://schemas.microsoft.com/office/drawing/2014/main" id="{0EB0C627-0AAA-CD3D-9086-998F5BE5F9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288167" y="3502923"/>
            <a:ext cx="333243" cy="336503"/>
          </a:xfrm>
          <a:prstGeom prst="rect">
            <a:avLst/>
          </a:prstGeom>
        </p:spPr>
      </p:pic>
      <p:pic>
        <p:nvPicPr>
          <p:cNvPr id="149" name="Imagen 148">
            <a:extLst>
              <a:ext uri="{FF2B5EF4-FFF2-40B4-BE49-F238E27FC236}">
                <a16:creationId xmlns:a16="http://schemas.microsoft.com/office/drawing/2014/main" id="{4C80F332-AA22-6744-FC53-10CE244805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325328" y="2887106"/>
            <a:ext cx="382587" cy="386329"/>
          </a:xfrm>
          <a:prstGeom prst="rect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6392C5B8-BAA0-905B-AE73-1245FE9DC3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240705" y="2882803"/>
            <a:ext cx="382587" cy="386329"/>
          </a:xfrm>
          <a:prstGeom prst="rect">
            <a:avLst/>
          </a:prstGeom>
        </p:spPr>
      </p:pic>
      <p:pic>
        <p:nvPicPr>
          <p:cNvPr id="151" name="Imagen 150">
            <a:extLst>
              <a:ext uri="{FF2B5EF4-FFF2-40B4-BE49-F238E27FC236}">
                <a16:creationId xmlns:a16="http://schemas.microsoft.com/office/drawing/2014/main" id="{2DE0DB19-4B92-751B-3B6D-E1BA55D14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49735" y="2221994"/>
            <a:ext cx="431404" cy="435624"/>
          </a:xfrm>
          <a:prstGeom prst="rect">
            <a:avLst/>
          </a:prstGeom>
        </p:spPr>
      </p:pic>
      <p:pic>
        <p:nvPicPr>
          <p:cNvPr id="152" name="Imagen 151">
            <a:extLst>
              <a:ext uri="{FF2B5EF4-FFF2-40B4-BE49-F238E27FC236}">
                <a16:creationId xmlns:a16="http://schemas.microsoft.com/office/drawing/2014/main" id="{6D55CB47-F835-C985-1746-6A7F8D8431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46171" y="1614078"/>
            <a:ext cx="427840" cy="432025"/>
          </a:xfrm>
          <a:prstGeom prst="rect">
            <a:avLst/>
          </a:prstGeom>
        </p:spPr>
      </p:pic>
      <p:pic>
        <p:nvPicPr>
          <p:cNvPr id="153" name="Imagen 152">
            <a:extLst>
              <a:ext uri="{FF2B5EF4-FFF2-40B4-BE49-F238E27FC236}">
                <a16:creationId xmlns:a16="http://schemas.microsoft.com/office/drawing/2014/main" id="{07E79D34-A20C-39F2-586C-4A9F4898C4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246372" y="2271288"/>
            <a:ext cx="382587" cy="386329"/>
          </a:xfrm>
          <a:prstGeom prst="rect">
            <a:avLst/>
          </a:prstGeom>
        </p:spPr>
      </p:pic>
      <p:pic>
        <p:nvPicPr>
          <p:cNvPr id="154" name="Imagen 153">
            <a:extLst>
              <a:ext uri="{FF2B5EF4-FFF2-40B4-BE49-F238E27FC236}">
                <a16:creationId xmlns:a16="http://schemas.microsoft.com/office/drawing/2014/main" id="{A1440E57-AAF0-0B86-C3B3-E1EA43B2CB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291625" y="1591995"/>
            <a:ext cx="427839" cy="432024"/>
          </a:xfrm>
          <a:prstGeom prst="rect">
            <a:avLst/>
          </a:prstGeom>
        </p:spPr>
      </p:pic>
      <p:pic>
        <p:nvPicPr>
          <p:cNvPr id="155" name="Imagen 154">
            <a:extLst>
              <a:ext uri="{FF2B5EF4-FFF2-40B4-BE49-F238E27FC236}">
                <a16:creationId xmlns:a16="http://schemas.microsoft.com/office/drawing/2014/main" id="{055E595E-461C-0B77-7CFE-138C0F75E27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002460" y="1589148"/>
            <a:ext cx="140504" cy="157643"/>
          </a:xfrm>
          <a:prstGeom prst="rect">
            <a:avLst/>
          </a:prstGeom>
        </p:spPr>
      </p:pic>
      <p:pic>
        <p:nvPicPr>
          <p:cNvPr id="156" name="Imagen 155">
            <a:extLst>
              <a:ext uri="{FF2B5EF4-FFF2-40B4-BE49-F238E27FC236}">
                <a16:creationId xmlns:a16="http://schemas.microsoft.com/office/drawing/2014/main" id="{7F5EFA91-8260-3D2A-6BBF-53651A07A9A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5000" y="595167"/>
            <a:ext cx="2366859" cy="1556371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B46820F0-84D6-6B09-A825-0FE8B666F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246" y="879590"/>
            <a:ext cx="327996" cy="327996"/>
          </a:xfrm>
          <a:prstGeom prst="rect">
            <a:avLst/>
          </a:prstGeom>
        </p:spPr>
      </p:pic>
      <p:pic>
        <p:nvPicPr>
          <p:cNvPr id="158" name="Imagen 157">
            <a:extLst>
              <a:ext uri="{FF2B5EF4-FFF2-40B4-BE49-F238E27FC236}">
                <a16:creationId xmlns:a16="http://schemas.microsoft.com/office/drawing/2014/main" id="{FFEE7EA9-0DFE-B456-EB2F-ABF815845A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6" y="909088"/>
            <a:ext cx="320162" cy="320162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28923C17-095A-94A2-3AF3-0D72C65715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944" y="909088"/>
            <a:ext cx="320162" cy="320162"/>
          </a:xfrm>
          <a:prstGeom prst="rect">
            <a:avLst/>
          </a:prstGeom>
        </p:spPr>
      </p:pic>
      <p:grpSp>
        <p:nvGrpSpPr>
          <p:cNvPr id="160" name="Grupo 159">
            <a:extLst>
              <a:ext uri="{FF2B5EF4-FFF2-40B4-BE49-F238E27FC236}">
                <a16:creationId xmlns:a16="http://schemas.microsoft.com/office/drawing/2014/main" id="{41115037-2EA7-93EA-9D61-B4670A5A8F1C}"/>
              </a:ext>
            </a:extLst>
          </p:cNvPr>
          <p:cNvGrpSpPr/>
          <p:nvPr/>
        </p:nvGrpSpPr>
        <p:grpSpPr>
          <a:xfrm>
            <a:off x="454883" y="931794"/>
            <a:ext cx="294562" cy="294562"/>
            <a:chOff x="497018" y="4873520"/>
            <a:chExt cx="294562" cy="294562"/>
          </a:xfrm>
        </p:grpSpPr>
        <p:pic>
          <p:nvPicPr>
            <p:cNvPr id="161" name="Imagen 160">
              <a:extLst>
                <a:ext uri="{FF2B5EF4-FFF2-40B4-BE49-F238E27FC236}">
                  <a16:creationId xmlns:a16="http://schemas.microsoft.com/office/drawing/2014/main" id="{722698A6-1C62-3142-3338-A1C36351A50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62" name="Imagen 161">
              <a:extLst>
                <a:ext uri="{FF2B5EF4-FFF2-40B4-BE49-F238E27FC236}">
                  <a16:creationId xmlns:a16="http://schemas.microsoft.com/office/drawing/2014/main" id="{EF30FFA9-09F3-3D69-B24D-CD38B4A6E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63" name="Imagen 162">
            <a:extLst>
              <a:ext uri="{FF2B5EF4-FFF2-40B4-BE49-F238E27FC236}">
                <a16:creationId xmlns:a16="http://schemas.microsoft.com/office/drawing/2014/main" id="{EF870661-E7EE-3743-92D2-EFE862E1521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4466" y="2685530"/>
            <a:ext cx="2366859" cy="1556371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0D03A25E-D525-C564-2557-78F8891CBA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712" y="2969953"/>
            <a:ext cx="327996" cy="327996"/>
          </a:xfrm>
          <a:prstGeom prst="rect">
            <a:avLst/>
          </a:prstGeom>
        </p:spPr>
      </p:pic>
      <p:pic>
        <p:nvPicPr>
          <p:cNvPr id="165" name="Imagen 164">
            <a:extLst>
              <a:ext uri="{FF2B5EF4-FFF2-40B4-BE49-F238E27FC236}">
                <a16:creationId xmlns:a16="http://schemas.microsoft.com/office/drawing/2014/main" id="{6B1A79CC-F306-7ABA-A7C0-F3CAD1D244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12" y="2999451"/>
            <a:ext cx="320162" cy="320162"/>
          </a:xfrm>
          <a:prstGeom prst="rect">
            <a:avLst/>
          </a:prstGeom>
        </p:spPr>
      </p:pic>
      <p:pic>
        <p:nvPicPr>
          <p:cNvPr id="166" name="Imagen 165">
            <a:extLst>
              <a:ext uri="{FF2B5EF4-FFF2-40B4-BE49-F238E27FC236}">
                <a16:creationId xmlns:a16="http://schemas.microsoft.com/office/drawing/2014/main" id="{39970CA6-033F-E958-B960-7AAA52AE2C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410" y="2999451"/>
            <a:ext cx="320162" cy="320162"/>
          </a:xfrm>
          <a:prstGeom prst="rect">
            <a:avLst/>
          </a:prstGeom>
        </p:spPr>
      </p:pic>
      <p:grpSp>
        <p:nvGrpSpPr>
          <p:cNvPr id="167" name="Grupo 166">
            <a:extLst>
              <a:ext uri="{FF2B5EF4-FFF2-40B4-BE49-F238E27FC236}">
                <a16:creationId xmlns:a16="http://schemas.microsoft.com/office/drawing/2014/main" id="{5AFEEED1-2811-A5F4-9C49-E589BC789484}"/>
              </a:ext>
            </a:extLst>
          </p:cNvPr>
          <p:cNvGrpSpPr/>
          <p:nvPr/>
        </p:nvGrpSpPr>
        <p:grpSpPr>
          <a:xfrm>
            <a:off x="485936" y="3024648"/>
            <a:ext cx="300068" cy="300068"/>
            <a:chOff x="3678209" y="4702103"/>
            <a:chExt cx="300068" cy="300068"/>
          </a:xfrm>
        </p:grpSpPr>
        <p:pic>
          <p:nvPicPr>
            <p:cNvPr id="168" name="Imagen 167">
              <a:extLst>
                <a:ext uri="{FF2B5EF4-FFF2-40B4-BE49-F238E27FC236}">
                  <a16:creationId xmlns:a16="http://schemas.microsoft.com/office/drawing/2014/main" id="{2005B451-668A-8FEC-97CA-4E2B43A27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69" name="Imagen 168">
              <a:extLst>
                <a:ext uri="{FF2B5EF4-FFF2-40B4-BE49-F238E27FC236}">
                  <a16:creationId xmlns:a16="http://schemas.microsoft.com/office/drawing/2014/main" id="{7F4E605D-761B-0AF6-F951-5FCA72F3F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0B1A7948-0A9B-26F5-5660-389A08F2C18C}"/>
              </a:ext>
            </a:extLst>
          </p:cNvPr>
          <p:cNvGrpSpPr/>
          <p:nvPr/>
        </p:nvGrpSpPr>
        <p:grpSpPr>
          <a:xfrm>
            <a:off x="870985" y="3459008"/>
            <a:ext cx="285755" cy="317675"/>
            <a:chOff x="4063257" y="5136462"/>
            <a:chExt cx="285755" cy="317675"/>
          </a:xfrm>
        </p:grpSpPr>
        <p:pic>
          <p:nvPicPr>
            <p:cNvPr id="171" name="Imagen 170">
              <a:extLst>
                <a:ext uri="{FF2B5EF4-FFF2-40B4-BE49-F238E27FC236}">
                  <a16:creationId xmlns:a16="http://schemas.microsoft.com/office/drawing/2014/main" id="{DEB562B6-D77A-84E3-5077-2DCFE9D04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72" name="Imagen 171">
              <a:extLst>
                <a:ext uri="{FF2B5EF4-FFF2-40B4-BE49-F238E27FC236}">
                  <a16:creationId xmlns:a16="http://schemas.microsoft.com/office/drawing/2014/main" id="{6394D759-2EB9-6F38-4F5F-F21162C7B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73" name="Imagen 172">
            <a:extLst>
              <a:ext uri="{FF2B5EF4-FFF2-40B4-BE49-F238E27FC236}">
                <a16:creationId xmlns:a16="http://schemas.microsoft.com/office/drawing/2014/main" id="{0797609F-DB01-1CF0-1688-959F4E8857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580" y="3504237"/>
            <a:ext cx="294780" cy="294780"/>
          </a:xfrm>
          <a:prstGeom prst="rect">
            <a:avLst/>
          </a:prstGeom>
        </p:spPr>
      </p:pic>
      <p:pic>
        <p:nvPicPr>
          <p:cNvPr id="174" name="Imagen 173">
            <a:extLst>
              <a:ext uri="{FF2B5EF4-FFF2-40B4-BE49-F238E27FC236}">
                <a16:creationId xmlns:a16="http://schemas.microsoft.com/office/drawing/2014/main" id="{9C60BA56-AF8D-E265-FECC-7946C5B372A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4466" y="4778409"/>
            <a:ext cx="2366859" cy="1556371"/>
          </a:xfrm>
          <a:prstGeom prst="rect">
            <a:avLst/>
          </a:prstGeom>
        </p:spPr>
      </p:pic>
      <p:pic>
        <p:nvPicPr>
          <p:cNvPr id="175" name="Imagen 174">
            <a:extLst>
              <a:ext uri="{FF2B5EF4-FFF2-40B4-BE49-F238E27FC236}">
                <a16:creationId xmlns:a16="http://schemas.microsoft.com/office/drawing/2014/main" id="{9329952F-29C1-FC4A-A195-2ADD1ED56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712" y="5062832"/>
            <a:ext cx="327996" cy="327996"/>
          </a:xfrm>
          <a:prstGeom prst="rect">
            <a:avLst/>
          </a:prstGeom>
        </p:spPr>
      </p:pic>
      <p:pic>
        <p:nvPicPr>
          <p:cNvPr id="176" name="Imagen 175">
            <a:extLst>
              <a:ext uri="{FF2B5EF4-FFF2-40B4-BE49-F238E27FC236}">
                <a16:creationId xmlns:a16="http://schemas.microsoft.com/office/drawing/2014/main" id="{9641E12B-177B-1154-928C-686EE995E5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12" y="5092330"/>
            <a:ext cx="320162" cy="320162"/>
          </a:xfrm>
          <a:prstGeom prst="rect">
            <a:avLst/>
          </a:prstGeom>
        </p:spPr>
      </p:pic>
      <p:pic>
        <p:nvPicPr>
          <p:cNvPr id="177" name="Imagen 176">
            <a:extLst>
              <a:ext uri="{FF2B5EF4-FFF2-40B4-BE49-F238E27FC236}">
                <a16:creationId xmlns:a16="http://schemas.microsoft.com/office/drawing/2014/main" id="{A16B6FEA-88D5-47F8-882D-F0BB359727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410" y="5092330"/>
            <a:ext cx="320162" cy="320162"/>
          </a:xfrm>
          <a:prstGeom prst="rect">
            <a:avLst/>
          </a:prstGeom>
        </p:spPr>
      </p:pic>
      <p:pic>
        <p:nvPicPr>
          <p:cNvPr id="178" name="Imagen 177">
            <a:extLst>
              <a:ext uri="{FF2B5EF4-FFF2-40B4-BE49-F238E27FC236}">
                <a16:creationId xmlns:a16="http://schemas.microsoft.com/office/drawing/2014/main" id="{8F4D1A3D-627F-D799-D039-5DA16E3F5B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0984" y="5615561"/>
            <a:ext cx="254000" cy="254000"/>
          </a:xfrm>
          <a:prstGeom prst="rect">
            <a:avLst/>
          </a:prstGeom>
        </p:spPr>
      </p:pic>
      <p:pic>
        <p:nvPicPr>
          <p:cNvPr id="179" name="Imagen 178">
            <a:extLst>
              <a:ext uri="{FF2B5EF4-FFF2-40B4-BE49-F238E27FC236}">
                <a16:creationId xmlns:a16="http://schemas.microsoft.com/office/drawing/2014/main" id="{264CA05D-C669-ED22-04DC-070B6F6DF6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580" y="5597116"/>
            <a:ext cx="294780" cy="294780"/>
          </a:xfrm>
          <a:prstGeom prst="rect">
            <a:avLst/>
          </a:prstGeom>
        </p:spPr>
      </p:pic>
      <p:grpSp>
        <p:nvGrpSpPr>
          <p:cNvPr id="180" name="Grupo 179">
            <a:extLst>
              <a:ext uri="{FF2B5EF4-FFF2-40B4-BE49-F238E27FC236}">
                <a16:creationId xmlns:a16="http://schemas.microsoft.com/office/drawing/2014/main" id="{D19E8F84-EC54-CB70-1596-1D0F4422933B}"/>
              </a:ext>
            </a:extLst>
          </p:cNvPr>
          <p:cNvGrpSpPr/>
          <p:nvPr/>
        </p:nvGrpSpPr>
        <p:grpSpPr>
          <a:xfrm>
            <a:off x="493410" y="5128993"/>
            <a:ext cx="300068" cy="301854"/>
            <a:chOff x="6785945" y="4956058"/>
            <a:chExt cx="300068" cy="301860"/>
          </a:xfrm>
        </p:grpSpPr>
        <p:pic>
          <p:nvPicPr>
            <p:cNvPr id="181" name="Imagen 180">
              <a:extLst>
                <a:ext uri="{FF2B5EF4-FFF2-40B4-BE49-F238E27FC236}">
                  <a16:creationId xmlns:a16="http://schemas.microsoft.com/office/drawing/2014/main" id="{0F376412-32B5-F7FD-3C2B-7506CF62F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182" name="Imagen 181">
              <a:extLst>
                <a:ext uri="{FF2B5EF4-FFF2-40B4-BE49-F238E27FC236}">
                  <a16:creationId xmlns:a16="http://schemas.microsoft.com/office/drawing/2014/main" id="{815889EF-0056-3CB9-11EF-36C340C69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183" name="Imagen 182">
            <a:extLst>
              <a:ext uri="{FF2B5EF4-FFF2-40B4-BE49-F238E27FC236}">
                <a16:creationId xmlns:a16="http://schemas.microsoft.com/office/drawing/2014/main" id="{77AE6E59-43F7-3601-BA2F-75616E7AB8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1320" y="5577682"/>
            <a:ext cx="294780" cy="294780"/>
          </a:xfrm>
          <a:prstGeom prst="rect">
            <a:avLst/>
          </a:prstGeom>
        </p:spPr>
      </p:pic>
      <p:pic>
        <p:nvPicPr>
          <p:cNvPr id="184" name="Imagen 183">
            <a:extLst>
              <a:ext uri="{FF2B5EF4-FFF2-40B4-BE49-F238E27FC236}">
                <a16:creationId xmlns:a16="http://schemas.microsoft.com/office/drawing/2014/main" id="{98E7560F-0B27-8D84-1D7B-1C59010761D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7353" y="5615563"/>
            <a:ext cx="253999" cy="253999"/>
          </a:xfrm>
          <a:prstGeom prst="rect">
            <a:avLst/>
          </a:prstGeom>
        </p:spPr>
      </p:pic>
      <p:sp>
        <p:nvSpPr>
          <p:cNvPr id="185" name="Abrir llave 432">
            <a:extLst>
              <a:ext uri="{FF2B5EF4-FFF2-40B4-BE49-F238E27FC236}">
                <a16:creationId xmlns:a16="http://schemas.microsoft.com/office/drawing/2014/main" id="{640A870A-26A4-5D5B-4967-741EB9405A07}"/>
              </a:ext>
            </a:extLst>
          </p:cNvPr>
          <p:cNvSpPr/>
          <p:nvPr/>
        </p:nvSpPr>
        <p:spPr>
          <a:xfrm>
            <a:off x="-518765" y="546678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6" name="Imagen 185">
            <a:extLst>
              <a:ext uri="{FF2B5EF4-FFF2-40B4-BE49-F238E27FC236}">
                <a16:creationId xmlns:a16="http://schemas.microsoft.com/office/drawing/2014/main" id="{55E13767-3BE2-9F27-6251-83AFCD60D71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3932009" y="4963315"/>
            <a:ext cx="2524409" cy="1123670"/>
          </a:xfrm>
          <a:prstGeom prst="rect">
            <a:avLst/>
          </a:prstGeom>
        </p:spPr>
      </p:pic>
      <p:pic>
        <p:nvPicPr>
          <p:cNvPr id="187" name="Imagen 186">
            <a:extLst>
              <a:ext uri="{FF2B5EF4-FFF2-40B4-BE49-F238E27FC236}">
                <a16:creationId xmlns:a16="http://schemas.microsoft.com/office/drawing/2014/main" id="{C4E073DE-7A35-2F8E-C91F-F5F5BABA16D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428888" y="5662041"/>
            <a:ext cx="1661150" cy="256351"/>
          </a:xfrm>
          <a:prstGeom prst="rect">
            <a:avLst/>
          </a:prstGeom>
        </p:spPr>
      </p:pic>
      <p:pic>
        <p:nvPicPr>
          <p:cNvPr id="188" name="Imagen 187">
            <a:extLst>
              <a:ext uri="{FF2B5EF4-FFF2-40B4-BE49-F238E27FC236}">
                <a16:creationId xmlns:a16="http://schemas.microsoft.com/office/drawing/2014/main" id="{EEE7F0AA-69A6-5E40-6FC2-5B9804723B5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2833846" y="5144086"/>
            <a:ext cx="401866" cy="378481"/>
          </a:xfrm>
          <a:prstGeom prst="rect">
            <a:avLst/>
          </a:prstGeom>
        </p:spPr>
      </p:pic>
      <p:pic>
        <p:nvPicPr>
          <p:cNvPr id="189" name="Imagen 188">
            <a:extLst>
              <a:ext uri="{FF2B5EF4-FFF2-40B4-BE49-F238E27FC236}">
                <a16:creationId xmlns:a16="http://schemas.microsoft.com/office/drawing/2014/main" id="{16E5146B-C696-463A-3B32-BDE7BF3CF66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36850" y="595167"/>
            <a:ext cx="2366859" cy="1556371"/>
          </a:xfrm>
          <a:prstGeom prst="rect">
            <a:avLst/>
          </a:prstGeom>
        </p:spPr>
      </p:pic>
      <p:pic>
        <p:nvPicPr>
          <p:cNvPr id="190" name="Imagen 189">
            <a:extLst>
              <a:ext uri="{FF2B5EF4-FFF2-40B4-BE49-F238E27FC236}">
                <a16:creationId xmlns:a16="http://schemas.microsoft.com/office/drawing/2014/main" id="{EBB481F8-6DBA-0C8F-1445-9CF779ADF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7096" y="879590"/>
            <a:ext cx="327996" cy="327996"/>
          </a:xfrm>
          <a:prstGeom prst="rect">
            <a:avLst/>
          </a:prstGeom>
        </p:spPr>
      </p:pic>
      <p:pic>
        <p:nvPicPr>
          <p:cNvPr id="191" name="Imagen 190">
            <a:extLst>
              <a:ext uri="{FF2B5EF4-FFF2-40B4-BE49-F238E27FC236}">
                <a16:creationId xmlns:a16="http://schemas.microsoft.com/office/drawing/2014/main" id="{BA042A86-4F93-2D2D-2EE8-DBB804C73E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9496" y="909088"/>
            <a:ext cx="320162" cy="320162"/>
          </a:xfrm>
          <a:prstGeom prst="rect">
            <a:avLst/>
          </a:prstGeom>
        </p:spPr>
      </p:pic>
      <p:pic>
        <p:nvPicPr>
          <p:cNvPr id="192" name="Imagen 191">
            <a:extLst>
              <a:ext uri="{FF2B5EF4-FFF2-40B4-BE49-F238E27FC236}">
                <a16:creationId xmlns:a16="http://schemas.microsoft.com/office/drawing/2014/main" id="{40FFB8CA-6536-7D3A-BB8C-A75F2F7618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9794" y="909088"/>
            <a:ext cx="320162" cy="320162"/>
          </a:xfrm>
          <a:prstGeom prst="rect">
            <a:avLst/>
          </a:prstGeom>
        </p:spPr>
      </p:pic>
      <p:grpSp>
        <p:nvGrpSpPr>
          <p:cNvPr id="193" name="Grupo 192">
            <a:extLst>
              <a:ext uri="{FF2B5EF4-FFF2-40B4-BE49-F238E27FC236}">
                <a16:creationId xmlns:a16="http://schemas.microsoft.com/office/drawing/2014/main" id="{D1F84AB4-89A6-C7C6-6840-8D4F7FD6E9B2}"/>
              </a:ext>
            </a:extLst>
          </p:cNvPr>
          <p:cNvGrpSpPr/>
          <p:nvPr/>
        </p:nvGrpSpPr>
        <p:grpSpPr>
          <a:xfrm>
            <a:off x="3126733" y="931794"/>
            <a:ext cx="294562" cy="294562"/>
            <a:chOff x="497018" y="4873520"/>
            <a:chExt cx="294562" cy="294562"/>
          </a:xfrm>
        </p:grpSpPr>
        <p:pic>
          <p:nvPicPr>
            <p:cNvPr id="194" name="Imagen 193">
              <a:extLst>
                <a:ext uri="{FF2B5EF4-FFF2-40B4-BE49-F238E27FC236}">
                  <a16:creationId xmlns:a16="http://schemas.microsoft.com/office/drawing/2014/main" id="{EDC8EAEB-60C5-F0AB-AF45-A2AA694ECB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95" name="Imagen 194">
              <a:extLst>
                <a:ext uri="{FF2B5EF4-FFF2-40B4-BE49-F238E27FC236}">
                  <a16:creationId xmlns:a16="http://schemas.microsoft.com/office/drawing/2014/main" id="{AFB9AED6-94B4-0272-13D5-86132BA8FD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96" name="Imagen 195">
            <a:extLst>
              <a:ext uri="{FF2B5EF4-FFF2-40B4-BE49-F238E27FC236}">
                <a16:creationId xmlns:a16="http://schemas.microsoft.com/office/drawing/2014/main" id="{EEBAC243-E4C5-3F12-893E-81A328649F3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56316" y="2685530"/>
            <a:ext cx="2366859" cy="1556371"/>
          </a:xfrm>
          <a:prstGeom prst="rect">
            <a:avLst/>
          </a:prstGeom>
        </p:spPr>
      </p:pic>
      <p:pic>
        <p:nvPicPr>
          <p:cNvPr id="197" name="Imagen 196">
            <a:extLst>
              <a:ext uri="{FF2B5EF4-FFF2-40B4-BE49-F238E27FC236}">
                <a16:creationId xmlns:a16="http://schemas.microsoft.com/office/drawing/2014/main" id="{84455684-943D-4BD3-8793-ECFC2579A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6562" y="2969953"/>
            <a:ext cx="327996" cy="327996"/>
          </a:xfrm>
          <a:prstGeom prst="rect">
            <a:avLst/>
          </a:prstGeom>
        </p:spPr>
      </p:pic>
      <p:pic>
        <p:nvPicPr>
          <p:cNvPr id="198" name="Imagen 197">
            <a:extLst>
              <a:ext uri="{FF2B5EF4-FFF2-40B4-BE49-F238E27FC236}">
                <a16:creationId xmlns:a16="http://schemas.microsoft.com/office/drawing/2014/main" id="{4B10BC5E-D028-9A97-FFF0-2997B15A01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962" y="2999451"/>
            <a:ext cx="320162" cy="320162"/>
          </a:xfrm>
          <a:prstGeom prst="rect">
            <a:avLst/>
          </a:prstGeom>
        </p:spPr>
      </p:pic>
      <p:pic>
        <p:nvPicPr>
          <p:cNvPr id="199" name="Imagen 198">
            <a:extLst>
              <a:ext uri="{FF2B5EF4-FFF2-40B4-BE49-F238E27FC236}">
                <a16:creationId xmlns:a16="http://schemas.microsoft.com/office/drawing/2014/main" id="{5F9E63D1-DEA8-DBA5-483A-DB1DAA9200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260" y="2999451"/>
            <a:ext cx="320162" cy="320162"/>
          </a:xfrm>
          <a:prstGeom prst="rect">
            <a:avLst/>
          </a:prstGeom>
        </p:spPr>
      </p:pic>
      <p:grpSp>
        <p:nvGrpSpPr>
          <p:cNvPr id="200" name="Grupo 199">
            <a:extLst>
              <a:ext uri="{FF2B5EF4-FFF2-40B4-BE49-F238E27FC236}">
                <a16:creationId xmlns:a16="http://schemas.microsoft.com/office/drawing/2014/main" id="{C0654A05-C558-1584-686D-9A13B1127A75}"/>
              </a:ext>
            </a:extLst>
          </p:cNvPr>
          <p:cNvGrpSpPr/>
          <p:nvPr/>
        </p:nvGrpSpPr>
        <p:grpSpPr>
          <a:xfrm>
            <a:off x="3157786" y="3024648"/>
            <a:ext cx="300068" cy="300068"/>
            <a:chOff x="3678209" y="4702103"/>
            <a:chExt cx="300068" cy="300068"/>
          </a:xfrm>
        </p:grpSpPr>
        <p:pic>
          <p:nvPicPr>
            <p:cNvPr id="201" name="Imagen 200">
              <a:extLst>
                <a:ext uri="{FF2B5EF4-FFF2-40B4-BE49-F238E27FC236}">
                  <a16:creationId xmlns:a16="http://schemas.microsoft.com/office/drawing/2014/main" id="{34535A21-0AA1-413A-F360-9E25EE267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202" name="Imagen 201">
              <a:extLst>
                <a:ext uri="{FF2B5EF4-FFF2-40B4-BE49-F238E27FC236}">
                  <a16:creationId xmlns:a16="http://schemas.microsoft.com/office/drawing/2014/main" id="{4D5E7071-AA09-260C-BA5A-C1C188FD6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203" name="Grupo 202">
            <a:extLst>
              <a:ext uri="{FF2B5EF4-FFF2-40B4-BE49-F238E27FC236}">
                <a16:creationId xmlns:a16="http://schemas.microsoft.com/office/drawing/2014/main" id="{40D2C1F1-275D-2A2A-1591-BE0C78361C20}"/>
              </a:ext>
            </a:extLst>
          </p:cNvPr>
          <p:cNvGrpSpPr/>
          <p:nvPr/>
        </p:nvGrpSpPr>
        <p:grpSpPr>
          <a:xfrm>
            <a:off x="3542835" y="3459008"/>
            <a:ext cx="285755" cy="317675"/>
            <a:chOff x="4063257" y="5136462"/>
            <a:chExt cx="285755" cy="317675"/>
          </a:xfrm>
        </p:grpSpPr>
        <p:pic>
          <p:nvPicPr>
            <p:cNvPr id="204" name="Imagen 203">
              <a:extLst>
                <a:ext uri="{FF2B5EF4-FFF2-40B4-BE49-F238E27FC236}">
                  <a16:creationId xmlns:a16="http://schemas.microsoft.com/office/drawing/2014/main" id="{D6266A02-CD28-B7D4-1D33-40745489E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205" name="Imagen 204">
              <a:extLst>
                <a:ext uri="{FF2B5EF4-FFF2-40B4-BE49-F238E27FC236}">
                  <a16:creationId xmlns:a16="http://schemas.microsoft.com/office/drawing/2014/main" id="{C8E3AB57-E03D-39C6-63FF-6964C2775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206" name="Imagen 205">
            <a:extLst>
              <a:ext uri="{FF2B5EF4-FFF2-40B4-BE49-F238E27FC236}">
                <a16:creationId xmlns:a16="http://schemas.microsoft.com/office/drawing/2014/main" id="{30FBB767-F5A6-44B1-57E7-864EAC63A2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0430" y="3504237"/>
            <a:ext cx="294780" cy="294780"/>
          </a:xfrm>
          <a:prstGeom prst="rect">
            <a:avLst/>
          </a:prstGeom>
        </p:spPr>
      </p:pic>
      <p:pic>
        <p:nvPicPr>
          <p:cNvPr id="207" name="Imagen 206">
            <a:extLst>
              <a:ext uri="{FF2B5EF4-FFF2-40B4-BE49-F238E27FC236}">
                <a16:creationId xmlns:a16="http://schemas.microsoft.com/office/drawing/2014/main" id="{95D0BEEE-5E18-116B-9363-CFE2B0FA293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29632" y="3211825"/>
            <a:ext cx="273521" cy="273521"/>
          </a:xfrm>
          <a:prstGeom prst="rect">
            <a:avLst/>
          </a:prstGeom>
        </p:spPr>
      </p:pic>
      <p:pic>
        <p:nvPicPr>
          <p:cNvPr id="208" name="Imagen 207">
            <a:extLst>
              <a:ext uri="{FF2B5EF4-FFF2-40B4-BE49-F238E27FC236}">
                <a16:creationId xmlns:a16="http://schemas.microsoft.com/office/drawing/2014/main" id="{81575556-B2BE-B117-760E-690F1340705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56316" y="4778409"/>
            <a:ext cx="2366859" cy="1556371"/>
          </a:xfrm>
          <a:prstGeom prst="rect">
            <a:avLst/>
          </a:prstGeom>
        </p:spPr>
      </p:pic>
      <p:pic>
        <p:nvPicPr>
          <p:cNvPr id="209" name="Imagen 208">
            <a:extLst>
              <a:ext uri="{FF2B5EF4-FFF2-40B4-BE49-F238E27FC236}">
                <a16:creationId xmlns:a16="http://schemas.microsoft.com/office/drawing/2014/main" id="{45F0F704-5528-8F6E-537B-1574F5E19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6562" y="5062832"/>
            <a:ext cx="327996" cy="327996"/>
          </a:xfrm>
          <a:prstGeom prst="rect">
            <a:avLst/>
          </a:prstGeom>
        </p:spPr>
      </p:pic>
      <p:pic>
        <p:nvPicPr>
          <p:cNvPr id="210" name="Imagen 209">
            <a:extLst>
              <a:ext uri="{FF2B5EF4-FFF2-40B4-BE49-F238E27FC236}">
                <a16:creationId xmlns:a16="http://schemas.microsoft.com/office/drawing/2014/main" id="{9485C41F-737D-FEE1-F3C2-C0EBAE6593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962" y="5092330"/>
            <a:ext cx="320162" cy="320162"/>
          </a:xfrm>
          <a:prstGeom prst="rect">
            <a:avLst/>
          </a:prstGeom>
        </p:spPr>
      </p:pic>
      <p:pic>
        <p:nvPicPr>
          <p:cNvPr id="211" name="Imagen 210">
            <a:extLst>
              <a:ext uri="{FF2B5EF4-FFF2-40B4-BE49-F238E27FC236}">
                <a16:creationId xmlns:a16="http://schemas.microsoft.com/office/drawing/2014/main" id="{F3C8F50C-70E3-780E-64E5-A8D8EE1C6B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260" y="5092330"/>
            <a:ext cx="320162" cy="320162"/>
          </a:xfrm>
          <a:prstGeom prst="rect">
            <a:avLst/>
          </a:prstGeom>
        </p:spPr>
      </p:pic>
      <p:pic>
        <p:nvPicPr>
          <p:cNvPr id="212" name="Imagen 211">
            <a:extLst>
              <a:ext uri="{FF2B5EF4-FFF2-40B4-BE49-F238E27FC236}">
                <a16:creationId xmlns:a16="http://schemas.microsoft.com/office/drawing/2014/main" id="{7BEE5558-E878-9698-9AC3-B21CC61A55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2834" y="5615561"/>
            <a:ext cx="254000" cy="254000"/>
          </a:xfrm>
          <a:prstGeom prst="rect">
            <a:avLst/>
          </a:prstGeom>
        </p:spPr>
      </p:pic>
      <p:pic>
        <p:nvPicPr>
          <p:cNvPr id="213" name="Imagen 212">
            <a:extLst>
              <a:ext uri="{FF2B5EF4-FFF2-40B4-BE49-F238E27FC236}">
                <a16:creationId xmlns:a16="http://schemas.microsoft.com/office/drawing/2014/main" id="{FE5F3387-1475-6A90-DFAC-32957F2FF6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0430" y="5597116"/>
            <a:ext cx="294780" cy="294780"/>
          </a:xfrm>
          <a:prstGeom prst="rect">
            <a:avLst/>
          </a:prstGeom>
        </p:spPr>
      </p:pic>
      <p:grpSp>
        <p:nvGrpSpPr>
          <p:cNvPr id="214" name="Grupo 213">
            <a:extLst>
              <a:ext uri="{FF2B5EF4-FFF2-40B4-BE49-F238E27FC236}">
                <a16:creationId xmlns:a16="http://schemas.microsoft.com/office/drawing/2014/main" id="{29B0A018-3771-19D1-6C71-DD4E3A41C38C}"/>
              </a:ext>
            </a:extLst>
          </p:cNvPr>
          <p:cNvGrpSpPr/>
          <p:nvPr/>
        </p:nvGrpSpPr>
        <p:grpSpPr>
          <a:xfrm>
            <a:off x="3165260" y="5128993"/>
            <a:ext cx="300068" cy="301854"/>
            <a:chOff x="6785945" y="4956058"/>
            <a:chExt cx="300068" cy="301860"/>
          </a:xfrm>
        </p:grpSpPr>
        <p:pic>
          <p:nvPicPr>
            <p:cNvPr id="215" name="Imagen 214">
              <a:extLst>
                <a:ext uri="{FF2B5EF4-FFF2-40B4-BE49-F238E27FC236}">
                  <a16:creationId xmlns:a16="http://schemas.microsoft.com/office/drawing/2014/main" id="{4A0014DA-465C-A5BA-C970-A1DFA7A4C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216" name="Imagen 215">
              <a:extLst>
                <a:ext uri="{FF2B5EF4-FFF2-40B4-BE49-F238E27FC236}">
                  <a16:creationId xmlns:a16="http://schemas.microsoft.com/office/drawing/2014/main" id="{77EAC372-F3A0-6AAA-2DE4-8CCE92213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217" name="Imagen 216">
            <a:extLst>
              <a:ext uri="{FF2B5EF4-FFF2-40B4-BE49-F238E27FC236}">
                <a16:creationId xmlns:a16="http://schemas.microsoft.com/office/drawing/2014/main" id="{5E2E22AB-A4D7-C567-E6E2-B74E31A5E4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23170" y="5577682"/>
            <a:ext cx="294780" cy="294780"/>
          </a:xfrm>
          <a:prstGeom prst="rect">
            <a:avLst/>
          </a:prstGeom>
        </p:spPr>
      </p:pic>
      <p:pic>
        <p:nvPicPr>
          <p:cNvPr id="218" name="Imagen 217">
            <a:extLst>
              <a:ext uri="{FF2B5EF4-FFF2-40B4-BE49-F238E27FC236}">
                <a16:creationId xmlns:a16="http://schemas.microsoft.com/office/drawing/2014/main" id="{B339F9BE-944F-9640-D8C1-FA17C4EF8D5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9203" y="5615563"/>
            <a:ext cx="253999" cy="253999"/>
          </a:xfrm>
          <a:prstGeom prst="rect">
            <a:avLst/>
          </a:prstGeom>
        </p:spPr>
      </p:pic>
      <p:pic>
        <p:nvPicPr>
          <p:cNvPr id="219" name="Imagen 218">
            <a:extLst>
              <a:ext uri="{FF2B5EF4-FFF2-40B4-BE49-F238E27FC236}">
                <a16:creationId xmlns:a16="http://schemas.microsoft.com/office/drawing/2014/main" id="{40BD2F09-1A09-0232-A3D6-0B98C84E2A3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32239" y="5323595"/>
            <a:ext cx="273521" cy="273521"/>
          </a:xfrm>
          <a:prstGeom prst="rect">
            <a:avLst/>
          </a:prstGeom>
        </p:spPr>
      </p:pic>
      <p:pic>
        <p:nvPicPr>
          <p:cNvPr id="220" name="Imagen 219">
            <a:extLst>
              <a:ext uri="{FF2B5EF4-FFF2-40B4-BE49-F238E27FC236}">
                <a16:creationId xmlns:a16="http://schemas.microsoft.com/office/drawing/2014/main" id="{50A2DB41-3052-62B1-4FEA-449593A3ED4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12772" y="1116826"/>
            <a:ext cx="273521" cy="273521"/>
          </a:xfrm>
          <a:prstGeom prst="rect">
            <a:avLst/>
          </a:prstGeom>
        </p:spPr>
      </p:pic>
      <p:sp>
        <p:nvSpPr>
          <p:cNvPr id="221" name="CuadroTexto 220">
            <a:extLst>
              <a:ext uri="{FF2B5EF4-FFF2-40B4-BE49-F238E27FC236}">
                <a16:creationId xmlns:a16="http://schemas.microsoft.com/office/drawing/2014/main" id="{3178615A-0FFE-A917-B68B-CC64DAB80B4A}"/>
              </a:ext>
            </a:extLst>
          </p:cNvPr>
          <p:cNvSpPr txBox="1"/>
          <p:nvPr/>
        </p:nvSpPr>
        <p:spPr>
          <a:xfrm>
            <a:off x="867112" y="232606"/>
            <a:ext cx="1067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Ⓢ(BASIC)</a:t>
            </a:r>
            <a:endParaRPr lang="es-ES_tradnl" sz="1800" dirty="0"/>
          </a:p>
        </p:txBody>
      </p:sp>
      <p:sp>
        <p:nvSpPr>
          <p:cNvPr id="222" name="CuadroTexto 221">
            <a:extLst>
              <a:ext uri="{FF2B5EF4-FFF2-40B4-BE49-F238E27FC236}">
                <a16:creationId xmlns:a16="http://schemas.microsoft.com/office/drawing/2014/main" id="{75A695E0-574F-89E4-656B-B62C9292B26E}"/>
              </a:ext>
            </a:extLst>
          </p:cNvPr>
          <p:cNvSpPr txBox="1"/>
          <p:nvPr/>
        </p:nvSpPr>
        <p:spPr>
          <a:xfrm>
            <a:off x="3330832" y="242004"/>
            <a:ext cx="1578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Ⓢ(BASIC,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3" name="CuadroTexto 222">
            <a:extLst>
              <a:ext uri="{FF2B5EF4-FFF2-40B4-BE49-F238E27FC236}">
                <a16:creationId xmlns:a16="http://schemas.microsoft.com/office/drawing/2014/main" id="{DC6267D8-B48A-ADE3-D7A4-406F14AE69C5}"/>
              </a:ext>
            </a:extLst>
          </p:cNvPr>
          <p:cNvSpPr txBox="1"/>
          <p:nvPr/>
        </p:nvSpPr>
        <p:spPr>
          <a:xfrm>
            <a:off x="969781" y="2349566"/>
            <a:ext cx="918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Ⓢ(PRO)</a:t>
            </a:r>
            <a:endParaRPr lang="es-ES_tradnl" sz="1800" dirty="0"/>
          </a:p>
        </p:txBody>
      </p:sp>
      <p:sp>
        <p:nvSpPr>
          <p:cNvPr id="224" name="CuadroTexto 223">
            <a:extLst>
              <a:ext uri="{FF2B5EF4-FFF2-40B4-BE49-F238E27FC236}">
                <a16:creationId xmlns:a16="http://schemas.microsoft.com/office/drawing/2014/main" id="{993644BF-CBFB-BACF-B112-A287BFFB1AB2}"/>
              </a:ext>
            </a:extLst>
          </p:cNvPr>
          <p:cNvSpPr txBox="1"/>
          <p:nvPr/>
        </p:nvSpPr>
        <p:spPr>
          <a:xfrm>
            <a:off x="3357832" y="2343918"/>
            <a:ext cx="1425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Ⓢ(PRO,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5" name="CuadroTexto 224">
            <a:extLst>
              <a:ext uri="{FF2B5EF4-FFF2-40B4-BE49-F238E27FC236}">
                <a16:creationId xmlns:a16="http://schemas.microsoft.com/office/drawing/2014/main" id="{EB76DF96-0195-64B0-F28D-F311A8E44866}"/>
              </a:ext>
            </a:extLst>
          </p:cNvPr>
          <p:cNvSpPr txBox="1"/>
          <p:nvPr/>
        </p:nvSpPr>
        <p:spPr>
          <a:xfrm>
            <a:off x="683129" y="4433058"/>
            <a:ext cx="1431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Ⓢ(BUSINESS)</a:t>
            </a:r>
            <a:endParaRPr lang="es-ES_tradnl" sz="1800" dirty="0"/>
          </a:p>
        </p:txBody>
      </p: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A6EDF2AC-D49C-E283-52B2-44BC6E06F637}"/>
              </a:ext>
            </a:extLst>
          </p:cNvPr>
          <p:cNvSpPr txBox="1"/>
          <p:nvPr/>
        </p:nvSpPr>
        <p:spPr>
          <a:xfrm>
            <a:off x="3098658" y="4415899"/>
            <a:ext cx="1943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800" dirty="0"/>
              <a:t>Ⓢ(BUSINESS, </a:t>
            </a:r>
            <a:r>
              <a:rPr lang="es-ES" sz="1800" dirty="0" err="1"/>
              <a:t>calls</a:t>
            </a:r>
            <a:r>
              <a:rPr lang="es-ES" sz="1800" dirty="0"/>
              <a:t>)</a:t>
            </a:r>
            <a:endParaRPr lang="es-ES_tradnl" sz="1800" dirty="0"/>
          </a:p>
        </p:txBody>
      </p:sp>
      <p:sp>
        <p:nvSpPr>
          <p:cNvPr id="227" name="Abrir llave 2">
            <a:extLst>
              <a:ext uri="{FF2B5EF4-FFF2-40B4-BE49-F238E27FC236}">
                <a16:creationId xmlns:a16="http://schemas.microsoft.com/office/drawing/2014/main" id="{85099C21-7625-3E90-521B-CC4178F6EC7D}"/>
              </a:ext>
            </a:extLst>
          </p:cNvPr>
          <p:cNvSpPr/>
          <p:nvPr/>
        </p:nvSpPr>
        <p:spPr>
          <a:xfrm rot="10800000">
            <a:off x="5678081" y="536141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8" name="Título 1">
            <a:extLst>
              <a:ext uri="{FF2B5EF4-FFF2-40B4-BE49-F238E27FC236}">
                <a16:creationId xmlns:a16="http://schemas.microsoft.com/office/drawing/2014/main" id="{210FEDEB-D157-2ABD-368E-4761AC14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92" y="1987340"/>
            <a:ext cx="7992983" cy="256358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solidFill>
                  <a:srgbClr val="7E0029"/>
                </a:solidFill>
              </a:rPr>
              <a:t>Configuration</a:t>
            </a:r>
            <a:br>
              <a:rPr lang="en-US" sz="7200" b="1" dirty="0">
                <a:solidFill>
                  <a:srgbClr val="7E0029"/>
                </a:solidFill>
              </a:rPr>
            </a:br>
            <a:r>
              <a:rPr lang="en-US" sz="7200" b="1" dirty="0">
                <a:solidFill>
                  <a:srgbClr val="7E0029"/>
                </a:solidFill>
              </a:rPr>
              <a:t>Space</a:t>
            </a:r>
          </a:p>
        </p:txBody>
      </p:sp>
    </p:spTree>
    <p:extLst>
      <p:ext uri="{BB962C8B-B14F-4D97-AF65-F5344CB8AC3E}">
        <p14:creationId xmlns:p14="http://schemas.microsoft.com/office/powerpoint/2010/main" val="3298079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80FE-42B1-9048-FFD8-D1B3CDF1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E1FFC-7842-FD4B-40D6-261F5EB1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Curse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Customization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AC602D2-4313-8BC9-3624-60818F387908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5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7F494FEE-4193-9069-58A0-B6582E203A92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5472598" y="2908244"/>
            <a:ext cx="1123388" cy="535633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C938D4B3-A461-D826-B190-40A6A689BEB0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5472598" y="3794334"/>
            <a:ext cx="1123388" cy="0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4028049B-9005-D033-39A4-364C78EFD5B0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5463727" y="4163110"/>
            <a:ext cx="1132259" cy="517314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Imagen 39" descr="Forma&#10;&#10;Descripción generada automáticamente">
            <a:extLst>
              <a:ext uri="{FF2B5EF4-FFF2-40B4-BE49-F238E27FC236}">
                <a16:creationId xmlns:a16="http://schemas.microsoft.com/office/drawing/2014/main" id="{7E8F5F0B-4357-CA25-A40E-25D2687512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59" b="19130"/>
          <a:stretch/>
        </p:blipFill>
        <p:spPr>
          <a:xfrm>
            <a:off x="1888280" y="2172512"/>
            <a:ext cx="3584318" cy="2512975"/>
          </a:xfrm>
          <a:prstGeom prst="rect">
            <a:avLst/>
          </a:prstGeom>
        </p:spPr>
      </p:pic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96950905-6A1F-56FF-EA87-58A8F6DE7EE8}"/>
              </a:ext>
            </a:extLst>
          </p:cNvPr>
          <p:cNvCxnSpPr/>
          <p:nvPr/>
        </p:nvCxnSpPr>
        <p:spPr>
          <a:xfrm>
            <a:off x="1888280" y="4683468"/>
            <a:ext cx="35754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9E4B68E-055A-2CF8-E885-535D0683C48A}"/>
              </a:ext>
            </a:extLst>
          </p:cNvPr>
          <p:cNvSpPr txBox="1"/>
          <p:nvPr/>
        </p:nvSpPr>
        <p:spPr>
          <a:xfrm>
            <a:off x="6595986" y="2677411"/>
            <a:ext cx="408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C786DCF-C73A-FF79-38F7-46E072080B2D}"/>
              </a:ext>
            </a:extLst>
          </p:cNvPr>
          <p:cNvSpPr txBox="1"/>
          <p:nvPr/>
        </p:nvSpPr>
        <p:spPr>
          <a:xfrm>
            <a:off x="6595986" y="3563501"/>
            <a:ext cx="408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9127A0F-3397-857F-2702-700A3CC8C53F}"/>
              </a:ext>
            </a:extLst>
          </p:cNvPr>
          <p:cNvSpPr txBox="1"/>
          <p:nvPr/>
        </p:nvSpPr>
        <p:spPr>
          <a:xfrm>
            <a:off x="6595986" y="4449591"/>
            <a:ext cx="408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90D7919-80EE-48C6-2864-21F54197EC9A}"/>
              </a:ext>
            </a:extLst>
          </p:cNvPr>
          <p:cNvSpPr txBox="1"/>
          <p:nvPr/>
        </p:nvSpPr>
        <p:spPr>
          <a:xfrm>
            <a:off x="0" y="6316525"/>
            <a:ext cx="10871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García-Fernández, A., Parejo, J. A., &amp; Ruiz-Cortés, A. (2024, Dec). Racing the Market: An Industry Support Analysis for Pricing-driven DevOps in SaaS. </a:t>
            </a:r>
          </a:p>
          <a:p>
            <a:r>
              <a:rPr lang="en-US" sz="1400" dirty="0"/>
              <a:t>In </a:t>
            </a:r>
            <a:r>
              <a:rPr lang="en-US" sz="1400" i="1" dirty="0"/>
              <a:t>International Conference on Service-oriented Computing (pp. 260-275)</a:t>
            </a:r>
            <a:r>
              <a:rPr lang="en-US" sz="1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01618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8B057-566F-B86F-11DD-624B959F8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1DB1E-F603-4B94-B5E4-AD9A483CC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Curse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Customization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DFA27F-3672-2D99-83F6-87662B5EB481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5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5DDBA7B-F4BC-5211-1692-24A493D88ED5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937698" y="1231634"/>
            <a:ext cx="3469123" cy="2456801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6F472C7D-C202-0633-F109-93F6D9572AA1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3937698" y="1693299"/>
            <a:ext cx="3469123" cy="2029861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4248A4B-74DB-9D6B-6B54-B57400B19AAB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3937698" y="2154964"/>
            <a:ext cx="3469123" cy="1589632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A80D1992-A964-94DD-ECEA-5230C35173F6}"/>
              </a:ext>
            </a:extLst>
          </p:cNvPr>
          <p:cNvSpPr txBox="1"/>
          <p:nvPr/>
        </p:nvSpPr>
        <p:spPr>
          <a:xfrm>
            <a:off x="7406821" y="1000801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5AFBF6F-054A-3D85-D3E8-C395DEC2579C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3922048" y="2616622"/>
            <a:ext cx="3484773" cy="1148959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F2A98CE6-3A51-1253-CA83-3EFFC6600B8D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3914781" y="3108989"/>
            <a:ext cx="3492040" cy="706653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3A0A4E99-8BEB-D7BF-04A5-5628C9D4B637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983897" y="3982953"/>
            <a:ext cx="3430191" cy="1881856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n 11" descr="Forma&#10;&#10;Descripción generada automáticamente">
            <a:extLst>
              <a:ext uri="{FF2B5EF4-FFF2-40B4-BE49-F238E27FC236}">
                <a16:creationId xmlns:a16="http://schemas.microsoft.com/office/drawing/2014/main" id="{D1CC43AF-3DD6-66FE-F76D-AC838E981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59" b="18454"/>
          <a:stretch/>
        </p:blipFill>
        <p:spPr>
          <a:xfrm>
            <a:off x="346601" y="1724883"/>
            <a:ext cx="3584318" cy="253399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DAB3016-F259-5CAF-80F3-C8402902B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35" y="4334015"/>
            <a:ext cx="2524409" cy="112367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429ED37-F0C9-B165-C7FF-B57E48D25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4058" y="4466041"/>
            <a:ext cx="593362" cy="558834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089F0986-138D-6CAB-7D18-2951FFDCA11F}"/>
              </a:ext>
            </a:extLst>
          </p:cNvPr>
          <p:cNvCxnSpPr/>
          <p:nvPr/>
        </p:nvCxnSpPr>
        <p:spPr>
          <a:xfrm>
            <a:off x="346601" y="4258876"/>
            <a:ext cx="35754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29FE400E-D4D5-4A91-495D-6C89B83CA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535" y="5635528"/>
            <a:ext cx="2524409" cy="112367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172A077-E27A-4A86-7EC9-8C4B651D4D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8776" y="5698106"/>
            <a:ext cx="674263" cy="685573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C2CBA5BE-21BA-16D5-B62E-25E947C5D2B5}"/>
              </a:ext>
            </a:extLst>
          </p:cNvPr>
          <p:cNvSpPr txBox="1"/>
          <p:nvPr/>
        </p:nvSpPr>
        <p:spPr>
          <a:xfrm>
            <a:off x="7406821" y="146246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Ⓢ(BASIC, calls)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1F33306-50D7-F6B8-9F76-5EC2C7D63574}"/>
              </a:ext>
            </a:extLst>
          </p:cNvPr>
          <p:cNvSpPr txBox="1"/>
          <p:nvPr/>
        </p:nvSpPr>
        <p:spPr>
          <a:xfrm>
            <a:off x="7406821" y="1924131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6D5EF6E-0046-2DBB-01B2-836064BD622D}"/>
              </a:ext>
            </a:extLst>
          </p:cNvPr>
          <p:cNvSpPr txBox="1"/>
          <p:nvPr/>
        </p:nvSpPr>
        <p:spPr>
          <a:xfrm>
            <a:off x="7406821" y="2385789"/>
            <a:ext cx="4697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Ⓢ(BASIC, calls,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F165EBD-DA2D-F73E-D509-E6C433849D4F}"/>
              </a:ext>
            </a:extLst>
          </p:cNvPr>
          <p:cNvSpPr txBox="1"/>
          <p:nvPr/>
        </p:nvSpPr>
        <p:spPr>
          <a:xfrm>
            <a:off x="7406821" y="287815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6F3608E-8EE3-78BC-4B32-3E941E81A6E8}"/>
              </a:ext>
            </a:extLst>
          </p:cNvPr>
          <p:cNvSpPr txBox="1"/>
          <p:nvPr/>
        </p:nvSpPr>
        <p:spPr>
          <a:xfrm>
            <a:off x="7406821" y="3339821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Ⓢ(GOLD, calls)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D4990A8-C124-98E3-BF4B-1C75199855BB}"/>
              </a:ext>
            </a:extLst>
          </p:cNvPr>
          <p:cNvSpPr txBox="1"/>
          <p:nvPr/>
        </p:nvSpPr>
        <p:spPr>
          <a:xfrm>
            <a:off x="7406821" y="380148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382C336-2267-FC0B-FA6D-CA246D07E05E}"/>
              </a:ext>
            </a:extLst>
          </p:cNvPr>
          <p:cNvSpPr txBox="1"/>
          <p:nvPr/>
        </p:nvSpPr>
        <p:spPr>
          <a:xfrm>
            <a:off x="7406821" y="4263144"/>
            <a:ext cx="4697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Ⓢ(GOLD, calls,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129A98D-D101-0236-804A-8B1A8FEB9F17}"/>
              </a:ext>
            </a:extLst>
          </p:cNvPr>
          <p:cNvSpPr txBox="1"/>
          <p:nvPr/>
        </p:nvSpPr>
        <p:spPr>
          <a:xfrm>
            <a:off x="7414088" y="471064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453F438-320A-A15F-9D29-5A0A86DE1E68}"/>
              </a:ext>
            </a:extLst>
          </p:cNvPr>
          <p:cNvSpPr txBox="1"/>
          <p:nvPr/>
        </p:nvSpPr>
        <p:spPr>
          <a:xfrm>
            <a:off x="7414088" y="5172311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Ⓢ(PLAT., calls)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2BD841D-E9FF-EA54-8936-A27E64B143A1}"/>
              </a:ext>
            </a:extLst>
          </p:cNvPr>
          <p:cNvSpPr txBox="1"/>
          <p:nvPr/>
        </p:nvSpPr>
        <p:spPr>
          <a:xfrm>
            <a:off x="7414088" y="563397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F241924-7CF5-23BB-7C76-E471457E0773}"/>
              </a:ext>
            </a:extLst>
          </p:cNvPr>
          <p:cNvSpPr txBox="1"/>
          <p:nvPr/>
        </p:nvSpPr>
        <p:spPr>
          <a:xfrm>
            <a:off x="7414088" y="6095634"/>
            <a:ext cx="5112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Ⓢ(PLAT., calls,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E9DEFF16-E7A1-75F9-D6A7-5A84389FD578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3914780" y="3570654"/>
            <a:ext cx="3492041" cy="280893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61752A1E-0504-0C93-0351-FF6214818990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3914779" y="3884787"/>
            <a:ext cx="3492042" cy="147532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297BF6D4-44BB-45AD-80F3-2F1600E816A7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3914779" y="3934542"/>
            <a:ext cx="3492042" cy="559435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0469FECA-B0B5-A176-E479-D0C57F07D9D7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907512" y="3969267"/>
            <a:ext cx="3506576" cy="972212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56503CC-6226-D4CE-A030-126E7CFFA81E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3938186" y="3990703"/>
            <a:ext cx="3475902" cy="1412441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6F8B88DC-8A50-7DC5-B2E2-CEA439601977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929315" y="4005172"/>
            <a:ext cx="3484773" cy="2321295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B33DAF4-5137-B202-7069-D95878A87F81}"/>
              </a:ext>
            </a:extLst>
          </p:cNvPr>
          <p:cNvSpPr txBox="1"/>
          <p:nvPr/>
        </p:nvSpPr>
        <p:spPr>
          <a:xfrm>
            <a:off x="1713760" y="5018052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CALLS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38A4B2C-F063-C588-F8D8-25129D327BB6}"/>
              </a:ext>
            </a:extLst>
          </p:cNvPr>
          <p:cNvSpPr txBox="1"/>
          <p:nvPr/>
        </p:nvSpPr>
        <p:spPr>
          <a:xfrm>
            <a:off x="1194571" y="6324812"/>
            <a:ext cx="201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 STORAGE</a:t>
            </a:r>
          </a:p>
        </p:txBody>
      </p:sp>
    </p:spTree>
    <p:extLst>
      <p:ext uri="{BB962C8B-B14F-4D97-AF65-F5344CB8AC3E}">
        <p14:creationId xmlns:p14="http://schemas.microsoft.com/office/powerpoint/2010/main" val="3919964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2ED63-0A3A-7BC4-015E-2799FD688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DF1A1-A16D-C719-9DC4-23E124635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Intelligent</a:t>
            </a:r>
            <a:r>
              <a:rPr lang="es-ES" dirty="0"/>
              <a:t> </a:t>
            </a:r>
            <a:r>
              <a:rPr lang="es-ES" dirty="0" err="1"/>
              <a:t>Pricing</a:t>
            </a:r>
            <a:r>
              <a:rPr lang="es-ES" dirty="0"/>
              <a:t> (</a:t>
            </a:r>
            <a:r>
              <a:rPr lang="es-ES" dirty="0" err="1"/>
              <a:t>iPricing</a:t>
            </a:r>
            <a:r>
              <a:rPr lang="es-ES" dirty="0"/>
              <a:t>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018F54-0475-097F-BF90-56C8DAEA58E4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6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2E96F32-B1A8-B8EF-19B9-3C2FC6284228}"/>
              </a:ext>
            </a:extLst>
          </p:cNvPr>
          <p:cNvSpPr txBox="1"/>
          <p:nvPr/>
        </p:nvSpPr>
        <p:spPr>
          <a:xfrm>
            <a:off x="0" y="6316525"/>
            <a:ext cx="112944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García-Fernández, A., Parejo, J. A., &amp; Ruiz-Cortés, A. (2025, </a:t>
            </a:r>
            <a:r>
              <a:rPr lang="es-ES" sz="1400" dirty="0" err="1"/>
              <a:t>Dec</a:t>
            </a:r>
            <a:r>
              <a:rPr lang="es-ES" sz="1400" dirty="0"/>
              <a:t>). </a:t>
            </a:r>
            <a:r>
              <a:rPr lang="es-ES" sz="1400" dirty="0" err="1"/>
              <a:t>iSubscription</a:t>
            </a:r>
            <a:r>
              <a:rPr lang="es-ES" sz="1400" dirty="0"/>
              <a:t>: </a:t>
            </a:r>
            <a:r>
              <a:rPr lang="es-ES" sz="1400" dirty="0" err="1"/>
              <a:t>Bridging</a:t>
            </a:r>
            <a:r>
              <a:rPr lang="es-ES" sz="1400" dirty="0"/>
              <a:t> </a:t>
            </a:r>
            <a:r>
              <a:rPr lang="es-ES" sz="1400" dirty="0" err="1"/>
              <a:t>the</a:t>
            </a:r>
            <a:r>
              <a:rPr lang="es-ES" sz="1400" dirty="0"/>
              <a:t> Gap </a:t>
            </a:r>
            <a:r>
              <a:rPr lang="es-ES" sz="1400" dirty="0" err="1"/>
              <a:t>between</a:t>
            </a:r>
            <a:r>
              <a:rPr lang="es-ES" sz="1400" dirty="0"/>
              <a:t> </a:t>
            </a:r>
            <a:r>
              <a:rPr lang="es-ES" sz="1400" dirty="0" err="1"/>
              <a:t>Contracts</a:t>
            </a:r>
            <a:r>
              <a:rPr lang="es-ES" sz="1400" dirty="0"/>
              <a:t> and </a:t>
            </a:r>
            <a:r>
              <a:rPr lang="es-ES" sz="1400" dirty="0" err="1"/>
              <a:t>Runtime</a:t>
            </a:r>
            <a:r>
              <a:rPr lang="es-ES" sz="1400" dirty="0"/>
              <a:t> Access Control in SaaS. </a:t>
            </a:r>
          </a:p>
          <a:p>
            <a:r>
              <a:rPr lang="es-ES" sz="1400" dirty="0"/>
              <a:t>In </a:t>
            </a:r>
            <a:r>
              <a:rPr lang="es-ES" sz="1400" i="1" dirty="0"/>
              <a:t>International </a:t>
            </a:r>
            <a:r>
              <a:rPr lang="es-ES" sz="1400" i="1" dirty="0" err="1"/>
              <a:t>Conference</a:t>
            </a:r>
            <a:r>
              <a:rPr lang="es-ES" sz="1400" i="1" dirty="0"/>
              <a:t> </a:t>
            </a:r>
            <a:r>
              <a:rPr lang="es-ES" sz="1400" i="1" dirty="0" err="1"/>
              <a:t>on</a:t>
            </a:r>
            <a:r>
              <a:rPr lang="es-ES" sz="1400" i="1" dirty="0"/>
              <a:t> </a:t>
            </a:r>
            <a:r>
              <a:rPr lang="es-ES" sz="1400" i="1" dirty="0" err="1"/>
              <a:t>Service-Oriented</a:t>
            </a:r>
            <a:r>
              <a:rPr lang="es-ES" sz="1400" i="1" dirty="0"/>
              <a:t> Computing</a:t>
            </a:r>
            <a:r>
              <a:rPr lang="es-ES" sz="1400" dirty="0"/>
              <a:t> (pp. 51-66).</a:t>
            </a:r>
            <a:endParaRPr lang="en-US" sz="14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3D2B1EE-071D-8D3F-8067-EF1A1AA02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59" y="894291"/>
            <a:ext cx="10231680" cy="506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45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"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FD475-9BD8-9A0D-FE30-EDFE5625C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00E5D-DF34-E13D-F35A-74BA8A47D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Intelligent</a:t>
            </a:r>
            <a:r>
              <a:rPr lang="es-ES" dirty="0"/>
              <a:t> </a:t>
            </a:r>
            <a:r>
              <a:rPr lang="es-ES" dirty="0" err="1"/>
              <a:t>Pricing</a:t>
            </a:r>
            <a:r>
              <a:rPr lang="es-ES" dirty="0"/>
              <a:t> (</a:t>
            </a:r>
            <a:r>
              <a:rPr lang="es-ES" dirty="0" err="1"/>
              <a:t>iPricing</a:t>
            </a:r>
            <a:r>
              <a:rPr lang="es-ES" dirty="0"/>
              <a:t>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26BDC4-A113-4EFD-7C60-D137476C511E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7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C696CCDA-6BD5-4FEB-3FB3-CFFBE8CD8573}"/>
              </a:ext>
            </a:extLst>
          </p:cNvPr>
          <p:cNvGrpSpPr/>
          <p:nvPr/>
        </p:nvGrpSpPr>
        <p:grpSpPr>
          <a:xfrm>
            <a:off x="8137268" y="2749764"/>
            <a:ext cx="3609362" cy="2022532"/>
            <a:chOff x="6471068" y="4733964"/>
            <a:chExt cx="2346960" cy="1205034"/>
          </a:xfrm>
        </p:grpSpPr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901172D4-7B51-3D3F-ED53-FFDCB0EE51E5}"/>
                </a:ext>
              </a:extLst>
            </p:cNvPr>
            <p:cNvSpPr/>
            <p:nvPr/>
          </p:nvSpPr>
          <p:spPr>
            <a:xfrm>
              <a:off x="6471068" y="4733964"/>
              <a:ext cx="2346960" cy="1205034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</a:endParaRP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847DE132-4A7B-B339-1FF4-E680A5119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0493" y="5065238"/>
              <a:ext cx="1908109" cy="564168"/>
            </a:xfrm>
            <a:prstGeom prst="rect">
              <a:avLst/>
            </a:prstGeom>
          </p:spPr>
        </p:pic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5AF43FF3-6FB7-4AC3-3C4F-0EE0DD95DD30}"/>
              </a:ext>
            </a:extLst>
          </p:cNvPr>
          <p:cNvGrpSpPr/>
          <p:nvPr/>
        </p:nvGrpSpPr>
        <p:grpSpPr>
          <a:xfrm>
            <a:off x="445370" y="2733125"/>
            <a:ext cx="3456069" cy="2092199"/>
            <a:chOff x="3341788" y="4744805"/>
            <a:chExt cx="2346960" cy="1205034"/>
          </a:xfrm>
        </p:grpSpPr>
        <p:sp>
          <p:nvSpPr>
            <p:cNvPr id="9" name="Rectángulo redondeado 8">
              <a:extLst>
                <a:ext uri="{FF2B5EF4-FFF2-40B4-BE49-F238E27FC236}">
                  <a16:creationId xmlns:a16="http://schemas.microsoft.com/office/drawing/2014/main" id="{87766C35-2267-EC08-55DC-4454E2EEB5A0}"/>
                </a:ext>
              </a:extLst>
            </p:cNvPr>
            <p:cNvSpPr/>
            <p:nvPr/>
          </p:nvSpPr>
          <p:spPr>
            <a:xfrm>
              <a:off x="3341788" y="4744805"/>
              <a:ext cx="2346960" cy="1205034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</a:endParaRP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CB9DF5DF-BB95-182B-EFEB-F830A446B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2177" y="4882465"/>
              <a:ext cx="1279189" cy="925199"/>
            </a:xfrm>
            <a:prstGeom prst="rect">
              <a:avLst/>
            </a:prstGeom>
          </p:spPr>
        </p:pic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3BC92D0A-26EF-D93B-48FA-9EC3829A34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000" y="2953937"/>
            <a:ext cx="3347999" cy="165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23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598C3-4103-E6FC-BA24-85247D11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7C974-D35C-D6FE-DF29-2295D8C37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Intelligent</a:t>
            </a:r>
            <a:r>
              <a:rPr lang="es-ES" dirty="0"/>
              <a:t> </a:t>
            </a:r>
            <a:r>
              <a:rPr lang="es-ES" dirty="0" err="1"/>
              <a:t>Pricing</a:t>
            </a:r>
            <a:r>
              <a:rPr lang="es-ES" dirty="0"/>
              <a:t> (</a:t>
            </a:r>
            <a:r>
              <a:rPr lang="es-ES" dirty="0" err="1"/>
              <a:t>iPricing</a:t>
            </a:r>
            <a:r>
              <a:rPr lang="es-ES" dirty="0"/>
              <a:t>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5EDDCD0-91E4-9143-2354-FB4EDC02EC22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8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8D6BDE69-4308-1349-3942-57F5F0A80315}"/>
              </a:ext>
            </a:extLst>
          </p:cNvPr>
          <p:cNvGrpSpPr/>
          <p:nvPr/>
        </p:nvGrpSpPr>
        <p:grpSpPr>
          <a:xfrm>
            <a:off x="1741588" y="3369084"/>
            <a:ext cx="2346960" cy="1205034"/>
            <a:chOff x="6471068" y="4733964"/>
            <a:chExt cx="2346960" cy="1205034"/>
          </a:xfrm>
        </p:grpSpPr>
        <p:sp>
          <p:nvSpPr>
            <p:cNvPr id="12" name="Rectángulo redondeado 11">
              <a:extLst>
                <a:ext uri="{FF2B5EF4-FFF2-40B4-BE49-F238E27FC236}">
                  <a16:creationId xmlns:a16="http://schemas.microsoft.com/office/drawing/2014/main" id="{97AB9533-1407-74E6-D4CE-AF489A62F62C}"/>
                </a:ext>
              </a:extLst>
            </p:cNvPr>
            <p:cNvSpPr/>
            <p:nvPr/>
          </p:nvSpPr>
          <p:spPr>
            <a:xfrm>
              <a:off x="6471068" y="4733964"/>
              <a:ext cx="2346960" cy="1205034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</a:endParaRPr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81D7979C-0561-6137-A8C5-A85AE39A0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0493" y="5065238"/>
              <a:ext cx="1908109" cy="564168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E8D15004-6A43-4A2D-2398-3EE73C9677C4}"/>
              </a:ext>
            </a:extLst>
          </p:cNvPr>
          <p:cNvGrpSpPr/>
          <p:nvPr/>
        </p:nvGrpSpPr>
        <p:grpSpPr>
          <a:xfrm>
            <a:off x="1741588" y="1298222"/>
            <a:ext cx="2346960" cy="1205034"/>
            <a:chOff x="3341788" y="4744805"/>
            <a:chExt cx="2346960" cy="1205034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7DA7091F-ACFD-1F5C-2E4D-9AB9B345187E}"/>
                </a:ext>
              </a:extLst>
            </p:cNvPr>
            <p:cNvSpPr/>
            <p:nvPr/>
          </p:nvSpPr>
          <p:spPr>
            <a:xfrm>
              <a:off x="3341788" y="4744805"/>
              <a:ext cx="2346960" cy="1205034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</a:endParaRP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FAA1BC04-C9A3-23F0-9833-65012D9A0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2177" y="4882465"/>
              <a:ext cx="1279189" cy="925199"/>
            </a:xfrm>
            <a:prstGeom prst="rect">
              <a:avLst/>
            </a:prstGeom>
          </p:spPr>
        </p:pic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C03F2983-F7C5-F8CB-88E2-C2418C32309A}"/>
              </a:ext>
            </a:extLst>
          </p:cNvPr>
          <p:cNvGrpSpPr/>
          <p:nvPr/>
        </p:nvGrpSpPr>
        <p:grpSpPr>
          <a:xfrm>
            <a:off x="4361287" y="1354393"/>
            <a:ext cx="4630966" cy="1088175"/>
            <a:chOff x="4513687" y="1425150"/>
            <a:chExt cx="4630966" cy="1088175"/>
          </a:xfrm>
        </p:grpSpPr>
        <p:sp>
          <p:nvSpPr>
            <p:cNvPr id="5" name="Corchete izquierdo 4">
              <a:extLst>
                <a:ext uri="{FF2B5EF4-FFF2-40B4-BE49-F238E27FC236}">
                  <a16:creationId xmlns:a16="http://schemas.microsoft.com/office/drawing/2014/main" id="{17C39EDB-85A5-C074-AE53-7568F4BEB6BF}"/>
                </a:ext>
              </a:extLst>
            </p:cNvPr>
            <p:cNvSpPr/>
            <p:nvPr/>
          </p:nvSpPr>
          <p:spPr>
            <a:xfrm>
              <a:off x="4513687" y="1425150"/>
              <a:ext cx="342900" cy="108817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FE57F35D-C1BE-7B25-8307-9EF135E391E3}"/>
                </a:ext>
              </a:extLst>
            </p:cNvPr>
            <p:cNvSpPr txBox="1"/>
            <p:nvPr/>
          </p:nvSpPr>
          <p:spPr>
            <a:xfrm>
              <a:off x="4761337" y="1508508"/>
              <a:ext cx="4383316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s-ES" dirty="0"/>
                <a:t>Input: </a:t>
              </a:r>
              <a:r>
                <a:rPr lang="es-ES" dirty="0" err="1"/>
                <a:t>An</a:t>
              </a:r>
              <a:r>
                <a:rPr lang="es-ES" dirty="0"/>
                <a:t> URL </a:t>
              </a:r>
              <a:r>
                <a:rPr lang="es-ES" dirty="0" err="1"/>
                <a:t>pointing</a:t>
              </a:r>
              <a:r>
                <a:rPr lang="es-ES" dirty="0"/>
                <a:t> </a:t>
              </a:r>
              <a:r>
                <a:rPr lang="es-ES" dirty="0" err="1"/>
                <a:t>to</a:t>
              </a:r>
              <a:r>
                <a:rPr lang="es-ES" dirty="0"/>
                <a:t> a SaaS </a:t>
              </a:r>
              <a:r>
                <a:rPr lang="es-ES" dirty="0" err="1"/>
                <a:t>Pricing</a:t>
              </a:r>
              <a:r>
                <a:rPr lang="es-ES" dirty="0"/>
                <a:t> Page</a:t>
              </a:r>
            </a:p>
            <a:p>
              <a:pPr marL="285750" indent="-285750">
                <a:buFontTx/>
                <a:buChar char="-"/>
              </a:pPr>
              <a:endParaRPr lang="es-ES" dirty="0"/>
            </a:p>
            <a:p>
              <a:pPr marL="285750" indent="-285750">
                <a:buFontTx/>
                <a:buChar char="-"/>
              </a:pPr>
              <a:r>
                <a:rPr lang="es-ES" dirty="0"/>
                <a:t>Output: A </a:t>
              </a:r>
              <a:r>
                <a:rPr lang="es-ES" dirty="0" err="1"/>
                <a:t>valid</a:t>
              </a:r>
              <a:r>
                <a:rPr lang="es-ES" dirty="0"/>
                <a:t> </a:t>
              </a:r>
              <a:r>
                <a:rPr lang="es-ES" dirty="0" err="1"/>
                <a:t>iPricing</a:t>
              </a:r>
              <a:endParaRPr lang="es-ES" dirty="0"/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11AC2C63-D507-2655-53BD-1025F84703E3}"/>
              </a:ext>
            </a:extLst>
          </p:cNvPr>
          <p:cNvGrpSpPr/>
          <p:nvPr/>
        </p:nvGrpSpPr>
        <p:grpSpPr>
          <a:xfrm>
            <a:off x="4361287" y="3120118"/>
            <a:ext cx="5901698" cy="1695450"/>
            <a:chOff x="4513687" y="3190875"/>
            <a:chExt cx="5901698" cy="1695450"/>
          </a:xfrm>
        </p:grpSpPr>
        <p:sp>
          <p:nvSpPr>
            <p:cNvPr id="4" name="Corchete izquierdo 3">
              <a:extLst>
                <a:ext uri="{FF2B5EF4-FFF2-40B4-BE49-F238E27FC236}">
                  <a16:creationId xmlns:a16="http://schemas.microsoft.com/office/drawing/2014/main" id="{ABA16717-C310-7A79-CC5F-EC204DA1F5A9}"/>
                </a:ext>
              </a:extLst>
            </p:cNvPr>
            <p:cNvSpPr/>
            <p:nvPr/>
          </p:nvSpPr>
          <p:spPr>
            <a:xfrm>
              <a:off x="4513687" y="3190875"/>
              <a:ext cx="353588" cy="169545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6FA5A01-EDF0-83E4-83ED-7EDD051F133A}"/>
                </a:ext>
              </a:extLst>
            </p:cNvPr>
            <p:cNvSpPr txBox="1"/>
            <p:nvPr/>
          </p:nvSpPr>
          <p:spPr>
            <a:xfrm>
              <a:off x="4761337" y="3272362"/>
              <a:ext cx="5654048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s-ES" dirty="0"/>
                <a:t>Input: A </a:t>
              </a:r>
              <a:r>
                <a:rPr lang="es-ES" dirty="0" err="1"/>
                <a:t>valid</a:t>
              </a:r>
              <a:r>
                <a:rPr lang="es-ES" dirty="0"/>
                <a:t> </a:t>
              </a:r>
              <a:r>
                <a:rPr lang="es-ES" dirty="0" err="1"/>
                <a:t>iPricing</a:t>
              </a:r>
              <a:endParaRPr lang="es-ES" dirty="0"/>
            </a:p>
            <a:p>
              <a:pPr marL="285750" indent="-285750">
                <a:buFontTx/>
                <a:buChar char="-"/>
              </a:pPr>
              <a:endParaRPr lang="es-ES" dirty="0"/>
            </a:p>
            <a:p>
              <a:pPr marL="285750" indent="-285750">
                <a:buFontTx/>
                <a:buChar char="-"/>
              </a:pPr>
              <a:r>
                <a:rPr lang="es-ES" dirty="0"/>
                <a:t>Output: </a:t>
              </a:r>
              <a:r>
                <a:rPr lang="es-ES" dirty="0" err="1"/>
                <a:t>The</a:t>
              </a:r>
              <a:r>
                <a:rPr lang="es-ES" dirty="0"/>
                <a:t> </a:t>
              </a:r>
              <a:r>
                <a:rPr lang="es-ES" dirty="0" err="1"/>
                <a:t>result</a:t>
              </a:r>
              <a:r>
                <a:rPr lang="es-ES" dirty="0"/>
                <a:t> </a:t>
              </a:r>
              <a:r>
                <a:rPr lang="es-ES" dirty="0" err="1"/>
                <a:t>of</a:t>
              </a:r>
              <a:r>
                <a:rPr lang="es-ES" dirty="0"/>
                <a:t> </a:t>
              </a:r>
              <a:r>
                <a:rPr lang="es-ES" dirty="0" err="1"/>
                <a:t>applying</a:t>
              </a:r>
              <a:r>
                <a:rPr lang="es-ES" dirty="0"/>
                <a:t> </a:t>
              </a:r>
              <a:r>
                <a:rPr lang="es-ES" dirty="0" err="1"/>
                <a:t>one</a:t>
              </a:r>
              <a:r>
                <a:rPr lang="es-ES" dirty="0"/>
                <a:t> </a:t>
              </a:r>
              <a:r>
                <a:rPr lang="es-ES" dirty="0" err="1"/>
                <a:t>of</a:t>
              </a:r>
              <a:r>
                <a:rPr lang="es-ES" dirty="0"/>
                <a:t> </a:t>
              </a:r>
              <a:r>
                <a:rPr lang="es-ES" dirty="0" err="1"/>
                <a:t>the</a:t>
              </a:r>
              <a:r>
                <a:rPr lang="es-ES" dirty="0"/>
                <a:t> </a:t>
              </a:r>
              <a:r>
                <a:rPr lang="es-ES" dirty="0" err="1"/>
                <a:t>available</a:t>
              </a:r>
              <a:r>
                <a:rPr lang="es-ES" dirty="0"/>
                <a:t> </a:t>
              </a:r>
              <a:r>
                <a:rPr lang="es-ES" dirty="0" err="1"/>
                <a:t>operations</a:t>
              </a:r>
              <a:r>
                <a:rPr lang="es-ES" dirty="0"/>
                <a:t> </a:t>
              </a:r>
            </a:p>
            <a:p>
              <a:pPr marL="285750" indent="-285750">
                <a:buFontTx/>
                <a:buChar char="-"/>
              </a:pPr>
              <a:endParaRPr lang="es-ES" dirty="0"/>
            </a:p>
            <a:p>
              <a:pPr marL="285750" indent="-285750">
                <a:buFontTx/>
                <a:buChar char="-"/>
              </a:pPr>
              <a:r>
                <a:rPr lang="es-ES" dirty="0" err="1"/>
                <a:t>Available</a:t>
              </a:r>
              <a:r>
                <a:rPr lang="es-ES" dirty="0"/>
                <a:t> </a:t>
              </a:r>
              <a:r>
                <a:rPr lang="es-ES" dirty="0" err="1"/>
                <a:t>operations</a:t>
              </a:r>
              <a:r>
                <a:rPr lang="es-ES" dirty="0"/>
                <a:t>: </a:t>
              </a:r>
              <a:r>
                <a:rPr lang="es-ES" dirty="0" err="1"/>
                <a:t>Optimal</a:t>
              </a:r>
              <a:r>
                <a:rPr lang="es-ES" dirty="0"/>
                <a:t>, </a:t>
              </a:r>
              <a:r>
                <a:rPr lang="es-ES" dirty="0" err="1"/>
                <a:t>Filter</a:t>
              </a:r>
              <a:r>
                <a:rPr lang="es-ES" dirty="0"/>
                <a:t>, </a:t>
              </a:r>
              <a:r>
                <a:rPr lang="es-ES" dirty="0" err="1"/>
                <a:t>Valid</a:t>
              </a:r>
              <a:endParaRPr lang="es-ES" dirty="0"/>
            </a:p>
          </p:txBody>
        </p:sp>
      </p:grpSp>
      <p:pic>
        <p:nvPicPr>
          <p:cNvPr id="10" name="Imagen 9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007F4375-9C03-1121-7606-B30A1B0512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443" y="-5692412"/>
            <a:ext cx="8818542" cy="3602467"/>
          </a:xfrm>
          <a:prstGeom prst="rect">
            <a:avLst/>
          </a:prstGeom>
        </p:spPr>
      </p:pic>
      <p:sp>
        <p:nvSpPr>
          <p:cNvPr id="11" name="Rounded Rectangle 26">
            <a:extLst>
              <a:ext uri="{FF2B5EF4-FFF2-40B4-BE49-F238E27FC236}">
                <a16:creationId xmlns:a16="http://schemas.microsoft.com/office/drawing/2014/main" id="{913E0D0B-1459-B4D3-3591-09016EF96078}"/>
              </a:ext>
            </a:extLst>
          </p:cNvPr>
          <p:cNvSpPr/>
          <p:nvPr/>
        </p:nvSpPr>
        <p:spPr>
          <a:xfrm>
            <a:off x="1249680" y="5221752"/>
            <a:ext cx="9692640" cy="868680"/>
          </a:xfrm>
          <a:prstGeom prst="roundRect">
            <a:avLst/>
          </a:prstGeom>
          <a:solidFill>
            <a:srgbClr val="FCE7EF"/>
          </a:solidFill>
          <a:ln w="16510">
            <a:solidFill>
              <a:srgbClr val="A50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ES" sz="1700" b="1" dirty="0" err="1">
                <a:solidFill>
                  <a:srgbClr val="5A0022"/>
                </a:solidFill>
                <a:latin typeface="Arial"/>
              </a:rPr>
              <a:t>We</a:t>
            </a:r>
            <a:r>
              <a:rPr lang="es-ES" sz="1700" b="1" dirty="0">
                <a:solidFill>
                  <a:srgbClr val="5A0022"/>
                </a:solidFill>
                <a:latin typeface="Arial"/>
              </a:rPr>
              <a:t> </a:t>
            </a:r>
            <a:r>
              <a:rPr lang="es-ES" sz="1700" b="1" dirty="0" err="1">
                <a:solidFill>
                  <a:srgbClr val="5A0022"/>
                </a:solidFill>
                <a:latin typeface="Arial"/>
              </a:rPr>
              <a:t>want</a:t>
            </a:r>
            <a:r>
              <a:rPr lang="es-ES" sz="1700" b="1" dirty="0">
                <a:solidFill>
                  <a:srgbClr val="5A0022"/>
                </a:solidFill>
                <a:latin typeface="Arial"/>
              </a:rPr>
              <a:t> </a:t>
            </a:r>
            <a:r>
              <a:rPr lang="es-ES" sz="1700" b="1" dirty="0" err="1">
                <a:solidFill>
                  <a:srgbClr val="5A0022"/>
                </a:solidFill>
                <a:latin typeface="Arial"/>
              </a:rPr>
              <a:t>to</a:t>
            </a:r>
            <a:r>
              <a:rPr sz="1700" b="1" dirty="0">
                <a:solidFill>
                  <a:srgbClr val="5A0022"/>
                </a:solidFill>
                <a:latin typeface="Arial"/>
              </a:rPr>
              <a:t> interpret PI tasks and orchestrate heterogeneous tools under a unified analytical process.</a:t>
            </a:r>
          </a:p>
        </p:txBody>
      </p:sp>
    </p:spTree>
    <p:extLst>
      <p:ext uri="{BB962C8B-B14F-4D97-AF65-F5344CB8AC3E}">
        <p14:creationId xmlns:p14="http://schemas.microsoft.com/office/powerpoint/2010/main" val="1328892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3FD475-9BD8-9A0D-FE30-EDFE5625C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914400" y="26467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1E1E1E"/>
                </a:solidFill>
                <a:latin typeface="Arial"/>
              </a:rPr>
              <a:t>Automates modeling from SaaS pricing pages to valid </a:t>
            </a:r>
            <a:r>
              <a:rPr sz="1400" b="0" dirty="0" err="1">
                <a:solidFill>
                  <a:srgbClr val="1E1E1E"/>
                </a:solidFill>
                <a:latin typeface="Arial"/>
              </a:rPr>
              <a:t>iPricings</a:t>
            </a:r>
            <a:r>
              <a:rPr sz="1400" b="0" dirty="0">
                <a:solidFill>
                  <a:srgbClr val="1E1E1E"/>
                </a:solidFill>
                <a:latin typeface="Arial"/>
              </a:rPr>
              <a:t>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14800" y="1673352"/>
            <a:ext cx="1188720" cy="502920"/>
          </a:xfrm>
          <a:prstGeom prst="rightArrow">
            <a:avLst/>
          </a:prstGeom>
          <a:solidFill>
            <a:srgbClr val="A5003E"/>
          </a:solidFill>
          <a:ln>
            <a:solidFill>
              <a:srgbClr val="A50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9759" y="26467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1E1E1E"/>
                </a:solidFill>
                <a:latin typeface="Arial"/>
              </a:rPr>
              <a:t>Runs pricing analyses such as optimal, filter and valid configurations.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915400" y="1673352"/>
            <a:ext cx="1188720" cy="502920"/>
          </a:xfrm>
          <a:prstGeom prst="rightArrow">
            <a:avLst/>
          </a:prstGeom>
          <a:solidFill>
            <a:srgbClr val="EFA835"/>
          </a:solidFill>
          <a:ln>
            <a:solidFill>
              <a:srgbClr val="EFA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answers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18420" y="1312383"/>
            <a:ext cx="1417320" cy="1280160"/>
          </a:xfrm>
          <a:prstGeom prst="roundRect">
            <a:avLst/>
          </a:prstGeom>
          <a:solidFill>
            <a:srgbClr val="FFEAD2"/>
          </a:solidFill>
          <a:ln w="16510">
            <a:solidFill>
              <a:srgbClr val="EFA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>
                <a:solidFill>
                  <a:srgbClr val="1E1E1E"/>
                </a:solidFill>
                <a:latin typeface="Arial"/>
              </a:rPr>
              <a:t>PI task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57300" y="4109356"/>
            <a:ext cx="9692640" cy="868680"/>
          </a:xfrm>
          <a:prstGeom prst="roundRect">
            <a:avLst/>
          </a:prstGeom>
          <a:solidFill>
            <a:srgbClr val="FCE7EF"/>
          </a:solidFill>
          <a:ln w="16510">
            <a:solidFill>
              <a:srgbClr val="A50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ES" sz="1700" b="1" dirty="0" err="1">
                <a:solidFill>
                  <a:srgbClr val="5A0022"/>
                </a:solidFill>
                <a:latin typeface="Arial"/>
              </a:rPr>
              <a:t>We</a:t>
            </a:r>
            <a:r>
              <a:rPr lang="es-ES" sz="1700" b="1" dirty="0">
                <a:solidFill>
                  <a:srgbClr val="5A0022"/>
                </a:solidFill>
                <a:latin typeface="Arial"/>
              </a:rPr>
              <a:t> </a:t>
            </a:r>
            <a:r>
              <a:rPr lang="es-ES" sz="1700" b="1" dirty="0" err="1">
                <a:solidFill>
                  <a:srgbClr val="5A0022"/>
                </a:solidFill>
                <a:latin typeface="Arial"/>
              </a:rPr>
              <a:t>want</a:t>
            </a:r>
            <a:r>
              <a:rPr lang="es-ES" sz="1700" b="1" dirty="0">
                <a:solidFill>
                  <a:srgbClr val="5A0022"/>
                </a:solidFill>
                <a:latin typeface="Arial"/>
              </a:rPr>
              <a:t> </a:t>
            </a:r>
            <a:r>
              <a:rPr lang="es-ES" sz="1700" b="1" dirty="0" err="1">
                <a:solidFill>
                  <a:srgbClr val="5A0022"/>
                </a:solidFill>
                <a:latin typeface="Arial"/>
              </a:rPr>
              <a:t>to</a:t>
            </a:r>
            <a:r>
              <a:rPr sz="1700" b="1" dirty="0">
                <a:solidFill>
                  <a:srgbClr val="5A0022"/>
                </a:solidFill>
                <a:latin typeface="Arial"/>
              </a:rPr>
              <a:t> interpret PI tasks and orchestrate heterogeneous tools under a unified analytical process.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9811433-425A-2CAC-E4BF-B94579AF1E93}"/>
              </a:ext>
            </a:extLst>
          </p:cNvPr>
          <p:cNvGrpSpPr/>
          <p:nvPr/>
        </p:nvGrpSpPr>
        <p:grpSpPr>
          <a:xfrm>
            <a:off x="1158240" y="1312383"/>
            <a:ext cx="2346960" cy="1205034"/>
            <a:chOff x="3341788" y="4744805"/>
            <a:chExt cx="2346960" cy="1205034"/>
          </a:xfrm>
        </p:grpSpPr>
        <p:sp>
          <p:nvSpPr>
            <p:cNvPr id="11" name="Rectángulo redondeado 10">
              <a:extLst>
                <a:ext uri="{FF2B5EF4-FFF2-40B4-BE49-F238E27FC236}">
                  <a16:creationId xmlns:a16="http://schemas.microsoft.com/office/drawing/2014/main" id="{1902CB10-75FB-E2E8-AD7D-C8A4CC27AE83}"/>
                </a:ext>
              </a:extLst>
            </p:cNvPr>
            <p:cNvSpPr/>
            <p:nvPr/>
          </p:nvSpPr>
          <p:spPr>
            <a:xfrm>
              <a:off x="3341788" y="4744805"/>
              <a:ext cx="2346960" cy="1205034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</a:endParaRPr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361ACEB-4130-18FB-2B7F-92FA8B835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2177" y="4882465"/>
              <a:ext cx="1279189" cy="925199"/>
            </a:xfrm>
            <a:prstGeom prst="rect">
              <a:avLst/>
            </a:prstGeom>
          </p:spPr>
        </p:pic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A76F10D3-A0A4-86DA-F827-EE0246E11488}"/>
              </a:ext>
            </a:extLst>
          </p:cNvPr>
          <p:cNvGrpSpPr/>
          <p:nvPr/>
        </p:nvGrpSpPr>
        <p:grpSpPr>
          <a:xfrm>
            <a:off x="5943600" y="1327807"/>
            <a:ext cx="2346960" cy="1205034"/>
            <a:chOff x="6471068" y="4733964"/>
            <a:chExt cx="2346960" cy="1205034"/>
          </a:xfrm>
        </p:grpSpPr>
        <p:sp>
          <p:nvSpPr>
            <p:cNvPr id="15" name="Rectángulo redondeado 14">
              <a:extLst>
                <a:ext uri="{FF2B5EF4-FFF2-40B4-BE49-F238E27FC236}">
                  <a16:creationId xmlns:a16="http://schemas.microsoft.com/office/drawing/2014/main" id="{9E3B8081-E343-A0C7-C070-59D3310B2EBE}"/>
                </a:ext>
              </a:extLst>
            </p:cNvPr>
            <p:cNvSpPr/>
            <p:nvPr/>
          </p:nvSpPr>
          <p:spPr>
            <a:xfrm>
              <a:off x="6471068" y="4733964"/>
              <a:ext cx="2346960" cy="1205034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</a:endParaRPr>
            </a:p>
          </p:txBody>
        </p:sp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CA76C75F-DED8-C93C-394C-BEFD54655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0493" y="5065238"/>
              <a:ext cx="1908109" cy="564168"/>
            </a:xfrm>
            <a:prstGeom prst="rect">
              <a:avLst/>
            </a:prstGeom>
          </p:spPr>
        </p:pic>
      </p:grpSp>
      <p:sp>
        <p:nvSpPr>
          <p:cNvPr id="31" name="Título 1">
            <a:extLst>
              <a:ext uri="{FF2B5EF4-FFF2-40B4-BE49-F238E27FC236}">
                <a16:creationId xmlns:a16="http://schemas.microsoft.com/office/drawing/2014/main" id="{32F2DED6-0EA4-A96D-2523-C14B2B64FE49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/>
              <a:t>Pricing</a:t>
            </a:r>
            <a:r>
              <a:rPr lang="es-ES" dirty="0"/>
              <a:t> </a:t>
            </a:r>
            <a:r>
              <a:rPr lang="es-ES" dirty="0" err="1"/>
              <a:t>Intelligence</a:t>
            </a:r>
            <a:r>
              <a:rPr lang="es-ES" dirty="0"/>
              <a:t> (PI)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66117F2-3578-5AAF-F131-64F6655D69DB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42079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  <p:bldP spid="24" grpId="0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4D991-61E5-E7DF-63A0-9A17B4C6F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Elipse 58">
            <a:extLst>
              <a:ext uri="{FF2B5EF4-FFF2-40B4-BE49-F238E27FC236}">
                <a16:creationId xmlns:a16="http://schemas.microsoft.com/office/drawing/2014/main" id="{DDF0462E-E50D-C4FE-2D42-EC6BDE95A88A}"/>
              </a:ext>
            </a:extLst>
          </p:cNvPr>
          <p:cNvSpPr/>
          <p:nvPr/>
        </p:nvSpPr>
        <p:spPr>
          <a:xfrm>
            <a:off x="333375" y="1495425"/>
            <a:ext cx="7248525" cy="4830981"/>
          </a:xfrm>
          <a:prstGeom prst="ellipse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EED717-6463-20D6-98DF-399C08801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Pricing</a:t>
            </a:r>
            <a:r>
              <a:rPr lang="es-ES" dirty="0"/>
              <a:t> </a:t>
            </a:r>
            <a:r>
              <a:rPr lang="es-ES" dirty="0" err="1"/>
              <a:t>Intelligence</a:t>
            </a:r>
            <a:r>
              <a:rPr lang="es-ES" dirty="0"/>
              <a:t> (PI)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5524CD7-D8C1-3772-E941-576BB417B461}"/>
              </a:ext>
            </a:extLst>
          </p:cNvPr>
          <p:cNvSpPr txBox="1"/>
          <p:nvPr/>
        </p:nvSpPr>
        <p:spPr>
          <a:xfrm>
            <a:off x="11866268" y="637403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9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C080282B-456C-7E6D-67FD-BC720D885395}"/>
              </a:ext>
            </a:extLst>
          </p:cNvPr>
          <p:cNvGrpSpPr/>
          <p:nvPr/>
        </p:nvGrpSpPr>
        <p:grpSpPr>
          <a:xfrm>
            <a:off x="3797473" y="4214731"/>
            <a:ext cx="2346960" cy="1205034"/>
            <a:chOff x="6471068" y="4733964"/>
            <a:chExt cx="2346960" cy="1205034"/>
          </a:xfrm>
        </p:grpSpPr>
        <p:sp>
          <p:nvSpPr>
            <p:cNvPr id="12" name="Rectángulo redondeado 11">
              <a:extLst>
                <a:ext uri="{FF2B5EF4-FFF2-40B4-BE49-F238E27FC236}">
                  <a16:creationId xmlns:a16="http://schemas.microsoft.com/office/drawing/2014/main" id="{A537E5FD-3E79-E4B1-C416-5E069C7CDE71}"/>
                </a:ext>
              </a:extLst>
            </p:cNvPr>
            <p:cNvSpPr/>
            <p:nvPr/>
          </p:nvSpPr>
          <p:spPr>
            <a:xfrm>
              <a:off x="6471068" y="4733964"/>
              <a:ext cx="2346960" cy="1205034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</a:endParaRPr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F3375B6B-4FEE-B2D2-3C3F-D53AF3EFC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0493" y="5065238"/>
              <a:ext cx="1908109" cy="564168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A479D67-F573-5A49-684F-DFC28DDA4AA5}"/>
              </a:ext>
            </a:extLst>
          </p:cNvPr>
          <p:cNvGrpSpPr/>
          <p:nvPr/>
        </p:nvGrpSpPr>
        <p:grpSpPr>
          <a:xfrm>
            <a:off x="1610677" y="2449309"/>
            <a:ext cx="2346960" cy="1205034"/>
            <a:chOff x="3341788" y="4744805"/>
            <a:chExt cx="2346960" cy="1205034"/>
          </a:xfrm>
        </p:grpSpPr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D4825961-3AA0-BAA0-7D93-402990FC9058}"/>
                </a:ext>
              </a:extLst>
            </p:cNvPr>
            <p:cNvSpPr/>
            <p:nvPr/>
          </p:nvSpPr>
          <p:spPr>
            <a:xfrm>
              <a:off x="3341788" y="4744805"/>
              <a:ext cx="2346960" cy="1205034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</a:endParaRP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33B20AC1-9D2A-A937-AEDB-B6A68E55F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2177" y="4882465"/>
              <a:ext cx="1279189" cy="925199"/>
            </a:xfrm>
            <a:prstGeom prst="rect">
              <a:avLst/>
            </a:prstGeom>
          </p:spPr>
        </p:pic>
      </p:grpSp>
      <p:sp>
        <p:nvSpPr>
          <p:cNvPr id="60" name="Flecha derecha 59">
            <a:extLst>
              <a:ext uri="{FF2B5EF4-FFF2-40B4-BE49-F238E27FC236}">
                <a16:creationId xmlns:a16="http://schemas.microsoft.com/office/drawing/2014/main" id="{7FE92406-375B-C134-38C1-91B0AFCBB80E}"/>
              </a:ext>
            </a:extLst>
          </p:cNvPr>
          <p:cNvSpPr/>
          <p:nvPr/>
        </p:nvSpPr>
        <p:spPr>
          <a:xfrm>
            <a:off x="7429500" y="3657600"/>
            <a:ext cx="2438400" cy="7162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OPTIMIZE</a:t>
            </a:r>
          </a:p>
        </p:txBody>
      </p:sp>
      <p:grpSp>
        <p:nvGrpSpPr>
          <p:cNvPr id="13312" name="Grupo 13311">
            <a:extLst>
              <a:ext uri="{FF2B5EF4-FFF2-40B4-BE49-F238E27FC236}">
                <a16:creationId xmlns:a16="http://schemas.microsoft.com/office/drawing/2014/main" id="{75151E26-375E-9B9F-85F6-83F9BE2B215F}"/>
              </a:ext>
            </a:extLst>
          </p:cNvPr>
          <p:cNvGrpSpPr/>
          <p:nvPr/>
        </p:nvGrpSpPr>
        <p:grpSpPr>
          <a:xfrm>
            <a:off x="10040447" y="3398849"/>
            <a:ext cx="1233733" cy="1603065"/>
            <a:chOff x="10040447" y="3398849"/>
            <a:chExt cx="1233733" cy="1603065"/>
          </a:xfrm>
        </p:grpSpPr>
        <p:pic>
          <p:nvPicPr>
            <p:cNvPr id="13318" name="Picture 6" descr="Cost optimization - Free marketing icons">
              <a:extLst>
                <a:ext uri="{FF2B5EF4-FFF2-40B4-BE49-F238E27FC236}">
                  <a16:creationId xmlns:a16="http://schemas.microsoft.com/office/drawing/2014/main" id="{34EEC52C-A6F7-A887-14EB-6103E9C42F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40447" y="3398849"/>
              <a:ext cx="1233733" cy="1233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39A0D093-F60C-8766-E73D-D790C247EE16}"/>
                </a:ext>
              </a:extLst>
            </p:cNvPr>
            <p:cNvSpPr txBox="1"/>
            <p:nvPr/>
          </p:nvSpPr>
          <p:spPr>
            <a:xfrm>
              <a:off x="10123865" y="4632582"/>
              <a:ext cx="10668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/>
                <a:t>Value-cost</a:t>
              </a:r>
              <a:endParaRPr lang="es-ES" dirty="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3B363A20-877D-3B35-44E7-761176F28A94}"/>
              </a:ext>
            </a:extLst>
          </p:cNvPr>
          <p:cNvGrpSpPr/>
          <p:nvPr/>
        </p:nvGrpSpPr>
        <p:grpSpPr>
          <a:xfrm>
            <a:off x="7754447" y="1832443"/>
            <a:ext cx="1593706" cy="1714110"/>
            <a:chOff x="7754447" y="1832443"/>
            <a:chExt cx="1593706" cy="1714110"/>
          </a:xfrm>
        </p:grpSpPr>
        <p:pic>
          <p:nvPicPr>
            <p:cNvPr id="13314" name="Picture 2" descr="Decision making - Free people icons">
              <a:extLst>
                <a:ext uri="{FF2B5EF4-FFF2-40B4-BE49-F238E27FC236}">
                  <a16:creationId xmlns:a16="http://schemas.microsoft.com/office/drawing/2014/main" id="{039C4BC7-FCCA-789A-3776-44E204F7B0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6911" y="1832443"/>
              <a:ext cx="1279559" cy="1233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4F6303F1-CCAC-535E-6FD0-A14593873D94}"/>
                </a:ext>
              </a:extLst>
            </p:cNvPr>
            <p:cNvSpPr txBox="1"/>
            <p:nvPr/>
          </p:nvSpPr>
          <p:spPr>
            <a:xfrm>
              <a:off x="7754447" y="3177221"/>
              <a:ext cx="1593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/>
                <a:t>Decision-makers</a:t>
              </a:r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1648486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598C3-4103-E6FC-BA24-85247D11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007F4375-9C03-1121-7606-B30A1B0512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443" y="-5692412"/>
            <a:ext cx="8818542" cy="3602467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85800" y="1417320"/>
            <a:ext cx="2834640" cy="3291840"/>
          </a:xfrm>
          <a:prstGeom prst="roundRect">
            <a:avLst/>
          </a:prstGeom>
          <a:solidFill>
            <a:srgbClr val="FCE7EF"/>
          </a:solidFill>
          <a:ln w="16510">
            <a:solidFill>
              <a:srgbClr val="A50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 dirty="0">
                <a:solidFill>
                  <a:srgbClr val="1E1E1E"/>
                </a:solidFill>
                <a:latin typeface="Arial"/>
              </a:rPr>
              <a:t>Decision-makers
</a:t>
            </a:r>
            <a:r>
              <a:rPr lang="es-ES" sz="1600" b="1" dirty="0">
                <a:solidFill>
                  <a:srgbClr val="1E1E1E"/>
                </a:solidFill>
                <a:latin typeface="Arial"/>
              </a:rPr>
              <a:t>A</a:t>
            </a:r>
            <a:r>
              <a:rPr sz="1600" b="1" dirty="0" err="1">
                <a:solidFill>
                  <a:srgbClr val="1E1E1E"/>
                </a:solidFill>
                <a:latin typeface="Arial"/>
              </a:rPr>
              <a:t>sk</a:t>
            </a:r>
            <a:r>
              <a:rPr lang="es-ES" sz="1600" b="1" dirty="0">
                <a:solidFill>
                  <a:srgbClr val="1E1E1E"/>
                </a:solidFill>
                <a:latin typeface="Arial"/>
              </a:rPr>
              <a:t> PI </a:t>
            </a:r>
            <a:r>
              <a:rPr lang="es-ES" sz="1600" b="1" dirty="0" err="1">
                <a:solidFill>
                  <a:srgbClr val="1E1E1E"/>
                </a:solidFill>
                <a:latin typeface="Arial"/>
              </a:rPr>
              <a:t>tasks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:
“Which provider is cheaper for my usage?”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699928" y="2823006"/>
            <a:ext cx="1143000" cy="475488"/>
          </a:xfrm>
          <a:prstGeom prst="rightArrow">
            <a:avLst/>
          </a:prstGeom>
          <a:solidFill>
            <a:srgbClr val="A5003E"/>
          </a:solidFill>
          <a:ln>
            <a:solidFill>
              <a:srgbClr val="A50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983480" y="1417320"/>
            <a:ext cx="2331720" cy="3291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700" b="1" dirty="0">
                <a:solidFill>
                  <a:srgbClr val="5A0022"/>
                </a:solidFill>
                <a:latin typeface="Arial"/>
              </a:rPr>
              <a:t>Semantic gap
+
</a:t>
            </a:r>
            <a:r>
              <a:rPr lang="es-ES" sz="1700" b="1" dirty="0" err="1">
                <a:solidFill>
                  <a:srgbClr val="5A0022"/>
                </a:solidFill>
                <a:latin typeface="Arial"/>
              </a:rPr>
              <a:t>Orchestration</a:t>
            </a:r>
            <a:r>
              <a:rPr sz="1700" b="1" dirty="0">
                <a:solidFill>
                  <a:srgbClr val="5A0022"/>
                </a:solidFill>
                <a:latin typeface="Arial"/>
              </a:rPr>
              <a:t> gap
What should be executed?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498080" y="2825496"/>
            <a:ext cx="1143000" cy="475488"/>
          </a:xfrm>
          <a:prstGeom prst="rightArrow">
            <a:avLst/>
          </a:prstGeom>
          <a:solidFill>
            <a:srgbClr val="00928E"/>
          </a:solidFill>
          <a:ln>
            <a:solidFill>
              <a:srgbClr val="009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823960" y="1417320"/>
            <a:ext cx="2743200" cy="3291840"/>
          </a:xfrm>
          <a:prstGeom prst="roundRect">
            <a:avLst/>
          </a:prstGeom>
          <a:solidFill>
            <a:srgbClr val="DEECFA"/>
          </a:solidFill>
          <a:ln w="16510">
            <a:solidFill>
              <a:srgbClr val="497C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 dirty="0">
                <a:solidFill>
                  <a:srgbClr val="1E1E1E"/>
                </a:solidFill>
                <a:latin typeface="Arial"/>
              </a:rPr>
              <a:t>PI tools
</a:t>
            </a:r>
            <a:r>
              <a:rPr lang="es-ES" sz="1600" b="1" dirty="0">
                <a:solidFill>
                  <a:srgbClr val="1E1E1E"/>
                </a:solidFill>
                <a:latin typeface="Arial"/>
              </a:rPr>
              <a:t>R</a:t>
            </a:r>
            <a:r>
              <a:rPr sz="1600" b="1" dirty="0" err="1">
                <a:solidFill>
                  <a:srgbClr val="1E1E1E"/>
                </a:solidFill>
                <a:latin typeface="Arial"/>
              </a:rPr>
              <a:t>equire</a:t>
            </a:r>
            <a:r>
              <a:rPr sz="1600" b="1" dirty="0">
                <a:solidFill>
                  <a:srgbClr val="1E1E1E"/>
                </a:solidFill>
                <a:latin typeface="Arial"/>
              </a:rPr>
              <a:t> precise actions, parameters and pricing artifacts.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33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5A0022"/>
                </a:solidFill>
                <a:latin typeface="Arial"/>
              </a:rPr>
              <a:t>Pricing Intelligence is the discipline that turns pricing data into actionable knowledge.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AF2E559C-DFE2-DF34-8A92-8D587209671D}"/>
              </a:ext>
            </a:extLst>
          </p:cNvPr>
          <p:cNvSpPr txBox="1">
            <a:spLocks/>
          </p:cNvSpPr>
          <p:nvPr/>
        </p:nvSpPr>
        <p:spPr>
          <a:xfrm>
            <a:off x="609600" y="271939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 err="1"/>
              <a:t>Pricing</a:t>
            </a:r>
            <a:r>
              <a:rPr lang="es-ES" dirty="0"/>
              <a:t> </a:t>
            </a:r>
            <a:r>
              <a:rPr lang="es-ES" dirty="0" err="1"/>
              <a:t>Intelligence</a:t>
            </a:r>
            <a:r>
              <a:rPr lang="es-ES" dirty="0"/>
              <a:t> (PI)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9F4CE02-4B3E-F128-F7CE-D543C74237DD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73664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1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5E167-BD73-7F1D-5529-64BE053B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5D04B-EA8C-7B08-75B9-E235A5AB8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Pricing</a:t>
            </a:r>
            <a:r>
              <a:rPr lang="es-ES" dirty="0"/>
              <a:t> </a:t>
            </a:r>
            <a:r>
              <a:rPr lang="es-ES" dirty="0" err="1"/>
              <a:t>Intelligence</a:t>
            </a:r>
            <a:r>
              <a:rPr lang="es-ES" dirty="0"/>
              <a:t> </a:t>
            </a:r>
            <a:r>
              <a:rPr lang="es-ES" dirty="0" err="1"/>
              <a:t>Interpretation</a:t>
            </a:r>
            <a:r>
              <a:rPr lang="es-ES" dirty="0"/>
              <a:t> </a:t>
            </a:r>
            <a:r>
              <a:rPr lang="es-ES" dirty="0" err="1"/>
              <a:t>Process</a:t>
            </a:r>
            <a:r>
              <a:rPr lang="es-ES" dirty="0"/>
              <a:t> (PIIP)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1CE4444E-9DFF-9E6E-6F1B-2796201DABEC}"/>
              </a:ext>
            </a:extLst>
          </p:cNvPr>
          <p:cNvSpPr/>
          <p:nvPr/>
        </p:nvSpPr>
        <p:spPr>
          <a:xfrm>
            <a:off x="3561080" y="1469786"/>
            <a:ext cx="5069840" cy="1165702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206D2D6F-689C-52C2-7C69-150E7E1B19EC}"/>
              </a:ext>
            </a:extLst>
          </p:cNvPr>
          <p:cNvSpPr/>
          <p:nvPr/>
        </p:nvSpPr>
        <p:spPr>
          <a:xfrm>
            <a:off x="3561080" y="2846149"/>
            <a:ext cx="5069840" cy="1165702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38CB3F6D-E360-31FE-8A12-0D830BA59302}"/>
              </a:ext>
            </a:extLst>
          </p:cNvPr>
          <p:cNvSpPr/>
          <p:nvPr/>
        </p:nvSpPr>
        <p:spPr>
          <a:xfrm>
            <a:off x="3561080" y="4222512"/>
            <a:ext cx="5069840" cy="1165702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504630C-5038-7FC5-EF82-BFE79AC0E965}"/>
              </a:ext>
            </a:extLst>
          </p:cNvPr>
          <p:cNvSpPr txBox="1"/>
          <p:nvPr/>
        </p:nvSpPr>
        <p:spPr>
          <a:xfrm>
            <a:off x="11725206" y="6396335"/>
            <a:ext cx="448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4582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C0A5E-8F63-3E56-65BF-BA4C5542D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redondeado 22">
            <a:extLst>
              <a:ext uri="{FF2B5EF4-FFF2-40B4-BE49-F238E27FC236}">
                <a16:creationId xmlns:a16="http://schemas.microsoft.com/office/drawing/2014/main" id="{B14C3525-80D0-FC33-D8CF-6FD089F58694}"/>
              </a:ext>
            </a:extLst>
          </p:cNvPr>
          <p:cNvSpPr/>
          <p:nvPr/>
        </p:nvSpPr>
        <p:spPr>
          <a:xfrm>
            <a:off x="3038475" y="2009459"/>
            <a:ext cx="5915025" cy="4296091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1949C1-4F82-1F8C-966A-C0579AD11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Capability</a:t>
            </a:r>
            <a:r>
              <a:rPr lang="es-ES" dirty="0"/>
              <a:t> </a:t>
            </a:r>
            <a:r>
              <a:rPr lang="es-ES" dirty="0" err="1"/>
              <a:t>Layer</a:t>
            </a:r>
            <a:endParaRPr lang="es-ES" dirty="0"/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E46D69D7-A2A1-C84A-D19A-AD566BBA898A}"/>
              </a:ext>
            </a:extLst>
          </p:cNvPr>
          <p:cNvSpPr/>
          <p:nvPr/>
        </p:nvSpPr>
        <p:spPr>
          <a:xfrm>
            <a:off x="2960788" y="1944271"/>
            <a:ext cx="6084044" cy="4429760"/>
          </a:xfrm>
          <a:prstGeom prst="roundRect">
            <a:avLst>
              <a:gd name="adj" fmla="val 4529"/>
            </a:avLst>
          </a:prstGeom>
          <a:solidFill>
            <a:schemeClr val="bg1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Flecha abajo 5">
            <a:extLst>
              <a:ext uri="{FF2B5EF4-FFF2-40B4-BE49-F238E27FC236}">
                <a16:creationId xmlns:a16="http://schemas.microsoft.com/office/drawing/2014/main" id="{86941929-D03B-DF29-B889-814C494F365F}"/>
              </a:ext>
            </a:extLst>
          </p:cNvPr>
          <p:cNvSpPr/>
          <p:nvPr/>
        </p:nvSpPr>
        <p:spPr>
          <a:xfrm>
            <a:off x="6031353" y="1691999"/>
            <a:ext cx="304800" cy="706238"/>
          </a:xfrm>
          <a:prstGeom prst="downArrow">
            <a:avLst/>
          </a:prstGeom>
          <a:solidFill>
            <a:srgbClr val="D5E8D4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163539F5-82B7-A861-B619-DE205D95172B}"/>
              </a:ext>
            </a:extLst>
          </p:cNvPr>
          <p:cNvSpPr/>
          <p:nvPr/>
        </p:nvSpPr>
        <p:spPr>
          <a:xfrm>
            <a:off x="4829330" y="2406550"/>
            <a:ext cx="2346960" cy="576421"/>
          </a:xfrm>
          <a:prstGeom prst="round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>
                <a:solidFill>
                  <a:schemeClr val="tx1"/>
                </a:solidFill>
              </a:rPr>
              <a:t>MCP SERVER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0BE6D70-BB3D-FCD2-52B6-004000C495FD}"/>
              </a:ext>
            </a:extLst>
          </p:cNvPr>
          <p:cNvSpPr/>
          <p:nvPr/>
        </p:nvSpPr>
        <p:spPr>
          <a:xfrm>
            <a:off x="4427553" y="3871371"/>
            <a:ext cx="3348018" cy="154707"/>
          </a:xfrm>
          <a:prstGeom prst="rect">
            <a:avLst/>
          </a:prstGeom>
          <a:solidFill>
            <a:srgbClr val="FFE6CC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Flecha abajo 8">
            <a:extLst>
              <a:ext uri="{FF2B5EF4-FFF2-40B4-BE49-F238E27FC236}">
                <a16:creationId xmlns:a16="http://schemas.microsoft.com/office/drawing/2014/main" id="{619867A0-FCB2-DDB9-DFCA-F7D58366E578}"/>
              </a:ext>
            </a:extLst>
          </p:cNvPr>
          <p:cNvSpPr/>
          <p:nvPr/>
        </p:nvSpPr>
        <p:spPr>
          <a:xfrm rot="10800000">
            <a:off x="5896902" y="2982968"/>
            <a:ext cx="304800" cy="950790"/>
          </a:xfrm>
          <a:prstGeom prst="downArrow">
            <a:avLst/>
          </a:prstGeom>
          <a:solidFill>
            <a:srgbClr val="FFE6CC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Flecha abajo 9">
            <a:extLst>
              <a:ext uri="{FF2B5EF4-FFF2-40B4-BE49-F238E27FC236}">
                <a16:creationId xmlns:a16="http://schemas.microsoft.com/office/drawing/2014/main" id="{50F017A6-B6CC-0263-ACDF-A4F0D2BF94C5}"/>
              </a:ext>
            </a:extLst>
          </p:cNvPr>
          <p:cNvSpPr/>
          <p:nvPr/>
        </p:nvSpPr>
        <p:spPr>
          <a:xfrm>
            <a:off x="4349372" y="3933759"/>
            <a:ext cx="304800" cy="806531"/>
          </a:xfrm>
          <a:prstGeom prst="downArrow">
            <a:avLst/>
          </a:prstGeom>
          <a:solidFill>
            <a:srgbClr val="FFE6CC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Flecha abajo 10">
            <a:extLst>
              <a:ext uri="{FF2B5EF4-FFF2-40B4-BE49-F238E27FC236}">
                <a16:creationId xmlns:a16="http://schemas.microsoft.com/office/drawing/2014/main" id="{072B1494-4505-96C8-C661-3DF8EAD6CC1D}"/>
              </a:ext>
            </a:extLst>
          </p:cNvPr>
          <p:cNvSpPr/>
          <p:nvPr/>
        </p:nvSpPr>
        <p:spPr>
          <a:xfrm>
            <a:off x="7546420" y="3933759"/>
            <a:ext cx="304800" cy="767180"/>
          </a:xfrm>
          <a:prstGeom prst="downArrow">
            <a:avLst/>
          </a:prstGeom>
          <a:solidFill>
            <a:srgbClr val="FFE6CC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7482063-8BDE-7E5B-CFB4-D1ACD736F9AE}"/>
              </a:ext>
            </a:extLst>
          </p:cNvPr>
          <p:cNvSpPr/>
          <p:nvPr/>
        </p:nvSpPr>
        <p:spPr>
          <a:xfrm>
            <a:off x="7500624" y="3917374"/>
            <a:ext cx="267963" cy="116609"/>
          </a:xfrm>
          <a:prstGeom prst="rect">
            <a:avLst/>
          </a:prstGeom>
          <a:solidFill>
            <a:srgbClr val="FFE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8B6E714-2B44-4CA6-EA0D-35DA8957DBF6}"/>
              </a:ext>
            </a:extLst>
          </p:cNvPr>
          <p:cNvSpPr/>
          <p:nvPr/>
        </p:nvSpPr>
        <p:spPr>
          <a:xfrm>
            <a:off x="4446265" y="3916180"/>
            <a:ext cx="267963" cy="116609"/>
          </a:xfrm>
          <a:prstGeom prst="rect">
            <a:avLst/>
          </a:prstGeom>
          <a:solidFill>
            <a:srgbClr val="FFE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FA20501-7907-9510-96A0-5B88EE9C1A3F}"/>
              </a:ext>
            </a:extLst>
          </p:cNvPr>
          <p:cNvSpPr/>
          <p:nvPr/>
        </p:nvSpPr>
        <p:spPr>
          <a:xfrm>
            <a:off x="5915790" y="3879307"/>
            <a:ext cx="267963" cy="116609"/>
          </a:xfrm>
          <a:prstGeom prst="rect">
            <a:avLst/>
          </a:prstGeom>
          <a:solidFill>
            <a:srgbClr val="FFE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BCD275F-516A-45CD-642F-5CCD5C432335}"/>
              </a:ext>
            </a:extLst>
          </p:cNvPr>
          <p:cNvGrpSpPr/>
          <p:nvPr/>
        </p:nvGrpSpPr>
        <p:grpSpPr>
          <a:xfrm>
            <a:off x="3341788" y="4733964"/>
            <a:ext cx="5476240" cy="1215875"/>
            <a:chOff x="685674" y="3803846"/>
            <a:chExt cx="5476240" cy="1215875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0D1EF02F-1A55-6EAE-4805-20F13F22FD67}"/>
                </a:ext>
              </a:extLst>
            </p:cNvPr>
            <p:cNvSpPr/>
            <p:nvPr/>
          </p:nvSpPr>
          <p:spPr>
            <a:xfrm>
              <a:off x="3814954" y="3803846"/>
              <a:ext cx="2346960" cy="1205034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</a:endParaRPr>
            </a:p>
          </p:txBody>
        </p: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AC9AE3E3-8AEB-6BEC-89DA-3C78D3C9A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4379" y="4135120"/>
              <a:ext cx="1908109" cy="564168"/>
            </a:xfrm>
            <a:prstGeom prst="rect">
              <a:avLst/>
            </a:prstGeom>
          </p:spPr>
        </p:pic>
        <p:sp>
          <p:nvSpPr>
            <p:cNvPr id="18" name="Rectángulo redondeado 17">
              <a:extLst>
                <a:ext uri="{FF2B5EF4-FFF2-40B4-BE49-F238E27FC236}">
                  <a16:creationId xmlns:a16="http://schemas.microsoft.com/office/drawing/2014/main" id="{EC1AEF19-D8CB-9E03-D422-93E13AE17BA2}"/>
                </a:ext>
              </a:extLst>
            </p:cNvPr>
            <p:cNvSpPr/>
            <p:nvPr/>
          </p:nvSpPr>
          <p:spPr>
            <a:xfrm>
              <a:off x="685674" y="3814687"/>
              <a:ext cx="2346960" cy="1205034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solidFill>
                  <a:schemeClr val="tx1"/>
                </a:solidFill>
              </a:endParaRP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6A7CFB91-847F-C001-7AFE-BEB701E41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6063" y="3952347"/>
              <a:ext cx="1279189" cy="925199"/>
            </a:xfrm>
            <a:prstGeom prst="rect">
              <a:avLst/>
            </a:prstGeom>
          </p:spPr>
        </p:pic>
      </p:grp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A441347D-E5FB-ABE6-4785-AAEFB588CB54}"/>
              </a:ext>
            </a:extLst>
          </p:cNvPr>
          <p:cNvSpPr/>
          <p:nvPr/>
        </p:nvSpPr>
        <p:spPr>
          <a:xfrm>
            <a:off x="3496433" y="-3555794"/>
            <a:ext cx="5069840" cy="1165702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3B58EB94-B58C-A734-E1D3-663BCC9F6F54}"/>
              </a:ext>
            </a:extLst>
          </p:cNvPr>
          <p:cNvSpPr/>
          <p:nvPr/>
        </p:nvSpPr>
        <p:spPr>
          <a:xfrm>
            <a:off x="2960788" y="1115836"/>
            <a:ext cx="6084044" cy="553161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20" name="Flecha abajo 19">
            <a:extLst>
              <a:ext uri="{FF2B5EF4-FFF2-40B4-BE49-F238E27FC236}">
                <a16:creationId xmlns:a16="http://schemas.microsoft.com/office/drawing/2014/main" id="{8188ECD6-5644-EC62-3763-FFC3BA6F5E60}"/>
              </a:ext>
            </a:extLst>
          </p:cNvPr>
          <p:cNvSpPr/>
          <p:nvPr/>
        </p:nvSpPr>
        <p:spPr>
          <a:xfrm rot="10800000">
            <a:off x="5698010" y="1678186"/>
            <a:ext cx="304800" cy="706238"/>
          </a:xfrm>
          <a:prstGeom prst="downArrow">
            <a:avLst/>
          </a:prstGeom>
          <a:solidFill>
            <a:srgbClr val="FFE6CC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95BBB37-19AA-DE84-A355-23F025AE0860}"/>
              </a:ext>
            </a:extLst>
          </p:cNvPr>
          <p:cNvSpPr txBox="1"/>
          <p:nvPr/>
        </p:nvSpPr>
        <p:spPr>
          <a:xfrm>
            <a:off x="11725206" y="6396335"/>
            <a:ext cx="448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0201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99E6-2E4E-D050-4153-11613203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5E8367-9C58-F5D1-616D-804C5D4F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Holistic</a:t>
            </a:r>
            <a:r>
              <a:rPr lang="es-ES" dirty="0"/>
              <a:t> </a:t>
            </a:r>
            <a:r>
              <a:rPr lang="es-ES" dirty="0" err="1"/>
              <a:t>Agent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Reasoning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Value</a:t>
            </a:r>
            <a:r>
              <a:rPr lang="es-ES" dirty="0"/>
              <a:t> and </a:t>
            </a:r>
            <a:r>
              <a:rPr lang="es-ES" dirty="0" err="1"/>
              <a:t>Economic</a:t>
            </a:r>
            <a:r>
              <a:rPr lang="es-ES" dirty="0"/>
              <a:t> </a:t>
            </a:r>
            <a:r>
              <a:rPr lang="es-ES" dirty="0" err="1"/>
              <a:t>analYsis</a:t>
            </a:r>
            <a:r>
              <a:rPr lang="es-ES" dirty="0"/>
              <a:t> (H.A.R.V.E.Y.)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56560C0-2A08-450F-9B66-86778F9B09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464" y="2609216"/>
            <a:ext cx="5069840" cy="1464098"/>
          </a:xfrm>
          <a:prstGeom prst="rect">
            <a:avLst/>
          </a:prstGeom>
        </p:spPr>
      </p:pic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58675248-E4EA-EFBB-2F82-A3308763EE85}"/>
              </a:ext>
            </a:extLst>
          </p:cNvPr>
          <p:cNvSpPr/>
          <p:nvPr/>
        </p:nvSpPr>
        <p:spPr>
          <a:xfrm>
            <a:off x="609600" y="1531249"/>
            <a:ext cx="5069840" cy="1165702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EA1A5132-CAA3-D648-5FA0-933DB4EA2518}"/>
              </a:ext>
            </a:extLst>
          </p:cNvPr>
          <p:cNvSpPr/>
          <p:nvPr/>
        </p:nvSpPr>
        <p:spPr>
          <a:xfrm>
            <a:off x="609600" y="2907612"/>
            <a:ext cx="5069840" cy="1165702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E1F060C8-C516-FA75-F66F-C35D0B8AB9A7}"/>
              </a:ext>
            </a:extLst>
          </p:cNvPr>
          <p:cNvSpPr/>
          <p:nvPr/>
        </p:nvSpPr>
        <p:spPr>
          <a:xfrm>
            <a:off x="609600" y="4283975"/>
            <a:ext cx="5069840" cy="1165702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ACF732B-D624-5D93-C68A-C98E6C007715}"/>
              </a:ext>
            </a:extLst>
          </p:cNvPr>
          <p:cNvSpPr txBox="1"/>
          <p:nvPr/>
        </p:nvSpPr>
        <p:spPr>
          <a:xfrm>
            <a:off x="11725206" y="6396335"/>
            <a:ext cx="448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16081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80D0A-8161-CE42-5F69-92C9BAA8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F37B7350-CBD4-FBF3-8557-99FAEE66EFB3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9986469D-6E83-675F-1C41-CFC700D11620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B29EE573-C267-E84A-A0A3-AFB6772BE8A7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C6974F5-7B1A-6F69-9E86-D552E261F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EE0D1DA3-A85F-EE64-4808-5C417EE223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743BF68F-617A-F2E3-6F4F-63763B0694BD}"/>
              </a:ext>
            </a:extLst>
          </p:cNvPr>
          <p:cNvSpPr/>
          <p:nvPr/>
        </p:nvSpPr>
        <p:spPr>
          <a:xfrm>
            <a:off x="2209800" y="1704975"/>
            <a:ext cx="2124075" cy="288607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784F45-2FAE-F0C3-B5E2-9D4432FEE0DD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89293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56542-1F1B-0A00-39B0-C7EC4F8B8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34954342-5811-A94A-2049-B0DDBA45A849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EF5A61B0-0E75-D2B7-B677-BC972A808069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5AD41ED9-4568-AA87-124F-B3B417B28F5D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F404C8-36E3-3416-5329-914F4B353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EFACF61F-7FAF-D61E-DA0D-B9D3B23BF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DE298A4C-CE3E-9734-856E-901284B688BD}"/>
              </a:ext>
            </a:extLst>
          </p:cNvPr>
          <p:cNvSpPr/>
          <p:nvPr/>
        </p:nvSpPr>
        <p:spPr>
          <a:xfrm>
            <a:off x="5052240" y="2162176"/>
            <a:ext cx="2031592" cy="100965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ED5FE3-E3C3-B7E4-A1E7-F37C5C52E9A8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33319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6BFD-07C7-2FBF-7901-F7D761DA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754994D4-5256-39AC-028C-B46FAC5D0BC4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ABE53BB-1563-A6B0-2905-4C8146B929B3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2F83FBCD-A0A9-8A4F-C663-F8D9CCB4009F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138CE7-35B2-7617-9B26-C0ADB21EC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15F02FDF-1FA2-CEB0-226C-0B77BE741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07D5D682-4A59-4F95-C426-3374ED9F6A7E}"/>
              </a:ext>
            </a:extLst>
          </p:cNvPr>
          <p:cNvSpPr/>
          <p:nvPr/>
        </p:nvSpPr>
        <p:spPr>
          <a:xfrm>
            <a:off x="5126445" y="3629026"/>
            <a:ext cx="2031592" cy="100965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895D9E9-8036-C3EC-A650-6D12AEDC6D11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5765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8A13B-3004-107B-4A0D-53E34A1F9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20308BE5-8ED0-CF48-F0BE-38BC5284FE1F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B80A8FF-6495-F821-FF71-6C7C2F6A568F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921E9DD8-EDAB-E940-F617-AB77493D88A6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7A3924-93AC-82C7-D748-FCD31A75C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8202AF72-F5C4-9C2F-AE54-DEC35B9989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88E80B0D-C602-49C1-6BC0-30514DEF7BFB}"/>
              </a:ext>
            </a:extLst>
          </p:cNvPr>
          <p:cNvSpPr/>
          <p:nvPr/>
        </p:nvSpPr>
        <p:spPr>
          <a:xfrm>
            <a:off x="7763702" y="3452123"/>
            <a:ext cx="2031592" cy="1009650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AF8ADD-B13C-FE4A-88FC-607D5ACA4978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17205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AD1ED-1F6E-DCCE-7BD9-D46A4428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211DC2DB-4450-316D-F88F-D1163B8693F8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A5A3CFA4-598F-64B1-CB6B-F81CEC9FC32C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B36F1FEF-A609-D561-3067-16F174A5FBD2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17629C-83B6-A112-6158-3760865C9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251B1663-281E-4371-5633-F04BCD24B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4447432C-F41C-552D-711C-AB67CE77D285}"/>
              </a:ext>
            </a:extLst>
          </p:cNvPr>
          <p:cNvSpPr/>
          <p:nvPr/>
        </p:nvSpPr>
        <p:spPr>
          <a:xfrm>
            <a:off x="7902426" y="4823722"/>
            <a:ext cx="1746399" cy="1759639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94DAF67-DBA1-28D2-3177-BE41C19C9465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34356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39816-306D-7068-78AD-0E0D9B76D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FBBC9BC8-D211-4CCA-4CF5-D8784B8C6090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9F12EBB4-D67E-D908-38E8-FBEE90FCE266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B18F561F-3AF1-49D9-65D6-515E027CB214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CABC6F-1910-FED6-B07C-26DC28BA8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57CD87B2-1FDB-EC0B-73B4-7BC2F01D5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A7AAF107-61B2-683A-B27B-6E3D3E40FBAF}"/>
              </a:ext>
            </a:extLst>
          </p:cNvPr>
          <p:cNvSpPr/>
          <p:nvPr/>
        </p:nvSpPr>
        <p:spPr>
          <a:xfrm>
            <a:off x="5260677" y="3714750"/>
            <a:ext cx="1746399" cy="82867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2EF429C-E82C-AA27-B34D-FDF808EA22C4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84665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89BFB-8060-C885-180B-112CD3EC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E7524BE3-F2DA-A7E6-B9F9-0CA613D711DF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16F04F25-ABCE-8B67-864B-2221C9AA7E12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ACC78B5F-A791-07C4-4E7F-2E6D82F7B43C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1C279F-B01C-F09D-7E4D-FE4BA35FD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DFF123C6-53F4-D099-F0FC-2AE73FD64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A4BCD50-EBDA-8542-4C98-D3BD4F452E51}"/>
              </a:ext>
            </a:extLst>
          </p:cNvPr>
          <p:cNvSpPr/>
          <p:nvPr/>
        </p:nvSpPr>
        <p:spPr>
          <a:xfrm>
            <a:off x="5148595" y="5229225"/>
            <a:ext cx="1939110" cy="828675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7EA794-3414-33CE-AEC6-D5AD25893BB4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98476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1B344-7061-9B7B-B289-EAACAB05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3E3CB338-7BB9-C547-BD50-2B78405DF8C4}"/>
              </a:ext>
            </a:extLst>
          </p:cNvPr>
          <p:cNvSpPr/>
          <p:nvPr/>
        </p:nvSpPr>
        <p:spPr>
          <a:xfrm rot="16200000">
            <a:off x="6230872" y="2987392"/>
            <a:ext cx="5097253" cy="1939110"/>
          </a:xfrm>
          <a:prstGeom prst="roundRect">
            <a:avLst/>
          </a:prstGeom>
          <a:solidFill>
            <a:srgbClr val="FFE6CC"/>
          </a:solidFill>
          <a:ln w="38100">
            <a:solidFill>
              <a:srgbClr val="FFB5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chemeClr val="accent2">
                    <a:lumMod val="75000"/>
                  </a:schemeClr>
                </a:solidFill>
              </a:rPr>
              <a:t>CAPABILITY LAYER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DA06B47E-CEDF-EDB4-0697-BEAB81AC55FE}"/>
              </a:ext>
            </a:extLst>
          </p:cNvPr>
          <p:cNvSpPr/>
          <p:nvPr/>
        </p:nvSpPr>
        <p:spPr>
          <a:xfrm rot="16200000">
            <a:off x="3473169" y="2987393"/>
            <a:ext cx="5097252" cy="1939109"/>
          </a:xfrm>
          <a:prstGeom prst="roundRect">
            <a:avLst/>
          </a:prstGeom>
          <a:solidFill>
            <a:srgbClr val="D5E8D4"/>
          </a:solidFill>
          <a:ln w="38100">
            <a:solidFill>
              <a:srgbClr val="97D0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B050"/>
                </a:solidFill>
              </a:rPr>
              <a:t>ORCHESTRATION LAYER</a:t>
            </a: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7546DF11-9A48-2F53-1E00-5D5C9857DB75}"/>
              </a:ext>
            </a:extLst>
          </p:cNvPr>
          <p:cNvSpPr/>
          <p:nvPr/>
        </p:nvSpPr>
        <p:spPr>
          <a:xfrm rot="16200000">
            <a:off x="770558" y="2942258"/>
            <a:ext cx="5097252" cy="2029381"/>
          </a:xfrm>
          <a:prstGeom prst="roundRect">
            <a:avLst/>
          </a:prstGeom>
          <a:solidFill>
            <a:srgbClr val="DAE8FC"/>
          </a:solidFill>
          <a:ln w="38100">
            <a:solidFill>
              <a:srgbClr val="A7C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800" dirty="0">
                <a:solidFill>
                  <a:srgbClr val="0070C0"/>
                </a:solidFill>
              </a:rPr>
              <a:t>ACCESIBILITY LAYER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5EB1DE-7EB2-3555-D9B4-97DCFB64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H.A.R.V.E.Y. </a:t>
            </a:r>
            <a:r>
              <a:rPr lang="es-ES" dirty="0" err="1"/>
              <a:t>Architecture</a:t>
            </a:r>
            <a:endParaRPr lang="es-ES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32F1A917-BA89-B984-8E91-9E8F171FE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17835"/>
            <a:ext cx="7772400" cy="526552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DFEEA71A-81DD-6829-CED9-7973CDA4919F}"/>
              </a:ext>
            </a:extLst>
          </p:cNvPr>
          <p:cNvSpPr/>
          <p:nvPr/>
        </p:nvSpPr>
        <p:spPr>
          <a:xfrm>
            <a:off x="2254379" y="4630528"/>
            <a:ext cx="2029382" cy="187504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35E8C76-80F8-48C7-572A-6450961D6E99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00777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815340" y="1308028"/>
            <a:ext cx="105613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9932" y="1527484"/>
            <a:ext cx="868680" cy="438912"/>
          </a:xfrm>
          <a:prstGeom prst="roundRect">
            <a:avLst/>
          </a:prstGeom>
          <a:solidFill>
            <a:srgbClr val="7E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RQ1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9780" y="160978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>
                <a:solidFill>
                  <a:srgbClr val="7E0029"/>
                </a:solidFill>
                <a:latin typeface="Roboto"/>
              </a:rPr>
              <a:t>Tool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4340" y="1436044"/>
            <a:ext cx="6720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1E1E"/>
                </a:solidFill>
                <a:latin typeface="Roboto"/>
              </a:rPr>
              <a:t>To what extent do current PI tools cover the elicited PI tasks?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4340" y="1810948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Roboto"/>
              </a:rPr>
              <a:t>Characterizes the current scope of PI support and exposes open needs.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340" y="2844220"/>
            <a:ext cx="105613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9932" y="3063676"/>
            <a:ext cx="868680" cy="438912"/>
          </a:xfrm>
          <a:prstGeom prst="roundRect">
            <a:avLst/>
          </a:prstGeom>
          <a:solidFill>
            <a:srgbClr val="7E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9780" y="3145973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>
                <a:solidFill>
                  <a:srgbClr val="7E0029"/>
                </a:solidFill>
                <a:latin typeface="Roboto"/>
              </a:rPr>
              <a:t>Strategy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4340" y="2972236"/>
            <a:ext cx="6720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E1E1E"/>
                </a:solidFill>
                <a:latin typeface="Roboto"/>
              </a:rPr>
              <a:t>Can HARVEY generate the correct actions and parameters?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4340" y="3347140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555555"/>
                </a:solidFill>
                <a:latin typeface="Roboto"/>
              </a:rPr>
              <a:t>Measures structural correctness with weighted precision, recall and F1.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340" y="4380412"/>
            <a:ext cx="105613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79932" y="4599868"/>
            <a:ext cx="868680" cy="438912"/>
          </a:xfrm>
          <a:prstGeom prst="roundRect">
            <a:avLst/>
          </a:prstGeom>
          <a:solidFill>
            <a:srgbClr val="7E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RQ3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49780" y="4668447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 dirty="0">
                <a:solidFill>
                  <a:srgbClr val="7E0029"/>
                </a:solidFill>
                <a:latin typeface="Roboto"/>
              </a:rPr>
              <a:t>Value assignment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4340" y="4508427"/>
            <a:ext cx="6720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E1E1E"/>
                </a:solidFill>
                <a:latin typeface="Roboto"/>
              </a:rPr>
              <a:t>When action and parameter match, are the values correct?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44340" y="4883332"/>
            <a:ext cx="6720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Roboto"/>
              </a:rPr>
              <a:t>Isolates grounding errors from upstream strategy-selection errors.</a:t>
            </a: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B8943C95-E3E0-3851-EAA8-45F09125E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 err="1"/>
              <a:t>Evaluation</a:t>
            </a:r>
            <a:endParaRPr lang="es-ES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0887025-8EB1-2CFE-8A0E-76A21DE4683B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8C3F48-3721-EB0A-B14E-594673231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9EEC5A-3830-7AB5-7782-80987315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Methodology</a:t>
            </a:r>
            <a:endParaRPr lang="es-ES" dirty="0"/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5DB53A2C-A2F2-C941-8657-79ABBB41CCCA}"/>
              </a:ext>
            </a:extLst>
          </p:cNvPr>
          <p:cNvGrpSpPr/>
          <p:nvPr/>
        </p:nvGrpSpPr>
        <p:grpSpPr>
          <a:xfrm>
            <a:off x="632812" y="1380192"/>
            <a:ext cx="1512786" cy="1476047"/>
            <a:chOff x="737071" y="1397000"/>
            <a:chExt cx="1512786" cy="1476047"/>
          </a:xfrm>
        </p:grpSpPr>
        <p:pic>
          <p:nvPicPr>
            <p:cNvPr id="4098" name="Picture 2" descr="Multiple users silhouette - Free people icons">
              <a:extLst>
                <a:ext uri="{FF2B5EF4-FFF2-40B4-BE49-F238E27FC236}">
                  <a16:creationId xmlns:a16="http://schemas.microsoft.com/office/drawing/2014/main" id="{B5B1845F-AE79-8AD0-CF54-452D499B3C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8914" y="1397000"/>
              <a:ext cx="1095829" cy="1095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25ED6CF7-A566-BF51-5022-B203FB0A984E}"/>
                </a:ext>
              </a:extLst>
            </p:cNvPr>
            <p:cNvSpPr txBox="1"/>
            <p:nvPr/>
          </p:nvSpPr>
          <p:spPr>
            <a:xfrm>
              <a:off x="737071" y="2503715"/>
              <a:ext cx="1512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11 </a:t>
              </a:r>
              <a:r>
                <a:rPr lang="es-ES" b="1" dirty="0" err="1"/>
                <a:t>participants</a:t>
              </a:r>
              <a:endParaRPr lang="es-ES" b="1" dirty="0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67803008-7CEC-CC86-E5F1-36E9AF7E17ED}"/>
              </a:ext>
            </a:extLst>
          </p:cNvPr>
          <p:cNvGrpSpPr/>
          <p:nvPr/>
        </p:nvGrpSpPr>
        <p:grpSpPr>
          <a:xfrm>
            <a:off x="412612" y="4602578"/>
            <a:ext cx="2092979" cy="1014136"/>
            <a:chOff x="554064" y="4306035"/>
            <a:chExt cx="2092979" cy="1014136"/>
          </a:xfrm>
        </p:grpSpPr>
        <p:pic>
          <p:nvPicPr>
            <p:cNvPr id="4100" name="Picture 4" descr="Gemini 3 Pro rolling out to Android as iPhone app gets redesign">
              <a:extLst>
                <a:ext uri="{FF2B5EF4-FFF2-40B4-BE49-F238E27FC236}">
                  <a16:creationId xmlns:a16="http://schemas.microsoft.com/office/drawing/2014/main" id="{17A90B84-E11C-9C4B-DB18-9CF50224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064" y="4306035"/>
              <a:ext cx="922764" cy="461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2" name="Picture 6" descr="Qwen">
              <a:extLst>
                <a:ext uri="{FF2B5EF4-FFF2-40B4-BE49-F238E27FC236}">
                  <a16:creationId xmlns:a16="http://schemas.microsoft.com/office/drawing/2014/main" id="{5832CA2D-0ACF-A99C-3F68-FD0A78F310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6828" y="4306035"/>
              <a:ext cx="1170215" cy="461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DFDA99EF-E267-E15C-006E-D80DBA57759B}"/>
                </a:ext>
              </a:extLst>
            </p:cNvPr>
            <p:cNvSpPr txBox="1"/>
            <p:nvPr/>
          </p:nvSpPr>
          <p:spPr>
            <a:xfrm>
              <a:off x="1110705" y="4950839"/>
              <a:ext cx="8370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2 </a:t>
              </a:r>
              <a:r>
                <a:rPr lang="es-ES" b="1" dirty="0" err="1"/>
                <a:t>LLMs</a:t>
              </a:r>
              <a:endParaRPr lang="es-ES" b="1" dirty="0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D357F40E-F615-514C-057E-FCBAFE976006}"/>
              </a:ext>
            </a:extLst>
          </p:cNvPr>
          <p:cNvGrpSpPr/>
          <p:nvPr/>
        </p:nvGrpSpPr>
        <p:grpSpPr>
          <a:xfrm>
            <a:off x="2505591" y="2730971"/>
            <a:ext cx="1584436" cy="1586767"/>
            <a:chOff x="2636150" y="1683417"/>
            <a:chExt cx="1386066" cy="3633451"/>
          </a:xfrm>
        </p:grpSpPr>
        <p:sp>
          <p:nvSpPr>
            <p:cNvPr id="31" name="Rectángulo redondeado 30">
              <a:extLst>
                <a:ext uri="{FF2B5EF4-FFF2-40B4-BE49-F238E27FC236}">
                  <a16:creationId xmlns:a16="http://schemas.microsoft.com/office/drawing/2014/main" id="{29BAE858-2520-B998-804B-20F22FBC9C33}"/>
                </a:ext>
              </a:extLst>
            </p:cNvPr>
            <p:cNvSpPr/>
            <p:nvPr/>
          </p:nvSpPr>
          <p:spPr>
            <a:xfrm>
              <a:off x="2647043" y="1683417"/>
              <a:ext cx="1375173" cy="363345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DC581B67-95F7-A701-A3E9-128381E6182A}"/>
                </a:ext>
              </a:extLst>
            </p:cNvPr>
            <p:cNvSpPr txBox="1"/>
            <p:nvPr/>
          </p:nvSpPr>
          <p:spPr>
            <a:xfrm>
              <a:off x="2636150" y="2782712"/>
              <a:ext cx="1375173" cy="1479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Raw </a:t>
              </a:r>
              <a:r>
                <a:rPr lang="es-ES" b="1" dirty="0" err="1"/>
                <a:t>templates</a:t>
              </a:r>
              <a:r>
                <a:rPr lang="es-ES" b="1" dirty="0"/>
                <a:t> (T0)</a:t>
              </a:r>
            </a:p>
          </p:txBody>
        </p:sp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276BBA17-B29B-0D0B-B7BC-52E66F3F3CC2}"/>
              </a:ext>
            </a:extLst>
          </p:cNvPr>
          <p:cNvGrpSpPr/>
          <p:nvPr/>
        </p:nvGrpSpPr>
        <p:grpSpPr>
          <a:xfrm>
            <a:off x="9362455" y="1932909"/>
            <a:ext cx="1851932" cy="923330"/>
            <a:chOff x="9109975" y="1944914"/>
            <a:chExt cx="1670370" cy="923330"/>
          </a:xfrm>
        </p:grpSpPr>
        <p:sp>
          <p:nvSpPr>
            <p:cNvPr id="33" name="Rectángulo redondeado 32">
              <a:extLst>
                <a:ext uri="{FF2B5EF4-FFF2-40B4-BE49-F238E27FC236}">
                  <a16:creationId xmlns:a16="http://schemas.microsoft.com/office/drawing/2014/main" id="{8BABBD30-6A68-8A52-E8BA-91A56F556447}"/>
                </a:ext>
              </a:extLst>
            </p:cNvPr>
            <p:cNvSpPr/>
            <p:nvPr/>
          </p:nvSpPr>
          <p:spPr>
            <a:xfrm>
              <a:off x="9109975" y="1944914"/>
              <a:ext cx="1670370" cy="646332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0CA767FE-56D9-F2D0-4538-B0BFEFFE51ED}"/>
                </a:ext>
              </a:extLst>
            </p:cNvPr>
            <p:cNvSpPr txBox="1"/>
            <p:nvPr/>
          </p:nvSpPr>
          <p:spPr>
            <a:xfrm>
              <a:off x="9109975" y="1944914"/>
              <a:ext cx="167037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30 </a:t>
              </a:r>
              <a:r>
                <a:rPr lang="es-ES" b="1" dirty="0" err="1"/>
                <a:t>Answerable</a:t>
              </a:r>
              <a:r>
                <a:rPr lang="es-ES" b="1" dirty="0"/>
                <a:t> PI </a:t>
              </a:r>
              <a:r>
                <a:rPr lang="es-ES" b="1" dirty="0" err="1"/>
                <a:t>task</a:t>
              </a:r>
              <a:r>
                <a:rPr lang="es-ES" b="1" dirty="0"/>
                <a:t> </a:t>
              </a:r>
              <a:r>
                <a:rPr lang="es-ES" b="1" dirty="0" err="1"/>
                <a:t>templates</a:t>
              </a:r>
              <a:endParaRPr lang="es-ES" b="1" dirty="0"/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93A43270-553E-3DB1-18CA-DEEF28CD8782}"/>
              </a:ext>
            </a:extLst>
          </p:cNvPr>
          <p:cNvGrpSpPr/>
          <p:nvPr/>
        </p:nvGrpSpPr>
        <p:grpSpPr>
          <a:xfrm>
            <a:off x="9362455" y="4693384"/>
            <a:ext cx="2150954" cy="923330"/>
            <a:chOff x="8949957" y="4577062"/>
            <a:chExt cx="1851933" cy="923330"/>
          </a:xfrm>
        </p:grpSpPr>
        <p:sp>
          <p:nvSpPr>
            <p:cNvPr id="32" name="Rectángulo redondeado 31">
              <a:extLst>
                <a:ext uri="{FF2B5EF4-FFF2-40B4-BE49-F238E27FC236}">
                  <a16:creationId xmlns:a16="http://schemas.microsoft.com/office/drawing/2014/main" id="{B65D6787-1261-094C-EE83-E9B98ED1D19D}"/>
                </a:ext>
              </a:extLst>
            </p:cNvPr>
            <p:cNvSpPr/>
            <p:nvPr/>
          </p:nvSpPr>
          <p:spPr>
            <a:xfrm>
              <a:off x="8989698" y="4602578"/>
              <a:ext cx="1743200" cy="613408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F049B7EE-1D71-BAB5-89B0-5C27058F5AD4}"/>
                </a:ext>
              </a:extLst>
            </p:cNvPr>
            <p:cNvSpPr txBox="1"/>
            <p:nvPr/>
          </p:nvSpPr>
          <p:spPr>
            <a:xfrm>
              <a:off x="8949957" y="4577062"/>
              <a:ext cx="185193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26 Non-</a:t>
              </a:r>
              <a:r>
                <a:rPr lang="es-ES" b="1" dirty="0" err="1"/>
                <a:t>Answerable</a:t>
              </a:r>
              <a:r>
                <a:rPr lang="es-ES" b="1" dirty="0"/>
                <a:t> PI </a:t>
              </a:r>
              <a:r>
                <a:rPr lang="es-ES" b="1" dirty="0" err="1"/>
                <a:t>task</a:t>
              </a:r>
              <a:r>
                <a:rPr lang="es-ES" b="1" dirty="0"/>
                <a:t> </a:t>
              </a:r>
              <a:r>
                <a:rPr lang="es-ES" b="1" dirty="0" err="1"/>
                <a:t>templates</a:t>
              </a:r>
              <a:endParaRPr lang="es-ES" b="1" dirty="0"/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524A4226-66F3-4A48-E9BF-7F43AFAE29E1}"/>
              </a:ext>
            </a:extLst>
          </p:cNvPr>
          <p:cNvGrpSpPr/>
          <p:nvPr/>
        </p:nvGrpSpPr>
        <p:grpSpPr>
          <a:xfrm>
            <a:off x="10711610" y="3072529"/>
            <a:ext cx="1367294" cy="977923"/>
            <a:chOff x="10668068" y="3008487"/>
            <a:chExt cx="1367294" cy="977923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0756647E-295D-7FD7-691D-0484777239B7}"/>
                </a:ext>
              </a:extLst>
            </p:cNvPr>
            <p:cNvSpPr/>
            <p:nvPr/>
          </p:nvSpPr>
          <p:spPr>
            <a:xfrm>
              <a:off x="10668068" y="3008487"/>
              <a:ext cx="1367294" cy="97792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9A3DBB9A-4197-9628-64B4-CF5D8727B8E4}"/>
                </a:ext>
              </a:extLst>
            </p:cNvPr>
            <p:cNvSpPr txBox="1"/>
            <p:nvPr/>
          </p:nvSpPr>
          <p:spPr>
            <a:xfrm>
              <a:off x="10736803" y="3322933"/>
              <a:ext cx="12731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150 PI </a:t>
              </a:r>
              <a:r>
                <a:rPr lang="es-ES" b="1" dirty="0" err="1"/>
                <a:t>tasks</a:t>
              </a:r>
              <a:endParaRPr lang="es-ES" b="1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B393BC7B-9487-7603-0524-B408E9C5904F}"/>
              </a:ext>
            </a:extLst>
          </p:cNvPr>
          <p:cNvGrpSpPr/>
          <p:nvPr/>
        </p:nvGrpSpPr>
        <p:grpSpPr>
          <a:xfrm>
            <a:off x="4327195" y="1787568"/>
            <a:ext cx="1240580" cy="3483428"/>
            <a:chOff x="4486729" y="1732557"/>
            <a:chExt cx="1240580" cy="3483428"/>
          </a:xfrm>
        </p:grpSpPr>
        <p:sp>
          <p:nvSpPr>
            <p:cNvPr id="19" name="Trapecio 18">
              <a:extLst>
                <a:ext uri="{FF2B5EF4-FFF2-40B4-BE49-F238E27FC236}">
                  <a16:creationId xmlns:a16="http://schemas.microsoft.com/office/drawing/2014/main" id="{C3354D88-B4B7-05F0-382A-9FA011D2A6EC}"/>
                </a:ext>
              </a:extLst>
            </p:cNvPr>
            <p:cNvSpPr/>
            <p:nvPr/>
          </p:nvSpPr>
          <p:spPr>
            <a:xfrm rot="5400000">
              <a:off x="3365305" y="2853981"/>
              <a:ext cx="3483428" cy="1240580"/>
            </a:xfrm>
            <a:prstGeom prst="trapezoid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21121969-E12B-4F68-9094-65D0747143BC}"/>
                </a:ext>
              </a:extLst>
            </p:cNvPr>
            <p:cNvSpPr txBox="1"/>
            <p:nvPr/>
          </p:nvSpPr>
          <p:spPr>
            <a:xfrm>
              <a:off x="4566796" y="3028995"/>
              <a:ext cx="108044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Manual </a:t>
              </a:r>
              <a:r>
                <a:rPr lang="es-ES" b="1" dirty="0" err="1"/>
                <a:t>Review</a:t>
              </a:r>
              <a:r>
                <a:rPr lang="es-ES" b="1" dirty="0"/>
                <a:t> (T1)</a:t>
              </a:r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99A94065-9D98-2580-2E01-CDAF9DFF368C}"/>
              </a:ext>
            </a:extLst>
          </p:cNvPr>
          <p:cNvGrpSpPr/>
          <p:nvPr/>
        </p:nvGrpSpPr>
        <p:grpSpPr>
          <a:xfrm>
            <a:off x="5808976" y="2130263"/>
            <a:ext cx="1240580" cy="2808514"/>
            <a:chOff x="6095999" y="2070014"/>
            <a:chExt cx="1090888" cy="2808514"/>
          </a:xfrm>
        </p:grpSpPr>
        <p:sp>
          <p:nvSpPr>
            <p:cNvPr id="20" name="Trapecio 19">
              <a:extLst>
                <a:ext uri="{FF2B5EF4-FFF2-40B4-BE49-F238E27FC236}">
                  <a16:creationId xmlns:a16="http://schemas.microsoft.com/office/drawing/2014/main" id="{231C0C94-16C6-A2C3-BE56-8ADFF63024DA}"/>
                </a:ext>
              </a:extLst>
            </p:cNvPr>
            <p:cNvSpPr/>
            <p:nvPr/>
          </p:nvSpPr>
          <p:spPr>
            <a:xfrm rot="5400000">
              <a:off x="5237186" y="2928827"/>
              <a:ext cx="2808514" cy="1090888"/>
            </a:xfrm>
            <a:prstGeom prst="trapezoid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CA6911FB-E972-0BDD-46DF-CA829F7176F4}"/>
                </a:ext>
              </a:extLst>
            </p:cNvPr>
            <p:cNvSpPr txBox="1"/>
            <p:nvPr/>
          </p:nvSpPr>
          <p:spPr>
            <a:xfrm>
              <a:off x="6123475" y="3010156"/>
              <a:ext cx="103973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 err="1"/>
                <a:t>Structural</a:t>
              </a:r>
              <a:r>
                <a:rPr lang="es-ES" b="1" dirty="0"/>
                <a:t> </a:t>
              </a:r>
              <a:r>
                <a:rPr lang="es-ES" b="1" dirty="0" err="1"/>
                <a:t>Filtering</a:t>
              </a:r>
              <a:r>
                <a:rPr lang="es-ES" b="1" dirty="0"/>
                <a:t> (T2)</a:t>
              </a: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57A100F1-AEE1-37D8-87A7-8E46CFE8E999}"/>
              </a:ext>
            </a:extLst>
          </p:cNvPr>
          <p:cNvGrpSpPr/>
          <p:nvPr/>
        </p:nvGrpSpPr>
        <p:grpSpPr>
          <a:xfrm>
            <a:off x="7260447" y="2458357"/>
            <a:ext cx="1609803" cy="2155372"/>
            <a:chOff x="7592506" y="2447206"/>
            <a:chExt cx="1377321" cy="2155372"/>
          </a:xfrm>
        </p:grpSpPr>
        <p:sp>
          <p:nvSpPr>
            <p:cNvPr id="21" name="Trapecio 20">
              <a:extLst>
                <a:ext uri="{FF2B5EF4-FFF2-40B4-BE49-F238E27FC236}">
                  <a16:creationId xmlns:a16="http://schemas.microsoft.com/office/drawing/2014/main" id="{B77ED855-0783-DC5A-544C-49B0BF66AEA0}"/>
                </a:ext>
              </a:extLst>
            </p:cNvPr>
            <p:cNvSpPr/>
            <p:nvPr/>
          </p:nvSpPr>
          <p:spPr>
            <a:xfrm rot="5400000">
              <a:off x="7213416" y="2846166"/>
              <a:ext cx="2155372" cy="1357451"/>
            </a:xfrm>
            <a:prstGeom prst="trapezoid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7D4E0554-05BC-5C45-387F-0E4808FAF198}"/>
                </a:ext>
              </a:extLst>
            </p:cNvPr>
            <p:cNvSpPr txBox="1"/>
            <p:nvPr/>
          </p:nvSpPr>
          <p:spPr>
            <a:xfrm>
              <a:off x="7592506" y="3065372"/>
              <a:ext cx="135745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 err="1"/>
                <a:t>Answerability</a:t>
              </a:r>
              <a:r>
                <a:rPr lang="es-ES" b="1" dirty="0"/>
                <a:t> </a:t>
              </a:r>
              <a:r>
                <a:rPr lang="es-ES" b="1" dirty="0" err="1"/>
                <a:t>Assesment</a:t>
              </a:r>
              <a:endParaRPr lang="es-ES" b="1" dirty="0"/>
            </a:p>
            <a:p>
              <a:pPr algn="ctr"/>
              <a:r>
                <a:rPr lang="es-ES" b="1" dirty="0"/>
                <a:t>(T3)</a:t>
              </a:r>
            </a:p>
          </p:txBody>
        </p:sp>
      </p:grpSp>
      <p:cxnSp>
        <p:nvCxnSpPr>
          <p:cNvPr id="45" name="Conector angular 44">
            <a:extLst>
              <a:ext uri="{FF2B5EF4-FFF2-40B4-BE49-F238E27FC236}">
                <a16:creationId xmlns:a16="http://schemas.microsoft.com/office/drawing/2014/main" id="{4489C4A4-E9A5-432C-D39E-ED4A1F71E1A4}"/>
              </a:ext>
            </a:extLst>
          </p:cNvPr>
          <p:cNvCxnSpPr>
            <a:cxnSpLocks/>
            <a:stCxn id="17" idx="2"/>
            <a:endCxn id="31" idx="2"/>
          </p:cNvCxnSpPr>
          <p:nvPr/>
        </p:nvCxnSpPr>
        <p:spPr>
          <a:xfrm rot="5400000" flipH="1" flipV="1">
            <a:off x="1696428" y="4009107"/>
            <a:ext cx="1298976" cy="1916237"/>
          </a:xfrm>
          <a:prstGeom prst="bentConnector3">
            <a:avLst>
              <a:gd name="adj1" fmla="val -175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angular 46">
            <a:extLst>
              <a:ext uri="{FF2B5EF4-FFF2-40B4-BE49-F238E27FC236}">
                <a16:creationId xmlns:a16="http://schemas.microsoft.com/office/drawing/2014/main" id="{A7A618D5-7B07-0F96-AB11-22801085CDC1}"/>
              </a:ext>
            </a:extLst>
          </p:cNvPr>
          <p:cNvCxnSpPr>
            <a:cxnSpLocks/>
            <a:stCxn id="4098" idx="0"/>
            <a:endCxn id="31" idx="0"/>
          </p:cNvCxnSpPr>
          <p:nvPr/>
        </p:nvCxnSpPr>
        <p:spPr>
          <a:xfrm rot="16200000" flipH="1">
            <a:off x="1662912" y="1089849"/>
            <a:ext cx="1350779" cy="1931465"/>
          </a:xfrm>
          <a:prstGeom prst="bentConnector3">
            <a:avLst>
              <a:gd name="adj1" fmla="val -169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ector angular 51">
            <a:extLst>
              <a:ext uri="{FF2B5EF4-FFF2-40B4-BE49-F238E27FC236}">
                <a16:creationId xmlns:a16="http://schemas.microsoft.com/office/drawing/2014/main" id="{206F5A9D-D5CD-4A3D-513C-1886A3FA7127}"/>
              </a:ext>
            </a:extLst>
          </p:cNvPr>
          <p:cNvCxnSpPr>
            <a:cxnSpLocks/>
            <a:stCxn id="29" idx="3"/>
            <a:endCxn id="24" idx="1"/>
          </p:cNvCxnSpPr>
          <p:nvPr/>
        </p:nvCxnSpPr>
        <p:spPr>
          <a:xfrm flipV="1">
            <a:off x="8847026" y="2394574"/>
            <a:ext cx="515429" cy="114361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 angular 52">
            <a:extLst>
              <a:ext uri="{FF2B5EF4-FFF2-40B4-BE49-F238E27FC236}">
                <a16:creationId xmlns:a16="http://schemas.microsoft.com/office/drawing/2014/main" id="{C453FC61-F83C-7B36-8B9A-32C7005550D3}"/>
              </a:ext>
            </a:extLst>
          </p:cNvPr>
          <p:cNvCxnSpPr>
            <a:cxnSpLocks/>
            <a:stCxn id="29" idx="3"/>
            <a:endCxn id="25" idx="1"/>
          </p:cNvCxnSpPr>
          <p:nvPr/>
        </p:nvCxnSpPr>
        <p:spPr>
          <a:xfrm>
            <a:off x="8847026" y="3538188"/>
            <a:ext cx="515429" cy="16168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angular 56">
            <a:extLst>
              <a:ext uri="{FF2B5EF4-FFF2-40B4-BE49-F238E27FC236}">
                <a16:creationId xmlns:a16="http://schemas.microsoft.com/office/drawing/2014/main" id="{7A50326D-4A55-F810-F240-7AA377E66DA0}"/>
              </a:ext>
            </a:extLst>
          </p:cNvPr>
          <p:cNvCxnSpPr>
            <a:cxnSpLocks/>
            <a:stCxn id="24" idx="3"/>
            <a:endCxn id="34" idx="0"/>
          </p:cNvCxnSpPr>
          <p:nvPr/>
        </p:nvCxnSpPr>
        <p:spPr>
          <a:xfrm>
            <a:off x="11214387" y="2256075"/>
            <a:ext cx="180870" cy="8164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6" name="Conector recto de flecha 4105">
            <a:extLst>
              <a:ext uri="{FF2B5EF4-FFF2-40B4-BE49-F238E27FC236}">
                <a16:creationId xmlns:a16="http://schemas.microsoft.com/office/drawing/2014/main" id="{152B76B9-DE30-B458-69C5-A1D07A574C9A}"/>
              </a:ext>
            </a:extLst>
          </p:cNvPr>
          <p:cNvCxnSpPr>
            <a:stCxn id="19" idx="0"/>
            <a:endCxn id="20" idx="2"/>
          </p:cNvCxnSpPr>
          <p:nvPr/>
        </p:nvCxnSpPr>
        <p:spPr>
          <a:xfrm>
            <a:off x="5567775" y="3529282"/>
            <a:ext cx="241201" cy="5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7" name="Conector recto de flecha 4106">
            <a:extLst>
              <a:ext uri="{FF2B5EF4-FFF2-40B4-BE49-F238E27FC236}">
                <a16:creationId xmlns:a16="http://schemas.microsoft.com/office/drawing/2014/main" id="{4A62422A-19C0-68A0-2883-AF0BDD091D90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7022624" y="3532070"/>
            <a:ext cx="237823" cy="6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2" name="Conector recto de flecha 4111">
            <a:extLst>
              <a:ext uri="{FF2B5EF4-FFF2-40B4-BE49-F238E27FC236}">
                <a16:creationId xmlns:a16="http://schemas.microsoft.com/office/drawing/2014/main" id="{70BF93B5-F0D3-7801-CD56-DCEAE37AC89B}"/>
              </a:ext>
            </a:extLst>
          </p:cNvPr>
          <p:cNvCxnSpPr>
            <a:cxnSpLocks/>
            <a:stCxn id="31" idx="3"/>
            <a:endCxn id="19" idx="2"/>
          </p:cNvCxnSpPr>
          <p:nvPr/>
        </p:nvCxnSpPr>
        <p:spPr>
          <a:xfrm>
            <a:off x="4090027" y="3524355"/>
            <a:ext cx="237168" cy="4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4" name="CuadroTexto 4133">
            <a:extLst>
              <a:ext uri="{FF2B5EF4-FFF2-40B4-BE49-F238E27FC236}">
                <a16:creationId xmlns:a16="http://schemas.microsoft.com/office/drawing/2014/main" id="{8760E0C1-C248-DDEE-F9C5-EEE125173EFA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23999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E8790-3150-B047-5B10-AE13380B5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70256-300B-AF01-B544-7643FF993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Methodology</a:t>
            </a:r>
            <a:endParaRPr lang="es-ES" dirty="0"/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B2B93464-15C3-20F6-8143-EB1CA96AFDC5}"/>
              </a:ext>
            </a:extLst>
          </p:cNvPr>
          <p:cNvGrpSpPr/>
          <p:nvPr/>
        </p:nvGrpSpPr>
        <p:grpSpPr>
          <a:xfrm>
            <a:off x="632812" y="1380192"/>
            <a:ext cx="1512786" cy="1476047"/>
            <a:chOff x="737071" y="1397000"/>
            <a:chExt cx="1512786" cy="1476047"/>
          </a:xfrm>
        </p:grpSpPr>
        <p:pic>
          <p:nvPicPr>
            <p:cNvPr id="4098" name="Picture 2" descr="Multiple users silhouette - Free people icons">
              <a:extLst>
                <a:ext uri="{FF2B5EF4-FFF2-40B4-BE49-F238E27FC236}">
                  <a16:creationId xmlns:a16="http://schemas.microsoft.com/office/drawing/2014/main" id="{5ACC197F-E0B6-E20C-7A86-0E6DF9212C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8914" y="1397000"/>
              <a:ext cx="1095829" cy="10958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18B737B4-7D0C-0B11-F943-E6D6FF57C569}"/>
                </a:ext>
              </a:extLst>
            </p:cNvPr>
            <p:cNvSpPr txBox="1"/>
            <p:nvPr/>
          </p:nvSpPr>
          <p:spPr>
            <a:xfrm>
              <a:off x="737071" y="2503715"/>
              <a:ext cx="15127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11 </a:t>
              </a:r>
              <a:r>
                <a:rPr lang="es-ES" b="1" dirty="0" err="1"/>
                <a:t>participants</a:t>
              </a:r>
              <a:endParaRPr lang="es-ES" b="1" dirty="0"/>
            </a:p>
          </p:txBody>
        </p:sp>
      </p:grpSp>
      <p:grpSp>
        <p:nvGrpSpPr>
          <p:cNvPr id="41" name="Grupo 40">
            <a:extLst>
              <a:ext uri="{FF2B5EF4-FFF2-40B4-BE49-F238E27FC236}">
                <a16:creationId xmlns:a16="http://schemas.microsoft.com/office/drawing/2014/main" id="{CADAF1DD-E24B-634A-35D0-CAA500B1975E}"/>
              </a:ext>
            </a:extLst>
          </p:cNvPr>
          <p:cNvGrpSpPr/>
          <p:nvPr/>
        </p:nvGrpSpPr>
        <p:grpSpPr>
          <a:xfrm>
            <a:off x="412612" y="4602578"/>
            <a:ext cx="2092979" cy="1014136"/>
            <a:chOff x="554064" y="4306035"/>
            <a:chExt cx="2092979" cy="1014136"/>
          </a:xfrm>
        </p:grpSpPr>
        <p:pic>
          <p:nvPicPr>
            <p:cNvPr id="4100" name="Picture 4" descr="Gemini 3 Pro rolling out to Android as iPhone app gets redesign">
              <a:extLst>
                <a:ext uri="{FF2B5EF4-FFF2-40B4-BE49-F238E27FC236}">
                  <a16:creationId xmlns:a16="http://schemas.microsoft.com/office/drawing/2014/main" id="{246A5BBC-70A6-8C32-7341-7BD935D664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4064" y="4306035"/>
              <a:ext cx="922764" cy="461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2" name="Picture 6" descr="Qwen">
              <a:extLst>
                <a:ext uri="{FF2B5EF4-FFF2-40B4-BE49-F238E27FC236}">
                  <a16:creationId xmlns:a16="http://schemas.microsoft.com/office/drawing/2014/main" id="{E35664C9-4E24-8186-8242-7AFA254A2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6828" y="4306035"/>
              <a:ext cx="1170215" cy="4613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586C2434-0416-A6C1-C235-326EEC9DF560}"/>
                </a:ext>
              </a:extLst>
            </p:cNvPr>
            <p:cNvSpPr txBox="1"/>
            <p:nvPr/>
          </p:nvSpPr>
          <p:spPr>
            <a:xfrm>
              <a:off x="1110705" y="4950839"/>
              <a:ext cx="8370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/>
                <a:t>2 </a:t>
              </a:r>
              <a:r>
                <a:rPr lang="es-ES" b="1" dirty="0" err="1"/>
                <a:t>LLMs</a:t>
              </a:r>
              <a:endParaRPr lang="es-ES" b="1" dirty="0"/>
            </a:p>
          </p:txBody>
        </p: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0DFF213C-31F6-BD71-96B2-871519C1A028}"/>
              </a:ext>
            </a:extLst>
          </p:cNvPr>
          <p:cNvGrpSpPr/>
          <p:nvPr/>
        </p:nvGrpSpPr>
        <p:grpSpPr>
          <a:xfrm>
            <a:off x="2505591" y="2730971"/>
            <a:ext cx="1584436" cy="1586767"/>
            <a:chOff x="2636150" y="1683417"/>
            <a:chExt cx="1386066" cy="3633451"/>
          </a:xfrm>
        </p:grpSpPr>
        <p:sp>
          <p:nvSpPr>
            <p:cNvPr id="31" name="Rectángulo redondeado 30">
              <a:extLst>
                <a:ext uri="{FF2B5EF4-FFF2-40B4-BE49-F238E27FC236}">
                  <a16:creationId xmlns:a16="http://schemas.microsoft.com/office/drawing/2014/main" id="{3405B430-38FA-B6D9-8309-20B5E10B7546}"/>
                </a:ext>
              </a:extLst>
            </p:cNvPr>
            <p:cNvSpPr/>
            <p:nvPr/>
          </p:nvSpPr>
          <p:spPr>
            <a:xfrm>
              <a:off x="2647043" y="1683417"/>
              <a:ext cx="1375173" cy="3633451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4B331C91-BDE6-D9F9-09D5-242D96288627}"/>
                </a:ext>
              </a:extLst>
            </p:cNvPr>
            <p:cNvSpPr txBox="1"/>
            <p:nvPr/>
          </p:nvSpPr>
          <p:spPr>
            <a:xfrm>
              <a:off x="2636150" y="2782712"/>
              <a:ext cx="1375173" cy="1479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Raw </a:t>
              </a:r>
              <a:r>
                <a:rPr lang="es-ES" b="1" dirty="0" err="1"/>
                <a:t>templates</a:t>
              </a:r>
              <a:r>
                <a:rPr lang="es-ES" b="1" dirty="0"/>
                <a:t> (T0)</a:t>
              </a: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4FE537C-9910-D69C-78C9-81B6C4F3EC09}"/>
              </a:ext>
            </a:extLst>
          </p:cNvPr>
          <p:cNvGrpSpPr/>
          <p:nvPr/>
        </p:nvGrpSpPr>
        <p:grpSpPr>
          <a:xfrm>
            <a:off x="7290757" y="3042939"/>
            <a:ext cx="1367294" cy="977923"/>
            <a:chOff x="10668068" y="3008487"/>
            <a:chExt cx="1367294" cy="977923"/>
          </a:xfrm>
        </p:grpSpPr>
        <p:sp>
          <p:nvSpPr>
            <p:cNvPr id="34" name="Rectángulo redondeado 33">
              <a:extLst>
                <a:ext uri="{FF2B5EF4-FFF2-40B4-BE49-F238E27FC236}">
                  <a16:creationId xmlns:a16="http://schemas.microsoft.com/office/drawing/2014/main" id="{5906734D-1C28-4343-A61F-B6E460BE59F5}"/>
                </a:ext>
              </a:extLst>
            </p:cNvPr>
            <p:cNvSpPr/>
            <p:nvPr/>
          </p:nvSpPr>
          <p:spPr>
            <a:xfrm>
              <a:off x="10668068" y="3008487"/>
              <a:ext cx="1367294" cy="97792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FDD60AAA-1F89-46A3-BB93-6A6635E6E6AE}"/>
                </a:ext>
              </a:extLst>
            </p:cNvPr>
            <p:cNvSpPr txBox="1"/>
            <p:nvPr/>
          </p:nvSpPr>
          <p:spPr>
            <a:xfrm>
              <a:off x="10763453" y="3159117"/>
              <a:ext cx="11765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/>
                <a:t>56 PI </a:t>
              </a:r>
              <a:r>
                <a:rPr lang="es-ES" b="1" dirty="0" err="1"/>
                <a:t>tasks</a:t>
              </a:r>
              <a:r>
                <a:rPr lang="es-ES" b="1" dirty="0"/>
                <a:t> </a:t>
              </a:r>
              <a:r>
                <a:rPr lang="es-ES" b="1" dirty="0" err="1"/>
                <a:t>templates</a:t>
              </a:r>
              <a:endParaRPr lang="es-ES" b="1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BEC6793F-0215-BA73-2767-CC66C11C7B1F}"/>
              </a:ext>
            </a:extLst>
          </p:cNvPr>
          <p:cNvGrpSpPr/>
          <p:nvPr/>
        </p:nvGrpSpPr>
        <p:grpSpPr>
          <a:xfrm>
            <a:off x="4327195" y="1787568"/>
            <a:ext cx="1240580" cy="3483428"/>
            <a:chOff x="4486729" y="1732557"/>
            <a:chExt cx="1240580" cy="3483428"/>
          </a:xfrm>
        </p:grpSpPr>
        <p:sp>
          <p:nvSpPr>
            <p:cNvPr id="19" name="Trapecio 18">
              <a:extLst>
                <a:ext uri="{FF2B5EF4-FFF2-40B4-BE49-F238E27FC236}">
                  <a16:creationId xmlns:a16="http://schemas.microsoft.com/office/drawing/2014/main" id="{373244BC-3763-710E-0BB8-1391241FE983}"/>
                </a:ext>
              </a:extLst>
            </p:cNvPr>
            <p:cNvSpPr/>
            <p:nvPr/>
          </p:nvSpPr>
          <p:spPr>
            <a:xfrm rot="5400000">
              <a:off x="3365305" y="2853981"/>
              <a:ext cx="3483428" cy="1240580"/>
            </a:xfrm>
            <a:prstGeom prst="trapezoid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7F80EECF-263C-D421-FBED-53509A9BF051}"/>
                </a:ext>
              </a:extLst>
            </p:cNvPr>
            <p:cNvSpPr txBox="1"/>
            <p:nvPr/>
          </p:nvSpPr>
          <p:spPr>
            <a:xfrm>
              <a:off x="4566796" y="3028995"/>
              <a:ext cx="108044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Manual </a:t>
              </a:r>
              <a:r>
                <a:rPr lang="es-ES" b="1" dirty="0" err="1"/>
                <a:t>Review</a:t>
              </a:r>
              <a:r>
                <a:rPr lang="es-ES" b="1" dirty="0"/>
                <a:t> (T1)</a:t>
              </a:r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D8922153-8E7C-C39B-132C-10642AAEA761}"/>
              </a:ext>
            </a:extLst>
          </p:cNvPr>
          <p:cNvGrpSpPr/>
          <p:nvPr/>
        </p:nvGrpSpPr>
        <p:grpSpPr>
          <a:xfrm>
            <a:off x="5808976" y="2130263"/>
            <a:ext cx="1240580" cy="2808514"/>
            <a:chOff x="6095999" y="2070014"/>
            <a:chExt cx="1090888" cy="2808514"/>
          </a:xfrm>
        </p:grpSpPr>
        <p:sp>
          <p:nvSpPr>
            <p:cNvPr id="20" name="Trapecio 19">
              <a:extLst>
                <a:ext uri="{FF2B5EF4-FFF2-40B4-BE49-F238E27FC236}">
                  <a16:creationId xmlns:a16="http://schemas.microsoft.com/office/drawing/2014/main" id="{11882E39-D90A-6452-203E-0553F40CAC80}"/>
                </a:ext>
              </a:extLst>
            </p:cNvPr>
            <p:cNvSpPr/>
            <p:nvPr/>
          </p:nvSpPr>
          <p:spPr>
            <a:xfrm rot="5400000">
              <a:off x="5237186" y="2928827"/>
              <a:ext cx="2808514" cy="1090888"/>
            </a:xfrm>
            <a:prstGeom prst="trapezoid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E65FAC0D-308A-42E7-F954-42AA5956E407}"/>
                </a:ext>
              </a:extLst>
            </p:cNvPr>
            <p:cNvSpPr txBox="1"/>
            <p:nvPr/>
          </p:nvSpPr>
          <p:spPr>
            <a:xfrm>
              <a:off x="6123475" y="3010156"/>
              <a:ext cx="103973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 err="1"/>
                <a:t>Structural</a:t>
              </a:r>
              <a:r>
                <a:rPr lang="es-ES" b="1" dirty="0"/>
                <a:t> </a:t>
              </a:r>
              <a:r>
                <a:rPr lang="es-ES" b="1" dirty="0" err="1"/>
                <a:t>Filtering</a:t>
              </a:r>
              <a:r>
                <a:rPr lang="es-ES" b="1" dirty="0"/>
                <a:t> (T2)</a:t>
              </a:r>
            </a:p>
          </p:txBody>
        </p:sp>
      </p:grpSp>
      <p:cxnSp>
        <p:nvCxnSpPr>
          <p:cNvPr id="45" name="Conector angular 44">
            <a:extLst>
              <a:ext uri="{FF2B5EF4-FFF2-40B4-BE49-F238E27FC236}">
                <a16:creationId xmlns:a16="http://schemas.microsoft.com/office/drawing/2014/main" id="{7DC0CD6C-0AC2-CA32-FF93-64E6C0B964CC}"/>
              </a:ext>
            </a:extLst>
          </p:cNvPr>
          <p:cNvCxnSpPr>
            <a:cxnSpLocks/>
            <a:stCxn id="17" idx="2"/>
            <a:endCxn id="31" idx="2"/>
          </p:cNvCxnSpPr>
          <p:nvPr/>
        </p:nvCxnSpPr>
        <p:spPr>
          <a:xfrm rot="5400000" flipH="1" flipV="1">
            <a:off x="1696428" y="4009107"/>
            <a:ext cx="1298976" cy="1916237"/>
          </a:xfrm>
          <a:prstGeom prst="bentConnector3">
            <a:avLst>
              <a:gd name="adj1" fmla="val -1759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angular 46">
            <a:extLst>
              <a:ext uri="{FF2B5EF4-FFF2-40B4-BE49-F238E27FC236}">
                <a16:creationId xmlns:a16="http://schemas.microsoft.com/office/drawing/2014/main" id="{9B3EAC38-7543-5C32-F2B0-A857B66DC348}"/>
              </a:ext>
            </a:extLst>
          </p:cNvPr>
          <p:cNvCxnSpPr>
            <a:cxnSpLocks/>
            <a:stCxn id="4098" idx="0"/>
            <a:endCxn id="31" idx="0"/>
          </p:cNvCxnSpPr>
          <p:nvPr/>
        </p:nvCxnSpPr>
        <p:spPr>
          <a:xfrm rot="16200000" flipH="1">
            <a:off x="1662912" y="1089849"/>
            <a:ext cx="1350779" cy="1931465"/>
          </a:xfrm>
          <a:prstGeom prst="bentConnector3">
            <a:avLst>
              <a:gd name="adj1" fmla="val -169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6" name="Conector recto de flecha 4105">
            <a:extLst>
              <a:ext uri="{FF2B5EF4-FFF2-40B4-BE49-F238E27FC236}">
                <a16:creationId xmlns:a16="http://schemas.microsoft.com/office/drawing/2014/main" id="{8FD20AF6-80BA-81EC-072B-32433EF65A1B}"/>
              </a:ext>
            </a:extLst>
          </p:cNvPr>
          <p:cNvCxnSpPr>
            <a:stCxn id="19" idx="0"/>
            <a:endCxn id="20" idx="2"/>
          </p:cNvCxnSpPr>
          <p:nvPr/>
        </p:nvCxnSpPr>
        <p:spPr>
          <a:xfrm>
            <a:off x="5567775" y="3529282"/>
            <a:ext cx="241201" cy="52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7" name="Conector recto de flecha 4106">
            <a:extLst>
              <a:ext uri="{FF2B5EF4-FFF2-40B4-BE49-F238E27FC236}">
                <a16:creationId xmlns:a16="http://schemas.microsoft.com/office/drawing/2014/main" id="{486FD36A-E8B5-B8E1-0D2D-EC0A81AFD3C6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7022624" y="3532070"/>
            <a:ext cx="237823" cy="6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2" name="Conector recto de flecha 4111">
            <a:extLst>
              <a:ext uri="{FF2B5EF4-FFF2-40B4-BE49-F238E27FC236}">
                <a16:creationId xmlns:a16="http://schemas.microsoft.com/office/drawing/2014/main" id="{DB5CB589-037B-FCA6-DD2C-97264789843D}"/>
              </a:ext>
            </a:extLst>
          </p:cNvPr>
          <p:cNvCxnSpPr>
            <a:cxnSpLocks/>
            <a:stCxn id="31" idx="3"/>
            <a:endCxn id="19" idx="2"/>
          </p:cNvCxnSpPr>
          <p:nvPr/>
        </p:nvCxnSpPr>
        <p:spPr>
          <a:xfrm>
            <a:off x="4090027" y="3524355"/>
            <a:ext cx="237168" cy="4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4" name="CuadroTexto 4133">
            <a:extLst>
              <a:ext uri="{FF2B5EF4-FFF2-40B4-BE49-F238E27FC236}">
                <a16:creationId xmlns:a16="http://schemas.microsoft.com/office/drawing/2014/main" id="{95142D62-9702-F067-7A9A-520DE55DDE01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14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669860F-BE96-548A-E352-FE46D746313C}"/>
              </a:ext>
            </a:extLst>
          </p:cNvPr>
          <p:cNvSpPr txBox="1"/>
          <p:nvPr/>
        </p:nvSpPr>
        <p:spPr>
          <a:xfrm>
            <a:off x="8997689" y="3062689"/>
            <a:ext cx="2960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“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these</a:t>
            </a:r>
            <a:r>
              <a:rPr lang="es-ES" dirty="0"/>
              <a:t> SaaS </a:t>
            </a:r>
            <a:r>
              <a:rPr lang="es-ES" dirty="0" err="1"/>
              <a:t>is</a:t>
            </a:r>
            <a:r>
              <a:rPr lang="es-ES" dirty="0"/>
              <a:t> more </a:t>
            </a:r>
            <a:r>
              <a:rPr lang="es-ES" dirty="0" err="1"/>
              <a:t>customizable</a:t>
            </a:r>
            <a:r>
              <a:rPr lang="es-ES" dirty="0"/>
              <a:t>: {{SAAS 1}} </a:t>
            </a:r>
            <a:r>
              <a:rPr lang="es-ES" dirty="0" err="1"/>
              <a:t>or</a:t>
            </a:r>
            <a:r>
              <a:rPr lang="es-ES" dirty="0"/>
              <a:t> {{SAAS 2}}?”</a:t>
            </a:r>
          </a:p>
        </p:txBody>
      </p:sp>
    </p:spTree>
    <p:extLst>
      <p:ext uri="{BB962C8B-B14F-4D97-AF65-F5344CB8AC3E}">
        <p14:creationId xmlns:p14="http://schemas.microsoft.com/office/powerpoint/2010/main" val="1047563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822960" y="1347851"/>
            <a:ext cx="3931920" cy="4389120"/>
          </a:xfrm>
          <a:prstGeom prst="roundRect">
            <a:avLst/>
          </a:prstGeom>
          <a:solidFill>
            <a:srgbClr val="FDECF4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1759331"/>
            <a:ext cx="32918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7E0029"/>
                </a:solidFill>
                <a:latin typeface="Roboto"/>
              </a:rPr>
              <a:t>54%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7256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>
                <a:solidFill>
                  <a:srgbClr val="1E1E1E"/>
                </a:solidFill>
                <a:latin typeface="Roboto"/>
              </a:rPr>
              <a:t>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176651"/>
            <a:ext cx="3246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555555"/>
                </a:solidFill>
                <a:latin typeface="Roboto"/>
              </a:rPr>
              <a:t>30 answerable templates
26 non-answerable templates
56 curated templates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685411"/>
            <a:ext cx="3108960" cy="384048"/>
          </a:xfrm>
          <a:prstGeom prst="roundRect">
            <a:avLst/>
          </a:prstGeom>
          <a:solidFill>
            <a:srgbClr val="7E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Coverage = |AT| / |T2|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0ED054E1-51FB-C496-4600-5CF73CF6388D}"/>
              </a:ext>
            </a:extLst>
          </p:cNvPr>
          <p:cNvGrpSpPr/>
          <p:nvPr/>
        </p:nvGrpSpPr>
        <p:grpSpPr>
          <a:xfrm>
            <a:off x="5166360" y="1347851"/>
            <a:ext cx="6172200" cy="1828800"/>
            <a:chOff x="5166360" y="1347851"/>
            <a:chExt cx="6172200" cy="1828800"/>
          </a:xfrm>
        </p:grpSpPr>
        <p:sp>
          <p:nvSpPr>
            <p:cNvPr id="16" name="Rounded Rectangle 15"/>
            <p:cNvSpPr/>
            <p:nvPr/>
          </p:nvSpPr>
          <p:spPr>
            <a:xfrm>
              <a:off x="5166360" y="1347851"/>
              <a:ext cx="6172200" cy="182880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F8B2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486400" y="1558163"/>
              <a:ext cx="182880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b="1" i="0">
                  <a:solidFill>
                    <a:srgbClr val="7E0029"/>
                  </a:solidFill>
                  <a:latin typeface="Roboto"/>
                </a:rPr>
                <a:t>Interpretation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86400" y="1987931"/>
              <a:ext cx="5440680" cy="86868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>
                <a:spcAft>
                  <a:spcPts val="400"/>
                </a:spcAft>
                <a:defRPr sz="1600">
                  <a:solidFill>
                    <a:srgbClr val="1E1E1E"/>
                  </a:solidFill>
                  <a:latin typeface="Roboto"/>
                </a:defRPr>
              </a:pPr>
              <a:r>
                <a:rPr dirty="0"/>
                <a:t>Not only a HARVEY limitation</a:t>
              </a:r>
            </a:p>
            <a:p>
              <a:pPr>
                <a:spcAft>
                  <a:spcPts val="400"/>
                </a:spcAft>
                <a:defRPr sz="1600">
                  <a:solidFill>
                    <a:srgbClr val="1E1E1E"/>
                  </a:solidFill>
                  <a:latin typeface="Roboto"/>
                </a:defRPr>
              </a:pPr>
              <a:r>
                <a:rPr dirty="0"/>
                <a:t>An empirical map of PI support</a:t>
              </a:r>
            </a:p>
            <a:p>
              <a:pPr>
                <a:spcAft>
                  <a:spcPts val="400"/>
                </a:spcAft>
                <a:defRPr sz="1600">
                  <a:solidFill>
                    <a:srgbClr val="1E1E1E"/>
                  </a:solidFill>
                  <a:latin typeface="Roboto"/>
                </a:defRPr>
              </a:pPr>
              <a:r>
                <a:rPr dirty="0"/>
                <a:t>Shows where new analytical primitives are needed</a:t>
              </a:r>
            </a:p>
          </p:txBody>
        </p:sp>
      </p:grpSp>
      <p:grpSp>
        <p:nvGrpSpPr>
          <p:cNvPr id="30" name="Grupo 29">
            <a:extLst>
              <a:ext uri="{FF2B5EF4-FFF2-40B4-BE49-F238E27FC236}">
                <a16:creationId xmlns:a16="http://schemas.microsoft.com/office/drawing/2014/main" id="{7DE1920C-6A75-42CD-C49D-64A1FC311A25}"/>
              </a:ext>
            </a:extLst>
          </p:cNvPr>
          <p:cNvGrpSpPr/>
          <p:nvPr/>
        </p:nvGrpSpPr>
        <p:grpSpPr>
          <a:xfrm>
            <a:off x="5166360" y="3450971"/>
            <a:ext cx="6172200" cy="2286000"/>
            <a:chOff x="5166360" y="3450971"/>
            <a:chExt cx="6172200" cy="2286000"/>
          </a:xfrm>
        </p:grpSpPr>
        <p:sp>
          <p:nvSpPr>
            <p:cNvPr id="19" name="Rounded Rectangle 18"/>
            <p:cNvSpPr/>
            <p:nvPr/>
          </p:nvSpPr>
          <p:spPr>
            <a:xfrm>
              <a:off x="5166360" y="3450971"/>
              <a:ext cx="6172200" cy="2286000"/>
            </a:xfrm>
            <a:prstGeom prst="roundRect">
              <a:avLst/>
            </a:prstGeom>
            <a:solidFill>
              <a:srgbClr val="FFFFFF"/>
            </a:solidFill>
            <a:ln w="15240">
              <a:solidFill>
                <a:srgbClr val="F8B2C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86400" y="3661283"/>
              <a:ext cx="182880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800" b="1" i="0">
                  <a:solidFill>
                    <a:srgbClr val="7E0029"/>
                  </a:solidFill>
                  <a:latin typeface="Roboto"/>
                </a:rPr>
                <a:t>Open gaps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486400" y="4182491"/>
              <a:ext cx="1417320" cy="365760"/>
            </a:xfrm>
            <a:prstGeom prst="roundRect">
              <a:avLst/>
            </a:prstGeom>
            <a:solidFill>
              <a:srgbClr val="4299A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0" rIns="73152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Roboto"/>
                </a:rPr>
                <a:t>Comparative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223760" y="4182491"/>
              <a:ext cx="1417320" cy="365760"/>
            </a:xfrm>
            <a:prstGeom prst="roundRect">
              <a:avLst/>
            </a:prstGeom>
            <a:solidFill>
              <a:srgbClr val="60AE6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0" rIns="73152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Roboto"/>
                </a:rPr>
                <a:t>What-if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961120" y="4182491"/>
              <a:ext cx="1417320" cy="365760"/>
            </a:xfrm>
            <a:prstGeom prst="roundRect">
              <a:avLst/>
            </a:prstGeom>
            <a:solidFill>
              <a:srgbClr val="F49F4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0" rIns="73152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Roboto"/>
                </a:rPr>
                <a:t>Predictive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486400" y="4749419"/>
              <a:ext cx="1417320" cy="365760"/>
            </a:xfrm>
            <a:prstGeom prst="roundRect">
              <a:avLst/>
            </a:prstGeom>
            <a:solidFill>
              <a:srgbClr val="6A88A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0" rIns="73152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Roboto"/>
                </a:rPr>
                <a:t>Subscription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7223760" y="4749419"/>
              <a:ext cx="1417320" cy="365760"/>
            </a:xfrm>
            <a:prstGeom prst="roundRect">
              <a:avLst/>
            </a:prstGeom>
            <a:solidFill>
              <a:srgbClr val="CF59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0" rIns="73152" bIns="0" rtlCol="0" anchor="ctr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Roboto"/>
                </a:rPr>
                <a:t>Cost-aware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86400" y="5188331"/>
              <a:ext cx="5394960" cy="36576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>
                  <a:solidFill>
                    <a:srgbClr val="555555"/>
                  </a:solidFill>
                  <a:latin typeface="Roboto"/>
                </a:rPr>
                <a:t>These categories become the research agenda for the next PI tools.</a:t>
              </a:r>
            </a:p>
          </p:txBody>
        </p:sp>
      </p:grpSp>
      <p:sp>
        <p:nvSpPr>
          <p:cNvPr id="27" name="Título 1">
            <a:extLst>
              <a:ext uri="{FF2B5EF4-FFF2-40B4-BE49-F238E27FC236}">
                <a16:creationId xmlns:a16="http://schemas.microsoft.com/office/drawing/2014/main" id="{3B690FC7-3D46-B009-CA8C-F7F2BAAEA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/>
              <a:t>Current </a:t>
            </a:r>
            <a:r>
              <a:rPr lang="es-ES" dirty="0" err="1"/>
              <a:t>Coverage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PI Needs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BCCA55C0-FE3B-93CD-8D95-18EA574A18CA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71EA0D-3D7A-38CA-AF6D-EFDBB3578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0BEB8-C3B4-DD7C-0465-916DCEE73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Strategy</a:t>
            </a:r>
            <a:r>
              <a:rPr lang="es-ES" dirty="0"/>
              <a:t> and </a:t>
            </a:r>
            <a:r>
              <a:rPr lang="es-ES" dirty="0" err="1"/>
              <a:t>Value</a:t>
            </a:r>
            <a:r>
              <a:rPr lang="es-ES" dirty="0"/>
              <a:t> </a:t>
            </a:r>
            <a:r>
              <a:rPr lang="es-ES" dirty="0" err="1"/>
              <a:t>Accuracy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DBCA62D-5E34-8774-4C1D-2A6C377D749C}"/>
              </a:ext>
            </a:extLst>
          </p:cNvPr>
          <p:cNvSpPr txBox="1"/>
          <p:nvPr/>
        </p:nvSpPr>
        <p:spPr>
          <a:xfrm>
            <a:off x="4430486" y="3375099"/>
            <a:ext cx="163915" cy="22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B9FC257A-7CD4-4E07-E8AA-0B417DF0D242}"/>
              </a:ext>
            </a:extLst>
          </p:cNvPr>
          <p:cNvGrpSpPr/>
          <p:nvPr/>
        </p:nvGrpSpPr>
        <p:grpSpPr>
          <a:xfrm>
            <a:off x="341612" y="1196202"/>
            <a:ext cx="3643297" cy="4700645"/>
            <a:chOff x="341612" y="1196202"/>
            <a:chExt cx="3643297" cy="4700645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179A1BC0-EFA3-73B7-B232-86350B1315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385" y="1196202"/>
              <a:ext cx="3375309" cy="9159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27A72EC9-5E2C-4344-5859-FF844F6DE4B1}"/>
                </a:ext>
              </a:extLst>
            </p:cNvPr>
            <p:cNvGrpSpPr/>
            <p:nvPr/>
          </p:nvGrpSpPr>
          <p:grpSpPr>
            <a:xfrm>
              <a:off x="341612" y="2528282"/>
              <a:ext cx="2154769" cy="817016"/>
              <a:chOff x="454757" y="3755572"/>
              <a:chExt cx="2678185" cy="1536700"/>
            </a:xfrm>
          </p:grpSpPr>
          <p:pic>
            <p:nvPicPr>
              <p:cNvPr id="3076" name="Picture 4">
                <a:extLst>
                  <a:ext uri="{FF2B5EF4-FFF2-40B4-BE49-F238E27FC236}">
                    <a16:creationId xmlns:a16="http://schemas.microsoft.com/office/drawing/2014/main" id="{40BCD0AC-4B97-B118-F489-50CFD2AFFE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7792" b="24472"/>
              <a:stretch>
                <a:fillRect/>
              </a:stretch>
            </p:blipFill>
            <p:spPr bwMode="auto">
              <a:xfrm>
                <a:off x="471385" y="3755572"/>
                <a:ext cx="2661557" cy="1536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70CA7782-3046-8CD5-B33F-7321ECE0907E}"/>
                  </a:ext>
                </a:extLst>
              </p:cNvPr>
              <p:cNvSpPr txBox="1"/>
              <p:nvPr/>
            </p:nvSpPr>
            <p:spPr>
              <a:xfrm>
                <a:off x="454757" y="3916093"/>
                <a:ext cx="2667101" cy="1215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dirty="0">
                    <a:solidFill>
                      <a:schemeClr val="bg1"/>
                    </a:solidFill>
                  </a:rPr>
                  <a:t>gpt-5.1</a:t>
                </a:r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455CF584-2217-3765-55D9-5A7DC7AE5D40}"/>
                </a:ext>
              </a:extLst>
            </p:cNvPr>
            <p:cNvGrpSpPr/>
            <p:nvPr/>
          </p:nvGrpSpPr>
          <p:grpSpPr>
            <a:xfrm>
              <a:off x="1839058" y="3761474"/>
              <a:ext cx="2145851" cy="817016"/>
              <a:chOff x="1617582" y="4224689"/>
              <a:chExt cx="2418355" cy="1327605"/>
            </a:xfrm>
          </p:grpSpPr>
          <p:pic>
            <p:nvPicPr>
              <p:cNvPr id="3078" name="Picture 6">
                <a:extLst>
                  <a:ext uri="{FF2B5EF4-FFF2-40B4-BE49-F238E27FC236}">
                    <a16:creationId xmlns:a16="http://schemas.microsoft.com/office/drawing/2014/main" id="{067C5B02-60A6-B91E-50F8-5A395C896D4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2551" b="22551"/>
              <a:stretch>
                <a:fillRect/>
              </a:stretch>
            </p:blipFill>
            <p:spPr bwMode="auto">
              <a:xfrm>
                <a:off x="1617582" y="4224689"/>
                <a:ext cx="2418355" cy="132760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A5090CD9-BC96-A1D9-7B80-384711201668}"/>
                  </a:ext>
                </a:extLst>
              </p:cNvPr>
              <p:cNvSpPr txBox="1"/>
              <p:nvPr/>
            </p:nvSpPr>
            <p:spPr>
              <a:xfrm>
                <a:off x="1617582" y="4363363"/>
                <a:ext cx="2410817" cy="1050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dirty="0">
                    <a:solidFill>
                      <a:schemeClr val="bg1"/>
                    </a:solidFill>
                  </a:rPr>
                  <a:t>gpt-5-mini</a:t>
                </a:r>
              </a:p>
            </p:txBody>
          </p:sp>
        </p:grp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B04A4F34-ACCB-20D2-FBA6-FECA92446903}"/>
                </a:ext>
              </a:extLst>
            </p:cNvPr>
            <p:cNvGrpSpPr/>
            <p:nvPr/>
          </p:nvGrpSpPr>
          <p:grpSpPr>
            <a:xfrm>
              <a:off x="354990" y="5079830"/>
              <a:ext cx="2145851" cy="817017"/>
              <a:chOff x="210177" y="5470410"/>
              <a:chExt cx="2418354" cy="1327606"/>
            </a:xfrm>
          </p:grpSpPr>
          <p:pic>
            <p:nvPicPr>
              <p:cNvPr id="3080" name="Picture 8">
                <a:extLst>
                  <a:ext uri="{FF2B5EF4-FFF2-40B4-BE49-F238E27FC236}">
                    <a16:creationId xmlns:a16="http://schemas.microsoft.com/office/drawing/2014/main" id="{36644844-B472-45FE-EAAC-43EE1D5572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2609" b="22322"/>
              <a:stretch>
                <a:fillRect/>
              </a:stretch>
            </p:blipFill>
            <p:spPr bwMode="auto">
              <a:xfrm>
                <a:off x="217715" y="5470410"/>
                <a:ext cx="2410816" cy="13276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2A90BD9E-57D7-BE6C-5B60-12474B5A23A1}"/>
                  </a:ext>
                </a:extLst>
              </p:cNvPr>
              <p:cNvSpPr txBox="1"/>
              <p:nvPr/>
            </p:nvSpPr>
            <p:spPr>
              <a:xfrm>
                <a:off x="210177" y="5609086"/>
                <a:ext cx="2410816" cy="10502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dirty="0">
                    <a:solidFill>
                      <a:schemeClr val="bg1"/>
                    </a:solidFill>
                  </a:rPr>
                  <a:t>gpt-5-nano</a:t>
                </a:r>
              </a:p>
            </p:txBody>
          </p:sp>
        </p:grp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FED3FEC-D5CD-CBC9-C4FA-2FBF5408F4B0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15</a:t>
            </a:r>
          </a:p>
        </p:txBody>
      </p:sp>
      <p:pic>
        <p:nvPicPr>
          <p:cNvPr id="20" name="Imagen 19" descr="Gráfico, Gráfico de líneas, Histograma&#10;&#10;El contenido generado por IA puede ser incorrecto.">
            <a:extLst>
              <a:ext uri="{FF2B5EF4-FFF2-40B4-BE49-F238E27FC236}">
                <a16:creationId xmlns:a16="http://schemas.microsoft.com/office/drawing/2014/main" id="{4A3987C7-CEEC-FB55-8395-2B1F4C4B16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889" y="1546605"/>
            <a:ext cx="7824883" cy="460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74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68680" y="1288415"/>
            <a:ext cx="10332720" cy="502920"/>
          </a:xfrm>
          <a:prstGeom prst="rect">
            <a:avLst/>
          </a:prstGeom>
          <a:solidFill>
            <a:srgbClr val="7E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97280" y="1443863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Roboto"/>
              </a:rPr>
              <a:t>Model</a:t>
            </a:r>
            <a:endParaRPr sz="13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0" y="1443863"/>
            <a:ext cx="2377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Roboto"/>
              </a:rPr>
              <a:t>Median weighted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59" y="1443863"/>
            <a:ext cx="2194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Roboto"/>
              </a:rPr>
              <a:t>Value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1928495"/>
            <a:ext cx="103327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147951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Roboto"/>
              </a:rPr>
              <a:t>GPT-5.1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093087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093087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797175"/>
            <a:ext cx="103327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3016631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Roboto"/>
              </a:rPr>
              <a:t>GPT-5-Mini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961767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0.97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961767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665855"/>
            <a:ext cx="103327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885311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Roboto"/>
              </a:rPr>
              <a:t>GPT-5-Nano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830446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0.86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83044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100%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699" y="4955177"/>
            <a:ext cx="4405450" cy="1515292"/>
          </a:xfrm>
          <a:prstGeom prst="roundRect">
            <a:avLst/>
          </a:prstGeom>
          <a:solidFill>
            <a:srgbClr val="FDECF4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11581" y="5674773"/>
            <a:ext cx="405710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E1E1E"/>
                </a:solidFill>
                <a:latin typeface="Roboto"/>
              </a:rPr>
              <a:t>HARVEY remains reliable across LLM sizes, with stronger models closer to perfect strategy generation.</a:t>
            </a: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7BC37D1C-3EF6-4F69-1F57-64FD8882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 err="1"/>
              <a:t>Strategy</a:t>
            </a:r>
            <a:r>
              <a:rPr lang="es-ES" dirty="0"/>
              <a:t> and </a:t>
            </a:r>
            <a:r>
              <a:rPr lang="es-ES" dirty="0" err="1"/>
              <a:t>Value</a:t>
            </a:r>
            <a:r>
              <a:rPr lang="es-ES" dirty="0"/>
              <a:t> </a:t>
            </a:r>
            <a:r>
              <a:rPr lang="es-ES" dirty="0" err="1"/>
              <a:t>Accuracy</a:t>
            </a:r>
            <a:endParaRPr lang="es-ES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0B2FD02-FD6E-608A-8393-69D503DD5249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16</a:t>
            </a: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F0F5C56A-49CF-94A2-0A91-DB2B90090362}"/>
              </a:ext>
            </a:extLst>
          </p:cNvPr>
          <p:cNvSpPr txBox="1"/>
          <p:nvPr/>
        </p:nvSpPr>
        <p:spPr>
          <a:xfrm>
            <a:off x="1211581" y="5055415"/>
            <a:ext cx="405710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600" b="1" i="0" dirty="0">
                <a:solidFill>
                  <a:srgbClr val="1E1E1E"/>
                </a:solidFill>
                <a:latin typeface="Roboto"/>
              </a:rPr>
              <a:t>RQ2: </a:t>
            </a:r>
            <a:r>
              <a:rPr sz="1600" b="1" i="0" dirty="0">
                <a:solidFill>
                  <a:srgbClr val="1E1E1E"/>
                </a:solidFill>
                <a:latin typeface="Roboto"/>
              </a:rPr>
              <a:t>Can HARVEY generate the correct actions and parameters?</a:t>
            </a:r>
          </a:p>
        </p:txBody>
      </p:sp>
      <p:sp>
        <p:nvSpPr>
          <p:cNvPr id="3" name="Rounded Rectangle 26">
            <a:extLst>
              <a:ext uri="{FF2B5EF4-FFF2-40B4-BE49-F238E27FC236}">
                <a16:creationId xmlns:a16="http://schemas.microsoft.com/office/drawing/2014/main" id="{27D011C8-AFA1-F9EB-AB47-8604EC14E7F2}"/>
              </a:ext>
            </a:extLst>
          </p:cNvPr>
          <p:cNvSpPr/>
          <p:nvPr/>
        </p:nvSpPr>
        <p:spPr>
          <a:xfrm>
            <a:off x="6574969" y="4917127"/>
            <a:ext cx="4405450" cy="1515292"/>
          </a:xfrm>
          <a:prstGeom prst="roundRect">
            <a:avLst/>
          </a:prstGeom>
          <a:solidFill>
            <a:srgbClr val="FDECF4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8">
            <a:extLst>
              <a:ext uri="{FF2B5EF4-FFF2-40B4-BE49-F238E27FC236}">
                <a16:creationId xmlns:a16="http://schemas.microsoft.com/office/drawing/2014/main" id="{26608617-DCFF-D864-2150-6A6F5E00ACBC}"/>
              </a:ext>
            </a:extLst>
          </p:cNvPr>
          <p:cNvSpPr txBox="1"/>
          <p:nvPr/>
        </p:nvSpPr>
        <p:spPr>
          <a:xfrm>
            <a:off x="6758939" y="5712823"/>
            <a:ext cx="403969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400" dirty="0" err="1">
                <a:solidFill>
                  <a:srgbClr val="1E1E1E"/>
                </a:solidFill>
                <a:latin typeface="Roboto"/>
              </a:rPr>
              <a:t>Matched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parameters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are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instantiated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correctly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: median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value-level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accuracy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is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100%.</a:t>
            </a: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0C22E024-7263-ADEF-1662-5A5235FEDF16}"/>
              </a:ext>
            </a:extLst>
          </p:cNvPr>
          <p:cNvSpPr txBox="1"/>
          <p:nvPr/>
        </p:nvSpPr>
        <p:spPr>
          <a:xfrm>
            <a:off x="6758939" y="5055415"/>
            <a:ext cx="403969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600" b="1" dirty="0">
                <a:solidFill>
                  <a:srgbClr val="1E1E1E"/>
                </a:solidFill>
                <a:latin typeface="Roboto"/>
              </a:rPr>
              <a:t>RQ3: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When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action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and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parameter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match, are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the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values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correct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A08412-31F3-40FE-D24D-C318395E0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7A4B34B-CD28-95AE-D109-27B56560ACFE}"/>
              </a:ext>
            </a:extLst>
          </p:cNvPr>
          <p:cNvSpPr/>
          <p:nvPr/>
        </p:nvSpPr>
        <p:spPr>
          <a:xfrm>
            <a:off x="868680" y="1288415"/>
            <a:ext cx="10332720" cy="502920"/>
          </a:xfrm>
          <a:prstGeom prst="rect">
            <a:avLst/>
          </a:prstGeom>
          <a:solidFill>
            <a:srgbClr val="7E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8F63A7-42C2-AB19-2E8B-45DCE0EEFBED}"/>
              </a:ext>
            </a:extLst>
          </p:cNvPr>
          <p:cNvSpPr txBox="1"/>
          <p:nvPr/>
        </p:nvSpPr>
        <p:spPr>
          <a:xfrm>
            <a:off x="1097280" y="1443863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Roboto"/>
              </a:rPr>
              <a:t>Model</a:t>
            </a:r>
            <a:endParaRPr sz="13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15C4FD-AF7D-4358-70FC-B0DB3CE73F3B}"/>
              </a:ext>
            </a:extLst>
          </p:cNvPr>
          <p:cNvSpPr txBox="1"/>
          <p:nvPr/>
        </p:nvSpPr>
        <p:spPr>
          <a:xfrm>
            <a:off x="3840480" y="1443863"/>
            <a:ext cx="2377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Roboto"/>
              </a:rPr>
              <a:t>Median weighted F1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763960-AEA2-FAB2-10B1-D3EF70AFEF15}"/>
              </a:ext>
            </a:extLst>
          </p:cNvPr>
          <p:cNvSpPr txBox="1"/>
          <p:nvPr/>
        </p:nvSpPr>
        <p:spPr>
          <a:xfrm>
            <a:off x="7452359" y="1443863"/>
            <a:ext cx="2194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Roboto"/>
              </a:rPr>
              <a:t>Value accuracy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06475F-09D5-A00D-91FC-1B28A910D3BA}"/>
              </a:ext>
            </a:extLst>
          </p:cNvPr>
          <p:cNvSpPr/>
          <p:nvPr/>
        </p:nvSpPr>
        <p:spPr>
          <a:xfrm>
            <a:off x="868680" y="1928495"/>
            <a:ext cx="103327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0D660F-8F6B-23CB-D03F-37BC039D5624}"/>
              </a:ext>
            </a:extLst>
          </p:cNvPr>
          <p:cNvSpPr txBox="1"/>
          <p:nvPr/>
        </p:nvSpPr>
        <p:spPr>
          <a:xfrm>
            <a:off x="1097280" y="2147951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Roboto"/>
              </a:rPr>
              <a:t>GPT-5.1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A6F139-7E82-54B0-1E8D-55F1AB4B7563}"/>
              </a:ext>
            </a:extLst>
          </p:cNvPr>
          <p:cNvSpPr txBox="1"/>
          <p:nvPr/>
        </p:nvSpPr>
        <p:spPr>
          <a:xfrm>
            <a:off x="3886200" y="2093087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1.00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0C13B1-A14D-999E-A70A-55867F59FCF7}"/>
              </a:ext>
            </a:extLst>
          </p:cNvPr>
          <p:cNvSpPr txBox="1"/>
          <p:nvPr/>
        </p:nvSpPr>
        <p:spPr>
          <a:xfrm>
            <a:off x="7589520" y="2093087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100%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2FB647-DD1E-7E3A-3B35-8F68946E6585}"/>
              </a:ext>
            </a:extLst>
          </p:cNvPr>
          <p:cNvSpPr/>
          <p:nvPr/>
        </p:nvSpPr>
        <p:spPr>
          <a:xfrm>
            <a:off x="868680" y="2797175"/>
            <a:ext cx="103327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30E84D-8498-2B42-6DAB-7922D7B22CB6}"/>
              </a:ext>
            </a:extLst>
          </p:cNvPr>
          <p:cNvSpPr txBox="1"/>
          <p:nvPr/>
        </p:nvSpPr>
        <p:spPr>
          <a:xfrm>
            <a:off x="1097280" y="3016631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Roboto"/>
              </a:rPr>
              <a:t>GPT-5-Mini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ACE78B-4CCC-B9AC-C8F7-7EB9DFCE59AB}"/>
              </a:ext>
            </a:extLst>
          </p:cNvPr>
          <p:cNvSpPr txBox="1"/>
          <p:nvPr/>
        </p:nvSpPr>
        <p:spPr>
          <a:xfrm>
            <a:off x="3886200" y="2961767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0.97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8AFA57-1171-58A4-3241-63463F42BE1A}"/>
              </a:ext>
            </a:extLst>
          </p:cNvPr>
          <p:cNvSpPr txBox="1"/>
          <p:nvPr/>
        </p:nvSpPr>
        <p:spPr>
          <a:xfrm>
            <a:off x="7589520" y="2961767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100%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5A30F5-B8BF-245C-3303-A6280ACE8417}"/>
              </a:ext>
            </a:extLst>
          </p:cNvPr>
          <p:cNvSpPr/>
          <p:nvPr/>
        </p:nvSpPr>
        <p:spPr>
          <a:xfrm>
            <a:off x="868680" y="3665855"/>
            <a:ext cx="103327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7753F4-7473-7488-4729-5C35296E2C03}"/>
              </a:ext>
            </a:extLst>
          </p:cNvPr>
          <p:cNvSpPr txBox="1"/>
          <p:nvPr/>
        </p:nvSpPr>
        <p:spPr>
          <a:xfrm>
            <a:off x="1097280" y="3885311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Roboto"/>
              </a:rPr>
              <a:t>GPT-5-Nano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0A6428-9098-9BD0-8D7A-FA762BA34826}"/>
              </a:ext>
            </a:extLst>
          </p:cNvPr>
          <p:cNvSpPr txBox="1"/>
          <p:nvPr/>
        </p:nvSpPr>
        <p:spPr>
          <a:xfrm>
            <a:off x="3886200" y="3830446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0.86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CFBFA4-CD73-A568-7532-E2174E6F6B88}"/>
              </a:ext>
            </a:extLst>
          </p:cNvPr>
          <p:cNvSpPr txBox="1"/>
          <p:nvPr/>
        </p:nvSpPr>
        <p:spPr>
          <a:xfrm>
            <a:off x="7589520" y="383044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100%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AE1AD00-A5F8-D7F7-EFFA-E49EEDB53FC4}"/>
              </a:ext>
            </a:extLst>
          </p:cNvPr>
          <p:cNvSpPr/>
          <p:nvPr/>
        </p:nvSpPr>
        <p:spPr>
          <a:xfrm>
            <a:off x="1028699" y="4880071"/>
            <a:ext cx="9951720" cy="1346558"/>
          </a:xfrm>
          <a:prstGeom prst="roundRect">
            <a:avLst/>
          </a:prstGeom>
          <a:solidFill>
            <a:srgbClr val="FDECF4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4CD71C-E880-AF45-310F-5C881AD31C7D}"/>
              </a:ext>
            </a:extLst>
          </p:cNvPr>
          <p:cNvSpPr txBox="1"/>
          <p:nvPr/>
        </p:nvSpPr>
        <p:spPr>
          <a:xfrm>
            <a:off x="1211581" y="5414137"/>
            <a:ext cx="14630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7E0029"/>
                </a:solidFill>
                <a:latin typeface="Roboto"/>
              </a:rPr>
              <a:t>RQ2 finding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62CAF6-83CD-EBD0-5ADE-650008914FC6}"/>
              </a:ext>
            </a:extLst>
          </p:cNvPr>
          <p:cNvSpPr txBox="1"/>
          <p:nvPr/>
        </p:nvSpPr>
        <p:spPr>
          <a:xfrm>
            <a:off x="2787831" y="5475692"/>
            <a:ext cx="8045632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E1E1E"/>
                </a:solidFill>
                <a:latin typeface="Roboto"/>
              </a:rPr>
              <a:t>HARVEY remains reliable across LLM sizes, with stronger models closer to perfect strategy generation.</a:t>
            </a: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0E4D944A-2828-A0CE-0ED3-E138C9463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 err="1"/>
              <a:t>Strategy</a:t>
            </a:r>
            <a:r>
              <a:rPr lang="es-ES" dirty="0"/>
              <a:t> and </a:t>
            </a:r>
            <a:r>
              <a:rPr lang="es-ES" dirty="0" err="1"/>
              <a:t>Value</a:t>
            </a:r>
            <a:r>
              <a:rPr lang="es-ES" dirty="0"/>
              <a:t> </a:t>
            </a:r>
            <a:r>
              <a:rPr lang="es-ES" dirty="0" err="1"/>
              <a:t>Accuracy</a:t>
            </a:r>
            <a:endParaRPr lang="es-ES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4DDFF3A-D896-6E17-C7C9-344B7A5D43F2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16</a:t>
            </a: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6180276A-DBB3-75F4-4F56-7F747F28856A}"/>
              </a:ext>
            </a:extLst>
          </p:cNvPr>
          <p:cNvSpPr txBox="1"/>
          <p:nvPr/>
        </p:nvSpPr>
        <p:spPr>
          <a:xfrm>
            <a:off x="2787831" y="5017862"/>
            <a:ext cx="6720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1E1E1E"/>
                </a:solidFill>
                <a:latin typeface="Roboto"/>
              </a:rPr>
              <a:t>Can HARVEY generate the correct actions and parameters?</a:t>
            </a:r>
          </a:p>
        </p:txBody>
      </p:sp>
    </p:spTree>
    <p:extLst>
      <p:ext uri="{BB962C8B-B14F-4D97-AF65-F5344CB8AC3E}">
        <p14:creationId xmlns:p14="http://schemas.microsoft.com/office/powerpoint/2010/main" val="30192561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362076-8BAC-7558-3C4A-2F77B8BAB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8311BDA-D694-6DD6-85C8-5FD3C1C2C127}"/>
              </a:ext>
            </a:extLst>
          </p:cNvPr>
          <p:cNvSpPr/>
          <p:nvPr/>
        </p:nvSpPr>
        <p:spPr>
          <a:xfrm>
            <a:off x="868680" y="1288415"/>
            <a:ext cx="10332720" cy="502920"/>
          </a:xfrm>
          <a:prstGeom prst="rect">
            <a:avLst/>
          </a:prstGeom>
          <a:solidFill>
            <a:srgbClr val="7E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E4E3F4-0F4C-2FDC-9B3A-A9C8136B7FC5}"/>
              </a:ext>
            </a:extLst>
          </p:cNvPr>
          <p:cNvSpPr txBox="1"/>
          <p:nvPr/>
        </p:nvSpPr>
        <p:spPr>
          <a:xfrm>
            <a:off x="1097280" y="1443863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Roboto"/>
              </a:rPr>
              <a:t>Model</a:t>
            </a:r>
            <a:endParaRPr sz="13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88EB02-46AD-4A12-6AC7-9A4CE312EA92}"/>
              </a:ext>
            </a:extLst>
          </p:cNvPr>
          <p:cNvSpPr txBox="1"/>
          <p:nvPr/>
        </p:nvSpPr>
        <p:spPr>
          <a:xfrm>
            <a:off x="3840480" y="1443863"/>
            <a:ext cx="2377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Roboto"/>
              </a:rPr>
              <a:t>Median weighted F1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3D98DA-2095-D196-2026-A67816B6AFC9}"/>
              </a:ext>
            </a:extLst>
          </p:cNvPr>
          <p:cNvSpPr txBox="1"/>
          <p:nvPr/>
        </p:nvSpPr>
        <p:spPr>
          <a:xfrm>
            <a:off x="7452359" y="1443863"/>
            <a:ext cx="2194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Roboto"/>
              </a:rPr>
              <a:t>Value accuracy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836DEE-4007-AADB-9819-195450775641}"/>
              </a:ext>
            </a:extLst>
          </p:cNvPr>
          <p:cNvSpPr/>
          <p:nvPr/>
        </p:nvSpPr>
        <p:spPr>
          <a:xfrm>
            <a:off x="868680" y="1928495"/>
            <a:ext cx="103327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DE1E43-BA56-C829-40C2-56B666F2AF50}"/>
              </a:ext>
            </a:extLst>
          </p:cNvPr>
          <p:cNvSpPr txBox="1"/>
          <p:nvPr/>
        </p:nvSpPr>
        <p:spPr>
          <a:xfrm>
            <a:off x="1097280" y="2147951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Roboto"/>
              </a:rPr>
              <a:t>GPT-5.1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F8997-0F7C-F45D-6C2E-1A1529FE6E74}"/>
              </a:ext>
            </a:extLst>
          </p:cNvPr>
          <p:cNvSpPr txBox="1"/>
          <p:nvPr/>
        </p:nvSpPr>
        <p:spPr>
          <a:xfrm>
            <a:off x="3886200" y="2093087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1.00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E6DDC7-8F5F-7B3D-0022-57E13037303E}"/>
              </a:ext>
            </a:extLst>
          </p:cNvPr>
          <p:cNvSpPr txBox="1"/>
          <p:nvPr/>
        </p:nvSpPr>
        <p:spPr>
          <a:xfrm>
            <a:off x="7589520" y="2093087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100%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C7F43A-331E-30BB-F975-164882ECDFB6}"/>
              </a:ext>
            </a:extLst>
          </p:cNvPr>
          <p:cNvSpPr/>
          <p:nvPr/>
        </p:nvSpPr>
        <p:spPr>
          <a:xfrm>
            <a:off x="868680" y="2797175"/>
            <a:ext cx="103327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703353-B160-A42E-BA63-A6347B53BC24}"/>
              </a:ext>
            </a:extLst>
          </p:cNvPr>
          <p:cNvSpPr txBox="1"/>
          <p:nvPr/>
        </p:nvSpPr>
        <p:spPr>
          <a:xfrm>
            <a:off x="1097280" y="3016631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Roboto"/>
              </a:rPr>
              <a:t>GPT-5-Mini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42281D-A04D-CF1C-7D4E-A95E9816F0AE}"/>
              </a:ext>
            </a:extLst>
          </p:cNvPr>
          <p:cNvSpPr txBox="1"/>
          <p:nvPr/>
        </p:nvSpPr>
        <p:spPr>
          <a:xfrm>
            <a:off x="3886200" y="2961767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0.97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1793F7-F71F-0739-333E-B541C6E3528A}"/>
              </a:ext>
            </a:extLst>
          </p:cNvPr>
          <p:cNvSpPr txBox="1"/>
          <p:nvPr/>
        </p:nvSpPr>
        <p:spPr>
          <a:xfrm>
            <a:off x="7589520" y="2961767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100%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6E5FCEF-1340-B71E-4EFA-444C1974F601}"/>
              </a:ext>
            </a:extLst>
          </p:cNvPr>
          <p:cNvSpPr/>
          <p:nvPr/>
        </p:nvSpPr>
        <p:spPr>
          <a:xfrm>
            <a:off x="868680" y="3665855"/>
            <a:ext cx="103327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9D00DD-A759-790C-D498-8DBBC7C9651B}"/>
              </a:ext>
            </a:extLst>
          </p:cNvPr>
          <p:cNvSpPr txBox="1"/>
          <p:nvPr/>
        </p:nvSpPr>
        <p:spPr>
          <a:xfrm>
            <a:off x="1097280" y="3885311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Roboto"/>
              </a:rPr>
              <a:t>GPT-5-Nano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F41613-67C5-11CD-38CE-D640746A320D}"/>
              </a:ext>
            </a:extLst>
          </p:cNvPr>
          <p:cNvSpPr txBox="1"/>
          <p:nvPr/>
        </p:nvSpPr>
        <p:spPr>
          <a:xfrm>
            <a:off x="3886200" y="3830446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0.86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505551-C340-CDED-63CB-15A24667F017}"/>
              </a:ext>
            </a:extLst>
          </p:cNvPr>
          <p:cNvSpPr txBox="1"/>
          <p:nvPr/>
        </p:nvSpPr>
        <p:spPr>
          <a:xfrm>
            <a:off x="7589520" y="383044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100%</a:t>
            </a: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35E0E209-7A99-7176-69FD-A25F2FC1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 err="1"/>
              <a:t>Strategy</a:t>
            </a:r>
            <a:r>
              <a:rPr lang="es-ES" dirty="0"/>
              <a:t> and </a:t>
            </a:r>
            <a:r>
              <a:rPr lang="es-ES" dirty="0" err="1"/>
              <a:t>Value</a:t>
            </a:r>
            <a:r>
              <a:rPr lang="es-ES" dirty="0"/>
              <a:t> </a:t>
            </a:r>
            <a:r>
              <a:rPr lang="es-ES" dirty="0" err="1"/>
              <a:t>Accuracy</a:t>
            </a:r>
            <a:endParaRPr lang="es-ES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2FF5AD3-35AF-67C4-6BB9-66AD4CA1C569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16</a:t>
            </a:r>
          </a:p>
        </p:txBody>
      </p:sp>
      <p:sp>
        <p:nvSpPr>
          <p:cNvPr id="2" name="Rounded Rectangle 26">
            <a:extLst>
              <a:ext uri="{FF2B5EF4-FFF2-40B4-BE49-F238E27FC236}">
                <a16:creationId xmlns:a16="http://schemas.microsoft.com/office/drawing/2014/main" id="{376ECD97-7EAA-6029-E107-FC75BA0731A6}"/>
              </a:ext>
            </a:extLst>
          </p:cNvPr>
          <p:cNvSpPr/>
          <p:nvPr/>
        </p:nvSpPr>
        <p:spPr>
          <a:xfrm>
            <a:off x="1028699" y="4880071"/>
            <a:ext cx="9951720" cy="1346558"/>
          </a:xfrm>
          <a:prstGeom prst="roundRect">
            <a:avLst/>
          </a:prstGeom>
          <a:solidFill>
            <a:srgbClr val="FDECF4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7">
            <a:extLst>
              <a:ext uri="{FF2B5EF4-FFF2-40B4-BE49-F238E27FC236}">
                <a16:creationId xmlns:a16="http://schemas.microsoft.com/office/drawing/2014/main" id="{BF82D8CD-646E-84F5-F221-0C28B053574D}"/>
              </a:ext>
            </a:extLst>
          </p:cNvPr>
          <p:cNvSpPr txBox="1"/>
          <p:nvPr/>
        </p:nvSpPr>
        <p:spPr>
          <a:xfrm>
            <a:off x="1211581" y="5414137"/>
            <a:ext cx="14630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dirty="0">
                <a:solidFill>
                  <a:srgbClr val="7E0029"/>
                </a:solidFill>
                <a:latin typeface="Roboto"/>
              </a:rPr>
              <a:t>RQ</a:t>
            </a:r>
            <a:r>
              <a:rPr lang="es-ES" b="1" i="0" dirty="0">
                <a:solidFill>
                  <a:srgbClr val="7E0029"/>
                </a:solidFill>
                <a:latin typeface="Roboto"/>
              </a:rPr>
              <a:t>3</a:t>
            </a:r>
            <a:r>
              <a:rPr b="1" i="0" dirty="0">
                <a:solidFill>
                  <a:srgbClr val="7E0029"/>
                </a:solidFill>
                <a:latin typeface="Roboto"/>
              </a:rPr>
              <a:t> finding</a:t>
            </a:r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41B0C1E8-2580-6789-B7C8-EA6242744865}"/>
              </a:ext>
            </a:extLst>
          </p:cNvPr>
          <p:cNvSpPr txBox="1"/>
          <p:nvPr/>
        </p:nvSpPr>
        <p:spPr>
          <a:xfrm>
            <a:off x="2787831" y="5475692"/>
            <a:ext cx="804563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400" dirty="0" err="1">
                <a:solidFill>
                  <a:srgbClr val="1E1E1E"/>
                </a:solidFill>
                <a:latin typeface="Roboto"/>
              </a:rPr>
              <a:t>Matched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parameters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are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instantiated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correctly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: median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value-level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accuracy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is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100%.</a:t>
            </a: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CC38E72C-9623-C0E1-F952-D02C71564F55}"/>
              </a:ext>
            </a:extLst>
          </p:cNvPr>
          <p:cNvSpPr txBox="1"/>
          <p:nvPr/>
        </p:nvSpPr>
        <p:spPr>
          <a:xfrm>
            <a:off x="2787831" y="5017862"/>
            <a:ext cx="67208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When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action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and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parameter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match, are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the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values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correct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629015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B38B7-88C1-3CE1-87C1-29E290A63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6AB297EC-9DB7-6913-EE52-814BFED4D51B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A5C0AF02-890D-F4AE-8931-D75F0866B762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5AB75DB3-F577-D949-6315-7859439EB422}"/>
              </a:ext>
            </a:extLst>
          </p:cNvPr>
          <p:cNvSpPr/>
          <p:nvPr/>
        </p:nvSpPr>
        <p:spPr>
          <a:xfrm>
            <a:off x="4714672" y="1835782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9D540E8C-1EA8-7973-B9DA-F0FB55CE0C8D}"/>
              </a:ext>
            </a:extLst>
          </p:cNvPr>
          <p:cNvSpPr/>
          <p:nvPr/>
        </p:nvSpPr>
        <p:spPr>
          <a:xfrm>
            <a:off x="4784444" y="1811324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entágono regular 8">
            <a:extLst>
              <a:ext uri="{FF2B5EF4-FFF2-40B4-BE49-F238E27FC236}">
                <a16:creationId xmlns:a16="http://schemas.microsoft.com/office/drawing/2014/main" id="{D98E5D4F-0CB0-9CFA-2525-C0244506E706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7AABA5E-FF2E-0810-D480-F97EB4C5E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6696576-5DE8-6F1D-4C44-66AA9C94C93E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5071684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5F830-D83A-4020-F5BB-15EB26D8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64B4E600-B1A7-928C-B4A4-987693417BFD}"/>
              </a:ext>
            </a:extLst>
          </p:cNvPr>
          <p:cNvSpPr/>
          <p:nvPr/>
        </p:nvSpPr>
        <p:spPr bwMode="auto">
          <a:xfrm rot="10800000">
            <a:off x="6206836" y="399142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79FDE07E-AA6B-38DC-B740-483BA1514E06}"/>
              </a:ext>
            </a:extLst>
          </p:cNvPr>
          <p:cNvSpPr/>
          <p:nvPr/>
        </p:nvSpPr>
        <p:spPr bwMode="auto">
          <a:xfrm rot="10800000">
            <a:off x="4871404" y="196898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40FA3348-A32B-8B7C-B393-6064CD644EFB}"/>
              </a:ext>
            </a:extLst>
          </p:cNvPr>
          <p:cNvSpPr/>
          <p:nvPr/>
        </p:nvSpPr>
        <p:spPr bwMode="auto">
          <a:xfrm rot="10800000">
            <a:off x="4871404" y="196898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5E6159A5-E97F-E664-06F3-764D4D7B46E7}"/>
              </a:ext>
            </a:extLst>
          </p:cNvPr>
          <p:cNvSpPr txBox="1"/>
          <p:nvPr/>
        </p:nvSpPr>
        <p:spPr>
          <a:xfrm rot="2160000">
            <a:off x="6664445" y="1117763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70338572-8B12-FBEA-648E-CE88343BA637}"/>
              </a:ext>
            </a:extLst>
          </p:cNvPr>
          <p:cNvSpPr/>
          <p:nvPr/>
        </p:nvSpPr>
        <p:spPr>
          <a:xfrm>
            <a:off x="4722962" y="1830833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4E5282F8-0F7F-E7D9-A5F6-0F8A90F9403C}"/>
              </a:ext>
            </a:extLst>
          </p:cNvPr>
          <p:cNvSpPr/>
          <p:nvPr/>
        </p:nvSpPr>
        <p:spPr>
          <a:xfrm rot="12960000">
            <a:off x="6152972" y="2015512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18A0F56E-0744-9E67-447B-269D4740D8AE}"/>
              </a:ext>
            </a:extLst>
          </p:cNvPr>
          <p:cNvSpPr/>
          <p:nvPr/>
        </p:nvSpPr>
        <p:spPr>
          <a:xfrm>
            <a:off x="6402619" y="1643908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5C4E8A83-00D4-E163-A077-EEF82F78B2A6}"/>
              </a:ext>
            </a:extLst>
          </p:cNvPr>
          <p:cNvSpPr/>
          <p:nvPr/>
        </p:nvSpPr>
        <p:spPr>
          <a:xfrm>
            <a:off x="4792734" y="1806375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entágono regular 6">
            <a:extLst>
              <a:ext uri="{FF2B5EF4-FFF2-40B4-BE49-F238E27FC236}">
                <a16:creationId xmlns:a16="http://schemas.microsoft.com/office/drawing/2014/main" id="{C3D51F7A-FCE9-F905-7672-984BBE45C132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4A8F16A-5411-2CF1-8B68-88BFE837E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5A06D017-1CA9-026F-DCF8-6C98C2B4F50C}"/>
              </a:ext>
            </a:extLst>
          </p:cNvPr>
          <p:cNvSpPr/>
          <p:nvPr/>
        </p:nvSpPr>
        <p:spPr>
          <a:xfrm>
            <a:off x="6580475" y="1839211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8" name="Gráfico 107">
            <a:extLst>
              <a:ext uri="{FF2B5EF4-FFF2-40B4-BE49-F238E27FC236}">
                <a16:creationId xmlns:a16="http://schemas.microsoft.com/office/drawing/2014/main" id="{2B6E0A79-EF99-17A6-18AB-29FD654E3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60000">
            <a:off x="6689247" y="1949142"/>
            <a:ext cx="517427" cy="51742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6DD0F571-946F-F913-76FD-215CFDA7994F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B2A91-A5E1-006F-3FE4-5B978A909A68}"/>
              </a:ext>
            </a:extLst>
          </p:cNvPr>
          <p:cNvSpPr txBox="1"/>
          <p:nvPr/>
        </p:nvSpPr>
        <p:spPr>
          <a:xfrm>
            <a:off x="8472427" y="222810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</a:t>
            </a:r>
            <a:r>
              <a:rPr lang="es-ES" dirty="0" err="1"/>
              <a:t>What</a:t>
            </a:r>
            <a:r>
              <a:rPr lang="es-ES" dirty="0"/>
              <a:t> are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similarities</a:t>
            </a:r>
            <a:r>
              <a:rPr lang="es-ES" dirty="0"/>
              <a:t> and </a:t>
            </a:r>
            <a:r>
              <a:rPr lang="es-ES" dirty="0" err="1"/>
              <a:t>diﬀerences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</a:t>
            </a:r>
            <a:r>
              <a:rPr lang="es-ES" dirty="0" err="1"/>
              <a:t>these</a:t>
            </a:r>
            <a:r>
              <a:rPr lang="es-ES" dirty="0"/>
              <a:t> </a:t>
            </a:r>
            <a:r>
              <a:rPr lang="es-ES" dirty="0" err="1"/>
              <a:t>two</a:t>
            </a:r>
            <a:r>
              <a:rPr lang="es-ES" dirty="0"/>
              <a:t> </a:t>
            </a:r>
            <a:r>
              <a:rPr lang="es-ES" dirty="0" err="1"/>
              <a:t>service</a:t>
            </a:r>
            <a:r>
              <a:rPr lang="es-ES" dirty="0"/>
              <a:t> </a:t>
            </a:r>
            <a:r>
              <a:rPr lang="es-ES" dirty="0" err="1"/>
              <a:t>oﬀerings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a </a:t>
            </a:r>
            <a:r>
              <a:rPr lang="es-ES" dirty="0" err="1"/>
              <a:t>company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more </a:t>
            </a:r>
            <a:r>
              <a:rPr lang="es-ES" dirty="0" err="1"/>
              <a:t>than</a:t>
            </a:r>
            <a:r>
              <a:rPr lang="es-ES" dirty="0"/>
              <a:t> 200 </a:t>
            </a:r>
            <a:r>
              <a:rPr lang="es-ES" dirty="0" err="1"/>
              <a:t>users</a:t>
            </a:r>
            <a:r>
              <a:rPr lang="es-ES" dirty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1991830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5328E-2BFC-1582-687C-CBF83EF3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22B8107B-1ADE-DCF9-E24F-5C4893E73D67}"/>
              </a:ext>
            </a:extLst>
          </p:cNvPr>
          <p:cNvSpPr/>
          <p:nvPr/>
        </p:nvSpPr>
        <p:spPr bwMode="auto">
          <a:xfrm rot="6492807">
            <a:off x="6345807" y="310358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B9AEACD9-10BD-4CBE-F469-018D41865AC6}"/>
              </a:ext>
            </a:extLst>
          </p:cNvPr>
          <p:cNvSpPr/>
          <p:nvPr/>
        </p:nvSpPr>
        <p:spPr bwMode="auto">
          <a:xfrm rot="6492807">
            <a:off x="3755705" y="305863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8F4CF1A8-4568-4B28-A870-2A03D64878CC}"/>
              </a:ext>
            </a:extLst>
          </p:cNvPr>
          <p:cNvSpPr/>
          <p:nvPr/>
        </p:nvSpPr>
        <p:spPr bwMode="auto">
          <a:xfrm rot="6492807">
            <a:off x="4878613" y="203327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00CEA231-81B5-C265-0684-48A722151EA3}"/>
              </a:ext>
            </a:extLst>
          </p:cNvPr>
          <p:cNvSpPr/>
          <p:nvPr/>
        </p:nvSpPr>
        <p:spPr bwMode="auto">
          <a:xfrm rot="6492807">
            <a:off x="4878613" y="203327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F45F4275-8CD8-6E98-6C6F-BDF45B60D300}"/>
              </a:ext>
            </a:extLst>
          </p:cNvPr>
          <p:cNvSpPr txBox="1"/>
          <p:nvPr/>
        </p:nvSpPr>
        <p:spPr>
          <a:xfrm rot="19452807">
            <a:off x="4042093" y="113074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B0BCEBB-5B8E-8059-A69A-62C30460BED7}"/>
              </a:ext>
            </a:extLst>
          </p:cNvPr>
          <p:cNvSpPr/>
          <p:nvPr/>
        </p:nvSpPr>
        <p:spPr>
          <a:xfrm rot="8652807">
            <a:off x="4568575" y="2055124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EB412752-89E8-0A76-2EB5-CA6E9B01C011}"/>
              </a:ext>
            </a:extLst>
          </p:cNvPr>
          <p:cNvSpPr/>
          <p:nvPr/>
        </p:nvSpPr>
        <p:spPr>
          <a:xfrm rot="12972807">
            <a:off x="6159720" y="2115367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5D6ED523-C24D-7523-2A4D-8E171EF557BD}"/>
              </a:ext>
            </a:extLst>
          </p:cNvPr>
          <p:cNvSpPr/>
          <p:nvPr/>
        </p:nvSpPr>
        <p:spPr>
          <a:xfrm rot="17292807">
            <a:off x="4851367" y="171252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0449FF4A-F85B-DF7E-20D7-6D99B57CF77B}"/>
              </a:ext>
            </a:extLst>
          </p:cNvPr>
          <p:cNvSpPr/>
          <p:nvPr/>
        </p:nvSpPr>
        <p:spPr>
          <a:xfrm rot="17292807">
            <a:off x="6458888" y="1741062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7E6188B7-40EB-EC1F-779D-F4D58BF51463}"/>
              </a:ext>
            </a:extLst>
          </p:cNvPr>
          <p:cNvSpPr/>
          <p:nvPr/>
        </p:nvSpPr>
        <p:spPr>
          <a:xfrm rot="17292807">
            <a:off x="4651642" y="1946785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Pentágono regular 7">
            <a:extLst>
              <a:ext uri="{FF2B5EF4-FFF2-40B4-BE49-F238E27FC236}">
                <a16:creationId xmlns:a16="http://schemas.microsoft.com/office/drawing/2014/main" id="{CF60E308-606F-0DBF-6FA9-F234563EF1D2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B117D63-5522-3643-289F-344FBA006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7351424"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E1B878A1-463E-A79C-AF82-3592A3C0EEF8}"/>
              </a:ext>
            </a:extLst>
          </p:cNvPr>
          <p:cNvSpPr/>
          <p:nvPr/>
        </p:nvSpPr>
        <p:spPr>
          <a:xfrm rot="17292807">
            <a:off x="5045233" y="1899340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B5DA4207-8FFB-33C4-5CB8-C94E32ADDCFC}"/>
              </a:ext>
            </a:extLst>
          </p:cNvPr>
          <p:cNvSpPr txBox="1"/>
          <p:nvPr/>
        </p:nvSpPr>
        <p:spPr>
          <a:xfrm rot="2412807">
            <a:off x="7036007" y="1150043"/>
            <a:ext cx="1245854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8446AD21-B2D4-1337-27C3-0D9145398E0F}"/>
              </a:ext>
            </a:extLst>
          </p:cNvPr>
          <p:cNvSpPr/>
          <p:nvPr/>
        </p:nvSpPr>
        <p:spPr>
          <a:xfrm rot="17292807">
            <a:off x="6652754" y="1927882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5" name="Gráfico 104">
            <a:extLst>
              <a:ext uri="{FF2B5EF4-FFF2-40B4-BE49-F238E27FC236}">
                <a16:creationId xmlns:a16="http://schemas.microsoft.com/office/drawing/2014/main" id="{3D98AE98-C3F2-A5FE-A52E-25B4A976CE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412807">
            <a:off x="6788285" y="2019257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401465E9-3584-2AC8-8767-AB3F283BF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52807">
            <a:off x="5157070" y="1996218"/>
            <a:ext cx="517427" cy="51742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DBE14EB-57AD-A968-4EB4-7734BAD1E6C9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DA21F22-33F8-D4D5-8FA6-CC4C776258B2}"/>
              </a:ext>
            </a:extLst>
          </p:cNvPr>
          <p:cNvSpPr txBox="1"/>
          <p:nvPr/>
        </p:nvSpPr>
        <p:spPr>
          <a:xfrm>
            <a:off x="9135291" y="222810"/>
            <a:ext cx="29947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would</a:t>
            </a:r>
            <a:r>
              <a:rPr lang="es-ES" dirty="0"/>
              <a:t> be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optimal</a:t>
            </a:r>
            <a:r>
              <a:rPr lang="es-ES" dirty="0"/>
              <a:t> </a:t>
            </a:r>
            <a:r>
              <a:rPr lang="es-ES" dirty="0" err="1"/>
              <a:t>configuration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my</a:t>
            </a:r>
            <a:r>
              <a:rPr lang="es-ES" dirty="0"/>
              <a:t> </a:t>
            </a:r>
            <a:r>
              <a:rPr lang="es-ES" dirty="0" err="1"/>
              <a:t>needs</a:t>
            </a:r>
            <a:r>
              <a:rPr lang="es-ES" dirty="0"/>
              <a:t>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analytics</a:t>
            </a:r>
            <a:r>
              <a:rPr lang="es-ES" dirty="0"/>
              <a:t> </a:t>
            </a:r>
            <a:r>
              <a:rPr lang="es-ES" dirty="0" err="1"/>
              <a:t>add-on</a:t>
            </a:r>
            <a:r>
              <a:rPr lang="es-ES" dirty="0"/>
              <a:t> </a:t>
            </a:r>
            <a:r>
              <a:rPr lang="es-ES" dirty="0" err="1"/>
              <a:t>was</a:t>
            </a:r>
            <a:r>
              <a:rPr lang="es-ES" dirty="0"/>
              <a:t> removed?”</a:t>
            </a:r>
          </a:p>
        </p:txBody>
      </p:sp>
    </p:spTree>
    <p:extLst>
      <p:ext uri="{BB962C8B-B14F-4D97-AF65-F5344CB8AC3E}">
        <p14:creationId xmlns:p14="http://schemas.microsoft.com/office/powerpoint/2010/main" val="3769756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D7C0-A73B-507F-522A-7599CFEF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DC0F7960-BC67-3EEA-6F84-0D22DFFE9A51}"/>
              </a:ext>
            </a:extLst>
          </p:cNvPr>
          <p:cNvSpPr/>
          <p:nvPr/>
        </p:nvSpPr>
        <p:spPr>
          <a:xfrm rot="12950281">
            <a:off x="4725607" y="2105636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BA5255E9-2B1D-D8D9-E246-A562D3D37B3C}"/>
              </a:ext>
            </a:extLst>
          </p:cNvPr>
          <p:cNvSpPr/>
          <p:nvPr/>
        </p:nvSpPr>
        <p:spPr bwMode="auto">
          <a:xfrm rot="2150281">
            <a:off x="5653130" y="757699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67124A9B-F2E1-3D56-6526-435133170E0D}"/>
              </a:ext>
            </a:extLst>
          </p:cNvPr>
          <p:cNvSpPr/>
          <p:nvPr/>
        </p:nvSpPr>
        <p:spPr bwMode="auto">
          <a:xfrm rot="2150281">
            <a:off x="4100536" y="124506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C4238A7C-F51A-BBDC-69CD-A0431B83C146}"/>
              </a:ext>
            </a:extLst>
          </p:cNvPr>
          <p:cNvSpPr/>
          <p:nvPr/>
        </p:nvSpPr>
        <p:spPr bwMode="auto">
          <a:xfrm rot="2150281">
            <a:off x="2813843" y="2577976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EE0FA13A-32ED-FCFB-A392-9C0A02D8FBF3}"/>
              </a:ext>
            </a:extLst>
          </p:cNvPr>
          <p:cNvSpPr/>
          <p:nvPr/>
        </p:nvSpPr>
        <p:spPr bwMode="auto">
          <a:xfrm rot="2150281">
            <a:off x="4925591" y="2026434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4CA476C-265A-5075-F45E-B0310C48E686}"/>
              </a:ext>
            </a:extLst>
          </p:cNvPr>
          <p:cNvSpPr/>
          <p:nvPr/>
        </p:nvSpPr>
        <p:spPr bwMode="auto">
          <a:xfrm rot="2150281">
            <a:off x="4925591" y="2026434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17CFEFB6-E219-2D72-F487-891C2EA421DE}"/>
              </a:ext>
            </a:extLst>
          </p:cNvPr>
          <p:cNvSpPr txBox="1"/>
          <p:nvPr/>
        </p:nvSpPr>
        <p:spPr>
          <a:xfrm rot="15110281">
            <a:off x="3225129" y="362774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11E7CA0A-1E18-CB38-3E28-E8163745FDE0}"/>
              </a:ext>
            </a:extLst>
          </p:cNvPr>
          <p:cNvSpPr/>
          <p:nvPr/>
        </p:nvSpPr>
        <p:spPr>
          <a:xfrm rot="12950281">
            <a:off x="4772081" y="1863374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E858F308-0E5B-0DE7-E143-39009A08CC14}"/>
              </a:ext>
            </a:extLst>
          </p:cNvPr>
          <p:cNvSpPr/>
          <p:nvPr/>
        </p:nvSpPr>
        <p:spPr>
          <a:xfrm rot="4310281">
            <a:off x="4098739" y="3565769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FA8C8249-F1C1-00BF-1319-56C393DB5E69}"/>
              </a:ext>
            </a:extLst>
          </p:cNvPr>
          <p:cNvSpPr/>
          <p:nvPr/>
        </p:nvSpPr>
        <p:spPr>
          <a:xfrm rot="8630281">
            <a:off x="4605465" y="2091292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58D204A2-506F-D49D-BFA6-D26D4051F01D}"/>
              </a:ext>
            </a:extLst>
          </p:cNvPr>
          <p:cNvSpPr/>
          <p:nvPr/>
        </p:nvSpPr>
        <p:spPr>
          <a:xfrm rot="12950281">
            <a:off x="6163936" y="2099576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E72FABA0-83C5-B161-33D8-0A19152B2A78}"/>
              </a:ext>
            </a:extLst>
          </p:cNvPr>
          <p:cNvSpPr/>
          <p:nvPr/>
        </p:nvSpPr>
        <p:spPr>
          <a:xfrm rot="12950281">
            <a:off x="4419591" y="320039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85719A3D-6175-574F-A090-995C8AFD2289}"/>
              </a:ext>
            </a:extLst>
          </p:cNvPr>
          <p:cNvSpPr/>
          <p:nvPr/>
        </p:nvSpPr>
        <p:spPr>
          <a:xfrm rot="12950281">
            <a:off x="4933515" y="1676967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14CA170F-3786-FDC5-E115-F2BC158EE326}"/>
              </a:ext>
            </a:extLst>
          </p:cNvPr>
          <p:cNvSpPr/>
          <p:nvPr/>
        </p:nvSpPr>
        <p:spPr>
          <a:xfrm rot="12950281">
            <a:off x="6409481" y="1697058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ágono regular 10">
            <a:extLst>
              <a:ext uri="{FF2B5EF4-FFF2-40B4-BE49-F238E27FC236}">
                <a16:creationId xmlns:a16="http://schemas.microsoft.com/office/drawing/2014/main" id="{E0D1E93E-5268-E25D-7C3A-FB3751206CD8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C2316C6-6F87-F323-357F-38E944CA3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2825316">
            <a:off x="5343276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889FA190-8D78-BF5B-8D10-E9F88DCC6264}"/>
              </a:ext>
            </a:extLst>
          </p:cNvPr>
          <p:cNvSpPr/>
          <p:nvPr/>
        </p:nvSpPr>
        <p:spPr>
          <a:xfrm rot="12950281">
            <a:off x="4610289" y="3369240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EFDB284-E41D-D83D-8725-D54E0831C448}"/>
              </a:ext>
            </a:extLst>
          </p:cNvPr>
          <p:cNvSpPr txBox="1"/>
          <p:nvPr/>
        </p:nvSpPr>
        <p:spPr>
          <a:xfrm rot="19670281">
            <a:off x="4309835" y="998677"/>
            <a:ext cx="1245854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7A7A6677-C976-6CFF-B854-FCD344542CFF}"/>
              </a:ext>
            </a:extLst>
          </p:cNvPr>
          <p:cNvSpPr/>
          <p:nvPr/>
        </p:nvSpPr>
        <p:spPr>
          <a:xfrm rot="12950281">
            <a:off x="5124213" y="1845816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BC2580D9-0A51-AAC1-CDDE-3A5B02A02B41}"/>
              </a:ext>
            </a:extLst>
          </p:cNvPr>
          <p:cNvSpPr/>
          <p:nvPr/>
        </p:nvSpPr>
        <p:spPr>
          <a:xfrm rot="12950281">
            <a:off x="6600179" y="1865908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FCE15173-413F-1118-D243-19187E38E807}"/>
              </a:ext>
            </a:extLst>
          </p:cNvPr>
          <p:cNvSpPr txBox="1"/>
          <p:nvPr/>
        </p:nvSpPr>
        <p:spPr>
          <a:xfrm rot="2150281">
            <a:off x="6829528" y="1122999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pic>
        <p:nvPicPr>
          <p:cNvPr id="103" name="Gráfico 102">
            <a:extLst>
              <a:ext uri="{FF2B5EF4-FFF2-40B4-BE49-F238E27FC236}">
                <a16:creationId xmlns:a16="http://schemas.microsoft.com/office/drawing/2014/main" id="{BE562FAD-AF66-3181-A749-BCDAD0D38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50281">
            <a:off x="6711030" y="1960999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36B3F561-BDBC-8FE7-7215-96792FF3F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670281">
            <a:off x="5222985" y="1933641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9C4C9325-E78B-7FD0-FFAB-41471CFC4E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110281">
            <a:off x="4710568" y="3459136"/>
            <a:ext cx="517427" cy="51742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E7A6DAC6-9C9F-31CD-0CA1-1B4D31220862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3BCC43-993C-BD63-E3D6-985F241B9002}"/>
              </a:ext>
            </a:extLst>
          </p:cNvPr>
          <p:cNvSpPr txBox="1"/>
          <p:nvPr/>
        </p:nvSpPr>
        <p:spPr>
          <a:xfrm>
            <a:off x="8472427" y="222810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</a:t>
            </a:r>
            <a:r>
              <a:rPr lang="es-ES" dirty="0" err="1"/>
              <a:t>Based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previous</a:t>
            </a:r>
            <a:r>
              <a:rPr lang="es-ES" dirty="0"/>
              <a:t> </a:t>
            </a:r>
            <a:r>
              <a:rPr lang="es-ES" dirty="0" err="1"/>
              <a:t>changes</a:t>
            </a:r>
            <a:r>
              <a:rPr lang="es-ES" dirty="0"/>
              <a:t>, </a:t>
            </a:r>
            <a:r>
              <a:rPr lang="es-ES" dirty="0" err="1"/>
              <a:t>how</a:t>
            </a:r>
            <a:r>
              <a:rPr lang="es-ES" dirty="0"/>
              <a:t> </a:t>
            </a:r>
            <a:r>
              <a:rPr lang="es-ES" dirty="0" err="1"/>
              <a:t>likely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provider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reduce </a:t>
            </a:r>
            <a:r>
              <a:rPr lang="es-ES" dirty="0" err="1"/>
              <a:t>its</a:t>
            </a:r>
            <a:r>
              <a:rPr lang="es-ES" dirty="0"/>
              <a:t> API </a:t>
            </a:r>
            <a:r>
              <a:rPr lang="es-ES" dirty="0" err="1"/>
              <a:t>usage</a:t>
            </a:r>
            <a:r>
              <a:rPr lang="es-ES" dirty="0"/>
              <a:t> </a:t>
            </a:r>
            <a:r>
              <a:rPr lang="es-ES" dirty="0" err="1"/>
              <a:t>limits</a:t>
            </a:r>
            <a:r>
              <a:rPr lang="es-ES" dirty="0"/>
              <a:t> in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next</a:t>
            </a:r>
            <a:r>
              <a:rPr lang="es-ES" dirty="0"/>
              <a:t> </a:t>
            </a:r>
            <a:r>
              <a:rPr lang="es-ES" dirty="0" err="1"/>
              <a:t>six</a:t>
            </a:r>
            <a:r>
              <a:rPr lang="es-ES" dirty="0"/>
              <a:t> </a:t>
            </a:r>
            <a:r>
              <a:rPr lang="es-ES" dirty="0" err="1"/>
              <a:t>months</a:t>
            </a:r>
            <a:r>
              <a:rPr lang="es-ES" dirty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2947812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B8023-27A8-654F-0C58-47DDA41D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99E9869E-CDE3-9AFD-736A-F7F04B205736}"/>
              </a:ext>
            </a:extLst>
          </p:cNvPr>
          <p:cNvSpPr/>
          <p:nvPr/>
        </p:nvSpPr>
        <p:spPr bwMode="auto">
          <a:xfrm rot="19462802">
            <a:off x="3502676" y="710234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3F90C4D3-CBB0-E15E-F172-FF75DBF60B65}"/>
              </a:ext>
            </a:extLst>
          </p:cNvPr>
          <p:cNvSpPr/>
          <p:nvPr/>
        </p:nvSpPr>
        <p:spPr bwMode="auto">
          <a:xfrm rot="19462802">
            <a:off x="6109282" y="61877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3819DF15-CE2D-0AB3-40F9-13035B141A42}"/>
              </a:ext>
            </a:extLst>
          </p:cNvPr>
          <p:cNvSpPr/>
          <p:nvPr/>
        </p:nvSpPr>
        <p:spPr bwMode="auto">
          <a:xfrm rot="19462802">
            <a:off x="3204388" y="2159522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8D0270BB-53E9-5599-1C95-BA2596375DED}"/>
              </a:ext>
            </a:extLst>
          </p:cNvPr>
          <p:cNvSpPr/>
          <p:nvPr/>
        </p:nvSpPr>
        <p:spPr bwMode="auto">
          <a:xfrm rot="19462802">
            <a:off x="4676327" y="4128848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3B6533DA-3F2A-A072-B7A6-9E3FA3131399}"/>
              </a:ext>
            </a:extLst>
          </p:cNvPr>
          <p:cNvSpPr/>
          <p:nvPr/>
        </p:nvSpPr>
        <p:spPr bwMode="auto">
          <a:xfrm rot="19462802">
            <a:off x="4901446" y="196129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3C15038C-510E-794D-7BB7-D0AE68107BF2}"/>
              </a:ext>
            </a:extLst>
          </p:cNvPr>
          <p:cNvSpPr/>
          <p:nvPr/>
        </p:nvSpPr>
        <p:spPr bwMode="auto">
          <a:xfrm rot="19462802">
            <a:off x="4901446" y="1961296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C49E9E85-653D-FA7E-FD6D-8CE912A0B633}"/>
              </a:ext>
            </a:extLst>
          </p:cNvPr>
          <p:cNvSpPr txBox="1"/>
          <p:nvPr/>
        </p:nvSpPr>
        <p:spPr>
          <a:xfrm rot="10822802">
            <a:off x="5289804" y="5143525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EEE9B889-EDE1-FCC6-E24F-BED9BC3EABD7}"/>
              </a:ext>
            </a:extLst>
          </p:cNvPr>
          <p:cNvSpPr/>
          <p:nvPr/>
        </p:nvSpPr>
        <p:spPr>
          <a:xfrm rot="22802">
            <a:off x="5342635" y="4452382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D817CE93-6EBD-A553-E77F-F2BA41F1A729}"/>
              </a:ext>
            </a:extLst>
          </p:cNvPr>
          <p:cNvSpPr/>
          <p:nvPr/>
        </p:nvSpPr>
        <p:spPr>
          <a:xfrm rot="4342802">
            <a:off x="4073551" y="3526300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C12EAE8-4871-A87B-58FF-622CBDB5E357}"/>
              </a:ext>
            </a:extLst>
          </p:cNvPr>
          <p:cNvSpPr/>
          <p:nvPr/>
        </p:nvSpPr>
        <p:spPr>
          <a:xfrm rot="8662802">
            <a:off x="4576999" y="2051362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CC9CED14-B8F5-0C8A-D2D2-35C9A7D51CF3}"/>
              </a:ext>
            </a:extLst>
          </p:cNvPr>
          <p:cNvSpPr/>
          <p:nvPr/>
        </p:nvSpPr>
        <p:spPr>
          <a:xfrm rot="12982802">
            <a:off x="6163071" y="1994087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79D08712-8E71-164C-7B4D-8B8312143016}"/>
              </a:ext>
            </a:extLst>
          </p:cNvPr>
          <p:cNvSpPr/>
          <p:nvPr/>
        </p:nvSpPr>
        <p:spPr>
          <a:xfrm rot="8662802">
            <a:off x="5653758" y="4044229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29284E2C-7403-3B74-F322-3ACC4F7B4F1D}"/>
              </a:ext>
            </a:extLst>
          </p:cNvPr>
          <p:cNvSpPr/>
          <p:nvPr/>
        </p:nvSpPr>
        <p:spPr>
          <a:xfrm rot="8662802">
            <a:off x="4372842" y="3072534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EB769C7F-C69D-200F-4FDF-CDF22A9AC35B}"/>
              </a:ext>
            </a:extLst>
          </p:cNvPr>
          <p:cNvSpPr/>
          <p:nvPr/>
        </p:nvSpPr>
        <p:spPr>
          <a:xfrm rot="8662802">
            <a:off x="4861248" y="1679573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718BB2C8-153A-4100-3F82-A2D52C2E05A0}"/>
              </a:ext>
            </a:extLst>
          </p:cNvPr>
          <p:cNvSpPr/>
          <p:nvPr/>
        </p:nvSpPr>
        <p:spPr>
          <a:xfrm rot="8662802">
            <a:off x="6416127" y="1666737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8BB1A060-2FB8-5270-D75C-3CB4DD9AFBF6}"/>
              </a:ext>
            </a:extLst>
          </p:cNvPr>
          <p:cNvSpPr/>
          <p:nvPr/>
        </p:nvSpPr>
        <p:spPr>
          <a:xfrm rot="8662802">
            <a:off x="4865526" y="2065992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entágono regular 4">
            <a:extLst>
              <a:ext uri="{FF2B5EF4-FFF2-40B4-BE49-F238E27FC236}">
                <a16:creationId xmlns:a16="http://schemas.microsoft.com/office/drawing/2014/main" id="{7DD3B08C-AA33-8E5F-B467-0E8D3CBE215C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D2EB403-F2F1-B621-79A5-0C380B5C8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8632978"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46960B1D-6B2D-08AA-1FAE-3E48EB7C1193}"/>
              </a:ext>
            </a:extLst>
          </p:cNvPr>
          <p:cNvSpPr/>
          <p:nvPr/>
        </p:nvSpPr>
        <p:spPr>
          <a:xfrm rot="8662802">
            <a:off x="5826589" y="4210541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34E5D75-2E6F-08A9-1B8E-5A08677F852A}"/>
              </a:ext>
            </a:extLst>
          </p:cNvPr>
          <p:cNvSpPr txBox="1"/>
          <p:nvPr/>
        </p:nvSpPr>
        <p:spPr>
          <a:xfrm rot="15382802">
            <a:off x="3298477" y="3496411"/>
            <a:ext cx="1245854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DB439838-2C4B-2301-33D9-96551B8D9183}"/>
              </a:ext>
            </a:extLst>
          </p:cNvPr>
          <p:cNvSpPr/>
          <p:nvPr/>
        </p:nvSpPr>
        <p:spPr>
          <a:xfrm rot="8662802">
            <a:off x="4545673" y="3238845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5E52DFD4-93EA-A059-3FE7-14580945826D}"/>
              </a:ext>
            </a:extLst>
          </p:cNvPr>
          <p:cNvSpPr/>
          <p:nvPr/>
        </p:nvSpPr>
        <p:spPr>
          <a:xfrm rot="8662802">
            <a:off x="5034079" y="1845885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816685E3-04A5-AD76-C0C2-C7CEDBDCD6EB}"/>
              </a:ext>
            </a:extLst>
          </p:cNvPr>
          <p:cNvSpPr txBox="1"/>
          <p:nvPr/>
        </p:nvSpPr>
        <p:spPr>
          <a:xfrm rot="19462802">
            <a:off x="4164039" y="1072578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DACFB273-67EC-21B1-3E2F-952B31EDA8A3}"/>
              </a:ext>
            </a:extLst>
          </p:cNvPr>
          <p:cNvSpPr/>
          <p:nvPr/>
        </p:nvSpPr>
        <p:spPr>
          <a:xfrm rot="8662802">
            <a:off x="6588957" y="1833049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9115A789-CBF5-66A2-9722-CBEDAF6C670C}"/>
              </a:ext>
            </a:extLst>
          </p:cNvPr>
          <p:cNvSpPr txBox="1"/>
          <p:nvPr/>
        </p:nvSpPr>
        <p:spPr>
          <a:xfrm rot="1942802">
            <a:off x="6671018" y="983122"/>
            <a:ext cx="170912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Analytics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DB480020-7096-31A3-AF0F-0FBF88B242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662802">
            <a:off x="6754766" y="1997071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E1F2EAFA-F941-6809-2EB7-5E99EBB8D9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62802">
            <a:off x="5132693" y="1935152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0D586955-6591-C9E2-E686-DF839D1C24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382802">
            <a:off x="4629820" y="3360139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F79727F3-0F5A-24E8-B800-261C14095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22802">
            <a:off x="5916756" y="4309160"/>
            <a:ext cx="517427" cy="51742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BE84625A-E65C-EDD0-BB35-77B4C0B98769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44E2B69-7CE7-0269-FD92-7782346BE20A}"/>
              </a:ext>
            </a:extLst>
          </p:cNvPr>
          <p:cNvSpPr txBox="1"/>
          <p:nvPr/>
        </p:nvSpPr>
        <p:spPr>
          <a:xfrm>
            <a:off x="8848495" y="222810"/>
            <a:ext cx="32815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“How are </a:t>
            </a:r>
            <a:r>
              <a:rPr lang="es-ES" dirty="0" err="1"/>
              <a:t>our</a:t>
            </a:r>
            <a:r>
              <a:rPr lang="es-ES" dirty="0"/>
              <a:t> </a:t>
            </a:r>
            <a:r>
              <a:rPr lang="es-ES" dirty="0" err="1"/>
              <a:t>current</a:t>
            </a:r>
            <a:r>
              <a:rPr lang="es-ES" dirty="0"/>
              <a:t> </a:t>
            </a:r>
            <a:r>
              <a:rPr lang="es-ES" dirty="0" err="1"/>
              <a:t>users</a:t>
            </a:r>
            <a:r>
              <a:rPr lang="es-ES" dirty="0"/>
              <a:t> </a:t>
            </a:r>
            <a:r>
              <a:rPr lang="es-ES" dirty="0" err="1"/>
              <a:t>distributed</a:t>
            </a:r>
            <a:r>
              <a:rPr lang="es-ES" dirty="0"/>
              <a:t> </a:t>
            </a:r>
            <a:r>
              <a:rPr lang="es-ES" dirty="0" err="1"/>
              <a:t>across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available</a:t>
            </a:r>
            <a:r>
              <a:rPr lang="es-ES" dirty="0"/>
              <a:t> </a:t>
            </a:r>
            <a:r>
              <a:rPr lang="es-ES" dirty="0" err="1"/>
              <a:t>pricing</a:t>
            </a:r>
            <a:r>
              <a:rPr lang="es-ES" dirty="0"/>
              <a:t> </a:t>
            </a:r>
            <a:r>
              <a:rPr lang="es-ES" dirty="0" err="1"/>
              <a:t>configurations</a:t>
            </a:r>
            <a:r>
              <a:rPr lang="es-ES" dirty="0"/>
              <a:t>, and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subscriptions</a:t>
            </a:r>
            <a:r>
              <a:rPr lang="es-ES" dirty="0"/>
              <a:t> are </a:t>
            </a:r>
            <a:r>
              <a:rPr lang="es-ES" dirty="0" err="1"/>
              <a:t>underutilized</a:t>
            </a:r>
            <a:r>
              <a:rPr lang="es-ES" dirty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895340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9851B-CB11-8D45-1CF1-546DB0DB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A3103C0C-F157-6F6C-EAD1-0871B9593A16}"/>
              </a:ext>
            </a:extLst>
          </p:cNvPr>
          <p:cNvSpPr/>
          <p:nvPr/>
        </p:nvSpPr>
        <p:spPr bwMode="auto">
          <a:xfrm rot="15076377">
            <a:off x="2820108" y="2768823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51EFB128-929F-F0F1-542E-9287258CEC8B}"/>
              </a:ext>
            </a:extLst>
          </p:cNvPr>
          <p:cNvSpPr/>
          <p:nvPr/>
        </p:nvSpPr>
        <p:spPr bwMode="auto">
          <a:xfrm rot="15076377">
            <a:off x="3792912" y="243352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C3C871F6-190D-1E8C-ACDA-DC4F94823E7D}"/>
              </a:ext>
            </a:extLst>
          </p:cNvPr>
          <p:cNvSpPr/>
          <p:nvPr/>
        </p:nvSpPr>
        <p:spPr bwMode="auto">
          <a:xfrm rot="15076377">
            <a:off x="4934317" y="3645880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052EA613-C6A5-835F-27F6-20300316F179}"/>
              </a:ext>
            </a:extLst>
          </p:cNvPr>
          <p:cNvSpPr/>
          <p:nvPr/>
        </p:nvSpPr>
        <p:spPr bwMode="auto">
          <a:xfrm rot="15076377">
            <a:off x="6792121" y="2784852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72">
            <a:extLst>
              <a:ext uri="{FF2B5EF4-FFF2-40B4-BE49-F238E27FC236}">
                <a16:creationId xmlns:a16="http://schemas.microsoft.com/office/drawing/2014/main" id="{E9B2391C-A2F0-EF0A-3BF9-A9A59E297455}"/>
              </a:ext>
            </a:extLst>
          </p:cNvPr>
          <p:cNvSpPr/>
          <p:nvPr/>
        </p:nvSpPr>
        <p:spPr bwMode="auto">
          <a:xfrm rot="15076377">
            <a:off x="5914061" y="187541"/>
            <a:ext cx="2676121" cy="2488033"/>
          </a:xfrm>
          <a:custGeom>
            <a:avLst/>
            <a:gdLst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71289 w 2474232"/>
              <a:gd name="connsiteY5" fmla="*/ 362322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4232" h="2302383">
                <a:moveTo>
                  <a:pt x="977082" y="0"/>
                </a:moveTo>
                <a:lnTo>
                  <a:pt x="2474232" y="536250"/>
                </a:lnTo>
                <a:cubicBezTo>
                  <a:pt x="2105680" y="1565207"/>
                  <a:pt x="1146625" y="2265148"/>
                  <a:pt x="54290" y="2302383"/>
                </a:cubicBezTo>
                <a:lnTo>
                  <a:pt x="0" y="709687"/>
                </a:lnTo>
                <a:lnTo>
                  <a:pt x="44232" y="707454"/>
                </a:lnTo>
                <a:lnTo>
                  <a:pt x="261764" y="350416"/>
                </a:lnTo>
                <a:cubicBezTo>
                  <a:pt x="311327" y="321494"/>
                  <a:pt x="320408" y="330672"/>
                  <a:pt x="410453" y="263650"/>
                </a:cubicBezTo>
                <a:lnTo>
                  <a:pt x="374461" y="208352"/>
                </a:lnTo>
                <a:lnTo>
                  <a:pt x="956206" y="57038"/>
                </a:lnTo>
                <a:lnTo>
                  <a:pt x="977082" y="0"/>
                </a:lnTo>
                <a:close/>
              </a:path>
            </a:pathLst>
          </a:custGeom>
          <a:solidFill>
            <a:srgbClr val="42516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1EAA29FA-2A7A-34EE-8A99-A275B1B0EC4A}"/>
              </a:ext>
            </a:extLst>
          </p:cNvPr>
          <p:cNvSpPr/>
          <p:nvPr/>
        </p:nvSpPr>
        <p:spPr bwMode="auto">
          <a:xfrm rot="15076377">
            <a:off x="4861672" y="194863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3" name="Circle: Hollow 10">
            <a:extLst>
              <a:ext uri="{FF2B5EF4-FFF2-40B4-BE49-F238E27FC236}">
                <a16:creationId xmlns:a16="http://schemas.microsoft.com/office/drawing/2014/main" id="{90B58342-F164-5BAA-A0A2-5CFFF5B3BD1A}"/>
              </a:ext>
            </a:extLst>
          </p:cNvPr>
          <p:cNvSpPr/>
          <p:nvPr/>
        </p:nvSpPr>
        <p:spPr bwMode="auto">
          <a:xfrm rot="15076377">
            <a:off x="4700107" y="1787214"/>
            <a:ext cx="2913066" cy="2910472"/>
          </a:xfrm>
          <a:prstGeom prst="donut">
            <a:avLst>
              <a:gd name="adj" fmla="val 5846"/>
            </a:avLst>
          </a:prstGeom>
          <a:solidFill>
            <a:schemeClr val="accent2">
              <a:lumMod val="50000"/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936BC1A-455C-F746-89BA-E4AB02574D20}"/>
              </a:ext>
            </a:extLst>
          </p:cNvPr>
          <p:cNvSpPr/>
          <p:nvPr/>
        </p:nvSpPr>
        <p:spPr bwMode="auto">
          <a:xfrm rot="15076377">
            <a:off x="4861672" y="1948633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A6E3ED8B-CA22-0B61-162B-F39F9688BADF}"/>
              </a:ext>
            </a:extLst>
          </p:cNvPr>
          <p:cNvSpPr txBox="1"/>
          <p:nvPr/>
        </p:nvSpPr>
        <p:spPr>
          <a:xfrm rot="6436377">
            <a:off x="7434259" y="3592203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C0522096-237A-A8FA-E4DD-F8073467EFD1}"/>
              </a:ext>
            </a:extLst>
          </p:cNvPr>
          <p:cNvSpPr/>
          <p:nvPr/>
        </p:nvSpPr>
        <p:spPr>
          <a:xfrm rot="4276377">
            <a:off x="4697755" y="1808798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91C39DF6-7019-10C5-D8FA-02814870816F}"/>
              </a:ext>
            </a:extLst>
          </p:cNvPr>
          <p:cNvSpPr/>
          <p:nvPr/>
        </p:nvSpPr>
        <p:spPr>
          <a:xfrm rot="17236377">
            <a:off x="6621088" y="3503188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4E9FB75C-CC77-972D-7728-01C2FEC69452}"/>
              </a:ext>
            </a:extLst>
          </p:cNvPr>
          <p:cNvSpPr/>
          <p:nvPr/>
        </p:nvSpPr>
        <p:spPr>
          <a:xfrm rot="21556377">
            <a:off x="5333608" y="4472563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B84D2BC5-9BBF-FB8B-8D13-09AF71F6F8AA}"/>
              </a:ext>
            </a:extLst>
          </p:cNvPr>
          <p:cNvSpPr/>
          <p:nvPr/>
        </p:nvSpPr>
        <p:spPr>
          <a:xfrm rot="4276377">
            <a:off x="4068608" y="3562246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EDE2AD64-7252-8E0B-0C77-F2DC9282EECB}"/>
              </a:ext>
            </a:extLst>
          </p:cNvPr>
          <p:cNvSpPr/>
          <p:nvPr/>
        </p:nvSpPr>
        <p:spPr>
          <a:xfrm rot="8596377">
            <a:off x="4508447" y="2002944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4CD43A76-23E9-699B-AB67-562B1ACA559A}"/>
              </a:ext>
            </a:extLst>
          </p:cNvPr>
          <p:cNvSpPr/>
          <p:nvPr/>
        </p:nvSpPr>
        <p:spPr>
          <a:xfrm rot="12916377">
            <a:off x="6104369" y="1983525"/>
            <a:ext cx="1652512" cy="317411"/>
          </a:xfrm>
          <a:prstGeom prst="rect">
            <a:avLst/>
          </a:prstGeom>
          <a:solidFill>
            <a:srgbClr val="425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A5ECEBDF-0FB3-7857-B57C-4DD8DDF3DA0A}"/>
              </a:ext>
            </a:extLst>
          </p:cNvPr>
          <p:cNvSpPr/>
          <p:nvPr/>
        </p:nvSpPr>
        <p:spPr>
          <a:xfrm rot="4276377">
            <a:off x="6887635" y="3091211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72B7FB77-117A-BB9E-E8D4-DA68EC77F8FC}"/>
              </a:ext>
            </a:extLst>
          </p:cNvPr>
          <p:cNvSpPr/>
          <p:nvPr/>
        </p:nvSpPr>
        <p:spPr>
          <a:xfrm rot="4276377">
            <a:off x="5585655" y="4034495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45375BAF-9CD6-9E2F-3F66-622A62980F6F}"/>
              </a:ext>
            </a:extLst>
          </p:cNvPr>
          <p:cNvSpPr/>
          <p:nvPr/>
        </p:nvSpPr>
        <p:spPr>
          <a:xfrm rot="4276377">
            <a:off x="4394724" y="3162393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1835B53A-FB4F-7A90-487D-D03F9E321DF1}"/>
              </a:ext>
            </a:extLst>
          </p:cNvPr>
          <p:cNvSpPr/>
          <p:nvPr/>
        </p:nvSpPr>
        <p:spPr>
          <a:xfrm rot="4276377">
            <a:off x="4834265" y="1670878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6A681B1F-A7DE-2013-956C-AA4FEFEA8373}"/>
              </a:ext>
            </a:extLst>
          </p:cNvPr>
          <p:cNvSpPr/>
          <p:nvPr/>
        </p:nvSpPr>
        <p:spPr>
          <a:xfrm rot="4276377">
            <a:off x="6325315" y="1623353"/>
            <a:ext cx="1080000" cy="1080000"/>
          </a:xfrm>
          <a:prstGeom prst="ellipse">
            <a:avLst/>
          </a:prstGeom>
          <a:solidFill>
            <a:srgbClr val="07090B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2A9A9DC6-8153-9FBC-7BD2-BD43DE658454}"/>
              </a:ext>
            </a:extLst>
          </p:cNvPr>
          <p:cNvSpPr/>
          <p:nvPr/>
        </p:nvSpPr>
        <p:spPr>
          <a:xfrm rot="4276377">
            <a:off x="4901442" y="1901849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entágono regular 4">
            <a:extLst>
              <a:ext uri="{FF2B5EF4-FFF2-40B4-BE49-F238E27FC236}">
                <a16:creationId xmlns:a16="http://schemas.microsoft.com/office/drawing/2014/main" id="{CF8584A0-3CE8-6029-E735-E2401B55272D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88AF3FB-A045-4863-3D1B-A78122E41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4211358"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55B3079A-640D-274A-9D90-608E39755313}"/>
              </a:ext>
            </a:extLst>
          </p:cNvPr>
          <p:cNvSpPr/>
          <p:nvPr/>
        </p:nvSpPr>
        <p:spPr>
          <a:xfrm rot="4276377">
            <a:off x="7052454" y="3274094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73C52257-A38E-BE4E-E979-A735DBA5B18F}"/>
              </a:ext>
            </a:extLst>
          </p:cNvPr>
          <p:cNvSpPr txBox="1"/>
          <p:nvPr/>
        </p:nvSpPr>
        <p:spPr>
          <a:xfrm rot="10996377">
            <a:off x="5442190" y="5238317"/>
            <a:ext cx="1245854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CEEF5E84-8794-24D9-811C-A8E5B361DCB2}"/>
              </a:ext>
            </a:extLst>
          </p:cNvPr>
          <p:cNvSpPr/>
          <p:nvPr/>
        </p:nvSpPr>
        <p:spPr>
          <a:xfrm rot="4276377">
            <a:off x="5750474" y="4217378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5A253148-4834-4896-A242-59D4B3D5E239}"/>
              </a:ext>
            </a:extLst>
          </p:cNvPr>
          <p:cNvSpPr/>
          <p:nvPr/>
        </p:nvSpPr>
        <p:spPr>
          <a:xfrm rot="4276377">
            <a:off x="4559543" y="3345275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4D1FA9DD-554C-8B21-3AF2-1FB5A714D024}"/>
              </a:ext>
            </a:extLst>
          </p:cNvPr>
          <p:cNvSpPr txBox="1"/>
          <p:nvPr/>
        </p:nvSpPr>
        <p:spPr>
          <a:xfrm rot="15076377">
            <a:off x="3318743" y="3630620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B9B53147-4010-D5CE-1F54-DFA818D39D34}"/>
              </a:ext>
            </a:extLst>
          </p:cNvPr>
          <p:cNvSpPr/>
          <p:nvPr/>
        </p:nvSpPr>
        <p:spPr>
          <a:xfrm rot="4276377">
            <a:off x="4999084" y="1853761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6256A158-A141-85FB-EB0C-E6151FC28EBB}"/>
              </a:ext>
            </a:extLst>
          </p:cNvPr>
          <p:cNvSpPr txBox="1"/>
          <p:nvPr/>
        </p:nvSpPr>
        <p:spPr>
          <a:xfrm rot="19156377">
            <a:off x="3853032" y="1059342"/>
            <a:ext cx="170912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Analytics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A202E4D7-9AC3-0763-7604-2FDA33B4B4D9}"/>
              </a:ext>
            </a:extLst>
          </p:cNvPr>
          <p:cNvSpPr/>
          <p:nvPr/>
        </p:nvSpPr>
        <p:spPr>
          <a:xfrm rot="4276377">
            <a:off x="6490133" y="1806236"/>
            <a:ext cx="720000" cy="720000"/>
          </a:xfrm>
          <a:prstGeom prst="ellipse">
            <a:avLst/>
          </a:prstGeom>
          <a:solidFill>
            <a:srgbClr val="425166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85">
            <a:extLst>
              <a:ext uri="{FF2B5EF4-FFF2-40B4-BE49-F238E27FC236}">
                <a16:creationId xmlns:a16="http://schemas.microsoft.com/office/drawing/2014/main" id="{FB63F888-0296-C88F-5D47-00F0577F52E0}"/>
              </a:ext>
            </a:extLst>
          </p:cNvPr>
          <p:cNvSpPr txBox="1"/>
          <p:nvPr/>
        </p:nvSpPr>
        <p:spPr>
          <a:xfrm rot="2116377">
            <a:off x="6664959" y="1031824"/>
            <a:ext cx="153599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Cost-aware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DB787ED1-5D4A-23A5-CB0D-13A2D536BE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276377">
            <a:off x="5161610" y="2029638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715AFC9B-AAD7-7BB3-1AE6-196A628629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5076377">
            <a:off x="4648701" y="3444623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4EDAA879-E208-B763-3EC3-2AE61007E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996377">
            <a:off x="5862599" y="4363268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00CF8538-6B00-03AC-DC83-CFBCFEBB94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6436377">
            <a:off x="7147957" y="3385245"/>
            <a:ext cx="517427" cy="517427"/>
          </a:xfrm>
          <a:prstGeom prst="rect">
            <a:avLst/>
          </a:prstGeom>
        </p:spPr>
      </p:pic>
      <p:grpSp>
        <p:nvGrpSpPr>
          <p:cNvPr id="112" name="Grupo 111">
            <a:extLst>
              <a:ext uri="{FF2B5EF4-FFF2-40B4-BE49-F238E27FC236}">
                <a16:creationId xmlns:a16="http://schemas.microsoft.com/office/drawing/2014/main" id="{6B1F5ED9-E2B2-B635-F966-E2644EBD7FBB}"/>
              </a:ext>
            </a:extLst>
          </p:cNvPr>
          <p:cNvGrpSpPr/>
          <p:nvPr/>
        </p:nvGrpSpPr>
        <p:grpSpPr>
          <a:xfrm rot="4276377">
            <a:off x="6728894" y="1844577"/>
            <a:ext cx="411608" cy="586329"/>
            <a:chOff x="5155859" y="1883039"/>
            <a:chExt cx="411608" cy="586329"/>
          </a:xfrm>
        </p:grpSpPr>
        <p:pic>
          <p:nvPicPr>
            <p:cNvPr id="101" name="Gráfico 100">
              <a:extLst>
                <a:ext uri="{FF2B5EF4-FFF2-40B4-BE49-F238E27FC236}">
                  <a16:creationId xmlns:a16="http://schemas.microsoft.com/office/drawing/2014/main" id="{F1AB3C5C-6823-382B-5237-66D8642B96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55859" y="2067653"/>
              <a:ext cx="401715" cy="401715"/>
            </a:xfrm>
            <a:prstGeom prst="rect">
              <a:avLst/>
            </a:prstGeom>
          </p:spPr>
        </p:pic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83E5FAF3-6FF1-FCE2-02B9-C6D155E512FE}"/>
                </a:ext>
              </a:extLst>
            </p:cNvPr>
            <p:cNvSpPr/>
            <p:nvPr/>
          </p:nvSpPr>
          <p:spPr>
            <a:xfrm>
              <a:off x="5331967" y="2046981"/>
              <a:ext cx="235500" cy="253446"/>
            </a:xfrm>
            <a:prstGeom prst="ellipse">
              <a:avLst/>
            </a:prstGeom>
            <a:solidFill>
              <a:srgbClr val="425166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305AC765-C70B-D826-7EF6-A3B8B0D17692}"/>
                </a:ext>
              </a:extLst>
            </p:cNvPr>
            <p:cNvSpPr txBox="1"/>
            <p:nvPr/>
          </p:nvSpPr>
          <p:spPr>
            <a:xfrm>
              <a:off x="5274715" y="1883039"/>
              <a:ext cx="1778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haroni" panose="02010803020104030203" pitchFamily="2" charset="-79"/>
                  <a:ea typeface="Roboto" panose="02000000000000000000" pitchFamily="2" charset="0"/>
                  <a:cs typeface="Aharoni" panose="02010803020104030203" pitchFamily="2" charset="-79"/>
                </a:rPr>
                <a:t>$</a:t>
              </a:r>
              <a:endParaRPr lang="en-US" sz="3600" b="1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BCB0B760-D1A5-9D56-B520-0B3A263FBC93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9CA22C3-46D6-AE5F-8AF8-230B3B1848CE}"/>
              </a:ext>
            </a:extLst>
          </p:cNvPr>
          <p:cNvSpPr txBox="1"/>
          <p:nvPr/>
        </p:nvSpPr>
        <p:spPr>
          <a:xfrm>
            <a:off x="8884734" y="222810"/>
            <a:ext cx="32452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/>
              <a:t>“Does </a:t>
            </a:r>
            <a:r>
              <a:rPr lang="es-ES" dirty="0" err="1"/>
              <a:t>our</a:t>
            </a:r>
            <a:r>
              <a:rPr lang="es-ES" dirty="0"/>
              <a:t> </a:t>
            </a:r>
            <a:r>
              <a:rPr lang="es-ES" dirty="0" err="1"/>
              <a:t>pricing</a:t>
            </a:r>
            <a:r>
              <a:rPr lang="es-ES" dirty="0"/>
              <a:t> </a:t>
            </a:r>
            <a:r>
              <a:rPr lang="es-ES" dirty="0" err="1"/>
              <a:t>maximizes</a:t>
            </a:r>
            <a:r>
              <a:rPr lang="es-ES" dirty="0"/>
              <a:t> </a:t>
            </a:r>
            <a:r>
              <a:rPr lang="es-ES" dirty="0" err="1"/>
              <a:t>subscription</a:t>
            </a:r>
            <a:r>
              <a:rPr lang="es-ES" dirty="0"/>
              <a:t> </a:t>
            </a:r>
            <a:r>
              <a:rPr lang="es-ES" dirty="0" err="1"/>
              <a:t>revenue</a:t>
            </a:r>
            <a:r>
              <a:rPr lang="es-ES" dirty="0"/>
              <a:t> </a:t>
            </a:r>
            <a:r>
              <a:rPr lang="es-ES" dirty="0" err="1"/>
              <a:t>while</a:t>
            </a:r>
            <a:r>
              <a:rPr lang="es-ES" dirty="0"/>
              <a:t> </a:t>
            </a:r>
            <a:r>
              <a:rPr lang="es-ES" dirty="0" err="1"/>
              <a:t>keeping</a:t>
            </a:r>
            <a:r>
              <a:rPr lang="es-ES" dirty="0"/>
              <a:t> </a:t>
            </a:r>
            <a:r>
              <a:rPr lang="es-ES" dirty="0" err="1"/>
              <a:t>operational</a:t>
            </a:r>
            <a:r>
              <a:rPr lang="es-ES" dirty="0"/>
              <a:t> </a:t>
            </a:r>
            <a:r>
              <a:rPr lang="es-ES" dirty="0" err="1"/>
              <a:t>costs</a:t>
            </a:r>
            <a:r>
              <a:rPr lang="es-ES" dirty="0"/>
              <a:t> </a:t>
            </a:r>
            <a:r>
              <a:rPr lang="es-ES" dirty="0" err="1"/>
              <a:t>under</a:t>
            </a:r>
            <a:r>
              <a:rPr lang="es-ES" dirty="0"/>
              <a:t> control </a:t>
            </a:r>
            <a:r>
              <a:rPr lang="es-ES" dirty="0" err="1"/>
              <a:t>for</a:t>
            </a:r>
            <a:r>
              <a:rPr lang="es-ES" dirty="0"/>
              <a:t> 10,000 </a:t>
            </a:r>
            <a:r>
              <a:rPr lang="es-ES" dirty="0" err="1"/>
              <a:t>monthly</a:t>
            </a:r>
            <a:r>
              <a:rPr lang="es-ES" dirty="0"/>
              <a:t> API </a:t>
            </a:r>
            <a:r>
              <a:rPr lang="es-ES" dirty="0" err="1"/>
              <a:t>calls</a:t>
            </a:r>
            <a:r>
              <a:rPr lang="es-ES" dirty="0"/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1677630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F687652-4829-2B7B-6FB0-E87412B7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1F1B023C-0E2A-3AC4-9446-567FB7997687}"/>
              </a:ext>
            </a:extLst>
          </p:cNvPr>
          <p:cNvSpPr/>
          <p:nvPr/>
        </p:nvSpPr>
        <p:spPr bwMode="auto">
          <a:xfrm rot="10800000">
            <a:off x="4558380" y="4012578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7BBAB3CC-8905-D8FB-0054-9009D714D8C5}"/>
              </a:ext>
            </a:extLst>
          </p:cNvPr>
          <p:cNvSpPr/>
          <p:nvPr/>
        </p:nvSpPr>
        <p:spPr bwMode="auto">
          <a:xfrm rot="10800000">
            <a:off x="3293973" y="2447164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5EEC7589-65F6-FA0D-C29A-DFBDCEB38B66}"/>
              </a:ext>
            </a:extLst>
          </p:cNvPr>
          <p:cNvSpPr/>
          <p:nvPr/>
        </p:nvSpPr>
        <p:spPr bwMode="auto">
          <a:xfrm rot="10800000">
            <a:off x="6861478" y="2471410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5071B9C1-3AE4-BDB3-CE5D-AD5312CDDA1F}"/>
              </a:ext>
            </a:extLst>
          </p:cNvPr>
          <p:cNvSpPr/>
          <p:nvPr/>
        </p:nvSpPr>
        <p:spPr bwMode="auto">
          <a:xfrm rot="10800000">
            <a:off x="6198546" y="404091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72">
            <a:extLst>
              <a:ext uri="{FF2B5EF4-FFF2-40B4-BE49-F238E27FC236}">
                <a16:creationId xmlns:a16="http://schemas.microsoft.com/office/drawing/2014/main" id="{89EE9E21-32EA-3441-0CD3-781EA08F5CDA}"/>
              </a:ext>
            </a:extLst>
          </p:cNvPr>
          <p:cNvSpPr/>
          <p:nvPr/>
        </p:nvSpPr>
        <p:spPr bwMode="auto">
          <a:xfrm rot="10800000">
            <a:off x="3456717" y="404841"/>
            <a:ext cx="2676121" cy="2488033"/>
          </a:xfrm>
          <a:custGeom>
            <a:avLst/>
            <a:gdLst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71289 w 2474232"/>
              <a:gd name="connsiteY5" fmla="*/ 362322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4232" h="2302383">
                <a:moveTo>
                  <a:pt x="977082" y="0"/>
                </a:moveTo>
                <a:lnTo>
                  <a:pt x="2474232" y="536250"/>
                </a:lnTo>
                <a:cubicBezTo>
                  <a:pt x="2105680" y="1565207"/>
                  <a:pt x="1146625" y="2265148"/>
                  <a:pt x="54290" y="2302383"/>
                </a:cubicBezTo>
                <a:lnTo>
                  <a:pt x="0" y="709687"/>
                </a:lnTo>
                <a:lnTo>
                  <a:pt x="44232" y="707454"/>
                </a:lnTo>
                <a:lnTo>
                  <a:pt x="261764" y="350416"/>
                </a:lnTo>
                <a:cubicBezTo>
                  <a:pt x="311327" y="321494"/>
                  <a:pt x="320408" y="330672"/>
                  <a:pt x="410453" y="263650"/>
                </a:cubicBezTo>
                <a:lnTo>
                  <a:pt x="374461" y="208352"/>
                </a:lnTo>
                <a:lnTo>
                  <a:pt x="956206" y="57038"/>
                </a:lnTo>
                <a:lnTo>
                  <a:pt x="977082" y="0"/>
                </a:lnTo>
                <a:close/>
              </a:path>
            </a:pathLst>
          </a:custGeom>
          <a:solidFill>
            <a:srgbClr val="42516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433B7F86-E0C3-A71A-7298-0E3F3FC84221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3" name="Circle: Hollow 10">
            <a:extLst>
              <a:ext uri="{FF2B5EF4-FFF2-40B4-BE49-F238E27FC236}">
                <a16:creationId xmlns:a16="http://schemas.microsoft.com/office/drawing/2014/main" id="{C1DA7DB2-8074-BC79-7F29-98F3DEFBE74D}"/>
              </a:ext>
            </a:extLst>
          </p:cNvPr>
          <p:cNvSpPr/>
          <p:nvPr/>
        </p:nvSpPr>
        <p:spPr bwMode="auto">
          <a:xfrm rot="10800000">
            <a:off x="4701551" y="1812512"/>
            <a:ext cx="2913066" cy="2910472"/>
          </a:xfrm>
          <a:prstGeom prst="donut">
            <a:avLst>
              <a:gd name="adj" fmla="val 5846"/>
            </a:avLst>
          </a:prstGeom>
          <a:solidFill>
            <a:schemeClr val="accent2">
              <a:lumMod val="50000"/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3D4C1DE-7E24-6921-73CA-E383B77B98EC}"/>
              </a:ext>
            </a:extLst>
          </p:cNvPr>
          <p:cNvSpPr/>
          <p:nvPr/>
        </p:nvSpPr>
        <p:spPr bwMode="auto">
          <a:xfrm rot="10800000">
            <a:off x="4863114" y="1973932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B798C809-0672-86F4-4F37-CD0BEB8F2CD1}"/>
              </a:ext>
            </a:extLst>
          </p:cNvPr>
          <p:cNvSpPr txBox="1"/>
          <p:nvPr/>
        </p:nvSpPr>
        <p:spPr>
          <a:xfrm rot="2160000">
            <a:off x="6656155" y="1122712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0EF781FB-B96D-146C-11C1-1E6F83FED1E8}"/>
              </a:ext>
            </a:extLst>
          </p:cNvPr>
          <p:cNvSpPr/>
          <p:nvPr/>
        </p:nvSpPr>
        <p:spPr>
          <a:xfrm>
            <a:off x="4714672" y="1835782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917E5003-142F-62CD-0370-7A571F5A4AB6}"/>
              </a:ext>
            </a:extLst>
          </p:cNvPr>
          <p:cNvSpPr/>
          <p:nvPr/>
        </p:nvSpPr>
        <p:spPr>
          <a:xfrm rot="-8640000">
            <a:off x="6144682" y="2020461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EC08F3D-47B8-D8F7-C277-6C32F9E51024}"/>
              </a:ext>
            </a:extLst>
          </p:cNvPr>
          <p:cNvSpPr/>
          <p:nvPr/>
        </p:nvSpPr>
        <p:spPr>
          <a:xfrm rot="-4320000">
            <a:off x="6617129" y="3574127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F4D15597-D5AB-A34C-BC00-B60E213BB89B}"/>
              </a:ext>
            </a:extLst>
          </p:cNvPr>
          <p:cNvSpPr/>
          <p:nvPr/>
        </p:nvSpPr>
        <p:spPr>
          <a:xfrm>
            <a:off x="5348864" y="4479890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FF18B262-BA95-FD02-4237-0964797F20B2}"/>
              </a:ext>
            </a:extLst>
          </p:cNvPr>
          <p:cNvSpPr/>
          <p:nvPr/>
        </p:nvSpPr>
        <p:spPr>
          <a:xfrm rot="4320000">
            <a:off x="4046738" y="3538755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1E448B69-5E5E-D7EC-6FD3-DC9EEE845D7D}"/>
              </a:ext>
            </a:extLst>
          </p:cNvPr>
          <p:cNvSpPr/>
          <p:nvPr/>
        </p:nvSpPr>
        <p:spPr>
          <a:xfrm rot="8640000">
            <a:off x="4538351" y="2022797"/>
            <a:ext cx="1652512" cy="317411"/>
          </a:xfrm>
          <a:prstGeom prst="rect">
            <a:avLst/>
          </a:prstGeom>
          <a:solidFill>
            <a:srgbClr val="425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6283AE8F-D87C-FDD7-F09C-F1009621A094}"/>
              </a:ext>
            </a:extLst>
          </p:cNvPr>
          <p:cNvSpPr/>
          <p:nvPr/>
        </p:nvSpPr>
        <p:spPr>
          <a:xfrm>
            <a:off x="6394329" y="1648857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C388D152-8F72-33E6-6967-BEA03633B4AC}"/>
              </a:ext>
            </a:extLst>
          </p:cNvPr>
          <p:cNvSpPr/>
          <p:nvPr/>
        </p:nvSpPr>
        <p:spPr>
          <a:xfrm>
            <a:off x="6869661" y="3184760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DD2376FE-8A46-2466-D547-5B8031EFA5B2}"/>
              </a:ext>
            </a:extLst>
          </p:cNvPr>
          <p:cNvSpPr/>
          <p:nvPr/>
        </p:nvSpPr>
        <p:spPr>
          <a:xfrm>
            <a:off x="5661368" y="4032644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7087F1A7-6B00-D1CC-704A-622D07A242D4}"/>
              </a:ext>
            </a:extLst>
          </p:cNvPr>
          <p:cNvSpPr/>
          <p:nvPr/>
        </p:nvSpPr>
        <p:spPr>
          <a:xfrm>
            <a:off x="4389935" y="3137507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94875C53-F0B3-8C15-0BD5-7A9DB21E23D0}"/>
              </a:ext>
            </a:extLst>
          </p:cNvPr>
          <p:cNvSpPr/>
          <p:nvPr/>
        </p:nvSpPr>
        <p:spPr>
          <a:xfrm>
            <a:off x="4823643" y="1710137"/>
            <a:ext cx="1080000" cy="1080000"/>
          </a:xfrm>
          <a:prstGeom prst="ellipse">
            <a:avLst/>
          </a:prstGeom>
          <a:solidFill>
            <a:srgbClr val="07090B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4BF109D0-1CA2-45FC-A244-7C541E851D32}"/>
              </a:ext>
            </a:extLst>
          </p:cNvPr>
          <p:cNvSpPr/>
          <p:nvPr/>
        </p:nvSpPr>
        <p:spPr>
          <a:xfrm>
            <a:off x="4784444" y="1811324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entágono regular 3">
            <a:extLst>
              <a:ext uri="{FF2B5EF4-FFF2-40B4-BE49-F238E27FC236}">
                <a16:creationId xmlns:a16="http://schemas.microsoft.com/office/drawing/2014/main" id="{C929500A-F607-938B-8488-4F29E688C794}"/>
              </a:ext>
            </a:extLst>
          </p:cNvPr>
          <p:cNvSpPr/>
          <p:nvPr/>
        </p:nvSpPr>
        <p:spPr>
          <a:xfrm>
            <a:off x="4904693" y="1946846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1A8B5CC-00E5-E6B2-E5F7-82B359C11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11472" y="2387557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D1B9A2D3-140F-5283-149D-070132D52C23}"/>
              </a:ext>
            </a:extLst>
          </p:cNvPr>
          <p:cNvSpPr/>
          <p:nvPr/>
        </p:nvSpPr>
        <p:spPr>
          <a:xfrm>
            <a:off x="6572185" y="1844160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A6B14231-9C04-E587-120F-E6390F0256D6}"/>
              </a:ext>
            </a:extLst>
          </p:cNvPr>
          <p:cNvSpPr txBox="1"/>
          <p:nvPr/>
        </p:nvSpPr>
        <p:spPr>
          <a:xfrm rot="6720000">
            <a:off x="7735188" y="3754913"/>
            <a:ext cx="123783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5AE05ED8-7226-8706-FD66-95B03F7B53F4}"/>
              </a:ext>
            </a:extLst>
          </p:cNvPr>
          <p:cNvSpPr/>
          <p:nvPr/>
        </p:nvSpPr>
        <p:spPr>
          <a:xfrm>
            <a:off x="7047517" y="3380063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FF699F93-B3F4-1BFE-66FF-2FB6D8F775C8}"/>
              </a:ext>
            </a:extLst>
          </p:cNvPr>
          <p:cNvSpPr/>
          <p:nvPr/>
        </p:nvSpPr>
        <p:spPr>
          <a:xfrm>
            <a:off x="5839224" y="4227947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1EF983F4-A186-7F44-0EC3-18D2D5CA76DB}"/>
              </a:ext>
            </a:extLst>
          </p:cNvPr>
          <p:cNvSpPr txBox="1"/>
          <p:nvPr/>
        </p:nvSpPr>
        <p:spPr>
          <a:xfrm rot="10800000">
            <a:off x="5473514" y="5175387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F52E482F-949E-3747-DCD2-97C4A7913043}"/>
              </a:ext>
            </a:extLst>
          </p:cNvPr>
          <p:cNvSpPr/>
          <p:nvPr/>
        </p:nvSpPr>
        <p:spPr>
          <a:xfrm>
            <a:off x="4567791" y="3332810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DFE8DC4E-5395-C813-BD72-DDB02D2FCB0F}"/>
              </a:ext>
            </a:extLst>
          </p:cNvPr>
          <p:cNvSpPr txBox="1"/>
          <p:nvPr/>
        </p:nvSpPr>
        <p:spPr>
          <a:xfrm rot="-6720000">
            <a:off x="3105968" y="3698866"/>
            <a:ext cx="17091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Analytics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39FC62CD-7DDD-9F6F-575D-51B36931DAA9}"/>
              </a:ext>
            </a:extLst>
          </p:cNvPr>
          <p:cNvSpPr/>
          <p:nvPr/>
        </p:nvSpPr>
        <p:spPr>
          <a:xfrm>
            <a:off x="5001499" y="1905440"/>
            <a:ext cx="720000" cy="720000"/>
          </a:xfrm>
          <a:prstGeom prst="ellipse">
            <a:avLst/>
          </a:prstGeom>
          <a:solidFill>
            <a:srgbClr val="425166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85">
            <a:extLst>
              <a:ext uri="{FF2B5EF4-FFF2-40B4-BE49-F238E27FC236}">
                <a16:creationId xmlns:a16="http://schemas.microsoft.com/office/drawing/2014/main" id="{22693E5B-B447-6A5B-0FB5-DBBC1D99BD9B}"/>
              </a:ext>
            </a:extLst>
          </p:cNvPr>
          <p:cNvSpPr txBox="1"/>
          <p:nvPr/>
        </p:nvSpPr>
        <p:spPr>
          <a:xfrm rot="-2160000">
            <a:off x="4041472" y="1108950"/>
            <a:ext cx="153599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Cost-aware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0531529F-425F-2E38-8AB8-8A6F586CF5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0378" y="3515292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616D69AD-22E2-C6E5-8EFF-DBD1C3219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5934942" y="4339118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CF6EB2FE-6C07-3E33-CFB3-EA597265F4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6720000">
            <a:off x="7190923" y="3507254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226F3F6F-1EF7-237F-EE36-3E18E9A6E4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60000">
            <a:off x="6680957" y="1954091"/>
            <a:ext cx="517427" cy="517427"/>
          </a:xfrm>
          <a:prstGeom prst="rect">
            <a:avLst/>
          </a:prstGeom>
        </p:spPr>
      </p:pic>
      <p:grpSp>
        <p:nvGrpSpPr>
          <p:cNvPr id="112" name="Grupo 111">
            <a:extLst>
              <a:ext uri="{FF2B5EF4-FFF2-40B4-BE49-F238E27FC236}">
                <a16:creationId xmlns:a16="http://schemas.microsoft.com/office/drawing/2014/main" id="{7DDCB698-77DB-DAF4-3DA0-C260DA5A9A62}"/>
              </a:ext>
            </a:extLst>
          </p:cNvPr>
          <p:cNvGrpSpPr/>
          <p:nvPr/>
        </p:nvGrpSpPr>
        <p:grpSpPr>
          <a:xfrm>
            <a:off x="5155859" y="1883039"/>
            <a:ext cx="411608" cy="586329"/>
            <a:chOff x="5155859" y="1883039"/>
            <a:chExt cx="411608" cy="586329"/>
          </a:xfrm>
        </p:grpSpPr>
        <p:pic>
          <p:nvPicPr>
            <p:cNvPr id="101" name="Gráfico 100">
              <a:extLst>
                <a:ext uri="{FF2B5EF4-FFF2-40B4-BE49-F238E27FC236}">
                  <a16:creationId xmlns:a16="http://schemas.microsoft.com/office/drawing/2014/main" id="{9CD5B8CB-C594-6EF8-D11B-FD54D8E6B6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55859" y="2067653"/>
              <a:ext cx="401715" cy="401715"/>
            </a:xfrm>
            <a:prstGeom prst="rect">
              <a:avLst/>
            </a:prstGeom>
          </p:spPr>
        </p:pic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BA80C0DF-ADDE-B3B8-7AA8-D6EA71F9F3DE}"/>
                </a:ext>
              </a:extLst>
            </p:cNvPr>
            <p:cNvSpPr/>
            <p:nvPr/>
          </p:nvSpPr>
          <p:spPr>
            <a:xfrm>
              <a:off x="5331967" y="2046981"/>
              <a:ext cx="235500" cy="253446"/>
            </a:xfrm>
            <a:prstGeom prst="ellipse">
              <a:avLst/>
            </a:prstGeom>
            <a:solidFill>
              <a:srgbClr val="425166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FD5E344E-458B-A6DE-4395-F84707A40E62}"/>
                </a:ext>
              </a:extLst>
            </p:cNvPr>
            <p:cNvSpPr txBox="1"/>
            <p:nvPr/>
          </p:nvSpPr>
          <p:spPr>
            <a:xfrm>
              <a:off x="5274715" y="1883039"/>
              <a:ext cx="1778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haroni" panose="02010803020104030203" pitchFamily="2" charset="-79"/>
                  <a:ea typeface="Roboto" panose="02000000000000000000" pitchFamily="2" charset="0"/>
                  <a:cs typeface="Aharoni" panose="02010803020104030203" pitchFamily="2" charset="-79"/>
                </a:rPr>
                <a:t>$</a:t>
              </a:r>
              <a:endParaRPr lang="en-US" sz="3600" b="1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endParaRPr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DBC617AE-5673-2A3D-24A7-FEA834E80439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954968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782EC-B4E8-C020-AD1C-22B963166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70">
            <a:extLst>
              <a:ext uri="{FF2B5EF4-FFF2-40B4-BE49-F238E27FC236}">
                <a16:creationId xmlns:a16="http://schemas.microsoft.com/office/drawing/2014/main" id="{86DEFB44-9FE4-1B84-4C63-97C3A2DC7FAC}"/>
              </a:ext>
            </a:extLst>
          </p:cNvPr>
          <p:cNvSpPr/>
          <p:nvPr/>
        </p:nvSpPr>
        <p:spPr bwMode="auto">
          <a:xfrm rot="10800000">
            <a:off x="1332861" y="4141334"/>
            <a:ext cx="3236600" cy="2151513"/>
          </a:xfrm>
          <a:custGeom>
            <a:avLst/>
            <a:gdLst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59684 w 2992427"/>
              <a:gd name="connsiteY5" fmla="*/ 1926680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1590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78709 w 2992427"/>
              <a:gd name="connsiteY6" fmla="*/ 190286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8734 w 2992427"/>
              <a:gd name="connsiteY5" fmla="*/ 1902868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38228 w 2992427"/>
              <a:gd name="connsiteY6" fmla="*/ 1874293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8143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73972 w 2992427"/>
              <a:gd name="connsiteY5" fmla="*/ 1898105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9209 w 2992427"/>
              <a:gd name="connsiteY5" fmla="*/ 1900486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1436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  <a:gd name="connsiteX0" fmla="*/ 1497835 w 2992427"/>
              <a:gd name="connsiteY0" fmla="*/ 17 h 1990974"/>
              <a:gd name="connsiteX1" fmla="*/ 2992427 w 2992427"/>
              <a:gd name="connsiteY1" fmla="*/ 464536 h 1990974"/>
              <a:gd name="connsiteX2" fmla="*/ 2084319 w 2992427"/>
              <a:gd name="connsiteY2" fmla="*/ 1794367 h 1990974"/>
              <a:gd name="connsiteX3" fmla="*/ 2054340 w 2992427"/>
              <a:gd name="connsiteY3" fmla="*/ 1776154 h 1990974"/>
              <a:gd name="connsiteX4" fmla="*/ 2054972 w 2992427"/>
              <a:gd name="connsiteY4" fmla="*/ 1776662 h 1990974"/>
              <a:gd name="connsiteX5" fmla="*/ 1666827 w 2992427"/>
              <a:gd name="connsiteY5" fmla="*/ 1902867 h 1990974"/>
              <a:gd name="connsiteX6" fmla="*/ 1440610 w 2992427"/>
              <a:gd name="connsiteY6" fmla="*/ 1885848 h 1990974"/>
              <a:gd name="connsiteX7" fmla="*/ 1485853 w 2992427"/>
              <a:gd name="connsiteY7" fmla="*/ 1990974 h 1990974"/>
              <a:gd name="connsiteX8" fmla="*/ 944600 w 2992427"/>
              <a:gd name="connsiteY8" fmla="*/ 1779977 h 1990974"/>
              <a:gd name="connsiteX9" fmla="*/ 908595 w 2992427"/>
              <a:gd name="connsiteY9" fmla="*/ 1800672 h 1990974"/>
              <a:gd name="connsiteX10" fmla="*/ 906703 w 2992427"/>
              <a:gd name="connsiteY10" fmla="*/ 1802087 h 1990974"/>
              <a:gd name="connsiteX11" fmla="*/ 0 w 2992427"/>
              <a:gd name="connsiteY11" fmla="*/ 453971 h 1990974"/>
              <a:gd name="connsiteX12" fmla="*/ 1497835 w 2992427"/>
              <a:gd name="connsiteY12" fmla="*/ 17 h 1990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2427" h="1990974">
                <a:moveTo>
                  <a:pt x="1497835" y="17"/>
                </a:moveTo>
                <a:cubicBezTo>
                  <a:pt x="2020065" y="1860"/>
                  <a:pt x="2541755" y="156783"/>
                  <a:pt x="2992427" y="464536"/>
                </a:cubicBezTo>
                <a:lnTo>
                  <a:pt x="2084319" y="1794367"/>
                </a:lnTo>
                <a:lnTo>
                  <a:pt x="2054340" y="1776154"/>
                </a:lnTo>
                <a:lnTo>
                  <a:pt x="2054972" y="1776662"/>
                </a:lnTo>
                <a:lnTo>
                  <a:pt x="1666827" y="1902867"/>
                </a:lnTo>
                <a:cubicBezTo>
                  <a:pt x="1467421" y="1872797"/>
                  <a:pt x="1501376" y="1891578"/>
                  <a:pt x="1440610" y="1885848"/>
                </a:cubicBezTo>
                <a:lnTo>
                  <a:pt x="1485853" y="1990974"/>
                </a:lnTo>
                <a:lnTo>
                  <a:pt x="944600" y="1779977"/>
                </a:lnTo>
                <a:lnTo>
                  <a:pt x="908595" y="1800672"/>
                </a:lnTo>
                <a:lnTo>
                  <a:pt x="906703" y="1802087"/>
                </a:lnTo>
                <a:lnTo>
                  <a:pt x="0" y="453971"/>
                </a:lnTo>
                <a:cubicBezTo>
                  <a:pt x="452834" y="149408"/>
                  <a:pt x="975605" y="-1827"/>
                  <a:pt x="1497835" y="17"/>
                </a:cubicBezTo>
                <a:close/>
              </a:path>
            </a:pathLst>
          </a:custGeom>
          <a:solidFill>
            <a:srgbClr val="F29B2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71">
            <a:extLst>
              <a:ext uri="{FF2B5EF4-FFF2-40B4-BE49-F238E27FC236}">
                <a16:creationId xmlns:a16="http://schemas.microsoft.com/office/drawing/2014/main" id="{7B7D8196-D928-A66E-9969-AC30A96CFB7A}"/>
              </a:ext>
            </a:extLst>
          </p:cNvPr>
          <p:cNvSpPr/>
          <p:nvPr/>
        </p:nvSpPr>
        <p:spPr bwMode="auto">
          <a:xfrm rot="10800000">
            <a:off x="68454" y="2575920"/>
            <a:ext cx="2189012" cy="3121694"/>
          </a:xfrm>
          <a:custGeom>
            <a:avLst/>
            <a:gdLst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7303 w 2023871"/>
              <a:gd name="connsiteY6" fmla="*/ 1873307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31631 w 2023871"/>
              <a:gd name="connsiteY5" fmla="*/ 2052585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  <a:gd name="connsiteX0" fmla="*/ 979889 w 2023871"/>
              <a:gd name="connsiteY0" fmla="*/ 0 h 2888762"/>
              <a:gd name="connsiteX1" fmla="*/ 1909372 w 2023871"/>
              <a:gd name="connsiteY1" fmla="*/ 2888762 h 2888762"/>
              <a:gd name="connsiteX2" fmla="*/ 387277 w 2023871"/>
              <a:gd name="connsiteY2" fmla="*/ 2428087 h 2888762"/>
              <a:gd name="connsiteX3" fmla="*/ 401942 w 2023871"/>
              <a:gd name="connsiteY3" fmla="*/ 2371051 h 2888762"/>
              <a:gd name="connsiteX4" fmla="*/ 398382 w 2023871"/>
              <a:gd name="connsiteY4" fmla="*/ 2380612 h 2888762"/>
              <a:gd name="connsiteX5" fmla="*/ 126868 w 2023871"/>
              <a:gd name="connsiteY5" fmla="*/ 2054966 h 2888762"/>
              <a:gd name="connsiteX6" fmla="*/ 94922 w 2023871"/>
              <a:gd name="connsiteY6" fmla="*/ 1878069 h 2888762"/>
              <a:gd name="connsiteX7" fmla="*/ 15918 w 2023871"/>
              <a:gd name="connsiteY7" fmla="*/ 1907805 h 2888762"/>
              <a:gd name="connsiteX8" fmla="*/ 46704 w 2023871"/>
              <a:gd name="connsiteY8" fmla="*/ 1312796 h 2888762"/>
              <a:gd name="connsiteX9" fmla="*/ 44660 w 2023871"/>
              <a:gd name="connsiteY9" fmla="*/ 1310916 h 2888762"/>
              <a:gd name="connsiteX10" fmla="*/ 0 w 2023871"/>
              <a:gd name="connsiteY10" fmla="*/ 1277520 h 2888762"/>
              <a:gd name="connsiteX11" fmla="*/ 979889 w 2023871"/>
              <a:gd name="connsiteY11" fmla="*/ 0 h 2888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23871" h="2888762">
                <a:moveTo>
                  <a:pt x="979889" y="0"/>
                </a:moveTo>
                <a:cubicBezTo>
                  <a:pt x="1860735" y="675631"/>
                  <a:pt x="2230953" y="1826240"/>
                  <a:pt x="1909372" y="2888762"/>
                </a:cubicBezTo>
                <a:lnTo>
                  <a:pt x="387277" y="2428087"/>
                </a:lnTo>
                <a:lnTo>
                  <a:pt x="401942" y="2371051"/>
                </a:lnTo>
                <a:lnTo>
                  <a:pt x="398382" y="2380612"/>
                </a:lnTo>
                <a:lnTo>
                  <a:pt x="126868" y="2054966"/>
                </a:lnTo>
                <a:cubicBezTo>
                  <a:pt x="114632" y="1996794"/>
                  <a:pt x="121445" y="1979103"/>
                  <a:pt x="94922" y="1878069"/>
                </a:cubicBezTo>
                <a:lnTo>
                  <a:pt x="15918" y="1907805"/>
                </a:lnTo>
                <a:lnTo>
                  <a:pt x="46704" y="1312796"/>
                </a:lnTo>
                <a:lnTo>
                  <a:pt x="44660" y="1310916"/>
                </a:lnTo>
                <a:lnTo>
                  <a:pt x="0" y="1277520"/>
                </a:lnTo>
                <a:lnTo>
                  <a:pt x="979889" y="0"/>
                </a:lnTo>
                <a:close/>
              </a:path>
            </a:pathLst>
          </a:custGeom>
          <a:solidFill>
            <a:srgbClr val="B5372D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69">
            <a:extLst>
              <a:ext uri="{FF2B5EF4-FFF2-40B4-BE49-F238E27FC236}">
                <a16:creationId xmlns:a16="http://schemas.microsoft.com/office/drawing/2014/main" id="{D36A8045-0B38-539B-37A2-BC85F9D28551}"/>
              </a:ext>
            </a:extLst>
          </p:cNvPr>
          <p:cNvSpPr/>
          <p:nvPr/>
        </p:nvSpPr>
        <p:spPr bwMode="auto">
          <a:xfrm rot="10800000">
            <a:off x="3635959" y="2600166"/>
            <a:ext cx="2192495" cy="3079107"/>
          </a:xfrm>
          <a:custGeom>
            <a:avLst/>
            <a:gdLst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40807 w 2027092"/>
              <a:gd name="connsiteY5" fmla="*/ 1891484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17013 w 2027092"/>
              <a:gd name="connsiteY4" fmla="*/ 172561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2725 w 2027092"/>
              <a:gd name="connsiteY4" fmla="*/ 1670849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1952719 w 2027092"/>
              <a:gd name="connsiteY4" fmla="*/ 164703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8468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5106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7487 w 2027092"/>
              <a:gd name="connsiteY4" fmla="*/ 1666087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  <a:gd name="connsiteX0" fmla="*/ 1022078 w 2027092"/>
              <a:gd name="connsiteY0" fmla="*/ 0 h 2849353"/>
              <a:gd name="connsiteX1" fmla="*/ 2024841 w 2027092"/>
              <a:gd name="connsiteY1" fmla="*/ 1279596 h 2849353"/>
              <a:gd name="connsiteX2" fmla="*/ 2005654 w 2027092"/>
              <a:gd name="connsiteY2" fmla="*/ 1293943 h 2849353"/>
              <a:gd name="connsiteX3" fmla="*/ 1990705 w 2027092"/>
              <a:gd name="connsiteY3" fmla="*/ 1307694 h 2849353"/>
              <a:gd name="connsiteX4" fmla="*/ 2009868 w 2027092"/>
              <a:gd name="connsiteY4" fmla="*/ 1663706 h 2849353"/>
              <a:gd name="connsiteX5" fmla="*/ 1909851 w 2027092"/>
              <a:gd name="connsiteY5" fmla="*/ 1889103 h 2849353"/>
              <a:gd name="connsiteX6" fmla="*/ 2027092 w 2027092"/>
              <a:gd name="connsiteY6" fmla="*/ 1910683 h 2849353"/>
              <a:gd name="connsiteX7" fmla="*/ 1654802 w 2027092"/>
              <a:gd name="connsiteY7" fmla="*/ 2379088 h 2849353"/>
              <a:gd name="connsiteX8" fmla="*/ 1658828 w 2027092"/>
              <a:gd name="connsiteY8" fmla="*/ 2394745 h 2849353"/>
              <a:gd name="connsiteX9" fmla="*/ 107804 w 2027092"/>
              <a:gd name="connsiteY9" fmla="*/ 2849353 h 2849353"/>
              <a:gd name="connsiteX10" fmla="*/ 1022078 w 2027092"/>
              <a:gd name="connsiteY10" fmla="*/ 0 h 2849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27092" h="2849353">
                <a:moveTo>
                  <a:pt x="1022078" y="0"/>
                </a:moveTo>
                <a:lnTo>
                  <a:pt x="2024841" y="1279596"/>
                </a:lnTo>
                <a:lnTo>
                  <a:pt x="2005654" y="1293943"/>
                </a:lnTo>
                <a:lnTo>
                  <a:pt x="1990705" y="1307694"/>
                </a:lnTo>
                <a:lnTo>
                  <a:pt x="2009868" y="1663706"/>
                </a:lnTo>
                <a:cubicBezTo>
                  <a:pt x="1949541" y="1768207"/>
                  <a:pt x="1939222" y="1815558"/>
                  <a:pt x="1909851" y="1889103"/>
                </a:cubicBezTo>
                <a:lnTo>
                  <a:pt x="2027092" y="1910683"/>
                </a:lnTo>
                <a:lnTo>
                  <a:pt x="1654802" y="2379088"/>
                </a:lnTo>
                <a:lnTo>
                  <a:pt x="1658828" y="2394745"/>
                </a:lnTo>
                <a:lnTo>
                  <a:pt x="107804" y="2849353"/>
                </a:lnTo>
                <a:cubicBezTo>
                  <a:pt x="-199187" y="1801965"/>
                  <a:pt x="162992" y="673228"/>
                  <a:pt x="1022078" y="0"/>
                </a:cubicBezTo>
                <a:close/>
              </a:path>
            </a:pathLst>
          </a:custGeom>
          <a:solidFill>
            <a:srgbClr val="9BBB5C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73">
            <a:extLst>
              <a:ext uri="{FF2B5EF4-FFF2-40B4-BE49-F238E27FC236}">
                <a16:creationId xmlns:a16="http://schemas.microsoft.com/office/drawing/2014/main" id="{026020CE-D9B1-BD15-517D-E1014495AAC9}"/>
              </a:ext>
            </a:extLst>
          </p:cNvPr>
          <p:cNvSpPr/>
          <p:nvPr/>
        </p:nvSpPr>
        <p:spPr bwMode="auto">
          <a:xfrm rot="10800000">
            <a:off x="2973027" y="532847"/>
            <a:ext cx="2680289" cy="2491258"/>
          </a:xfrm>
          <a:custGeom>
            <a:avLst/>
            <a:gdLst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1517178 w 2478086"/>
              <a:gd name="connsiteY3" fmla="*/ 0 h 2305368"/>
              <a:gd name="connsiteX4" fmla="*/ 1533885 w 2478086"/>
              <a:gd name="connsiteY4" fmla="*/ 45647 h 2305368"/>
              <a:gd name="connsiteX5" fmla="*/ 1929452 w 2478086"/>
              <a:gd name="connsiteY5" fmla="*/ 151702 h 2305368"/>
              <a:gd name="connsiteX6" fmla="*/ 2062325 w 2478086"/>
              <a:gd name="connsiteY6" fmla="*/ 276857 h 2305368"/>
              <a:gd name="connsiteX7" fmla="*/ 2108057 w 2478086"/>
              <a:gd name="connsiteY7" fmla="*/ 201212 h 2305368"/>
              <a:gd name="connsiteX8" fmla="*/ 2435784 w 2478086"/>
              <a:gd name="connsiteY8" fmla="*/ 707576 h 2305368"/>
              <a:gd name="connsiteX9" fmla="*/ 2401081 w 2478086"/>
              <a:gd name="connsiteY9" fmla="*/ 706150 h 2305368"/>
              <a:gd name="connsiteX10" fmla="*/ 2409987 w 2478086"/>
              <a:gd name="connsiteY10" fmla="*/ 707680 h 2305368"/>
              <a:gd name="connsiteX11" fmla="*/ 2478086 w 2478086"/>
              <a:gd name="connsiteY11" fmla="*/ 711119 h 2305368"/>
              <a:gd name="connsiteX12" fmla="*/ 2437743 w 2478086"/>
              <a:gd name="connsiteY12" fmla="*/ 2305368 h 2305368"/>
              <a:gd name="connsiteX13" fmla="*/ 0 w 2478086"/>
              <a:gd name="connsiteY13" fmla="*/ 553993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8845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2325 w 2478086"/>
              <a:gd name="connsiteY7" fmla="*/ 27685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400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7088 w 2478086"/>
              <a:gd name="connsiteY7" fmla="*/ 288764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64707 w 2478086"/>
              <a:gd name="connsiteY7" fmla="*/ 284002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7563 w 2478086"/>
              <a:gd name="connsiteY7" fmla="*/ 281621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  <a:gd name="connsiteX0" fmla="*/ 2264828 w 2478086"/>
              <a:gd name="connsiteY0" fmla="*/ 682555 h 2305368"/>
              <a:gd name="connsiteX1" fmla="*/ 2266091 w 2478086"/>
              <a:gd name="connsiteY1" fmla="*/ 682956 h 2305368"/>
              <a:gd name="connsiteX2" fmla="*/ 2268429 w 2478086"/>
              <a:gd name="connsiteY2" fmla="*/ 683358 h 2305368"/>
              <a:gd name="connsiteX3" fmla="*/ 2264828 w 2478086"/>
              <a:gd name="connsiteY3" fmla="*/ 682555 h 2305368"/>
              <a:gd name="connsiteX4" fmla="*/ 1517178 w 2478086"/>
              <a:gd name="connsiteY4" fmla="*/ 0 h 2305368"/>
              <a:gd name="connsiteX5" fmla="*/ 1533885 w 2478086"/>
              <a:gd name="connsiteY5" fmla="*/ 45647 h 2305368"/>
              <a:gd name="connsiteX6" fmla="*/ 1917546 w 2478086"/>
              <a:gd name="connsiteY6" fmla="*/ 154082 h 2305368"/>
              <a:gd name="connsiteX7" fmla="*/ 2055181 w 2478086"/>
              <a:gd name="connsiteY7" fmla="*/ 274477 h 2305368"/>
              <a:gd name="connsiteX8" fmla="*/ 2108057 w 2478086"/>
              <a:gd name="connsiteY8" fmla="*/ 201212 h 2305368"/>
              <a:gd name="connsiteX9" fmla="*/ 2435784 w 2478086"/>
              <a:gd name="connsiteY9" fmla="*/ 707576 h 2305368"/>
              <a:gd name="connsiteX10" fmla="*/ 2401081 w 2478086"/>
              <a:gd name="connsiteY10" fmla="*/ 706150 h 2305368"/>
              <a:gd name="connsiteX11" fmla="*/ 2409987 w 2478086"/>
              <a:gd name="connsiteY11" fmla="*/ 707680 h 2305368"/>
              <a:gd name="connsiteX12" fmla="*/ 2478086 w 2478086"/>
              <a:gd name="connsiteY12" fmla="*/ 711119 h 2305368"/>
              <a:gd name="connsiteX13" fmla="*/ 2437743 w 2478086"/>
              <a:gd name="connsiteY13" fmla="*/ 2305368 h 2305368"/>
              <a:gd name="connsiteX14" fmla="*/ 0 w 2478086"/>
              <a:gd name="connsiteY14" fmla="*/ 553993 h 2305368"/>
              <a:gd name="connsiteX15" fmla="*/ 1517178 w 2478086"/>
              <a:gd name="connsiteY15" fmla="*/ 0 h 2305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478086" h="2305368">
                <a:moveTo>
                  <a:pt x="2264828" y="682555"/>
                </a:moveTo>
                <a:lnTo>
                  <a:pt x="2266091" y="682956"/>
                </a:lnTo>
                <a:lnTo>
                  <a:pt x="2268429" y="683358"/>
                </a:lnTo>
                <a:lnTo>
                  <a:pt x="2264828" y="682555"/>
                </a:lnTo>
                <a:close/>
                <a:moveTo>
                  <a:pt x="1517178" y="0"/>
                </a:moveTo>
                <a:lnTo>
                  <a:pt x="1533885" y="45647"/>
                </a:lnTo>
                <a:lnTo>
                  <a:pt x="1917546" y="154082"/>
                </a:lnTo>
                <a:cubicBezTo>
                  <a:pt x="1980094" y="223582"/>
                  <a:pt x="1999777" y="228790"/>
                  <a:pt x="2055181" y="274477"/>
                </a:cubicBezTo>
                <a:lnTo>
                  <a:pt x="2108057" y="201212"/>
                </a:lnTo>
                <a:lnTo>
                  <a:pt x="2435784" y="707576"/>
                </a:lnTo>
                <a:lnTo>
                  <a:pt x="2401081" y="706150"/>
                </a:lnTo>
                <a:lnTo>
                  <a:pt x="2409987" y="707680"/>
                </a:lnTo>
                <a:lnTo>
                  <a:pt x="2478086" y="711119"/>
                </a:lnTo>
                <a:lnTo>
                  <a:pt x="2437743" y="2305368"/>
                </a:lnTo>
                <a:cubicBezTo>
                  <a:pt x="1342581" y="2277654"/>
                  <a:pt x="375757" y="1583048"/>
                  <a:pt x="0" y="553993"/>
                </a:cubicBezTo>
                <a:lnTo>
                  <a:pt x="1517178" y="0"/>
                </a:lnTo>
                <a:close/>
              </a:path>
            </a:pathLst>
          </a:custGeom>
          <a:solidFill>
            <a:srgbClr val="1EA18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72">
            <a:extLst>
              <a:ext uri="{FF2B5EF4-FFF2-40B4-BE49-F238E27FC236}">
                <a16:creationId xmlns:a16="http://schemas.microsoft.com/office/drawing/2014/main" id="{FE47F69B-584B-C8AD-B6D7-96AC7C193F65}"/>
              </a:ext>
            </a:extLst>
          </p:cNvPr>
          <p:cNvSpPr/>
          <p:nvPr/>
        </p:nvSpPr>
        <p:spPr bwMode="auto">
          <a:xfrm rot="10800000">
            <a:off x="231198" y="533597"/>
            <a:ext cx="2676121" cy="2488033"/>
          </a:xfrm>
          <a:custGeom>
            <a:avLst/>
            <a:gdLst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71289 w 2474232"/>
              <a:gd name="connsiteY5" fmla="*/ 362322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31884 w 2474232"/>
              <a:gd name="connsiteY6" fmla="*/ 275556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  <a:gd name="connsiteX0" fmla="*/ 977082 w 2474232"/>
              <a:gd name="connsiteY0" fmla="*/ 0 h 2302383"/>
              <a:gd name="connsiteX1" fmla="*/ 2474232 w 2474232"/>
              <a:gd name="connsiteY1" fmla="*/ 536250 h 2302383"/>
              <a:gd name="connsiteX2" fmla="*/ 54290 w 2474232"/>
              <a:gd name="connsiteY2" fmla="*/ 2302383 h 2302383"/>
              <a:gd name="connsiteX3" fmla="*/ 0 w 2474232"/>
              <a:gd name="connsiteY3" fmla="*/ 709687 h 2302383"/>
              <a:gd name="connsiteX4" fmla="*/ 44232 w 2474232"/>
              <a:gd name="connsiteY4" fmla="*/ 707454 h 2302383"/>
              <a:gd name="connsiteX5" fmla="*/ 261764 w 2474232"/>
              <a:gd name="connsiteY5" fmla="*/ 350416 h 2302383"/>
              <a:gd name="connsiteX6" fmla="*/ 410453 w 2474232"/>
              <a:gd name="connsiteY6" fmla="*/ 263650 h 2302383"/>
              <a:gd name="connsiteX7" fmla="*/ 374461 w 2474232"/>
              <a:gd name="connsiteY7" fmla="*/ 208352 h 2302383"/>
              <a:gd name="connsiteX8" fmla="*/ 956206 w 2474232"/>
              <a:gd name="connsiteY8" fmla="*/ 57038 h 2302383"/>
              <a:gd name="connsiteX9" fmla="*/ 977082 w 2474232"/>
              <a:gd name="connsiteY9" fmla="*/ 0 h 2302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4232" h="2302383">
                <a:moveTo>
                  <a:pt x="977082" y="0"/>
                </a:moveTo>
                <a:lnTo>
                  <a:pt x="2474232" y="536250"/>
                </a:lnTo>
                <a:cubicBezTo>
                  <a:pt x="2105680" y="1565207"/>
                  <a:pt x="1146625" y="2265148"/>
                  <a:pt x="54290" y="2302383"/>
                </a:cubicBezTo>
                <a:lnTo>
                  <a:pt x="0" y="709687"/>
                </a:lnTo>
                <a:lnTo>
                  <a:pt x="44232" y="707454"/>
                </a:lnTo>
                <a:lnTo>
                  <a:pt x="261764" y="350416"/>
                </a:lnTo>
                <a:cubicBezTo>
                  <a:pt x="311327" y="321494"/>
                  <a:pt x="320408" y="330672"/>
                  <a:pt x="410453" y="263650"/>
                </a:cubicBezTo>
                <a:lnTo>
                  <a:pt x="374461" y="208352"/>
                </a:lnTo>
                <a:lnTo>
                  <a:pt x="956206" y="57038"/>
                </a:lnTo>
                <a:lnTo>
                  <a:pt x="977082" y="0"/>
                </a:lnTo>
                <a:close/>
              </a:path>
            </a:pathLst>
          </a:custGeom>
          <a:solidFill>
            <a:srgbClr val="425166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Circle: Hollow 11">
            <a:extLst>
              <a:ext uri="{FF2B5EF4-FFF2-40B4-BE49-F238E27FC236}">
                <a16:creationId xmlns:a16="http://schemas.microsoft.com/office/drawing/2014/main" id="{EACFF935-2383-9C3D-67B8-61AACC11F629}"/>
              </a:ext>
            </a:extLst>
          </p:cNvPr>
          <p:cNvSpPr/>
          <p:nvPr/>
        </p:nvSpPr>
        <p:spPr bwMode="auto">
          <a:xfrm rot="10800000">
            <a:off x="1637595" y="2102688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3" name="Circle: Hollow 10">
            <a:extLst>
              <a:ext uri="{FF2B5EF4-FFF2-40B4-BE49-F238E27FC236}">
                <a16:creationId xmlns:a16="http://schemas.microsoft.com/office/drawing/2014/main" id="{7DE5036B-E098-15F4-B4CB-87FA24A92A24}"/>
              </a:ext>
            </a:extLst>
          </p:cNvPr>
          <p:cNvSpPr/>
          <p:nvPr/>
        </p:nvSpPr>
        <p:spPr bwMode="auto">
          <a:xfrm rot="10800000">
            <a:off x="1476032" y="1941268"/>
            <a:ext cx="2913066" cy="2910472"/>
          </a:xfrm>
          <a:prstGeom prst="donut">
            <a:avLst>
              <a:gd name="adj" fmla="val 5846"/>
            </a:avLst>
          </a:prstGeom>
          <a:solidFill>
            <a:schemeClr val="accent2">
              <a:lumMod val="50000"/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34" name="Circle: Hollow 13">
            <a:extLst>
              <a:ext uri="{FF2B5EF4-FFF2-40B4-BE49-F238E27FC236}">
                <a16:creationId xmlns:a16="http://schemas.microsoft.com/office/drawing/2014/main" id="{7836B001-3079-CCB7-EC7B-ECD2B0742EEB}"/>
              </a:ext>
            </a:extLst>
          </p:cNvPr>
          <p:cNvSpPr/>
          <p:nvPr/>
        </p:nvSpPr>
        <p:spPr bwMode="auto">
          <a:xfrm rot="10800000">
            <a:off x="1637595" y="2102688"/>
            <a:ext cx="2589938" cy="2587631"/>
          </a:xfrm>
          <a:prstGeom prst="donut">
            <a:avLst>
              <a:gd name="adj" fmla="val 5846"/>
            </a:avLst>
          </a:pr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dirty="0"/>
          </a:p>
        </p:txBody>
      </p:sp>
      <p:sp>
        <p:nvSpPr>
          <p:cNvPr id="58" name="TextBox 85">
            <a:extLst>
              <a:ext uri="{FF2B5EF4-FFF2-40B4-BE49-F238E27FC236}">
                <a16:creationId xmlns:a16="http://schemas.microsoft.com/office/drawing/2014/main" id="{DDE7FB71-FC09-1676-F7FC-15DBC70A8571}"/>
              </a:ext>
            </a:extLst>
          </p:cNvPr>
          <p:cNvSpPr txBox="1"/>
          <p:nvPr/>
        </p:nvSpPr>
        <p:spPr>
          <a:xfrm rot="2160000">
            <a:off x="3430636" y="1251468"/>
            <a:ext cx="1704313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Comparative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27169590-EF33-B056-1943-F8E721A0A15B}"/>
              </a:ext>
            </a:extLst>
          </p:cNvPr>
          <p:cNvSpPr/>
          <p:nvPr/>
        </p:nvSpPr>
        <p:spPr>
          <a:xfrm>
            <a:off x="1489153" y="1964538"/>
            <a:ext cx="2899945" cy="2887202"/>
          </a:xfrm>
          <a:prstGeom prst="ellipse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A72BA706-C120-7608-2149-EFC3E016340E}"/>
              </a:ext>
            </a:extLst>
          </p:cNvPr>
          <p:cNvSpPr/>
          <p:nvPr/>
        </p:nvSpPr>
        <p:spPr>
          <a:xfrm rot="-8640000">
            <a:off x="2919163" y="2149217"/>
            <a:ext cx="1652512" cy="319993"/>
          </a:xfrm>
          <a:prstGeom prst="rect">
            <a:avLst/>
          </a:prstGeom>
          <a:solidFill>
            <a:srgbClr val="1EA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41EB4500-F143-F796-51E5-BC72F86511A1}"/>
              </a:ext>
            </a:extLst>
          </p:cNvPr>
          <p:cNvSpPr/>
          <p:nvPr/>
        </p:nvSpPr>
        <p:spPr>
          <a:xfrm rot="-4320000">
            <a:off x="3391610" y="3702883"/>
            <a:ext cx="1652512" cy="251888"/>
          </a:xfrm>
          <a:prstGeom prst="rect">
            <a:avLst/>
          </a:prstGeom>
          <a:solidFill>
            <a:srgbClr val="9BB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14BE4A1-0271-021F-B6A1-F9DF62742EA8}"/>
              </a:ext>
            </a:extLst>
          </p:cNvPr>
          <p:cNvSpPr/>
          <p:nvPr/>
        </p:nvSpPr>
        <p:spPr>
          <a:xfrm>
            <a:off x="2123345" y="4608646"/>
            <a:ext cx="1652512" cy="251888"/>
          </a:xfrm>
          <a:prstGeom prst="rect">
            <a:avLst/>
          </a:prstGeom>
          <a:solidFill>
            <a:srgbClr val="F29B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17F10DFD-3871-5723-1867-DC5DF65A46BA}"/>
              </a:ext>
            </a:extLst>
          </p:cNvPr>
          <p:cNvSpPr/>
          <p:nvPr/>
        </p:nvSpPr>
        <p:spPr>
          <a:xfrm rot="4320000">
            <a:off x="821219" y="3667511"/>
            <a:ext cx="1652512" cy="322444"/>
          </a:xfrm>
          <a:prstGeom prst="rect">
            <a:avLst/>
          </a:prstGeom>
          <a:solidFill>
            <a:srgbClr val="B53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723CB143-1805-7BF7-BFC8-276B5287119F}"/>
              </a:ext>
            </a:extLst>
          </p:cNvPr>
          <p:cNvSpPr/>
          <p:nvPr/>
        </p:nvSpPr>
        <p:spPr>
          <a:xfrm rot="8640000">
            <a:off x="1312832" y="2151553"/>
            <a:ext cx="1652512" cy="317411"/>
          </a:xfrm>
          <a:prstGeom prst="rect">
            <a:avLst/>
          </a:prstGeom>
          <a:solidFill>
            <a:srgbClr val="425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Elipse 79">
            <a:extLst>
              <a:ext uri="{FF2B5EF4-FFF2-40B4-BE49-F238E27FC236}">
                <a16:creationId xmlns:a16="http://schemas.microsoft.com/office/drawing/2014/main" id="{3DD045C5-5735-C2AC-53CF-F36B87815AEF}"/>
              </a:ext>
            </a:extLst>
          </p:cNvPr>
          <p:cNvSpPr/>
          <p:nvPr/>
        </p:nvSpPr>
        <p:spPr>
          <a:xfrm>
            <a:off x="3168810" y="1777613"/>
            <a:ext cx="1080000" cy="1080000"/>
          </a:xfrm>
          <a:prstGeom prst="ellipse">
            <a:avLst/>
          </a:prstGeom>
          <a:solidFill>
            <a:srgbClr val="136C5A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Elipse 82">
            <a:extLst>
              <a:ext uri="{FF2B5EF4-FFF2-40B4-BE49-F238E27FC236}">
                <a16:creationId xmlns:a16="http://schemas.microsoft.com/office/drawing/2014/main" id="{50DA4310-31F0-52CC-4A3A-88C4FDD9EA68}"/>
              </a:ext>
            </a:extLst>
          </p:cNvPr>
          <p:cNvSpPr/>
          <p:nvPr/>
        </p:nvSpPr>
        <p:spPr>
          <a:xfrm>
            <a:off x="3644142" y="3313516"/>
            <a:ext cx="1080000" cy="1080000"/>
          </a:xfrm>
          <a:prstGeom prst="ellipse">
            <a:avLst/>
          </a:prstGeom>
          <a:solidFill>
            <a:srgbClr val="5F733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Elipse 84">
            <a:extLst>
              <a:ext uri="{FF2B5EF4-FFF2-40B4-BE49-F238E27FC236}">
                <a16:creationId xmlns:a16="http://schemas.microsoft.com/office/drawing/2014/main" id="{B320CC1A-72CB-1F50-DEBB-E03A7E5E0EE6}"/>
              </a:ext>
            </a:extLst>
          </p:cNvPr>
          <p:cNvSpPr/>
          <p:nvPr/>
        </p:nvSpPr>
        <p:spPr>
          <a:xfrm>
            <a:off x="2435849" y="4161400"/>
            <a:ext cx="1080000" cy="1080000"/>
          </a:xfrm>
          <a:prstGeom prst="ellipse">
            <a:avLst/>
          </a:prstGeom>
          <a:solidFill>
            <a:srgbClr val="9B6319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Elipse 87">
            <a:extLst>
              <a:ext uri="{FF2B5EF4-FFF2-40B4-BE49-F238E27FC236}">
                <a16:creationId xmlns:a16="http://schemas.microsoft.com/office/drawing/2014/main" id="{B2B7D4F2-3157-C65B-D0AA-588393CAB9CD}"/>
              </a:ext>
            </a:extLst>
          </p:cNvPr>
          <p:cNvSpPr/>
          <p:nvPr/>
        </p:nvSpPr>
        <p:spPr>
          <a:xfrm>
            <a:off x="1164416" y="3266263"/>
            <a:ext cx="1080000" cy="1080000"/>
          </a:xfrm>
          <a:prstGeom prst="ellipse">
            <a:avLst/>
          </a:prstGeom>
          <a:solidFill>
            <a:srgbClr val="78241E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8B14FA05-7205-9620-9BA8-04FCA2A2E71D}"/>
              </a:ext>
            </a:extLst>
          </p:cNvPr>
          <p:cNvSpPr/>
          <p:nvPr/>
        </p:nvSpPr>
        <p:spPr>
          <a:xfrm>
            <a:off x="1598124" y="1838893"/>
            <a:ext cx="1080000" cy="1080000"/>
          </a:xfrm>
          <a:prstGeom prst="ellipse">
            <a:avLst/>
          </a:prstGeom>
          <a:solidFill>
            <a:srgbClr val="07090B"/>
          </a:solidFill>
          <a:ln w="1016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Pentágono regular 80">
            <a:extLst>
              <a:ext uri="{FF2B5EF4-FFF2-40B4-BE49-F238E27FC236}">
                <a16:creationId xmlns:a16="http://schemas.microsoft.com/office/drawing/2014/main" id="{4B8B177A-7305-5FD8-E0B5-33161BC0BCA6}"/>
              </a:ext>
            </a:extLst>
          </p:cNvPr>
          <p:cNvSpPr/>
          <p:nvPr/>
        </p:nvSpPr>
        <p:spPr>
          <a:xfrm>
            <a:off x="1558925" y="1940080"/>
            <a:ext cx="2790401" cy="2631809"/>
          </a:xfrm>
          <a:prstGeom prst="pentagon">
            <a:avLst/>
          </a:prstGeom>
          <a:solidFill>
            <a:schemeClr val="bg1"/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entágono regular 3">
            <a:extLst>
              <a:ext uri="{FF2B5EF4-FFF2-40B4-BE49-F238E27FC236}">
                <a16:creationId xmlns:a16="http://schemas.microsoft.com/office/drawing/2014/main" id="{3957A524-2103-5904-F961-163503694CCF}"/>
              </a:ext>
            </a:extLst>
          </p:cNvPr>
          <p:cNvSpPr/>
          <p:nvPr/>
        </p:nvSpPr>
        <p:spPr>
          <a:xfrm>
            <a:off x="1679174" y="2075602"/>
            <a:ext cx="2557171" cy="2387324"/>
          </a:xfrm>
          <a:prstGeom prst="pentagon">
            <a:avLst/>
          </a:prstGeom>
          <a:solidFill>
            <a:schemeClr val="bg1"/>
          </a:solidFill>
          <a:ln w="285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012016-DB70-146F-1E97-9C525EC49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85953" y="2516313"/>
            <a:ext cx="1744321" cy="1756692"/>
          </a:xfrm>
          <a:prstGeom prst="rect">
            <a:avLst/>
          </a:prstGeom>
        </p:spPr>
      </p:pic>
      <p:sp>
        <p:nvSpPr>
          <p:cNvPr id="71" name="Elipse 70">
            <a:extLst>
              <a:ext uri="{FF2B5EF4-FFF2-40B4-BE49-F238E27FC236}">
                <a16:creationId xmlns:a16="http://schemas.microsoft.com/office/drawing/2014/main" id="{7DFDB5DD-AD4C-C060-CCEA-903E8E464EC6}"/>
              </a:ext>
            </a:extLst>
          </p:cNvPr>
          <p:cNvSpPr/>
          <p:nvPr/>
        </p:nvSpPr>
        <p:spPr>
          <a:xfrm>
            <a:off x="3346666" y="1972916"/>
            <a:ext cx="720000" cy="720000"/>
          </a:xfrm>
          <a:prstGeom prst="ellipse">
            <a:avLst/>
          </a:prstGeom>
          <a:solidFill>
            <a:srgbClr val="1EA18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5">
            <a:extLst>
              <a:ext uri="{FF2B5EF4-FFF2-40B4-BE49-F238E27FC236}">
                <a16:creationId xmlns:a16="http://schemas.microsoft.com/office/drawing/2014/main" id="{C6B663F9-1F92-F36C-5477-CE94C96263FD}"/>
              </a:ext>
            </a:extLst>
          </p:cNvPr>
          <p:cNvSpPr txBox="1"/>
          <p:nvPr/>
        </p:nvSpPr>
        <p:spPr>
          <a:xfrm rot="6720000">
            <a:off x="4509669" y="3883669"/>
            <a:ext cx="123783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”What-if”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Analyses</a:t>
            </a:r>
          </a:p>
        </p:txBody>
      </p:sp>
      <p:sp>
        <p:nvSpPr>
          <p:cNvPr id="84" name="Elipse 83">
            <a:extLst>
              <a:ext uri="{FF2B5EF4-FFF2-40B4-BE49-F238E27FC236}">
                <a16:creationId xmlns:a16="http://schemas.microsoft.com/office/drawing/2014/main" id="{B346FF30-D73E-BA55-7061-BEF3C93E2710}"/>
              </a:ext>
            </a:extLst>
          </p:cNvPr>
          <p:cNvSpPr/>
          <p:nvPr/>
        </p:nvSpPr>
        <p:spPr>
          <a:xfrm>
            <a:off x="3821998" y="3508819"/>
            <a:ext cx="720000" cy="720000"/>
          </a:xfrm>
          <a:prstGeom prst="ellipse">
            <a:avLst/>
          </a:prstGeom>
          <a:solidFill>
            <a:srgbClr val="9BBB5C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Elipse 85">
            <a:extLst>
              <a:ext uri="{FF2B5EF4-FFF2-40B4-BE49-F238E27FC236}">
                <a16:creationId xmlns:a16="http://schemas.microsoft.com/office/drawing/2014/main" id="{18A7FFBB-82B2-B0E0-558C-98F134CA6C1D}"/>
              </a:ext>
            </a:extLst>
          </p:cNvPr>
          <p:cNvSpPr/>
          <p:nvPr/>
        </p:nvSpPr>
        <p:spPr>
          <a:xfrm>
            <a:off x="2613705" y="4356703"/>
            <a:ext cx="720000" cy="720000"/>
          </a:xfrm>
          <a:prstGeom prst="ellipse">
            <a:avLst/>
          </a:prstGeom>
          <a:solidFill>
            <a:srgbClr val="F29B25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TextBox 85">
            <a:extLst>
              <a:ext uri="{FF2B5EF4-FFF2-40B4-BE49-F238E27FC236}">
                <a16:creationId xmlns:a16="http://schemas.microsoft.com/office/drawing/2014/main" id="{FA517332-3616-818A-55F5-8FCC2F0E4EA4}"/>
              </a:ext>
            </a:extLst>
          </p:cNvPr>
          <p:cNvSpPr txBox="1"/>
          <p:nvPr/>
        </p:nvSpPr>
        <p:spPr>
          <a:xfrm rot="10800000">
            <a:off x="2247995" y="5304143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Predictive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sp>
        <p:nvSpPr>
          <p:cNvPr id="89" name="Elipse 88">
            <a:extLst>
              <a:ext uri="{FF2B5EF4-FFF2-40B4-BE49-F238E27FC236}">
                <a16:creationId xmlns:a16="http://schemas.microsoft.com/office/drawing/2014/main" id="{EE66DE65-DF08-4389-C677-2910D8458BCE}"/>
              </a:ext>
            </a:extLst>
          </p:cNvPr>
          <p:cNvSpPr/>
          <p:nvPr/>
        </p:nvSpPr>
        <p:spPr>
          <a:xfrm>
            <a:off x="1342272" y="3461566"/>
            <a:ext cx="720000" cy="720000"/>
          </a:xfrm>
          <a:prstGeom prst="ellipse">
            <a:avLst/>
          </a:prstGeom>
          <a:solidFill>
            <a:srgbClr val="B5372D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TextBox 85">
            <a:extLst>
              <a:ext uri="{FF2B5EF4-FFF2-40B4-BE49-F238E27FC236}">
                <a16:creationId xmlns:a16="http://schemas.microsoft.com/office/drawing/2014/main" id="{3FE35347-23EC-6EF3-B420-FBC9D952053F}"/>
              </a:ext>
            </a:extLst>
          </p:cNvPr>
          <p:cNvSpPr txBox="1"/>
          <p:nvPr/>
        </p:nvSpPr>
        <p:spPr>
          <a:xfrm rot="-6720000">
            <a:off x="-119551" y="3827622"/>
            <a:ext cx="1709122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Analytics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327CFD47-24D5-CA10-9C45-D44655A1B8BF}"/>
              </a:ext>
            </a:extLst>
          </p:cNvPr>
          <p:cNvSpPr/>
          <p:nvPr/>
        </p:nvSpPr>
        <p:spPr>
          <a:xfrm>
            <a:off x="1775980" y="2034196"/>
            <a:ext cx="720000" cy="720000"/>
          </a:xfrm>
          <a:prstGeom prst="ellipse">
            <a:avLst/>
          </a:prstGeom>
          <a:solidFill>
            <a:srgbClr val="425166"/>
          </a:solidFill>
          <a:ln w="10160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TextBox 85">
            <a:extLst>
              <a:ext uri="{FF2B5EF4-FFF2-40B4-BE49-F238E27FC236}">
                <a16:creationId xmlns:a16="http://schemas.microsoft.com/office/drawing/2014/main" id="{908934AE-80DE-3DBA-F6A4-0CB93D9F5580}"/>
              </a:ext>
            </a:extLst>
          </p:cNvPr>
          <p:cNvSpPr txBox="1"/>
          <p:nvPr/>
        </p:nvSpPr>
        <p:spPr>
          <a:xfrm rot="-2160000">
            <a:off x="815953" y="1237706"/>
            <a:ext cx="153599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Cost-aware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Reasoning</a:t>
            </a:r>
          </a:p>
        </p:txBody>
      </p:sp>
      <p:pic>
        <p:nvPicPr>
          <p:cNvPr id="99" name="Gráfico 98">
            <a:extLst>
              <a:ext uri="{FF2B5EF4-FFF2-40B4-BE49-F238E27FC236}">
                <a16:creationId xmlns:a16="http://schemas.microsoft.com/office/drawing/2014/main" id="{5A4D148E-7D1F-2C91-D6B4-C7BEE072C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4859" y="3644048"/>
            <a:ext cx="375674" cy="375674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60098698-3C17-37C0-8679-B6D16B2D27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2709423" y="4467874"/>
            <a:ext cx="518631" cy="518631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99750859-2AA6-4E9F-0D84-ECBD0D3700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6720000">
            <a:off x="3965404" y="3636010"/>
            <a:ext cx="490552" cy="490552"/>
          </a:xfrm>
          <a:prstGeom prst="rect">
            <a:avLst/>
          </a:prstGeom>
        </p:spPr>
      </p:pic>
      <p:pic>
        <p:nvPicPr>
          <p:cNvPr id="108" name="Gráfico 107">
            <a:extLst>
              <a:ext uri="{FF2B5EF4-FFF2-40B4-BE49-F238E27FC236}">
                <a16:creationId xmlns:a16="http://schemas.microsoft.com/office/drawing/2014/main" id="{3E47F85F-86EC-3E1C-0AF8-52CE9F2B08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60000">
            <a:off x="3455438" y="2082847"/>
            <a:ext cx="517427" cy="517427"/>
          </a:xfrm>
          <a:prstGeom prst="rect">
            <a:avLst/>
          </a:prstGeom>
        </p:spPr>
      </p:pic>
      <p:grpSp>
        <p:nvGrpSpPr>
          <p:cNvPr id="112" name="Grupo 111">
            <a:extLst>
              <a:ext uri="{FF2B5EF4-FFF2-40B4-BE49-F238E27FC236}">
                <a16:creationId xmlns:a16="http://schemas.microsoft.com/office/drawing/2014/main" id="{3976FBF7-F6B4-498D-D776-1562D25B6ED3}"/>
              </a:ext>
            </a:extLst>
          </p:cNvPr>
          <p:cNvGrpSpPr/>
          <p:nvPr/>
        </p:nvGrpSpPr>
        <p:grpSpPr>
          <a:xfrm>
            <a:off x="1930340" y="2011795"/>
            <a:ext cx="411608" cy="586329"/>
            <a:chOff x="5155859" y="1883039"/>
            <a:chExt cx="411608" cy="586329"/>
          </a:xfrm>
        </p:grpSpPr>
        <p:pic>
          <p:nvPicPr>
            <p:cNvPr id="101" name="Gráfico 100">
              <a:extLst>
                <a:ext uri="{FF2B5EF4-FFF2-40B4-BE49-F238E27FC236}">
                  <a16:creationId xmlns:a16="http://schemas.microsoft.com/office/drawing/2014/main" id="{6A11919E-19BD-198F-3A7C-67D7A3BF32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55859" y="2067653"/>
              <a:ext cx="401715" cy="401715"/>
            </a:xfrm>
            <a:prstGeom prst="rect">
              <a:avLst/>
            </a:prstGeom>
          </p:spPr>
        </p:pic>
        <p:sp>
          <p:nvSpPr>
            <p:cNvPr id="109" name="Elipse 108">
              <a:extLst>
                <a:ext uri="{FF2B5EF4-FFF2-40B4-BE49-F238E27FC236}">
                  <a16:creationId xmlns:a16="http://schemas.microsoft.com/office/drawing/2014/main" id="{CD640148-BF03-9D71-A2F8-7E42D53D3782}"/>
                </a:ext>
              </a:extLst>
            </p:cNvPr>
            <p:cNvSpPr/>
            <p:nvPr/>
          </p:nvSpPr>
          <p:spPr>
            <a:xfrm>
              <a:off x="5331967" y="2046981"/>
              <a:ext cx="235500" cy="253446"/>
            </a:xfrm>
            <a:prstGeom prst="ellipse">
              <a:avLst/>
            </a:prstGeom>
            <a:solidFill>
              <a:srgbClr val="425166"/>
            </a:solidFill>
            <a:ln w="1016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9134D493-E387-4588-5C4A-F63016C9CEA3}"/>
                </a:ext>
              </a:extLst>
            </p:cNvPr>
            <p:cNvSpPr txBox="1"/>
            <p:nvPr/>
          </p:nvSpPr>
          <p:spPr>
            <a:xfrm>
              <a:off x="5274715" y="1883039"/>
              <a:ext cx="1778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Aharoni" panose="02010803020104030203" pitchFamily="2" charset="-79"/>
                  <a:ea typeface="Roboto" panose="02000000000000000000" pitchFamily="2" charset="0"/>
                  <a:cs typeface="Aharoni" panose="02010803020104030203" pitchFamily="2" charset="-79"/>
                </a:rPr>
                <a:t>$</a:t>
              </a:r>
              <a:endParaRPr lang="en-US" sz="3600" b="1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endParaRP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28BC1B6B-715A-2984-AB9A-5B912D10166B}"/>
              </a:ext>
            </a:extLst>
          </p:cNvPr>
          <p:cNvGrpSpPr/>
          <p:nvPr/>
        </p:nvGrpSpPr>
        <p:grpSpPr>
          <a:xfrm>
            <a:off x="5936495" y="624553"/>
            <a:ext cx="6084044" cy="5318160"/>
            <a:chOff x="5962620" y="894518"/>
            <a:chExt cx="6084044" cy="5318160"/>
          </a:xfrm>
        </p:grpSpPr>
        <p:sp>
          <p:nvSpPr>
            <p:cNvPr id="50" name="Rectángulo redondeado 49">
              <a:extLst>
                <a:ext uri="{FF2B5EF4-FFF2-40B4-BE49-F238E27FC236}">
                  <a16:creationId xmlns:a16="http://schemas.microsoft.com/office/drawing/2014/main" id="{5765BD45-8548-285B-5577-B24DCC4A31D9}"/>
                </a:ext>
              </a:extLst>
            </p:cNvPr>
            <p:cNvSpPr/>
            <p:nvPr/>
          </p:nvSpPr>
          <p:spPr>
            <a:xfrm>
              <a:off x="7831162" y="2245197"/>
              <a:ext cx="2346960" cy="576421"/>
            </a:xfrm>
            <a:prstGeom prst="round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dirty="0">
                  <a:solidFill>
                    <a:schemeClr val="tx1"/>
                  </a:solidFill>
                </a:rPr>
                <a:t>MCP SERVER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01C90C8F-2825-650F-23B2-84758D7C967B}"/>
                </a:ext>
              </a:extLst>
            </p:cNvPr>
            <p:cNvSpPr/>
            <p:nvPr/>
          </p:nvSpPr>
          <p:spPr>
            <a:xfrm>
              <a:off x="7429385" y="3710018"/>
              <a:ext cx="3348018" cy="154707"/>
            </a:xfrm>
            <a:prstGeom prst="rect">
              <a:avLst/>
            </a:prstGeom>
            <a:solidFill>
              <a:srgbClr val="FFE6CC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2" name="Flecha abajo 51">
              <a:extLst>
                <a:ext uri="{FF2B5EF4-FFF2-40B4-BE49-F238E27FC236}">
                  <a16:creationId xmlns:a16="http://schemas.microsoft.com/office/drawing/2014/main" id="{2933EC38-4098-2829-26C0-13F7416B509C}"/>
                </a:ext>
              </a:extLst>
            </p:cNvPr>
            <p:cNvSpPr/>
            <p:nvPr/>
          </p:nvSpPr>
          <p:spPr>
            <a:xfrm rot="10800000">
              <a:off x="8898734" y="2821615"/>
              <a:ext cx="304800" cy="950790"/>
            </a:xfrm>
            <a:prstGeom prst="downArrow">
              <a:avLst/>
            </a:prstGeom>
            <a:solidFill>
              <a:srgbClr val="FFE6CC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3" name="Flecha abajo 52">
              <a:extLst>
                <a:ext uri="{FF2B5EF4-FFF2-40B4-BE49-F238E27FC236}">
                  <a16:creationId xmlns:a16="http://schemas.microsoft.com/office/drawing/2014/main" id="{422D4296-BF98-0530-3EF8-54D0642073C2}"/>
                </a:ext>
              </a:extLst>
            </p:cNvPr>
            <p:cNvSpPr/>
            <p:nvPr/>
          </p:nvSpPr>
          <p:spPr>
            <a:xfrm>
              <a:off x="7351204" y="3772406"/>
              <a:ext cx="304800" cy="806531"/>
            </a:xfrm>
            <a:prstGeom prst="downArrow">
              <a:avLst/>
            </a:prstGeom>
            <a:solidFill>
              <a:srgbClr val="FFE6CC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4" name="Flecha abajo 53">
              <a:extLst>
                <a:ext uri="{FF2B5EF4-FFF2-40B4-BE49-F238E27FC236}">
                  <a16:creationId xmlns:a16="http://schemas.microsoft.com/office/drawing/2014/main" id="{92D6CA08-1FEC-0098-319D-A36411C6E0A5}"/>
                </a:ext>
              </a:extLst>
            </p:cNvPr>
            <p:cNvSpPr/>
            <p:nvPr/>
          </p:nvSpPr>
          <p:spPr>
            <a:xfrm>
              <a:off x="10548252" y="3772406"/>
              <a:ext cx="304800" cy="767180"/>
            </a:xfrm>
            <a:prstGeom prst="downArrow">
              <a:avLst/>
            </a:prstGeom>
            <a:solidFill>
              <a:srgbClr val="FFE6CC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5" name="Rectángulo 54">
              <a:extLst>
                <a:ext uri="{FF2B5EF4-FFF2-40B4-BE49-F238E27FC236}">
                  <a16:creationId xmlns:a16="http://schemas.microsoft.com/office/drawing/2014/main" id="{6DA75629-BD37-3FCD-DE0C-7E06EDAF8C0E}"/>
                </a:ext>
              </a:extLst>
            </p:cNvPr>
            <p:cNvSpPr/>
            <p:nvPr/>
          </p:nvSpPr>
          <p:spPr>
            <a:xfrm>
              <a:off x="10502456" y="3756021"/>
              <a:ext cx="267963" cy="116609"/>
            </a:xfrm>
            <a:prstGeom prst="rect">
              <a:avLst/>
            </a:prstGeom>
            <a:solidFill>
              <a:srgbClr val="FFE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F88721C1-B2F2-D059-C564-B1273849B42A}"/>
                </a:ext>
              </a:extLst>
            </p:cNvPr>
            <p:cNvSpPr/>
            <p:nvPr/>
          </p:nvSpPr>
          <p:spPr>
            <a:xfrm>
              <a:off x="7448097" y="3754827"/>
              <a:ext cx="267963" cy="116609"/>
            </a:xfrm>
            <a:prstGeom prst="rect">
              <a:avLst/>
            </a:prstGeom>
            <a:solidFill>
              <a:srgbClr val="FFE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ADEE3EAF-8573-5576-6C60-1A759B7C18A6}"/>
                </a:ext>
              </a:extLst>
            </p:cNvPr>
            <p:cNvSpPr/>
            <p:nvPr/>
          </p:nvSpPr>
          <p:spPr>
            <a:xfrm>
              <a:off x="8917622" y="3717954"/>
              <a:ext cx="267963" cy="116609"/>
            </a:xfrm>
            <a:prstGeom prst="rect">
              <a:avLst/>
            </a:prstGeom>
            <a:solidFill>
              <a:srgbClr val="FFE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grpSp>
          <p:nvGrpSpPr>
            <p:cNvPr id="59" name="Grupo 58">
              <a:extLst>
                <a:ext uri="{FF2B5EF4-FFF2-40B4-BE49-F238E27FC236}">
                  <a16:creationId xmlns:a16="http://schemas.microsoft.com/office/drawing/2014/main" id="{FB7CABC7-9B4B-94EC-8869-0F2C50CCC3C0}"/>
                </a:ext>
              </a:extLst>
            </p:cNvPr>
            <p:cNvGrpSpPr/>
            <p:nvPr/>
          </p:nvGrpSpPr>
          <p:grpSpPr>
            <a:xfrm>
              <a:off x="6343620" y="4572611"/>
              <a:ext cx="5476240" cy="1215875"/>
              <a:chOff x="685674" y="3803846"/>
              <a:chExt cx="5476240" cy="1215875"/>
            </a:xfrm>
          </p:grpSpPr>
          <p:sp>
            <p:nvSpPr>
              <p:cNvPr id="60" name="Rectángulo redondeado 59">
                <a:extLst>
                  <a:ext uri="{FF2B5EF4-FFF2-40B4-BE49-F238E27FC236}">
                    <a16:creationId xmlns:a16="http://schemas.microsoft.com/office/drawing/2014/main" id="{55F3547E-2E1C-74E2-70D9-232BAFA7BF01}"/>
                  </a:ext>
                </a:extLst>
              </p:cNvPr>
              <p:cNvSpPr/>
              <p:nvPr/>
            </p:nvSpPr>
            <p:spPr>
              <a:xfrm>
                <a:off x="3814954" y="3803846"/>
                <a:ext cx="2346960" cy="1205034"/>
              </a:xfrm>
              <a:prstGeom prst="round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1" name="Imagen 60">
                <a:extLst>
                  <a:ext uri="{FF2B5EF4-FFF2-40B4-BE49-F238E27FC236}">
                    <a16:creationId xmlns:a16="http://schemas.microsoft.com/office/drawing/2014/main" id="{807FF327-538E-128F-B9F8-747F6E6AE5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34379" y="4135120"/>
                <a:ext cx="1908109" cy="564168"/>
              </a:xfrm>
              <a:prstGeom prst="rect">
                <a:avLst/>
              </a:prstGeom>
            </p:spPr>
          </p:pic>
          <p:sp>
            <p:nvSpPr>
              <p:cNvPr id="62" name="Rectángulo redondeado 61">
                <a:extLst>
                  <a:ext uri="{FF2B5EF4-FFF2-40B4-BE49-F238E27FC236}">
                    <a16:creationId xmlns:a16="http://schemas.microsoft.com/office/drawing/2014/main" id="{DB743DB7-B434-17BC-0AAF-E5CC7677E919}"/>
                  </a:ext>
                </a:extLst>
              </p:cNvPr>
              <p:cNvSpPr/>
              <p:nvPr/>
            </p:nvSpPr>
            <p:spPr>
              <a:xfrm>
                <a:off x="685674" y="3814687"/>
                <a:ext cx="2346960" cy="1205034"/>
              </a:xfrm>
              <a:prstGeom prst="roundRect">
                <a:avLst/>
              </a:prstGeom>
              <a:solidFill>
                <a:schemeClr val="bg1"/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3" name="Imagen 62">
                <a:extLst>
                  <a:ext uri="{FF2B5EF4-FFF2-40B4-BE49-F238E27FC236}">
                    <a16:creationId xmlns:a16="http://schemas.microsoft.com/office/drawing/2014/main" id="{5B3F6B95-1976-8A55-150E-63D9AC8ACE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06063" y="3952347"/>
                <a:ext cx="1279189" cy="925199"/>
              </a:xfrm>
              <a:prstGeom prst="rect">
                <a:avLst/>
              </a:prstGeom>
            </p:spPr>
          </p:pic>
        </p:grpSp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05FAB836-D531-5E65-6F53-68035697DAB5}"/>
                </a:ext>
              </a:extLst>
            </p:cNvPr>
            <p:cNvGrpSpPr/>
            <p:nvPr/>
          </p:nvGrpSpPr>
          <p:grpSpPr>
            <a:xfrm>
              <a:off x="5962620" y="894518"/>
              <a:ext cx="6084044" cy="5318160"/>
              <a:chOff x="5962620" y="894518"/>
              <a:chExt cx="6084044" cy="5318160"/>
            </a:xfrm>
          </p:grpSpPr>
          <p:sp>
            <p:nvSpPr>
              <p:cNvPr id="47" name="Rectángulo redondeado 46">
                <a:extLst>
                  <a:ext uri="{FF2B5EF4-FFF2-40B4-BE49-F238E27FC236}">
                    <a16:creationId xmlns:a16="http://schemas.microsoft.com/office/drawing/2014/main" id="{2414ECE1-F488-47D1-D668-CD0B32596377}"/>
                  </a:ext>
                </a:extLst>
              </p:cNvPr>
              <p:cNvSpPr/>
              <p:nvPr/>
            </p:nvSpPr>
            <p:spPr>
              <a:xfrm>
                <a:off x="5962620" y="1782918"/>
                <a:ext cx="6084044" cy="4429760"/>
              </a:xfrm>
              <a:prstGeom prst="roundRect">
                <a:avLst>
                  <a:gd name="adj" fmla="val 4529"/>
                </a:avLst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28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21" name="Imagen 20">
                <a:extLst>
                  <a:ext uri="{FF2B5EF4-FFF2-40B4-BE49-F238E27FC236}">
                    <a16:creationId xmlns:a16="http://schemas.microsoft.com/office/drawing/2014/main" id="{8B14DBAC-71B7-6CFC-A91F-4BB37D064E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78245" y="894518"/>
                <a:ext cx="2652793" cy="766089"/>
              </a:xfrm>
              <a:prstGeom prst="rect">
                <a:avLst/>
              </a:prstGeom>
            </p:spPr>
          </p:pic>
        </p:grpSp>
      </p:grpSp>
      <p:sp>
        <p:nvSpPr>
          <p:cNvPr id="68" name="CuadroTexto 67">
            <a:extLst>
              <a:ext uri="{FF2B5EF4-FFF2-40B4-BE49-F238E27FC236}">
                <a16:creationId xmlns:a16="http://schemas.microsoft.com/office/drawing/2014/main" id="{4A465E91-71CA-8A91-F19B-199BF6AC9913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958604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227ED-8B22-0577-0939-90CDFA2DB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D3ADA933-A95A-ED36-0C35-DF352E83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 err="1"/>
              <a:t>Conclusions</a:t>
            </a:r>
            <a:endParaRPr lang="es-ES" dirty="0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52172887-1655-75E1-FDFA-FC6F885C8045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19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B117347-BBB7-5504-9B0E-6EB03B0DD0E3}"/>
              </a:ext>
            </a:extLst>
          </p:cNvPr>
          <p:cNvGrpSpPr/>
          <p:nvPr/>
        </p:nvGrpSpPr>
        <p:grpSpPr>
          <a:xfrm>
            <a:off x="1513992" y="1087209"/>
            <a:ext cx="1593706" cy="1714110"/>
            <a:chOff x="7754447" y="1832443"/>
            <a:chExt cx="1593706" cy="1714110"/>
          </a:xfrm>
        </p:grpSpPr>
        <p:pic>
          <p:nvPicPr>
            <p:cNvPr id="9" name="Picture 2" descr="Decision making - Free people icons">
              <a:extLst>
                <a:ext uri="{FF2B5EF4-FFF2-40B4-BE49-F238E27FC236}">
                  <a16:creationId xmlns:a16="http://schemas.microsoft.com/office/drawing/2014/main" id="{FBD3DA17-7D01-EAF8-2EDC-0BE6EAD231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6911" y="1832443"/>
              <a:ext cx="1279559" cy="12337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EABA0EEC-20DB-5EBF-D8FD-6A16FD225E8C}"/>
                </a:ext>
              </a:extLst>
            </p:cNvPr>
            <p:cNvSpPr txBox="1"/>
            <p:nvPr/>
          </p:nvSpPr>
          <p:spPr>
            <a:xfrm>
              <a:off x="7754447" y="3177221"/>
              <a:ext cx="15937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/>
                <a:t>Decision-makers</a:t>
              </a:r>
              <a:endParaRPr lang="es-ES" dirty="0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E7A0F63E-F447-DE12-8FE6-F31BB10F697D}"/>
              </a:ext>
            </a:extLst>
          </p:cNvPr>
          <p:cNvGrpSpPr/>
          <p:nvPr/>
        </p:nvGrpSpPr>
        <p:grpSpPr>
          <a:xfrm>
            <a:off x="9101648" y="1199401"/>
            <a:ext cx="1233733" cy="1603065"/>
            <a:chOff x="10040447" y="3398849"/>
            <a:chExt cx="1233733" cy="1603065"/>
          </a:xfrm>
        </p:grpSpPr>
        <p:pic>
          <p:nvPicPr>
            <p:cNvPr id="12" name="Picture 6" descr="Cost optimization - Free marketing icons">
              <a:extLst>
                <a:ext uri="{FF2B5EF4-FFF2-40B4-BE49-F238E27FC236}">
                  <a16:creationId xmlns:a16="http://schemas.microsoft.com/office/drawing/2014/main" id="{D63744B5-9630-9A89-FF61-9D07DEFC4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40447" y="3398849"/>
              <a:ext cx="1233733" cy="1233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C6A5E0CC-8B26-41C9-774D-7B8EA2C6194F}"/>
                </a:ext>
              </a:extLst>
            </p:cNvPr>
            <p:cNvSpPr txBox="1"/>
            <p:nvPr/>
          </p:nvSpPr>
          <p:spPr>
            <a:xfrm>
              <a:off x="10123865" y="4632582"/>
              <a:ext cx="10668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 err="1"/>
                <a:t>Value-cost</a:t>
              </a:r>
              <a:endParaRPr lang="es-ES" dirty="0"/>
            </a:p>
          </p:txBody>
        </p:sp>
      </p:grpSp>
      <p:sp>
        <p:nvSpPr>
          <p:cNvPr id="14" name="Flecha derecha 13">
            <a:extLst>
              <a:ext uri="{FF2B5EF4-FFF2-40B4-BE49-F238E27FC236}">
                <a16:creationId xmlns:a16="http://schemas.microsoft.com/office/drawing/2014/main" id="{D6291272-D6C3-08D8-D0E1-868D68E8B3AE}"/>
              </a:ext>
            </a:extLst>
          </p:cNvPr>
          <p:cNvSpPr/>
          <p:nvPr/>
        </p:nvSpPr>
        <p:spPr>
          <a:xfrm>
            <a:off x="4804631" y="1695459"/>
            <a:ext cx="2438400" cy="7162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OPTIMIZE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6D5C5B9-1465-6520-C873-7495D1EE7D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409" y="4070286"/>
            <a:ext cx="4111963" cy="1187477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6FEB07D4-0D51-6505-E427-06F82A755BFA}"/>
              </a:ext>
            </a:extLst>
          </p:cNvPr>
          <p:cNvGrpSpPr/>
          <p:nvPr/>
        </p:nvGrpSpPr>
        <p:grpSpPr>
          <a:xfrm>
            <a:off x="1051716" y="3429000"/>
            <a:ext cx="4111963" cy="2449521"/>
            <a:chOff x="1051716" y="3429000"/>
            <a:chExt cx="4111963" cy="2449521"/>
          </a:xfrm>
        </p:grpSpPr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04022903-68C7-F2E8-383E-B23C697DAC6E}"/>
                </a:ext>
              </a:extLst>
            </p:cNvPr>
            <p:cNvSpPr/>
            <p:nvPr/>
          </p:nvSpPr>
          <p:spPr>
            <a:xfrm>
              <a:off x="1051716" y="3429000"/>
              <a:ext cx="4111963" cy="716233"/>
            </a:xfrm>
            <a:prstGeom prst="roundRect">
              <a:avLst/>
            </a:prstGeom>
            <a:solidFill>
              <a:srgbClr val="DAE8FC"/>
            </a:solidFill>
            <a:ln w="38100">
              <a:solidFill>
                <a:srgbClr val="A7C6D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dirty="0">
                  <a:solidFill>
                    <a:srgbClr val="0070C0"/>
                  </a:solidFill>
                </a:rPr>
                <a:t>ACCESIBILITY LAYER</a:t>
              </a:r>
            </a:p>
          </p:txBody>
        </p:sp>
        <p:sp>
          <p:nvSpPr>
            <p:cNvPr id="17" name="Rectángulo redondeado 16">
              <a:extLst>
                <a:ext uri="{FF2B5EF4-FFF2-40B4-BE49-F238E27FC236}">
                  <a16:creationId xmlns:a16="http://schemas.microsoft.com/office/drawing/2014/main" id="{207B2099-C320-E70C-5247-880013774320}"/>
                </a:ext>
              </a:extLst>
            </p:cNvPr>
            <p:cNvSpPr/>
            <p:nvPr/>
          </p:nvSpPr>
          <p:spPr>
            <a:xfrm>
              <a:off x="1051716" y="4305909"/>
              <a:ext cx="4111963" cy="716233"/>
            </a:xfrm>
            <a:prstGeom prst="roundRect">
              <a:avLst/>
            </a:prstGeom>
            <a:solidFill>
              <a:srgbClr val="D5E8D4"/>
            </a:solidFill>
            <a:ln w="38100">
              <a:solidFill>
                <a:srgbClr val="97D0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dirty="0">
                  <a:solidFill>
                    <a:srgbClr val="00B050"/>
                  </a:solidFill>
                </a:rPr>
                <a:t>ORCHESTRATION LAYER</a:t>
              </a:r>
            </a:p>
          </p:txBody>
        </p:sp>
        <p:sp>
          <p:nvSpPr>
            <p:cNvPr id="18" name="Rectángulo redondeado 17">
              <a:extLst>
                <a:ext uri="{FF2B5EF4-FFF2-40B4-BE49-F238E27FC236}">
                  <a16:creationId xmlns:a16="http://schemas.microsoft.com/office/drawing/2014/main" id="{0E0ED9A8-9667-84D8-C399-5A755FD031F2}"/>
                </a:ext>
              </a:extLst>
            </p:cNvPr>
            <p:cNvSpPr/>
            <p:nvPr/>
          </p:nvSpPr>
          <p:spPr>
            <a:xfrm>
              <a:off x="1051716" y="5162289"/>
              <a:ext cx="4111963" cy="716232"/>
            </a:xfrm>
            <a:prstGeom prst="roundRect">
              <a:avLst/>
            </a:prstGeom>
            <a:solidFill>
              <a:srgbClr val="FFE6CC"/>
            </a:solidFill>
            <a:ln w="38100">
              <a:solidFill>
                <a:srgbClr val="FFB5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2800" dirty="0">
                  <a:solidFill>
                    <a:schemeClr val="accent2">
                      <a:lumMod val="75000"/>
                    </a:schemeClr>
                  </a:solidFill>
                </a:rPr>
                <a:t>CAPABILITY LAYER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2113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F32DE8-E70A-90D1-5D17-CA581A4D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C29F87AD-5C44-9F32-AEE6-276FD5070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312" y="168165"/>
            <a:ext cx="2211260" cy="883802"/>
          </a:xfrm>
          <a:prstGeom prst="rect">
            <a:avLst/>
          </a:prstGeom>
        </p:spPr>
      </p:pic>
      <p:pic>
        <p:nvPicPr>
          <p:cNvPr id="12" name="8 Imagen" descr="logoisa_isa.jpg">
            <a:extLst>
              <a:ext uri="{FF2B5EF4-FFF2-40B4-BE49-F238E27FC236}">
                <a16:creationId xmlns:a16="http://schemas.microsoft.com/office/drawing/2014/main" id="{4EEA4286-5CA3-A877-FD9D-8EE3C92EA2A1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8912" y="144073"/>
            <a:ext cx="1936747" cy="90789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0E6C0AF-0564-EAC1-FBEA-44A3E7043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1021" y="44563"/>
            <a:ext cx="1938863" cy="1007404"/>
          </a:xfrm>
          <a:prstGeom prst="rect">
            <a:avLst/>
          </a:pr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FF71BECE-1D83-E7F3-95FE-8EC3F57AC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</p:spPr>
        <p:txBody>
          <a:bodyPr/>
          <a:lstStyle/>
          <a:p>
            <a:r>
              <a:rPr lang="en-US" sz="3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Pricing Intelligence: Rethinking IS Engineering in Volatile SaaS Environments</a:t>
            </a:r>
            <a:endParaRPr lang="en-US" sz="3000" b="1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0" name="Subtítulo 2">
            <a:extLst>
              <a:ext uri="{FF2B5EF4-FFF2-40B4-BE49-F238E27FC236}">
                <a16:creationId xmlns:a16="http://schemas.microsoft.com/office/drawing/2014/main" id="{E0E5CA2F-DB90-D0BA-A738-CE947E357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3650" y="3305804"/>
            <a:ext cx="8546846" cy="2299138"/>
          </a:xfrm>
        </p:spPr>
        <p:txBody>
          <a:bodyPr>
            <a:noAutofit/>
          </a:bodyPr>
          <a:lstStyle/>
          <a:p>
            <a:r>
              <a:rPr 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Francisco Javier Cavero López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, Alejandro García-Fernández, José Antonio Parejo, Manuel Resinas, Antonio Ruiz-Cortés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fcavero@us.es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SCORE Lab, I3US, Universidad de Sevilla, Seville, Spain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C063A067-1BBC-1B82-78DE-E90B5DC571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2811" y="5944200"/>
            <a:ext cx="3964262" cy="901603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CAiSE’26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June 2026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09BF2567-D48C-0A2F-67BE-8B79EE18FAC9}"/>
              </a:ext>
            </a:extLst>
          </p:cNvPr>
          <p:cNvGrpSpPr/>
          <p:nvPr/>
        </p:nvGrpSpPr>
        <p:grpSpPr>
          <a:xfrm>
            <a:off x="1069157" y="3876118"/>
            <a:ext cx="1343946" cy="2660678"/>
            <a:chOff x="1069157" y="3876118"/>
            <a:chExt cx="1343946" cy="2660678"/>
          </a:xfrm>
        </p:grpSpPr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889A380-02A0-BF4E-80DF-1B31039E40AA}"/>
                </a:ext>
              </a:extLst>
            </p:cNvPr>
            <p:cNvSpPr txBox="1"/>
            <p:nvPr/>
          </p:nvSpPr>
          <p:spPr>
            <a:xfrm>
              <a:off x="1660974" y="3876118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solidFill>
                    <a:schemeClr val="bg1"/>
                  </a:solidFill>
                </a:rPr>
                <a:t>QACO</a:t>
              </a: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BA5621CA-99BA-7D2D-1BDB-4F05DED900AB}"/>
                </a:ext>
              </a:extLst>
            </p:cNvPr>
            <p:cNvSpPr txBox="1"/>
            <p:nvPr/>
          </p:nvSpPr>
          <p:spPr>
            <a:xfrm>
              <a:off x="1069157" y="6167464"/>
              <a:ext cx="7174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b="1" dirty="0">
                  <a:solidFill>
                    <a:schemeClr val="bg1"/>
                  </a:solidFill>
                </a:rPr>
                <a:t>PACO</a:t>
              </a: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E75C524-C125-2DC3-F359-3BA9AF5D2A00}"/>
              </a:ext>
            </a:extLst>
          </p:cNvPr>
          <p:cNvGrpSpPr/>
          <p:nvPr/>
        </p:nvGrpSpPr>
        <p:grpSpPr>
          <a:xfrm>
            <a:off x="7467600" y="5976858"/>
            <a:ext cx="4722284" cy="1049496"/>
            <a:chOff x="7792739" y="6086752"/>
            <a:chExt cx="4397145" cy="900087"/>
          </a:xfrm>
        </p:grpSpPr>
        <p:pic>
          <p:nvPicPr>
            <p:cNvPr id="27" name="Imagen 26" descr="Imagen de la pantalla de un celular con letras&#10;&#10;Descripción generada automáticamente con confianza media">
              <a:extLst>
                <a:ext uri="{FF2B5EF4-FFF2-40B4-BE49-F238E27FC236}">
                  <a16:creationId xmlns:a16="http://schemas.microsoft.com/office/drawing/2014/main" id="{C88F9211-C2E3-91CD-A93E-9DDF28F80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36110" y="6167463"/>
              <a:ext cx="3353774" cy="641409"/>
            </a:xfrm>
            <a:prstGeom prst="rect">
              <a:avLst/>
            </a:prstGeom>
          </p:spPr>
        </p:pic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BB4EA1CD-2849-C39B-1926-D04B23863F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2739" y="6086752"/>
              <a:ext cx="1186990" cy="9000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3C2E9144-6515-DF12-41A1-8340A1369D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35704"/>
            <a:ext cx="3810099" cy="381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964490"/>
      </p:ext>
    </p:extLst>
  </p:cSld>
  <p:clrMapOvr>
    <a:masterClrMapping/>
  </p:clrMapOvr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RCIS 2025 - AGF</dc:title>
  <dc:subject/>
  <dc:creator>ALEJANDRO GARCÍA FERNÁNDEZ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