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1068" r:id="rId5"/>
    <p:sldId id="1222" r:id="rId6"/>
    <p:sldId id="1241" r:id="rId7"/>
    <p:sldId id="1276" r:id="rId8"/>
    <p:sldId id="1268" r:id="rId9"/>
    <p:sldId id="1278" r:id="rId10"/>
    <p:sldId id="1267" r:id="rId11"/>
    <p:sldId id="1272" r:id="rId12"/>
    <p:sldId id="1274" r:id="rId13"/>
    <p:sldId id="1277" r:id="rId14"/>
    <p:sldId id="1273" r:id="rId15"/>
    <p:sldId id="1247" r:id="rId16"/>
    <p:sldId id="1270" r:id="rId17"/>
    <p:sldId id="1223" r:id="rId18"/>
    <p:sldId id="1245" r:id="rId19"/>
    <p:sldId id="1235" r:id="rId20"/>
    <p:sldId id="1254" r:id="rId21"/>
    <p:sldId id="1255" r:id="rId22"/>
    <p:sldId id="1249" r:id="rId23"/>
    <p:sldId id="1226" r:id="rId24"/>
    <p:sldId id="1252" r:id="rId25"/>
    <p:sldId id="1257" r:id="rId26"/>
    <p:sldId id="1253" r:id="rId27"/>
    <p:sldId id="1246" r:id="rId28"/>
    <p:sldId id="1230" r:id="rId29"/>
    <p:sldId id="1227" r:id="rId30"/>
    <p:sldId id="1237" r:id="rId31"/>
    <p:sldId id="1269" r:id="rId32"/>
    <p:sldId id="1228" r:id="rId33"/>
    <p:sldId id="1243" r:id="rId34"/>
    <p:sldId id="1229" r:id="rId35"/>
    <p:sldId id="1251" r:id="rId36"/>
    <p:sldId id="1232" r:id="rId37"/>
    <p:sldId id="1250" r:id="rId38"/>
    <p:sldId id="1260" r:id="rId39"/>
    <p:sldId id="1256" r:id="rId40"/>
    <p:sldId id="1258" r:id="rId41"/>
    <p:sldId id="1259" r:id="rId42"/>
    <p:sldId id="1275" r:id="rId43"/>
    <p:sldId id="1271" r:id="rId44"/>
    <p:sldId id="1242" r:id="rId45"/>
    <p:sldId id="1248" r:id="rId46"/>
    <p:sldId id="1244" r:id="rId47"/>
    <p:sldId id="1238" r:id="rId48"/>
    <p:sldId id="1261" r:id="rId49"/>
    <p:sldId id="1265" r:id="rId50"/>
    <p:sldId id="1263" r:id="rId51"/>
    <p:sldId id="1264" r:id="rId52"/>
    <p:sldId id="1266" r:id="rId5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ACO" id="{69C2311D-418E-054C-8B44-695FFBE02399}">
          <p14:sldIdLst>
            <p14:sldId id="1068"/>
            <p14:sldId id="1222"/>
            <p14:sldId id="1241"/>
            <p14:sldId id="1276"/>
            <p14:sldId id="1268"/>
            <p14:sldId id="1278"/>
            <p14:sldId id="1267"/>
            <p14:sldId id="1272"/>
            <p14:sldId id="1274"/>
            <p14:sldId id="1277"/>
            <p14:sldId id="1273"/>
            <p14:sldId id="1247"/>
            <p14:sldId id="1270"/>
            <p14:sldId id="1223"/>
            <p14:sldId id="1245"/>
          </p14:sldIdLst>
        </p14:section>
        <p14:section name="QACO Model" id="{AAA92BE3-AB49-C546-8222-DB24633121CF}">
          <p14:sldIdLst>
            <p14:sldId id="1235"/>
            <p14:sldId id="1254"/>
            <p14:sldId id="1255"/>
            <p14:sldId id="1249"/>
          </p14:sldIdLst>
        </p14:section>
        <p14:section name="QACO Servitization" id="{5913F942-8B1E-8542-AF63-E1220CCB6F95}">
          <p14:sldIdLst>
            <p14:sldId id="1226"/>
            <p14:sldId id="1252"/>
            <p14:sldId id="1257"/>
            <p14:sldId id="1253"/>
            <p14:sldId id="1246"/>
            <p14:sldId id="1230"/>
          </p14:sldIdLst>
        </p14:section>
        <p14:section name="QACO Limitations" id="{0CD829E6-BA37-AC4C-90F2-2ECC519C1902}">
          <p14:sldIdLst>
            <p14:sldId id="1227"/>
            <p14:sldId id="1237"/>
            <p14:sldId id="1269"/>
          </p14:sldIdLst>
        </p14:section>
        <p14:section name="QoS and Pricing" id="{A0AF4202-6DC5-BE41-A3C8-7605EE3D016F}">
          <p14:sldIdLst>
            <p14:sldId id="1228"/>
            <p14:sldId id="1243"/>
            <p14:sldId id="1229"/>
            <p14:sldId id="1251"/>
          </p14:sldIdLst>
        </p14:section>
        <p14:section name="PACO" id="{A08C6E25-2112-FF4B-9747-38C656942D0E}">
          <p14:sldIdLst>
            <p14:sldId id="1232"/>
            <p14:sldId id="1250"/>
            <p14:sldId id="1260"/>
            <p14:sldId id="1256"/>
            <p14:sldId id="1258"/>
            <p14:sldId id="1259"/>
            <p14:sldId id="1275"/>
            <p14:sldId id="1271"/>
            <p14:sldId id="1242"/>
          </p14:sldIdLst>
        </p14:section>
        <p14:section name="Future Work" id="{08848822-6B48-C64A-9B84-C91ACD475090}">
          <p14:sldIdLst>
            <p14:sldId id="1248"/>
          </p14:sldIdLst>
        </p14:section>
        <p14:section name="Conclusions" id="{91344822-F559-9A4B-AFCC-B253061D2DF7}">
          <p14:sldIdLst>
            <p14:sldId id="1244"/>
            <p14:sldId id="1238"/>
          </p14:sldIdLst>
        </p14:section>
        <p14:section name="Capacity Analysis (Antonio)" id="{A204EC80-59CE-A54A-B8D1-94E670BD7C55}">
          <p14:sldIdLst>
            <p14:sldId id="1261"/>
            <p14:sldId id="1265"/>
            <p14:sldId id="1263"/>
            <p14:sldId id="1264"/>
            <p14:sldId id="1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2"/>
    <p:restoredTop sz="95127" autoAdjust="0"/>
  </p:normalViewPr>
  <p:slideViewPr>
    <p:cSldViewPr snapToGrid="0">
      <p:cViewPr>
        <p:scale>
          <a:sx n="98" d="100"/>
          <a:sy n="98" d="100"/>
        </p:scale>
        <p:origin x="117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APITAN AGUDO" userId="980b7999-e74f-4f56-a266-9ba6edcfe5c4" providerId="ADAL" clId="{31FF1FBB-2049-4830-A560-D2CD864BB7FA}"/>
    <pc:docChg chg="modSld">
      <pc:chgData name="CARLOS CAPITAN AGUDO" userId="980b7999-e74f-4f56-a266-9ba6edcfe5c4" providerId="ADAL" clId="{31FF1FBB-2049-4830-A560-D2CD864BB7FA}" dt="2022-08-31T10:38:16.502" v="0" actId="790"/>
      <pc:docMkLst>
        <pc:docMk/>
      </pc:docMkLst>
      <pc:sldChg chg="modSp mod">
        <pc:chgData name="CARLOS CAPITAN AGUDO" userId="980b7999-e74f-4f56-a266-9ba6edcfe5c4" providerId="ADAL" clId="{31FF1FBB-2049-4830-A560-D2CD864BB7FA}" dt="2022-08-31T10:38:16.502" v="0" actId="790"/>
        <pc:sldMkLst>
          <pc:docMk/>
          <pc:sldMk cId="3734372838" sldId="258"/>
        </pc:sldMkLst>
        <pc:spChg chg="mod">
          <ac:chgData name="CARLOS CAPITAN AGUDO" userId="980b7999-e74f-4f56-a266-9ba6edcfe5c4" providerId="ADAL" clId="{31FF1FBB-2049-4830-A560-D2CD864BB7FA}" dt="2022-08-31T10:38:16.502" v="0" actId="790"/>
          <ac:spMkLst>
            <pc:docMk/>
            <pc:sldMk cId="3734372838" sldId="258"/>
            <ac:spMk id="3" creationId="{D211045E-AC80-E20D-BE35-B301D0A49093}"/>
          </ac:spMkLst>
        </pc:spChg>
      </pc:sldChg>
    </pc:docChg>
  </pc:docChgLst>
  <pc:docChgLst>
    <pc:chgData name="CARLOS CAPITAN AGUDO" userId="7470a26b-2ca6-48dd-8711-9f6fe180d110" providerId="ADAL" clId="{B11F04B0-802D-46C2-AAB3-B4AF7F7A1556}"/>
    <pc:docChg chg="custSel modSld">
      <pc:chgData name="CARLOS CAPITAN AGUDO" userId="7470a26b-2ca6-48dd-8711-9f6fe180d110" providerId="ADAL" clId="{B11F04B0-802D-46C2-AAB3-B4AF7F7A1556}" dt="2023-11-22T10:15:19.247" v="6" actId="255"/>
      <pc:docMkLst>
        <pc:docMk/>
      </pc:docMkLst>
      <pc:sldChg chg="modSp mod">
        <pc:chgData name="CARLOS CAPITAN AGUDO" userId="7470a26b-2ca6-48dd-8711-9f6fe180d110" providerId="ADAL" clId="{B11F04B0-802D-46C2-AAB3-B4AF7F7A1556}" dt="2023-11-22T10:15:19.247" v="6" actId="255"/>
        <pc:sldMkLst>
          <pc:docMk/>
          <pc:sldMk cId="449090455" sldId="274"/>
        </pc:sldMkLst>
        <pc:spChg chg="mod">
          <ac:chgData name="CARLOS CAPITAN AGUDO" userId="7470a26b-2ca6-48dd-8711-9f6fe180d110" providerId="ADAL" clId="{B11F04B0-802D-46C2-AAB3-B4AF7F7A1556}" dt="2023-11-22T10:15:19.247" v="6" actId="255"/>
          <ac:spMkLst>
            <pc:docMk/>
            <pc:sldMk cId="449090455" sldId="274"/>
            <ac:spMk id="3" creationId="{E14437BA-DD72-CF79-E681-A4CE962A635F}"/>
          </ac:spMkLst>
        </pc:spChg>
      </pc:sldChg>
    </pc:docChg>
  </pc:docChgLst>
  <pc:docChgLst>
    <pc:chgData name="CRISTINA CABANILLAS MACIAS" userId="4532e087-6711-4360-a25b-0477b7cdd7fc" providerId="ADAL" clId="{040CCEEE-EEBB-2E43-959B-2578DE4CFD2E}"/>
    <pc:docChg chg="custSel modSld">
      <pc:chgData name="CRISTINA CABANILLAS MACIAS" userId="4532e087-6711-4360-a25b-0477b7cdd7fc" providerId="ADAL" clId="{040CCEEE-EEBB-2E43-959B-2578DE4CFD2E}" dt="2022-09-01T09:48:05.238" v="1"/>
      <pc:docMkLst>
        <pc:docMk/>
      </pc:docMkLst>
      <pc:sldChg chg="addCm modCm">
        <pc:chgData name="CRISTINA CABANILLAS MACIAS" userId="4532e087-6711-4360-a25b-0477b7cdd7fc" providerId="ADAL" clId="{040CCEEE-EEBB-2E43-959B-2578DE4CFD2E}" dt="2022-09-01T09:48:05.238" v="1"/>
        <pc:sldMkLst>
          <pc:docMk/>
          <pc:sldMk cId="3109341825" sldId="273"/>
        </pc:sldMkLst>
      </pc:sldChg>
    </pc:docChg>
  </pc:docChgLst>
  <pc:docChgLst>
    <pc:chgData name="MANUEL RESINAS ARIAS DE REYNA" userId="03212896-fb2f-4e95-9dcf-71df1a9d8c3f" providerId="ADAL" clId="{4E6A6E5D-AF4E-CC49-90A9-95E176D4B863}"/>
    <pc:docChg chg="modSld">
      <pc:chgData name="MANUEL RESINAS ARIAS DE REYNA" userId="03212896-fb2f-4e95-9dcf-71df1a9d8c3f" providerId="ADAL" clId="{4E6A6E5D-AF4E-CC49-90A9-95E176D4B863}" dt="2022-08-31T11:58:07.145" v="11" actId="20577"/>
      <pc:docMkLst>
        <pc:docMk/>
      </pc:docMkLst>
      <pc:sldChg chg="addCm">
        <pc:chgData name="MANUEL RESINAS ARIAS DE REYNA" userId="03212896-fb2f-4e95-9dcf-71df1a9d8c3f" providerId="ADAL" clId="{4E6A6E5D-AF4E-CC49-90A9-95E176D4B863}" dt="2022-08-31T11:40:46.343" v="0" actId="1589"/>
        <pc:sldMkLst>
          <pc:docMk/>
          <pc:sldMk cId="3734372838" sldId="258"/>
        </pc:sldMkLst>
      </pc:sldChg>
      <pc:sldChg chg="addCm">
        <pc:chgData name="MANUEL RESINAS ARIAS DE REYNA" userId="03212896-fb2f-4e95-9dcf-71df1a9d8c3f" providerId="ADAL" clId="{4E6A6E5D-AF4E-CC49-90A9-95E176D4B863}" dt="2022-08-31T11:42:38.378" v="1" actId="1589"/>
        <pc:sldMkLst>
          <pc:docMk/>
          <pc:sldMk cId="4178259536" sldId="259"/>
        </pc:sldMkLst>
      </pc:sldChg>
      <pc:sldChg chg="addCm">
        <pc:chgData name="MANUEL RESINAS ARIAS DE REYNA" userId="03212896-fb2f-4e95-9dcf-71df1a9d8c3f" providerId="ADAL" clId="{4E6A6E5D-AF4E-CC49-90A9-95E176D4B863}" dt="2022-08-31T11:45:55.779" v="3" actId="1589"/>
        <pc:sldMkLst>
          <pc:docMk/>
          <pc:sldMk cId="269184996" sldId="260"/>
        </pc:sldMkLst>
      </pc:sldChg>
      <pc:sldChg chg="addCm">
        <pc:chgData name="MANUEL RESINAS ARIAS DE REYNA" userId="03212896-fb2f-4e95-9dcf-71df1a9d8c3f" providerId="ADAL" clId="{4E6A6E5D-AF4E-CC49-90A9-95E176D4B863}" dt="2022-08-31T11:46:46.310" v="4" actId="1589"/>
        <pc:sldMkLst>
          <pc:docMk/>
          <pc:sldMk cId="4236347024" sldId="261"/>
        </pc:sldMkLst>
      </pc:sldChg>
      <pc:sldChg chg="addCm">
        <pc:chgData name="MANUEL RESINAS ARIAS DE REYNA" userId="03212896-fb2f-4e95-9dcf-71df1a9d8c3f" providerId="ADAL" clId="{4E6A6E5D-AF4E-CC49-90A9-95E176D4B863}" dt="2022-08-31T11:47:28.088" v="5" actId="1589"/>
        <pc:sldMkLst>
          <pc:docMk/>
          <pc:sldMk cId="537083744" sldId="262"/>
        </pc:sldMkLst>
      </pc:sldChg>
      <pc:sldChg chg="addCm">
        <pc:chgData name="MANUEL RESINAS ARIAS DE REYNA" userId="03212896-fb2f-4e95-9dcf-71df1a9d8c3f" providerId="ADAL" clId="{4E6A6E5D-AF4E-CC49-90A9-95E176D4B863}" dt="2022-08-31T11:49:15.088" v="6" actId="1589"/>
        <pc:sldMkLst>
          <pc:docMk/>
          <pc:sldMk cId="4210552574" sldId="263"/>
        </pc:sldMkLst>
      </pc:sldChg>
      <pc:sldChg chg="addCm">
        <pc:chgData name="MANUEL RESINAS ARIAS DE REYNA" userId="03212896-fb2f-4e95-9dcf-71df1a9d8c3f" providerId="ADAL" clId="{4E6A6E5D-AF4E-CC49-90A9-95E176D4B863}" dt="2022-08-31T11:51:25.454" v="7" actId="1589"/>
        <pc:sldMkLst>
          <pc:docMk/>
          <pc:sldMk cId="2563405219" sldId="264"/>
        </pc:sldMkLst>
      </pc:sldChg>
      <pc:sldChg chg="modSp addCm">
        <pc:chgData name="MANUEL RESINAS ARIAS DE REYNA" userId="03212896-fb2f-4e95-9dcf-71df1a9d8c3f" providerId="ADAL" clId="{4E6A6E5D-AF4E-CC49-90A9-95E176D4B863}" dt="2022-08-31T11:58:07.145" v="11" actId="20577"/>
        <pc:sldMkLst>
          <pc:docMk/>
          <pc:sldMk cId="2481433494" sldId="265"/>
        </pc:sldMkLst>
        <pc:spChg chg="mod">
          <ac:chgData name="MANUEL RESINAS ARIAS DE REYNA" userId="03212896-fb2f-4e95-9dcf-71df1a9d8c3f" providerId="ADAL" clId="{4E6A6E5D-AF4E-CC49-90A9-95E176D4B863}" dt="2022-08-31T11:58:07.145" v="11" actId="20577"/>
          <ac:spMkLst>
            <pc:docMk/>
            <pc:sldMk cId="2481433494" sldId="265"/>
            <ac:spMk id="4" creationId="{64C7CA6A-7748-FAD0-93DC-1975449EFD08}"/>
          </ac:spMkLst>
        </pc:spChg>
      </pc:sldChg>
      <pc:sldChg chg="addCm">
        <pc:chgData name="MANUEL RESINAS ARIAS DE REYNA" userId="03212896-fb2f-4e95-9dcf-71df1a9d8c3f" providerId="ADAL" clId="{4E6A6E5D-AF4E-CC49-90A9-95E176D4B863}" dt="2022-08-31T11:53:58.637" v="9" actId="1589"/>
        <pc:sldMkLst>
          <pc:docMk/>
          <pc:sldMk cId="3391284449" sldId="268"/>
        </pc:sldMkLst>
      </pc:sldChg>
    </pc:docChg>
  </pc:docChgLst>
  <pc:docChgLst>
    <pc:chgData name="MARIA SALAS URBANO" userId="d92562ea-7866-43a1-b4b3-4f1315128d96" providerId="ADAL" clId="{1FD84EC0-100C-4040-B2CB-FA04A2A5B1D4}"/>
    <pc:docChg chg="undo redo custSel addSld delSld modSld sldOrd">
      <pc:chgData name="MARIA SALAS URBANO" userId="d92562ea-7866-43a1-b4b3-4f1315128d96" providerId="ADAL" clId="{1FD84EC0-100C-4040-B2CB-FA04A2A5B1D4}" dt="2024-05-24T12:04:36.397" v="13198" actId="1037"/>
      <pc:docMkLst>
        <pc:docMk/>
      </pc:docMkLst>
      <pc:sldChg chg="modNotesTx">
        <pc:chgData name="MARIA SALAS URBANO" userId="d92562ea-7866-43a1-b4b3-4f1315128d96" providerId="ADAL" clId="{1FD84EC0-100C-4040-B2CB-FA04A2A5B1D4}" dt="2024-05-20T06:49:51.324" v="127" actId="20577"/>
        <pc:sldMkLst>
          <pc:docMk/>
          <pc:sldMk cId="4218731812" sldId="256"/>
        </pc:sldMkLst>
      </pc:sldChg>
      <pc:sldChg chg="modNotesTx">
        <pc:chgData name="MARIA SALAS URBANO" userId="d92562ea-7866-43a1-b4b3-4f1315128d96" providerId="ADAL" clId="{1FD84EC0-100C-4040-B2CB-FA04A2A5B1D4}" dt="2024-05-21T08:49:43.839" v="10939" actId="20577"/>
        <pc:sldMkLst>
          <pc:docMk/>
          <pc:sldMk cId="2830743216" sldId="257"/>
        </pc:sldMkLst>
      </pc:sldChg>
      <pc:sldChg chg="modSp mod modNotesTx">
        <pc:chgData name="MARIA SALAS URBANO" userId="d92562ea-7866-43a1-b4b3-4f1315128d96" providerId="ADAL" clId="{1FD84EC0-100C-4040-B2CB-FA04A2A5B1D4}" dt="2024-05-21T09:07:39.864" v="11005" actId="20577"/>
        <pc:sldMkLst>
          <pc:docMk/>
          <pc:sldMk cId="3902398044" sldId="285"/>
        </pc:sldMkLst>
        <pc:spChg chg="mod">
          <ac:chgData name="MARIA SALAS URBANO" userId="d92562ea-7866-43a1-b4b3-4f1315128d96" providerId="ADAL" clId="{1FD84EC0-100C-4040-B2CB-FA04A2A5B1D4}" dt="2024-05-21T08:52:34.762" v="10998" actId="404"/>
          <ac:spMkLst>
            <pc:docMk/>
            <pc:sldMk cId="3902398044" sldId="285"/>
            <ac:spMk id="5" creationId="{3F88DEC4-C73D-FE35-4B0A-72E2D0860102}"/>
          </ac:spMkLst>
        </pc:spChg>
      </pc:sldChg>
      <pc:sldChg chg="modSp mod modNotesTx">
        <pc:chgData name="MARIA SALAS URBANO" userId="d92562ea-7866-43a1-b4b3-4f1315128d96" providerId="ADAL" clId="{1FD84EC0-100C-4040-B2CB-FA04A2A5B1D4}" dt="2024-05-22T19:06:17.824" v="11571" actId="20577"/>
        <pc:sldMkLst>
          <pc:docMk/>
          <pc:sldMk cId="2467763920" sldId="316"/>
        </pc:sldMkLst>
        <pc:spChg chg="mod">
          <ac:chgData name="MARIA SALAS URBANO" userId="d92562ea-7866-43a1-b4b3-4f1315128d96" providerId="ADAL" clId="{1FD84EC0-100C-4040-B2CB-FA04A2A5B1D4}" dt="2024-05-22T19:06:17.824" v="11571" actId="20577"/>
          <ac:spMkLst>
            <pc:docMk/>
            <pc:sldMk cId="2467763920" sldId="316"/>
            <ac:spMk id="3" creationId="{C3B6FA41-7BC6-976A-61EA-FCA7B3D217AF}"/>
          </ac:spMkLst>
        </pc:spChg>
      </pc:sldChg>
      <pc:sldChg chg="modAnim modNotesTx">
        <pc:chgData name="MARIA SALAS URBANO" userId="d92562ea-7866-43a1-b4b3-4f1315128d96" providerId="ADAL" clId="{1FD84EC0-100C-4040-B2CB-FA04A2A5B1D4}" dt="2024-05-21T08:51:30.387" v="10958" actId="20577"/>
        <pc:sldMkLst>
          <pc:docMk/>
          <pc:sldMk cId="3850168934" sldId="325"/>
        </pc:sldMkLst>
      </pc:sldChg>
      <pc:sldChg chg="addSp modSp mod modAnim modNotesTx">
        <pc:chgData name="MARIA SALAS URBANO" userId="d92562ea-7866-43a1-b4b3-4f1315128d96" providerId="ADAL" clId="{1FD84EC0-100C-4040-B2CB-FA04A2A5B1D4}" dt="2024-05-23T18:03:48.617" v="13107"/>
        <pc:sldMkLst>
          <pc:docMk/>
          <pc:sldMk cId="3686452472" sldId="326"/>
        </pc:sldMkLst>
        <pc:spChg chg="add mod">
          <ac:chgData name="MARIA SALAS URBANO" userId="d92562ea-7866-43a1-b4b3-4f1315128d96" providerId="ADAL" clId="{1FD84EC0-100C-4040-B2CB-FA04A2A5B1D4}" dt="2024-05-23T12:25:28.325" v="11635" actId="1076"/>
          <ac:spMkLst>
            <pc:docMk/>
            <pc:sldMk cId="3686452472" sldId="326"/>
            <ac:spMk id="5" creationId="{224A4267-2DB0-E858-8B49-2A97FDE3178B}"/>
          </ac:spMkLst>
        </pc:spChg>
        <pc:spChg chg="add mod">
          <ac:chgData name="MARIA SALAS URBANO" userId="d92562ea-7866-43a1-b4b3-4f1315128d96" providerId="ADAL" clId="{1FD84EC0-100C-4040-B2CB-FA04A2A5B1D4}" dt="2024-05-23T12:25:45.939" v="11639" actId="20577"/>
          <ac:spMkLst>
            <pc:docMk/>
            <pc:sldMk cId="3686452472" sldId="326"/>
            <ac:spMk id="9" creationId="{F32107AE-3164-2CA6-0198-4871BEC33543}"/>
          </ac:spMkLst>
        </pc:spChg>
        <pc:spChg chg="add mod">
          <ac:chgData name="MARIA SALAS URBANO" userId="d92562ea-7866-43a1-b4b3-4f1315128d96" providerId="ADAL" clId="{1FD84EC0-100C-4040-B2CB-FA04A2A5B1D4}" dt="2024-05-23T12:25:57.521" v="11643" actId="20577"/>
          <ac:spMkLst>
            <pc:docMk/>
            <pc:sldMk cId="3686452472" sldId="326"/>
            <ac:spMk id="12" creationId="{5A4DDA6F-D877-3934-5051-0015EB943F98}"/>
          </ac:spMkLst>
        </pc:spChg>
        <pc:picChg chg="mod">
          <ac:chgData name="MARIA SALAS URBANO" userId="d92562ea-7866-43a1-b4b3-4f1315128d96" providerId="ADAL" clId="{1FD84EC0-100C-4040-B2CB-FA04A2A5B1D4}" dt="2024-05-23T11:59:55.557" v="11590" actId="1036"/>
          <ac:picMkLst>
            <pc:docMk/>
            <pc:sldMk cId="3686452472" sldId="326"/>
            <ac:picMk id="23" creationId="{18D4E4D4-2301-969F-2F8B-4F54CD1164B6}"/>
          </ac:picMkLst>
        </pc:picChg>
      </pc:sldChg>
      <pc:sldChg chg="addSp modSp mod modAnim modNotesTx">
        <pc:chgData name="MARIA SALAS URBANO" userId="d92562ea-7866-43a1-b4b3-4f1315128d96" providerId="ADAL" clId="{1FD84EC0-100C-4040-B2CB-FA04A2A5B1D4}" dt="2024-05-23T12:27:41.325" v="11645" actId="1076"/>
        <pc:sldMkLst>
          <pc:docMk/>
          <pc:sldMk cId="2145573426" sldId="327"/>
        </pc:sldMkLst>
        <pc:spChg chg="add mod">
          <ac:chgData name="MARIA SALAS URBANO" userId="d92562ea-7866-43a1-b4b3-4f1315128d96" providerId="ADAL" clId="{1FD84EC0-100C-4040-B2CB-FA04A2A5B1D4}" dt="2024-05-23T12:27:41.325" v="11645" actId="1076"/>
          <ac:spMkLst>
            <pc:docMk/>
            <pc:sldMk cId="2145573426" sldId="327"/>
            <ac:spMk id="5" creationId="{90A8D3A0-C7FA-267E-EC50-B63DB92D3961}"/>
          </ac:spMkLst>
        </pc:spChg>
        <pc:spChg chg="mod">
          <ac:chgData name="MARIA SALAS URBANO" userId="d92562ea-7866-43a1-b4b3-4f1315128d96" providerId="ADAL" clId="{1FD84EC0-100C-4040-B2CB-FA04A2A5B1D4}" dt="2024-05-22T07:22:44.884" v="11092" actId="403"/>
          <ac:spMkLst>
            <pc:docMk/>
            <pc:sldMk cId="2145573426" sldId="327"/>
            <ac:spMk id="6" creationId="{F4CFB6C1-D1D2-AB75-E581-A8BED032F1C8}"/>
          </ac:spMkLst>
        </pc:spChg>
      </pc:sldChg>
      <pc:sldChg chg="addSp modSp mod modAnim modNotesTx">
        <pc:chgData name="MARIA SALAS URBANO" userId="d92562ea-7866-43a1-b4b3-4f1315128d96" providerId="ADAL" clId="{1FD84EC0-100C-4040-B2CB-FA04A2A5B1D4}" dt="2024-05-24T10:46:59.621" v="13168" actId="20577"/>
        <pc:sldMkLst>
          <pc:docMk/>
          <pc:sldMk cId="1251699714" sldId="329"/>
        </pc:sldMkLst>
        <pc:spChg chg="mod">
          <ac:chgData name="MARIA SALAS URBANO" userId="d92562ea-7866-43a1-b4b3-4f1315128d96" providerId="ADAL" clId="{1FD84EC0-100C-4040-B2CB-FA04A2A5B1D4}" dt="2024-05-24T10:06:28.990" v="13144" actId="20577"/>
          <ac:spMkLst>
            <pc:docMk/>
            <pc:sldMk cId="1251699714" sldId="329"/>
            <ac:spMk id="3" creationId="{5C06A13E-EECF-E1EA-499E-5C41787B3AE3}"/>
          </ac:spMkLst>
        </pc:spChg>
        <pc:spChg chg="add mod">
          <ac:chgData name="MARIA SALAS URBANO" userId="d92562ea-7866-43a1-b4b3-4f1315128d96" providerId="ADAL" clId="{1FD84EC0-100C-4040-B2CB-FA04A2A5B1D4}" dt="2024-05-24T10:06:38.649" v="13148" actId="20577"/>
          <ac:spMkLst>
            <pc:docMk/>
            <pc:sldMk cId="1251699714" sldId="329"/>
            <ac:spMk id="6" creationId="{D1AD4385-AD4A-4513-B282-2C62E8FAA860}"/>
          </ac:spMkLst>
        </pc:spChg>
        <pc:spChg chg="mod">
          <ac:chgData name="MARIA SALAS URBANO" userId="d92562ea-7866-43a1-b4b3-4f1315128d96" providerId="ADAL" clId="{1FD84EC0-100C-4040-B2CB-FA04A2A5B1D4}" dt="2024-05-22T07:24:19.223" v="11105" actId="1076"/>
          <ac:spMkLst>
            <pc:docMk/>
            <pc:sldMk cId="1251699714" sldId="329"/>
            <ac:spMk id="7" creationId="{F0021E3B-2321-C9B4-E650-AAD0BAFD303A}"/>
          </ac:spMkLst>
        </pc:spChg>
        <pc:spChg chg="mod">
          <ac:chgData name="MARIA SALAS URBANO" userId="d92562ea-7866-43a1-b4b3-4f1315128d96" providerId="ADAL" clId="{1FD84EC0-100C-4040-B2CB-FA04A2A5B1D4}" dt="2024-05-22T07:24:16.815" v="11103" actId="1076"/>
          <ac:spMkLst>
            <pc:docMk/>
            <pc:sldMk cId="1251699714" sldId="329"/>
            <ac:spMk id="8" creationId="{0A2F4DA1-27C4-3A95-9E8B-C5ACB980B5A1}"/>
          </ac:spMkLst>
        </pc:spChg>
        <pc:spChg chg="add mod">
          <ac:chgData name="MARIA SALAS URBANO" userId="d92562ea-7866-43a1-b4b3-4f1315128d96" providerId="ADAL" clId="{1FD84EC0-100C-4040-B2CB-FA04A2A5B1D4}" dt="2024-05-23T12:27:51.951" v="11648" actId="20577"/>
          <ac:spMkLst>
            <pc:docMk/>
            <pc:sldMk cId="1251699714" sldId="329"/>
            <ac:spMk id="9" creationId="{332ECDC7-98E3-7144-D32B-08F19E6B404F}"/>
          </ac:spMkLst>
        </pc:spChg>
        <pc:spChg chg="mod">
          <ac:chgData name="MARIA SALAS URBANO" userId="d92562ea-7866-43a1-b4b3-4f1315128d96" providerId="ADAL" clId="{1FD84EC0-100C-4040-B2CB-FA04A2A5B1D4}" dt="2024-05-22T07:24:18.051" v="11104" actId="1076"/>
          <ac:spMkLst>
            <pc:docMk/>
            <pc:sldMk cId="1251699714" sldId="329"/>
            <ac:spMk id="10" creationId="{65BC1325-16D7-D724-12A5-278DC8C79565}"/>
          </ac:spMkLst>
        </pc:spChg>
        <pc:spChg chg="mod">
          <ac:chgData name="MARIA SALAS URBANO" userId="d92562ea-7866-43a1-b4b3-4f1315128d96" providerId="ADAL" clId="{1FD84EC0-100C-4040-B2CB-FA04A2A5B1D4}" dt="2024-05-24T10:46:59.621" v="13168" actId="20577"/>
          <ac:spMkLst>
            <pc:docMk/>
            <pc:sldMk cId="1251699714" sldId="329"/>
            <ac:spMk id="11" creationId="{C55A66F3-0763-1DE1-1D7A-5282F96BC25B}"/>
          </ac:spMkLst>
        </pc:spChg>
        <pc:spChg chg="mod">
          <ac:chgData name="MARIA SALAS URBANO" userId="d92562ea-7866-43a1-b4b3-4f1315128d96" providerId="ADAL" clId="{1FD84EC0-100C-4040-B2CB-FA04A2A5B1D4}" dt="2024-05-22T07:24:00.677" v="11098" actId="1076"/>
          <ac:spMkLst>
            <pc:docMk/>
            <pc:sldMk cId="1251699714" sldId="329"/>
            <ac:spMk id="14" creationId="{69054F10-DFF0-0710-F151-5D9BEEFB70C5}"/>
          </ac:spMkLst>
        </pc:spChg>
      </pc:sldChg>
      <pc:sldChg chg="addSp modSp mod modAnim modNotesTx">
        <pc:chgData name="MARIA SALAS URBANO" userId="d92562ea-7866-43a1-b4b3-4f1315128d96" providerId="ADAL" clId="{1FD84EC0-100C-4040-B2CB-FA04A2A5B1D4}" dt="2024-05-23T12:28:03.350" v="11652"/>
        <pc:sldMkLst>
          <pc:docMk/>
          <pc:sldMk cId="4107998699" sldId="330"/>
        </pc:sldMkLst>
        <pc:spChg chg="mod">
          <ac:chgData name="MARIA SALAS URBANO" userId="d92562ea-7866-43a1-b4b3-4f1315128d96" providerId="ADAL" clId="{1FD84EC0-100C-4040-B2CB-FA04A2A5B1D4}" dt="2024-05-22T07:23:01.444" v="11095" actId="403"/>
          <ac:spMkLst>
            <pc:docMk/>
            <pc:sldMk cId="4107998699" sldId="330"/>
            <ac:spMk id="3" creationId="{5C06A13E-EECF-E1EA-499E-5C41787B3AE3}"/>
          </ac:spMkLst>
        </pc:spChg>
        <pc:spChg chg="add mod">
          <ac:chgData name="MARIA SALAS URBANO" userId="d92562ea-7866-43a1-b4b3-4f1315128d96" providerId="ADAL" clId="{1FD84EC0-100C-4040-B2CB-FA04A2A5B1D4}" dt="2024-05-23T12:28:03.350" v="11652"/>
          <ac:spMkLst>
            <pc:docMk/>
            <pc:sldMk cId="4107998699" sldId="330"/>
            <ac:spMk id="5" creationId="{50438D89-4360-DEA4-6EA2-6A5D36C296CF}"/>
          </ac:spMkLst>
        </pc:spChg>
        <pc:spChg chg="mod">
          <ac:chgData name="MARIA SALAS URBANO" userId="d92562ea-7866-43a1-b4b3-4f1315128d96" providerId="ADAL" clId="{1FD84EC0-100C-4040-B2CB-FA04A2A5B1D4}" dt="2024-05-20T11:04:04.167" v="5244" actId="14100"/>
          <ac:spMkLst>
            <pc:docMk/>
            <pc:sldMk cId="4107998699" sldId="330"/>
            <ac:spMk id="27" creationId="{BC5179BB-800E-BBC4-B0ED-F16673AAF540}"/>
          </ac:spMkLst>
        </pc:spChg>
        <pc:spChg chg="mod">
          <ac:chgData name="MARIA SALAS URBANO" userId="d92562ea-7866-43a1-b4b3-4f1315128d96" providerId="ADAL" clId="{1FD84EC0-100C-4040-B2CB-FA04A2A5B1D4}" dt="2024-05-20T11:04:10.022" v="5245" actId="1076"/>
          <ac:spMkLst>
            <pc:docMk/>
            <pc:sldMk cId="4107998699" sldId="330"/>
            <ac:spMk id="28" creationId="{D8DCC793-B6E9-FCF8-B311-9D60354076D5}"/>
          </ac:spMkLst>
        </pc:spChg>
        <pc:spChg chg="mod">
          <ac:chgData name="MARIA SALAS URBANO" userId="d92562ea-7866-43a1-b4b3-4f1315128d96" providerId="ADAL" clId="{1FD84EC0-100C-4040-B2CB-FA04A2A5B1D4}" dt="2024-05-20T11:02:11.675" v="5200" actId="1038"/>
          <ac:spMkLst>
            <pc:docMk/>
            <pc:sldMk cId="4107998699" sldId="330"/>
            <ac:spMk id="29" creationId="{9789DF1A-2A44-6377-2D72-A302F016AC31}"/>
          </ac:spMkLst>
        </pc:spChg>
        <pc:spChg chg="mod">
          <ac:chgData name="MARIA SALAS URBANO" userId="d92562ea-7866-43a1-b4b3-4f1315128d96" providerId="ADAL" clId="{1FD84EC0-100C-4040-B2CB-FA04A2A5B1D4}" dt="2024-05-20T11:06:25.109" v="5267" actId="20577"/>
          <ac:spMkLst>
            <pc:docMk/>
            <pc:sldMk cId="4107998699" sldId="330"/>
            <ac:spMk id="30" creationId="{687B0A36-3472-95E2-1650-D24E480D6511}"/>
          </ac:spMkLst>
        </pc:spChg>
        <pc:picChg chg="mod">
          <ac:chgData name="MARIA SALAS URBANO" userId="d92562ea-7866-43a1-b4b3-4f1315128d96" providerId="ADAL" clId="{1FD84EC0-100C-4040-B2CB-FA04A2A5B1D4}" dt="2024-05-20T11:02:00.571" v="5194" actId="1076"/>
          <ac:picMkLst>
            <pc:docMk/>
            <pc:sldMk cId="4107998699" sldId="330"/>
            <ac:picMk id="13" creationId="{A5D39325-0573-87F5-97F3-394CF69B5C24}"/>
          </ac:picMkLst>
        </pc:picChg>
      </pc:sldChg>
      <pc:sldChg chg="modNotesTx">
        <pc:chgData name="MARIA SALAS URBANO" userId="d92562ea-7866-43a1-b4b3-4f1315128d96" providerId="ADAL" clId="{1FD84EC0-100C-4040-B2CB-FA04A2A5B1D4}" dt="2024-05-21T15:34:59.695" v="11053" actId="20577"/>
        <pc:sldMkLst>
          <pc:docMk/>
          <pc:sldMk cId="2600534476" sldId="331"/>
        </pc:sldMkLst>
      </pc:sldChg>
      <pc:sldChg chg="addSp delSp modSp del mod modTransition modAnim modShow modNotesTx">
        <pc:chgData name="MARIA SALAS URBANO" userId="d92562ea-7866-43a1-b4b3-4f1315128d96" providerId="ADAL" clId="{1FD84EC0-100C-4040-B2CB-FA04A2A5B1D4}" dt="2024-05-23T17:30:56.124" v="12738" actId="2696"/>
        <pc:sldMkLst>
          <pc:docMk/>
          <pc:sldMk cId="2153594272" sldId="332"/>
        </pc:sldMkLst>
        <pc:spChg chg="add del mod">
          <ac:chgData name="MARIA SALAS URBANO" userId="d92562ea-7866-43a1-b4b3-4f1315128d96" providerId="ADAL" clId="{1FD84EC0-100C-4040-B2CB-FA04A2A5B1D4}" dt="2024-05-20T11:17:58.413" v="5662" actId="20577"/>
          <ac:spMkLst>
            <pc:docMk/>
            <pc:sldMk cId="2153594272" sldId="332"/>
            <ac:spMk id="17" creationId="{5EC51D3E-64AA-A233-5A34-E0031B97B6C3}"/>
          </ac:spMkLst>
        </pc:spChg>
      </pc:sldChg>
      <pc:sldChg chg="addSp modSp mod modTransition modAnim modNotesTx">
        <pc:chgData name="MARIA SALAS URBANO" userId="d92562ea-7866-43a1-b4b3-4f1315128d96" providerId="ADAL" clId="{1FD84EC0-100C-4040-B2CB-FA04A2A5B1D4}" dt="2024-05-23T17:32:46.710" v="12765"/>
        <pc:sldMkLst>
          <pc:docMk/>
          <pc:sldMk cId="2870785589" sldId="334"/>
        </pc:sldMkLst>
        <pc:spChg chg="add mod">
          <ac:chgData name="MARIA SALAS URBANO" userId="d92562ea-7866-43a1-b4b3-4f1315128d96" providerId="ADAL" clId="{1FD84EC0-100C-4040-B2CB-FA04A2A5B1D4}" dt="2024-05-20T11:24:27.947" v="6231" actId="208"/>
          <ac:spMkLst>
            <pc:docMk/>
            <pc:sldMk cId="2870785589" sldId="334"/>
            <ac:spMk id="6" creationId="{B5BE85CF-1764-DC68-FC96-10EF9E8A4C1E}"/>
          </ac:spMkLst>
        </pc:spChg>
        <pc:spChg chg="add mod">
          <ac:chgData name="MARIA SALAS URBANO" userId="d92562ea-7866-43a1-b4b3-4f1315128d96" providerId="ADAL" clId="{1FD84EC0-100C-4040-B2CB-FA04A2A5B1D4}" dt="2024-05-20T11:24:42.846" v="6243" actId="1037"/>
          <ac:spMkLst>
            <pc:docMk/>
            <pc:sldMk cId="2870785589" sldId="334"/>
            <ac:spMk id="7" creationId="{A907EC54-7B9A-119E-4B65-8DB6E4647EAD}"/>
          </ac:spMkLst>
        </pc:spChg>
        <pc:spChg chg="add mod">
          <ac:chgData name="MARIA SALAS URBANO" userId="d92562ea-7866-43a1-b4b3-4f1315128d96" providerId="ADAL" clId="{1FD84EC0-100C-4040-B2CB-FA04A2A5B1D4}" dt="2024-05-20T11:24:52.875" v="6245" actId="1076"/>
          <ac:spMkLst>
            <pc:docMk/>
            <pc:sldMk cId="2870785589" sldId="334"/>
            <ac:spMk id="8" creationId="{EE888DE5-A114-CB5B-97CE-D3EB226692D2}"/>
          </ac:spMkLst>
        </pc:spChg>
        <pc:spChg chg="add mod">
          <ac:chgData name="MARIA SALAS URBANO" userId="d92562ea-7866-43a1-b4b3-4f1315128d96" providerId="ADAL" clId="{1FD84EC0-100C-4040-B2CB-FA04A2A5B1D4}" dt="2024-05-20T11:25:09.555" v="6250" actId="14100"/>
          <ac:spMkLst>
            <pc:docMk/>
            <pc:sldMk cId="2870785589" sldId="334"/>
            <ac:spMk id="9" creationId="{249A5807-0457-2DD9-72D0-5E05080F67B0}"/>
          </ac:spMkLst>
        </pc:spChg>
        <pc:graphicFrameChg chg="mod modGraphic">
          <ac:chgData name="MARIA SALAS URBANO" userId="d92562ea-7866-43a1-b4b3-4f1315128d96" providerId="ADAL" clId="{1FD84EC0-100C-4040-B2CB-FA04A2A5B1D4}" dt="2024-05-22T09:24:07.651" v="11231" actId="114"/>
          <ac:graphicFrameMkLst>
            <pc:docMk/>
            <pc:sldMk cId="2870785589" sldId="334"/>
            <ac:graphicFrameMk id="3" creationId="{992BFF24-0A05-63F6-1D6C-D23AB39FF937}"/>
          </ac:graphicFrameMkLst>
        </pc:graphicFrameChg>
      </pc:sldChg>
      <pc:sldChg chg="modTransition modAnim modNotesTx">
        <pc:chgData name="MARIA SALAS URBANO" userId="d92562ea-7866-43a1-b4b3-4f1315128d96" providerId="ADAL" clId="{1FD84EC0-100C-4040-B2CB-FA04A2A5B1D4}" dt="2024-05-23T17:33:21.424" v="12768"/>
        <pc:sldMkLst>
          <pc:docMk/>
          <pc:sldMk cId="285918031" sldId="335"/>
        </pc:sldMkLst>
      </pc:sldChg>
      <pc:sldChg chg="addSp modSp mod modTransition modAnim modNotesTx">
        <pc:chgData name="MARIA SALAS URBANO" userId="d92562ea-7866-43a1-b4b3-4f1315128d96" providerId="ADAL" clId="{1FD84EC0-100C-4040-B2CB-FA04A2A5B1D4}" dt="2024-05-23T17:36:17.027" v="12778"/>
        <pc:sldMkLst>
          <pc:docMk/>
          <pc:sldMk cId="904345070" sldId="336"/>
        </pc:sldMkLst>
        <pc:spChg chg="add mod">
          <ac:chgData name="MARIA SALAS URBANO" userId="d92562ea-7866-43a1-b4b3-4f1315128d96" providerId="ADAL" clId="{1FD84EC0-100C-4040-B2CB-FA04A2A5B1D4}" dt="2024-05-20T12:19:24.906" v="8035" actId="14100"/>
          <ac:spMkLst>
            <pc:docMk/>
            <pc:sldMk cId="904345070" sldId="336"/>
            <ac:spMk id="8" creationId="{47650B5B-08F7-8FFE-F5FD-B80C916E34E3}"/>
          </ac:spMkLst>
        </pc:spChg>
      </pc:sldChg>
      <pc:sldChg chg="modSp mod modAnim modShow modNotesTx">
        <pc:chgData name="MARIA SALAS URBANO" userId="d92562ea-7866-43a1-b4b3-4f1315128d96" providerId="ADAL" clId="{1FD84EC0-100C-4040-B2CB-FA04A2A5B1D4}" dt="2024-05-23T17:58:25.674" v="13046" actId="729"/>
        <pc:sldMkLst>
          <pc:docMk/>
          <pc:sldMk cId="4125175376" sldId="337"/>
        </pc:sldMkLst>
        <pc:spChg chg="mod">
          <ac:chgData name="MARIA SALAS URBANO" userId="d92562ea-7866-43a1-b4b3-4f1315128d96" providerId="ADAL" clId="{1FD84EC0-100C-4040-B2CB-FA04A2A5B1D4}" dt="2024-05-22T09:34:47.044" v="11293" actId="1035"/>
          <ac:spMkLst>
            <pc:docMk/>
            <pc:sldMk cId="4125175376" sldId="337"/>
            <ac:spMk id="3" creationId="{547123BE-27C2-C682-9990-46A131C2127D}"/>
          </ac:spMkLst>
        </pc:spChg>
      </pc:sldChg>
      <pc:sldChg chg="mod modAnim modShow modNotesTx">
        <pc:chgData name="MARIA SALAS URBANO" userId="d92562ea-7866-43a1-b4b3-4f1315128d96" providerId="ADAL" clId="{1FD84EC0-100C-4040-B2CB-FA04A2A5B1D4}" dt="2024-05-23T18:02:40.781" v="13096" actId="729"/>
        <pc:sldMkLst>
          <pc:docMk/>
          <pc:sldMk cId="866387507" sldId="338"/>
        </pc:sldMkLst>
      </pc:sldChg>
      <pc:sldChg chg="addSp delSp modSp mod modAnim modNotesTx">
        <pc:chgData name="MARIA SALAS URBANO" userId="d92562ea-7866-43a1-b4b3-4f1315128d96" providerId="ADAL" clId="{1FD84EC0-100C-4040-B2CB-FA04A2A5B1D4}" dt="2024-05-23T18:03:15.290" v="13104" actId="1076"/>
        <pc:sldMkLst>
          <pc:docMk/>
          <pc:sldMk cId="60628716" sldId="339"/>
        </pc:sldMkLst>
        <pc:picChg chg="add del mod">
          <ac:chgData name="MARIA SALAS URBANO" userId="d92562ea-7866-43a1-b4b3-4f1315128d96" providerId="ADAL" clId="{1FD84EC0-100C-4040-B2CB-FA04A2A5B1D4}" dt="2024-05-23T18:02:45.365" v="13097" actId="478"/>
          <ac:picMkLst>
            <pc:docMk/>
            <pc:sldMk cId="60628716" sldId="339"/>
            <ac:picMk id="3" creationId="{7BB942CC-DC39-9F6C-2E18-EB4431799A2A}"/>
          </ac:picMkLst>
        </pc:picChg>
        <pc:picChg chg="add mod">
          <ac:chgData name="MARIA SALAS URBANO" userId="d92562ea-7866-43a1-b4b3-4f1315128d96" providerId="ADAL" clId="{1FD84EC0-100C-4040-B2CB-FA04A2A5B1D4}" dt="2024-05-23T18:03:15.290" v="13104" actId="1076"/>
          <ac:picMkLst>
            <pc:docMk/>
            <pc:sldMk cId="60628716" sldId="339"/>
            <ac:picMk id="6" creationId="{3DF90F61-9074-6E80-FF70-7E2CFFD63D23}"/>
          </ac:picMkLst>
        </pc:picChg>
        <pc:picChg chg="del">
          <ac:chgData name="MARIA SALAS URBANO" userId="d92562ea-7866-43a1-b4b3-4f1315128d96" providerId="ADAL" clId="{1FD84EC0-100C-4040-B2CB-FA04A2A5B1D4}" dt="2024-05-23T18:01:12.616" v="13081" actId="478"/>
          <ac:picMkLst>
            <pc:docMk/>
            <pc:sldMk cId="60628716" sldId="339"/>
            <ac:picMk id="8" creationId="{5BE02BCE-6F2A-9217-3E7D-E2E728EC69FD}"/>
          </ac:picMkLst>
        </pc:picChg>
      </pc:sldChg>
      <pc:sldChg chg="addSp delSp modSp del mod modAnim modNotesTx">
        <pc:chgData name="MARIA SALAS URBANO" userId="d92562ea-7866-43a1-b4b3-4f1315128d96" providerId="ADAL" clId="{1FD84EC0-100C-4040-B2CB-FA04A2A5B1D4}" dt="2024-05-23T18:00:08.690" v="13064" actId="47"/>
        <pc:sldMkLst>
          <pc:docMk/>
          <pc:sldMk cId="1485189329" sldId="340"/>
        </pc:sldMkLst>
        <pc:picChg chg="del">
          <ac:chgData name="MARIA SALAS URBANO" userId="d92562ea-7866-43a1-b4b3-4f1315128d96" providerId="ADAL" clId="{1FD84EC0-100C-4040-B2CB-FA04A2A5B1D4}" dt="2024-05-23T17:58:51.209" v="13051" actId="478"/>
          <ac:picMkLst>
            <pc:docMk/>
            <pc:sldMk cId="1485189329" sldId="340"/>
            <ac:picMk id="8" creationId="{14BE1BD8-11D7-63D6-2F24-07A57CBD4A7B}"/>
          </ac:picMkLst>
        </pc:picChg>
        <pc:picChg chg="add del mod">
          <ac:chgData name="MARIA SALAS URBANO" userId="d92562ea-7866-43a1-b4b3-4f1315128d96" providerId="ADAL" clId="{1FD84EC0-100C-4040-B2CB-FA04A2A5B1D4}" dt="2024-05-23T17:59:51.174" v="13061" actId="478"/>
          <ac:picMkLst>
            <pc:docMk/>
            <pc:sldMk cId="1485189329" sldId="340"/>
            <ac:picMk id="9" creationId="{5B93DBDC-F090-12F1-2986-B4BDF4D7503A}"/>
          </ac:picMkLst>
        </pc:picChg>
      </pc:sldChg>
      <pc:sldChg chg="del mod modShow modNotesTx">
        <pc:chgData name="MARIA SALAS URBANO" userId="d92562ea-7866-43a1-b4b3-4f1315128d96" providerId="ADAL" clId="{1FD84EC0-100C-4040-B2CB-FA04A2A5B1D4}" dt="2024-05-22T07:51:13.627" v="11172" actId="47"/>
        <pc:sldMkLst>
          <pc:docMk/>
          <pc:sldMk cId="2156010711" sldId="342"/>
        </pc:sldMkLst>
      </pc:sldChg>
      <pc:sldChg chg="addSp delSp modSp mod delAnim modAnim modShow modNotesTx">
        <pc:chgData name="MARIA SALAS URBANO" userId="d92562ea-7866-43a1-b4b3-4f1315128d96" providerId="ADAL" clId="{1FD84EC0-100C-4040-B2CB-FA04A2A5B1D4}" dt="2024-05-24T07:24:42.908" v="13142" actId="1035"/>
        <pc:sldMkLst>
          <pc:docMk/>
          <pc:sldMk cId="2938103834" sldId="343"/>
        </pc:sldMkLst>
        <pc:picChg chg="add del mod modCrop">
          <ac:chgData name="MARIA SALAS URBANO" userId="d92562ea-7866-43a1-b4b3-4f1315128d96" providerId="ADAL" clId="{1FD84EC0-100C-4040-B2CB-FA04A2A5B1D4}" dt="2024-05-22T15:27:24.688" v="11434" actId="478"/>
          <ac:picMkLst>
            <pc:docMk/>
            <pc:sldMk cId="2938103834" sldId="343"/>
            <ac:picMk id="3" creationId="{6D04E850-2133-601A-6B50-42290C8D7FE7}"/>
          </ac:picMkLst>
        </pc:picChg>
        <pc:picChg chg="add mod modCrop">
          <ac:chgData name="MARIA SALAS URBANO" userId="d92562ea-7866-43a1-b4b3-4f1315128d96" providerId="ADAL" clId="{1FD84EC0-100C-4040-B2CB-FA04A2A5B1D4}" dt="2024-05-24T07:24:31.390" v="13136" actId="1076"/>
          <ac:picMkLst>
            <pc:docMk/>
            <pc:sldMk cId="2938103834" sldId="343"/>
            <ac:picMk id="5" creationId="{19CA0D23-A354-F7F3-6723-78455B7F28DF}"/>
          </ac:picMkLst>
        </pc:picChg>
        <pc:picChg chg="add mod">
          <ac:chgData name="MARIA SALAS URBANO" userId="d92562ea-7866-43a1-b4b3-4f1315128d96" providerId="ADAL" clId="{1FD84EC0-100C-4040-B2CB-FA04A2A5B1D4}" dt="2024-05-24T07:24:42.908" v="13142" actId="1035"/>
          <ac:picMkLst>
            <pc:docMk/>
            <pc:sldMk cId="2938103834" sldId="343"/>
            <ac:picMk id="6146" creationId="{AA02A1EC-D85B-766C-90AA-E4A9250C3AF5}"/>
          </ac:picMkLst>
        </pc:picChg>
      </pc:sldChg>
      <pc:sldChg chg="addSp modSp mod modAnim modNotesTx">
        <pc:chgData name="MARIA SALAS URBANO" userId="d92562ea-7866-43a1-b4b3-4f1315128d96" providerId="ADAL" clId="{1FD84EC0-100C-4040-B2CB-FA04A2A5B1D4}" dt="2024-05-23T12:27:58.865" v="11651" actId="20577"/>
        <pc:sldMkLst>
          <pc:docMk/>
          <pc:sldMk cId="2543477433" sldId="344"/>
        </pc:sldMkLst>
        <pc:spChg chg="mod">
          <ac:chgData name="MARIA SALAS URBANO" userId="d92562ea-7866-43a1-b4b3-4f1315128d96" providerId="ADAL" clId="{1FD84EC0-100C-4040-B2CB-FA04A2A5B1D4}" dt="2024-05-22T07:22:56.806" v="11094" actId="403"/>
          <ac:spMkLst>
            <pc:docMk/>
            <pc:sldMk cId="2543477433" sldId="344"/>
            <ac:spMk id="3" creationId="{5C06A13E-EECF-E1EA-499E-5C41787B3AE3}"/>
          </ac:spMkLst>
        </pc:spChg>
        <pc:spChg chg="add mod">
          <ac:chgData name="MARIA SALAS URBANO" userId="d92562ea-7866-43a1-b4b3-4f1315128d96" providerId="ADAL" clId="{1FD84EC0-100C-4040-B2CB-FA04A2A5B1D4}" dt="2024-05-23T12:27:58.865" v="11651" actId="20577"/>
          <ac:spMkLst>
            <pc:docMk/>
            <pc:sldMk cId="2543477433" sldId="344"/>
            <ac:spMk id="5" creationId="{B35F3E06-351D-8E33-0F5E-B64E7F1E26B1}"/>
          </ac:spMkLst>
        </pc:spChg>
        <pc:spChg chg="mod">
          <ac:chgData name="MARIA SALAS URBANO" userId="d92562ea-7866-43a1-b4b3-4f1315128d96" providerId="ADAL" clId="{1FD84EC0-100C-4040-B2CB-FA04A2A5B1D4}" dt="2024-05-22T16:19:18.729" v="11454" actId="20577"/>
          <ac:spMkLst>
            <pc:docMk/>
            <pc:sldMk cId="2543477433" sldId="344"/>
            <ac:spMk id="10" creationId="{C8519997-08BC-C1D9-2DB3-4E218D37F6F9}"/>
          </ac:spMkLst>
        </pc:spChg>
      </pc:sldChg>
      <pc:sldChg chg="addSp modSp mod modAnim modShow modNotesTx">
        <pc:chgData name="MARIA SALAS URBANO" userId="d92562ea-7866-43a1-b4b3-4f1315128d96" providerId="ADAL" clId="{1FD84EC0-100C-4040-B2CB-FA04A2A5B1D4}" dt="2024-05-24T10:52:30.550" v="13175" actId="729"/>
        <pc:sldMkLst>
          <pc:docMk/>
          <pc:sldMk cId="1567170909" sldId="345"/>
        </pc:sldMkLst>
        <pc:spChg chg="mod">
          <ac:chgData name="MARIA SALAS URBANO" userId="d92562ea-7866-43a1-b4b3-4f1315128d96" providerId="ADAL" clId="{1FD84EC0-100C-4040-B2CB-FA04A2A5B1D4}" dt="2024-05-22T07:23:06.124" v="11096" actId="403"/>
          <ac:spMkLst>
            <pc:docMk/>
            <pc:sldMk cId="1567170909" sldId="345"/>
            <ac:spMk id="3" creationId="{5C06A13E-EECF-E1EA-499E-5C41787B3AE3}"/>
          </ac:spMkLst>
        </pc:spChg>
        <pc:spChg chg="add mod">
          <ac:chgData name="MARIA SALAS URBANO" userId="d92562ea-7866-43a1-b4b3-4f1315128d96" providerId="ADAL" clId="{1FD84EC0-100C-4040-B2CB-FA04A2A5B1D4}" dt="2024-05-23T12:28:05.238" v="11653"/>
          <ac:spMkLst>
            <pc:docMk/>
            <pc:sldMk cId="1567170909" sldId="345"/>
            <ac:spMk id="5" creationId="{2F523D25-FDFB-567A-A380-A07647B9731D}"/>
          </ac:spMkLst>
        </pc:spChg>
        <pc:spChg chg="mod">
          <ac:chgData name="MARIA SALAS URBANO" userId="d92562ea-7866-43a1-b4b3-4f1315128d96" providerId="ADAL" clId="{1FD84EC0-100C-4040-B2CB-FA04A2A5B1D4}" dt="2024-05-20T11:11:56.592" v="5278" actId="207"/>
          <ac:spMkLst>
            <pc:docMk/>
            <pc:sldMk cId="1567170909" sldId="345"/>
            <ac:spMk id="10" creationId="{C8519997-08BC-C1D9-2DB3-4E218D37F6F9}"/>
          </ac:spMkLst>
        </pc:spChg>
      </pc:sldChg>
      <pc:sldChg chg="addSp modSp add mod modNotesTx">
        <pc:chgData name="MARIA SALAS URBANO" userId="d92562ea-7866-43a1-b4b3-4f1315128d96" providerId="ADAL" clId="{1FD84EC0-100C-4040-B2CB-FA04A2A5B1D4}" dt="2024-05-23T17:10:33.583" v="12438" actId="20577"/>
        <pc:sldMkLst>
          <pc:docMk/>
          <pc:sldMk cId="1112742221" sldId="346"/>
        </pc:sldMkLst>
        <pc:spChg chg="mod">
          <ac:chgData name="MARIA SALAS URBANO" userId="d92562ea-7866-43a1-b4b3-4f1315128d96" providerId="ADAL" clId="{1FD84EC0-100C-4040-B2CB-FA04A2A5B1D4}" dt="2024-05-23T16:11:24.164" v="11799" actId="1076"/>
          <ac:spMkLst>
            <pc:docMk/>
            <pc:sldMk cId="1112742221" sldId="346"/>
            <ac:spMk id="2" creationId="{B76A1123-2F9B-25AA-9ED3-5A90330CAC62}"/>
          </ac:spMkLst>
        </pc:spChg>
        <pc:spChg chg="add mod">
          <ac:chgData name="MARIA SALAS URBANO" userId="d92562ea-7866-43a1-b4b3-4f1315128d96" providerId="ADAL" clId="{1FD84EC0-100C-4040-B2CB-FA04A2A5B1D4}" dt="2024-05-23T17:02:48.184" v="12269" actId="14100"/>
          <ac:spMkLst>
            <pc:docMk/>
            <pc:sldMk cId="1112742221" sldId="346"/>
            <ac:spMk id="7" creationId="{1B78160F-9DC6-1CCD-AE4F-95C74A259C73}"/>
          </ac:spMkLst>
        </pc:spChg>
        <pc:spChg chg="mod">
          <ac:chgData name="MARIA SALAS URBANO" userId="d92562ea-7866-43a1-b4b3-4f1315128d96" providerId="ADAL" clId="{1FD84EC0-100C-4040-B2CB-FA04A2A5B1D4}" dt="2024-05-23T17:02:19.102" v="12265" actId="1076"/>
          <ac:spMkLst>
            <pc:docMk/>
            <pc:sldMk cId="1112742221" sldId="346"/>
            <ac:spMk id="17" creationId="{5EC51D3E-64AA-A233-5A34-E0031B97B6C3}"/>
          </ac:spMkLst>
        </pc:spChg>
        <pc:graphicFrameChg chg="add mod modGraphic">
          <ac:chgData name="MARIA SALAS URBANO" userId="d92562ea-7866-43a1-b4b3-4f1315128d96" providerId="ADAL" clId="{1FD84EC0-100C-4040-B2CB-FA04A2A5B1D4}" dt="2024-05-23T17:03:20.476" v="12271" actId="15174"/>
          <ac:graphicFrameMkLst>
            <pc:docMk/>
            <pc:sldMk cId="1112742221" sldId="346"/>
            <ac:graphicFrameMk id="6" creationId="{27AFD20A-1BBB-4962-C25B-15BF0851ABBE}"/>
          </ac:graphicFrameMkLst>
        </pc:graphicFrameChg>
      </pc:sldChg>
      <pc:sldChg chg="modSp del mod modNotesTx">
        <pc:chgData name="MARIA SALAS URBANO" userId="d92562ea-7866-43a1-b4b3-4f1315128d96" providerId="ADAL" clId="{1FD84EC0-100C-4040-B2CB-FA04A2A5B1D4}" dt="2024-05-23T12:10:11.325" v="11591" actId="2696"/>
        <pc:sldMkLst>
          <pc:docMk/>
          <pc:sldMk cId="1193868970" sldId="346"/>
        </pc:sldMkLst>
        <pc:spChg chg="mod">
          <ac:chgData name="MARIA SALAS URBANO" userId="d92562ea-7866-43a1-b4b3-4f1315128d96" providerId="ADAL" clId="{1FD84EC0-100C-4040-B2CB-FA04A2A5B1D4}" dt="2024-05-22T07:02:48.799" v="11055" actId="20577"/>
          <ac:spMkLst>
            <pc:docMk/>
            <pc:sldMk cId="1193868970" sldId="346"/>
            <ac:spMk id="17" creationId="{5EC51D3E-64AA-A233-5A34-E0031B97B6C3}"/>
          </ac:spMkLst>
        </pc:spChg>
      </pc:sldChg>
      <pc:sldChg chg="addSp delSp modSp del mod modAnim modNotesTx">
        <pc:chgData name="MARIA SALAS URBANO" userId="d92562ea-7866-43a1-b4b3-4f1315128d96" providerId="ADAL" clId="{1FD84EC0-100C-4040-B2CB-FA04A2A5B1D4}" dt="2024-05-23T17:33:13.355" v="12767" actId="47"/>
        <pc:sldMkLst>
          <pc:docMk/>
          <pc:sldMk cId="2028934845" sldId="347"/>
        </pc:sldMkLst>
        <pc:spChg chg="add mod">
          <ac:chgData name="MARIA SALAS URBANO" userId="d92562ea-7866-43a1-b4b3-4f1315128d96" providerId="ADAL" clId="{1FD84EC0-100C-4040-B2CB-FA04A2A5B1D4}" dt="2024-05-21T08:28:58.094" v="10822"/>
          <ac:spMkLst>
            <pc:docMk/>
            <pc:sldMk cId="2028934845" sldId="347"/>
            <ac:spMk id="3" creationId="{7D6365E4-1DE8-D7C1-589A-466E00E4137B}"/>
          </ac:spMkLst>
        </pc:spChg>
        <pc:spChg chg="del">
          <ac:chgData name="MARIA SALAS URBANO" userId="d92562ea-7866-43a1-b4b3-4f1315128d96" providerId="ADAL" clId="{1FD84EC0-100C-4040-B2CB-FA04A2A5B1D4}" dt="2024-05-21T08:28:57.605" v="10821" actId="478"/>
          <ac:spMkLst>
            <pc:docMk/>
            <pc:sldMk cId="2028934845" sldId="347"/>
            <ac:spMk id="17" creationId="{5EC51D3E-64AA-A233-5A34-E0031B97B6C3}"/>
          </ac:spMkLst>
        </pc:spChg>
        <pc:spChg chg="mod">
          <ac:chgData name="MARIA SALAS URBANO" userId="d92562ea-7866-43a1-b4b3-4f1315128d96" providerId="ADAL" clId="{1FD84EC0-100C-4040-B2CB-FA04A2A5B1D4}" dt="2024-05-22T12:29:00.839" v="11419" actId="6549"/>
          <ac:spMkLst>
            <pc:docMk/>
            <pc:sldMk cId="2028934845" sldId="347"/>
            <ac:spMk id="19" creationId="{FDB30ACE-9606-4BC0-BBC9-1392B71C46E0}"/>
          </ac:spMkLst>
        </pc:spChg>
      </pc:sldChg>
      <pc:sldChg chg="addSp delSp modSp del mod modTransition modAnim modNotesTx">
        <pc:chgData name="MARIA SALAS URBANO" userId="d92562ea-7866-43a1-b4b3-4f1315128d96" providerId="ADAL" clId="{1FD84EC0-100C-4040-B2CB-FA04A2A5B1D4}" dt="2024-05-23T17:36:06.310" v="12777" actId="47"/>
        <pc:sldMkLst>
          <pc:docMk/>
          <pc:sldMk cId="4078414987" sldId="348"/>
        </pc:sldMkLst>
        <pc:spChg chg="add mod">
          <ac:chgData name="MARIA SALAS URBANO" userId="d92562ea-7866-43a1-b4b3-4f1315128d96" providerId="ADAL" clId="{1FD84EC0-100C-4040-B2CB-FA04A2A5B1D4}" dt="2024-05-21T08:29:05.224" v="10824"/>
          <ac:spMkLst>
            <pc:docMk/>
            <pc:sldMk cId="4078414987" sldId="348"/>
            <ac:spMk id="3" creationId="{82DED71B-1C10-E51E-961F-5467B1561268}"/>
          </ac:spMkLst>
        </pc:spChg>
        <pc:spChg chg="del">
          <ac:chgData name="MARIA SALAS URBANO" userId="d92562ea-7866-43a1-b4b3-4f1315128d96" providerId="ADAL" clId="{1FD84EC0-100C-4040-B2CB-FA04A2A5B1D4}" dt="2024-05-21T08:29:04.829" v="10823" actId="478"/>
          <ac:spMkLst>
            <pc:docMk/>
            <pc:sldMk cId="4078414987" sldId="348"/>
            <ac:spMk id="17" creationId="{5EC51D3E-64AA-A233-5A34-E0031B97B6C3}"/>
          </ac:spMkLst>
        </pc:spChg>
      </pc:sldChg>
      <pc:sldChg chg="addSp modSp mod modNotesTx">
        <pc:chgData name="MARIA SALAS URBANO" userId="d92562ea-7866-43a1-b4b3-4f1315128d96" providerId="ADAL" clId="{1FD84EC0-100C-4040-B2CB-FA04A2A5B1D4}" dt="2024-05-20T12:19:37.933" v="8045" actId="1038"/>
        <pc:sldMkLst>
          <pc:docMk/>
          <pc:sldMk cId="1630827047" sldId="349"/>
        </pc:sldMkLst>
        <pc:spChg chg="add mod">
          <ac:chgData name="MARIA SALAS URBANO" userId="d92562ea-7866-43a1-b4b3-4f1315128d96" providerId="ADAL" clId="{1FD84EC0-100C-4040-B2CB-FA04A2A5B1D4}" dt="2024-05-20T12:19:37.933" v="8045" actId="1038"/>
          <ac:spMkLst>
            <pc:docMk/>
            <pc:sldMk cId="1630827047" sldId="349"/>
            <ac:spMk id="8" creationId="{03EC01DA-B24C-2F31-54D8-613292D96B63}"/>
          </ac:spMkLst>
        </pc:spChg>
      </pc:sldChg>
      <pc:sldChg chg="del modNotesTx">
        <pc:chgData name="MARIA SALAS URBANO" userId="d92562ea-7866-43a1-b4b3-4f1315128d96" providerId="ADAL" clId="{1FD84EC0-100C-4040-B2CB-FA04A2A5B1D4}" dt="2024-05-23T17:36:23.955" v="12779" actId="2696"/>
        <pc:sldMkLst>
          <pc:docMk/>
          <pc:sldMk cId="2963164382" sldId="350"/>
        </pc:sldMkLst>
      </pc:sldChg>
      <pc:sldChg chg="addSp delSp modSp add mod delAnim modAnim modNotesTx">
        <pc:chgData name="MARIA SALAS URBANO" userId="d92562ea-7866-43a1-b4b3-4f1315128d96" providerId="ADAL" clId="{1FD84EC0-100C-4040-B2CB-FA04A2A5B1D4}" dt="2024-05-24T10:49:21.209" v="13174" actId="20577"/>
        <pc:sldMkLst>
          <pc:docMk/>
          <pc:sldMk cId="3164040898" sldId="351"/>
        </pc:sldMkLst>
        <pc:spChg chg="del">
          <ac:chgData name="MARIA SALAS URBANO" userId="d92562ea-7866-43a1-b4b3-4f1315128d96" providerId="ADAL" clId="{1FD84EC0-100C-4040-B2CB-FA04A2A5B1D4}" dt="2024-05-20T12:34:17.309" v="9281" actId="478"/>
          <ac:spMkLst>
            <pc:docMk/>
            <pc:sldMk cId="3164040898" sldId="351"/>
            <ac:spMk id="6" creationId="{B5BE85CF-1764-DC68-FC96-10EF9E8A4C1E}"/>
          </ac:spMkLst>
        </pc:spChg>
        <pc:spChg chg="del">
          <ac:chgData name="MARIA SALAS URBANO" userId="d92562ea-7866-43a1-b4b3-4f1315128d96" providerId="ADAL" clId="{1FD84EC0-100C-4040-B2CB-FA04A2A5B1D4}" dt="2024-05-20T12:34:21.785" v="9282" actId="478"/>
          <ac:spMkLst>
            <pc:docMk/>
            <pc:sldMk cId="3164040898" sldId="351"/>
            <ac:spMk id="7" creationId="{A907EC54-7B9A-119E-4B65-8DB6E4647EAD}"/>
          </ac:spMkLst>
        </pc:spChg>
        <pc:spChg chg="del">
          <ac:chgData name="MARIA SALAS URBANO" userId="d92562ea-7866-43a1-b4b3-4f1315128d96" providerId="ADAL" clId="{1FD84EC0-100C-4040-B2CB-FA04A2A5B1D4}" dt="2024-05-20T12:34:23.817" v="9283" actId="478"/>
          <ac:spMkLst>
            <pc:docMk/>
            <pc:sldMk cId="3164040898" sldId="351"/>
            <ac:spMk id="8" creationId="{EE888DE5-A114-CB5B-97CE-D3EB226692D2}"/>
          </ac:spMkLst>
        </pc:spChg>
        <pc:spChg chg="del">
          <ac:chgData name="MARIA SALAS URBANO" userId="d92562ea-7866-43a1-b4b3-4f1315128d96" providerId="ADAL" clId="{1FD84EC0-100C-4040-B2CB-FA04A2A5B1D4}" dt="2024-05-20T12:34:25.858" v="9284" actId="478"/>
          <ac:spMkLst>
            <pc:docMk/>
            <pc:sldMk cId="3164040898" sldId="351"/>
            <ac:spMk id="9" creationId="{249A5807-0457-2DD9-72D0-5E05080F67B0}"/>
          </ac:spMkLst>
        </pc:spChg>
        <pc:spChg chg="add del mod">
          <ac:chgData name="MARIA SALAS URBANO" userId="d92562ea-7866-43a1-b4b3-4f1315128d96" providerId="ADAL" clId="{1FD84EC0-100C-4040-B2CB-FA04A2A5B1D4}" dt="2024-05-20T12:45:45.204" v="10193" actId="478"/>
          <ac:spMkLst>
            <pc:docMk/>
            <pc:sldMk cId="3164040898" sldId="351"/>
            <ac:spMk id="10" creationId="{ED143C54-8B63-A691-248F-557FEB171939}"/>
          </ac:spMkLst>
        </pc:spChg>
        <pc:spChg chg="add mod">
          <ac:chgData name="MARIA SALAS URBANO" userId="d92562ea-7866-43a1-b4b3-4f1315128d96" providerId="ADAL" clId="{1FD84EC0-100C-4040-B2CB-FA04A2A5B1D4}" dt="2024-05-20T12:46:24.462" v="10202" actId="14100"/>
          <ac:spMkLst>
            <pc:docMk/>
            <pc:sldMk cId="3164040898" sldId="351"/>
            <ac:spMk id="11" creationId="{0014F5A0-57DE-E05B-04AC-C63A34314C74}"/>
          </ac:spMkLst>
        </pc:spChg>
        <pc:spChg chg="add mod">
          <ac:chgData name="MARIA SALAS URBANO" userId="d92562ea-7866-43a1-b4b3-4f1315128d96" providerId="ADAL" clId="{1FD84EC0-100C-4040-B2CB-FA04A2A5B1D4}" dt="2024-05-20T12:49:32.243" v="10267" actId="1035"/>
          <ac:spMkLst>
            <pc:docMk/>
            <pc:sldMk cId="3164040898" sldId="351"/>
            <ac:spMk id="12" creationId="{8E8BF780-0888-54D0-CC04-E06B81073CB9}"/>
          </ac:spMkLst>
        </pc:spChg>
        <pc:spChg chg="add mod">
          <ac:chgData name="MARIA SALAS URBANO" userId="d92562ea-7866-43a1-b4b3-4f1315128d96" providerId="ADAL" clId="{1FD84EC0-100C-4040-B2CB-FA04A2A5B1D4}" dt="2024-05-20T12:46:20.790" v="10201" actId="1076"/>
          <ac:spMkLst>
            <pc:docMk/>
            <pc:sldMk cId="3164040898" sldId="351"/>
            <ac:spMk id="13" creationId="{D6A79336-48F3-5BFE-C493-196F9A1C5570}"/>
          </ac:spMkLst>
        </pc:spChg>
        <pc:graphicFrameChg chg="modGraphic">
          <ac:chgData name="MARIA SALAS URBANO" userId="d92562ea-7866-43a1-b4b3-4f1315128d96" providerId="ADAL" clId="{1FD84EC0-100C-4040-B2CB-FA04A2A5B1D4}" dt="2024-05-24T10:49:21.209" v="13174" actId="20577"/>
          <ac:graphicFrameMkLst>
            <pc:docMk/>
            <pc:sldMk cId="3164040898" sldId="351"/>
            <ac:graphicFrameMk id="3" creationId="{992BFF24-0A05-63F6-1D6C-D23AB39FF937}"/>
          </ac:graphicFrameMkLst>
        </pc:graphicFrameChg>
      </pc:sldChg>
      <pc:sldChg chg="delSp add del mod delAnim">
        <pc:chgData name="MARIA SALAS URBANO" userId="d92562ea-7866-43a1-b4b3-4f1315128d96" providerId="ADAL" clId="{1FD84EC0-100C-4040-B2CB-FA04A2A5B1D4}" dt="2024-05-20T11:52:10.801" v="6257" actId="47"/>
        <pc:sldMkLst>
          <pc:docMk/>
          <pc:sldMk cId="4118586842" sldId="351"/>
        </pc:sldMkLst>
        <pc:spChg chg="del">
          <ac:chgData name="MARIA SALAS URBANO" userId="d92562ea-7866-43a1-b4b3-4f1315128d96" providerId="ADAL" clId="{1FD84EC0-100C-4040-B2CB-FA04A2A5B1D4}" dt="2024-05-20T11:26:25.292" v="6253" actId="478"/>
          <ac:spMkLst>
            <pc:docMk/>
            <pc:sldMk cId="4118586842" sldId="351"/>
            <ac:spMk id="6" creationId="{B5BE85CF-1764-DC68-FC96-10EF9E8A4C1E}"/>
          </ac:spMkLst>
        </pc:spChg>
        <pc:spChg chg="del">
          <ac:chgData name="MARIA SALAS URBANO" userId="d92562ea-7866-43a1-b4b3-4f1315128d96" providerId="ADAL" clId="{1FD84EC0-100C-4040-B2CB-FA04A2A5B1D4}" dt="2024-05-20T11:26:30.529" v="6254" actId="478"/>
          <ac:spMkLst>
            <pc:docMk/>
            <pc:sldMk cId="4118586842" sldId="351"/>
            <ac:spMk id="7" creationId="{A907EC54-7B9A-119E-4B65-8DB6E4647EAD}"/>
          </ac:spMkLst>
        </pc:spChg>
        <pc:spChg chg="del">
          <ac:chgData name="MARIA SALAS URBANO" userId="d92562ea-7866-43a1-b4b3-4f1315128d96" providerId="ADAL" clId="{1FD84EC0-100C-4040-B2CB-FA04A2A5B1D4}" dt="2024-05-20T11:26:32.161" v="6255" actId="478"/>
          <ac:spMkLst>
            <pc:docMk/>
            <pc:sldMk cId="4118586842" sldId="351"/>
            <ac:spMk id="8" creationId="{EE888DE5-A114-CB5B-97CE-D3EB226692D2}"/>
          </ac:spMkLst>
        </pc:spChg>
        <pc:spChg chg="del">
          <ac:chgData name="MARIA SALAS URBANO" userId="d92562ea-7866-43a1-b4b3-4f1315128d96" providerId="ADAL" clId="{1FD84EC0-100C-4040-B2CB-FA04A2A5B1D4}" dt="2024-05-20T11:26:37.947" v="6256" actId="478"/>
          <ac:spMkLst>
            <pc:docMk/>
            <pc:sldMk cId="4118586842" sldId="351"/>
            <ac:spMk id="9" creationId="{249A5807-0457-2DD9-72D0-5E05080F67B0}"/>
          </ac:spMkLst>
        </pc:spChg>
      </pc:sldChg>
      <pc:sldChg chg="addSp modSp add mod modAnim modNotesTx">
        <pc:chgData name="MARIA SALAS URBANO" userId="d92562ea-7866-43a1-b4b3-4f1315128d96" providerId="ADAL" clId="{1FD84EC0-100C-4040-B2CB-FA04A2A5B1D4}" dt="2024-05-21T08:29:23.062" v="10827"/>
        <pc:sldMkLst>
          <pc:docMk/>
          <pc:sldMk cId="1046168205" sldId="352"/>
        </pc:sldMkLst>
        <pc:spChg chg="add mod">
          <ac:chgData name="MARIA SALAS URBANO" userId="d92562ea-7866-43a1-b4b3-4f1315128d96" providerId="ADAL" clId="{1FD84EC0-100C-4040-B2CB-FA04A2A5B1D4}" dt="2024-05-20T12:52:01.088" v="10279" actId="1035"/>
          <ac:spMkLst>
            <pc:docMk/>
            <pc:sldMk cId="1046168205" sldId="352"/>
            <ac:spMk id="6" creationId="{11E4C222-D8E9-73DB-063F-E1160F39A897}"/>
          </ac:spMkLst>
        </pc:spChg>
        <pc:spChg chg="add mod">
          <ac:chgData name="MARIA SALAS URBANO" userId="d92562ea-7866-43a1-b4b3-4f1315128d96" providerId="ADAL" clId="{1FD84EC0-100C-4040-B2CB-FA04A2A5B1D4}" dt="2024-05-21T07:29:39.783" v="10519" actId="14100"/>
          <ac:spMkLst>
            <pc:docMk/>
            <pc:sldMk cId="1046168205" sldId="352"/>
            <ac:spMk id="7" creationId="{318130D9-9063-39D5-CB03-69A9EC7307C8}"/>
          </ac:spMkLst>
        </pc:spChg>
        <pc:spChg chg="add mod">
          <ac:chgData name="MARIA SALAS URBANO" userId="d92562ea-7866-43a1-b4b3-4f1315128d96" providerId="ADAL" clId="{1FD84EC0-100C-4040-B2CB-FA04A2A5B1D4}" dt="2024-05-21T07:29:57.221" v="10524" actId="14100"/>
          <ac:spMkLst>
            <pc:docMk/>
            <pc:sldMk cId="1046168205" sldId="352"/>
            <ac:spMk id="8" creationId="{5B977A8E-3AB7-82F6-A5A0-4C20680D14D2}"/>
          </ac:spMkLst>
        </pc:spChg>
        <pc:spChg chg="add mod">
          <ac:chgData name="MARIA SALAS URBANO" userId="d92562ea-7866-43a1-b4b3-4f1315128d96" providerId="ADAL" clId="{1FD84EC0-100C-4040-B2CB-FA04A2A5B1D4}" dt="2024-05-21T08:28:08.945" v="10819" actId="1036"/>
          <ac:spMkLst>
            <pc:docMk/>
            <pc:sldMk cId="1046168205" sldId="352"/>
            <ac:spMk id="9" creationId="{D23370DE-A3E3-4DED-F1E8-73067E1BC89E}"/>
          </ac:spMkLst>
        </pc:spChg>
        <pc:graphicFrameChg chg="mod modGraphic">
          <ac:chgData name="MARIA SALAS URBANO" userId="d92562ea-7866-43a1-b4b3-4f1315128d96" providerId="ADAL" clId="{1FD84EC0-100C-4040-B2CB-FA04A2A5B1D4}" dt="2024-05-21T08:28:00.513" v="10812" actId="1037"/>
          <ac:graphicFrameMkLst>
            <pc:docMk/>
            <pc:sldMk cId="1046168205" sldId="352"/>
            <ac:graphicFrameMk id="3" creationId="{992BFF24-0A05-63F6-1D6C-D23AB39FF937}"/>
          </ac:graphicFrameMkLst>
        </pc:graphicFrameChg>
      </pc:sldChg>
      <pc:sldChg chg="addSp delSp modSp add mod modTransition modAnim modNotesTx">
        <pc:chgData name="MARIA SALAS URBANO" userId="d92562ea-7866-43a1-b4b3-4f1315128d96" providerId="ADAL" clId="{1FD84EC0-100C-4040-B2CB-FA04A2A5B1D4}" dt="2024-05-23T17:30:44.352" v="12736"/>
        <pc:sldMkLst>
          <pc:docMk/>
          <pc:sldMk cId="3838410147" sldId="353"/>
        </pc:sldMkLst>
        <pc:spChg chg="mod">
          <ac:chgData name="MARIA SALAS URBANO" userId="d92562ea-7866-43a1-b4b3-4f1315128d96" providerId="ADAL" clId="{1FD84EC0-100C-4040-B2CB-FA04A2A5B1D4}" dt="2024-05-23T17:20:46.803" v="12509" actId="1076"/>
          <ac:spMkLst>
            <pc:docMk/>
            <pc:sldMk cId="3838410147" sldId="353"/>
            <ac:spMk id="3" creationId="{82DED71B-1C10-E51E-961F-5467B1561268}"/>
          </ac:spMkLst>
        </pc:spChg>
        <pc:spChg chg="add del">
          <ac:chgData name="MARIA SALAS URBANO" userId="d92562ea-7866-43a1-b4b3-4f1315128d96" providerId="ADAL" clId="{1FD84EC0-100C-4040-B2CB-FA04A2A5B1D4}" dt="2024-05-23T17:19:17.410" v="12475" actId="22"/>
          <ac:spMkLst>
            <pc:docMk/>
            <pc:sldMk cId="3838410147" sldId="353"/>
            <ac:spMk id="6" creationId="{4A3C890A-6CA1-4122-3E51-9C6530299799}"/>
          </ac:spMkLst>
        </pc:spChg>
        <pc:spChg chg="add del mod">
          <ac:chgData name="MARIA SALAS URBANO" userId="d92562ea-7866-43a1-b4b3-4f1315128d96" providerId="ADAL" clId="{1FD84EC0-100C-4040-B2CB-FA04A2A5B1D4}" dt="2024-05-23T17:20:50.569" v="12511" actId="22"/>
          <ac:spMkLst>
            <pc:docMk/>
            <pc:sldMk cId="3838410147" sldId="353"/>
            <ac:spMk id="8" creationId="{FA243881-AC84-3EC5-7425-004C68878EE8}"/>
          </ac:spMkLst>
        </pc:spChg>
        <pc:spChg chg="mod">
          <ac:chgData name="MARIA SALAS URBANO" userId="d92562ea-7866-43a1-b4b3-4f1315128d96" providerId="ADAL" clId="{1FD84EC0-100C-4040-B2CB-FA04A2A5B1D4}" dt="2024-05-23T17:20:46.380" v="12508" actId="1076"/>
          <ac:spMkLst>
            <pc:docMk/>
            <pc:sldMk cId="3838410147" sldId="353"/>
            <ac:spMk id="11" creationId="{1D3E4248-6A81-B450-A2FE-B45431B3FB5E}"/>
          </ac:spMkLst>
        </pc:spChg>
        <pc:spChg chg="add del">
          <ac:chgData name="MARIA SALAS URBANO" userId="d92562ea-7866-43a1-b4b3-4f1315128d96" providerId="ADAL" clId="{1FD84EC0-100C-4040-B2CB-FA04A2A5B1D4}" dt="2024-05-23T17:20:56.401" v="12515" actId="22"/>
          <ac:spMkLst>
            <pc:docMk/>
            <pc:sldMk cId="3838410147" sldId="353"/>
            <ac:spMk id="13" creationId="{EA80B8F1-48C5-C902-0CCA-98FE6E212E72}"/>
          </ac:spMkLst>
        </pc:spChg>
        <pc:spChg chg="add mod">
          <ac:chgData name="MARIA SALAS URBANO" userId="d92562ea-7866-43a1-b4b3-4f1315128d96" providerId="ADAL" clId="{1FD84EC0-100C-4040-B2CB-FA04A2A5B1D4}" dt="2024-05-23T17:26:20.424" v="12589" actId="403"/>
          <ac:spMkLst>
            <pc:docMk/>
            <pc:sldMk cId="3838410147" sldId="353"/>
            <ac:spMk id="15" creationId="{64EE4528-490A-EEDD-EB54-F678790E0FDC}"/>
          </ac:spMkLst>
        </pc:spChg>
        <pc:spChg chg="add mod">
          <ac:chgData name="MARIA SALAS URBANO" userId="d92562ea-7866-43a1-b4b3-4f1315128d96" providerId="ADAL" clId="{1FD84EC0-100C-4040-B2CB-FA04A2A5B1D4}" dt="2024-05-23T17:21:57.459" v="12536" actId="1035"/>
          <ac:spMkLst>
            <pc:docMk/>
            <pc:sldMk cId="3838410147" sldId="353"/>
            <ac:spMk id="16" creationId="{00D997FD-DDEF-FFB6-64B7-CDC08900166B}"/>
          </ac:spMkLst>
        </pc:spChg>
        <pc:spChg chg="add mod">
          <ac:chgData name="MARIA SALAS URBANO" userId="d92562ea-7866-43a1-b4b3-4f1315128d96" providerId="ADAL" clId="{1FD84EC0-100C-4040-B2CB-FA04A2A5B1D4}" dt="2024-05-23T17:22:17.717" v="12546" actId="14100"/>
          <ac:spMkLst>
            <pc:docMk/>
            <pc:sldMk cId="3838410147" sldId="353"/>
            <ac:spMk id="17" creationId="{D0F4AAC2-52B3-406E-6867-CE2FE5086E85}"/>
          </ac:spMkLst>
        </pc:spChg>
        <pc:spChg chg="add del mod">
          <ac:chgData name="MARIA SALAS URBANO" userId="d92562ea-7866-43a1-b4b3-4f1315128d96" providerId="ADAL" clId="{1FD84EC0-100C-4040-B2CB-FA04A2A5B1D4}" dt="2024-05-23T17:22:50.663" v="12552" actId="478"/>
          <ac:spMkLst>
            <pc:docMk/>
            <pc:sldMk cId="3838410147" sldId="353"/>
            <ac:spMk id="18" creationId="{2B07607C-D269-D1E8-D8EE-CFD9B9114B1C}"/>
          </ac:spMkLst>
        </pc:spChg>
        <pc:spChg chg="mod">
          <ac:chgData name="MARIA SALAS URBANO" userId="d92562ea-7866-43a1-b4b3-4f1315128d96" providerId="ADAL" clId="{1FD84EC0-100C-4040-B2CB-FA04A2A5B1D4}" dt="2024-05-23T17:20:46.380" v="12508" actId="1076"/>
          <ac:spMkLst>
            <pc:docMk/>
            <pc:sldMk cId="3838410147" sldId="353"/>
            <ac:spMk id="19" creationId="{FDB30ACE-9606-4BC0-BBC9-1392B71C46E0}"/>
          </ac:spMkLst>
        </pc:spChg>
        <pc:spChg chg="mod">
          <ac:chgData name="MARIA SALAS URBANO" userId="d92562ea-7866-43a1-b4b3-4f1315128d96" providerId="ADAL" clId="{1FD84EC0-100C-4040-B2CB-FA04A2A5B1D4}" dt="2024-05-23T17:20:46.380" v="12508" actId="1076"/>
          <ac:spMkLst>
            <pc:docMk/>
            <pc:sldMk cId="3838410147" sldId="353"/>
            <ac:spMk id="20" creationId="{97C80661-D71B-BC5C-4FB5-5CF5B50D1470}"/>
          </ac:spMkLst>
        </pc:spChg>
        <pc:spChg chg="add del">
          <ac:chgData name="MARIA SALAS URBANO" userId="d92562ea-7866-43a1-b4b3-4f1315128d96" providerId="ADAL" clId="{1FD84EC0-100C-4040-B2CB-FA04A2A5B1D4}" dt="2024-05-23T17:23:18.234" v="12554" actId="478"/>
          <ac:spMkLst>
            <pc:docMk/>
            <pc:sldMk cId="3838410147" sldId="353"/>
            <ac:spMk id="21" creationId="{A72866F4-62FC-8C3D-5B9E-01A7F2874329}"/>
          </ac:spMkLst>
        </pc:spChg>
        <pc:spChg chg="add del">
          <ac:chgData name="MARIA SALAS URBANO" userId="d92562ea-7866-43a1-b4b3-4f1315128d96" providerId="ADAL" clId="{1FD84EC0-100C-4040-B2CB-FA04A2A5B1D4}" dt="2024-05-23T17:23:34.548" v="12556" actId="11529"/>
          <ac:spMkLst>
            <pc:docMk/>
            <pc:sldMk cId="3838410147" sldId="353"/>
            <ac:spMk id="22" creationId="{E2B4F0B3-7F57-2301-54DB-4CE495D16DE3}"/>
          </ac:spMkLst>
        </pc:spChg>
        <pc:spChg chg="add mod">
          <ac:chgData name="MARIA SALAS URBANO" userId="d92562ea-7866-43a1-b4b3-4f1315128d96" providerId="ADAL" clId="{1FD84EC0-100C-4040-B2CB-FA04A2A5B1D4}" dt="2024-05-23T17:24:14.199" v="12565" actId="1036"/>
          <ac:spMkLst>
            <pc:docMk/>
            <pc:sldMk cId="3838410147" sldId="353"/>
            <ac:spMk id="23" creationId="{08E3E6FB-BFCE-A5E7-9A88-8892931F1873}"/>
          </ac:spMkLst>
        </pc:spChg>
        <pc:spChg chg="add mod">
          <ac:chgData name="MARIA SALAS URBANO" userId="d92562ea-7866-43a1-b4b3-4f1315128d96" providerId="ADAL" clId="{1FD84EC0-100C-4040-B2CB-FA04A2A5B1D4}" dt="2024-05-23T17:24:43.054" v="12568" actId="1582"/>
          <ac:spMkLst>
            <pc:docMk/>
            <pc:sldMk cId="3838410147" sldId="353"/>
            <ac:spMk id="24" creationId="{F15722E3-17C1-AED0-BC5E-5C84A719D229}"/>
          </ac:spMkLst>
        </pc:spChg>
        <pc:cxnChg chg="add del mod">
          <ac:chgData name="MARIA SALAS URBANO" userId="d92562ea-7866-43a1-b4b3-4f1315128d96" providerId="ADAL" clId="{1FD84EC0-100C-4040-B2CB-FA04A2A5B1D4}" dt="2024-05-23T17:20:34.386" v="12496" actId="11529"/>
          <ac:cxnSpMkLst>
            <pc:docMk/>
            <pc:sldMk cId="3838410147" sldId="353"/>
            <ac:cxnSpMk id="10" creationId="{56A6A34D-DE46-1B0A-170A-1D07572F0AF4}"/>
          </ac:cxnSpMkLst>
        </pc:cxnChg>
      </pc:sldChg>
      <pc:sldChg chg="addSp delSp modSp add del mod ord">
        <pc:chgData name="MARIA SALAS URBANO" userId="d92562ea-7866-43a1-b4b3-4f1315128d96" providerId="ADAL" clId="{1FD84EC0-100C-4040-B2CB-FA04A2A5B1D4}" dt="2024-05-23T16:42:40.332" v="12122" actId="47"/>
        <pc:sldMkLst>
          <pc:docMk/>
          <pc:sldMk cId="2977135101" sldId="354"/>
        </pc:sldMkLst>
        <pc:spChg chg="add mod">
          <ac:chgData name="MARIA SALAS URBANO" userId="d92562ea-7866-43a1-b4b3-4f1315128d96" providerId="ADAL" clId="{1FD84EC0-100C-4040-B2CB-FA04A2A5B1D4}" dt="2024-05-23T16:12:43.983" v="11847"/>
          <ac:spMkLst>
            <pc:docMk/>
            <pc:sldMk cId="2977135101" sldId="354"/>
            <ac:spMk id="8" creationId="{C5EFD1F1-0BBA-BEF3-CFD7-6906447C27CB}"/>
          </ac:spMkLst>
        </pc:spChg>
        <pc:spChg chg="add mod">
          <ac:chgData name="MARIA SALAS URBANO" userId="d92562ea-7866-43a1-b4b3-4f1315128d96" providerId="ADAL" clId="{1FD84EC0-100C-4040-B2CB-FA04A2A5B1D4}" dt="2024-05-23T16:12:43.983" v="11847"/>
          <ac:spMkLst>
            <pc:docMk/>
            <pc:sldMk cId="2977135101" sldId="354"/>
            <ac:spMk id="9" creationId="{C13F8662-F2EC-B2CE-B6EA-F7CF92D65811}"/>
          </ac:spMkLst>
        </pc:spChg>
        <pc:spChg chg="add del mod">
          <ac:chgData name="MARIA SALAS URBANO" userId="d92562ea-7866-43a1-b4b3-4f1315128d96" providerId="ADAL" clId="{1FD84EC0-100C-4040-B2CB-FA04A2A5B1D4}" dt="2024-05-23T16:22:28.804" v="11920" actId="478"/>
          <ac:spMkLst>
            <pc:docMk/>
            <pc:sldMk cId="2977135101" sldId="354"/>
            <ac:spMk id="10" creationId="{C9790B60-2AF9-C2B3-74FF-20F77C881DA2}"/>
          </ac:spMkLst>
        </pc:spChg>
        <pc:spChg chg="mod">
          <ac:chgData name="MARIA SALAS URBANO" userId="d92562ea-7866-43a1-b4b3-4f1315128d96" providerId="ADAL" clId="{1FD84EC0-100C-4040-B2CB-FA04A2A5B1D4}" dt="2024-05-23T16:22:52.247" v="11949" actId="20577"/>
          <ac:spMkLst>
            <pc:docMk/>
            <pc:sldMk cId="2977135101" sldId="354"/>
            <ac:spMk id="17" creationId="{5EC51D3E-64AA-A233-5A34-E0031B97B6C3}"/>
          </ac:spMkLst>
        </pc:spChg>
        <pc:grpChg chg="add del mod">
          <ac:chgData name="MARIA SALAS URBANO" userId="d92562ea-7866-43a1-b4b3-4f1315128d96" providerId="ADAL" clId="{1FD84EC0-100C-4040-B2CB-FA04A2A5B1D4}" dt="2024-05-23T16:12:50.040" v="11849" actId="478"/>
          <ac:grpSpMkLst>
            <pc:docMk/>
            <pc:sldMk cId="2977135101" sldId="354"/>
            <ac:grpSpMk id="7" creationId="{A49D94B5-8635-9775-1D6F-0D0ABB5096D0}"/>
          </ac:grpSpMkLst>
        </pc:grpChg>
        <pc:picChg chg="add del mod">
          <ac:chgData name="MARIA SALAS URBANO" userId="d92562ea-7866-43a1-b4b3-4f1315128d96" providerId="ADAL" clId="{1FD84EC0-100C-4040-B2CB-FA04A2A5B1D4}" dt="2024-05-23T16:07:01.408" v="11731" actId="478"/>
          <ac:picMkLst>
            <pc:docMk/>
            <pc:sldMk cId="2977135101" sldId="354"/>
            <ac:picMk id="3" creationId="{C398629F-F3B0-DE37-3E9D-9A79289670EF}"/>
          </ac:picMkLst>
        </pc:picChg>
        <pc:picChg chg="add del mod">
          <ac:chgData name="MARIA SALAS URBANO" userId="d92562ea-7866-43a1-b4b3-4f1315128d96" providerId="ADAL" clId="{1FD84EC0-100C-4040-B2CB-FA04A2A5B1D4}" dt="2024-05-23T16:22:28.804" v="11920" actId="478"/>
          <ac:picMkLst>
            <pc:docMk/>
            <pc:sldMk cId="2977135101" sldId="354"/>
            <ac:picMk id="6" creationId="{6ADBCBC0-E4A0-D22E-0AF5-A37059F374B5}"/>
          </ac:picMkLst>
        </pc:picChg>
        <pc:picChg chg="add del mod modCrop">
          <ac:chgData name="MARIA SALAS URBANO" userId="d92562ea-7866-43a1-b4b3-4f1315128d96" providerId="ADAL" clId="{1FD84EC0-100C-4040-B2CB-FA04A2A5B1D4}" dt="2024-05-23T16:30:56.436" v="12002" actId="478"/>
          <ac:picMkLst>
            <pc:docMk/>
            <pc:sldMk cId="2977135101" sldId="354"/>
            <ac:picMk id="11" creationId="{FD49861D-52E9-E120-7EFF-D6E11EE511BE}"/>
          </ac:picMkLst>
        </pc:picChg>
        <pc:picChg chg="add del mod">
          <ac:chgData name="MARIA SALAS URBANO" userId="d92562ea-7866-43a1-b4b3-4f1315128d96" providerId="ADAL" clId="{1FD84EC0-100C-4040-B2CB-FA04A2A5B1D4}" dt="2024-05-23T16:30:57.488" v="12003" actId="478"/>
          <ac:picMkLst>
            <pc:docMk/>
            <pc:sldMk cId="2977135101" sldId="354"/>
            <ac:picMk id="12" creationId="{8BB94A21-DBD4-05F5-9D5C-D2215D31A9D5}"/>
          </ac:picMkLst>
        </pc:picChg>
        <pc:picChg chg="add mod modCrop">
          <ac:chgData name="MARIA SALAS URBANO" userId="d92562ea-7866-43a1-b4b3-4f1315128d96" providerId="ADAL" clId="{1FD84EC0-100C-4040-B2CB-FA04A2A5B1D4}" dt="2024-05-23T16:32:29.943" v="12019" actId="1076"/>
          <ac:picMkLst>
            <pc:docMk/>
            <pc:sldMk cId="2977135101" sldId="354"/>
            <ac:picMk id="13" creationId="{7199793D-1B20-1D11-BD3A-E89E3C4490A7}"/>
          </ac:picMkLst>
        </pc:picChg>
        <pc:picChg chg="add mod">
          <ac:chgData name="MARIA SALAS URBANO" userId="d92562ea-7866-43a1-b4b3-4f1315128d96" providerId="ADAL" clId="{1FD84EC0-100C-4040-B2CB-FA04A2A5B1D4}" dt="2024-05-23T16:32:56.714" v="12029" actId="1038"/>
          <ac:picMkLst>
            <pc:docMk/>
            <pc:sldMk cId="2977135101" sldId="354"/>
            <ac:picMk id="14" creationId="{F1BC4164-830C-0713-7B15-7DB8311C175A}"/>
          </ac:picMkLst>
        </pc:picChg>
        <pc:picChg chg="add del mod">
          <ac:chgData name="MARIA SALAS URBANO" userId="d92562ea-7866-43a1-b4b3-4f1315128d96" providerId="ADAL" clId="{1FD84EC0-100C-4040-B2CB-FA04A2A5B1D4}" dt="2024-05-23T16:22:28.804" v="11920" actId="478"/>
          <ac:picMkLst>
            <pc:docMk/>
            <pc:sldMk cId="2977135101" sldId="354"/>
            <ac:picMk id="1026" creationId="{593F0186-F509-8921-B200-967A1C61723C}"/>
          </ac:picMkLst>
        </pc:picChg>
        <pc:picChg chg="add mod">
          <ac:chgData name="MARIA SALAS URBANO" userId="d92562ea-7866-43a1-b4b3-4f1315128d96" providerId="ADAL" clId="{1FD84EC0-100C-4040-B2CB-FA04A2A5B1D4}" dt="2024-05-23T16:32:23.144" v="12017" actId="14100"/>
          <ac:picMkLst>
            <pc:docMk/>
            <pc:sldMk cId="2977135101" sldId="354"/>
            <ac:picMk id="1028" creationId="{E0578F8A-F0E0-85CE-0F4C-F405F407FD8D}"/>
          </ac:picMkLst>
        </pc:picChg>
      </pc:sldChg>
      <pc:sldChg chg="addSp delSp modSp add mod modAnim modNotesTx">
        <pc:chgData name="MARIA SALAS URBANO" userId="d92562ea-7866-43a1-b4b3-4f1315128d96" providerId="ADAL" clId="{1FD84EC0-100C-4040-B2CB-FA04A2A5B1D4}" dt="2024-05-23T17:16:46.654" v="12465"/>
        <pc:sldMkLst>
          <pc:docMk/>
          <pc:sldMk cId="702144357" sldId="355"/>
        </pc:sldMkLst>
        <pc:spChg chg="mod">
          <ac:chgData name="MARIA SALAS URBANO" userId="d92562ea-7866-43a1-b4b3-4f1315128d96" providerId="ADAL" clId="{1FD84EC0-100C-4040-B2CB-FA04A2A5B1D4}" dt="2024-05-23T17:04:16.873" v="12298" actId="1036"/>
          <ac:spMkLst>
            <pc:docMk/>
            <pc:sldMk cId="702144357" sldId="355"/>
            <ac:spMk id="10" creationId="{C9790B60-2AF9-C2B3-74FF-20F77C881DA2}"/>
          </ac:spMkLst>
        </pc:spChg>
        <pc:spChg chg="mod">
          <ac:chgData name="MARIA SALAS URBANO" userId="d92562ea-7866-43a1-b4b3-4f1315128d96" providerId="ADAL" clId="{1FD84EC0-100C-4040-B2CB-FA04A2A5B1D4}" dt="2024-05-23T17:03:55.172" v="12285" actId="14100"/>
          <ac:spMkLst>
            <pc:docMk/>
            <pc:sldMk cId="702144357" sldId="355"/>
            <ac:spMk id="17" creationId="{5EC51D3E-64AA-A233-5A34-E0031B97B6C3}"/>
          </ac:spMkLst>
        </pc:spChg>
        <pc:picChg chg="add del mod">
          <ac:chgData name="MARIA SALAS URBANO" userId="d92562ea-7866-43a1-b4b3-4f1315128d96" providerId="ADAL" clId="{1FD84EC0-100C-4040-B2CB-FA04A2A5B1D4}" dt="2024-05-23T17:08:42.018" v="12354" actId="478"/>
          <ac:picMkLst>
            <pc:docMk/>
            <pc:sldMk cId="702144357" sldId="355"/>
            <ac:picMk id="3" creationId="{0832E5D6-29AD-BAFC-024A-697A5BE7308D}"/>
          </ac:picMkLst>
        </pc:picChg>
        <pc:picChg chg="add del mod">
          <ac:chgData name="MARIA SALAS URBANO" userId="d92562ea-7866-43a1-b4b3-4f1315128d96" providerId="ADAL" clId="{1FD84EC0-100C-4040-B2CB-FA04A2A5B1D4}" dt="2024-05-23T17:08:41.069" v="12353" actId="478"/>
          <ac:picMkLst>
            <pc:docMk/>
            <pc:sldMk cId="702144357" sldId="355"/>
            <ac:picMk id="5" creationId="{CDD68432-01D6-9251-CD3D-F29E5B98E183}"/>
          </ac:picMkLst>
        </pc:picChg>
        <pc:picChg chg="mod modCrop">
          <ac:chgData name="MARIA SALAS URBANO" userId="d92562ea-7866-43a1-b4b3-4f1315128d96" providerId="ADAL" clId="{1FD84EC0-100C-4040-B2CB-FA04A2A5B1D4}" dt="2024-05-23T17:04:16.873" v="12298" actId="1036"/>
          <ac:picMkLst>
            <pc:docMk/>
            <pc:sldMk cId="702144357" sldId="355"/>
            <ac:picMk id="6" creationId="{6ADBCBC0-E4A0-D22E-0AF5-A37059F374B5}"/>
          </ac:picMkLst>
        </pc:picChg>
        <pc:picChg chg="mod">
          <ac:chgData name="MARIA SALAS URBANO" userId="d92562ea-7866-43a1-b4b3-4f1315128d96" providerId="ADAL" clId="{1FD84EC0-100C-4040-B2CB-FA04A2A5B1D4}" dt="2024-05-23T17:04:16.873" v="12298" actId="1036"/>
          <ac:picMkLst>
            <pc:docMk/>
            <pc:sldMk cId="702144357" sldId="355"/>
            <ac:picMk id="1026" creationId="{593F0186-F509-8921-B200-967A1C61723C}"/>
          </ac:picMkLst>
        </pc:picChg>
        <pc:picChg chg="add del mod">
          <ac:chgData name="MARIA SALAS URBANO" userId="d92562ea-7866-43a1-b4b3-4f1315128d96" providerId="ADAL" clId="{1FD84EC0-100C-4040-B2CB-FA04A2A5B1D4}" dt="2024-05-23T16:21:32.439" v="11910" actId="478"/>
          <ac:picMkLst>
            <pc:docMk/>
            <pc:sldMk cId="702144357" sldId="355"/>
            <ac:picMk id="2050" creationId="{694EBC49-17AC-99FA-B2D7-9956C2140FED}"/>
          </ac:picMkLst>
        </pc:picChg>
        <pc:picChg chg="add del mod">
          <ac:chgData name="MARIA SALAS URBANO" userId="d92562ea-7866-43a1-b4b3-4f1315128d96" providerId="ADAL" clId="{1FD84EC0-100C-4040-B2CB-FA04A2A5B1D4}" dt="2024-05-23T16:57:28.511" v="12229" actId="478"/>
          <ac:picMkLst>
            <pc:docMk/>
            <pc:sldMk cId="702144357" sldId="355"/>
            <ac:picMk id="2052" creationId="{3844F997-D134-A6FF-747F-EB4288D8BC93}"/>
          </ac:picMkLst>
        </pc:picChg>
      </pc:sldChg>
      <pc:sldChg chg="addSp delSp modSp add del mod">
        <pc:chgData name="MARIA SALAS URBANO" userId="d92562ea-7866-43a1-b4b3-4f1315128d96" providerId="ADAL" clId="{1FD84EC0-100C-4040-B2CB-FA04A2A5B1D4}" dt="2024-05-23T16:42:31.206" v="12120" actId="47"/>
        <pc:sldMkLst>
          <pc:docMk/>
          <pc:sldMk cId="2645484619" sldId="356"/>
        </pc:sldMkLst>
        <pc:spChg chg="add del">
          <ac:chgData name="MARIA SALAS URBANO" userId="d92562ea-7866-43a1-b4b3-4f1315128d96" providerId="ADAL" clId="{1FD84EC0-100C-4040-B2CB-FA04A2A5B1D4}" dt="2024-05-23T16:29:52.772" v="11982" actId="478"/>
          <ac:spMkLst>
            <pc:docMk/>
            <pc:sldMk cId="2645484619" sldId="356"/>
            <ac:spMk id="10" creationId="{C9790B60-2AF9-C2B3-74FF-20F77C881DA2}"/>
          </ac:spMkLst>
        </pc:spChg>
        <pc:spChg chg="mod">
          <ac:chgData name="MARIA SALAS URBANO" userId="d92562ea-7866-43a1-b4b3-4f1315128d96" providerId="ADAL" clId="{1FD84EC0-100C-4040-B2CB-FA04A2A5B1D4}" dt="2024-05-23T16:29:38.625" v="11973" actId="20577"/>
          <ac:spMkLst>
            <pc:docMk/>
            <pc:sldMk cId="2645484619" sldId="356"/>
            <ac:spMk id="17" creationId="{5EC51D3E-64AA-A233-5A34-E0031B97B6C3}"/>
          </ac:spMkLst>
        </pc:spChg>
        <pc:picChg chg="add del mod modCrop">
          <ac:chgData name="MARIA SALAS URBANO" userId="d92562ea-7866-43a1-b4b3-4f1315128d96" providerId="ADAL" clId="{1FD84EC0-100C-4040-B2CB-FA04A2A5B1D4}" dt="2024-05-23T16:29:47.668" v="11980" actId="732"/>
          <ac:picMkLst>
            <pc:docMk/>
            <pc:sldMk cId="2645484619" sldId="356"/>
            <ac:picMk id="6" creationId="{6ADBCBC0-E4A0-D22E-0AF5-A37059F374B5}"/>
          </ac:picMkLst>
        </pc:picChg>
        <pc:picChg chg="add del">
          <ac:chgData name="MARIA SALAS URBANO" userId="d92562ea-7866-43a1-b4b3-4f1315128d96" providerId="ADAL" clId="{1FD84EC0-100C-4040-B2CB-FA04A2A5B1D4}" dt="2024-05-23T16:29:50.956" v="11981" actId="478"/>
          <ac:picMkLst>
            <pc:docMk/>
            <pc:sldMk cId="2645484619" sldId="356"/>
            <ac:picMk id="1026" creationId="{593F0186-F509-8921-B200-967A1C61723C}"/>
          </ac:picMkLst>
        </pc:picChg>
        <pc:picChg chg="add del mod">
          <ac:chgData name="MARIA SALAS URBANO" userId="d92562ea-7866-43a1-b4b3-4f1315128d96" providerId="ADAL" clId="{1FD84EC0-100C-4040-B2CB-FA04A2A5B1D4}" dt="2024-05-23T16:29:40.153" v="11975" actId="478"/>
          <ac:picMkLst>
            <pc:docMk/>
            <pc:sldMk cId="2645484619" sldId="356"/>
            <ac:picMk id="2052" creationId="{3844F997-D134-A6FF-747F-EB4288D8BC93}"/>
          </ac:picMkLst>
        </pc:picChg>
      </pc:sldChg>
      <pc:sldChg chg="addSp delSp modSp add mod ord modTransition modAnim modNotesTx">
        <pc:chgData name="MARIA SALAS URBANO" userId="d92562ea-7866-43a1-b4b3-4f1315128d96" providerId="ADAL" clId="{1FD84EC0-100C-4040-B2CB-FA04A2A5B1D4}" dt="2024-05-23T17:14:46.201" v="12457"/>
        <pc:sldMkLst>
          <pc:docMk/>
          <pc:sldMk cId="3704282537" sldId="357"/>
        </pc:sldMkLst>
        <pc:spChg chg="add mod">
          <ac:chgData name="MARIA SALAS URBANO" userId="d92562ea-7866-43a1-b4b3-4f1315128d96" providerId="ADAL" clId="{1FD84EC0-100C-4040-B2CB-FA04A2A5B1D4}" dt="2024-05-23T16:41:52.005" v="12088" actId="14100"/>
          <ac:spMkLst>
            <pc:docMk/>
            <pc:sldMk cId="3704282537" sldId="357"/>
            <ac:spMk id="3" creationId="{9803A6A9-5F4F-DFB4-8326-BA7411E51CB3}"/>
          </ac:spMkLst>
        </pc:spChg>
        <pc:spChg chg="add mod">
          <ac:chgData name="MARIA SALAS URBANO" userId="d92562ea-7866-43a1-b4b3-4f1315128d96" providerId="ADAL" clId="{1FD84EC0-100C-4040-B2CB-FA04A2A5B1D4}" dt="2024-05-23T17:14:14.250" v="12452" actId="14100"/>
          <ac:spMkLst>
            <pc:docMk/>
            <pc:sldMk cId="3704282537" sldId="357"/>
            <ac:spMk id="5" creationId="{C08F9A9C-8F16-4D25-2E9F-5D71D32C51EE}"/>
          </ac:spMkLst>
        </pc:spChg>
        <pc:spChg chg="add mod">
          <ac:chgData name="MARIA SALAS URBANO" userId="d92562ea-7866-43a1-b4b3-4f1315128d96" providerId="ADAL" clId="{1FD84EC0-100C-4040-B2CB-FA04A2A5B1D4}" dt="2024-05-23T17:04:36.839" v="12315" actId="20577"/>
          <ac:spMkLst>
            <pc:docMk/>
            <pc:sldMk cId="3704282537" sldId="357"/>
            <ac:spMk id="7" creationId="{A872683B-979F-348C-AA90-24561975BF87}"/>
          </ac:spMkLst>
        </pc:spChg>
        <pc:spChg chg="del mod">
          <ac:chgData name="MARIA SALAS URBANO" userId="d92562ea-7866-43a1-b4b3-4f1315128d96" providerId="ADAL" clId="{1FD84EC0-100C-4040-B2CB-FA04A2A5B1D4}" dt="2024-05-23T17:06:02.065" v="12326" actId="478"/>
          <ac:spMkLst>
            <pc:docMk/>
            <pc:sldMk cId="3704282537" sldId="357"/>
            <ac:spMk id="17" creationId="{5EC51D3E-64AA-A233-5A34-E0031B97B6C3}"/>
          </ac:spMkLst>
        </pc:spChg>
        <pc:picChg chg="mod">
          <ac:chgData name="MARIA SALAS URBANO" userId="d92562ea-7866-43a1-b4b3-4f1315128d96" providerId="ADAL" clId="{1FD84EC0-100C-4040-B2CB-FA04A2A5B1D4}" dt="2024-05-23T16:41:39.002" v="12067" actId="1076"/>
          <ac:picMkLst>
            <pc:docMk/>
            <pc:sldMk cId="3704282537" sldId="357"/>
            <ac:picMk id="6" creationId="{6ADBCBC0-E4A0-D22E-0AF5-A37059F374B5}"/>
          </ac:picMkLst>
        </pc:picChg>
        <pc:picChg chg="mod">
          <ac:chgData name="MARIA SALAS URBANO" userId="d92562ea-7866-43a1-b4b3-4f1315128d96" providerId="ADAL" clId="{1FD84EC0-100C-4040-B2CB-FA04A2A5B1D4}" dt="2024-05-23T17:04:44.551" v="12316" actId="1076"/>
          <ac:picMkLst>
            <pc:docMk/>
            <pc:sldMk cId="3704282537" sldId="357"/>
            <ac:picMk id="2052" creationId="{3844F997-D134-A6FF-747F-EB4288D8BC93}"/>
          </ac:picMkLst>
        </pc:picChg>
        <pc:picChg chg="add mod">
          <ac:chgData name="MARIA SALAS URBANO" userId="d92562ea-7866-43a1-b4b3-4f1315128d96" providerId="ADAL" clId="{1FD84EC0-100C-4040-B2CB-FA04A2A5B1D4}" dt="2024-05-23T16:42:11.061" v="12119" actId="1035"/>
          <ac:picMkLst>
            <pc:docMk/>
            <pc:sldMk cId="3704282537" sldId="357"/>
            <ac:picMk id="3074" creationId="{E451DC24-0676-C6FF-F47C-525FBA0A21E2}"/>
          </ac:picMkLst>
        </pc:picChg>
        <pc:picChg chg="add mod">
          <ac:chgData name="MARIA SALAS URBANO" userId="d92562ea-7866-43a1-b4b3-4f1315128d96" providerId="ADAL" clId="{1FD84EC0-100C-4040-B2CB-FA04A2A5B1D4}" dt="2024-05-23T16:42:11.061" v="12119" actId="1035"/>
          <ac:picMkLst>
            <pc:docMk/>
            <pc:sldMk cId="3704282537" sldId="357"/>
            <ac:picMk id="3076" creationId="{71B6C2DF-CCE5-09A0-1CBA-0748BAC6DE86}"/>
          </ac:picMkLst>
        </pc:picChg>
        <pc:picChg chg="add mod">
          <ac:chgData name="MARIA SALAS URBANO" userId="d92562ea-7866-43a1-b4b3-4f1315128d96" providerId="ADAL" clId="{1FD84EC0-100C-4040-B2CB-FA04A2A5B1D4}" dt="2024-05-23T16:41:48.753" v="12087" actId="1038"/>
          <ac:picMkLst>
            <pc:docMk/>
            <pc:sldMk cId="3704282537" sldId="357"/>
            <ac:picMk id="3078" creationId="{A2FF4A35-43C2-F388-C40A-BF163DE8918F}"/>
          </ac:picMkLst>
        </pc:picChg>
        <pc:picChg chg="add mod">
          <ac:chgData name="MARIA SALAS URBANO" userId="d92562ea-7866-43a1-b4b3-4f1315128d96" providerId="ADAL" clId="{1FD84EC0-100C-4040-B2CB-FA04A2A5B1D4}" dt="2024-05-23T16:41:48.753" v="12087" actId="1038"/>
          <ac:picMkLst>
            <pc:docMk/>
            <pc:sldMk cId="3704282537" sldId="357"/>
            <ac:picMk id="3080" creationId="{1FF6C9BE-9998-DFEC-A9A0-32345468C9E1}"/>
          </ac:picMkLst>
        </pc:picChg>
        <pc:picChg chg="add mod">
          <ac:chgData name="MARIA SALAS URBANO" userId="d92562ea-7866-43a1-b4b3-4f1315128d96" providerId="ADAL" clId="{1FD84EC0-100C-4040-B2CB-FA04A2A5B1D4}" dt="2024-05-23T16:41:48.753" v="12087" actId="1038"/>
          <ac:picMkLst>
            <pc:docMk/>
            <pc:sldMk cId="3704282537" sldId="357"/>
            <ac:picMk id="3082" creationId="{CBF8BA47-0AAF-6F19-4245-437DE41DC586}"/>
          </ac:picMkLst>
        </pc:picChg>
      </pc:sldChg>
      <pc:sldChg chg="addSp delSp modSp add mod modTransition modAnim modNotesTx">
        <pc:chgData name="MARIA SALAS URBANO" userId="d92562ea-7866-43a1-b4b3-4f1315128d96" providerId="ADAL" clId="{1FD84EC0-100C-4040-B2CB-FA04A2A5B1D4}" dt="2024-05-23T17:17:56.703" v="12469" actId="14100"/>
        <pc:sldMkLst>
          <pc:docMk/>
          <pc:sldMk cId="944904346" sldId="358"/>
        </pc:sldMkLst>
        <pc:spChg chg="add mod">
          <ac:chgData name="MARIA SALAS URBANO" userId="d92562ea-7866-43a1-b4b3-4f1315128d96" providerId="ADAL" clId="{1FD84EC0-100C-4040-B2CB-FA04A2A5B1D4}" dt="2024-05-23T16:47:50.034" v="12147" actId="1037"/>
          <ac:spMkLst>
            <pc:docMk/>
            <pc:sldMk cId="944904346" sldId="358"/>
            <ac:spMk id="5" creationId="{664BB6B7-8B33-9D5B-78F4-70CEA2ABF68E}"/>
          </ac:spMkLst>
        </pc:spChg>
        <pc:spChg chg="add mod">
          <ac:chgData name="MARIA SALAS URBANO" userId="d92562ea-7866-43a1-b4b3-4f1315128d96" providerId="ADAL" clId="{1FD84EC0-100C-4040-B2CB-FA04A2A5B1D4}" dt="2024-05-23T17:17:56.703" v="12469" actId="14100"/>
          <ac:spMkLst>
            <pc:docMk/>
            <pc:sldMk cId="944904346" sldId="358"/>
            <ac:spMk id="7" creationId="{CCE6D8AE-31E9-2B0C-05D2-508D2A692B2D}"/>
          </ac:spMkLst>
        </pc:spChg>
        <pc:spChg chg="add mod">
          <ac:chgData name="MARIA SALAS URBANO" userId="d92562ea-7866-43a1-b4b3-4f1315128d96" providerId="ADAL" clId="{1FD84EC0-100C-4040-B2CB-FA04A2A5B1D4}" dt="2024-05-23T17:09:30.713" v="12374" actId="20577"/>
          <ac:spMkLst>
            <pc:docMk/>
            <pc:sldMk cId="944904346" sldId="358"/>
            <ac:spMk id="8" creationId="{F721FEA4-1552-2EA4-F5A4-1C039C1CF044}"/>
          </ac:spMkLst>
        </pc:spChg>
        <pc:spChg chg="del">
          <ac:chgData name="MARIA SALAS URBANO" userId="d92562ea-7866-43a1-b4b3-4f1315128d96" providerId="ADAL" clId="{1FD84EC0-100C-4040-B2CB-FA04A2A5B1D4}" dt="2024-05-23T17:06:15.098" v="12327" actId="478"/>
          <ac:spMkLst>
            <pc:docMk/>
            <pc:sldMk cId="944904346" sldId="358"/>
            <ac:spMk id="17" creationId="{5EC51D3E-64AA-A233-5A34-E0031B97B6C3}"/>
          </ac:spMkLst>
        </pc:spChg>
        <pc:picChg chg="add mod">
          <ac:chgData name="MARIA SALAS URBANO" userId="d92562ea-7866-43a1-b4b3-4f1315128d96" providerId="ADAL" clId="{1FD84EC0-100C-4040-B2CB-FA04A2A5B1D4}" dt="2024-05-23T17:09:36.977" v="12375"/>
          <ac:picMkLst>
            <pc:docMk/>
            <pc:sldMk cId="944904346" sldId="358"/>
            <ac:picMk id="9" creationId="{7643D0D5-4BF5-3038-2F05-CE8FD624D0CA}"/>
          </ac:picMkLst>
        </pc:picChg>
        <pc:picChg chg="del">
          <ac:chgData name="MARIA SALAS URBANO" userId="d92562ea-7866-43a1-b4b3-4f1315128d96" providerId="ADAL" clId="{1FD84EC0-100C-4040-B2CB-FA04A2A5B1D4}" dt="2024-05-23T17:09:39.630" v="12376" actId="478"/>
          <ac:picMkLst>
            <pc:docMk/>
            <pc:sldMk cId="944904346" sldId="358"/>
            <ac:picMk id="2052" creationId="{3844F997-D134-A6FF-747F-EB4288D8BC93}"/>
          </ac:picMkLst>
        </pc:picChg>
        <pc:picChg chg="mod">
          <ac:chgData name="MARIA SALAS URBANO" userId="d92562ea-7866-43a1-b4b3-4f1315128d96" providerId="ADAL" clId="{1FD84EC0-100C-4040-B2CB-FA04A2A5B1D4}" dt="2024-05-23T16:50:51.191" v="12153" actId="1076"/>
          <ac:picMkLst>
            <pc:docMk/>
            <pc:sldMk cId="944904346" sldId="358"/>
            <ac:picMk id="3074" creationId="{E451DC24-0676-C6FF-F47C-525FBA0A21E2}"/>
          </ac:picMkLst>
        </pc:picChg>
        <pc:picChg chg="del">
          <ac:chgData name="MARIA SALAS URBANO" userId="d92562ea-7866-43a1-b4b3-4f1315128d96" providerId="ADAL" clId="{1FD84EC0-100C-4040-B2CB-FA04A2A5B1D4}" dt="2024-05-23T16:42:44.536" v="12123" actId="478"/>
          <ac:picMkLst>
            <pc:docMk/>
            <pc:sldMk cId="944904346" sldId="358"/>
            <ac:picMk id="3076" creationId="{71B6C2DF-CCE5-09A0-1CBA-0748BAC6DE86}"/>
          </ac:picMkLst>
        </pc:picChg>
        <pc:picChg chg="mod">
          <ac:chgData name="MARIA SALAS URBANO" userId="d92562ea-7866-43a1-b4b3-4f1315128d96" providerId="ADAL" clId="{1FD84EC0-100C-4040-B2CB-FA04A2A5B1D4}" dt="2024-05-23T16:45:58.546" v="12143" actId="1037"/>
          <ac:picMkLst>
            <pc:docMk/>
            <pc:sldMk cId="944904346" sldId="358"/>
            <ac:picMk id="3082" creationId="{CBF8BA47-0AAF-6F19-4245-437DE41DC586}"/>
          </ac:picMkLst>
        </pc:picChg>
        <pc:picChg chg="add del mod">
          <ac:chgData name="MARIA SALAS URBANO" userId="d92562ea-7866-43a1-b4b3-4f1315128d96" providerId="ADAL" clId="{1FD84EC0-100C-4040-B2CB-FA04A2A5B1D4}" dt="2024-05-23T16:55:31.792" v="12186" actId="478"/>
          <ac:picMkLst>
            <pc:docMk/>
            <pc:sldMk cId="944904346" sldId="358"/>
            <ac:picMk id="5122" creationId="{70C587AC-DC30-B12C-C7A1-4B8A6D5AE746}"/>
          </ac:picMkLst>
        </pc:picChg>
        <pc:picChg chg="add mod">
          <ac:chgData name="MARIA SALAS URBANO" userId="d92562ea-7866-43a1-b4b3-4f1315128d96" providerId="ADAL" clId="{1FD84EC0-100C-4040-B2CB-FA04A2A5B1D4}" dt="2024-05-23T16:54:41.498" v="12178" actId="1076"/>
          <ac:picMkLst>
            <pc:docMk/>
            <pc:sldMk cId="944904346" sldId="358"/>
            <ac:picMk id="5124" creationId="{04E92241-9601-B1FB-357A-B0D46574B991}"/>
          </ac:picMkLst>
        </pc:picChg>
        <pc:picChg chg="add del mod">
          <ac:chgData name="MARIA SALAS URBANO" userId="d92562ea-7866-43a1-b4b3-4f1315128d96" providerId="ADAL" clId="{1FD84EC0-100C-4040-B2CB-FA04A2A5B1D4}" dt="2024-05-23T16:52:50.806" v="12170" actId="478"/>
          <ac:picMkLst>
            <pc:docMk/>
            <pc:sldMk cId="944904346" sldId="358"/>
            <ac:picMk id="5126" creationId="{A6D6F4B0-6361-234D-0A01-029248E40081}"/>
          </ac:picMkLst>
        </pc:picChg>
        <pc:picChg chg="add mod">
          <ac:chgData name="MARIA SALAS URBANO" userId="d92562ea-7866-43a1-b4b3-4f1315128d96" providerId="ADAL" clId="{1FD84EC0-100C-4040-B2CB-FA04A2A5B1D4}" dt="2024-05-23T16:54:53.970" v="12185" actId="1037"/>
          <ac:picMkLst>
            <pc:docMk/>
            <pc:sldMk cId="944904346" sldId="358"/>
            <ac:picMk id="5128" creationId="{3154B9B6-73EC-7915-D049-D544E1C03C51}"/>
          </ac:picMkLst>
        </pc:picChg>
        <pc:picChg chg="add mod">
          <ac:chgData name="MARIA SALAS URBANO" userId="d92562ea-7866-43a1-b4b3-4f1315128d96" providerId="ADAL" clId="{1FD84EC0-100C-4040-B2CB-FA04A2A5B1D4}" dt="2024-05-23T16:54:51.213" v="12181" actId="14100"/>
          <ac:picMkLst>
            <pc:docMk/>
            <pc:sldMk cId="944904346" sldId="358"/>
            <ac:picMk id="5130" creationId="{AE32576B-DBAC-3E89-FC86-33E3E304A9CB}"/>
          </ac:picMkLst>
        </pc:picChg>
        <pc:picChg chg="add mod">
          <ac:chgData name="MARIA SALAS URBANO" userId="d92562ea-7866-43a1-b4b3-4f1315128d96" providerId="ADAL" clId="{1FD84EC0-100C-4040-B2CB-FA04A2A5B1D4}" dt="2024-05-23T16:55:48.545" v="12190" actId="1076"/>
          <ac:picMkLst>
            <pc:docMk/>
            <pc:sldMk cId="944904346" sldId="358"/>
            <ac:picMk id="5132" creationId="{3678317E-AA71-F6B1-BB74-BCC668DDCEFF}"/>
          </ac:picMkLst>
        </pc:picChg>
      </pc:sldChg>
      <pc:sldChg chg="add del">
        <pc:chgData name="MARIA SALAS URBANO" userId="d92562ea-7866-43a1-b4b3-4f1315128d96" providerId="ADAL" clId="{1FD84EC0-100C-4040-B2CB-FA04A2A5B1D4}" dt="2024-05-23T16:30:27.655" v="11997"/>
        <pc:sldMkLst>
          <pc:docMk/>
          <pc:sldMk cId="3509500765" sldId="358"/>
        </pc:sldMkLst>
      </pc:sldChg>
      <pc:sldChg chg="addSp delSp modSp add mod modTransition modNotesTx">
        <pc:chgData name="MARIA SALAS URBANO" userId="d92562ea-7866-43a1-b4b3-4f1315128d96" providerId="ADAL" clId="{1FD84EC0-100C-4040-B2CB-FA04A2A5B1D4}" dt="2024-05-23T17:17:03.901" v="12466" actId="478"/>
        <pc:sldMkLst>
          <pc:docMk/>
          <pc:sldMk cId="1070098580" sldId="359"/>
        </pc:sldMkLst>
        <pc:spChg chg="add mod">
          <ac:chgData name="MARIA SALAS URBANO" userId="d92562ea-7866-43a1-b4b3-4f1315128d96" providerId="ADAL" clId="{1FD84EC0-100C-4040-B2CB-FA04A2A5B1D4}" dt="2024-05-23T16:57:55.582" v="12252" actId="1037"/>
          <ac:spMkLst>
            <pc:docMk/>
            <pc:sldMk cId="1070098580" sldId="359"/>
            <ac:spMk id="5" creationId="{BBC0CF5A-11C0-A745-C113-4B78C787D2C6}"/>
          </ac:spMkLst>
        </pc:spChg>
        <pc:spChg chg="add mod">
          <ac:chgData name="MARIA SALAS URBANO" userId="d92562ea-7866-43a1-b4b3-4f1315128d96" providerId="ADAL" clId="{1FD84EC0-100C-4040-B2CB-FA04A2A5B1D4}" dt="2024-05-23T17:04:23.746" v="12299"/>
          <ac:spMkLst>
            <pc:docMk/>
            <pc:sldMk cId="1070098580" sldId="359"/>
            <ac:spMk id="7" creationId="{1273BB83-5AC2-90DF-FFF6-391E277A6A2C}"/>
          </ac:spMkLst>
        </pc:spChg>
        <pc:spChg chg="del">
          <ac:chgData name="MARIA SALAS URBANO" userId="d92562ea-7866-43a1-b4b3-4f1315128d96" providerId="ADAL" clId="{1FD84EC0-100C-4040-B2CB-FA04A2A5B1D4}" dt="2024-05-23T16:57:05.710" v="12221" actId="478"/>
          <ac:spMkLst>
            <pc:docMk/>
            <pc:sldMk cId="1070098580" sldId="359"/>
            <ac:spMk id="10" creationId="{C9790B60-2AF9-C2B3-74FF-20F77C881DA2}"/>
          </ac:spMkLst>
        </pc:spChg>
        <pc:spChg chg="del">
          <ac:chgData name="MARIA SALAS URBANO" userId="d92562ea-7866-43a1-b4b3-4f1315128d96" providerId="ADAL" clId="{1FD84EC0-100C-4040-B2CB-FA04A2A5B1D4}" dt="2024-05-23T17:17:03.901" v="12466" actId="478"/>
          <ac:spMkLst>
            <pc:docMk/>
            <pc:sldMk cId="1070098580" sldId="359"/>
            <ac:spMk id="17" creationId="{5EC51D3E-64AA-A233-5A34-E0031B97B6C3}"/>
          </ac:spMkLst>
        </pc:spChg>
        <pc:picChg chg="add mod">
          <ac:chgData name="MARIA SALAS URBANO" userId="d92562ea-7866-43a1-b4b3-4f1315128d96" providerId="ADAL" clId="{1FD84EC0-100C-4040-B2CB-FA04A2A5B1D4}" dt="2024-05-23T16:57:18.357" v="12225" actId="1076"/>
          <ac:picMkLst>
            <pc:docMk/>
            <pc:sldMk cId="1070098580" sldId="359"/>
            <ac:picMk id="3" creationId="{ADB4F96A-94B1-2EA5-2ABB-ADA106384F5D}"/>
          </ac:picMkLst>
        </pc:picChg>
        <pc:picChg chg="del">
          <ac:chgData name="MARIA SALAS URBANO" userId="d92562ea-7866-43a1-b4b3-4f1315128d96" providerId="ADAL" clId="{1FD84EC0-100C-4040-B2CB-FA04A2A5B1D4}" dt="2024-05-23T16:57:04.169" v="12220" actId="478"/>
          <ac:picMkLst>
            <pc:docMk/>
            <pc:sldMk cId="1070098580" sldId="359"/>
            <ac:picMk id="6" creationId="{6ADBCBC0-E4A0-D22E-0AF5-A37059F374B5}"/>
          </ac:picMkLst>
        </pc:picChg>
        <pc:picChg chg="del">
          <ac:chgData name="MARIA SALAS URBANO" userId="d92562ea-7866-43a1-b4b3-4f1315128d96" providerId="ADAL" clId="{1FD84EC0-100C-4040-B2CB-FA04A2A5B1D4}" dt="2024-05-23T16:57:01.842" v="12219" actId="478"/>
          <ac:picMkLst>
            <pc:docMk/>
            <pc:sldMk cId="1070098580" sldId="359"/>
            <ac:picMk id="1026" creationId="{593F0186-F509-8921-B200-967A1C61723C}"/>
          </ac:picMkLst>
        </pc:picChg>
        <pc:picChg chg="mod">
          <ac:chgData name="MARIA SALAS URBANO" userId="d92562ea-7866-43a1-b4b3-4f1315128d96" providerId="ADAL" clId="{1FD84EC0-100C-4040-B2CB-FA04A2A5B1D4}" dt="2024-05-23T17:08:54.877" v="12357" actId="170"/>
          <ac:picMkLst>
            <pc:docMk/>
            <pc:sldMk cId="1070098580" sldId="359"/>
            <ac:picMk id="2052" creationId="{3844F997-D134-A6FF-747F-EB4288D8BC93}"/>
          </ac:picMkLst>
        </pc:picChg>
      </pc:sldChg>
      <pc:sldChg chg="addSp delSp modSp add del mod modTransition delAnim modAnim">
        <pc:chgData name="MARIA SALAS URBANO" userId="d92562ea-7866-43a1-b4b3-4f1315128d96" providerId="ADAL" clId="{1FD84EC0-100C-4040-B2CB-FA04A2A5B1D4}" dt="2024-05-23T17:35:26.846" v="12776" actId="47"/>
        <pc:sldMkLst>
          <pc:docMk/>
          <pc:sldMk cId="3983725142" sldId="360"/>
        </pc:sldMkLst>
        <pc:spChg chg="del mod">
          <ac:chgData name="MARIA SALAS URBANO" userId="d92562ea-7866-43a1-b4b3-4f1315128d96" providerId="ADAL" clId="{1FD84EC0-100C-4040-B2CB-FA04A2A5B1D4}" dt="2024-05-23T17:30:05.486" v="12728"/>
          <ac:spMkLst>
            <pc:docMk/>
            <pc:sldMk cId="3983725142" sldId="360"/>
            <ac:spMk id="3" creationId="{82DED71B-1C10-E51E-961F-5467B1561268}"/>
          </ac:spMkLst>
        </pc:spChg>
        <pc:spChg chg="add mod">
          <ac:chgData name="MARIA SALAS URBANO" userId="d92562ea-7866-43a1-b4b3-4f1315128d96" providerId="ADAL" clId="{1FD84EC0-100C-4040-B2CB-FA04A2A5B1D4}" dt="2024-05-23T17:30:23.929" v="12733"/>
          <ac:spMkLst>
            <pc:docMk/>
            <pc:sldMk cId="3983725142" sldId="360"/>
            <ac:spMk id="5" creationId="{EA8FDBCD-1025-4845-DD5D-FD50C4D54A40}"/>
          </ac:spMkLst>
        </pc:spChg>
        <pc:spChg chg="del">
          <ac:chgData name="MARIA SALAS URBANO" userId="d92562ea-7866-43a1-b4b3-4f1315128d96" providerId="ADAL" clId="{1FD84EC0-100C-4040-B2CB-FA04A2A5B1D4}" dt="2024-05-23T17:30:13.432" v="12730" actId="478"/>
          <ac:spMkLst>
            <pc:docMk/>
            <pc:sldMk cId="3983725142" sldId="360"/>
            <ac:spMk id="15" creationId="{64EE4528-490A-EEDD-EB54-F678790E0FDC}"/>
          </ac:spMkLst>
        </pc:spChg>
        <pc:spChg chg="del">
          <ac:chgData name="MARIA SALAS URBANO" userId="d92562ea-7866-43a1-b4b3-4f1315128d96" providerId="ADAL" clId="{1FD84EC0-100C-4040-B2CB-FA04A2A5B1D4}" dt="2024-05-23T17:30:10.967" v="12729" actId="478"/>
          <ac:spMkLst>
            <pc:docMk/>
            <pc:sldMk cId="3983725142" sldId="360"/>
            <ac:spMk id="16" creationId="{00D997FD-DDEF-FFB6-64B7-CDC08900166B}"/>
          </ac:spMkLst>
        </pc:spChg>
        <pc:spChg chg="del">
          <ac:chgData name="MARIA SALAS URBANO" userId="d92562ea-7866-43a1-b4b3-4f1315128d96" providerId="ADAL" clId="{1FD84EC0-100C-4040-B2CB-FA04A2A5B1D4}" dt="2024-05-23T17:30:17.950" v="12732" actId="478"/>
          <ac:spMkLst>
            <pc:docMk/>
            <pc:sldMk cId="3983725142" sldId="360"/>
            <ac:spMk id="17" creationId="{D0F4AAC2-52B3-406E-6867-CE2FE5086E85}"/>
          </ac:spMkLst>
        </pc:spChg>
        <pc:spChg chg="del">
          <ac:chgData name="MARIA SALAS URBANO" userId="d92562ea-7866-43a1-b4b3-4f1315128d96" providerId="ADAL" clId="{1FD84EC0-100C-4040-B2CB-FA04A2A5B1D4}" dt="2024-05-23T17:30:05.486" v="12726" actId="478"/>
          <ac:spMkLst>
            <pc:docMk/>
            <pc:sldMk cId="3983725142" sldId="360"/>
            <ac:spMk id="23" creationId="{08E3E6FB-BFCE-A5E7-9A88-8892931F1873}"/>
          </ac:spMkLst>
        </pc:spChg>
        <pc:spChg chg="del">
          <ac:chgData name="MARIA SALAS URBANO" userId="d92562ea-7866-43a1-b4b3-4f1315128d96" providerId="ADAL" clId="{1FD84EC0-100C-4040-B2CB-FA04A2A5B1D4}" dt="2024-05-23T17:30:15.142" v="12731" actId="478"/>
          <ac:spMkLst>
            <pc:docMk/>
            <pc:sldMk cId="3983725142" sldId="360"/>
            <ac:spMk id="24" creationId="{F15722E3-17C1-AED0-BC5E-5C84A719D229}"/>
          </ac:spMkLst>
        </pc:spChg>
      </pc:sldChg>
      <pc:sldChg chg="add modTransition">
        <pc:chgData name="MARIA SALAS URBANO" userId="d92562ea-7866-43a1-b4b3-4f1315128d96" providerId="ADAL" clId="{1FD84EC0-100C-4040-B2CB-FA04A2A5B1D4}" dt="2024-05-23T17:34:12.411" v="12774"/>
        <pc:sldMkLst>
          <pc:docMk/>
          <pc:sldMk cId="3786955079" sldId="361"/>
        </pc:sldMkLst>
      </pc:sldChg>
      <pc:sldChg chg="add modTransition">
        <pc:chgData name="MARIA SALAS URBANO" userId="d92562ea-7866-43a1-b4b3-4f1315128d96" providerId="ADAL" clId="{1FD84EC0-100C-4040-B2CB-FA04A2A5B1D4}" dt="2024-05-23T17:34:21.493" v="12775"/>
        <pc:sldMkLst>
          <pc:docMk/>
          <pc:sldMk cId="2339396252" sldId="362"/>
        </pc:sldMkLst>
      </pc:sldChg>
      <pc:sldChg chg="addSp delSp modSp add mod ord modTransition modAnim modNotesTx">
        <pc:chgData name="MARIA SALAS URBANO" userId="d92562ea-7866-43a1-b4b3-4f1315128d96" providerId="ADAL" clId="{1FD84EC0-100C-4040-B2CB-FA04A2A5B1D4}" dt="2024-05-24T12:04:36.397" v="13198" actId="1037"/>
        <pc:sldMkLst>
          <pc:docMk/>
          <pc:sldMk cId="3847116996" sldId="363"/>
        </pc:sldMkLst>
        <pc:spChg chg="mod">
          <ac:chgData name="MARIA SALAS URBANO" userId="d92562ea-7866-43a1-b4b3-4f1315128d96" providerId="ADAL" clId="{1FD84EC0-100C-4040-B2CB-FA04A2A5B1D4}" dt="2024-05-23T17:53:31.601" v="13025" actId="20577"/>
          <ac:spMkLst>
            <pc:docMk/>
            <pc:sldMk cId="3847116996" sldId="363"/>
            <ac:spMk id="6" creationId="{F4CFB6C1-D1D2-AB75-E581-A8BED032F1C8}"/>
          </ac:spMkLst>
        </pc:spChg>
        <pc:spChg chg="mod">
          <ac:chgData name="MARIA SALAS URBANO" userId="d92562ea-7866-43a1-b4b3-4f1315128d96" providerId="ADAL" clId="{1FD84EC0-100C-4040-B2CB-FA04A2A5B1D4}" dt="2024-05-24T12:04:26.236" v="13193" actId="20577"/>
          <ac:spMkLst>
            <pc:docMk/>
            <pc:sldMk cId="3847116996" sldId="363"/>
            <ac:spMk id="7" creationId="{72805A04-9A2C-8B1B-4A1A-AC12DE6650BF}"/>
          </ac:spMkLst>
        </pc:spChg>
        <pc:spChg chg="mod">
          <ac:chgData name="MARIA SALAS URBANO" userId="d92562ea-7866-43a1-b4b3-4f1315128d96" providerId="ADAL" clId="{1FD84EC0-100C-4040-B2CB-FA04A2A5B1D4}" dt="2024-05-24T12:04:32.688" v="13194" actId="20577"/>
          <ac:spMkLst>
            <pc:docMk/>
            <pc:sldMk cId="3847116996" sldId="363"/>
            <ac:spMk id="8" creationId="{0BA9A011-FE79-9DCB-2A8A-9F44C8CCBDCE}"/>
          </ac:spMkLst>
        </pc:spChg>
        <pc:spChg chg="add del">
          <ac:chgData name="MARIA SALAS URBANO" userId="d92562ea-7866-43a1-b4b3-4f1315128d96" providerId="ADAL" clId="{1FD84EC0-100C-4040-B2CB-FA04A2A5B1D4}" dt="2024-05-23T17:41:01.016" v="12792" actId="478"/>
          <ac:spMkLst>
            <pc:docMk/>
            <pc:sldMk cId="3847116996" sldId="363"/>
            <ac:spMk id="14" creationId="{19CAF77C-0BA2-5894-F323-3275CE3F1957}"/>
          </ac:spMkLst>
        </pc:spChg>
        <pc:spChg chg="add">
          <ac:chgData name="MARIA SALAS URBANO" userId="d92562ea-7866-43a1-b4b3-4f1315128d96" providerId="ADAL" clId="{1FD84EC0-100C-4040-B2CB-FA04A2A5B1D4}" dt="2024-05-23T17:44:30.494" v="12890"/>
          <ac:spMkLst>
            <pc:docMk/>
            <pc:sldMk cId="3847116996" sldId="363"/>
            <ac:spMk id="15" creationId="{7DBE3ABD-13BF-5DCF-4908-7EF4A82ACAA9}"/>
          </ac:spMkLst>
        </pc:spChg>
        <pc:spChg chg="add">
          <ac:chgData name="MARIA SALAS URBANO" userId="d92562ea-7866-43a1-b4b3-4f1315128d96" providerId="ADAL" clId="{1FD84EC0-100C-4040-B2CB-FA04A2A5B1D4}" dt="2024-05-23T17:44:41.511" v="12891"/>
          <ac:spMkLst>
            <pc:docMk/>
            <pc:sldMk cId="3847116996" sldId="363"/>
            <ac:spMk id="17" creationId="{9BC9B7CC-0254-B6A9-AE77-4C0A51FCEB77}"/>
          </ac:spMkLst>
        </pc:spChg>
        <pc:spChg chg="add">
          <ac:chgData name="MARIA SALAS URBANO" userId="d92562ea-7866-43a1-b4b3-4f1315128d96" providerId="ADAL" clId="{1FD84EC0-100C-4040-B2CB-FA04A2A5B1D4}" dt="2024-05-23T17:47:49.820" v="12960"/>
          <ac:spMkLst>
            <pc:docMk/>
            <pc:sldMk cId="3847116996" sldId="363"/>
            <ac:spMk id="19" creationId="{408137CC-CBA1-64BD-52C5-8B1D29B14B7C}"/>
          </ac:spMkLst>
        </pc:spChg>
        <pc:picChg chg="add mod">
          <ac:chgData name="MARIA SALAS URBANO" userId="d92562ea-7866-43a1-b4b3-4f1315128d96" providerId="ADAL" clId="{1FD84EC0-100C-4040-B2CB-FA04A2A5B1D4}" dt="2024-05-24T12:04:19.414" v="13190" actId="1076"/>
          <ac:picMkLst>
            <pc:docMk/>
            <pc:sldMk cId="3847116996" sldId="363"/>
            <ac:picMk id="18" creationId="{0149DE74-66CB-6E90-53BD-E62B62360A07}"/>
          </ac:picMkLst>
        </pc:picChg>
        <pc:picChg chg="add mod">
          <ac:chgData name="MARIA SALAS URBANO" userId="d92562ea-7866-43a1-b4b3-4f1315128d96" providerId="ADAL" clId="{1FD84EC0-100C-4040-B2CB-FA04A2A5B1D4}" dt="2024-05-24T12:04:36.397" v="13198" actId="1037"/>
          <ac:picMkLst>
            <pc:docMk/>
            <pc:sldMk cId="3847116996" sldId="363"/>
            <ac:picMk id="20" creationId="{6F03BEE7-4F48-1FF1-2313-FE24442021E7}"/>
          </ac:picMkLst>
        </pc:picChg>
        <pc:picChg chg="del">
          <ac:chgData name="MARIA SALAS URBANO" userId="d92562ea-7866-43a1-b4b3-4f1315128d96" providerId="ADAL" clId="{1FD84EC0-100C-4040-B2CB-FA04A2A5B1D4}" dt="2024-05-23T17:44:04.111" v="12889" actId="478"/>
          <ac:picMkLst>
            <pc:docMk/>
            <pc:sldMk cId="3847116996" sldId="363"/>
            <ac:picMk id="23" creationId="{18D4E4D4-2301-969F-2F8B-4F54CD1164B6}"/>
          </ac:picMkLst>
        </pc:picChg>
        <pc:picChg chg="del">
          <ac:chgData name="MARIA SALAS URBANO" userId="d92562ea-7866-43a1-b4b3-4f1315128d96" providerId="ADAL" clId="{1FD84EC0-100C-4040-B2CB-FA04A2A5B1D4}" dt="2024-05-23T17:40:56.522" v="12790" actId="478"/>
          <ac:picMkLst>
            <pc:docMk/>
            <pc:sldMk cId="3847116996" sldId="363"/>
            <ac:picMk id="3080" creationId="{72AF0706-2BC9-7280-9445-1E055BEED604}"/>
          </ac:picMkLst>
        </pc:picChg>
        <pc:picChg chg="del">
          <ac:chgData name="MARIA SALAS URBANO" userId="d92562ea-7866-43a1-b4b3-4f1315128d96" providerId="ADAL" clId="{1FD84EC0-100C-4040-B2CB-FA04A2A5B1D4}" dt="2024-05-23T17:47:45.469" v="12959" actId="478"/>
          <ac:picMkLst>
            <pc:docMk/>
            <pc:sldMk cId="3847116996" sldId="363"/>
            <ac:picMk id="3084" creationId="{DF83DDC9-6F19-E5B6-F9B7-F0587890CB30}"/>
          </ac:picMkLst>
        </pc:picChg>
        <pc:picChg chg="add mod">
          <ac:chgData name="MARIA SALAS URBANO" userId="d92562ea-7866-43a1-b4b3-4f1315128d96" providerId="ADAL" clId="{1FD84EC0-100C-4040-B2CB-FA04A2A5B1D4}" dt="2024-05-23T17:43:00.144" v="12878" actId="1037"/>
          <ac:picMkLst>
            <pc:docMk/>
            <pc:sldMk cId="3847116996" sldId="363"/>
            <ac:picMk id="8194" creationId="{F6015E1D-EF7C-C007-57D4-571C2E005811}"/>
          </ac:picMkLst>
        </pc:picChg>
      </pc:sldChg>
      <pc:sldChg chg="addSp modSp add mod modTransition modAnim modShow modNotesTx">
        <pc:chgData name="MARIA SALAS URBANO" userId="d92562ea-7866-43a1-b4b3-4f1315128d96" providerId="ADAL" clId="{1FD84EC0-100C-4040-B2CB-FA04A2A5B1D4}" dt="2024-05-24T10:47:40.380" v="13169" actId="729"/>
        <pc:sldMkLst>
          <pc:docMk/>
          <pc:sldMk cId="319184835" sldId="364"/>
        </pc:sldMkLst>
        <pc:picChg chg="add mod">
          <ac:chgData name="MARIA SALAS URBANO" userId="d92562ea-7866-43a1-b4b3-4f1315128d96" providerId="ADAL" clId="{1FD84EC0-100C-4040-B2CB-FA04A2A5B1D4}" dt="2024-05-23T17:46:29.153" v="12955" actId="1076"/>
          <ac:picMkLst>
            <pc:docMk/>
            <pc:sldMk cId="319184835" sldId="364"/>
            <ac:picMk id="13" creationId="{E459AE39-DB28-A5AF-8E04-63EF9FEE9621}"/>
          </ac:picMkLst>
        </pc:picChg>
      </pc:sldChg>
      <pc:sldChg chg="addSp delSp modSp add mod delAnim modAnim modNotesTx">
        <pc:chgData name="MARIA SALAS URBANO" userId="d92562ea-7866-43a1-b4b3-4f1315128d96" providerId="ADAL" clId="{1FD84EC0-100C-4040-B2CB-FA04A2A5B1D4}" dt="2024-05-23T17:59:17.053" v="13059" actId="1038"/>
        <pc:sldMkLst>
          <pc:docMk/>
          <pc:sldMk cId="3893634706" sldId="365"/>
        </pc:sldMkLst>
        <pc:spChg chg="add mod">
          <ac:chgData name="MARIA SALAS URBANO" userId="d92562ea-7866-43a1-b4b3-4f1315128d96" providerId="ADAL" clId="{1FD84EC0-100C-4040-B2CB-FA04A2A5B1D4}" dt="2024-05-23T17:58:05.839" v="13044" actId="14100"/>
          <ac:spMkLst>
            <pc:docMk/>
            <pc:sldMk cId="3893634706" sldId="365"/>
            <ac:spMk id="7" creationId="{5A07A09F-8295-966C-A481-D3BA63925E99}"/>
          </ac:spMkLst>
        </pc:spChg>
        <pc:spChg chg="add mod">
          <ac:chgData name="MARIA SALAS URBANO" userId="d92562ea-7866-43a1-b4b3-4f1315128d96" providerId="ADAL" clId="{1FD84EC0-100C-4040-B2CB-FA04A2A5B1D4}" dt="2024-05-23T17:59:17.053" v="13059" actId="1038"/>
          <ac:spMkLst>
            <pc:docMk/>
            <pc:sldMk cId="3893634706" sldId="365"/>
            <ac:spMk id="8" creationId="{924AF632-BB79-6ADD-014F-58B528654A48}"/>
          </ac:spMkLst>
        </pc:spChg>
        <pc:spChg chg="del">
          <ac:chgData name="MARIA SALAS URBANO" userId="d92562ea-7866-43a1-b4b3-4f1315128d96" providerId="ADAL" clId="{1FD84EC0-100C-4040-B2CB-FA04A2A5B1D4}" dt="2024-05-23T17:56:58.622" v="13033" actId="478"/>
          <ac:spMkLst>
            <pc:docMk/>
            <pc:sldMk cId="3893634706" sldId="365"/>
            <ac:spMk id="10" creationId="{ED143C54-8B63-A691-248F-557FEB171939}"/>
          </ac:spMkLst>
        </pc:spChg>
        <pc:spChg chg="del">
          <ac:chgData name="MARIA SALAS URBANO" userId="d92562ea-7866-43a1-b4b3-4f1315128d96" providerId="ADAL" clId="{1FD84EC0-100C-4040-B2CB-FA04A2A5B1D4}" dt="2024-05-23T17:56:58.622" v="13033" actId="478"/>
          <ac:spMkLst>
            <pc:docMk/>
            <pc:sldMk cId="3893634706" sldId="365"/>
            <ac:spMk id="11" creationId="{0014F5A0-57DE-E05B-04AC-C63A34314C74}"/>
          </ac:spMkLst>
        </pc:spChg>
        <pc:spChg chg="del">
          <ac:chgData name="MARIA SALAS URBANO" userId="d92562ea-7866-43a1-b4b3-4f1315128d96" providerId="ADAL" clId="{1FD84EC0-100C-4040-B2CB-FA04A2A5B1D4}" dt="2024-05-23T17:56:58.622" v="13033" actId="478"/>
          <ac:spMkLst>
            <pc:docMk/>
            <pc:sldMk cId="3893634706" sldId="365"/>
            <ac:spMk id="12" creationId="{8E8BF780-0888-54D0-CC04-E06B81073CB9}"/>
          </ac:spMkLst>
        </pc:spChg>
        <pc:spChg chg="del">
          <ac:chgData name="MARIA SALAS URBANO" userId="d92562ea-7866-43a1-b4b3-4f1315128d96" providerId="ADAL" clId="{1FD84EC0-100C-4040-B2CB-FA04A2A5B1D4}" dt="2024-05-23T17:56:58.622" v="13033" actId="478"/>
          <ac:spMkLst>
            <pc:docMk/>
            <pc:sldMk cId="3893634706" sldId="365"/>
            <ac:spMk id="13" creationId="{D6A79336-48F3-5BFE-C493-196F9A1C5570}"/>
          </ac:spMkLst>
        </pc:spChg>
        <pc:graphicFrameChg chg="del">
          <ac:chgData name="MARIA SALAS URBANO" userId="d92562ea-7866-43a1-b4b3-4f1315128d96" providerId="ADAL" clId="{1FD84EC0-100C-4040-B2CB-FA04A2A5B1D4}" dt="2024-05-23T17:56:58.622" v="13033" actId="478"/>
          <ac:graphicFrameMkLst>
            <pc:docMk/>
            <pc:sldMk cId="3893634706" sldId="365"/>
            <ac:graphicFrameMk id="3" creationId="{992BFF24-0A05-63F6-1D6C-D23AB39FF937}"/>
          </ac:graphicFrameMkLst>
        </pc:graphicFrameChg>
        <pc:picChg chg="add mod">
          <ac:chgData name="MARIA SALAS URBANO" userId="d92562ea-7866-43a1-b4b3-4f1315128d96" providerId="ADAL" clId="{1FD84EC0-100C-4040-B2CB-FA04A2A5B1D4}" dt="2024-05-23T17:57:11.057" v="13037" actId="1076"/>
          <ac:picMkLst>
            <pc:docMk/>
            <pc:sldMk cId="3893634706" sldId="365"/>
            <ac:picMk id="6" creationId="{8685E7B5-9906-FAE8-C86F-F21F91E97891}"/>
          </ac:picMkLst>
        </pc:picChg>
      </pc:sldChg>
      <pc:sldChg chg="add mod modShow">
        <pc:chgData name="MARIA SALAS URBANO" userId="d92562ea-7866-43a1-b4b3-4f1315128d96" providerId="ADAL" clId="{1FD84EC0-100C-4040-B2CB-FA04A2A5B1D4}" dt="2024-05-23T17:58:48.085" v="13050" actId="729"/>
        <pc:sldMkLst>
          <pc:docMk/>
          <pc:sldMk cId="324361519" sldId="366"/>
        </pc:sldMkLst>
      </pc:sldChg>
      <pc:sldChg chg="addSp delSp modSp add mod modNotesTx">
        <pc:chgData name="MARIA SALAS URBANO" userId="d92562ea-7866-43a1-b4b3-4f1315128d96" providerId="ADAL" clId="{1FD84EC0-100C-4040-B2CB-FA04A2A5B1D4}" dt="2024-05-23T18:01:01.840" v="13079" actId="1038"/>
        <pc:sldMkLst>
          <pc:docMk/>
          <pc:sldMk cId="1794344928" sldId="367"/>
        </pc:sldMkLst>
        <pc:spChg chg="add del mod">
          <ac:chgData name="MARIA SALAS URBANO" userId="d92562ea-7866-43a1-b4b3-4f1315128d96" providerId="ADAL" clId="{1FD84EC0-100C-4040-B2CB-FA04A2A5B1D4}" dt="2024-05-23T18:00:32.406" v="13069" actId="478"/>
          <ac:spMkLst>
            <pc:docMk/>
            <pc:sldMk cId="1794344928" sldId="367"/>
            <ac:spMk id="3" creationId="{059FBA1C-6C73-4E2D-049C-3FC74DD07BD6}"/>
          </ac:spMkLst>
        </pc:spChg>
        <pc:spChg chg="mod">
          <ac:chgData name="MARIA SALAS URBANO" userId="d92562ea-7866-43a1-b4b3-4f1315128d96" providerId="ADAL" clId="{1FD84EC0-100C-4040-B2CB-FA04A2A5B1D4}" dt="2024-05-23T18:00:22.337" v="13066" actId="14100"/>
          <ac:spMkLst>
            <pc:docMk/>
            <pc:sldMk cId="1794344928" sldId="367"/>
            <ac:spMk id="7" creationId="{5A07A09F-8295-966C-A481-D3BA63925E99}"/>
          </ac:spMkLst>
        </pc:spChg>
        <pc:spChg chg="mod">
          <ac:chgData name="MARIA SALAS URBANO" userId="d92562ea-7866-43a1-b4b3-4f1315128d96" providerId="ADAL" clId="{1FD84EC0-100C-4040-B2CB-FA04A2A5B1D4}" dt="2024-05-23T18:01:01.840" v="13079" actId="1038"/>
          <ac:spMkLst>
            <pc:docMk/>
            <pc:sldMk cId="1794344928" sldId="367"/>
            <ac:spMk id="8" creationId="{924AF632-BB79-6ADD-014F-58B528654A48}"/>
          </ac:spMkLst>
        </pc:spChg>
      </pc:sldChg>
      <pc:sldChg chg="add mod modShow">
        <pc:chgData name="MARIA SALAS URBANO" userId="d92562ea-7866-43a1-b4b3-4f1315128d96" providerId="ADAL" clId="{1FD84EC0-100C-4040-B2CB-FA04A2A5B1D4}" dt="2024-05-23T18:03:26.102" v="13105" actId="729"/>
        <pc:sldMkLst>
          <pc:docMk/>
          <pc:sldMk cId="384991865" sldId="368"/>
        </pc:sldMkLst>
      </pc:sldChg>
      <pc:sldChg chg="addSp delSp modSp add mod modNotesTx">
        <pc:chgData name="MARIA SALAS URBANO" userId="d92562ea-7866-43a1-b4b3-4f1315128d96" providerId="ADAL" clId="{1FD84EC0-100C-4040-B2CB-FA04A2A5B1D4}" dt="2024-05-23T18:02:36.696" v="13095"/>
        <pc:sldMkLst>
          <pc:docMk/>
          <pc:sldMk cId="3151116769" sldId="369"/>
        </pc:sldMkLst>
        <pc:spChg chg="del">
          <ac:chgData name="MARIA SALAS URBANO" userId="d92562ea-7866-43a1-b4b3-4f1315128d96" providerId="ADAL" clId="{1FD84EC0-100C-4040-B2CB-FA04A2A5B1D4}" dt="2024-05-23T18:02:04.818" v="13090" actId="478"/>
          <ac:spMkLst>
            <pc:docMk/>
            <pc:sldMk cId="3151116769" sldId="369"/>
            <ac:spMk id="5" creationId="{1ACB253A-CB00-446D-8ACC-F52BCD068D1E}"/>
          </ac:spMkLst>
        </pc:spChg>
        <pc:spChg chg="add mod">
          <ac:chgData name="MARIA SALAS URBANO" userId="d92562ea-7866-43a1-b4b3-4f1315128d96" providerId="ADAL" clId="{1FD84EC0-100C-4040-B2CB-FA04A2A5B1D4}" dt="2024-05-23T18:02:05.507" v="13091"/>
          <ac:spMkLst>
            <pc:docMk/>
            <pc:sldMk cId="3151116769" sldId="369"/>
            <ac:spMk id="6" creationId="{CDD6D7BA-BFB3-58BD-2F76-4DCA636237C5}"/>
          </ac:spMkLst>
        </pc:spChg>
        <pc:spChg chg="add mod">
          <ac:chgData name="MARIA SALAS URBANO" userId="d92562ea-7866-43a1-b4b3-4f1315128d96" providerId="ADAL" clId="{1FD84EC0-100C-4040-B2CB-FA04A2A5B1D4}" dt="2024-05-23T18:02:25.217" v="13094" actId="14100"/>
          <ac:spMkLst>
            <pc:docMk/>
            <pc:sldMk cId="3151116769" sldId="369"/>
            <ac:spMk id="7" creationId="{5FD56468-8A84-4A1D-2217-C78CB4F54290}"/>
          </ac:spMkLst>
        </pc:spChg>
      </pc:sldChg>
    </pc:docChg>
  </pc:docChgLst>
  <pc:docChgLst>
    <pc:chgData name="MARIA SALAS URBANO" userId="d92562ea-7866-43a1-b4b3-4f1315128d96" providerId="ADAL" clId="{DA787D85-A314-45A9-8DB2-9E5474A781B6}"/>
    <pc:docChg chg="undo redo custSel addSld delSld modSld sldOrd">
      <pc:chgData name="MARIA SALAS URBANO" userId="d92562ea-7866-43a1-b4b3-4f1315128d96" providerId="ADAL" clId="{DA787D85-A314-45A9-8DB2-9E5474A781B6}" dt="2022-08-31T18:15:04.382" v="2517" actId="2696"/>
      <pc:docMkLst>
        <pc:docMk/>
      </pc:docMkLst>
      <pc:sldChg chg="addSp delSp modSp mod modTransition delAnim modAnim">
        <pc:chgData name="MARIA SALAS URBANO" userId="d92562ea-7866-43a1-b4b3-4f1315128d96" providerId="ADAL" clId="{DA787D85-A314-45A9-8DB2-9E5474A781B6}" dt="2022-08-31T14:34:23.738" v="547" actId="12100"/>
        <pc:sldMkLst>
          <pc:docMk/>
          <pc:sldMk cId="2830743216" sldId="257"/>
        </pc:sldMkLst>
        <pc:spChg chg="mod">
          <ac:chgData name="MARIA SALAS URBANO" userId="d92562ea-7866-43a1-b4b3-4f1315128d96" providerId="ADAL" clId="{DA787D85-A314-45A9-8DB2-9E5474A781B6}" dt="2022-08-31T14:33:36.884" v="542" actId="13822"/>
          <ac:spMkLst>
            <pc:docMk/>
            <pc:sldMk cId="2830743216" sldId="257"/>
            <ac:spMk id="6" creationId="{A4EC09FA-5D3D-FD66-EF31-0FE381A86E4F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7" creationId="{2214C6EC-FB1D-B174-34FE-140764CEE4E0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8" creationId="{BC500A7E-FA73-4E61-2A08-E19818215534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9" creationId="{6F2D24A6-F478-024D-065E-E52DF40CC861}"/>
          </ac:spMkLst>
        </pc:spChg>
        <pc:spChg chg="del">
          <ac:chgData name="MARIA SALAS URBANO" userId="d92562ea-7866-43a1-b4b3-4f1315128d96" providerId="ADAL" clId="{DA787D85-A314-45A9-8DB2-9E5474A781B6}" dt="2022-08-31T12:01:07.684" v="206" actId="478"/>
          <ac:spMkLst>
            <pc:docMk/>
            <pc:sldMk cId="2830743216" sldId="257"/>
            <ac:spMk id="10" creationId="{E89BF3E6-9FF3-F12F-2FD9-15D6E7043B39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11" creationId="{CF423A81-7D9A-D562-B5AE-159B6D8AE3D1}"/>
          </ac:spMkLst>
        </pc:spChg>
        <pc:spChg chg="add del mod">
          <ac:chgData name="MARIA SALAS URBANO" userId="d92562ea-7866-43a1-b4b3-4f1315128d96" providerId="ADAL" clId="{DA787D85-A314-45A9-8DB2-9E5474A781B6}" dt="2022-08-31T14:23:13.992" v="319" actId="478"/>
          <ac:spMkLst>
            <pc:docMk/>
            <pc:sldMk cId="2830743216" sldId="257"/>
            <ac:spMk id="12" creationId="{20D1CDCE-9656-97B3-3779-4B1AD47206EF}"/>
          </ac:spMkLst>
        </pc:spChg>
        <pc:spChg chg="mod">
          <ac:chgData name="MARIA SALAS URBANO" userId="d92562ea-7866-43a1-b4b3-4f1315128d96" providerId="ADAL" clId="{DA787D85-A314-45A9-8DB2-9E5474A781B6}" dt="2022-08-31T12:00:43.748" v="201" actId="1076"/>
          <ac:spMkLst>
            <pc:docMk/>
            <pc:sldMk cId="2830743216" sldId="257"/>
            <ac:spMk id="22" creationId="{A5FAEBB0-A536-A3D5-E7CC-599E800B6A42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26" creationId="{AC540D6A-AEA7-3F43-DC3D-9B845625B768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29" creationId="{86E428CB-756A-E5F5-7781-F3622B6B6C05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1" creationId="{0568AF69-5538-C1B9-2B11-48D5EC447EE2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4" creationId="{B6EF93C6-3C7F-37B0-9C83-7CB868BBC0D9}"/>
          </ac:spMkLst>
        </pc:spChg>
        <pc:spChg chg="mod">
          <ac:chgData name="MARIA SALAS URBANO" userId="d92562ea-7866-43a1-b4b3-4f1315128d96" providerId="ADAL" clId="{DA787D85-A314-45A9-8DB2-9E5474A781B6}" dt="2022-08-31T14:29:42.015" v="504" actId="1076"/>
          <ac:spMkLst>
            <pc:docMk/>
            <pc:sldMk cId="2830743216" sldId="257"/>
            <ac:spMk id="35" creationId="{BE6AB004-1136-6C2F-89DA-263EB6864C78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6" creationId="{FF8375A1-8C8C-9AAC-86E3-4F858696BDC6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7" creationId="{2897DDF4-0708-BDF0-57B8-6B14C075339B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8" creationId="{C39BF836-17E5-3B54-BCCC-D676AA67E19A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39" creationId="{4EB35DED-D1ED-2EBE-692E-A6E376B12EF0}"/>
          </ac:spMkLst>
        </pc:spChg>
        <pc:spChg chg="del">
          <ac:chgData name="MARIA SALAS URBANO" userId="d92562ea-7866-43a1-b4b3-4f1315128d96" providerId="ADAL" clId="{DA787D85-A314-45A9-8DB2-9E5474A781B6}" dt="2022-08-31T12:01:06.032" v="205" actId="478"/>
          <ac:spMkLst>
            <pc:docMk/>
            <pc:sldMk cId="2830743216" sldId="257"/>
            <ac:spMk id="40" creationId="{2FA1A9BF-9B70-1D45-8930-925F6F854306}"/>
          </ac:spMkLst>
        </pc:spChg>
        <pc:graphicFrameChg chg="mod">
          <ac:chgData name="MARIA SALAS URBANO" userId="d92562ea-7866-43a1-b4b3-4f1315128d96" providerId="ADAL" clId="{DA787D85-A314-45A9-8DB2-9E5474A781B6}" dt="2022-08-31T12:00:49.914" v="202" actId="1076"/>
          <ac:graphicFrameMkLst>
            <pc:docMk/>
            <pc:sldMk cId="2830743216" sldId="257"/>
            <ac:graphicFrameMk id="5" creationId="{8ECDBE70-3BEE-99BA-D136-1B536E565F8B}"/>
          </ac:graphicFrameMkLst>
        </pc:graphicFrameChg>
        <pc:graphicFrameChg chg="add mod modGraphic">
          <ac:chgData name="MARIA SALAS URBANO" userId="d92562ea-7866-43a1-b4b3-4f1315128d96" providerId="ADAL" clId="{DA787D85-A314-45A9-8DB2-9E5474A781B6}" dt="2022-08-31T14:34:23.738" v="547" actId="12100"/>
          <ac:graphicFrameMkLst>
            <pc:docMk/>
            <pc:sldMk cId="2830743216" sldId="257"/>
            <ac:graphicFrameMk id="13" creationId="{5B090042-E375-7D29-37AF-3963CC7FDF33}"/>
          </ac:graphicFrameMkLst>
        </pc:graphicFrameChg>
        <pc:cxnChg chg="del mod">
          <ac:chgData name="MARIA SALAS URBANO" userId="d92562ea-7866-43a1-b4b3-4f1315128d96" providerId="ADAL" clId="{DA787D85-A314-45A9-8DB2-9E5474A781B6}" dt="2022-08-31T12:01:06.032" v="205" actId="478"/>
          <ac:cxnSpMkLst>
            <pc:docMk/>
            <pc:sldMk cId="2830743216" sldId="257"/>
            <ac:cxnSpMk id="14" creationId="{DC05B2BB-025A-5D56-C6C4-BE23CD59D7AD}"/>
          </ac:cxnSpMkLst>
        </pc:cxnChg>
      </pc:sldChg>
      <pc:sldChg chg="modSp mod modTransition">
        <pc:chgData name="MARIA SALAS URBANO" userId="d92562ea-7866-43a1-b4b3-4f1315128d96" providerId="ADAL" clId="{DA787D85-A314-45A9-8DB2-9E5474A781B6}" dt="2022-08-31T11:50:15.583" v="73" actId="20577"/>
        <pc:sldMkLst>
          <pc:docMk/>
          <pc:sldMk cId="3734372838" sldId="258"/>
        </pc:sldMkLst>
        <pc:spChg chg="mod">
          <ac:chgData name="MARIA SALAS URBANO" userId="d92562ea-7866-43a1-b4b3-4f1315128d96" providerId="ADAL" clId="{DA787D85-A314-45A9-8DB2-9E5474A781B6}" dt="2022-08-31T11:50:15.583" v="73" actId="20577"/>
          <ac:spMkLst>
            <pc:docMk/>
            <pc:sldMk cId="3734372838" sldId="258"/>
            <ac:spMk id="2" creationId="{446164D8-C301-5BF8-DD01-30D2950DC129}"/>
          </ac:spMkLst>
        </pc:spChg>
      </pc:sldChg>
      <pc:sldChg chg="addSp delSp modSp mod modTransition">
        <pc:chgData name="MARIA SALAS URBANO" userId="d92562ea-7866-43a1-b4b3-4f1315128d96" providerId="ADAL" clId="{DA787D85-A314-45A9-8DB2-9E5474A781B6}" dt="2022-08-31T11:56:53.337" v="182" actId="1035"/>
        <pc:sldMkLst>
          <pc:docMk/>
          <pc:sldMk cId="4178259536" sldId="259"/>
        </pc:sldMkLst>
        <pc:spChg chg="del mod">
          <ac:chgData name="MARIA SALAS URBANO" userId="d92562ea-7866-43a1-b4b3-4f1315128d96" providerId="ADAL" clId="{DA787D85-A314-45A9-8DB2-9E5474A781B6}" dt="2022-08-31T11:52:14.803" v="125" actId="478"/>
          <ac:spMkLst>
            <pc:docMk/>
            <pc:sldMk cId="4178259536" sldId="259"/>
            <ac:spMk id="2" creationId="{FB081096-BFEA-C149-BE50-3131663CD17E}"/>
          </ac:spMkLst>
        </pc:spChg>
        <pc:spChg chg="mod">
          <ac:chgData name="MARIA SALAS URBANO" userId="d92562ea-7866-43a1-b4b3-4f1315128d96" providerId="ADAL" clId="{DA787D85-A314-45A9-8DB2-9E5474A781B6}" dt="2022-08-31T11:50:55.657" v="75" actId="21"/>
          <ac:spMkLst>
            <pc:docMk/>
            <pc:sldMk cId="4178259536" sldId="259"/>
            <ac:spMk id="3" creationId="{5517559B-35C3-0C33-0C6D-7873AD6A1D0F}"/>
          </ac:spMkLst>
        </pc:spChg>
        <pc:spChg chg="add del mod">
          <ac:chgData name="MARIA SALAS URBANO" userId="d92562ea-7866-43a1-b4b3-4f1315128d96" providerId="ADAL" clId="{DA787D85-A314-45A9-8DB2-9E5474A781B6}" dt="2022-08-31T11:53:20.672" v="175" actId="478"/>
          <ac:spMkLst>
            <pc:docMk/>
            <pc:sldMk cId="4178259536" sldId="259"/>
            <ac:spMk id="5" creationId="{052ADF1D-AABD-3B69-4FC8-DB521063199A}"/>
          </ac:spMkLst>
        </pc:spChg>
        <pc:spChg chg="add mod">
          <ac:chgData name="MARIA SALAS URBANO" userId="d92562ea-7866-43a1-b4b3-4f1315128d96" providerId="ADAL" clId="{DA787D85-A314-45A9-8DB2-9E5474A781B6}" dt="2022-08-31T11:56:33.703" v="177" actId="1076"/>
          <ac:spMkLst>
            <pc:docMk/>
            <pc:sldMk cId="4178259536" sldId="259"/>
            <ac:spMk id="6" creationId="{8788BF0C-5CAF-A48F-5522-F7C274B5CD50}"/>
          </ac:spMkLst>
        </pc:spChg>
        <pc:spChg chg="mod">
          <ac:chgData name="MARIA SALAS URBANO" userId="d92562ea-7866-43a1-b4b3-4f1315128d96" providerId="ADAL" clId="{DA787D85-A314-45A9-8DB2-9E5474A781B6}" dt="2022-08-31T11:56:53.337" v="182" actId="1035"/>
          <ac:spMkLst>
            <pc:docMk/>
            <pc:sldMk cId="4178259536" sldId="259"/>
            <ac:spMk id="15" creationId="{FE1D9E7A-5A24-55AC-8D3E-CF197A2C64FA}"/>
          </ac:spMkLst>
        </pc:spChg>
        <pc:spChg chg="mod">
          <ac:chgData name="MARIA SALAS URBANO" userId="d92562ea-7866-43a1-b4b3-4f1315128d96" providerId="ADAL" clId="{DA787D85-A314-45A9-8DB2-9E5474A781B6}" dt="2022-08-31T11:51:47.635" v="120" actId="1076"/>
          <ac:spMkLst>
            <pc:docMk/>
            <pc:sldMk cId="4178259536" sldId="259"/>
            <ac:spMk id="16" creationId="{6E769AEC-92B2-E2B8-B4CD-287F01C76BD6}"/>
          </ac:spMkLst>
        </pc:spChg>
        <pc:picChg chg="mod">
          <ac:chgData name="MARIA SALAS URBANO" userId="d92562ea-7866-43a1-b4b3-4f1315128d96" providerId="ADAL" clId="{DA787D85-A314-45A9-8DB2-9E5474A781B6}" dt="2022-08-31T11:56:41.374" v="178" actId="14100"/>
          <ac:picMkLst>
            <pc:docMk/>
            <pc:sldMk cId="4178259536" sldId="259"/>
            <ac:picMk id="12" creationId="{8D5D8762-CA7A-A441-714C-C75962422D6C}"/>
          </ac:picMkLst>
        </pc:picChg>
        <pc:picChg chg="mod">
          <ac:chgData name="MARIA SALAS URBANO" userId="d92562ea-7866-43a1-b4b3-4f1315128d96" providerId="ADAL" clId="{DA787D85-A314-45A9-8DB2-9E5474A781B6}" dt="2022-08-31T11:51:40.304" v="119" actId="1038"/>
          <ac:picMkLst>
            <pc:docMk/>
            <pc:sldMk cId="4178259536" sldId="259"/>
            <ac:picMk id="14" creationId="{5DD30808-04A8-FE0E-51B5-E8B91146CFD7}"/>
          </ac:picMkLst>
        </pc:picChg>
      </pc:sldChg>
      <pc:sldChg chg="addSp delSp modSp mod ord modTransition modAnim">
        <pc:chgData name="MARIA SALAS URBANO" userId="d92562ea-7866-43a1-b4b3-4f1315128d96" providerId="ADAL" clId="{DA787D85-A314-45A9-8DB2-9E5474A781B6}" dt="2022-08-31T14:34:34.195" v="549" actId="1076"/>
        <pc:sldMkLst>
          <pc:docMk/>
          <pc:sldMk cId="269184996" sldId="260"/>
        </pc:sldMkLst>
        <pc:spChg chg="del">
          <ac:chgData name="MARIA SALAS URBANO" userId="d92562ea-7866-43a1-b4b3-4f1315128d96" providerId="ADAL" clId="{DA787D85-A314-45A9-8DB2-9E5474A781B6}" dt="2022-08-31T11:57:36.458" v="183" actId="478"/>
          <ac:spMkLst>
            <pc:docMk/>
            <pc:sldMk cId="269184996" sldId="260"/>
            <ac:spMk id="2" creationId="{88EB5750-C0E6-460D-6537-1BD1196D5964}"/>
          </ac:spMkLst>
        </pc:spChg>
        <pc:spChg chg="del mod">
          <ac:chgData name="MARIA SALAS URBANO" userId="d92562ea-7866-43a1-b4b3-4f1315128d96" providerId="ADAL" clId="{DA787D85-A314-45A9-8DB2-9E5474A781B6}" dt="2022-08-31T14:31:33.428" v="514" actId="478"/>
          <ac:spMkLst>
            <pc:docMk/>
            <pc:sldMk cId="269184996" sldId="260"/>
            <ac:spMk id="3" creationId="{E61AD0AF-44DF-DA71-6EE8-184F75523200}"/>
          </ac:spMkLst>
        </pc:spChg>
        <pc:spChg chg="del mod">
          <ac:chgData name="MARIA SALAS URBANO" userId="d92562ea-7866-43a1-b4b3-4f1315128d96" providerId="ADAL" clId="{DA787D85-A314-45A9-8DB2-9E5474A781B6}" dt="2022-08-31T11:58:20.884" v="188" actId="478"/>
          <ac:spMkLst>
            <pc:docMk/>
            <pc:sldMk cId="269184996" sldId="260"/>
            <ac:spMk id="4" creationId="{BB087B49-FC21-A4B7-AB12-6269493A4A95}"/>
          </ac:spMkLst>
        </pc:spChg>
        <pc:spChg chg="add del mod">
          <ac:chgData name="MARIA SALAS URBANO" userId="d92562ea-7866-43a1-b4b3-4f1315128d96" providerId="ADAL" clId="{DA787D85-A314-45A9-8DB2-9E5474A781B6}" dt="2022-08-31T11:57:39.144" v="184" actId="478"/>
          <ac:spMkLst>
            <pc:docMk/>
            <pc:sldMk cId="269184996" sldId="260"/>
            <ac:spMk id="7" creationId="{5488BC37-4555-9C46-C000-955C9A125FC3}"/>
          </ac:spMkLst>
        </pc:spChg>
        <pc:picChg chg="add del mod">
          <ac:chgData name="MARIA SALAS URBANO" userId="d92562ea-7866-43a1-b4b3-4f1315128d96" providerId="ADAL" clId="{DA787D85-A314-45A9-8DB2-9E5474A781B6}" dt="2022-08-31T13:11:17.603" v="301" actId="478"/>
          <ac:picMkLst>
            <pc:docMk/>
            <pc:sldMk cId="269184996" sldId="260"/>
            <ac:picMk id="9" creationId="{C4FE0B3F-23D4-E8F9-7B7F-F30A3A207944}"/>
          </ac:picMkLst>
        </pc:picChg>
        <pc:picChg chg="add mod">
          <ac:chgData name="MARIA SALAS URBANO" userId="d92562ea-7866-43a1-b4b3-4f1315128d96" providerId="ADAL" clId="{DA787D85-A314-45A9-8DB2-9E5474A781B6}" dt="2022-08-31T14:34:34.195" v="549" actId="1076"/>
          <ac:picMkLst>
            <pc:docMk/>
            <pc:sldMk cId="269184996" sldId="260"/>
            <ac:picMk id="10" creationId="{DCB3B243-8675-EE6A-90F2-7B153800F6EE}"/>
          </ac:picMkLst>
        </pc:picChg>
      </pc:sldChg>
      <pc:sldChg chg="addSp delSp modSp mod modTransition delAnim modAnim">
        <pc:chgData name="MARIA SALAS URBANO" userId="d92562ea-7866-43a1-b4b3-4f1315128d96" providerId="ADAL" clId="{DA787D85-A314-45A9-8DB2-9E5474A781B6}" dt="2022-08-31T15:03:23.932" v="786" actId="478"/>
        <pc:sldMkLst>
          <pc:docMk/>
          <pc:sldMk cId="4236347024" sldId="261"/>
        </pc:sldMkLst>
        <pc:spChg chg="mod">
          <ac:chgData name="MARIA SALAS URBANO" userId="d92562ea-7866-43a1-b4b3-4f1315128d96" providerId="ADAL" clId="{DA787D85-A314-45A9-8DB2-9E5474A781B6}" dt="2022-08-31T14:57:54.523" v="704" actId="20577"/>
          <ac:spMkLst>
            <pc:docMk/>
            <pc:sldMk cId="4236347024" sldId="261"/>
            <ac:spMk id="3" creationId="{32505224-89AF-CECE-BBC4-C646B97AF578}"/>
          </ac:spMkLst>
        </pc:spChg>
        <pc:spChg chg="mod">
          <ac:chgData name="MARIA SALAS URBANO" userId="d92562ea-7866-43a1-b4b3-4f1315128d96" providerId="ADAL" clId="{DA787D85-A314-45A9-8DB2-9E5474A781B6}" dt="2022-08-31T14:59:24.605" v="746" actId="1076"/>
          <ac:spMkLst>
            <pc:docMk/>
            <pc:sldMk cId="4236347024" sldId="261"/>
            <ac:spMk id="4" creationId="{26A9D19A-4044-3BF9-44B7-3F50B590FA78}"/>
          </ac:spMkLst>
        </pc:spChg>
        <pc:spChg chg="mod">
          <ac:chgData name="MARIA SALAS URBANO" userId="d92562ea-7866-43a1-b4b3-4f1315128d96" providerId="ADAL" clId="{DA787D85-A314-45A9-8DB2-9E5474A781B6}" dt="2022-08-31T14:59:34.437" v="747" actId="1076"/>
          <ac:spMkLst>
            <pc:docMk/>
            <pc:sldMk cId="4236347024" sldId="261"/>
            <ac:spMk id="6" creationId="{6C1C8F0C-8E5F-2C84-1E0E-159BDB1F7DC4}"/>
          </ac:spMkLst>
        </pc:spChg>
        <pc:spChg chg="add del mod">
          <ac:chgData name="MARIA SALAS URBANO" userId="d92562ea-7866-43a1-b4b3-4f1315128d96" providerId="ADAL" clId="{DA787D85-A314-45A9-8DB2-9E5474A781B6}" dt="2022-08-31T15:03:23.932" v="786" actId="478"/>
          <ac:spMkLst>
            <pc:docMk/>
            <pc:sldMk cId="4236347024" sldId="261"/>
            <ac:spMk id="9" creationId="{327933BB-7BC4-AD8A-8D32-795C03F492E6}"/>
          </ac:spMkLst>
        </pc:spChg>
        <pc:spChg chg="add del mod">
          <ac:chgData name="MARIA SALAS URBANO" userId="d92562ea-7866-43a1-b4b3-4f1315128d96" providerId="ADAL" clId="{DA787D85-A314-45A9-8DB2-9E5474A781B6}" dt="2022-08-31T15:03:21.739" v="785" actId="478"/>
          <ac:spMkLst>
            <pc:docMk/>
            <pc:sldMk cId="4236347024" sldId="261"/>
            <ac:spMk id="11" creationId="{5EFE7004-410F-966B-2402-234822C2D4DD}"/>
          </ac:spMkLst>
        </pc:spChg>
        <pc:graphicFrameChg chg="mod">
          <ac:chgData name="MARIA SALAS URBANO" userId="d92562ea-7866-43a1-b4b3-4f1315128d96" providerId="ADAL" clId="{DA787D85-A314-45A9-8DB2-9E5474A781B6}" dt="2022-08-31T15:02:18.168" v="780" actId="1076"/>
          <ac:graphicFrameMkLst>
            <pc:docMk/>
            <pc:sldMk cId="4236347024" sldId="261"/>
            <ac:graphicFrameMk id="7" creationId="{FDD2892E-9E12-D2A3-601E-6E43CDC53374}"/>
          </ac:graphicFrameMkLst>
        </pc:graphicFrameChg>
      </pc:sldChg>
      <pc:sldChg chg="addSp delSp modSp mod modTransition modAnim">
        <pc:chgData name="MARIA SALAS URBANO" userId="d92562ea-7866-43a1-b4b3-4f1315128d96" providerId="ADAL" clId="{DA787D85-A314-45A9-8DB2-9E5474A781B6}" dt="2022-08-31T15:27:48.621" v="984"/>
        <pc:sldMkLst>
          <pc:docMk/>
          <pc:sldMk cId="537083744" sldId="262"/>
        </pc:sldMkLst>
        <pc:spChg chg="del">
          <ac:chgData name="MARIA SALAS URBANO" userId="d92562ea-7866-43a1-b4b3-4f1315128d96" providerId="ADAL" clId="{DA787D85-A314-45A9-8DB2-9E5474A781B6}" dt="2022-08-31T15:12:54.853" v="787" actId="478"/>
          <ac:spMkLst>
            <pc:docMk/>
            <pc:sldMk cId="537083744" sldId="262"/>
            <ac:spMk id="8" creationId="{F7892443-52C7-4EA7-6129-6CFC322EA8FA}"/>
          </ac:spMkLst>
        </pc:spChg>
        <pc:spChg chg="add del mod">
          <ac:chgData name="MARIA SALAS URBANO" userId="d92562ea-7866-43a1-b4b3-4f1315128d96" providerId="ADAL" clId="{DA787D85-A314-45A9-8DB2-9E5474A781B6}" dt="2022-08-31T15:13:44.185" v="802" actId="478"/>
          <ac:spMkLst>
            <pc:docMk/>
            <pc:sldMk cId="537083744" sldId="262"/>
            <ac:spMk id="10" creationId="{6B4BEB39-A62D-6931-9316-67A7DE4BDD9C}"/>
          </ac:spMkLst>
        </pc:spChg>
        <pc:spChg chg="add del mod">
          <ac:chgData name="MARIA SALAS URBANO" userId="d92562ea-7866-43a1-b4b3-4f1315128d96" providerId="ADAL" clId="{DA787D85-A314-45A9-8DB2-9E5474A781B6}" dt="2022-08-31T15:14:05.683" v="806" actId="478"/>
          <ac:spMkLst>
            <pc:docMk/>
            <pc:sldMk cId="537083744" sldId="262"/>
            <ac:spMk id="11" creationId="{F7E1A9DB-B4D9-60A0-CF30-3881BB341A0B}"/>
          </ac:spMkLst>
        </pc:spChg>
        <pc:spChg chg="add del mod">
          <ac:chgData name="MARIA SALAS URBANO" userId="d92562ea-7866-43a1-b4b3-4f1315128d96" providerId="ADAL" clId="{DA787D85-A314-45A9-8DB2-9E5474A781B6}" dt="2022-08-31T15:14:52.695" v="812" actId="478"/>
          <ac:spMkLst>
            <pc:docMk/>
            <pc:sldMk cId="537083744" sldId="262"/>
            <ac:spMk id="12" creationId="{34F5456D-5D44-69D0-20FF-207624FCB20A}"/>
          </ac:spMkLst>
        </pc:spChg>
        <pc:spChg chg="add del mod">
          <ac:chgData name="MARIA SALAS URBANO" userId="d92562ea-7866-43a1-b4b3-4f1315128d96" providerId="ADAL" clId="{DA787D85-A314-45A9-8DB2-9E5474A781B6}" dt="2022-08-31T15:20:13.072" v="845" actId="478"/>
          <ac:spMkLst>
            <pc:docMk/>
            <pc:sldMk cId="537083744" sldId="262"/>
            <ac:spMk id="13" creationId="{29A69E29-38B9-C25D-F163-035A5B979F83}"/>
          </ac:spMkLst>
        </pc:spChg>
        <pc:spChg chg="add mod">
          <ac:chgData name="MARIA SALAS URBANO" userId="d92562ea-7866-43a1-b4b3-4f1315128d96" providerId="ADAL" clId="{DA787D85-A314-45A9-8DB2-9E5474A781B6}" dt="2022-08-31T15:23:43.900" v="910" actId="404"/>
          <ac:spMkLst>
            <pc:docMk/>
            <pc:sldMk cId="537083744" sldId="262"/>
            <ac:spMk id="14" creationId="{22B011F1-69FA-FD83-A546-41E9388AA525}"/>
          </ac:spMkLst>
        </pc:spChg>
        <pc:picChg chg="mod">
          <ac:chgData name="MARIA SALAS URBANO" userId="d92562ea-7866-43a1-b4b3-4f1315128d96" providerId="ADAL" clId="{DA787D85-A314-45A9-8DB2-9E5474A781B6}" dt="2022-08-31T15:23:05.706" v="906" actId="1076"/>
          <ac:picMkLst>
            <pc:docMk/>
            <pc:sldMk cId="537083744" sldId="262"/>
            <ac:picMk id="6" creationId="{FDDEDBCA-756C-FFE8-AB47-E6E8C3F2217D}"/>
          </ac:picMkLst>
        </pc:picChg>
        <pc:picChg chg="add mod modCrop">
          <ac:chgData name="MARIA SALAS URBANO" userId="d92562ea-7866-43a1-b4b3-4f1315128d96" providerId="ADAL" clId="{DA787D85-A314-45A9-8DB2-9E5474A781B6}" dt="2022-08-31T15:23:13.497" v="908" actId="1076"/>
          <ac:picMkLst>
            <pc:docMk/>
            <pc:sldMk cId="537083744" sldId="262"/>
            <ac:picMk id="9" creationId="{8289B61C-3632-68EC-F5E9-A51885A59118}"/>
          </ac:picMkLst>
        </pc:picChg>
      </pc:sldChg>
      <pc:sldChg chg="addSp delSp modSp add del mod modTransition addAnim delAnim modAnim">
        <pc:chgData name="MARIA SALAS URBANO" userId="d92562ea-7866-43a1-b4b3-4f1315128d96" providerId="ADAL" clId="{DA787D85-A314-45A9-8DB2-9E5474A781B6}" dt="2022-08-31T15:39:49.478" v="1406" actId="1038"/>
        <pc:sldMkLst>
          <pc:docMk/>
          <pc:sldMk cId="4210552574" sldId="263"/>
        </pc:sldMkLst>
        <pc:spChg chg="del">
          <ac:chgData name="MARIA SALAS URBANO" userId="d92562ea-7866-43a1-b4b3-4f1315128d96" providerId="ADAL" clId="{DA787D85-A314-45A9-8DB2-9E5474A781B6}" dt="2022-08-31T15:38:31.977" v="1345" actId="478"/>
          <ac:spMkLst>
            <pc:docMk/>
            <pc:sldMk cId="4210552574" sldId="263"/>
            <ac:spMk id="2" creationId="{D4DFF590-464F-85DE-7CDA-333B07727C8B}"/>
          </ac:spMkLst>
        </pc:spChg>
        <pc:spChg chg="add del mod">
          <ac:chgData name="MARIA SALAS URBANO" userId="d92562ea-7866-43a1-b4b3-4f1315128d96" providerId="ADAL" clId="{DA787D85-A314-45A9-8DB2-9E5474A781B6}" dt="2022-08-31T15:39:02.767" v="1397" actId="1035"/>
          <ac:spMkLst>
            <pc:docMk/>
            <pc:sldMk cId="4210552574" sldId="263"/>
            <ac:spMk id="3" creationId="{287206F8-2E2E-E485-D527-A9916136EFEE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7" creationId="{119FDCC4-B164-AF2C-6AE0-2E8A170418DB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8" creationId="{20A1918C-161B-D1F6-B461-FF9DA4811480}"/>
          </ac:spMkLst>
        </pc:spChg>
        <pc:spChg chg="add del mod">
          <ac:chgData name="MARIA SALAS URBANO" userId="d92562ea-7866-43a1-b4b3-4f1315128d96" providerId="ADAL" clId="{DA787D85-A314-45A9-8DB2-9E5474A781B6}" dt="2022-08-31T15:39:49.478" v="1406" actId="1038"/>
          <ac:spMkLst>
            <pc:docMk/>
            <pc:sldMk cId="4210552574" sldId="263"/>
            <ac:spMk id="9" creationId="{20DF8590-7AFE-C145-7863-0522242164FF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10" creationId="{E06957CA-2460-61CD-A3DC-6362710EF3F8}"/>
          </ac:spMkLst>
        </pc:spChg>
        <pc:spChg chg="add del mod">
          <ac:chgData name="MARIA SALAS URBANO" userId="d92562ea-7866-43a1-b4b3-4f1315128d96" providerId="ADAL" clId="{DA787D85-A314-45A9-8DB2-9E5474A781B6}" dt="2022-08-31T15:27:28.286" v="981" actId="478"/>
          <ac:spMkLst>
            <pc:docMk/>
            <pc:sldMk cId="4210552574" sldId="263"/>
            <ac:spMk id="11" creationId="{6F53F603-90E2-C620-1355-5007F0287FC3}"/>
          </ac:spMkLst>
        </pc:spChg>
        <pc:spChg chg="add del mod">
          <ac:chgData name="MARIA SALAS URBANO" userId="d92562ea-7866-43a1-b4b3-4f1315128d96" providerId="ADAL" clId="{DA787D85-A314-45A9-8DB2-9E5474A781B6}" dt="2022-08-31T15:34:14.036" v="1175" actId="478"/>
          <ac:spMkLst>
            <pc:docMk/>
            <pc:sldMk cId="4210552574" sldId="263"/>
            <ac:spMk id="12" creationId="{F1932584-B5DC-5F47-9072-3B1FC6E18B5A}"/>
          </ac:spMkLst>
        </pc:spChg>
        <pc:spChg chg="add del mod">
          <ac:chgData name="MARIA SALAS URBANO" userId="d92562ea-7866-43a1-b4b3-4f1315128d96" providerId="ADAL" clId="{DA787D85-A314-45A9-8DB2-9E5474A781B6}" dt="2022-08-31T15:38:37.812" v="1346" actId="478"/>
          <ac:spMkLst>
            <pc:docMk/>
            <pc:sldMk cId="4210552574" sldId="263"/>
            <ac:spMk id="14" creationId="{89BEEFE3-4F28-B18F-BACB-7AAED77202AE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19" creationId="{62515B98-5212-AE7B-12DE-04081B0AEB1A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20" creationId="{DAB15334-0CFD-4BE4-33F4-41788109AF57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21" creationId="{41FD0D1C-CF62-5DEC-37E0-41A2F8C2CDC6}"/>
          </ac:spMkLst>
        </pc:spChg>
        <pc:spChg chg="add del mod">
          <ac:chgData name="MARIA SALAS URBANO" userId="d92562ea-7866-43a1-b4b3-4f1315128d96" providerId="ADAL" clId="{DA787D85-A314-45A9-8DB2-9E5474A781B6}" dt="2022-08-31T15:39:43.585" v="1398" actId="14100"/>
          <ac:spMkLst>
            <pc:docMk/>
            <pc:sldMk cId="4210552574" sldId="263"/>
            <ac:spMk id="22" creationId="{B1F20CE9-6650-932D-306D-1A081A964AFA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23" creationId="{E2E98C34-44FC-356E-8B8A-3488E2033F2B}"/>
          </ac:spMkLst>
        </pc:spChg>
        <pc:spChg chg="add del mod">
          <ac:chgData name="MARIA SALAS URBANO" userId="d92562ea-7866-43a1-b4b3-4f1315128d96" providerId="ADAL" clId="{DA787D85-A314-45A9-8DB2-9E5474A781B6}" dt="2022-08-31T15:38:56.773" v="1380" actId="1036"/>
          <ac:spMkLst>
            <pc:docMk/>
            <pc:sldMk cId="4210552574" sldId="263"/>
            <ac:spMk id="42" creationId="{AA6AE74E-8F39-1EA5-3E73-ACE59E9B873B}"/>
          </ac:spMkLst>
        </pc:spChg>
        <pc:picChg chg="add del mod">
          <ac:chgData name="MARIA SALAS URBANO" userId="d92562ea-7866-43a1-b4b3-4f1315128d96" providerId="ADAL" clId="{DA787D85-A314-45A9-8DB2-9E5474A781B6}" dt="2022-08-31T15:38:56.773" v="1380" actId="1036"/>
          <ac:picMkLst>
            <pc:docMk/>
            <pc:sldMk cId="4210552574" sldId="263"/>
            <ac:picMk id="6" creationId="{4DE9E406-F272-E101-D1CB-4AAC690DFB83}"/>
          </ac:picMkLst>
        </pc:picChg>
        <pc:cxnChg chg="add del mod">
          <ac:chgData name="MARIA SALAS URBANO" userId="d92562ea-7866-43a1-b4b3-4f1315128d96" providerId="ADAL" clId="{DA787D85-A314-45A9-8DB2-9E5474A781B6}" dt="2022-08-31T15:38:56.773" v="1380" actId="1036"/>
          <ac:cxnSpMkLst>
            <pc:docMk/>
            <pc:sldMk cId="4210552574" sldId="263"/>
            <ac:cxnSpMk id="25" creationId="{70E35C1F-3B4E-9D8A-A941-D7DFC87E9841}"/>
          </ac:cxnSpMkLst>
        </pc:cxnChg>
        <pc:cxnChg chg="add del mod">
          <ac:chgData name="MARIA SALAS URBANO" userId="d92562ea-7866-43a1-b4b3-4f1315128d96" providerId="ADAL" clId="{DA787D85-A314-45A9-8DB2-9E5474A781B6}" dt="2022-08-31T15:38:56.773" v="1380" actId="1036"/>
          <ac:cxnSpMkLst>
            <pc:docMk/>
            <pc:sldMk cId="4210552574" sldId="263"/>
            <ac:cxnSpMk id="26" creationId="{B315C2A4-F9C8-BCC8-38B0-81E3E4E04FAC}"/>
          </ac:cxnSpMkLst>
        </pc:cxnChg>
        <pc:cxnChg chg="add del mod">
          <ac:chgData name="MARIA SALAS URBANO" userId="d92562ea-7866-43a1-b4b3-4f1315128d96" providerId="ADAL" clId="{DA787D85-A314-45A9-8DB2-9E5474A781B6}" dt="2022-08-31T15:38:56.773" v="1380" actId="1036"/>
          <ac:cxnSpMkLst>
            <pc:docMk/>
            <pc:sldMk cId="4210552574" sldId="263"/>
            <ac:cxnSpMk id="29" creationId="{F29CD94C-A3BE-CB95-D59D-ED04A2CFF86A}"/>
          </ac:cxnSpMkLst>
        </pc:cxnChg>
        <pc:cxnChg chg="add del mod">
          <ac:chgData name="MARIA SALAS URBANO" userId="d92562ea-7866-43a1-b4b3-4f1315128d96" providerId="ADAL" clId="{DA787D85-A314-45A9-8DB2-9E5474A781B6}" dt="2022-08-31T15:38:56.773" v="1380" actId="1036"/>
          <ac:cxnSpMkLst>
            <pc:docMk/>
            <pc:sldMk cId="4210552574" sldId="263"/>
            <ac:cxnSpMk id="32" creationId="{4A09D5DC-2E78-5F0F-5EC8-8262BE2DE73A}"/>
          </ac:cxnSpMkLst>
        </pc:cxnChg>
        <pc:cxnChg chg="add del mod">
          <ac:chgData name="MARIA SALAS URBANO" userId="d92562ea-7866-43a1-b4b3-4f1315128d96" providerId="ADAL" clId="{DA787D85-A314-45A9-8DB2-9E5474A781B6}" dt="2022-08-31T15:39:43.585" v="1398" actId="14100"/>
          <ac:cxnSpMkLst>
            <pc:docMk/>
            <pc:sldMk cId="4210552574" sldId="263"/>
            <ac:cxnSpMk id="35" creationId="{068D682E-0DED-FDF6-0317-5497649CEA47}"/>
          </ac:cxnSpMkLst>
        </pc:cxnChg>
        <pc:cxnChg chg="add del mod">
          <ac:chgData name="MARIA SALAS URBANO" userId="d92562ea-7866-43a1-b4b3-4f1315128d96" providerId="ADAL" clId="{DA787D85-A314-45A9-8DB2-9E5474A781B6}" dt="2022-08-31T15:38:56.773" v="1380" actId="1036"/>
          <ac:cxnSpMkLst>
            <pc:docMk/>
            <pc:sldMk cId="4210552574" sldId="263"/>
            <ac:cxnSpMk id="38" creationId="{E4CBE31E-42CA-EB5E-FDE0-8A56713F35D2}"/>
          </ac:cxnSpMkLst>
        </pc:cxnChg>
      </pc:sldChg>
      <pc:sldChg chg="modSp mod modTransition">
        <pc:chgData name="MARIA SALAS URBANO" userId="d92562ea-7866-43a1-b4b3-4f1315128d96" providerId="ADAL" clId="{DA787D85-A314-45A9-8DB2-9E5474A781B6}" dt="2022-08-31T16:38:33.458" v="1424" actId="20577"/>
        <pc:sldMkLst>
          <pc:docMk/>
          <pc:sldMk cId="2563405219" sldId="264"/>
        </pc:sldMkLst>
        <pc:spChg chg="mod">
          <ac:chgData name="MARIA SALAS URBANO" userId="d92562ea-7866-43a1-b4b3-4f1315128d96" providerId="ADAL" clId="{DA787D85-A314-45A9-8DB2-9E5474A781B6}" dt="2022-08-31T16:38:21.289" v="1418" actId="20577"/>
          <ac:spMkLst>
            <pc:docMk/>
            <pc:sldMk cId="2563405219" sldId="264"/>
            <ac:spMk id="2" creationId="{D6DA172B-E310-ACED-E6F2-FE2552B0700F}"/>
          </ac:spMkLst>
        </pc:spChg>
        <pc:spChg chg="mod">
          <ac:chgData name="MARIA SALAS URBANO" userId="d92562ea-7866-43a1-b4b3-4f1315128d96" providerId="ADAL" clId="{DA787D85-A314-45A9-8DB2-9E5474A781B6}" dt="2022-08-31T16:38:33.458" v="1424" actId="20577"/>
          <ac:spMkLst>
            <pc:docMk/>
            <pc:sldMk cId="2563405219" sldId="264"/>
            <ac:spMk id="3" creationId="{B39A599D-A527-DD7D-334E-1CD81861E38F}"/>
          </ac:spMkLst>
        </pc:spChg>
      </pc:sldChg>
      <pc:sldChg chg="modSp mod modTransition">
        <pc:chgData name="MARIA SALAS URBANO" userId="d92562ea-7866-43a1-b4b3-4f1315128d96" providerId="ADAL" clId="{DA787D85-A314-45A9-8DB2-9E5474A781B6}" dt="2022-08-31T16:48:52.026" v="1780" actId="404"/>
        <pc:sldMkLst>
          <pc:docMk/>
          <pc:sldMk cId="2481433494" sldId="265"/>
        </pc:sldMkLst>
        <pc:spChg chg="mod">
          <ac:chgData name="MARIA SALAS URBANO" userId="d92562ea-7866-43a1-b4b3-4f1315128d96" providerId="ADAL" clId="{DA787D85-A314-45A9-8DB2-9E5474A781B6}" dt="2022-08-31T16:38:52.779" v="1440" actId="20577"/>
          <ac:spMkLst>
            <pc:docMk/>
            <pc:sldMk cId="2481433494" sldId="265"/>
            <ac:spMk id="2" creationId="{FF0A496F-F4E4-ED9F-CF00-169FEAB40EC9}"/>
          </ac:spMkLst>
        </pc:spChg>
        <pc:spChg chg="mod">
          <ac:chgData name="MARIA SALAS URBANO" userId="d92562ea-7866-43a1-b4b3-4f1315128d96" providerId="ADAL" clId="{DA787D85-A314-45A9-8DB2-9E5474A781B6}" dt="2022-08-31T16:48:52.026" v="1780" actId="404"/>
          <ac:spMkLst>
            <pc:docMk/>
            <pc:sldMk cId="2481433494" sldId="265"/>
            <ac:spMk id="4" creationId="{64C7CA6A-7748-FAD0-93DC-1975449EFD08}"/>
          </ac:spMkLst>
        </pc:spChg>
      </pc:sldChg>
      <pc:sldChg chg="delSp modSp mod modTransition modAnim">
        <pc:chgData name="MARIA SALAS URBANO" userId="d92562ea-7866-43a1-b4b3-4f1315128d96" providerId="ADAL" clId="{DA787D85-A314-45A9-8DB2-9E5474A781B6}" dt="2022-08-31T16:48:40.435" v="1776" actId="404"/>
        <pc:sldMkLst>
          <pc:docMk/>
          <pc:sldMk cId="2253941012" sldId="266"/>
        </pc:sldMkLst>
        <pc:spChg chg="del mod">
          <ac:chgData name="MARIA SALAS URBANO" userId="d92562ea-7866-43a1-b4b3-4f1315128d96" providerId="ADAL" clId="{DA787D85-A314-45A9-8DB2-9E5474A781B6}" dt="2022-08-31T16:39:15.195" v="1442" actId="478"/>
          <ac:spMkLst>
            <pc:docMk/>
            <pc:sldMk cId="2253941012" sldId="266"/>
            <ac:spMk id="2" creationId="{FF0A496F-F4E4-ED9F-CF00-169FEAB40EC9}"/>
          </ac:spMkLst>
        </pc:spChg>
        <pc:spChg chg="mod">
          <ac:chgData name="MARIA SALAS URBANO" userId="d92562ea-7866-43a1-b4b3-4f1315128d96" providerId="ADAL" clId="{DA787D85-A314-45A9-8DB2-9E5474A781B6}" dt="2022-08-31T16:48:40.435" v="1776" actId="404"/>
          <ac:spMkLst>
            <pc:docMk/>
            <pc:sldMk cId="2253941012" sldId="266"/>
            <ac:spMk id="4" creationId="{64C7CA6A-7748-FAD0-93DC-1975449EFD08}"/>
          </ac:spMkLst>
        </pc:spChg>
        <pc:spChg chg="mod">
          <ac:chgData name="MARIA SALAS URBANO" userId="d92562ea-7866-43a1-b4b3-4f1315128d96" providerId="ADAL" clId="{DA787D85-A314-45A9-8DB2-9E5474A781B6}" dt="2022-08-31T16:39:35.572" v="1480" actId="1035"/>
          <ac:spMkLst>
            <pc:docMk/>
            <pc:sldMk cId="2253941012" sldId="266"/>
            <ac:spMk id="5" creationId="{4219F12F-A5C4-73D3-B6C6-F9DFDC126E48}"/>
          </ac:spMkLst>
        </pc:spChg>
        <pc:spChg chg="mod">
          <ac:chgData name="MARIA SALAS URBANO" userId="d92562ea-7866-43a1-b4b3-4f1315128d96" providerId="ADAL" clId="{DA787D85-A314-45A9-8DB2-9E5474A781B6}" dt="2022-08-31T16:39:35.572" v="1480" actId="1035"/>
          <ac:spMkLst>
            <pc:docMk/>
            <pc:sldMk cId="2253941012" sldId="266"/>
            <ac:spMk id="7" creationId="{CD3A13AB-4D4E-5E80-1610-B7127683B7F0}"/>
          </ac:spMkLst>
        </pc:spChg>
        <pc:picChg chg="mod">
          <ac:chgData name="MARIA SALAS URBANO" userId="d92562ea-7866-43a1-b4b3-4f1315128d96" providerId="ADAL" clId="{DA787D85-A314-45A9-8DB2-9E5474A781B6}" dt="2022-08-31T16:39:35.572" v="1480" actId="1035"/>
          <ac:picMkLst>
            <pc:docMk/>
            <pc:sldMk cId="2253941012" sldId="266"/>
            <ac:picMk id="6" creationId="{6B6D7402-794E-E0A2-D18A-6EB9A577E48C}"/>
          </ac:picMkLst>
        </pc:picChg>
      </pc:sldChg>
      <pc:sldChg chg="modTransition">
        <pc:chgData name="MARIA SALAS URBANO" userId="d92562ea-7866-43a1-b4b3-4f1315128d96" providerId="ADAL" clId="{DA787D85-A314-45A9-8DB2-9E5474A781B6}" dt="2022-08-31T10:17:26.237" v="0"/>
        <pc:sldMkLst>
          <pc:docMk/>
          <pc:sldMk cId="31374517" sldId="267"/>
        </pc:sldMkLst>
      </pc:sldChg>
      <pc:sldChg chg="addSp delSp modSp mod modTransition modAnim">
        <pc:chgData name="MARIA SALAS URBANO" userId="d92562ea-7866-43a1-b4b3-4f1315128d96" providerId="ADAL" clId="{DA787D85-A314-45A9-8DB2-9E5474A781B6}" dt="2022-08-31T18:14:44.161" v="2516" actId="5793"/>
        <pc:sldMkLst>
          <pc:docMk/>
          <pc:sldMk cId="3391284449" sldId="268"/>
        </pc:sldMkLst>
        <pc:spChg chg="del">
          <ac:chgData name="MARIA SALAS URBANO" userId="d92562ea-7866-43a1-b4b3-4f1315128d96" providerId="ADAL" clId="{DA787D85-A314-45A9-8DB2-9E5474A781B6}" dt="2022-08-31T17:05:52.399" v="1969" actId="478"/>
          <ac:spMkLst>
            <pc:docMk/>
            <pc:sldMk cId="3391284449" sldId="268"/>
            <ac:spMk id="2" creationId="{CD56081C-A311-AE35-11DB-2A7D78743C51}"/>
          </ac:spMkLst>
        </pc:spChg>
        <pc:spChg chg="mod">
          <ac:chgData name="MARIA SALAS URBANO" userId="d92562ea-7866-43a1-b4b3-4f1315128d96" providerId="ADAL" clId="{DA787D85-A314-45A9-8DB2-9E5474A781B6}" dt="2022-08-31T18:14:44.161" v="2516" actId="5793"/>
          <ac:spMkLst>
            <pc:docMk/>
            <pc:sldMk cId="3391284449" sldId="268"/>
            <ac:spMk id="3" creationId="{FC2F2DB4-983E-8280-8E28-E32B66006A70}"/>
          </ac:spMkLst>
        </pc:spChg>
        <pc:spChg chg="mod">
          <ac:chgData name="MARIA SALAS URBANO" userId="d92562ea-7866-43a1-b4b3-4f1315128d96" providerId="ADAL" clId="{DA787D85-A314-45A9-8DB2-9E5474A781B6}" dt="2022-08-31T17:06:03.145" v="1994" actId="1035"/>
          <ac:spMkLst>
            <pc:docMk/>
            <pc:sldMk cId="3391284449" sldId="268"/>
            <ac:spMk id="7" creationId="{242E8DB7-0B21-E0EC-7ABC-288A190F24D2}"/>
          </ac:spMkLst>
        </pc:spChg>
        <pc:spChg chg="add del mod">
          <ac:chgData name="MARIA SALAS URBANO" userId="d92562ea-7866-43a1-b4b3-4f1315128d96" providerId="ADAL" clId="{DA787D85-A314-45A9-8DB2-9E5474A781B6}" dt="2022-08-31T17:05:54.007" v="1970" actId="478"/>
          <ac:spMkLst>
            <pc:docMk/>
            <pc:sldMk cId="3391284449" sldId="268"/>
            <ac:spMk id="8" creationId="{E25C131E-4BEB-4656-FA61-0BD2E9A085F3}"/>
          </ac:spMkLst>
        </pc:spChg>
        <pc:picChg chg="mod">
          <ac:chgData name="MARIA SALAS URBANO" userId="d92562ea-7866-43a1-b4b3-4f1315128d96" providerId="ADAL" clId="{DA787D85-A314-45A9-8DB2-9E5474A781B6}" dt="2022-08-31T17:06:03.145" v="1994" actId="1035"/>
          <ac:picMkLst>
            <pc:docMk/>
            <pc:sldMk cId="3391284449" sldId="268"/>
            <ac:picMk id="6" creationId="{23EF39EA-05E0-AA5D-6658-B467FCD3DF4C}"/>
          </ac:picMkLst>
        </pc:picChg>
        <pc:cxnChg chg="mod">
          <ac:chgData name="MARIA SALAS URBANO" userId="d92562ea-7866-43a1-b4b3-4f1315128d96" providerId="ADAL" clId="{DA787D85-A314-45A9-8DB2-9E5474A781B6}" dt="2022-08-31T17:06:10.473" v="1995" actId="14100"/>
          <ac:cxnSpMkLst>
            <pc:docMk/>
            <pc:sldMk cId="3391284449" sldId="268"/>
            <ac:cxnSpMk id="9" creationId="{7B78BE0E-B0EF-BBDA-7837-D86AEC8E5CDE}"/>
          </ac:cxnSpMkLst>
        </pc:cxnChg>
      </pc:sldChg>
      <pc:sldChg chg="modSp">
        <pc:chgData name="MARIA SALAS URBANO" userId="d92562ea-7866-43a1-b4b3-4f1315128d96" providerId="ADAL" clId="{DA787D85-A314-45A9-8DB2-9E5474A781B6}" dt="2022-08-31T17:07:43.224" v="2022" actId="5793"/>
        <pc:sldMkLst>
          <pc:docMk/>
          <pc:sldMk cId="14038921" sldId="269"/>
        </pc:sldMkLst>
        <pc:spChg chg="mod">
          <ac:chgData name="MARIA SALAS URBANO" userId="d92562ea-7866-43a1-b4b3-4f1315128d96" providerId="ADAL" clId="{DA787D85-A314-45A9-8DB2-9E5474A781B6}" dt="2022-08-31T17:07:43.224" v="2022" actId="5793"/>
          <ac:spMkLst>
            <pc:docMk/>
            <pc:sldMk cId="14038921" sldId="269"/>
            <ac:spMk id="3" creationId="{0444392D-0EAE-D1DB-6994-BBE0AA42CD5F}"/>
          </ac:spMkLst>
        </pc:spChg>
      </pc:sldChg>
      <pc:sldChg chg="modSp mod">
        <pc:chgData name="MARIA SALAS URBANO" userId="d92562ea-7866-43a1-b4b3-4f1315128d96" providerId="ADAL" clId="{DA787D85-A314-45A9-8DB2-9E5474A781B6}" dt="2022-08-31T17:09:29.926" v="2028" actId="403"/>
        <pc:sldMkLst>
          <pc:docMk/>
          <pc:sldMk cId="3810318341" sldId="272"/>
        </pc:sldMkLst>
        <pc:spChg chg="mod">
          <ac:chgData name="MARIA SALAS URBANO" userId="d92562ea-7866-43a1-b4b3-4f1315128d96" providerId="ADAL" clId="{DA787D85-A314-45A9-8DB2-9E5474A781B6}" dt="2022-08-31T17:09:29.926" v="2028" actId="403"/>
          <ac:spMkLst>
            <pc:docMk/>
            <pc:sldMk cId="3810318341" sldId="272"/>
            <ac:spMk id="7" creationId="{522A33AA-A6EA-E429-56DD-6902A699689F}"/>
          </ac:spMkLst>
        </pc:spChg>
      </pc:sldChg>
      <pc:sldChg chg="addSp delSp modSp mod modTransition">
        <pc:chgData name="MARIA SALAS URBANO" userId="d92562ea-7866-43a1-b4b3-4f1315128d96" providerId="ADAL" clId="{DA787D85-A314-45A9-8DB2-9E5474A781B6}" dt="2022-08-31T17:09:46.042" v="2040" actId="1038"/>
        <pc:sldMkLst>
          <pc:docMk/>
          <pc:sldMk cId="3109341825" sldId="273"/>
        </pc:sldMkLst>
        <pc:spChg chg="mod">
          <ac:chgData name="MARIA SALAS URBANO" userId="d92562ea-7866-43a1-b4b3-4f1315128d96" providerId="ADAL" clId="{DA787D85-A314-45A9-8DB2-9E5474A781B6}" dt="2022-08-31T10:40:40.975" v="39" actId="20577"/>
          <ac:spMkLst>
            <pc:docMk/>
            <pc:sldMk cId="3109341825" sldId="273"/>
            <ac:spMk id="4" creationId="{4593D482-B573-4E8A-988D-383C0D1000A3}"/>
          </ac:spMkLst>
        </pc:spChg>
        <pc:spChg chg="mod">
          <ac:chgData name="MARIA SALAS URBANO" userId="d92562ea-7866-43a1-b4b3-4f1315128d96" providerId="ADAL" clId="{DA787D85-A314-45A9-8DB2-9E5474A781B6}" dt="2022-08-31T10:40:50.160" v="56" actId="20577"/>
          <ac:spMkLst>
            <pc:docMk/>
            <pc:sldMk cId="3109341825" sldId="273"/>
            <ac:spMk id="5" creationId="{0B3FC3E4-886C-A125-09B4-0109DFC4FD7C}"/>
          </ac:spMkLst>
        </pc:spChg>
        <pc:picChg chg="mod">
          <ac:chgData name="MARIA SALAS URBANO" userId="d92562ea-7866-43a1-b4b3-4f1315128d96" providerId="ADAL" clId="{DA787D85-A314-45A9-8DB2-9E5474A781B6}" dt="2022-08-31T17:09:14.852" v="2027" actId="1076"/>
          <ac:picMkLst>
            <pc:docMk/>
            <pc:sldMk cId="3109341825" sldId="273"/>
            <ac:picMk id="6" creationId="{39DA17E4-D9EB-7158-8A98-883CB317372D}"/>
          </ac:picMkLst>
        </pc:picChg>
        <pc:picChg chg="del">
          <ac:chgData name="MARIA SALAS URBANO" userId="d92562ea-7866-43a1-b4b3-4f1315128d96" providerId="ADAL" clId="{DA787D85-A314-45A9-8DB2-9E5474A781B6}" dt="2022-08-31T10:33:55.696" v="4" actId="478"/>
          <ac:picMkLst>
            <pc:docMk/>
            <pc:sldMk cId="3109341825" sldId="273"/>
            <ac:picMk id="7" creationId="{A515C9BE-8652-EC69-17A8-5168444ECD52}"/>
          </ac:picMkLst>
        </pc:picChg>
        <pc:picChg chg="add del mod">
          <ac:chgData name="MARIA SALAS URBANO" userId="d92562ea-7866-43a1-b4b3-4f1315128d96" providerId="ADAL" clId="{DA787D85-A314-45A9-8DB2-9E5474A781B6}" dt="2022-08-31T10:36:28.950" v="9" actId="478"/>
          <ac:picMkLst>
            <pc:docMk/>
            <pc:sldMk cId="3109341825" sldId="273"/>
            <ac:picMk id="8" creationId="{9B03AA23-6538-3905-608F-AC4377DDDD08}"/>
          </ac:picMkLst>
        </pc:picChg>
        <pc:picChg chg="add mod modCrop">
          <ac:chgData name="MARIA SALAS URBANO" userId="d92562ea-7866-43a1-b4b3-4f1315128d96" providerId="ADAL" clId="{DA787D85-A314-45A9-8DB2-9E5474A781B6}" dt="2022-08-31T17:09:08.296" v="2025" actId="1076"/>
          <ac:picMkLst>
            <pc:docMk/>
            <pc:sldMk cId="3109341825" sldId="273"/>
            <ac:picMk id="9" creationId="{8ED36C5E-9B33-C2D9-A541-C72213AB8AFA}"/>
          </ac:picMkLst>
        </pc:picChg>
        <pc:picChg chg="mod">
          <ac:chgData name="MARIA SALAS URBANO" userId="d92562ea-7866-43a1-b4b3-4f1315128d96" providerId="ADAL" clId="{DA787D85-A314-45A9-8DB2-9E5474A781B6}" dt="2022-08-31T17:09:46.042" v="2040" actId="1038"/>
          <ac:picMkLst>
            <pc:docMk/>
            <pc:sldMk cId="3109341825" sldId="273"/>
            <ac:picMk id="1026" creationId="{F1C6C825-8E58-54DF-A950-EE45ECC9C474}"/>
          </ac:picMkLst>
        </pc:picChg>
      </pc:sldChg>
      <pc:sldChg chg="add">
        <pc:chgData name="MARIA SALAS URBANO" userId="d92562ea-7866-43a1-b4b3-4f1315128d96" providerId="ADAL" clId="{DA787D85-A314-45A9-8DB2-9E5474A781B6}" dt="2022-08-31T10:57:49.630" v="57"/>
        <pc:sldMkLst>
          <pc:docMk/>
          <pc:sldMk cId="449090455" sldId="274"/>
        </pc:sldMkLst>
      </pc:sldChg>
      <pc:sldChg chg="addSp delSp modSp add mod">
        <pc:chgData name="MARIA SALAS URBANO" userId="d92562ea-7866-43a1-b4b3-4f1315128d96" providerId="ADAL" clId="{DA787D85-A314-45A9-8DB2-9E5474A781B6}" dt="2022-08-31T14:56:27.701" v="649"/>
        <pc:sldMkLst>
          <pc:docMk/>
          <pc:sldMk cId="3675619731" sldId="275"/>
        </pc:sldMkLst>
        <pc:spChg chg="del mod">
          <ac:chgData name="MARIA SALAS URBANO" userId="d92562ea-7866-43a1-b4b3-4f1315128d96" providerId="ADAL" clId="{DA787D85-A314-45A9-8DB2-9E5474A781B6}" dt="2022-08-31T14:51:08.035" v="600" actId="478"/>
          <ac:spMkLst>
            <pc:docMk/>
            <pc:sldMk cId="3675619731" sldId="275"/>
            <ac:spMk id="3" creationId="{E61AD0AF-44DF-DA71-6EE8-184F75523200}"/>
          </ac:spMkLst>
        </pc:spChg>
        <pc:spChg chg="add del">
          <ac:chgData name="MARIA SALAS URBANO" userId="d92562ea-7866-43a1-b4b3-4f1315128d96" providerId="ADAL" clId="{DA787D85-A314-45A9-8DB2-9E5474A781B6}" dt="2022-08-31T14:54:03.733" v="630" actId="478"/>
          <ac:spMkLst>
            <pc:docMk/>
            <pc:sldMk cId="3675619731" sldId="275"/>
            <ac:spMk id="4" creationId="{BB087B49-FC21-A4B7-AB12-6269493A4A95}"/>
          </ac:spMkLst>
        </pc:spChg>
        <pc:spChg chg="add del mod">
          <ac:chgData name="MARIA SALAS URBANO" userId="d92562ea-7866-43a1-b4b3-4f1315128d96" providerId="ADAL" clId="{DA787D85-A314-45A9-8DB2-9E5474A781B6}" dt="2022-08-31T14:53:51.885" v="627" actId="478"/>
          <ac:spMkLst>
            <pc:docMk/>
            <pc:sldMk cId="3675619731" sldId="275"/>
            <ac:spMk id="7" creationId="{9572223D-12D1-789F-5051-0A15536B5B13}"/>
          </ac:spMkLst>
        </pc:spChg>
        <pc:spChg chg="add del mod">
          <ac:chgData name="MARIA SALAS URBANO" userId="d92562ea-7866-43a1-b4b3-4f1315128d96" providerId="ADAL" clId="{DA787D85-A314-45A9-8DB2-9E5474A781B6}" dt="2022-08-31T14:54:09.175" v="631" actId="478"/>
          <ac:spMkLst>
            <pc:docMk/>
            <pc:sldMk cId="3675619731" sldId="275"/>
            <ac:spMk id="9" creationId="{F1157859-E306-C9C8-1064-BE733D68EF99}"/>
          </ac:spMkLst>
        </pc:spChg>
        <pc:graphicFrameChg chg="add del mod modGraphic">
          <ac:chgData name="MARIA SALAS URBANO" userId="d92562ea-7866-43a1-b4b3-4f1315128d96" providerId="ADAL" clId="{DA787D85-A314-45A9-8DB2-9E5474A781B6}" dt="2022-08-31T14:56:27.701" v="649"/>
          <ac:graphicFrameMkLst>
            <pc:docMk/>
            <pc:sldMk cId="3675619731" sldId="275"/>
            <ac:graphicFrameMk id="2" creationId="{49E3B0C4-B724-01F8-E038-E0F9EE7AE192}"/>
          </ac:graphicFrameMkLst>
        </pc:graphicFrameChg>
      </pc:sldChg>
      <pc:sldChg chg="addSp delSp modSp new mod modAnim">
        <pc:chgData name="MARIA SALAS URBANO" userId="d92562ea-7866-43a1-b4b3-4f1315128d96" providerId="ADAL" clId="{DA787D85-A314-45A9-8DB2-9E5474A781B6}" dt="2022-08-31T14:50:43.554" v="598" actId="20577"/>
        <pc:sldMkLst>
          <pc:docMk/>
          <pc:sldMk cId="773661084" sldId="276"/>
        </pc:sldMkLst>
        <pc:spChg chg="mod">
          <ac:chgData name="MARIA SALAS URBANO" userId="d92562ea-7866-43a1-b4b3-4f1315128d96" providerId="ADAL" clId="{DA787D85-A314-45A9-8DB2-9E5474A781B6}" dt="2022-08-31T14:50:43.554" v="598" actId="20577"/>
          <ac:spMkLst>
            <pc:docMk/>
            <pc:sldMk cId="773661084" sldId="276"/>
            <ac:spMk id="2" creationId="{3D345DD8-EC5D-8AB4-A9BC-250E3AF7676F}"/>
          </ac:spMkLst>
        </pc:spChg>
        <pc:spChg chg="del">
          <ac:chgData name="MARIA SALAS URBANO" userId="d92562ea-7866-43a1-b4b3-4f1315128d96" providerId="ADAL" clId="{DA787D85-A314-45A9-8DB2-9E5474A781B6}" dt="2022-08-31T14:33:14.354" v="537" actId="478"/>
          <ac:spMkLst>
            <pc:docMk/>
            <pc:sldMk cId="773661084" sldId="276"/>
            <ac:spMk id="3" creationId="{7DEBA8C6-5070-EFE5-EC03-CCF8CCC0B21F}"/>
          </ac:spMkLst>
        </pc:spChg>
        <pc:spChg chg="del">
          <ac:chgData name="MARIA SALAS URBANO" userId="d92562ea-7866-43a1-b4b3-4f1315128d96" providerId="ADAL" clId="{DA787D85-A314-45A9-8DB2-9E5474A781B6}" dt="2022-08-31T14:33:11.595" v="536" actId="478"/>
          <ac:spMkLst>
            <pc:docMk/>
            <pc:sldMk cId="773661084" sldId="276"/>
            <ac:spMk id="4" creationId="{62AE4B3D-A943-ABA5-0283-DC4C03E6076E}"/>
          </ac:spMkLst>
        </pc:spChg>
        <pc:spChg chg="add mod">
          <ac:chgData name="MARIA SALAS URBANO" userId="d92562ea-7866-43a1-b4b3-4f1315128d96" providerId="ADAL" clId="{DA787D85-A314-45A9-8DB2-9E5474A781B6}" dt="2022-08-31T14:34:46.240" v="550" actId="13822"/>
          <ac:spMkLst>
            <pc:docMk/>
            <pc:sldMk cId="773661084" sldId="276"/>
            <ac:spMk id="8" creationId="{46A14851-50C6-DF86-14FC-433EC1FD2502}"/>
          </ac:spMkLst>
        </pc:spChg>
        <pc:picChg chg="add mod modCrop">
          <ac:chgData name="MARIA SALAS URBANO" userId="d92562ea-7866-43a1-b4b3-4f1315128d96" providerId="ADAL" clId="{DA787D85-A314-45A9-8DB2-9E5474A781B6}" dt="2022-08-31T14:38:29.893" v="569" actId="732"/>
          <ac:picMkLst>
            <pc:docMk/>
            <pc:sldMk cId="773661084" sldId="276"/>
            <ac:picMk id="7" creationId="{B38F3F4C-7D9B-BCE3-DC7E-47A3C7FE6FEF}"/>
          </ac:picMkLst>
        </pc:picChg>
        <pc:picChg chg="add mod">
          <ac:chgData name="MARIA SALAS URBANO" userId="d92562ea-7866-43a1-b4b3-4f1315128d96" providerId="ADAL" clId="{DA787D85-A314-45A9-8DB2-9E5474A781B6}" dt="2022-08-31T14:34:58.379" v="559" actId="1038"/>
          <ac:picMkLst>
            <pc:docMk/>
            <pc:sldMk cId="773661084" sldId="276"/>
            <ac:picMk id="10" creationId="{60D79BA8-E84F-AD46-C11E-D8CC4D3DB99F}"/>
          </ac:picMkLst>
        </pc:picChg>
      </pc:sldChg>
      <pc:sldChg chg="modSp add del mod">
        <pc:chgData name="MARIA SALAS URBANO" userId="d92562ea-7866-43a1-b4b3-4f1315128d96" providerId="ADAL" clId="{DA787D85-A314-45A9-8DB2-9E5474A781B6}" dt="2022-08-31T14:29:58.162" v="505" actId="47"/>
        <pc:sldMkLst>
          <pc:docMk/>
          <pc:sldMk cId="2965263082" sldId="276"/>
        </pc:sldMkLst>
        <pc:spChg chg="mod">
          <ac:chgData name="MARIA SALAS URBANO" userId="d92562ea-7866-43a1-b4b3-4f1315128d96" providerId="ADAL" clId="{DA787D85-A314-45A9-8DB2-9E5474A781B6}" dt="2022-08-31T12:03:13.704" v="281" actId="1035"/>
          <ac:spMkLst>
            <pc:docMk/>
            <pc:sldMk cId="2965263082" sldId="276"/>
            <ac:spMk id="6" creationId="{A4EC09FA-5D3D-FD66-EF31-0FE381A86E4F}"/>
          </ac:spMkLst>
        </pc:spChg>
        <pc:spChg chg="mod">
          <ac:chgData name="MARIA SALAS URBANO" userId="d92562ea-7866-43a1-b4b3-4f1315128d96" providerId="ADAL" clId="{DA787D85-A314-45A9-8DB2-9E5474A781B6}" dt="2022-08-31T12:03:08.132" v="252" actId="1036"/>
          <ac:spMkLst>
            <pc:docMk/>
            <pc:sldMk cId="2965263082" sldId="276"/>
            <ac:spMk id="22" creationId="{A5FAEBB0-A536-A3D5-E7CC-599E800B6A42}"/>
          </ac:spMkLst>
        </pc:spChg>
        <pc:graphicFrameChg chg="mod">
          <ac:chgData name="MARIA SALAS URBANO" userId="d92562ea-7866-43a1-b4b3-4f1315128d96" providerId="ADAL" clId="{DA787D85-A314-45A9-8DB2-9E5474A781B6}" dt="2022-08-31T12:03:08.132" v="252" actId="1036"/>
          <ac:graphicFrameMkLst>
            <pc:docMk/>
            <pc:sldMk cId="2965263082" sldId="276"/>
            <ac:graphicFrameMk id="5" creationId="{8ECDBE70-3BEE-99BA-D136-1B536E565F8B}"/>
          </ac:graphicFrameMkLst>
        </pc:graphicFrameChg>
      </pc:sldChg>
      <pc:sldChg chg="addSp delSp modSp add del mod">
        <pc:chgData name="MARIA SALAS URBANO" userId="d92562ea-7866-43a1-b4b3-4f1315128d96" providerId="ADAL" clId="{DA787D85-A314-45A9-8DB2-9E5474A781B6}" dt="2022-08-31T15:27:36.014" v="983" actId="47"/>
        <pc:sldMkLst>
          <pc:docMk/>
          <pc:sldMk cId="719012189" sldId="277"/>
        </pc:sldMkLst>
        <pc:spChg chg="add del mod">
          <ac:chgData name="MARIA SALAS URBANO" userId="d92562ea-7866-43a1-b4b3-4f1315128d96" providerId="ADAL" clId="{DA787D85-A314-45A9-8DB2-9E5474A781B6}" dt="2022-08-31T15:27:14.471" v="976" actId="22"/>
          <ac:spMkLst>
            <pc:docMk/>
            <pc:sldMk cId="719012189" sldId="277"/>
            <ac:spMk id="11" creationId="{8C96C972-3752-D21A-BE44-F1EEE2544C05}"/>
          </ac:spMkLst>
        </pc:spChg>
      </pc:sldChg>
      <pc:sldChg chg="addSp delSp modSp add del mod delAnim modAnim">
        <pc:chgData name="MARIA SALAS URBANO" userId="d92562ea-7866-43a1-b4b3-4f1315128d96" providerId="ADAL" clId="{DA787D85-A314-45A9-8DB2-9E5474A781B6}" dt="2022-08-31T13:11:34.129" v="303" actId="47"/>
        <pc:sldMkLst>
          <pc:docMk/>
          <pc:sldMk cId="3281569847" sldId="277"/>
        </pc:sldMkLst>
        <pc:picChg chg="add del mod">
          <ac:chgData name="MARIA SALAS URBANO" userId="d92562ea-7866-43a1-b4b3-4f1315128d96" providerId="ADAL" clId="{DA787D85-A314-45A9-8DB2-9E5474A781B6}" dt="2022-08-31T12:43:53.568" v="292" actId="478"/>
          <ac:picMkLst>
            <pc:docMk/>
            <pc:sldMk cId="3281569847" sldId="277"/>
            <ac:picMk id="2" creationId="{FD4A5A31-0886-E800-220A-933A04D0B453}"/>
          </ac:picMkLst>
        </pc:picChg>
        <pc:picChg chg="add del mod">
          <ac:chgData name="MARIA SALAS URBANO" userId="d92562ea-7866-43a1-b4b3-4f1315128d96" providerId="ADAL" clId="{DA787D85-A314-45A9-8DB2-9E5474A781B6}" dt="2022-08-31T13:00:20.649" v="294" actId="478"/>
          <ac:picMkLst>
            <pc:docMk/>
            <pc:sldMk cId="3281569847" sldId="277"/>
            <ac:picMk id="4" creationId="{9BAFAFBA-C588-C0C8-157B-E154473D42C3}"/>
          </ac:picMkLst>
        </pc:picChg>
        <pc:picChg chg="add del mod">
          <ac:chgData name="MARIA SALAS URBANO" userId="d92562ea-7866-43a1-b4b3-4f1315128d96" providerId="ADAL" clId="{DA787D85-A314-45A9-8DB2-9E5474A781B6}" dt="2022-08-31T13:02:03.686" v="296" actId="478"/>
          <ac:picMkLst>
            <pc:docMk/>
            <pc:sldMk cId="3281569847" sldId="277"/>
            <ac:picMk id="6" creationId="{E2E36901-323A-6474-7EB1-25008B100B88}"/>
          </ac:picMkLst>
        </pc:picChg>
        <pc:picChg chg="add mod">
          <ac:chgData name="MARIA SALAS URBANO" userId="d92562ea-7866-43a1-b4b3-4f1315128d96" providerId="ADAL" clId="{DA787D85-A314-45A9-8DB2-9E5474A781B6}" dt="2022-08-31T13:03:44.529" v="299" actId="1076"/>
          <ac:picMkLst>
            <pc:docMk/>
            <pc:sldMk cId="3281569847" sldId="277"/>
            <ac:picMk id="7" creationId="{935525F9-CFB0-9914-4C5C-149A885FD9A3}"/>
          </ac:picMkLst>
        </pc:picChg>
        <pc:picChg chg="del">
          <ac:chgData name="MARIA SALAS URBANO" userId="d92562ea-7866-43a1-b4b3-4f1315128d96" providerId="ADAL" clId="{DA787D85-A314-45A9-8DB2-9E5474A781B6}" dt="2022-08-31T12:37:02.589" v="288" actId="478"/>
          <ac:picMkLst>
            <pc:docMk/>
            <pc:sldMk cId="3281569847" sldId="277"/>
            <ac:picMk id="9" creationId="{C4FE0B3F-23D4-E8F9-7B7F-F30A3A207944}"/>
          </ac:picMkLst>
        </pc:picChg>
      </pc:sldChg>
      <pc:sldChg chg="addSp delSp modSp add mod ord delAnim">
        <pc:chgData name="MARIA SALAS URBANO" userId="d92562ea-7866-43a1-b4b3-4f1315128d96" providerId="ADAL" clId="{DA787D85-A314-45A9-8DB2-9E5474A781B6}" dt="2022-08-31T17:04:30.916" v="1936" actId="20577"/>
        <pc:sldMkLst>
          <pc:docMk/>
          <pc:sldMk cId="3851860901" sldId="277"/>
        </pc:sldMkLst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3" creationId="{287206F8-2E2E-E485-D527-A9916136EFEE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4" creationId="{45678224-3090-0090-DD78-E228CB559CB0}"/>
          </ac:spMkLst>
        </pc:spChg>
        <pc:spChg chg="del">
          <ac:chgData name="MARIA SALAS URBANO" userId="d92562ea-7866-43a1-b4b3-4f1315128d96" providerId="ADAL" clId="{DA787D85-A314-45A9-8DB2-9E5474A781B6}" dt="2022-08-31T15:35:02.433" v="1182" actId="478"/>
          <ac:spMkLst>
            <pc:docMk/>
            <pc:sldMk cId="3851860901" sldId="277"/>
            <ac:spMk id="7" creationId="{119FDCC4-B164-AF2C-6AE0-2E8A170418DB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8" creationId="{20A1918C-161B-D1F6-B461-FF9DA4811480}"/>
          </ac:spMkLst>
        </pc:spChg>
        <pc:spChg chg="del">
          <ac:chgData name="MARIA SALAS URBANO" userId="d92562ea-7866-43a1-b4b3-4f1315128d96" providerId="ADAL" clId="{DA787D85-A314-45A9-8DB2-9E5474A781B6}" dt="2022-08-31T15:35:08.106" v="1184" actId="478"/>
          <ac:spMkLst>
            <pc:docMk/>
            <pc:sldMk cId="3851860901" sldId="277"/>
            <ac:spMk id="9" creationId="{20DF8590-7AFE-C145-7863-0522242164FF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10" creationId="{E06957CA-2460-61CD-A3DC-6362710EF3F8}"/>
          </ac:spMkLst>
        </pc:spChg>
        <pc:spChg chg="add del mod">
          <ac:chgData name="MARIA SALAS URBANO" userId="d92562ea-7866-43a1-b4b3-4f1315128d96" providerId="ADAL" clId="{DA787D85-A314-45A9-8DB2-9E5474A781B6}" dt="2022-08-31T15:34:48.085" v="1179" actId="478"/>
          <ac:spMkLst>
            <pc:docMk/>
            <pc:sldMk cId="3851860901" sldId="277"/>
            <ac:spMk id="11" creationId="{24545FDC-4B05-5DB2-7B2A-8D0240B76D11}"/>
          </ac:spMkLst>
        </pc:spChg>
        <pc:spChg chg="mod">
          <ac:chgData name="MARIA SALAS URBANO" userId="d92562ea-7866-43a1-b4b3-4f1315128d96" providerId="ADAL" clId="{DA787D85-A314-45A9-8DB2-9E5474A781B6}" dt="2022-08-31T17:04:30.916" v="1936" actId="20577"/>
          <ac:spMkLst>
            <pc:docMk/>
            <pc:sldMk cId="3851860901" sldId="277"/>
            <ac:spMk id="12" creationId="{F1932584-B5DC-5F47-9072-3B1FC6E18B5A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19" creationId="{62515B98-5212-AE7B-12DE-04081B0AEB1A}"/>
          </ac:spMkLst>
        </pc:spChg>
        <pc:spChg chg="del">
          <ac:chgData name="MARIA SALAS URBANO" userId="d92562ea-7866-43a1-b4b3-4f1315128d96" providerId="ADAL" clId="{DA787D85-A314-45A9-8DB2-9E5474A781B6}" dt="2022-08-31T15:34:51.964" v="1180" actId="478"/>
          <ac:spMkLst>
            <pc:docMk/>
            <pc:sldMk cId="3851860901" sldId="277"/>
            <ac:spMk id="20" creationId="{DAB15334-0CFD-4BE4-33F4-41788109AF57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21" creationId="{41FD0D1C-CF62-5DEC-37E0-41A2F8C2CDC6}"/>
          </ac:spMkLst>
        </pc:spChg>
        <pc:spChg chg="del">
          <ac:chgData name="MARIA SALAS URBANO" userId="d92562ea-7866-43a1-b4b3-4f1315128d96" providerId="ADAL" clId="{DA787D85-A314-45A9-8DB2-9E5474A781B6}" dt="2022-08-31T15:35:05.065" v="1183" actId="478"/>
          <ac:spMkLst>
            <pc:docMk/>
            <pc:sldMk cId="3851860901" sldId="277"/>
            <ac:spMk id="22" creationId="{B1F20CE9-6650-932D-306D-1A081A964AFA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23" creationId="{E2E98C34-44FC-356E-8B8A-3488E2033F2B}"/>
          </ac:spMkLst>
        </pc:spChg>
        <pc:spChg chg="del">
          <ac:chgData name="MARIA SALAS URBANO" userId="d92562ea-7866-43a1-b4b3-4f1315128d96" providerId="ADAL" clId="{DA787D85-A314-45A9-8DB2-9E5474A781B6}" dt="2022-08-31T15:34:45.447" v="1178" actId="478"/>
          <ac:spMkLst>
            <pc:docMk/>
            <pc:sldMk cId="3851860901" sldId="277"/>
            <ac:spMk id="42" creationId="{AA6AE74E-8F39-1EA5-3E73-ACE59E9B873B}"/>
          </ac:spMkLst>
        </pc:spChg>
        <pc:picChg chg="del">
          <ac:chgData name="MARIA SALAS URBANO" userId="d92562ea-7866-43a1-b4b3-4f1315128d96" providerId="ADAL" clId="{DA787D85-A314-45A9-8DB2-9E5474A781B6}" dt="2022-08-31T15:34:45.447" v="1178" actId="478"/>
          <ac:picMkLst>
            <pc:docMk/>
            <pc:sldMk cId="3851860901" sldId="277"/>
            <ac:picMk id="6" creationId="{4DE9E406-F272-E101-D1CB-4AAC690DFB83}"/>
          </ac:picMkLst>
        </pc:pic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25" creationId="{70E35C1F-3B4E-9D8A-A941-D7DFC87E9841}"/>
          </ac:cxnSpMkLst>
        </pc:cxn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26" creationId="{B315C2A4-F9C8-BCC8-38B0-81E3E4E04FAC}"/>
          </ac:cxnSpMkLst>
        </pc:cxn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29" creationId="{F29CD94C-A3BE-CB95-D59D-ED04A2CFF86A}"/>
          </ac:cxnSpMkLst>
        </pc:cxn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32" creationId="{4A09D5DC-2E78-5F0F-5EC8-8262BE2DE73A}"/>
          </ac:cxnSpMkLst>
        </pc:cxn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35" creationId="{068D682E-0DED-FDF6-0317-5497649CEA47}"/>
          </ac:cxnSpMkLst>
        </pc:cxnChg>
        <pc:cxnChg chg="del mod">
          <ac:chgData name="MARIA SALAS URBANO" userId="d92562ea-7866-43a1-b4b3-4f1315128d96" providerId="ADAL" clId="{DA787D85-A314-45A9-8DB2-9E5474A781B6}" dt="2022-08-31T15:34:45.447" v="1178" actId="478"/>
          <ac:cxnSpMkLst>
            <pc:docMk/>
            <pc:sldMk cId="3851860901" sldId="277"/>
            <ac:cxnSpMk id="38" creationId="{E4CBE31E-42CA-EB5E-FDE0-8A56713F35D2}"/>
          </ac:cxnSpMkLst>
        </pc:cxnChg>
      </pc:sldChg>
      <pc:sldChg chg="addSp delSp modSp new del mod ord modShow addCm delCm modCm">
        <pc:chgData name="MARIA SALAS URBANO" userId="d92562ea-7866-43a1-b4b3-4f1315128d96" providerId="ADAL" clId="{DA787D85-A314-45A9-8DB2-9E5474A781B6}" dt="2022-08-31T18:15:04.382" v="2517" actId="2696"/>
        <pc:sldMkLst>
          <pc:docMk/>
          <pc:sldMk cId="4225111736" sldId="278"/>
        </pc:sldMkLst>
        <pc:spChg chg="del mod">
          <ac:chgData name="MARIA SALAS URBANO" userId="d92562ea-7866-43a1-b4b3-4f1315128d96" providerId="ADAL" clId="{DA787D85-A314-45A9-8DB2-9E5474A781B6}" dt="2022-08-31T17:04:58.139" v="1939" actId="478"/>
          <ac:spMkLst>
            <pc:docMk/>
            <pc:sldMk cId="4225111736" sldId="278"/>
            <ac:spMk id="2" creationId="{9D6C3EF3-239E-E703-A4CB-745FD0C5D1DC}"/>
          </ac:spMkLst>
        </pc:spChg>
        <pc:spChg chg="mod">
          <ac:chgData name="MARIA SALAS URBANO" userId="d92562ea-7866-43a1-b4b3-4f1315128d96" providerId="ADAL" clId="{DA787D85-A314-45A9-8DB2-9E5474A781B6}" dt="2022-08-31T17:44:40.603" v="2147" actId="1076"/>
          <ac:spMkLst>
            <pc:docMk/>
            <pc:sldMk cId="4225111736" sldId="278"/>
            <ac:spMk id="3" creationId="{46470832-2460-838B-E086-D14A9F13A290}"/>
          </ac:spMkLst>
        </pc:spChg>
        <pc:spChg chg="mod">
          <ac:chgData name="MARIA SALAS URBANO" userId="d92562ea-7866-43a1-b4b3-4f1315128d96" providerId="ADAL" clId="{DA787D85-A314-45A9-8DB2-9E5474A781B6}" dt="2022-08-31T17:44:23.371" v="2133" actId="1076"/>
          <ac:spMkLst>
            <pc:docMk/>
            <pc:sldMk cId="4225111736" sldId="278"/>
            <ac:spMk id="4" creationId="{833D3E30-EC61-78F6-02F2-12631A5A95F1}"/>
          </ac:spMkLst>
        </pc:spChg>
        <pc:spChg chg="add mod">
          <ac:chgData name="MARIA SALAS URBANO" userId="d92562ea-7866-43a1-b4b3-4f1315128d96" providerId="ADAL" clId="{DA787D85-A314-45A9-8DB2-9E5474A781B6}" dt="2022-08-31T17:44:22.879" v="2132" actId="1035"/>
          <ac:spMkLst>
            <pc:docMk/>
            <pc:sldMk cId="4225111736" sldId="278"/>
            <ac:spMk id="6" creationId="{7A310B79-4D32-76A4-BA3E-29ED7D94C0B3}"/>
          </ac:spMkLst>
        </pc:spChg>
        <pc:spChg chg="add del mod">
          <ac:chgData name="MARIA SALAS URBANO" userId="d92562ea-7866-43a1-b4b3-4f1315128d96" providerId="ADAL" clId="{DA787D85-A314-45A9-8DB2-9E5474A781B6}" dt="2022-08-31T17:44:17.990" v="2125" actId="478"/>
          <ac:spMkLst>
            <pc:docMk/>
            <pc:sldMk cId="4225111736" sldId="278"/>
            <ac:spMk id="7" creationId="{D88AEDCB-9BD8-0EC4-4C7C-3B85339F66B9}"/>
          </ac:spMkLst>
        </pc:spChg>
        <pc:picChg chg="add del mod">
          <ac:chgData name="MARIA SALAS URBANO" userId="d92562ea-7866-43a1-b4b3-4f1315128d96" providerId="ADAL" clId="{DA787D85-A314-45A9-8DB2-9E5474A781B6}" dt="2022-08-31T17:44:16.529" v="2121" actId="22"/>
          <ac:picMkLst>
            <pc:docMk/>
            <pc:sldMk cId="4225111736" sldId="278"/>
            <ac:picMk id="9" creationId="{A93B8C3B-F636-CCAA-A390-17E7E621B737}"/>
          </ac:picMkLst>
        </pc:picChg>
      </pc:sldChg>
      <pc:sldChg chg="addSp delSp modSp new mod">
        <pc:chgData name="MARIA SALAS URBANO" userId="d92562ea-7866-43a1-b4b3-4f1315128d96" providerId="ADAL" clId="{DA787D85-A314-45A9-8DB2-9E5474A781B6}" dt="2022-08-31T17:59:24.596" v="2503" actId="27636"/>
        <pc:sldMkLst>
          <pc:docMk/>
          <pc:sldMk cId="2814057751" sldId="279"/>
        </pc:sldMkLst>
        <pc:spChg chg="del">
          <ac:chgData name="MARIA SALAS URBANO" userId="d92562ea-7866-43a1-b4b3-4f1315128d96" providerId="ADAL" clId="{DA787D85-A314-45A9-8DB2-9E5474A781B6}" dt="2022-08-31T16:57:53.129" v="1806" actId="478"/>
          <ac:spMkLst>
            <pc:docMk/>
            <pc:sldMk cId="2814057751" sldId="279"/>
            <ac:spMk id="2" creationId="{B38C5394-D295-28D8-3EB0-BC088AB14D07}"/>
          </ac:spMkLst>
        </pc:spChg>
        <pc:spChg chg="mod">
          <ac:chgData name="MARIA SALAS URBANO" userId="d92562ea-7866-43a1-b4b3-4f1315128d96" providerId="ADAL" clId="{DA787D85-A314-45A9-8DB2-9E5474A781B6}" dt="2022-08-31T17:59:24.596" v="2503" actId="27636"/>
          <ac:spMkLst>
            <pc:docMk/>
            <pc:sldMk cId="2814057751" sldId="279"/>
            <ac:spMk id="3" creationId="{AEA163A7-AB8E-C9B7-A3B2-3885953D3366}"/>
          </ac:spMkLst>
        </pc:spChg>
        <pc:spChg chg="del mod">
          <ac:chgData name="MARIA SALAS URBANO" userId="d92562ea-7866-43a1-b4b3-4f1315128d96" providerId="ADAL" clId="{DA787D85-A314-45A9-8DB2-9E5474A781B6}" dt="2022-08-31T16:58:03.339" v="1822" actId="478"/>
          <ac:spMkLst>
            <pc:docMk/>
            <pc:sldMk cId="2814057751" sldId="279"/>
            <ac:spMk id="4" creationId="{3D9C246B-3B02-E474-1A4B-BE645D5ADA0C}"/>
          </ac:spMkLst>
        </pc:spChg>
        <pc:picChg chg="add del mod">
          <ac:chgData name="MARIA SALAS URBANO" userId="d92562ea-7866-43a1-b4b3-4f1315128d96" providerId="ADAL" clId="{DA787D85-A314-45A9-8DB2-9E5474A781B6}" dt="2022-08-31T17:58:37.807" v="2468" actId="478"/>
          <ac:picMkLst>
            <pc:docMk/>
            <pc:sldMk cId="2814057751" sldId="279"/>
            <ac:picMk id="7" creationId="{A6E46571-9D57-0FCC-37B6-031BDDC5ADEA}"/>
          </ac:picMkLst>
        </pc:picChg>
        <pc:picChg chg="add mod">
          <ac:chgData name="MARIA SALAS URBANO" userId="d92562ea-7866-43a1-b4b3-4f1315128d96" providerId="ADAL" clId="{DA787D85-A314-45A9-8DB2-9E5474A781B6}" dt="2022-08-31T17:58:47.920" v="2472" actId="1076"/>
          <ac:picMkLst>
            <pc:docMk/>
            <pc:sldMk cId="2814057751" sldId="279"/>
            <ac:picMk id="9" creationId="{68DAECF4-94E3-DF4F-BF7F-7D36376E7332}"/>
          </ac:picMkLst>
        </pc:picChg>
      </pc:sldChg>
      <pc:sldChg chg="addSp delSp modSp add mod setBg">
        <pc:chgData name="MARIA SALAS URBANO" userId="d92562ea-7866-43a1-b4b3-4f1315128d96" providerId="ADAL" clId="{DA787D85-A314-45A9-8DB2-9E5474A781B6}" dt="2022-08-31T17:57:51.998" v="2467" actId="1076"/>
        <pc:sldMkLst>
          <pc:docMk/>
          <pc:sldMk cId="800161894" sldId="280"/>
        </pc:sldMkLst>
        <pc:spChg chg="del">
          <ac:chgData name="MARIA SALAS URBANO" userId="d92562ea-7866-43a1-b4b3-4f1315128d96" providerId="ADAL" clId="{DA787D85-A314-45A9-8DB2-9E5474A781B6}" dt="2022-08-31T17:48:21.271" v="2151" actId="478"/>
          <ac:spMkLst>
            <pc:docMk/>
            <pc:sldMk cId="800161894" sldId="280"/>
            <ac:spMk id="3" creationId="{46470832-2460-838B-E086-D14A9F13A290}"/>
          </ac:spMkLst>
        </pc:spChg>
        <pc:spChg chg="del">
          <ac:chgData name="MARIA SALAS URBANO" userId="d92562ea-7866-43a1-b4b3-4f1315128d96" providerId="ADAL" clId="{DA787D85-A314-45A9-8DB2-9E5474A781B6}" dt="2022-08-31T17:48:17.575" v="2150" actId="478"/>
          <ac:spMkLst>
            <pc:docMk/>
            <pc:sldMk cId="800161894" sldId="280"/>
            <ac:spMk id="4" creationId="{833D3E30-EC61-78F6-02F2-12631A5A95F1}"/>
          </ac:spMkLst>
        </pc:spChg>
        <pc:spChg chg="mod ord">
          <ac:chgData name="MARIA SALAS URBANO" userId="d92562ea-7866-43a1-b4b3-4f1315128d96" providerId="ADAL" clId="{DA787D85-A314-45A9-8DB2-9E5474A781B6}" dt="2022-08-31T17:50:29.787" v="2177" actId="26606"/>
          <ac:spMkLst>
            <pc:docMk/>
            <pc:sldMk cId="800161894" sldId="280"/>
            <ac:spMk id="5" creationId="{8744F468-E736-BA44-050F-036158CD1917}"/>
          </ac:spMkLst>
        </pc:spChg>
        <pc:spChg chg="del">
          <ac:chgData name="MARIA SALAS URBANO" userId="d92562ea-7866-43a1-b4b3-4f1315128d96" providerId="ADAL" clId="{DA787D85-A314-45A9-8DB2-9E5474A781B6}" dt="2022-08-31T17:48:15.239" v="2149" actId="478"/>
          <ac:spMkLst>
            <pc:docMk/>
            <pc:sldMk cId="800161894" sldId="280"/>
            <ac:spMk id="6" creationId="{7A310B79-4D32-76A4-BA3E-29ED7D94C0B3}"/>
          </ac:spMkLst>
        </pc:spChg>
        <pc:spChg chg="del">
          <ac:chgData name="MARIA SALAS URBANO" userId="d92562ea-7866-43a1-b4b3-4f1315128d96" providerId="ADAL" clId="{DA787D85-A314-45A9-8DB2-9E5474A781B6}" dt="2022-08-31T17:48:15.239" v="2149" actId="478"/>
          <ac:spMkLst>
            <pc:docMk/>
            <pc:sldMk cId="800161894" sldId="280"/>
            <ac:spMk id="7" creationId="{D88AEDCB-9BD8-0EC4-4C7C-3B85339F66B9}"/>
          </ac:spMkLst>
        </pc:spChg>
        <pc:spChg chg="add del mod">
          <ac:chgData name="MARIA SALAS URBANO" userId="d92562ea-7866-43a1-b4b3-4f1315128d96" providerId="ADAL" clId="{DA787D85-A314-45A9-8DB2-9E5474A781B6}" dt="2022-08-31T17:48:26.142" v="2152" actId="478"/>
          <ac:spMkLst>
            <pc:docMk/>
            <pc:sldMk cId="800161894" sldId="280"/>
            <ac:spMk id="8" creationId="{9FA7D983-0D24-67F3-AEA0-8039C7DDD5FA}"/>
          </ac:spMkLst>
        </pc:spChg>
        <pc:spChg chg="add del mod">
          <ac:chgData name="MARIA SALAS URBANO" userId="d92562ea-7866-43a1-b4b3-4f1315128d96" providerId="ADAL" clId="{DA787D85-A314-45A9-8DB2-9E5474A781B6}" dt="2022-08-31T17:48:28.418" v="2153" actId="478"/>
          <ac:spMkLst>
            <pc:docMk/>
            <pc:sldMk cId="800161894" sldId="280"/>
            <ac:spMk id="10" creationId="{6BA250CA-C301-A429-4ED3-F2CB851C54CD}"/>
          </ac:spMkLst>
        </pc:spChg>
        <pc:spChg chg="add mod">
          <ac:chgData name="MARIA SALAS URBANO" userId="d92562ea-7866-43a1-b4b3-4f1315128d96" providerId="ADAL" clId="{DA787D85-A314-45A9-8DB2-9E5474A781B6}" dt="2022-08-31T17:53:21.065" v="2341" actId="404"/>
          <ac:spMkLst>
            <pc:docMk/>
            <pc:sldMk cId="800161894" sldId="280"/>
            <ac:spMk id="17" creationId="{7CF3C6D9-4177-7EC7-A652-FFF12F09662E}"/>
          </ac:spMkLst>
        </pc:spChg>
        <pc:spChg chg="add mod">
          <ac:chgData name="MARIA SALAS URBANO" userId="d92562ea-7866-43a1-b4b3-4f1315128d96" providerId="ADAL" clId="{DA787D85-A314-45A9-8DB2-9E5474A781B6}" dt="2022-08-31T17:53:31.474" v="2344" actId="1076"/>
          <ac:spMkLst>
            <pc:docMk/>
            <pc:sldMk cId="800161894" sldId="280"/>
            <ac:spMk id="19" creationId="{70E5D4F1-6668-EFA8-1FF8-93C2FEA1C7F3}"/>
          </ac:spMkLst>
        </pc:spChg>
        <pc:spChg chg="add mod">
          <ac:chgData name="MARIA SALAS URBANO" userId="d92562ea-7866-43a1-b4b3-4f1315128d96" providerId="ADAL" clId="{DA787D85-A314-45A9-8DB2-9E5474A781B6}" dt="2022-08-31T17:53:06.043" v="2338" actId="14100"/>
          <ac:spMkLst>
            <pc:docMk/>
            <pc:sldMk cId="800161894" sldId="280"/>
            <ac:spMk id="20" creationId="{3EAA17B0-D7E9-0EDF-6D7C-265D08DA3178}"/>
          </ac:spMkLst>
        </pc:spChg>
        <pc:spChg chg="add del">
          <ac:chgData name="MARIA SALAS URBANO" userId="d92562ea-7866-43a1-b4b3-4f1315128d96" providerId="ADAL" clId="{DA787D85-A314-45A9-8DB2-9E5474A781B6}" dt="2022-08-31T17:50:13.657" v="2168" actId="26606"/>
          <ac:spMkLst>
            <pc:docMk/>
            <pc:sldMk cId="800161894" sldId="280"/>
            <ac:spMk id="21" creationId="{56827C3C-D52F-46CE-A441-3CD6A1A6A0A2}"/>
          </ac:spMkLst>
        </pc:spChg>
        <pc:spChg chg="add del">
          <ac:chgData name="MARIA SALAS URBANO" userId="d92562ea-7866-43a1-b4b3-4f1315128d96" providerId="ADAL" clId="{DA787D85-A314-45A9-8DB2-9E5474A781B6}" dt="2022-08-31T17:50:13.657" v="2168" actId="26606"/>
          <ac:spMkLst>
            <pc:docMk/>
            <pc:sldMk cId="800161894" sldId="280"/>
            <ac:spMk id="23" creationId="{F52A8B51-0A89-497B-B882-6658E029A3F9}"/>
          </ac:spMkLst>
        </pc:spChg>
        <pc:spChg chg="add mod">
          <ac:chgData name="MARIA SALAS URBANO" userId="d92562ea-7866-43a1-b4b3-4f1315128d96" providerId="ADAL" clId="{DA787D85-A314-45A9-8DB2-9E5474A781B6}" dt="2022-08-31T17:57:12.757" v="2455" actId="1037"/>
          <ac:spMkLst>
            <pc:docMk/>
            <pc:sldMk cId="800161894" sldId="280"/>
            <ac:spMk id="24" creationId="{C2531A16-D4E5-9780-F23F-E59E428278F0}"/>
          </ac:spMkLst>
        </pc:spChg>
        <pc:spChg chg="add del">
          <ac:chgData name="MARIA SALAS URBANO" userId="d92562ea-7866-43a1-b4b3-4f1315128d96" providerId="ADAL" clId="{DA787D85-A314-45A9-8DB2-9E5474A781B6}" dt="2022-08-31T17:50:13.657" v="2168" actId="26606"/>
          <ac:spMkLst>
            <pc:docMk/>
            <pc:sldMk cId="800161894" sldId="280"/>
            <ac:spMk id="25" creationId="{EB1CEFBF-6F09-4052-862B-E219DA15757E}"/>
          </ac:spMkLst>
        </pc:spChg>
        <pc:spChg chg="add del">
          <ac:chgData name="MARIA SALAS URBANO" userId="d92562ea-7866-43a1-b4b3-4f1315128d96" providerId="ADAL" clId="{DA787D85-A314-45A9-8DB2-9E5474A781B6}" dt="2022-08-31T17:50:13.657" v="2168" actId="26606"/>
          <ac:spMkLst>
            <pc:docMk/>
            <pc:sldMk cId="800161894" sldId="280"/>
            <ac:spMk id="27" creationId="{BCB5D417-2A71-445D-B4C7-9E814D633D33}"/>
          </ac:spMkLst>
        </pc:spChg>
        <pc:spChg chg="add mod">
          <ac:chgData name="MARIA SALAS URBANO" userId="d92562ea-7866-43a1-b4b3-4f1315128d96" providerId="ADAL" clId="{DA787D85-A314-45A9-8DB2-9E5474A781B6}" dt="2022-08-31T17:57:22.492" v="2458" actId="1076"/>
          <ac:spMkLst>
            <pc:docMk/>
            <pc:sldMk cId="800161894" sldId="280"/>
            <ac:spMk id="28" creationId="{E40C210A-81B0-1DBB-827E-5DF4CBF8D94A}"/>
          </ac:spMkLst>
        </pc:spChg>
        <pc:spChg chg="add del">
          <ac:chgData name="MARIA SALAS URBANO" userId="d92562ea-7866-43a1-b4b3-4f1315128d96" providerId="ADAL" clId="{DA787D85-A314-45A9-8DB2-9E5474A781B6}" dt="2022-08-31T17:50:25.134" v="2172" actId="26606"/>
          <ac:spMkLst>
            <pc:docMk/>
            <pc:sldMk cId="800161894" sldId="280"/>
            <ac:spMk id="32" creationId="{56827C3C-D52F-46CE-A441-3CD6A1A6A0A2}"/>
          </ac:spMkLst>
        </pc:spChg>
        <pc:spChg chg="add del">
          <ac:chgData name="MARIA SALAS URBANO" userId="d92562ea-7866-43a1-b4b3-4f1315128d96" providerId="ADAL" clId="{DA787D85-A314-45A9-8DB2-9E5474A781B6}" dt="2022-08-31T17:50:25.134" v="2172" actId="26606"/>
          <ac:spMkLst>
            <pc:docMk/>
            <pc:sldMk cId="800161894" sldId="280"/>
            <ac:spMk id="33" creationId="{F52A8B51-0A89-497B-B882-6658E029A3F9}"/>
          </ac:spMkLst>
        </pc:spChg>
        <pc:spChg chg="add del">
          <ac:chgData name="MARIA SALAS URBANO" userId="d92562ea-7866-43a1-b4b3-4f1315128d96" providerId="ADAL" clId="{DA787D85-A314-45A9-8DB2-9E5474A781B6}" dt="2022-08-31T17:50:25.134" v="2172" actId="26606"/>
          <ac:spMkLst>
            <pc:docMk/>
            <pc:sldMk cId="800161894" sldId="280"/>
            <ac:spMk id="34" creationId="{EB1CEFBF-6F09-4052-862B-E219DA15757E}"/>
          </ac:spMkLst>
        </pc:spChg>
        <pc:spChg chg="add del">
          <ac:chgData name="MARIA SALAS URBANO" userId="d92562ea-7866-43a1-b4b3-4f1315128d96" providerId="ADAL" clId="{DA787D85-A314-45A9-8DB2-9E5474A781B6}" dt="2022-08-31T17:50:25.134" v="2172" actId="26606"/>
          <ac:spMkLst>
            <pc:docMk/>
            <pc:sldMk cId="800161894" sldId="280"/>
            <ac:spMk id="35" creationId="{BCB5D417-2A71-445D-B4C7-9E814D633D33}"/>
          </ac:spMkLst>
        </pc:spChg>
        <pc:spChg chg="add mod">
          <ac:chgData name="MARIA SALAS URBANO" userId="d92562ea-7866-43a1-b4b3-4f1315128d96" providerId="ADAL" clId="{DA787D85-A314-45A9-8DB2-9E5474A781B6}" dt="2022-08-31T17:57:51.998" v="2467" actId="1076"/>
          <ac:spMkLst>
            <pc:docMk/>
            <pc:sldMk cId="800161894" sldId="280"/>
            <ac:spMk id="36" creationId="{7C57993B-CEF0-E020-EC49-273B974DBC86}"/>
          </ac:spMkLst>
        </pc:spChg>
        <pc:picChg chg="add mod ord">
          <ac:chgData name="MARIA SALAS URBANO" userId="d92562ea-7866-43a1-b4b3-4f1315128d96" providerId="ADAL" clId="{DA787D85-A314-45A9-8DB2-9E5474A781B6}" dt="2022-08-31T17:55:22.397" v="2383" actId="14100"/>
          <ac:picMkLst>
            <pc:docMk/>
            <pc:sldMk cId="800161894" sldId="280"/>
            <ac:picMk id="12" creationId="{7A19C6C8-75DF-00F7-136F-A5EF0D6F18C0}"/>
          </ac:picMkLst>
        </pc:picChg>
        <pc:picChg chg="add mod ord">
          <ac:chgData name="MARIA SALAS URBANO" userId="d92562ea-7866-43a1-b4b3-4f1315128d96" providerId="ADAL" clId="{DA787D85-A314-45A9-8DB2-9E5474A781B6}" dt="2022-08-31T17:55:29.375" v="2386" actId="1076"/>
          <ac:picMkLst>
            <pc:docMk/>
            <pc:sldMk cId="800161894" sldId="280"/>
            <ac:picMk id="14" creationId="{3FBE6326-241E-ED9A-56F2-5D434441E818}"/>
          </ac:picMkLst>
        </pc:picChg>
        <pc:picChg chg="add mod">
          <ac:chgData name="MARIA SALAS URBANO" userId="d92562ea-7866-43a1-b4b3-4f1315128d96" providerId="ADAL" clId="{DA787D85-A314-45A9-8DB2-9E5474A781B6}" dt="2022-08-31T17:56:04.540" v="2407" actId="14100"/>
          <ac:picMkLst>
            <pc:docMk/>
            <pc:sldMk cId="800161894" sldId="280"/>
            <ac:picMk id="16" creationId="{88604407-468B-DCE1-3B76-4ADC49395528}"/>
          </ac:picMkLst>
        </pc:picChg>
        <pc:cxnChg chg="add del">
          <ac:chgData name="MARIA SALAS URBANO" userId="d92562ea-7866-43a1-b4b3-4f1315128d96" providerId="ADAL" clId="{DA787D85-A314-45A9-8DB2-9E5474A781B6}" dt="2022-08-31T17:50:23.517" v="2170" actId="26606"/>
          <ac:cxnSpMkLst>
            <pc:docMk/>
            <pc:sldMk cId="800161894" sldId="280"/>
            <ac:cxnSpMk id="29" creationId="{DCD67800-37AC-4E14-89B0-F79DCB3FB86D}"/>
          </ac:cxnSpMkLst>
        </pc:cxnChg>
        <pc:cxnChg chg="add del">
          <ac:chgData name="MARIA SALAS URBANO" userId="d92562ea-7866-43a1-b4b3-4f1315128d96" providerId="ADAL" clId="{DA787D85-A314-45A9-8DB2-9E5474A781B6}" dt="2022-08-31T17:50:23.517" v="2170" actId="26606"/>
          <ac:cxnSpMkLst>
            <pc:docMk/>
            <pc:sldMk cId="800161894" sldId="280"/>
            <ac:cxnSpMk id="30" creationId="{20F1788F-A5AE-4188-8274-F7F2E3833ECD}"/>
          </ac:cxnSpMkLst>
        </pc:cxnChg>
        <pc:cxnChg chg="add del">
          <ac:chgData name="MARIA SALAS URBANO" userId="d92562ea-7866-43a1-b4b3-4f1315128d96" providerId="ADAL" clId="{DA787D85-A314-45A9-8DB2-9E5474A781B6}" dt="2022-08-31T17:50:29.787" v="2177" actId="26606"/>
          <ac:cxnSpMkLst>
            <pc:docMk/>
            <pc:sldMk cId="800161894" sldId="280"/>
            <ac:cxnSpMk id="37" creationId="{DCD67800-37AC-4E14-89B0-F79DCB3FB86D}"/>
          </ac:cxnSpMkLst>
        </pc:cxnChg>
        <pc:cxnChg chg="add del">
          <ac:chgData name="MARIA SALAS URBANO" userId="d92562ea-7866-43a1-b4b3-4f1315128d96" providerId="ADAL" clId="{DA787D85-A314-45A9-8DB2-9E5474A781B6}" dt="2022-08-31T17:50:29.787" v="2177" actId="26606"/>
          <ac:cxnSpMkLst>
            <pc:docMk/>
            <pc:sldMk cId="800161894" sldId="280"/>
            <ac:cxnSpMk id="38" creationId="{20F1788F-A5AE-4188-8274-F7F2E3833ECD}"/>
          </ac:cxnSpMkLst>
        </pc:cxnChg>
      </pc:sldChg>
    </pc:docChg>
  </pc:docChgLst>
  <pc:docChgLst>
    <pc:chgData name="MARIA SALAS URBANO" userId="bc2a5f4f-1ff3-43e1-9c04-a7dcd714a090" providerId="ADAL" clId="{2E4E1E6E-A1F7-437D-8F42-B4C7BFCDD5CD}"/>
    <pc:docChg chg="undo custSel addSld delSld modSld sldOrd">
      <pc:chgData name="MARIA SALAS URBANO" userId="bc2a5f4f-1ff3-43e1-9c04-a7dcd714a090" providerId="ADAL" clId="{2E4E1E6E-A1F7-437D-8F42-B4C7BFCDD5CD}" dt="2023-11-27T15:49:19.160" v="5127"/>
      <pc:docMkLst>
        <pc:docMk/>
      </pc:docMkLst>
      <pc:sldChg chg="modNotesTx">
        <pc:chgData name="MARIA SALAS URBANO" userId="bc2a5f4f-1ff3-43e1-9c04-a7dcd714a090" providerId="ADAL" clId="{2E4E1E6E-A1F7-437D-8F42-B4C7BFCDD5CD}" dt="2023-11-17T12:11:43.767" v="175" actId="20577"/>
        <pc:sldMkLst>
          <pc:docMk/>
          <pc:sldMk cId="4218731812" sldId="256"/>
        </pc:sldMkLst>
      </pc:sldChg>
      <pc:sldChg chg="modNotesTx">
        <pc:chgData name="MARIA SALAS URBANO" userId="bc2a5f4f-1ff3-43e1-9c04-a7dcd714a090" providerId="ADAL" clId="{2E4E1E6E-A1F7-437D-8F42-B4C7BFCDD5CD}" dt="2023-11-20T15:18:35.340" v="4567" actId="20577"/>
        <pc:sldMkLst>
          <pc:docMk/>
          <pc:sldMk cId="2830743216" sldId="257"/>
        </pc:sldMkLst>
      </pc:sldChg>
      <pc:sldChg chg="del">
        <pc:chgData name="MARIA SALAS URBANO" userId="bc2a5f4f-1ff3-43e1-9c04-a7dcd714a090" providerId="ADAL" clId="{2E4E1E6E-A1F7-437D-8F42-B4C7BFCDD5CD}" dt="2023-11-17T12:08:32.191" v="0" actId="2696"/>
        <pc:sldMkLst>
          <pc:docMk/>
          <pc:sldMk cId="537083744" sldId="262"/>
        </pc:sldMkLst>
      </pc:sldChg>
      <pc:sldChg chg="modNotesTx">
        <pc:chgData name="MARIA SALAS URBANO" userId="bc2a5f4f-1ff3-43e1-9c04-a7dcd714a090" providerId="ADAL" clId="{2E4E1E6E-A1F7-437D-8F42-B4C7BFCDD5CD}" dt="2023-11-17T12:22:15.892" v="420" actId="20577"/>
        <pc:sldMkLst>
          <pc:docMk/>
          <pc:sldMk cId="2498378091" sldId="282"/>
        </pc:sldMkLst>
      </pc:sldChg>
      <pc:sldChg chg="modSp mod modNotesTx">
        <pc:chgData name="MARIA SALAS URBANO" userId="bc2a5f4f-1ff3-43e1-9c04-a7dcd714a090" providerId="ADAL" clId="{2E4E1E6E-A1F7-437D-8F42-B4C7BFCDD5CD}" dt="2023-11-22T04:27:01.263" v="4631" actId="20577"/>
        <pc:sldMkLst>
          <pc:docMk/>
          <pc:sldMk cId="913588506" sldId="283"/>
        </pc:sldMkLst>
        <pc:spChg chg="mod">
          <ac:chgData name="MARIA SALAS URBANO" userId="bc2a5f4f-1ff3-43e1-9c04-a7dcd714a090" providerId="ADAL" clId="{2E4E1E6E-A1F7-437D-8F42-B4C7BFCDD5CD}" dt="2023-11-18T09:37:03.378" v="470" actId="20577"/>
          <ac:spMkLst>
            <pc:docMk/>
            <pc:sldMk cId="913588506" sldId="283"/>
            <ac:spMk id="3" creationId="{F4015315-225E-25FA-04D1-5FFBA523ABAA}"/>
          </ac:spMkLst>
        </pc:spChg>
        <pc:spChg chg="mod">
          <ac:chgData name="MARIA SALAS URBANO" userId="bc2a5f4f-1ff3-43e1-9c04-a7dcd714a090" providerId="ADAL" clId="{2E4E1E6E-A1F7-437D-8F42-B4C7BFCDD5CD}" dt="2023-11-22T04:26:15.411" v="4624" actId="20577"/>
          <ac:spMkLst>
            <pc:docMk/>
            <pc:sldMk cId="913588506" sldId="283"/>
            <ac:spMk id="8" creationId="{BD646D29-32D3-1837-E3A4-0CE6FDE68153}"/>
          </ac:spMkLst>
        </pc:spChg>
        <pc:spChg chg="mod">
          <ac:chgData name="MARIA SALAS URBANO" userId="bc2a5f4f-1ff3-43e1-9c04-a7dcd714a090" providerId="ADAL" clId="{2E4E1E6E-A1F7-437D-8F42-B4C7BFCDD5CD}" dt="2023-11-22T04:27:01.263" v="4631" actId="20577"/>
          <ac:spMkLst>
            <pc:docMk/>
            <pc:sldMk cId="913588506" sldId="283"/>
            <ac:spMk id="15" creationId="{D63F9EFF-2B72-4B57-86F2-52948A598F68}"/>
          </ac:spMkLst>
        </pc:spChg>
      </pc:sldChg>
      <pc:sldChg chg="delSp modSp mod ord delAnim modAnim modShow modNotesTx">
        <pc:chgData name="MARIA SALAS URBANO" userId="bc2a5f4f-1ff3-43e1-9c04-a7dcd714a090" providerId="ADAL" clId="{2E4E1E6E-A1F7-437D-8F42-B4C7BFCDD5CD}" dt="2023-11-22T04:27:36.094" v="4632"/>
        <pc:sldMkLst>
          <pc:docMk/>
          <pc:sldMk cId="4100214461" sldId="284"/>
        </pc:sldMkLst>
        <pc:spChg chg="del">
          <ac:chgData name="MARIA SALAS URBANO" userId="bc2a5f4f-1ff3-43e1-9c04-a7dcd714a090" providerId="ADAL" clId="{2E4E1E6E-A1F7-437D-8F42-B4C7BFCDD5CD}" dt="2023-11-18T09:44:03.499" v="488" actId="478"/>
          <ac:spMkLst>
            <pc:docMk/>
            <pc:sldMk cId="4100214461" sldId="284"/>
            <ac:spMk id="6" creationId="{08EBE32C-9490-D55F-67E3-0985A35E8126}"/>
          </ac:spMkLst>
        </pc:spChg>
        <pc:spChg chg="mod">
          <ac:chgData name="MARIA SALAS URBANO" userId="bc2a5f4f-1ff3-43e1-9c04-a7dcd714a090" providerId="ADAL" clId="{2E4E1E6E-A1F7-437D-8F42-B4C7BFCDD5CD}" dt="2023-11-20T16:44:02.923" v="4615" actId="20577"/>
          <ac:spMkLst>
            <pc:docMk/>
            <pc:sldMk cId="4100214461" sldId="284"/>
            <ac:spMk id="9" creationId="{34D0482E-FB3E-9B4C-3DDC-F0009E401B4F}"/>
          </ac:spMkLst>
        </pc:spChg>
        <pc:spChg chg="del">
          <ac:chgData name="MARIA SALAS URBANO" userId="bc2a5f4f-1ff3-43e1-9c04-a7dcd714a090" providerId="ADAL" clId="{2E4E1E6E-A1F7-437D-8F42-B4C7BFCDD5CD}" dt="2023-11-18T09:44:03.499" v="488" actId="478"/>
          <ac:spMkLst>
            <pc:docMk/>
            <pc:sldMk cId="4100214461" sldId="284"/>
            <ac:spMk id="10" creationId="{C047DB32-53FC-CA4A-A842-D057124488C4}"/>
          </ac:spMkLst>
        </pc:spChg>
        <pc:graphicFrameChg chg="del">
          <ac:chgData name="MARIA SALAS URBANO" userId="bc2a5f4f-1ff3-43e1-9c04-a7dcd714a090" providerId="ADAL" clId="{2E4E1E6E-A1F7-437D-8F42-B4C7BFCDD5CD}" dt="2023-11-18T09:44:00.309" v="487" actId="478"/>
          <ac:graphicFrameMkLst>
            <pc:docMk/>
            <pc:sldMk cId="4100214461" sldId="284"/>
            <ac:graphicFrameMk id="5" creationId="{799F01E7-AF66-251F-7D66-5A6BB0796DFF}"/>
          </ac:graphicFrameMkLst>
        </pc:graphicFrameChg>
        <pc:picChg chg="del">
          <ac:chgData name="MARIA SALAS URBANO" userId="bc2a5f4f-1ff3-43e1-9c04-a7dcd714a090" providerId="ADAL" clId="{2E4E1E6E-A1F7-437D-8F42-B4C7BFCDD5CD}" dt="2023-11-18T09:44:05.013" v="489" actId="478"/>
          <ac:picMkLst>
            <pc:docMk/>
            <pc:sldMk cId="4100214461" sldId="284"/>
            <ac:picMk id="3" creationId="{F0C3AA71-41CC-A2AE-DF8D-89A2DDE42328}"/>
          </ac:picMkLst>
        </pc:picChg>
      </pc:sldChg>
      <pc:sldChg chg="addSp delSp modSp mod modNotesTx">
        <pc:chgData name="MARIA SALAS URBANO" userId="bc2a5f4f-1ff3-43e1-9c04-a7dcd714a090" providerId="ADAL" clId="{2E4E1E6E-A1F7-437D-8F42-B4C7BFCDD5CD}" dt="2023-11-27T15:23:38.581" v="5079" actId="207"/>
        <pc:sldMkLst>
          <pc:docMk/>
          <pc:sldMk cId="3902398044" sldId="285"/>
        </pc:sldMkLst>
        <pc:spChg chg="mod">
          <ac:chgData name="MARIA SALAS URBANO" userId="bc2a5f4f-1ff3-43e1-9c04-a7dcd714a090" providerId="ADAL" clId="{2E4E1E6E-A1F7-437D-8F42-B4C7BFCDD5CD}" dt="2023-11-20T15:36:03.958" v="4597" actId="1036"/>
          <ac:spMkLst>
            <pc:docMk/>
            <pc:sldMk cId="3902398044" sldId="285"/>
            <ac:spMk id="3" creationId="{ACCF8AFB-96CA-CAA1-C204-B1ED1383305D}"/>
          </ac:spMkLst>
        </pc:spChg>
        <pc:spChg chg="add mod">
          <ac:chgData name="MARIA SALAS URBANO" userId="bc2a5f4f-1ff3-43e1-9c04-a7dcd714a090" providerId="ADAL" clId="{2E4E1E6E-A1F7-437D-8F42-B4C7BFCDD5CD}" dt="2023-11-27T15:23:38.581" v="5079" actId="207"/>
          <ac:spMkLst>
            <pc:docMk/>
            <pc:sldMk cId="3902398044" sldId="285"/>
            <ac:spMk id="5" creationId="{3F88DEC4-C73D-FE35-4B0A-72E2D0860102}"/>
          </ac:spMkLst>
        </pc:spChg>
        <pc:spChg chg="mod">
          <ac:chgData name="MARIA SALAS URBANO" userId="bc2a5f4f-1ff3-43e1-9c04-a7dcd714a090" providerId="ADAL" clId="{2E4E1E6E-A1F7-437D-8F42-B4C7BFCDD5CD}" dt="2023-11-20T15:36:03.958" v="4597" actId="1036"/>
          <ac:spMkLst>
            <pc:docMk/>
            <pc:sldMk cId="3902398044" sldId="285"/>
            <ac:spMk id="6" creationId="{44DC6010-3E5A-ABD2-B593-4D76AC7AA804}"/>
          </ac:spMkLst>
        </pc:spChg>
        <pc:picChg chg="add mod">
          <ac:chgData name="MARIA SALAS URBANO" userId="bc2a5f4f-1ff3-43e1-9c04-a7dcd714a090" providerId="ADAL" clId="{2E4E1E6E-A1F7-437D-8F42-B4C7BFCDD5CD}" dt="2023-11-27T15:23:26.673" v="5077" actId="1038"/>
          <ac:picMkLst>
            <pc:docMk/>
            <pc:sldMk cId="3902398044" sldId="285"/>
            <ac:picMk id="1026" creationId="{1A074F80-E3CC-16EB-89FE-097939A6A76B}"/>
          </ac:picMkLst>
        </pc:picChg>
        <pc:picChg chg="mod">
          <ac:chgData name="MARIA SALAS URBANO" userId="bc2a5f4f-1ff3-43e1-9c04-a7dcd714a090" providerId="ADAL" clId="{2E4E1E6E-A1F7-437D-8F42-B4C7BFCDD5CD}" dt="2023-11-20T15:36:03.958" v="4597" actId="1036"/>
          <ac:picMkLst>
            <pc:docMk/>
            <pc:sldMk cId="3902398044" sldId="285"/>
            <ac:picMk id="3074" creationId="{4FC11804-19D5-6900-26CA-59667C877027}"/>
          </ac:picMkLst>
        </pc:picChg>
        <pc:picChg chg="del">
          <ac:chgData name="MARIA SALAS URBANO" userId="bc2a5f4f-1ff3-43e1-9c04-a7dcd714a090" providerId="ADAL" clId="{2E4E1E6E-A1F7-437D-8F42-B4C7BFCDD5CD}" dt="2023-11-20T15:35:31.715" v="4583" actId="478"/>
          <ac:picMkLst>
            <pc:docMk/>
            <pc:sldMk cId="3902398044" sldId="285"/>
            <ac:picMk id="3078" creationId="{6FF7097B-CC36-ABF2-A693-B29C1B6C0A1B}"/>
          </ac:picMkLst>
        </pc:picChg>
      </pc:sldChg>
      <pc:sldChg chg="addSp delSp modSp mod ord delAnim modAnim modNotesTx">
        <pc:chgData name="MARIA SALAS URBANO" userId="bc2a5f4f-1ff3-43e1-9c04-a7dcd714a090" providerId="ADAL" clId="{2E4E1E6E-A1F7-437D-8F42-B4C7BFCDD5CD}" dt="2023-11-20T16:47:36.959" v="4619" actId="20577"/>
        <pc:sldMkLst>
          <pc:docMk/>
          <pc:sldMk cId="2566154606" sldId="286"/>
        </pc:sldMkLst>
        <pc:spChg chg="mod">
          <ac:chgData name="MARIA SALAS URBANO" userId="bc2a5f4f-1ff3-43e1-9c04-a7dcd714a090" providerId="ADAL" clId="{2E4E1E6E-A1F7-437D-8F42-B4C7BFCDD5CD}" dt="2023-11-20T16:47:36.959" v="4619" actId="20577"/>
          <ac:spMkLst>
            <pc:docMk/>
            <pc:sldMk cId="2566154606" sldId="286"/>
            <ac:spMk id="2" creationId="{B76A1123-2F9B-25AA-9ED3-5A90330CAC62}"/>
          </ac:spMkLst>
        </pc:spChg>
        <pc:spChg chg="add mod">
          <ac:chgData name="MARIA SALAS URBANO" userId="bc2a5f4f-1ff3-43e1-9c04-a7dcd714a090" providerId="ADAL" clId="{2E4E1E6E-A1F7-437D-8F42-B4C7BFCDD5CD}" dt="2023-11-18T11:11:46.405" v="792" actId="207"/>
          <ac:spMkLst>
            <pc:docMk/>
            <pc:sldMk cId="2566154606" sldId="286"/>
            <ac:spMk id="3" creationId="{0277979A-32CC-D3DF-09E8-18C5C6722830}"/>
          </ac:spMkLst>
        </pc:spChg>
        <pc:spChg chg="add mod">
          <ac:chgData name="MARIA SALAS URBANO" userId="bc2a5f4f-1ff3-43e1-9c04-a7dcd714a090" providerId="ADAL" clId="{2E4E1E6E-A1F7-437D-8F42-B4C7BFCDD5CD}" dt="2023-11-18T11:12:10.107" v="796" actId="1582"/>
          <ac:spMkLst>
            <pc:docMk/>
            <pc:sldMk cId="2566154606" sldId="286"/>
            <ac:spMk id="5" creationId="{814497B3-4B25-CF75-915F-CAAB66181DEE}"/>
          </ac:spMkLst>
        </pc:spChg>
        <pc:spChg chg="add mod">
          <ac:chgData name="MARIA SALAS URBANO" userId="bc2a5f4f-1ff3-43e1-9c04-a7dcd714a090" providerId="ADAL" clId="{2E4E1E6E-A1F7-437D-8F42-B4C7BFCDD5CD}" dt="2023-11-18T11:12:27.456" v="799" actId="571"/>
          <ac:spMkLst>
            <pc:docMk/>
            <pc:sldMk cId="2566154606" sldId="286"/>
            <ac:spMk id="7" creationId="{8615485B-97DA-2A01-D6BC-7478DC8D1C1D}"/>
          </ac:spMkLst>
        </pc:spChg>
        <pc:spChg chg="add mod">
          <ac:chgData name="MARIA SALAS URBANO" userId="bc2a5f4f-1ff3-43e1-9c04-a7dcd714a090" providerId="ADAL" clId="{2E4E1E6E-A1F7-437D-8F42-B4C7BFCDD5CD}" dt="2023-11-18T11:12:27.456" v="799" actId="571"/>
          <ac:spMkLst>
            <pc:docMk/>
            <pc:sldMk cId="2566154606" sldId="286"/>
            <ac:spMk id="9" creationId="{240C1C9E-3233-FA2F-339B-9B1768145A57}"/>
          </ac:spMkLst>
        </pc:spChg>
        <pc:spChg chg="mod">
          <ac:chgData name="MARIA SALAS URBANO" userId="bc2a5f4f-1ff3-43e1-9c04-a7dcd714a090" providerId="ADAL" clId="{2E4E1E6E-A1F7-437D-8F42-B4C7BFCDD5CD}" dt="2023-11-18T11:14:20.059" v="815" actId="20577"/>
          <ac:spMkLst>
            <pc:docMk/>
            <pc:sldMk cId="2566154606" sldId="286"/>
            <ac:spMk id="13" creationId="{E035ACF5-4779-ABFD-C8D9-8078F16FE610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3" creationId="{8392815F-EC90-7C6A-E1A6-62BD6DB370A6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5" creationId="{D719201C-B9AB-AD00-EF26-AC81043B92ED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6" creationId="{88114519-0E30-E13F-469D-70A7859F9655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7" creationId="{F2D8C2C6-B7EA-FCAC-54DC-47A0BE0C77D2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8" creationId="{CE76FB12-CD2D-D203-8900-F3B79D94460A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29" creationId="{6F2F72D5-4610-4080-D480-6CF0C8311028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31" creationId="{2739353A-1017-94AB-022F-6E3E98FE8247}"/>
          </ac:spMkLst>
        </pc:spChg>
        <pc:spChg chg="del">
          <ac:chgData name="MARIA SALAS URBANO" userId="bc2a5f4f-1ff3-43e1-9c04-a7dcd714a090" providerId="ADAL" clId="{2E4E1E6E-A1F7-437D-8F42-B4C7BFCDD5CD}" dt="2023-11-18T11:10:57.391" v="786" actId="478"/>
          <ac:spMkLst>
            <pc:docMk/>
            <pc:sldMk cId="2566154606" sldId="286"/>
            <ac:spMk id="32" creationId="{F4202BD4-7882-DF74-94F4-0457EB44D3F7}"/>
          </ac:spMkLst>
        </pc:spChg>
        <pc:picChg chg="add mod">
          <ac:chgData name="MARIA SALAS URBANO" userId="bc2a5f4f-1ff3-43e1-9c04-a7dcd714a090" providerId="ADAL" clId="{2E4E1E6E-A1F7-437D-8F42-B4C7BFCDD5CD}" dt="2023-11-18T11:12:27.456" v="799" actId="571"/>
          <ac:picMkLst>
            <pc:docMk/>
            <pc:sldMk cId="2566154606" sldId="286"/>
            <ac:picMk id="6" creationId="{FFB8630A-BCFF-9913-814E-8610DF1BFD50}"/>
          </ac:picMkLst>
        </pc:picChg>
        <pc:picChg chg="mod">
          <ac:chgData name="MARIA SALAS URBANO" userId="bc2a5f4f-1ff3-43e1-9c04-a7dcd714a090" providerId="ADAL" clId="{2E4E1E6E-A1F7-437D-8F42-B4C7BFCDD5CD}" dt="2023-11-18T11:11:10.726" v="790" actId="1076"/>
          <ac:picMkLst>
            <pc:docMk/>
            <pc:sldMk cId="2566154606" sldId="286"/>
            <ac:picMk id="8" creationId="{745271FF-716A-7ED1-637B-E305CE634D5D}"/>
          </ac:picMkLst>
        </pc:picChg>
      </pc:sldChg>
      <pc:sldChg chg="addSp modSp mod ord modNotesTx">
        <pc:chgData name="MARIA SALAS URBANO" userId="bc2a5f4f-1ff3-43e1-9c04-a7dcd714a090" providerId="ADAL" clId="{2E4E1E6E-A1F7-437D-8F42-B4C7BFCDD5CD}" dt="2023-11-20T15:20:22.589" v="4568" actId="20577"/>
        <pc:sldMkLst>
          <pc:docMk/>
          <pc:sldMk cId="1201707264" sldId="288"/>
        </pc:sldMkLst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5" creationId="{AFA3CC17-CEEC-D62D-4C7A-83EAB1D1C521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6" creationId="{AB478106-2AA0-2E1C-0D63-E3CF9B70F012}"/>
          </ac:spMkLst>
        </pc:spChg>
        <pc:spChg chg="add mod">
          <ac:chgData name="MARIA SALAS URBANO" userId="bc2a5f4f-1ff3-43e1-9c04-a7dcd714a090" providerId="ADAL" clId="{2E4E1E6E-A1F7-437D-8F42-B4C7BFCDD5CD}" dt="2023-11-18T11:18:38.835" v="892" actId="1076"/>
          <ac:spMkLst>
            <pc:docMk/>
            <pc:sldMk cId="1201707264" sldId="288"/>
            <ac:spMk id="7" creationId="{63844050-9F4B-F2AC-18B5-150F6040585D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8" creationId="{9EAF0CCE-C49C-552E-3B9C-B8A15670CD77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19" creationId="{C58B0C7C-C099-00DA-1384-F649D654889D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22" creationId="{11102CA9-76F4-B9AA-52E1-081D9148190E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23" creationId="{684CA5C6-717A-00D8-CC7D-725953C77F0B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29" creationId="{4B2A23D7-51F3-898B-A666-9579885A0066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33" creationId="{C2C2AB34-212D-9F98-9F05-8F9FB44BACC1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37" creationId="{17D75319-BFDF-1CAC-3EDC-276F18B5DF9D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38" creationId="{50679D1A-C664-19F4-9D34-6D5790FF917D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39" creationId="{DCE2C6EA-9CCC-9C01-5049-B23AFEAAA989}"/>
          </ac:spMkLst>
        </pc:spChg>
        <pc:spChg chg="mod">
          <ac:chgData name="MARIA SALAS URBANO" userId="bc2a5f4f-1ff3-43e1-9c04-a7dcd714a090" providerId="ADAL" clId="{2E4E1E6E-A1F7-437D-8F42-B4C7BFCDD5CD}" dt="2023-11-18T11:18:11.031" v="886" actId="1036"/>
          <ac:spMkLst>
            <pc:docMk/>
            <pc:sldMk cId="1201707264" sldId="288"/>
            <ac:spMk id="41" creationId="{8282B619-2102-B01D-C120-41C4E7EB1585}"/>
          </ac:spMkLst>
        </pc:sp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10" creationId="{ADFA5A61-14BE-7B46-5795-D208B5E12CCF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12" creationId="{F1E4EDC3-0515-0CA8-C08A-5EEF04126250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14" creationId="{C24580A3-0597-0A97-0C80-D90BD27095FD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16" creationId="{55CC1B44-E0D8-9091-2466-518DB798A982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18" creationId="{C9FAACD6-453F-FA13-D96F-21C717A5BB93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25" creationId="{1010C71F-1FA4-8E39-CC75-44DA3C83E471}"/>
          </ac:picMkLst>
        </pc:picChg>
        <pc:picChg chg="mod">
          <ac:chgData name="MARIA SALAS URBANO" userId="bc2a5f4f-1ff3-43e1-9c04-a7dcd714a090" providerId="ADAL" clId="{2E4E1E6E-A1F7-437D-8F42-B4C7BFCDD5CD}" dt="2023-11-18T11:18:11.031" v="886" actId="1036"/>
          <ac:picMkLst>
            <pc:docMk/>
            <pc:sldMk cId="1201707264" sldId="288"/>
            <ac:picMk id="27" creationId="{E1A90B5F-A15E-4761-D58E-96D5C87B6D1E}"/>
          </ac:picMkLst>
        </pc:picChg>
      </pc:sldChg>
      <pc:sldChg chg="modAnim modNotesTx">
        <pc:chgData name="MARIA SALAS URBANO" userId="bc2a5f4f-1ff3-43e1-9c04-a7dcd714a090" providerId="ADAL" clId="{2E4E1E6E-A1F7-437D-8F42-B4C7BFCDD5CD}" dt="2023-11-22T04:37:44.584" v="4647"/>
        <pc:sldMkLst>
          <pc:docMk/>
          <pc:sldMk cId="3698189005" sldId="293"/>
        </pc:sldMkLst>
      </pc:sldChg>
      <pc:sldChg chg="modSp modAnim modNotesTx">
        <pc:chgData name="MARIA SALAS URBANO" userId="bc2a5f4f-1ff3-43e1-9c04-a7dcd714a090" providerId="ADAL" clId="{2E4E1E6E-A1F7-437D-8F42-B4C7BFCDD5CD}" dt="2023-11-22T04:37:56.087" v="4649"/>
        <pc:sldMkLst>
          <pc:docMk/>
          <pc:sldMk cId="992424365" sldId="294"/>
        </pc:sldMkLst>
        <pc:spChg chg="mod">
          <ac:chgData name="MARIA SALAS URBANO" userId="bc2a5f4f-1ff3-43e1-9c04-a7dcd714a090" providerId="ADAL" clId="{2E4E1E6E-A1F7-437D-8F42-B4C7BFCDD5CD}" dt="2023-11-18T11:34:37.200" v="1091" actId="20577"/>
          <ac:spMkLst>
            <pc:docMk/>
            <pc:sldMk cId="992424365" sldId="294"/>
            <ac:spMk id="13" creationId="{E035ACF5-4779-ABFD-C8D9-8078F16FE610}"/>
          </ac:spMkLst>
        </pc:spChg>
      </pc:sldChg>
      <pc:sldChg chg="modSp modAnim modNotesTx">
        <pc:chgData name="MARIA SALAS URBANO" userId="bc2a5f4f-1ff3-43e1-9c04-a7dcd714a090" providerId="ADAL" clId="{2E4E1E6E-A1F7-437D-8F42-B4C7BFCDD5CD}" dt="2023-11-22T04:38:07.548" v="4651"/>
        <pc:sldMkLst>
          <pc:docMk/>
          <pc:sldMk cId="2474811747" sldId="295"/>
        </pc:sldMkLst>
        <pc:spChg chg="mod">
          <ac:chgData name="MARIA SALAS URBANO" userId="bc2a5f4f-1ff3-43e1-9c04-a7dcd714a090" providerId="ADAL" clId="{2E4E1E6E-A1F7-437D-8F42-B4C7BFCDD5CD}" dt="2023-11-18T11:35:23.530" v="1108" actId="20577"/>
          <ac:spMkLst>
            <pc:docMk/>
            <pc:sldMk cId="2474811747" sldId="295"/>
            <ac:spMk id="13" creationId="{E035ACF5-4779-ABFD-C8D9-8078F16FE610}"/>
          </ac:spMkLst>
        </pc:spChg>
      </pc:sldChg>
      <pc:sldChg chg="modSp modAnim modNotesTx">
        <pc:chgData name="MARIA SALAS URBANO" userId="bc2a5f4f-1ff3-43e1-9c04-a7dcd714a090" providerId="ADAL" clId="{2E4E1E6E-A1F7-437D-8F42-B4C7BFCDD5CD}" dt="2023-11-22T04:38:21.553" v="4653"/>
        <pc:sldMkLst>
          <pc:docMk/>
          <pc:sldMk cId="2089205555" sldId="296"/>
        </pc:sldMkLst>
        <pc:spChg chg="mod">
          <ac:chgData name="MARIA SALAS URBANO" userId="bc2a5f4f-1ff3-43e1-9c04-a7dcd714a090" providerId="ADAL" clId="{2E4E1E6E-A1F7-437D-8F42-B4C7BFCDD5CD}" dt="2023-11-18T11:36:14.377" v="1140" actId="20577"/>
          <ac:spMkLst>
            <pc:docMk/>
            <pc:sldMk cId="2089205555" sldId="296"/>
            <ac:spMk id="13" creationId="{E035ACF5-4779-ABFD-C8D9-8078F16FE610}"/>
          </ac:spMkLst>
        </pc:spChg>
      </pc:sldChg>
      <pc:sldChg chg="modSp mod modAnim modNotesTx">
        <pc:chgData name="MARIA SALAS URBANO" userId="bc2a5f4f-1ff3-43e1-9c04-a7dcd714a090" providerId="ADAL" clId="{2E4E1E6E-A1F7-437D-8F42-B4C7BFCDD5CD}" dt="2023-11-22T04:37:13.176" v="4643" actId="1035"/>
        <pc:sldMkLst>
          <pc:docMk/>
          <pc:sldMk cId="2289345518" sldId="297"/>
        </pc:sldMkLst>
        <pc:spChg chg="mod">
          <ac:chgData name="MARIA SALAS URBANO" userId="bc2a5f4f-1ff3-43e1-9c04-a7dcd714a090" providerId="ADAL" clId="{2E4E1E6E-A1F7-437D-8F42-B4C7BFCDD5CD}" dt="2023-11-22T04:37:13.176" v="4643" actId="1035"/>
          <ac:spMkLst>
            <pc:docMk/>
            <pc:sldMk cId="2289345518" sldId="297"/>
            <ac:spMk id="3" creationId="{576D1DD8-520E-2C6F-50D5-2DB9BD9C3247}"/>
          </ac:spMkLst>
        </pc:spChg>
        <pc:spChg chg="mod">
          <ac:chgData name="MARIA SALAS URBANO" userId="bc2a5f4f-1ff3-43e1-9c04-a7dcd714a090" providerId="ADAL" clId="{2E4E1E6E-A1F7-437D-8F42-B4C7BFCDD5CD}" dt="2023-11-22T04:37:13.176" v="4643" actId="1035"/>
          <ac:spMkLst>
            <pc:docMk/>
            <pc:sldMk cId="2289345518" sldId="297"/>
            <ac:spMk id="4" creationId="{EC94EF21-C836-653D-5AE5-B5F6618F070E}"/>
          </ac:spMkLst>
        </pc:spChg>
        <pc:spChg chg="mod">
          <ac:chgData name="MARIA SALAS URBANO" userId="bc2a5f4f-1ff3-43e1-9c04-a7dcd714a090" providerId="ADAL" clId="{2E4E1E6E-A1F7-437D-8F42-B4C7BFCDD5CD}" dt="2023-11-22T04:37:13.176" v="4643" actId="1035"/>
          <ac:spMkLst>
            <pc:docMk/>
            <pc:sldMk cId="2289345518" sldId="297"/>
            <ac:spMk id="13" creationId="{E035ACF5-4779-ABFD-C8D9-8078F16FE610}"/>
          </ac:spMkLst>
        </pc:spChg>
        <pc:picChg chg="mod">
          <ac:chgData name="MARIA SALAS URBANO" userId="bc2a5f4f-1ff3-43e1-9c04-a7dcd714a090" providerId="ADAL" clId="{2E4E1E6E-A1F7-437D-8F42-B4C7BFCDD5CD}" dt="2023-11-22T04:37:13.176" v="4643" actId="1035"/>
          <ac:picMkLst>
            <pc:docMk/>
            <pc:sldMk cId="2289345518" sldId="297"/>
            <ac:picMk id="8" creationId="{745271FF-716A-7ED1-637B-E305CE634D5D}"/>
          </ac:picMkLst>
        </pc:picChg>
      </pc:sldChg>
      <pc:sldChg chg="modSp mod modNotesTx">
        <pc:chgData name="MARIA SALAS URBANO" userId="bc2a5f4f-1ff3-43e1-9c04-a7dcd714a090" providerId="ADAL" clId="{2E4E1E6E-A1F7-437D-8F42-B4C7BFCDD5CD}" dt="2023-11-20T15:22:35.879" v="4578" actId="20577"/>
        <pc:sldMkLst>
          <pc:docMk/>
          <pc:sldMk cId="2209204669" sldId="298"/>
        </pc:sldMkLst>
        <pc:spChg chg="mod">
          <ac:chgData name="MARIA SALAS URBANO" userId="bc2a5f4f-1ff3-43e1-9c04-a7dcd714a090" providerId="ADAL" clId="{2E4E1E6E-A1F7-437D-8F42-B4C7BFCDD5CD}" dt="2023-11-19T15:27:13.999" v="1707" actId="1037"/>
          <ac:spMkLst>
            <pc:docMk/>
            <pc:sldMk cId="2209204669" sldId="298"/>
            <ac:spMk id="3" creationId="{576D1DD8-520E-2C6F-50D5-2DB9BD9C3247}"/>
          </ac:spMkLst>
        </pc:spChg>
      </pc:sldChg>
      <pc:sldChg chg="modSp modAnim modNotesTx">
        <pc:chgData name="MARIA SALAS URBANO" userId="bc2a5f4f-1ff3-43e1-9c04-a7dcd714a090" providerId="ADAL" clId="{2E4E1E6E-A1F7-437D-8F42-B4C7BFCDD5CD}" dt="2023-11-22T04:36:44.793" v="4639"/>
        <pc:sldMkLst>
          <pc:docMk/>
          <pc:sldMk cId="2708608580" sldId="299"/>
        </pc:sldMkLst>
        <pc:spChg chg="mod">
          <ac:chgData name="MARIA SALAS URBANO" userId="bc2a5f4f-1ff3-43e1-9c04-a7dcd714a090" providerId="ADAL" clId="{2E4E1E6E-A1F7-437D-8F42-B4C7BFCDD5CD}" dt="2023-11-19T15:32:33.713" v="2144" actId="20577"/>
          <ac:spMkLst>
            <pc:docMk/>
            <pc:sldMk cId="2708608580" sldId="299"/>
            <ac:spMk id="13" creationId="{E035ACF5-4779-ABFD-C8D9-8078F16FE610}"/>
          </ac:spMkLst>
        </pc:spChg>
      </pc:sldChg>
      <pc:sldChg chg="modSp mod modAnim modNotesTx">
        <pc:chgData name="MARIA SALAS URBANO" userId="bc2a5f4f-1ff3-43e1-9c04-a7dcd714a090" providerId="ADAL" clId="{2E4E1E6E-A1F7-437D-8F42-B4C7BFCDD5CD}" dt="2023-11-22T04:36:53.648" v="4641" actId="1036"/>
        <pc:sldMkLst>
          <pc:docMk/>
          <pc:sldMk cId="2911691602" sldId="300"/>
        </pc:sldMkLst>
        <pc:spChg chg="mod">
          <ac:chgData name="MARIA SALAS URBANO" userId="bc2a5f4f-1ff3-43e1-9c04-a7dcd714a090" providerId="ADAL" clId="{2E4E1E6E-A1F7-437D-8F42-B4C7BFCDD5CD}" dt="2023-11-22T04:36:53.648" v="4641" actId="1036"/>
          <ac:spMkLst>
            <pc:docMk/>
            <pc:sldMk cId="2911691602" sldId="300"/>
            <ac:spMk id="3" creationId="{576D1DD8-520E-2C6F-50D5-2DB9BD9C3247}"/>
          </ac:spMkLst>
        </pc:spChg>
        <pc:spChg chg="mod">
          <ac:chgData name="MARIA SALAS URBANO" userId="bc2a5f4f-1ff3-43e1-9c04-a7dcd714a090" providerId="ADAL" clId="{2E4E1E6E-A1F7-437D-8F42-B4C7BFCDD5CD}" dt="2023-11-19T15:32:58.499" v="2151" actId="20577"/>
          <ac:spMkLst>
            <pc:docMk/>
            <pc:sldMk cId="2911691602" sldId="300"/>
            <ac:spMk id="13" creationId="{E035ACF5-4779-ABFD-C8D9-8078F16FE610}"/>
          </ac:spMkLst>
        </pc:spChg>
      </pc:sldChg>
      <pc:sldChg chg="modSp mod modAnim modNotesTx">
        <pc:chgData name="MARIA SALAS URBANO" userId="bc2a5f4f-1ff3-43e1-9c04-a7dcd714a090" providerId="ADAL" clId="{2E4E1E6E-A1F7-437D-8F42-B4C7BFCDD5CD}" dt="2023-11-22T04:35:55.461" v="4637"/>
        <pc:sldMkLst>
          <pc:docMk/>
          <pc:sldMk cId="3169430917" sldId="301"/>
        </pc:sldMkLst>
        <pc:spChg chg="mod">
          <ac:chgData name="MARIA SALAS URBANO" userId="bc2a5f4f-1ff3-43e1-9c04-a7dcd714a090" providerId="ADAL" clId="{2E4E1E6E-A1F7-437D-8F42-B4C7BFCDD5CD}" dt="2023-11-19T15:33:52.821" v="2163"/>
          <ac:spMkLst>
            <pc:docMk/>
            <pc:sldMk cId="3169430917" sldId="301"/>
            <ac:spMk id="13" creationId="{E035ACF5-4779-ABFD-C8D9-8078F16FE610}"/>
          </ac:spMkLst>
        </pc:spChg>
        <pc:cxnChg chg="mod">
          <ac:chgData name="MARIA SALAS URBANO" userId="bc2a5f4f-1ff3-43e1-9c04-a7dcd714a090" providerId="ADAL" clId="{2E4E1E6E-A1F7-437D-8F42-B4C7BFCDD5CD}" dt="2023-11-19T15:43:45.990" v="2164" actId="1076"/>
          <ac:cxnSpMkLst>
            <pc:docMk/>
            <pc:sldMk cId="3169430917" sldId="301"/>
            <ac:cxnSpMk id="5" creationId="{BCB64832-2644-1F94-01EC-CF18EC94EFC3}"/>
          </ac:cxnSpMkLst>
        </pc:cxnChg>
      </pc:sldChg>
      <pc:sldChg chg="modNotesTx">
        <pc:chgData name="MARIA SALAS URBANO" userId="bc2a5f4f-1ff3-43e1-9c04-a7dcd714a090" providerId="ADAL" clId="{2E4E1E6E-A1F7-437D-8F42-B4C7BFCDD5CD}" dt="2023-11-17T12:19:45.735" v="390" actId="20577"/>
        <pc:sldMkLst>
          <pc:docMk/>
          <pc:sldMk cId="718508262" sldId="302"/>
        </pc:sldMkLst>
      </pc:sldChg>
      <pc:sldChg chg="modSp modNotesTx">
        <pc:chgData name="MARIA SALAS URBANO" userId="bc2a5f4f-1ff3-43e1-9c04-a7dcd714a090" providerId="ADAL" clId="{2E4E1E6E-A1F7-437D-8F42-B4C7BFCDD5CD}" dt="2023-11-20T16:36:20.921" v="4613" actId="20577"/>
        <pc:sldMkLst>
          <pc:docMk/>
          <pc:sldMk cId="2558582686" sldId="305"/>
        </pc:sldMkLst>
        <pc:spChg chg="mod">
          <ac:chgData name="MARIA SALAS URBANO" userId="bc2a5f4f-1ff3-43e1-9c04-a7dcd714a090" providerId="ADAL" clId="{2E4E1E6E-A1F7-437D-8F42-B4C7BFCDD5CD}" dt="2023-11-20T16:36:20.921" v="4613" actId="20577"/>
          <ac:spMkLst>
            <pc:docMk/>
            <pc:sldMk cId="2558582686" sldId="305"/>
            <ac:spMk id="7" creationId="{F3C4C411-85F6-E820-5F4F-57BEA8DAC302}"/>
          </ac:spMkLst>
        </pc:spChg>
      </pc:sldChg>
      <pc:sldChg chg="modNotesTx">
        <pc:chgData name="MARIA SALAS URBANO" userId="bc2a5f4f-1ff3-43e1-9c04-a7dcd714a090" providerId="ADAL" clId="{2E4E1E6E-A1F7-437D-8F42-B4C7BFCDD5CD}" dt="2023-11-19T15:45:25.676" v="2210" actId="20577"/>
        <pc:sldMkLst>
          <pc:docMk/>
          <pc:sldMk cId="2932378730" sldId="306"/>
        </pc:sldMkLst>
      </pc:sldChg>
      <pc:sldChg chg="modNotesTx">
        <pc:chgData name="MARIA SALAS URBANO" userId="bc2a5f4f-1ff3-43e1-9c04-a7dcd714a090" providerId="ADAL" clId="{2E4E1E6E-A1F7-437D-8F42-B4C7BFCDD5CD}" dt="2023-11-19T15:45:44.055" v="2244" actId="20577"/>
        <pc:sldMkLst>
          <pc:docMk/>
          <pc:sldMk cId="1235640830" sldId="308"/>
        </pc:sldMkLst>
      </pc:sldChg>
      <pc:sldChg chg="modSp mod modAnim modNotesTx">
        <pc:chgData name="MARIA SALAS URBANO" userId="bc2a5f4f-1ff3-43e1-9c04-a7dcd714a090" providerId="ADAL" clId="{2E4E1E6E-A1F7-437D-8F42-B4C7BFCDD5CD}" dt="2023-11-27T15:39:18.981" v="5121" actId="20577"/>
        <pc:sldMkLst>
          <pc:docMk/>
          <pc:sldMk cId="3765193210" sldId="311"/>
        </pc:sldMkLst>
        <pc:spChg chg="mod">
          <ac:chgData name="MARIA SALAS URBANO" userId="bc2a5f4f-1ff3-43e1-9c04-a7dcd714a090" providerId="ADAL" clId="{2E4E1E6E-A1F7-437D-8F42-B4C7BFCDD5CD}" dt="2023-11-24T05:18:57.575" v="4814" actId="1036"/>
          <ac:spMkLst>
            <pc:docMk/>
            <pc:sldMk cId="3765193210" sldId="311"/>
            <ac:spMk id="3" creationId="{AC91B948-96A8-EDAF-F82D-BFE6B8573548}"/>
          </ac:spMkLst>
        </pc:spChg>
        <pc:spChg chg="mod">
          <ac:chgData name="MARIA SALAS URBANO" userId="bc2a5f4f-1ff3-43e1-9c04-a7dcd714a090" providerId="ADAL" clId="{2E4E1E6E-A1F7-437D-8F42-B4C7BFCDD5CD}" dt="2023-11-27T15:39:18.981" v="5121" actId="20577"/>
          <ac:spMkLst>
            <pc:docMk/>
            <pc:sldMk cId="3765193210" sldId="311"/>
            <ac:spMk id="5" creationId="{AAAFF494-88CC-A724-92C3-3DB81D0A8452}"/>
          </ac:spMkLst>
        </pc:spChg>
        <pc:spChg chg="mod">
          <ac:chgData name="MARIA SALAS URBANO" userId="bc2a5f4f-1ff3-43e1-9c04-a7dcd714a090" providerId="ADAL" clId="{2E4E1E6E-A1F7-437D-8F42-B4C7BFCDD5CD}" dt="2023-11-26T21:46:34.664" v="4863" actId="1036"/>
          <ac:spMkLst>
            <pc:docMk/>
            <pc:sldMk cId="3765193210" sldId="311"/>
            <ac:spMk id="7" creationId="{8317A5A7-8880-AD4C-40A6-D0148A824452}"/>
          </ac:spMkLst>
        </pc:spChg>
        <pc:spChg chg="mod">
          <ac:chgData name="MARIA SALAS URBANO" userId="bc2a5f4f-1ff3-43e1-9c04-a7dcd714a090" providerId="ADAL" clId="{2E4E1E6E-A1F7-437D-8F42-B4C7BFCDD5CD}" dt="2023-11-26T21:47:40.353" v="4925" actId="14100"/>
          <ac:spMkLst>
            <pc:docMk/>
            <pc:sldMk cId="3765193210" sldId="311"/>
            <ac:spMk id="8" creationId="{22557672-1D2F-6C10-7F71-1312898ED8B0}"/>
          </ac:spMkLst>
        </pc:spChg>
        <pc:spChg chg="mod">
          <ac:chgData name="MARIA SALAS URBANO" userId="bc2a5f4f-1ff3-43e1-9c04-a7dcd714a090" providerId="ADAL" clId="{2E4E1E6E-A1F7-437D-8F42-B4C7BFCDD5CD}" dt="2023-11-26T21:46:34.664" v="4863" actId="1036"/>
          <ac:spMkLst>
            <pc:docMk/>
            <pc:sldMk cId="3765193210" sldId="311"/>
            <ac:spMk id="9" creationId="{3EA1FEFF-1CC7-BDF6-485F-D6AF925A5D89}"/>
          </ac:spMkLst>
        </pc:spChg>
        <pc:spChg chg="mod">
          <ac:chgData name="MARIA SALAS URBANO" userId="bc2a5f4f-1ff3-43e1-9c04-a7dcd714a090" providerId="ADAL" clId="{2E4E1E6E-A1F7-437D-8F42-B4C7BFCDD5CD}" dt="2023-11-26T21:47:45.528" v="4930" actId="1037"/>
          <ac:spMkLst>
            <pc:docMk/>
            <pc:sldMk cId="3765193210" sldId="311"/>
            <ac:spMk id="10" creationId="{881CFB68-A4A6-138F-7AD4-011785C5645D}"/>
          </ac:spMkLst>
        </pc:spChg>
        <pc:spChg chg="mod">
          <ac:chgData name="MARIA SALAS URBANO" userId="bc2a5f4f-1ff3-43e1-9c04-a7dcd714a090" providerId="ADAL" clId="{2E4E1E6E-A1F7-437D-8F42-B4C7BFCDD5CD}" dt="2023-11-26T21:46:57.527" v="4894" actId="1037"/>
          <ac:spMkLst>
            <pc:docMk/>
            <pc:sldMk cId="3765193210" sldId="311"/>
            <ac:spMk id="11" creationId="{0DEA9B72-06CD-A281-10EF-A3DFDFCFD591}"/>
          </ac:spMkLst>
        </pc:spChg>
        <pc:spChg chg="mod">
          <ac:chgData name="MARIA SALAS URBANO" userId="bc2a5f4f-1ff3-43e1-9c04-a7dcd714a090" providerId="ADAL" clId="{2E4E1E6E-A1F7-437D-8F42-B4C7BFCDD5CD}" dt="2023-11-26T21:46:47.706" v="4876" actId="1036"/>
          <ac:spMkLst>
            <pc:docMk/>
            <pc:sldMk cId="3765193210" sldId="311"/>
            <ac:spMk id="14" creationId="{31D557B2-6868-E9AE-463A-63A5D04320ED}"/>
          </ac:spMkLst>
        </pc:spChg>
        <pc:picChg chg="mod">
          <ac:chgData name="MARIA SALAS URBANO" userId="bc2a5f4f-1ff3-43e1-9c04-a7dcd714a090" providerId="ADAL" clId="{2E4E1E6E-A1F7-437D-8F42-B4C7BFCDD5CD}" dt="2023-11-26T21:46:34.664" v="4863" actId="1036"/>
          <ac:picMkLst>
            <pc:docMk/>
            <pc:sldMk cId="3765193210" sldId="311"/>
            <ac:picMk id="6" creationId="{66D4BF5B-D46D-786B-E59F-154F69639454}"/>
          </ac:picMkLst>
        </pc:picChg>
      </pc:sldChg>
      <pc:sldChg chg="modSp modAnim modNotesTx">
        <pc:chgData name="MARIA SALAS URBANO" userId="bc2a5f4f-1ff3-43e1-9c04-a7dcd714a090" providerId="ADAL" clId="{2E4E1E6E-A1F7-437D-8F42-B4C7BFCDD5CD}" dt="2023-11-22T04:55:00.457" v="4754" actId="114"/>
        <pc:sldMkLst>
          <pc:docMk/>
          <pc:sldMk cId="1995159844" sldId="312"/>
        </pc:sldMkLst>
        <pc:spChg chg="mod">
          <ac:chgData name="MARIA SALAS URBANO" userId="bc2a5f4f-1ff3-43e1-9c04-a7dcd714a090" providerId="ADAL" clId="{2E4E1E6E-A1F7-437D-8F42-B4C7BFCDD5CD}" dt="2023-11-22T04:55:00.457" v="4754" actId="114"/>
          <ac:spMkLst>
            <pc:docMk/>
            <pc:sldMk cId="1995159844" sldId="312"/>
            <ac:spMk id="3" creationId="{0D8AD573-0BC4-485C-B795-78FFCB527D74}"/>
          </ac:spMkLst>
        </pc:spChg>
      </pc:sldChg>
      <pc:sldChg chg="modSp mod modNotesTx">
        <pc:chgData name="MARIA SALAS URBANO" userId="bc2a5f4f-1ff3-43e1-9c04-a7dcd714a090" providerId="ADAL" clId="{2E4E1E6E-A1F7-437D-8F42-B4C7BFCDD5CD}" dt="2023-11-22T05:22:21.553" v="4796" actId="20577"/>
        <pc:sldMkLst>
          <pc:docMk/>
          <pc:sldMk cId="664465714" sldId="313"/>
        </pc:sldMkLst>
        <pc:spChg chg="mod">
          <ac:chgData name="MARIA SALAS URBANO" userId="bc2a5f4f-1ff3-43e1-9c04-a7dcd714a090" providerId="ADAL" clId="{2E4E1E6E-A1F7-437D-8F42-B4C7BFCDD5CD}" dt="2023-11-22T05:22:21.553" v="4796" actId="20577"/>
          <ac:spMkLst>
            <pc:docMk/>
            <pc:sldMk cId="664465714" sldId="313"/>
            <ac:spMk id="3" creationId="{0D8AD573-0BC4-485C-B795-78FFCB527D74}"/>
          </ac:spMkLst>
        </pc:spChg>
      </pc:sldChg>
      <pc:sldChg chg="addSp delSp modSp mod modAnim modNotesTx">
        <pc:chgData name="MARIA SALAS URBANO" userId="bc2a5f4f-1ff3-43e1-9c04-a7dcd714a090" providerId="ADAL" clId="{2E4E1E6E-A1F7-437D-8F42-B4C7BFCDD5CD}" dt="2023-11-27T15:49:19.160" v="5127"/>
        <pc:sldMkLst>
          <pc:docMk/>
          <pc:sldMk cId="442290755" sldId="314"/>
        </pc:sldMkLst>
        <pc:spChg chg="del">
          <ac:chgData name="MARIA SALAS URBANO" userId="bc2a5f4f-1ff3-43e1-9c04-a7dcd714a090" providerId="ADAL" clId="{2E4E1E6E-A1F7-437D-8F42-B4C7BFCDD5CD}" dt="2023-11-19T17:09:42.754" v="3925" actId="478"/>
          <ac:spMkLst>
            <pc:docMk/>
            <pc:sldMk cId="442290755" sldId="314"/>
            <ac:spMk id="2" creationId="{B76A1123-2F9B-25AA-9ED3-5A90330CAC62}"/>
          </ac:spMkLst>
        </pc:spChg>
        <pc:spChg chg="add mod">
          <ac:chgData name="MARIA SALAS URBANO" userId="bc2a5f4f-1ff3-43e1-9c04-a7dcd714a090" providerId="ADAL" clId="{2E4E1E6E-A1F7-437D-8F42-B4C7BFCDD5CD}" dt="2023-11-19T17:04:08.279" v="3800" actId="208"/>
          <ac:spMkLst>
            <pc:docMk/>
            <pc:sldMk cId="442290755" sldId="314"/>
            <ac:spMk id="3" creationId="{91992F7B-85A8-29D7-4904-76F30C71CA12}"/>
          </ac:spMkLst>
        </pc:spChg>
        <pc:spChg chg="add mod">
          <ac:chgData name="MARIA SALAS URBANO" userId="bc2a5f4f-1ff3-43e1-9c04-a7dcd714a090" providerId="ADAL" clId="{2E4E1E6E-A1F7-437D-8F42-B4C7BFCDD5CD}" dt="2023-11-19T17:04:34.518" v="3806" actId="1076"/>
          <ac:spMkLst>
            <pc:docMk/>
            <pc:sldMk cId="442290755" sldId="314"/>
            <ac:spMk id="5" creationId="{1FD88965-1CF6-85DF-27C0-3280F0BBC003}"/>
          </ac:spMkLst>
        </pc:spChg>
        <pc:spChg chg="add mod">
          <ac:chgData name="MARIA SALAS URBANO" userId="bc2a5f4f-1ff3-43e1-9c04-a7dcd714a090" providerId="ADAL" clId="{2E4E1E6E-A1F7-437D-8F42-B4C7BFCDD5CD}" dt="2023-11-19T17:04:49.208" v="3812" actId="1037"/>
          <ac:spMkLst>
            <pc:docMk/>
            <pc:sldMk cId="442290755" sldId="314"/>
            <ac:spMk id="7" creationId="{B06908D9-F4E1-9F68-6B6A-51D64BF5E811}"/>
          </ac:spMkLst>
        </pc:spChg>
        <pc:spChg chg="add mod">
          <ac:chgData name="MARIA SALAS URBANO" userId="bc2a5f4f-1ff3-43e1-9c04-a7dcd714a090" providerId="ADAL" clId="{2E4E1E6E-A1F7-437D-8F42-B4C7BFCDD5CD}" dt="2023-11-19T17:04:57.710" v="3817" actId="1035"/>
          <ac:spMkLst>
            <pc:docMk/>
            <pc:sldMk cId="442290755" sldId="314"/>
            <ac:spMk id="8" creationId="{AC6F7FEB-BC7A-3CB1-0585-45DE2B0ACCBE}"/>
          </ac:spMkLst>
        </pc:spChg>
        <pc:spChg chg="add mod">
          <ac:chgData name="MARIA SALAS URBANO" userId="bc2a5f4f-1ff3-43e1-9c04-a7dcd714a090" providerId="ADAL" clId="{2E4E1E6E-A1F7-437D-8F42-B4C7BFCDD5CD}" dt="2023-11-19T17:05:15.068" v="3824" actId="1035"/>
          <ac:spMkLst>
            <pc:docMk/>
            <pc:sldMk cId="442290755" sldId="314"/>
            <ac:spMk id="9" creationId="{9AA1EE7B-49B6-B951-87C6-E5FCABCFBD22}"/>
          </ac:spMkLst>
        </pc:spChg>
        <pc:spChg chg="mod">
          <ac:chgData name="MARIA SALAS URBANO" userId="bc2a5f4f-1ff3-43e1-9c04-a7dcd714a090" providerId="ADAL" clId="{2E4E1E6E-A1F7-437D-8F42-B4C7BFCDD5CD}" dt="2023-11-19T17:09:48.979" v="3927" actId="1076"/>
          <ac:spMkLst>
            <pc:docMk/>
            <pc:sldMk cId="442290755" sldId="314"/>
            <ac:spMk id="10" creationId="{5B6BB5A5-B3AF-92DD-D412-15F6834792FF}"/>
          </ac:spMkLst>
        </pc:spChg>
        <pc:spChg chg="add mod">
          <ac:chgData name="MARIA SALAS URBANO" userId="bc2a5f4f-1ff3-43e1-9c04-a7dcd714a090" providerId="ADAL" clId="{2E4E1E6E-A1F7-437D-8F42-B4C7BFCDD5CD}" dt="2023-11-19T17:05:27.481" v="3828" actId="14100"/>
          <ac:spMkLst>
            <pc:docMk/>
            <pc:sldMk cId="442290755" sldId="314"/>
            <ac:spMk id="11" creationId="{C1F128AF-9D56-CF1A-C9DD-0326467FBBB1}"/>
          </ac:spMkLst>
        </pc:spChg>
        <pc:spChg chg="add mod">
          <ac:chgData name="MARIA SALAS URBANO" userId="bc2a5f4f-1ff3-43e1-9c04-a7dcd714a090" providerId="ADAL" clId="{2E4E1E6E-A1F7-437D-8F42-B4C7BFCDD5CD}" dt="2023-11-19T17:05:37.887" v="3830" actId="1076"/>
          <ac:spMkLst>
            <pc:docMk/>
            <pc:sldMk cId="442290755" sldId="314"/>
            <ac:spMk id="12" creationId="{908357D3-C0E1-62A5-5721-AD220C087024}"/>
          </ac:spMkLst>
        </pc:spChg>
        <pc:spChg chg="mod">
          <ac:chgData name="MARIA SALAS URBANO" userId="bc2a5f4f-1ff3-43e1-9c04-a7dcd714a090" providerId="ADAL" clId="{2E4E1E6E-A1F7-437D-8F42-B4C7BFCDD5CD}" dt="2023-11-19T17:03:24.779" v="3797" actId="1037"/>
          <ac:spMkLst>
            <pc:docMk/>
            <pc:sldMk cId="442290755" sldId="314"/>
            <ac:spMk id="13" creationId="{A5403D7B-F05D-A46E-F9C9-F7EE28CC18AA}"/>
          </ac:spMkLst>
        </pc:spChg>
        <pc:spChg chg="add mod">
          <ac:chgData name="MARIA SALAS URBANO" userId="bc2a5f4f-1ff3-43e1-9c04-a7dcd714a090" providerId="ADAL" clId="{2E4E1E6E-A1F7-437D-8F42-B4C7BFCDD5CD}" dt="2023-11-19T17:05:43.750" v="3832" actId="1076"/>
          <ac:spMkLst>
            <pc:docMk/>
            <pc:sldMk cId="442290755" sldId="314"/>
            <ac:spMk id="14" creationId="{08241966-ED05-36DE-0AC6-60368678E07C}"/>
          </ac:spMkLst>
        </pc:spChg>
        <pc:spChg chg="add mod">
          <ac:chgData name="MARIA SALAS URBANO" userId="bc2a5f4f-1ff3-43e1-9c04-a7dcd714a090" providerId="ADAL" clId="{2E4E1E6E-A1F7-437D-8F42-B4C7BFCDD5CD}" dt="2023-11-19T17:06:00.777" v="3843" actId="1037"/>
          <ac:spMkLst>
            <pc:docMk/>
            <pc:sldMk cId="442290755" sldId="314"/>
            <ac:spMk id="15" creationId="{2BA10F56-1649-6AC3-82E9-9804C6C15678}"/>
          </ac:spMkLst>
        </pc:spChg>
        <pc:spChg chg="add mod">
          <ac:chgData name="MARIA SALAS URBANO" userId="bc2a5f4f-1ff3-43e1-9c04-a7dcd714a090" providerId="ADAL" clId="{2E4E1E6E-A1F7-437D-8F42-B4C7BFCDD5CD}" dt="2023-11-19T17:06:12.967" v="3846" actId="1037"/>
          <ac:spMkLst>
            <pc:docMk/>
            <pc:sldMk cId="442290755" sldId="314"/>
            <ac:spMk id="16" creationId="{0FE1543B-F75B-2B41-D3DE-FE11A08F6E98}"/>
          </ac:spMkLst>
        </pc:spChg>
        <pc:spChg chg="mod">
          <ac:chgData name="MARIA SALAS URBANO" userId="bc2a5f4f-1ff3-43e1-9c04-a7dcd714a090" providerId="ADAL" clId="{2E4E1E6E-A1F7-437D-8F42-B4C7BFCDD5CD}" dt="2023-11-19T17:11:04.455" v="4009" actId="1036"/>
          <ac:spMkLst>
            <pc:docMk/>
            <pc:sldMk cId="442290755" sldId="314"/>
            <ac:spMk id="17" creationId="{AB298497-CA04-05F0-DD45-D44AB09B4C90}"/>
          </ac:spMkLst>
        </pc:spChg>
        <pc:spChg chg="mod">
          <ac:chgData name="MARIA SALAS URBANO" userId="bc2a5f4f-1ff3-43e1-9c04-a7dcd714a090" providerId="ADAL" clId="{2E4E1E6E-A1F7-437D-8F42-B4C7BFCDD5CD}" dt="2023-11-22T08:39:03.375" v="4801" actId="20577"/>
          <ac:spMkLst>
            <pc:docMk/>
            <pc:sldMk cId="442290755" sldId="314"/>
            <ac:spMk id="18" creationId="{91795108-12C7-3F4F-AF8F-F2D248A3DDAB}"/>
          </ac:spMkLst>
        </pc:spChg>
        <pc:spChg chg="add del mod">
          <ac:chgData name="MARIA SALAS URBANO" userId="bc2a5f4f-1ff3-43e1-9c04-a7dcd714a090" providerId="ADAL" clId="{2E4E1E6E-A1F7-437D-8F42-B4C7BFCDD5CD}" dt="2023-11-19T17:06:19.887" v="3848" actId="478"/>
          <ac:spMkLst>
            <pc:docMk/>
            <pc:sldMk cId="442290755" sldId="314"/>
            <ac:spMk id="19" creationId="{F741954A-E2C0-3CDA-C411-367D9DA9A2F0}"/>
          </ac:spMkLst>
        </pc:spChg>
        <pc:spChg chg="add mod">
          <ac:chgData name="MARIA SALAS URBANO" userId="bc2a5f4f-1ff3-43e1-9c04-a7dcd714a090" providerId="ADAL" clId="{2E4E1E6E-A1F7-437D-8F42-B4C7BFCDD5CD}" dt="2023-11-19T17:06:45.710" v="3859" actId="1037"/>
          <ac:spMkLst>
            <pc:docMk/>
            <pc:sldMk cId="442290755" sldId="314"/>
            <ac:spMk id="20" creationId="{BC204277-D352-271C-3948-557651031A0D}"/>
          </ac:spMkLst>
        </pc:spChg>
        <pc:spChg chg="add mod">
          <ac:chgData name="MARIA SALAS URBANO" userId="bc2a5f4f-1ff3-43e1-9c04-a7dcd714a090" providerId="ADAL" clId="{2E4E1E6E-A1F7-437D-8F42-B4C7BFCDD5CD}" dt="2023-11-19T17:07:00.436" v="3863" actId="1036"/>
          <ac:spMkLst>
            <pc:docMk/>
            <pc:sldMk cId="442290755" sldId="314"/>
            <ac:spMk id="21" creationId="{8B2536E4-48CD-204C-7835-27C14DEFF98F}"/>
          </ac:spMkLst>
        </pc:spChg>
        <pc:spChg chg="add del mod">
          <ac:chgData name="MARIA SALAS URBANO" userId="bc2a5f4f-1ff3-43e1-9c04-a7dcd714a090" providerId="ADAL" clId="{2E4E1E6E-A1F7-437D-8F42-B4C7BFCDD5CD}" dt="2023-11-19T17:09:44.181" v="3926" actId="478"/>
          <ac:spMkLst>
            <pc:docMk/>
            <pc:sldMk cId="442290755" sldId="314"/>
            <ac:spMk id="24" creationId="{97762296-3BB3-DF1E-DF0C-5E5D30381BB8}"/>
          </ac:spMkLst>
        </pc:spChg>
        <pc:picChg chg="mod">
          <ac:chgData name="MARIA SALAS URBANO" userId="bc2a5f4f-1ff3-43e1-9c04-a7dcd714a090" providerId="ADAL" clId="{2E4E1E6E-A1F7-437D-8F42-B4C7BFCDD5CD}" dt="2023-11-19T17:02:13.025" v="3753" actId="1035"/>
          <ac:picMkLst>
            <pc:docMk/>
            <pc:sldMk cId="442290755" sldId="314"/>
            <ac:picMk id="22" creationId="{C8FDF0D5-6B4F-7BDA-790C-F95DCAC6F55E}"/>
          </ac:picMkLst>
        </pc:picChg>
        <pc:cxnChg chg="mod">
          <ac:chgData name="MARIA SALAS URBANO" userId="bc2a5f4f-1ff3-43e1-9c04-a7dcd714a090" providerId="ADAL" clId="{2E4E1E6E-A1F7-437D-8F42-B4C7BFCDD5CD}" dt="2023-11-19T17:01:48.683" v="3724" actId="1035"/>
          <ac:cxnSpMkLst>
            <pc:docMk/>
            <pc:sldMk cId="442290755" sldId="314"/>
            <ac:cxnSpMk id="6" creationId="{21971B74-EEA8-8406-25B3-EDDFE5D3D1CD}"/>
          </ac:cxnSpMkLst>
        </pc:cxnChg>
      </pc:sldChg>
      <pc:sldChg chg="modSp mod">
        <pc:chgData name="MARIA SALAS URBANO" userId="bc2a5f4f-1ff3-43e1-9c04-a7dcd714a090" providerId="ADAL" clId="{2E4E1E6E-A1F7-437D-8F42-B4C7BFCDD5CD}" dt="2023-11-19T17:24:10.801" v="4566" actId="20577"/>
        <pc:sldMkLst>
          <pc:docMk/>
          <pc:sldMk cId="2414270915" sldId="315"/>
        </pc:sldMkLst>
        <pc:spChg chg="mod">
          <ac:chgData name="MARIA SALAS URBANO" userId="bc2a5f4f-1ff3-43e1-9c04-a7dcd714a090" providerId="ADAL" clId="{2E4E1E6E-A1F7-437D-8F42-B4C7BFCDD5CD}" dt="2023-11-19T17:24:10.801" v="4566" actId="20577"/>
          <ac:spMkLst>
            <pc:docMk/>
            <pc:sldMk cId="2414270915" sldId="315"/>
            <ac:spMk id="4" creationId="{11AB3030-9C34-524D-A7B2-EC150209F158}"/>
          </ac:spMkLst>
        </pc:spChg>
      </pc:sldChg>
      <pc:sldChg chg="modSp mod modAnim modNotesTx">
        <pc:chgData name="MARIA SALAS URBANO" userId="bc2a5f4f-1ff3-43e1-9c04-a7dcd714a090" providerId="ADAL" clId="{2E4E1E6E-A1F7-437D-8F42-B4C7BFCDD5CD}" dt="2023-11-27T15:47:11.060" v="5123"/>
        <pc:sldMkLst>
          <pc:docMk/>
          <pc:sldMk cId="2467763920" sldId="316"/>
        </pc:sldMkLst>
        <pc:spChg chg="mod">
          <ac:chgData name="MARIA SALAS URBANO" userId="bc2a5f4f-1ff3-43e1-9c04-a7dcd714a090" providerId="ADAL" clId="{2E4E1E6E-A1F7-437D-8F42-B4C7BFCDD5CD}" dt="2023-11-22T05:00:07.686" v="4766" actId="20577"/>
          <ac:spMkLst>
            <pc:docMk/>
            <pc:sldMk cId="2467763920" sldId="316"/>
            <ac:spMk id="3" creationId="{C3B6FA41-7BC6-976A-61EA-FCA7B3D217AF}"/>
          </ac:spMkLst>
        </pc:spChg>
      </pc:sldChg>
      <pc:sldChg chg="modSp mod modNotesTx">
        <pc:chgData name="MARIA SALAS URBANO" userId="bc2a5f4f-1ff3-43e1-9c04-a7dcd714a090" providerId="ADAL" clId="{2E4E1E6E-A1F7-437D-8F42-B4C7BFCDD5CD}" dt="2023-11-19T15:26:32.124" v="1691" actId="20577"/>
        <pc:sldMkLst>
          <pc:docMk/>
          <pc:sldMk cId="169283943" sldId="317"/>
        </pc:sldMkLst>
        <pc:spChg chg="mod">
          <ac:chgData name="MARIA SALAS URBANO" userId="bc2a5f4f-1ff3-43e1-9c04-a7dcd714a090" providerId="ADAL" clId="{2E4E1E6E-A1F7-437D-8F42-B4C7BFCDD5CD}" dt="2023-11-18T11:35:06.694" v="1104" actId="1037"/>
          <ac:spMkLst>
            <pc:docMk/>
            <pc:sldMk cId="169283943" sldId="317"/>
            <ac:spMk id="19" creationId="{364E4C89-B663-FEAD-F07A-48D266C85FE1}"/>
          </ac:spMkLst>
        </pc:spChg>
      </pc:sldChg>
      <pc:sldChg chg="addSp delSp modSp mod modNotesTx">
        <pc:chgData name="MARIA SALAS URBANO" userId="bc2a5f4f-1ff3-43e1-9c04-a7dcd714a090" providerId="ADAL" clId="{2E4E1E6E-A1F7-437D-8F42-B4C7BFCDD5CD}" dt="2023-11-22T05:15:51.737" v="4795" actId="1038"/>
        <pc:sldMkLst>
          <pc:docMk/>
          <pc:sldMk cId="2450983011" sldId="318"/>
        </pc:sldMkLst>
        <pc:spChg chg="add mod">
          <ac:chgData name="MARIA SALAS URBANO" userId="bc2a5f4f-1ff3-43e1-9c04-a7dcd714a090" providerId="ADAL" clId="{2E4E1E6E-A1F7-437D-8F42-B4C7BFCDD5CD}" dt="2023-11-18T11:43:46.990" v="1521" actId="20577"/>
          <ac:spMkLst>
            <pc:docMk/>
            <pc:sldMk cId="2450983011" sldId="318"/>
            <ac:spMk id="8" creationId="{DFF0FBBB-A87A-3AE5-DC8E-61A7BB7C5701}"/>
          </ac:spMkLst>
        </pc:spChg>
        <pc:spChg chg="mod">
          <ac:chgData name="MARIA SALAS URBANO" userId="bc2a5f4f-1ff3-43e1-9c04-a7dcd714a090" providerId="ADAL" clId="{2E4E1E6E-A1F7-437D-8F42-B4C7BFCDD5CD}" dt="2023-11-22T05:15:51.737" v="4795" actId="1038"/>
          <ac:spMkLst>
            <pc:docMk/>
            <pc:sldMk cId="2450983011" sldId="318"/>
            <ac:spMk id="13" creationId="{ADE33407-B286-B776-352A-2477F8A0B5F4}"/>
          </ac:spMkLst>
        </pc:spChg>
        <pc:spChg chg="mod">
          <ac:chgData name="MARIA SALAS URBANO" userId="bc2a5f4f-1ff3-43e1-9c04-a7dcd714a090" providerId="ADAL" clId="{2E4E1E6E-A1F7-437D-8F42-B4C7BFCDD5CD}" dt="2023-11-18T11:43:52.502" v="1523" actId="20577"/>
          <ac:spMkLst>
            <pc:docMk/>
            <pc:sldMk cId="2450983011" sldId="318"/>
            <ac:spMk id="14" creationId="{DDB0223D-BA83-A80A-5BC0-AFD40D22228C}"/>
          </ac:spMkLst>
        </pc:spChg>
        <pc:spChg chg="mod">
          <ac:chgData name="MARIA SALAS URBANO" userId="bc2a5f4f-1ff3-43e1-9c04-a7dcd714a090" providerId="ADAL" clId="{2E4E1E6E-A1F7-437D-8F42-B4C7BFCDD5CD}" dt="2023-11-18T11:40:53.404" v="1453" actId="20577"/>
          <ac:spMkLst>
            <pc:docMk/>
            <pc:sldMk cId="2450983011" sldId="318"/>
            <ac:spMk id="15" creationId="{5DDEE6F8-EBFE-2DEA-A14C-8E56E7D1D245}"/>
          </ac:spMkLst>
        </pc:spChg>
        <pc:spChg chg="del">
          <ac:chgData name="MARIA SALAS URBANO" userId="bc2a5f4f-1ff3-43e1-9c04-a7dcd714a090" providerId="ADAL" clId="{2E4E1E6E-A1F7-437D-8F42-B4C7BFCDD5CD}" dt="2023-11-18T11:40:57.688" v="1454" actId="478"/>
          <ac:spMkLst>
            <pc:docMk/>
            <pc:sldMk cId="2450983011" sldId="318"/>
            <ac:spMk id="16" creationId="{1AC53968-4DD0-34B8-0F17-E8283BF7D8DE}"/>
          </ac:spMkLst>
        </pc:spChg>
        <pc:spChg chg="del">
          <ac:chgData name="MARIA SALAS URBANO" userId="bc2a5f4f-1ff3-43e1-9c04-a7dcd714a090" providerId="ADAL" clId="{2E4E1E6E-A1F7-437D-8F42-B4C7BFCDD5CD}" dt="2023-11-18T11:42:46.230" v="1495" actId="478"/>
          <ac:spMkLst>
            <pc:docMk/>
            <pc:sldMk cId="2450983011" sldId="318"/>
            <ac:spMk id="17" creationId="{A5080D7D-9504-672F-4B19-BBCF3CF6D0DF}"/>
          </ac:spMkLst>
        </pc:spChg>
        <pc:spChg chg="del">
          <ac:chgData name="MARIA SALAS URBANO" userId="bc2a5f4f-1ff3-43e1-9c04-a7dcd714a090" providerId="ADAL" clId="{2E4E1E6E-A1F7-437D-8F42-B4C7BFCDD5CD}" dt="2023-11-18T11:43:23.047" v="1510" actId="478"/>
          <ac:spMkLst>
            <pc:docMk/>
            <pc:sldMk cId="2450983011" sldId="318"/>
            <ac:spMk id="18" creationId="{977672F9-7E4A-7F33-8344-2BDAD44BDC50}"/>
          </ac:spMkLst>
        </pc:spChg>
        <pc:spChg chg="add mod">
          <ac:chgData name="MARIA SALAS URBANO" userId="bc2a5f4f-1ff3-43e1-9c04-a7dcd714a090" providerId="ADAL" clId="{2E4E1E6E-A1F7-437D-8F42-B4C7BFCDD5CD}" dt="2023-11-18T11:41:47.001" v="1468" actId="1076"/>
          <ac:spMkLst>
            <pc:docMk/>
            <pc:sldMk cId="2450983011" sldId="318"/>
            <ac:spMk id="20" creationId="{7455F226-253B-9BA1-8250-CFAA782A282E}"/>
          </ac:spMkLst>
        </pc:spChg>
        <pc:spChg chg="del">
          <ac:chgData name="MARIA SALAS URBANO" userId="bc2a5f4f-1ff3-43e1-9c04-a7dcd714a090" providerId="ADAL" clId="{2E4E1E6E-A1F7-437D-8F42-B4C7BFCDD5CD}" dt="2023-11-18T11:42:58.533" v="1498" actId="478"/>
          <ac:spMkLst>
            <pc:docMk/>
            <pc:sldMk cId="2450983011" sldId="318"/>
            <ac:spMk id="21" creationId="{EBE5EDBF-58FB-13F2-60DF-4A8BF30E43BA}"/>
          </ac:spMkLst>
        </pc:spChg>
        <pc:spChg chg="del">
          <ac:chgData name="MARIA SALAS URBANO" userId="bc2a5f4f-1ff3-43e1-9c04-a7dcd714a090" providerId="ADAL" clId="{2E4E1E6E-A1F7-437D-8F42-B4C7BFCDD5CD}" dt="2023-11-18T11:44:31.257" v="1538" actId="478"/>
          <ac:spMkLst>
            <pc:docMk/>
            <pc:sldMk cId="2450983011" sldId="318"/>
            <ac:spMk id="22" creationId="{6CB1021D-86D0-C3AF-8540-04B394813D51}"/>
          </ac:spMkLst>
        </pc:spChg>
        <pc:spChg chg="del">
          <ac:chgData name="MARIA SALAS URBANO" userId="bc2a5f4f-1ff3-43e1-9c04-a7dcd714a090" providerId="ADAL" clId="{2E4E1E6E-A1F7-437D-8F42-B4C7BFCDD5CD}" dt="2023-11-18T11:45:13.188" v="1553" actId="478"/>
          <ac:spMkLst>
            <pc:docMk/>
            <pc:sldMk cId="2450983011" sldId="318"/>
            <ac:spMk id="23" creationId="{5AB11665-D6A1-D07A-8BB7-71B62F5ADAE4}"/>
          </ac:spMkLst>
        </pc:spChg>
        <pc:spChg chg="del">
          <ac:chgData name="MARIA SALAS URBANO" userId="bc2a5f4f-1ff3-43e1-9c04-a7dcd714a090" providerId="ADAL" clId="{2E4E1E6E-A1F7-437D-8F42-B4C7BFCDD5CD}" dt="2023-11-19T15:21:38.962" v="1574" actId="478"/>
          <ac:spMkLst>
            <pc:docMk/>
            <pc:sldMk cId="2450983011" sldId="318"/>
            <ac:spMk id="24" creationId="{77691F86-4530-1F1D-50F5-F64BE085F1CD}"/>
          </ac:spMkLst>
        </pc:spChg>
        <pc:spChg chg="del">
          <ac:chgData name="MARIA SALAS URBANO" userId="bc2a5f4f-1ff3-43e1-9c04-a7dcd714a090" providerId="ADAL" clId="{2E4E1E6E-A1F7-437D-8F42-B4C7BFCDD5CD}" dt="2023-11-19T15:22:24.596" v="1586" actId="478"/>
          <ac:spMkLst>
            <pc:docMk/>
            <pc:sldMk cId="2450983011" sldId="318"/>
            <ac:spMk id="25" creationId="{E28B0C28-847A-7E57-69A6-BD942BCA63C1}"/>
          </ac:spMkLst>
        </pc:spChg>
        <pc:spChg chg="del">
          <ac:chgData name="MARIA SALAS URBANO" userId="bc2a5f4f-1ff3-43e1-9c04-a7dcd714a090" providerId="ADAL" clId="{2E4E1E6E-A1F7-437D-8F42-B4C7BFCDD5CD}" dt="2023-11-19T15:22:01.714" v="1580" actId="478"/>
          <ac:spMkLst>
            <pc:docMk/>
            <pc:sldMk cId="2450983011" sldId="318"/>
            <ac:spMk id="26" creationId="{B9477B68-CB0B-CFA8-747A-CEB04C24D354}"/>
          </ac:spMkLst>
        </pc:spChg>
        <pc:spChg chg="del">
          <ac:chgData name="MARIA SALAS URBANO" userId="bc2a5f4f-1ff3-43e1-9c04-a7dcd714a090" providerId="ADAL" clId="{2E4E1E6E-A1F7-437D-8F42-B4C7BFCDD5CD}" dt="2023-11-19T15:22:44.695" v="1599" actId="478"/>
          <ac:spMkLst>
            <pc:docMk/>
            <pc:sldMk cId="2450983011" sldId="318"/>
            <ac:spMk id="27" creationId="{62001B46-34AA-D97C-F9C5-7CDD96D1A80B}"/>
          </ac:spMkLst>
        </pc:spChg>
        <pc:spChg chg="add mod">
          <ac:chgData name="MARIA SALAS URBANO" userId="bc2a5f4f-1ff3-43e1-9c04-a7dcd714a090" providerId="ADAL" clId="{2E4E1E6E-A1F7-437D-8F42-B4C7BFCDD5CD}" dt="2023-11-18T11:41:57.330" v="1474" actId="1076"/>
          <ac:spMkLst>
            <pc:docMk/>
            <pc:sldMk cId="2450983011" sldId="318"/>
            <ac:spMk id="28" creationId="{7AEE01C0-3F0E-48EB-09CA-D91EE98B9C21}"/>
          </ac:spMkLst>
        </pc:spChg>
        <pc:spChg chg="add del mod">
          <ac:chgData name="MARIA SALAS URBANO" userId="bc2a5f4f-1ff3-43e1-9c04-a7dcd714a090" providerId="ADAL" clId="{2E4E1E6E-A1F7-437D-8F42-B4C7BFCDD5CD}" dt="2023-11-18T11:43:43.470" v="1518" actId="20577"/>
          <ac:spMkLst>
            <pc:docMk/>
            <pc:sldMk cId="2450983011" sldId="318"/>
            <ac:spMk id="29" creationId="{6474A889-8DC8-67C1-F8A7-570BC7643166}"/>
          </ac:spMkLst>
        </pc:spChg>
        <pc:spChg chg="add mod">
          <ac:chgData name="MARIA SALAS URBANO" userId="bc2a5f4f-1ff3-43e1-9c04-a7dcd714a090" providerId="ADAL" clId="{2E4E1E6E-A1F7-437D-8F42-B4C7BFCDD5CD}" dt="2023-11-18T11:43:59.619" v="1524" actId="20577"/>
          <ac:spMkLst>
            <pc:docMk/>
            <pc:sldMk cId="2450983011" sldId="318"/>
            <ac:spMk id="30" creationId="{50FB5400-2437-3856-82C2-67ABF3BAA5A4}"/>
          </ac:spMkLst>
        </pc:spChg>
        <pc:spChg chg="add mod">
          <ac:chgData name="MARIA SALAS URBANO" userId="bc2a5f4f-1ff3-43e1-9c04-a7dcd714a090" providerId="ADAL" clId="{2E4E1E6E-A1F7-437D-8F42-B4C7BFCDD5CD}" dt="2023-11-18T11:44:08.277" v="1533" actId="20577"/>
          <ac:spMkLst>
            <pc:docMk/>
            <pc:sldMk cId="2450983011" sldId="318"/>
            <ac:spMk id="31" creationId="{017C1879-AC4D-206E-79A2-CE988CBA07D4}"/>
          </ac:spMkLst>
        </pc:spChg>
        <pc:spChg chg="add mod">
          <ac:chgData name="MARIA SALAS URBANO" userId="bc2a5f4f-1ff3-43e1-9c04-a7dcd714a090" providerId="ADAL" clId="{2E4E1E6E-A1F7-437D-8F42-B4C7BFCDD5CD}" dt="2023-11-18T11:42:30.322" v="1488" actId="1076"/>
          <ac:spMkLst>
            <pc:docMk/>
            <pc:sldMk cId="2450983011" sldId="318"/>
            <ac:spMk id="32" creationId="{D761DF66-08FB-E2D2-FE6A-39A7A11F7746}"/>
          </ac:spMkLst>
        </pc:spChg>
        <pc:spChg chg="add mod">
          <ac:chgData name="MARIA SALAS URBANO" userId="bc2a5f4f-1ff3-43e1-9c04-a7dcd714a090" providerId="ADAL" clId="{2E4E1E6E-A1F7-437D-8F42-B4C7BFCDD5CD}" dt="2023-11-18T11:44:59.473" v="1548" actId="1076"/>
          <ac:spMkLst>
            <pc:docMk/>
            <pc:sldMk cId="2450983011" sldId="318"/>
            <ac:spMk id="36" creationId="{8EED5B93-B396-CBA8-7075-5DCDA198E9B1}"/>
          </ac:spMkLst>
        </pc:spChg>
        <pc:spChg chg="add mod">
          <ac:chgData name="MARIA SALAS URBANO" userId="bc2a5f4f-1ff3-43e1-9c04-a7dcd714a090" providerId="ADAL" clId="{2E4E1E6E-A1F7-437D-8F42-B4C7BFCDD5CD}" dt="2023-11-18T11:44:17.437" v="1534" actId="20577"/>
          <ac:spMkLst>
            <pc:docMk/>
            <pc:sldMk cId="2450983011" sldId="318"/>
            <ac:spMk id="38" creationId="{3ACED2FF-E204-F64C-03DA-2E869E44B194}"/>
          </ac:spMkLst>
        </pc:spChg>
        <pc:spChg chg="add mod">
          <ac:chgData name="MARIA SALAS URBANO" userId="bc2a5f4f-1ff3-43e1-9c04-a7dcd714a090" providerId="ADAL" clId="{2E4E1E6E-A1F7-437D-8F42-B4C7BFCDD5CD}" dt="2023-11-18T11:43:12.096" v="1505" actId="20577"/>
          <ac:spMkLst>
            <pc:docMk/>
            <pc:sldMk cId="2450983011" sldId="318"/>
            <ac:spMk id="40" creationId="{F04D2436-FEA7-82CB-10EB-7418F8AF8D24}"/>
          </ac:spMkLst>
        </pc:spChg>
        <pc:spChg chg="add mod">
          <ac:chgData name="MARIA SALAS URBANO" userId="bc2a5f4f-1ff3-43e1-9c04-a7dcd714a090" providerId="ADAL" clId="{2E4E1E6E-A1F7-437D-8F42-B4C7BFCDD5CD}" dt="2023-11-18T11:45:30.314" v="1564" actId="20577"/>
          <ac:spMkLst>
            <pc:docMk/>
            <pc:sldMk cId="2450983011" sldId="318"/>
            <ac:spMk id="41" creationId="{3EA9056B-E6D5-4D83-C79F-322EFFC70F2F}"/>
          </ac:spMkLst>
        </pc:spChg>
        <pc:spChg chg="add mod">
          <ac:chgData name="MARIA SALAS URBANO" userId="bc2a5f4f-1ff3-43e1-9c04-a7dcd714a090" providerId="ADAL" clId="{2E4E1E6E-A1F7-437D-8F42-B4C7BFCDD5CD}" dt="2023-11-18T11:44:52.304" v="1545" actId="20577"/>
          <ac:spMkLst>
            <pc:docMk/>
            <pc:sldMk cId="2450983011" sldId="318"/>
            <ac:spMk id="42" creationId="{2B4710BA-23B8-2E48-B1C7-442D6DCCD2FC}"/>
          </ac:spMkLst>
        </pc:spChg>
        <pc:spChg chg="add mod">
          <ac:chgData name="MARIA SALAS URBANO" userId="bc2a5f4f-1ff3-43e1-9c04-a7dcd714a090" providerId="ADAL" clId="{2E4E1E6E-A1F7-437D-8F42-B4C7BFCDD5CD}" dt="2023-11-18T11:45:08.520" v="1552" actId="20577"/>
          <ac:spMkLst>
            <pc:docMk/>
            <pc:sldMk cId="2450983011" sldId="318"/>
            <ac:spMk id="43" creationId="{3A30628D-A9DA-7B6E-12E8-1F6DD21878B4}"/>
          </ac:spMkLst>
        </pc:spChg>
        <pc:spChg chg="add mod">
          <ac:chgData name="MARIA SALAS URBANO" userId="bc2a5f4f-1ff3-43e1-9c04-a7dcd714a090" providerId="ADAL" clId="{2E4E1E6E-A1F7-437D-8F42-B4C7BFCDD5CD}" dt="2023-11-19T15:21:12.889" v="1568" actId="20577"/>
          <ac:spMkLst>
            <pc:docMk/>
            <pc:sldMk cId="2450983011" sldId="318"/>
            <ac:spMk id="45" creationId="{34CC2B6A-2775-7072-0820-3BF822937A81}"/>
          </ac:spMkLst>
        </pc:spChg>
        <pc:spChg chg="add mod">
          <ac:chgData name="MARIA SALAS URBANO" userId="bc2a5f4f-1ff3-43e1-9c04-a7dcd714a090" providerId="ADAL" clId="{2E4E1E6E-A1F7-437D-8F42-B4C7BFCDD5CD}" dt="2023-11-19T15:21:25.729" v="1571" actId="1076"/>
          <ac:spMkLst>
            <pc:docMk/>
            <pc:sldMk cId="2450983011" sldId="318"/>
            <ac:spMk id="46" creationId="{DEDB59B5-A9FD-B7B2-E356-578BE5B32D60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48" creationId="{299B9213-0FC0-C8A3-1C2E-455E626706CE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49" creationId="{0CBD236B-470B-3B0E-A240-7B9F2B3F1791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1" creationId="{C4D36135-AE93-9068-96A5-8F5109B54A6D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2" creationId="{1569EF76-2828-5ED9-797E-59D6E5D91B93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4" creationId="{4052A387-EA8A-7D99-9610-6E4A8D19B954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5" creationId="{621EE2DC-B5E0-E552-9897-F8526AD59C48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7" creationId="{64D30A35-CADA-097A-10BE-C5209A32BC99}"/>
          </ac:spMkLst>
        </pc:spChg>
        <pc:spChg chg="add mod">
          <ac:chgData name="MARIA SALAS URBANO" userId="bc2a5f4f-1ff3-43e1-9c04-a7dcd714a090" providerId="ADAL" clId="{2E4E1E6E-A1F7-437D-8F42-B4C7BFCDD5CD}" dt="2023-11-19T15:25:05.940" v="1654" actId="1036"/>
          <ac:spMkLst>
            <pc:docMk/>
            <pc:sldMk cId="2450983011" sldId="318"/>
            <ac:spMk id="58" creationId="{7695A022-5E13-7E69-5227-A636C5054959}"/>
          </ac:spMkLst>
        </pc:spChg>
        <pc:cxnChg chg="mod">
          <ac:chgData name="MARIA SALAS URBANO" userId="bc2a5f4f-1ff3-43e1-9c04-a7dcd714a090" providerId="ADAL" clId="{2E4E1E6E-A1F7-437D-8F42-B4C7BFCDD5CD}" dt="2023-11-18T11:42:40.631" v="1493" actId="1037"/>
          <ac:cxnSpMkLst>
            <pc:docMk/>
            <pc:sldMk cId="2450983011" sldId="318"/>
            <ac:cxnSpMk id="33" creationId="{EA58555F-0E8E-D09C-920A-17A7D5328CA1}"/>
          </ac:cxnSpMkLst>
        </pc:cxnChg>
        <pc:cxnChg chg="mod">
          <ac:chgData name="MARIA SALAS URBANO" userId="bc2a5f4f-1ff3-43e1-9c04-a7dcd714a090" providerId="ADAL" clId="{2E4E1E6E-A1F7-437D-8F42-B4C7BFCDD5CD}" dt="2023-11-18T11:42:58.533" v="1498" actId="478"/>
          <ac:cxnSpMkLst>
            <pc:docMk/>
            <pc:sldMk cId="2450983011" sldId="318"/>
            <ac:cxnSpMk id="35" creationId="{D284CF11-8842-47E9-0CF2-94745FDC8C6B}"/>
          </ac:cxnSpMkLst>
        </pc:cxnChg>
        <pc:cxnChg chg="mod">
          <ac:chgData name="MARIA SALAS URBANO" userId="bc2a5f4f-1ff3-43e1-9c04-a7dcd714a090" providerId="ADAL" clId="{2E4E1E6E-A1F7-437D-8F42-B4C7BFCDD5CD}" dt="2023-11-18T11:44:31.257" v="1538" actId="478"/>
          <ac:cxnSpMkLst>
            <pc:docMk/>
            <pc:sldMk cId="2450983011" sldId="318"/>
            <ac:cxnSpMk id="37" creationId="{C4524409-5961-2F9C-EF06-3F95D8F5E742}"/>
          </ac:cxnSpMkLst>
        </pc:cxnChg>
        <pc:cxnChg chg="mod">
          <ac:chgData name="MARIA SALAS URBANO" userId="bc2a5f4f-1ff3-43e1-9c04-a7dcd714a090" providerId="ADAL" clId="{2E4E1E6E-A1F7-437D-8F42-B4C7BFCDD5CD}" dt="2023-11-18T11:45:13.188" v="1553" actId="478"/>
          <ac:cxnSpMkLst>
            <pc:docMk/>
            <pc:sldMk cId="2450983011" sldId="318"/>
            <ac:cxnSpMk id="39" creationId="{EA6BB15E-0105-020C-3970-AA36D1608BC6}"/>
          </ac:cxnSpMkLst>
        </pc:cxnChg>
        <pc:cxnChg chg="mod">
          <ac:chgData name="MARIA SALAS URBANO" userId="bc2a5f4f-1ff3-43e1-9c04-a7dcd714a090" providerId="ADAL" clId="{2E4E1E6E-A1F7-437D-8F42-B4C7BFCDD5CD}" dt="2023-11-18T11:43:23.047" v="1510" actId="478"/>
          <ac:cxnSpMkLst>
            <pc:docMk/>
            <pc:sldMk cId="2450983011" sldId="318"/>
            <ac:cxnSpMk id="44" creationId="{11E190AD-701C-9F7C-62CA-175F74D0C617}"/>
          </ac:cxnSpMkLst>
        </pc:cxnChg>
        <pc:cxnChg chg="mod">
          <ac:chgData name="MARIA SALAS URBANO" userId="bc2a5f4f-1ff3-43e1-9c04-a7dcd714a090" providerId="ADAL" clId="{2E4E1E6E-A1F7-437D-8F42-B4C7BFCDD5CD}" dt="2023-11-18T11:43:23.047" v="1510" actId="478"/>
          <ac:cxnSpMkLst>
            <pc:docMk/>
            <pc:sldMk cId="2450983011" sldId="318"/>
            <ac:cxnSpMk id="47" creationId="{9D5857F7-2A20-0243-FF66-EF565FD70C7C}"/>
          </ac:cxnSpMkLst>
        </pc:cxnChg>
        <pc:cxnChg chg="mod">
          <ac:chgData name="MARIA SALAS URBANO" userId="bc2a5f4f-1ff3-43e1-9c04-a7dcd714a090" providerId="ADAL" clId="{2E4E1E6E-A1F7-437D-8F42-B4C7BFCDD5CD}" dt="2023-11-18T11:45:13.188" v="1553" actId="478"/>
          <ac:cxnSpMkLst>
            <pc:docMk/>
            <pc:sldMk cId="2450983011" sldId="318"/>
            <ac:cxnSpMk id="50" creationId="{67F77FD9-9C0E-60C2-FD3F-FD71484E20C3}"/>
          </ac:cxnSpMkLst>
        </pc:cxnChg>
        <pc:cxnChg chg="mod">
          <ac:chgData name="MARIA SALAS URBANO" userId="bc2a5f4f-1ff3-43e1-9c04-a7dcd714a090" providerId="ADAL" clId="{2E4E1E6E-A1F7-437D-8F42-B4C7BFCDD5CD}" dt="2023-11-19T15:25:05.940" v="1654" actId="1036"/>
          <ac:cxnSpMkLst>
            <pc:docMk/>
            <pc:sldMk cId="2450983011" sldId="318"/>
            <ac:cxnSpMk id="53" creationId="{7C448893-E475-8DE6-C46C-08409DFD121F}"/>
          </ac:cxnSpMkLst>
        </pc:cxnChg>
        <pc:cxnChg chg="mod">
          <ac:chgData name="MARIA SALAS URBANO" userId="bc2a5f4f-1ff3-43e1-9c04-a7dcd714a090" providerId="ADAL" clId="{2E4E1E6E-A1F7-437D-8F42-B4C7BFCDD5CD}" dt="2023-11-19T15:25:05.940" v="1654" actId="1036"/>
          <ac:cxnSpMkLst>
            <pc:docMk/>
            <pc:sldMk cId="2450983011" sldId="318"/>
            <ac:cxnSpMk id="56" creationId="{C2E91205-8ECA-FCA6-EE36-B473E4E2C055}"/>
          </ac:cxnSpMkLst>
        </pc:cxnChg>
        <pc:cxnChg chg="mod">
          <ac:chgData name="MARIA SALAS URBANO" userId="bc2a5f4f-1ff3-43e1-9c04-a7dcd714a090" providerId="ADAL" clId="{2E4E1E6E-A1F7-437D-8F42-B4C7BFCDD5CD}" dt="2023-11-19T15:25:05.940" v="1654" actId="1036"/>
          <ac:cxnSpMkLst>
            <pc:docMk/>
            <pc:sldMk cId="2450983011" sldId="318"/>
            <ac:cxnSpMk id="59" creationId="{A44075C0-F5AC-4069-473D-BCBBE59A4B3C}"/>
          </ac:cxnSpMkLst>
        </pc:cxnChg>
        <pc:cxnChg chg="mod">
          <ac:chgData name="MARIA SALAS URBANO" userId="bc2a5f4f-1ff3-43e1-9c04-a7dcd714a090" providerId="ADAL" clId="{2E4E1E6E-A1F7-437D-8F42-B4C7BFCDD5CD}" dt="2023-11-19T15:25:05.940" v="1654" actId="1036"/>
          <ac:cxnSpMkLst>
            <pc:docMk/>
            <pc:sldMk cId="2450983011" sldId="318"/>
            <ac:cxnSpMk id="62" creationId="{DA686989-AC2A-122B-DD6E-90B9D0EDF094}"/>
          </ac:cxnSpMkLst>
        </pc:cxnChg>
      </pc:sldChg>
      <pc:sldChg chg="addSp delSp modSp mod modNotesTx">
        <pc:chgData name="MARIA SALAS URBANO" userId="bc2a5f4f-1ff3-43e1-9c04-a7dcd714a090" providerId="ADAL" clId="{2E4E1E6E-A1F7-437D-8F42-B4C7BFCDD5CD}" dt="2023-11-19T15:30:02.233" v="2049" actId="20577"/>
        <pc:sldMkLst>
          <pc:docMk/>
          <pc:sldMk cId="1916268990" sldId="319"/>
        </pc:sldMkLst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5" creationId="{EF71474F-9143-0F1E-B491-301375ACA1DE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" creationId="{8ED11AB0-BD9F-934B-6F7D-AEA50AB86353}"/>
          </ac:spMkLst>
        </pc:spChg>
        <pc:spChg chg="mod">
          <ac:chgData name="MARIA SALAS URBANO" userId="bc2a5f4f-1ff3-43e1-9c04-a7dcd714a090" providerId="ADAL" clId="{2E4E1E6E-A1F7-437D-8F42-B4C7BFCDD5CD}" dt="2023-11-19T15:25:39.743" v="1658" actId="1076"/>
          <ac:spMkLst>
            <pc:docMk/>
            <pc:sldMk cId="1916268990" sldId="319"/>
            <ac:spMk id="8" creationId="{8FEE0FB9-54E8-EF60-7126-EDAAE0994602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14" creationId="{DDB0223D-BA83-A80A-5BC0-AFD40D22228C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15" creationId="{5DDEE6F8-EBFE-2DEA-A14C-8E56E7D1D245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16" creationId="{1AC53968-4DD0-34B8-0F17-E8283BF7D8DE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17" creationId="{A5080D7D-9504-672F-4B19-BBCF3CF6D0DF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18" creationId="{977672F9-7E4A-7F33-8344-2BDAD44BDC50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19" creationId="{9C7D46B9-A4CC-C163-E249-0424E9276F0C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20" creationId="{F3363C10-4DF1-9241-6713-7278C26250DA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1" creationId="{EBE5EDBF-58FB-13F2-60DF-4A8BF30E43BA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2" creationId="{6CB1021D-86D0-C3AF-8540-04B394813D51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3" creationId="{5AB11665-D6A1-D07A-8BB7-71B62F5ADAE4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4" creationId="{77691F86-4530-1F1D-50F5-F64BE085F1CD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5" creationId="{E28B0C28-847A-7E57-69A6-BD942BCA63C1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6" creationId="{B9477B68-CB0B-CFA8-747A-CEB04C24D354}"/>
          </ac:spMkLst>
        </pc:spChg>
        <pc:spChg chg="del">
          <ac:chgData name="MARIA SALAS URBANO" userId="bc2a5f4f-1ff3-43e1-9c04-a7dcd714a090" providerId="ADAL" clId="{2E4E1E6E-A1F7-437D-8F42-B4C7BFCDD5CD}" dt="2023-11-19T15:25:22.682" v="1655" actId="478"/>
          <ac:spMkLst>
            <pc:docMk/>
            <pc:sldMk cId="1916268990" sldId="319"/>
            <ac:spMk id="27" creationId="{62001B46-34AA-D97C-F9C5-7CDD96D1A80B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28" creationId="{130AA86D-8594-C49F-BEDC-6B1F8FB77D2B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32" creationId="{36B64E7F-21D5-3D2B-75B2-3C9C3991B810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36" creationId="{62D45F9D-B1EF-A657-5E30-1C0A3EE4C2D9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38" creationId="{68F75659-65DD-6FA3-E6B4-CC9F17CC144B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40" creationId="{F0B17F57-138A-69C4-6BA8-7E4B73A7DCE9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41" creationId="{B8E7432D-5E99-FCEB-2DA4-BD6D54E10CD8}"/>
          </ac:spMkLst>
        </pc:spChg>
        <pc:spChg chg="del">
          <ac:chgData name="MARIA SALAS URBANO" userId="bc2a5f4f-1ff3-43e1-9c04-a7dcd714a090" providerId="ADAL" clId="{2E4E1E6E-A1F7-437D-8F42-B4C7BFCDD5CD}" dt="2023-11-19T15:25:49.228" v="1659" actId="478"/>
          <ac:spMkLst>
            <pc:docMk/>
            <pc:sldMk cId="1916268990" sldId="319"/>
            <ac:spMk id="42" creationId="{E3BA9C4F-F47E-E4FC-8BD2-C7A8EE5A6EC0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4" creationId="{7A65AC08-74F4-93E6-6B95-3607F4AC5BC9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5" creationId="{74A6C80B-76B4-08E6-66DE-5A5CAB1A2601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6" creationId="{9FBB3CE3-C07E-511B-2C12-349DE47255BC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7" creationId="{02CB7C6A-0E13-E538-BC8A-C153E88A738B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8" creationId="{5919D775-4624-0EDF-0D63-BE38AA58F074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69" creationId="{061DB3CB-309F-7DDF-CB3F-66D8CC49126B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0" creationId="{993BD168-4E16-08DB-02C1-583FBA3467B7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1" creationId="{2BAF67C8-2A02-1D1A-6931-01EFEDA2918B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2" creationId="{2A316BC6-DDC2-B138-B5DD-272DC4367F68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3" creationId="{4E131C78-0F3B-01FE-85E3-4E74D3139333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4" creationId="{E577A72D-3E34-FF5D-3C29-DE5A7FAED891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5" creationId="{668E74BC-CBC9-70FB-4A63-A78E8C25CBC1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6" creationId="{442F53C9-B688-8A94-8B70-06BC016681A4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7" creationId="{2F057FB9-0857-6CA1-8639-550FA4B017F3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8" creationId="{6065AA8E-A16E-8623-4F5E-B3534645F866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79" creationId="{1807EB63-8A44-C87A-7111-BB1651EC73AC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0" creationId="{AAD258FE-45CB-5D33-05F6-6E2B7A1A6EF6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1" creationId="{252DC34B-5DA8-70F8-EE6C-8D25AB28A3D7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2" creationId="{F72B1BEA-4C96-727D-F302-A0A0DF8A9976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3" creationId="{5A1B2D0E-B03B-0B80-1631-D9845E5C625F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4" creationId="{10008806-57DB-501A-1A93-8455B5DA1237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5" creationId="{7C020D5B-9B4E-62E6-A6BF-9ED0D8EBE47B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6" creationId="{2C0D60C7-8B7B-B11B-EA41-0D684ADF2857}"/>
          </ac:spMkLst>
        </pc:spChg>
        <pc:spChg chg="add mod">
          <ac:chgData name="MARIA SALAS URBANO" userId="bc2a5f4f-1ff3-43e1-9c04-a7dcd714a090" providerId="ADAL" clId="{2E4E1E6E-A1F7-437D-8F42-B4C7BFCDD5CD}" dt="2023-11-19T15:25:34.148" v="1657" actId="1076"/>
          <ac:spMkLst>
            <pc:docMk/>
            <pc:sldMk cId="1916268990" sldId="319"/>
            <ac:spMk id="87" creationId="{491EA351-51D1-D4A0-8197-14ED73C215BA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98" creationId="{1BFBB3A0-B86B-B9A2-8BAA-FB53133BD232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99" creationId="{F09E14D1-ACA4-CF63-ED03-412CF4CCF485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0" creationId="{B1AFBB42-90E9-3376-2D53-1BF3A47978B2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1" creationId="{6E122FC8-F2F5-DD75-9F7B-FA7A9373C8A2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2" creationId="{CB8DCDDB-2962-1309-E5FA-419CE7FE72E3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3" creationId="{D94D83E2-A4CE-40CC-0A7F-94E9C2314760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4" creationId="{A2622A59-B546-4E83-0ED4-23BEA2C1EE4F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5" creationId="{5F6729B1-F060-CC66-76F0-3616D47619F1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6" creationId="{0F589613-19BC-9106-9D3A-2C783F786369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7" creationId="{1766C342-2214-C40F-C380-FDF4520F650C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8" creationId="{A80F456B-3434-D5FC-1A83-5D37C3FFF515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09" creationId="{2B07AF62-0ECA-96A0-B6E6-C0B56B7B3101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0" creationId="{5E8DC8E3-0D19-9AD3-B2EF-4362E580EC3B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1" creationId="{9AE6ED6A-3688-71E1-18AD-F81714CF1998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2" creationId="{85A9ED68-CC75-4754-A12D-1445BE39D28E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3" creationId="{B6EC7377-9FA9-5D0D-9FE8-3036B8A16549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4" creationId="{9ABA04A1-634B-1E2D-D2B2-996EAF36F554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5" creationId="{D9C2B7E7-09AF-3777-2D97-D181226479E4}"/>
          </ac:spMkLst>
        </pc:spChg>
        <pc:spChg chg="add mod">
          <ac:chgData name="MARIA SALAS URBANO" userId="bc2a5f4f-1ff3-43e1-9c04-a7dcd714a090" providerId="ADAL" clId="{2E4E1E6E-A1F7-437D-8F42-B4C7BFCDD5CD}" dt="2023-11-19T15:25:59.364" v="1661" actId="1076"/>
          <ac:spMkLst>
            <pc:docMk/>
            <pc:sldMk cId="1916268990" sldId="319"/>
            <ac:spMk id="116" creationId="{A714102C-9631-6BB9-DBEF-BDF9F03460C4}"/>
          </ac:spMkLst>
        </pc:sp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7" creationId="{DE4095A5-C7C6-2065-2B3D-3B308A50D409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9" creationId="{68C8679F-464B-1CF1-6CDD-69BE18A44EA4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10" creationId="{BFF5957F-7E9F-DBD8-DC33-D71FEB0661D6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11" creationId="{1CC21493-3A94-B438-CDF9-B328F140D8D6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12" creationId="{734FD2DA-AD35-1A38-2551-CF47035389BB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29" creationId="{F930AD33-5304-97B6-5782-D8D9492071DF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30" creationId="{785FF6E4-28E6-6F04-9915-F65F22F585C1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31" creationId="{F1161C15-DAEB-5BB2-0E37-6DF92546C778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33" creationId="{EA58555F-0E8E-D09C-920A-17A7D5328CA1}"/>
          </ac:cxnSpMkLst>
        </pc:cxnChg>
        <pc:cxnChg chg="del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34" creationId="{3FBFC6C2-120C-C953-77D5-70EE5C742F2A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35" creationId="{D284CF11-8842-47E9-0CF2-94745FDC8C6B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37" creationId="{C4524409-5961-2F9C-EF06-3F95D8F5E742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39" creationId="{EA6BB15E-0105-020C-3970-AA36D1608BC6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43" creationId="{7D820177-5EDF-C030-9E33-CB7A02A90AB9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44" creationId="{11E190AD-701C-9F7C-62CA-175F74D0C617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45" creationId="{5E0D01D7-C0F0-712E-C3E3-69DD9659DF52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46" creationId="{B7B86E9F-3817-5AD9-121E-0904575A599F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47" creationId="{9D5857F7-2A20-0243-FF66-EF565FD70C7C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48" creationId="{C97AC5AC-4E1F-B963-BEFD-E159EE3CA4D9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49" creationId="{4BEF3D29-72A6-4D72-D90B-2AFE4300C8D6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50" creationId="{67F77FD9-9C0E-60C2-FD3F-FD71484E20C3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51" creationId="{F9C3489E-D19F-04CD-A561-7D2C8B2F6654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52" creationId="{24C53139-AA2F-59B2-9F4A-673C7A37E567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53" creationId="{7C448893-E475-8DE6-C46C-08409DFD121F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54" creationId="{0085A389-393C-3773-7DD3-6175CC1E8779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55" creationId="{F6396A20-DD92-0C82-9EE4-601CFFEA0785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56" creationId="{C2E91205-8ECA-FCA6-EE36-B473E4E2C055}"/>
          </ac:cxnSpMkLst>
        </pc:cxnChg>
        <pc:cxnChg chg="del mod">
          <ac:chgData name="MARIA SALAS URBANO" userId="bc2a5f4f-1ff3-43e1-9c04-a7dcd714a090" providerId="ADAL" clId="{2E4E1E6E-A1F7-437D-8F42-B4C7BFCDD5CD}" dt="2023-11-19T15:25:49.228" v="1659" actId="478"/>
          <ac:cxnSpMkLst>
            <pc:docMk/>
            <pc:sldMk cId="1916268990" sldId="319"/>
            <ac:cxnSpMk id="57" creationId="{DC1BD6C6-F227-9780-4B29-844A67124140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58" creationId="{1DF3BE04-C9C0-7435-F41D-038B3BFB2DB6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59" creationId="{A44075C0-F5AC-4069-473D-BCBBE59A4B3C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60" creationId="{283851E7-7DCC-3AEE-4554-F301BDBA16F6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61" creationId="{DB008F6E-9F11-9B70-3E56-9BF0290775EE}"/>
          </ac:cxnSpMkLst>
        </pc:cxnChg>
        <pc:cxnChg chg="del mod">
          <ac:chgData name="MARIA SALAS URBANO" userId="bc2a5f4f-1ff3-43e1-9c04-a7dcd714a090" providerId="ADAL" clId="{2E4E1E6E-A1F7-437D-8F42-B4C7BFCDD5CD}" dt="2023-11-19T15:25:22.682" v="1655" actId="478"/>
          <ac:cxnSpMkLst>
            <pc:docMk/>
            <pc:sldMk cId="1916268990" sldId="319"/>
            <ac:cxnSpMk id="62" creationId="{DA686989-AC2A-122B-DD6E-90B9D0EDF094}"/>
          </ac:cxnSpMkLst>
        </pc:cxnChg>
        <pc:cxnChg chg="add mod">
          <ac:chgData name="MARIA SALAS URBANO" userId="bc2a5f4f-1ff3-43e1-9c04-a7dcd714a090" providerId="ADAL" clId="{2E4E1E6E-A1F7-437D-8F42-B4C7BFCDD5CD}" dt="2023-11-19T15:25:34.148" v="1657" actId="1076"/>
          <ac:cxnSpMkLst>
            <pc:docMk/>
            <pc:sldMk cId="1916268990" sldId="319"/>
            <ac:cxnSpMk id="63" creationId="{C2D9E5D3-024C-D33C-C548-F4CE6E607D45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88" creationId="{7605EA58-340A-4BC7-3F21-CE71A9B62398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89" creationId="{ADDF8EE9-2DA6-5AD0-CC36-C5084971D42F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0" creationId="{9FC5A80C-91FD-6171-2E30-CF5356AD2A56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1" creationId="{E1403DEC-CAC2-95FD-F4D5-08E0918965FC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2" creationId="{69A1F136-E70A-017E-69DA-640DF274B14D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3" creationId="{8ED20B4E-B226-8329-FE72-376E6F2898EE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4" creationId="{F0295499-56C9-054F-7B67-A888F8EB9811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5" creationId="{2E8A2559-0FB9-D850-9D1A-C16F6F60D658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6" creationId="{EE960EF6-14AC-7CCC-96D8-9BB55A594152}"/>
          </ac:cxnSpMkLst>
        </pc:cxnChg>
        <pc:cxnChg chg="add mod">
          <ac:chgData name="MARIA SALAS URBANO" userId="bc2a5f4f-1ff3-43e1-9c04-a7dcd714a090" providerId="ADAL" clId="{2E4E1E6E-A1F7-437D-8F42-B4C7BFCDD5CD}" dt="2023-11-19T15:25:59.364" v="1661" actId="1076"/>
          <ac:cxnSpMkLst>
            <pc:docMk/>
            <pc:sldMk cId="1916268990" sldId="319"/>
            <ac:cxnSpMk id="97" creationId="{B0A1790F-DEBC-F0E9-3F06-4CEBD4897F18}"/>
          </ac:cxnSpMkLst>
        </pc:cxnChg>
      </pc:sldChg>
      <pc:sldChg chg="addSp delSp modSp mod modNotesTx">
        <pc:chgData name="MARIA SALAS URBANO" userId="bc2a5f4f-1ff3-43e1-9c04-a7dcd714a090" providerId="ADAL" clId="{2E4E1E6E-A1F7-437D-8F42-B4C7BFCDD5CD}" dt="2023-11-19T15:45:03.387" v="2205" actId="20577"/>
        <pc:sldMkLst>
          <pc:docMk/>
          <pc:sldMk cId="2706329936" sldId="320"/>
        </pc:sldMkLst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14" creationId="{24145776-124A-EB13-1DCF-CC0BE3D68D76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15" creationId="{41728FED-CD45-BECF-9EF2-BE9E72829E5F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16" creationId="{064A732A-AA44-67AC-0EC2-F42908840BDA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17" creationId="{2A600962-F5A5-3B51-D3D9-285710B9951B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18" creationId="{946370D7-46B2-07D5-EC71-D42578CFED2F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19" creationId="{9C7D46B9-A4CC-C163-E249-0424E9276F0C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20" creationId="{F3363C10-4DF1-9241-6713-7278C26250DA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1" creationId="{D42BB023-59A0-B822-D6AA-C7FAB9572118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2" creationId="{FFFC1B65-9C48-03E7-E266-D4227F76ADFA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3" creationId="{1FB6CE88-F4E2-910F-7F22-AD044A900A4F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4" creationId="{7E930612-A1F0-4398-A42E-69D94843EC24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5" creationId="{781B6605-A54A-96B6-8359-D88A2F631C36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6" creationId="{003E66EC-42EC-0C7B-11C8-93978D644ADB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7" creationId="{C6D6215D-638C-DCCB-8AA9-1951B16D4247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28" creationId="{130AA86D-8594-C49F-BEDC-6B1F8FB77D2B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29" creationId="{FBF29E95-A714-AFA6-2F6B-3E34B774E34B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0" creationId="{495FCC67-2CB8-967F-5450-5576C93E17EE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1" creationId="{AB27E81A-8D0E-DE95-0822-7E2F41048992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32" creationId="{36B64E7F-21D5-3D2B-75B2-3C9C3991B810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3" creationId="{1FEE8CCD-1D44-42F2-1091-BB2507A1CCCB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4" creationId="{66932345-2EC8-2741-B8D6-73FF25982F67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5" creationId="{58FF249D-6B76-BD17-B3AD-23BE08B399FB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36" creationId="{62D45F9D-B1EF-A657-5E30-1C0A3EE4C2D9}"/>
          </ac:spMkLst>
        </pc:spChg>
        <pc:spChg chg="add mod">
          <ac:chgData name="MARIA SALAS URBANO" userId="bc2a5f4f-1ff3-43e1-9c04-a7dcd714a090" providerId="ADAL" clId="{2E4E1E6E-A1F7-437D-8F42-B4C7BFCDD5CD}" dt="2023-11-19T15:44:47.819" v="2171" actId="1076"/>
          <ac:spMkLst>
            <pc:docMk/>
            <pc:sldMk cId="2706329936" sldId="320"/>
            <ac:spMk id="37" creationId="{D858F86F-BF70-7C9B-374A-AFDF1C11D36C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38" creationId="{68F75659-65DD-6FA3-E6B4-CC9F17CC144B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40" creationId="{F0B17F57-138A-69C4-6BA8-7E4B73A7DCE9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41" creationId="{B8E7432D-5E99-FCEB-2DA4-BD6D54E10CD8}"/>
          </ac:spMkLst>
        </pc:spChg>
        <pc:spChg chg="del">
          <ac:chgData name="MARIA SALAS URBANO" userId="bc2a5f4f-1ff3-43e1-9c04-a7dcd714a090" providerId="ADAL" clId="{2E4E1E6E-A1F7-437D-8F42-B4C7BFCDD5CD}" dt="2023-11-19T15:44:40.885" v="2169" actId="478"/>
          <ac:spMkLst>
            <pc:docMk/>
            <pc:sldMk cId="2706329936" sldId="320"/>
            <ac:spMk id="42" creationId="{E3BA9C4F-F47E-E4FC-8BD2-C7A8EE5A6EC0}"/>
          </ac:spMkLst>
        </pc:sp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3" creationId="{3EAD0FBF-A44D-DE0C-6269-22415390497A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5" creationId="{38086E74-4A9C-B69D-BD83-834200D028BA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6" creationId="{02120628-C05B-254C-9EA3-6EAE3B0D980B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7" creationId="{2707B2E6-27E2-1E42-234C-E4FF28BD8FD2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8" creationId="{4D802751-9017-E87F-AED2-660086E5D6F3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9" creationId="{C9A829DC-7D4D-29C4-2ACE-2EF0400B51CB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10" creationId="{D8429C12-3391-5E2A-9164-7A793818D749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11" creationId="{BA44598F-DBAA-3F73-0B4E-4CAD526E5EA1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12" creationId="{4EE24B16-FA4D-1436-8462-19A0DA4A47F2}"/>
          </ac:cxnSpMkLst>
        </pc:cxnChg>
        <pc:cxnChg chg="add mod">
          <ac:chgData name="MARIA SALAS URBANO" userId="bc2a5f4f-1ff3-43e1-9c04-a7dcd714a090" providerId="ADAL" clId="{2E4E1E6E-A1F7-437D-8F42-B4C7BFCDD5CD}" dt="2023-11-19T15:44:47.819" v="2171" actId="1076"/>
          <ac:cxnSpMkLst>
            <pc:docMk/>
            <pc:sldMk cId="2706329936" sldId="320"/>
            <ac:cxnSpMk id="13" creationId="{63F09FF7-B5C2-407F-3895-CC7CBA3C4FFE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43" creationId="{7D820177-5EDF-C030-9E33-CB7A02A90AB9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45" creationId="{5E0D01D7-C0F0-712E-C3E3-69DD9659DF52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46" creationId="{B7B86E9F-3817-5AD9-121E-0904575A599F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48" creationId="{C97AC5AC-4E1F-B963-BEFD-E159EE3CA4D9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49" creationId="{4BEF3D29-72A6-4D72-D90B-2AFE4300C8D6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51" creationId="{F9C3489E-D19F-04CD-A561-7D2C8B2F6654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52" creationId="{24C53139-AA2F-59B2-9F4A-673C7A37E567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54" creationId="{0085A389-393C-3773-7DD3-6175CC1E8779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55" creationId="{F6396A20-DD92-0C82-9EE4-601CFFEA0785}"/>
          </ac:cxnSpMkLst>
        </pc:cxnChg>
        <pc:cxnChg chg="del mod">
          <ac:chgData name="MARIA SALAS URBANO" userId="bc2a5f4f-1ff3-43e1-9c04-a7dcd714a090" providerId="ADAL" clId="{2E4E1E6E-A1F7-437D-8F42-B4C7BFCDD5CD}" dt="2023-11-19T15:44:40.885" v="2169" actId="478"/>
          <ac:cxnSpMkLst>
            <pc:docMk/>
            <pc:sldMk cId="2706329936" sldId="320"/>
            <ac:cxnSpMk id="57" creationId="{DC1BD6C6-F227-9780-4B29-844A67124140}"/>
          </ac:cxnSpMkLst>
        </pc:cxnChg>
      </pc:sldChg>
      <pc:sldChg chg="add mod modShow">
        <pc:chgData name="MARIA SALAS URBANO" userId="bc2a5f4f-1ff3-43e1-9c04-a7dcd714a090" providerId="ADAL" clId="{2E4E1E6E-A1F7-437D-8F42-B4C7BFCDD5CD}" dt="2023-11-18T09:57:43.489" v="503" actId="729"/>
        <pc:sldMkLst>
          <pc:docMk/>
          <pc:sldMk cId="879657773" sldId="321"/>
        </pc:sldMkLst>
      </pc:sldChg>
      <pc:sldChg chg="addSp delSp modSp add del mod delAnim modShow">
        <pc:chgData name="MARIA SALAS URBANO" userId="bc2a5f4f-1ff3-43e1-9c04-a7dcd714a090" providerId="ADAL" clId="{2E4E1E6E-A1F7-437D-8F42-B4C7BFCDD5CD}" dt="2023-11-18T11:32:47.361" v="1039" actId="2696"/>
        <pc:sldMkLst>
          <pc:docMk/>
          <pc:sldMk cId="2304598743" sldId="322"/>
        </pc:sldMkLst>
        <pc:spChg chg="add del mod">
          <ac:chgData name="MARIA SALAS URBANO" userId="bc2a5f4f-1ff3-43e1-9c04-a7dcd714a090" providerId="ADAL" clId="{2E4E1E6E-A1F7-437D-8F42-B4C7BFCDD5CD}" dt="2023-11-18T11:25:30.095" v="976" actId="478"/>
          <ac:spMkLst>
            <pc:docMk/>
            <pc:sldMk cId="2304598743" sldId="322"/>
            <ac:spMk id="5" creationId="{6E1FD94A-BB72-14FC-B9F2-F5C04914A374}"/>
          </ac:spMkLst>
        </pc:spChg>
        <pc:spChg chg="del">
          <ac:chgData name="MARIA SALAS URBANO" userId="bc2a5f4f-1ff3-43e1-9c04-a7dcd714a090" providerId="ADAL" clId="{2E4E1E6E-A1F7-437D-8F42-B4C7BFCDD5CD}" dt="2023-11-18T11:25:27.108" v="975" actId="478"/>
          <ac:spMkLst>
            <pc:docMk/>
            <pc:sldMk cId="2304598743" sldId="322"/>
            <ac:spMk id="13" creationId="{E035ACF5-4779-ABFD-C8D9-8078F16FE610}"/>
          </ac:spMkLst>
        </pc:spChg>
        <pc:spChg chg="mod">
          <ac:chgData name="MARIA SALAS URBANO" userId="bc2a5f4f-1ff3-43e1-9c04-a7dcd714a090" providerId="ADAL" clId="{2E4E1E6E-A1F7-437D-8F42-B4C7BFCDD5CD}" dt="2023-11-18T11:25:14.416" v="968" actId="20577"/>
          <ac:spMkLst>
            <pc:docMk/>
            <pc:sldMk cId="2304598743" sldId="322"/>
            <ac:spMk id="25" creationId="{D719201C-B9AB-AD00-EF26-AC81043B92ED}"/>
          </ac:spMkLst>
        </pc:spChg>
        <pc:spChg chg="mod">
          <ac:chgData name="MARIA SALAS URBANO" userId="bc2a5f4f-1ff3-43e1-9c04-a7dcd714a090" providerId="ADAL" clId="{2E4E1E6E-A1F7-437D-8F42-B4C7BFCDD5CD}" dt="2023-11-18T11:25:20.478" v="971" actId="20577"/>
          <ac:spMkLst>
            <pc:docMk/>
            <pc:sldMk cId="2304598743" sldId="322"/>
            <ac:spMk id="26" creationId="{88114519-0E30-E13F-469D-70A7859F9655}"/>
          </ac:spMkLst>
        </pc:spChg>
        <pc:spChg chg="mod">
          <ac:chgData name="MARIA SALAS URBANO" userId="bc2a5f4f-1ff3-43e1-9c04-a7dcd714a090" providerId="ADAL" clId="{2E4E1E6E-A1F7-437D-8F42-B4C7BFCDD5CD}" dt="2023-11-18T11:25:23.328" v="974" actId="20577"/>
          <ac:spMkLst>
            <pc:docMk/>
            <pc:sldMk cId="2304598743" sldId="322"/>
            <ac:spMk id="27" creationId="{F2D8C2C6-B7EA-FCAC-54DC-47A0BE0C77D2}"/>
          </ac:spMkLst>
        </pc:spChg>
      </pc:sldChg>
      <pc:sldChg chg="addSp delSp modSp add mod addAnim delAnim modAnim modNotesTx">
        <pc:chgData name="MARIA SALAS URBANO" userId="bc2a5f4f-1ff3-43e1-9c04-a7dcd714a090" providerId="ADAL" clId="{2E4E1E6E-A1F7-437D-8F42-B4C7BFCDD5CD}" dt="2023-11-27T15:25:51.141" v="5081"/>
        <pc:sldMkLst>
          <pc:docMk/>
          <pc:sldMk cId="1071731195" sldId="323"/>
        </pc:sldMkLst>
        <pc:spChg chg="add del mod">
          <ac:chgData name="MARIA SALAS URBANO" userId="bc2a5f4f-1ff3-43e1-9c04-a7dcd714a090" providerId="ADAL" clId="{2E4E1E6E-A1F7-437D-8F42-B4C7BFCDD5CD}" dt="2023-11-18T11:15:01.983" v="840" actId="478"/>
          <ac:spMkLst>
            <pc:docMk/>
            <pc:sldMk cId="1071731195" sldId="323"/>
            <ac:spMk id="3" creationId="{0277979A-32CC-D3DF-09E8-18C5C6722830}"/>
          </ac:spMkLst>
        </pc:spChg>
        <pc:spChg chg="mod">
          <ac:chgData name="MARIA SALAS URBANO" userId="bc2a5f4f-1ff3-43e1-9c04-a7dcd714a090" providerId="ADAL" clId="{2E4E1E6E-A1F7-437D-8F42-B4C7BFCDD5CD}" dt="2023-11-18T11:31:39.532" v="1008" actId="1036"/>
          <ac:spMkLst>
            <pc:docMk/>
            <pc:sldMk cId="1071731195" sldId="323"/>
            <ac:spMk id="5" creationId="{814497B3-4B25-CF75-915F-CAAB66181DEE}"/>
          </ac:spMkLst>
        </pc:spChg>
        <pc:spChg chg="add mod">
          <ac:chgData name="MARIA SALAS URBANO" userId="bc2a5f4f-1ff3-43e1-9c04-a7dcd714a090" providerId="ADAL" clId="{2E4E1E6E-A1F7-437D-8F42-B4C7BFCDD5CD}" dt="2023-11-18T11:31:37.386" v="1007" actId="1035"/>
          <ac:spMkLst>
            <pc:docMk/>
            <pc:sldMk cId="1071731195" sldId="323"/>
            <ac:spMk id="6" creationId="{8048CBC8-2DD8-DF11-8FBA-2E3E627BAFD6}"/>
          </ac:spMkLst>
        </pc:spChg>
        <pc:spChg chg="add mod">
          <ac:chgData name="MARIA SALAS URBANO" userId="bc2a5f4f-1ff3-43e1-9c04-a7dcd714a090" providerId="ADAL" clId="{2E4E1E6E-A1F7-437D-8F42-B4C7BFCDD5CD}" dt="2023-11-18T11:31:56.151" v="1029" actId="20577"/>
          <ac:spMkLst>
            <pc:docMk/>
            <pc:sldMk cId="1071731195" sldId="323"/>
            <ac:spMk id="7" creationId="{104D8056-BC2A-B997-521A-6B74FD1CAA63}"/>
          </ac:spMkLst>
        </pc:spChg>
        <pc:spChg chg="add mod">
          <ac:chgData name="MARIA SALAS URBANO" userId="bc2a5f4f-1ff3-43e1-9c04-a7dcd714a090" providerId="ADAL" clId="{2E4E1E6E-A1F7-437D-8F42-B4C7BFCDD5CD}" dt="2023-11-18T11:31:58.749" v="1032" actId="20577"/>
          <ac:spMkLst>
            <pc:docMk/>
            <pc:sldMk cId="1071731195" sldId="323"/>
            <ac:spMk id="9" creationId="{D4AA4ED8-293E-A7AA-8BAD-89D49EC7C710}"/>
          </ac:spMkLst>
        </pc:spChg>
        <pc:spChg chg="add mod">
          <ac:chgData name="MARIA SALAS URBANO" userId="bc2a5f4f-1ff3-43e1-9c04-a7dcd714a090" providerId="ADAL" clId="{2E4E1E6E-A1F7-437D-8F42-B4C7BFCDD5CD}" dt="2023-11-18T11:32:01.417" v="1035" actId="20577"/>
          <ac:spMkLst>
            <pc:docMk/>
            <pc:sldMk cId="1071731195" sldId="323"/>
            <ac:spMk id="10" creationId="{194F0A55-B627-7BB8-1872-D286C18B3606}"/>
          </ac:spMkLst>
        </pc:spChg>
        <pc:spChg chg="add mod">
          <ac:chgData name="MARIA SALAS URBANO" userId="bc2a5f4f-1ff3-43e1-9c04-a7dcd714a090" providerId="ADAL" clId="{2E4E1E6E-A1F7-437D-8F42-B4C7BFCDD5CD}" dt="2023-11-18T11:31:37.386" v="1007" actId="1035"/>
          <ac:spMkLst>
            <pc:docMk/>
            <pc:sldMk cId="1071731195" sldId="323"/>
            <ac:spMk id="11" creationId="{E74747BA-C7DC-7E4D-1184-CA262CD21AE5}"/>
          </ac:spMkLst>
        </pc:spChg>
        <pc:spChg chg="add mod">
          <ac:chgData name="MARIA SALAS URBANO" userId="bc2a5f4f-1ff3-43e1-9c04-a7dcd714a090" providerId="ADAL" clId="{2E4E1E6E-A1F7-437D-8F42-B4C7BFCDD5CD}" dt="2023-11-18T11:31:37.386" v="1007" actId="1035"/>
          <ac:spMkLst>
            <pc:docMk/>
            <pc:sldMk cId="1071731195" sldId="323"/>
            <ac:spMk id="12" creationId="{96B5DC3D-13F3-CD9A-21FA-30795272FAB8}"/>
          </ac:spMkLst>
        </pc:spChg>
        <pc:spChg chg="mod">
          <ac:chgData name="MARIA SALAS URBANO" userId="bc2a5f4f-1ff3-43e1-9c04-a7dcd714a090" providerId="ADAL" clId="{2E4E1E6E-A1F7-437D-8F42-B4C7BFCDD5CD}" dt="2023-11-18T11:15:41.935" v="847" actId="20577"/>
          <ac:spMkLst>
            <pc:docMk/>
            <pc:sldMk cId="1071731195" sldId="323"/>
            <ac:spMk id="13" creationId="{E035ACF5-4779-ABFD-C8D9-8078F16FE610}"/>
          </ac:spMkLst>
        </pc:spChg>
        <pc:spChg chg="add mod">
          <ac:chgData name="MARIA SALAS URBANO" userId="bc2a5f4f-1ff3-43e1-9c04-a7dcd714a090" providerId="ADAL" clId="{2E4E1E6E-A1F7-437D-8F42-B4C7BFCDD5CD}" dt="2023-11-18T11:31:37.386" v="1007" actId="1035"/>
          <ac:spMkLst>
            <pc:docMk/>
            <pc:sldMk cId="1071731195" sldId="323"/>
            <ac:spMk id="14" creationId="{E0B861A9-CED6-D6C6-F969-53166C264C51}"/>
          </ac:spMkLst>
        </pc:spChg>
        <pc:spChg chg="add mod">
          <ac:chgData name="MARIA SALAS URBANO" userId="bc2a5f4f-1ff3-43e1-9c04-a7dcd714a090" providerId="ADAL" clId="{2E4E1E6E-A1F7-437D-8F42-B4C7BFCDD5CD}" dt="2023-11-18T11:31:47.504" v="1009" actId="14100"/>
          <ac:spMkLst>
            <pc:docMk/>
            <pc:sldMk cId="1071731195" sldId="323"/>
            <ac:spMk id="15" creationId="{14D8BBD6-0DD6-1B62-6D2D-D0F3A2A2A45C}"/>
          </ac:spMkLst>
        </pc:spChg>
      </pc:sldChg>
      <pc:sldChg chg="addSp delSp modSp add mod modAnim modNotesTx">
        <pc:chgData name="MARIA SALAS URBANO" userId="bc2a5f4f-1ff3-43e1-9c04-a7dcd714a090" providerId="ADAL" clId="{2E4E1E6E-A1F7-437D-8F42-B4C7BFCDD5CD}" dt="2023-11-20T15:34:09.388" v="4582"/>
        <pc:sldMkLst>
          <pc:docMk/>
          <pc:sldMk cId="3432417470" sldId="324"/>
        </pc:sldMkLst>
        <pc:spChg chg="add mod">
          <ac:chgData name="MARIA SALAS URBANO" userId="bc2a5f4f-1ff3-43e1-9c04-a7dcd714a090" providerId="ADAL" clId="{2E4E1E6E-A1F7-437D-8F42-B4C7BFCDD5CD}" dt="2023-11-18T11:16:31.096" v="854" actId="1076"/>
          <ac:spMkLst>
            <pc:docMk/>
            <pc:sldMk cId="3432417470" sldId="324"/>
            <ac:spMk id="3" creationId="{4FEA69D7-4306-1021-63CA-DA48E8D969F9}"/>
          </ac:spMkLst>
        </pc:spChg>
        <pc:spChg chg="del">
          <ac:chgData name="MARIA SALAS URBANO" userId="bc2a5f4f-1ff3-43e1-9c04-a7dcd714a090" providerId="ADAL" clId="{2E4E1E6E-A1F7-437D-8F42-B4C7BFCDD5CD}" dt="2023-11-18T11:16:09.137" v="850" actId="478"/>
          <ac:spMkLst>
            <pc:docMk/>
            <pc:sldMk cId="3432417470" sldId="324"/>
            <ac:spMk id="5" creationId="{814497B3-4B25-CF75-915F-CAAB66181DEE}"/>
          </ac:spMkLst>
        </pc:spChg>
        <pc:spChg chg="mod">
          <ac:chgData name="MARIA SALAS URBANO" userId="bc2a5f4f-1ff3-43e1-9c04-a7dcd714a090" providerId="ADAL" clId="{2E4E1E6E-A1F7-437D-8F42-B4C7BFCDD5CD}" dt="2023-11-20T15:34:09.388" v="4582"/>
          <ac:spMkLst>
            <pc:docMk/>
            <pc:sldMk cId="3432417470" sldId="324"/>
            <ac:spMk id="13" creationId="{E035ACF5-4779-ABFD-C8D9-8078F16FE610}"/>
          </ac:spMkLst>
        </pc:spChg>
      </pc:sldChg>
    </pc:docChg>
  </pc:docChgLst>
  <pc:docChgLst>
    <pc:chgData name="MARIA SALAS URBANO" userId="d92562ea-7866-43a1-b4b3-4f1315128d96" providerId="ADAL" clId="{32E1785D-317D-47C6-B9A6-CC7E3EB986E8}"/>
    <pc:docChg chg="undo custSel addSld delSld modSld">
      <pc:chgData name="MARIA SALAS URBANO" userId="d92562ea-7866-43a1-b4b3-4f1315128d96" providerId="ADAL" clId="{32E1785D-317D-47C6-B9A6-CC7E3EB986E8}" dt="2024-05-30T18:47:10.903" v="730" actId="478"/>
      <pc:docMkLst>
        <pc:docMk/>
      </pc:docMkLst>
      <pc:sldChg chg="modSp mod modNotesTx">
        <pc:chgData name="MARIA SALAS URBANO" userId="d92562ea-7866-43a1-b4b3-4f1315128d96" providerId="ADAL" clId="{32E1785D-317D-47C6-B9A6-CC7E3EB986E8}" dt="2024-05-28T07:56:50.424" v="370"/>
        <pc:sldMkLst>
          <pc:docMk/>
          <pc:sldMk cId="2467763920" sldId="316"/>
        </pc:sldMkLst>
        <pc:spChg chg="mod">
          <ac:chgData name="MARIA SALAS URBANO" userId="d92562ea-7866-43a1-b4b3-4f1315128d96" providerId="ADAL" clId="{32E1785D-317D-47C6-B9A6-CC7E3EB986E8}" dt="2024-05-28T07:55:46.526" v="367" actId="14"/>
          <ac:spMkLst>
            <pc:docMk/>
            <pc:sldMk cId="2467763920" sldId="316"/>
            <ac:spMk id="3" creationId="{C3B6FA41-7BC6-976A-61EA-FCA7B3D217AF}"/>
          </ac:spMkLst>
        </pc:spChg>
      </pc:sldChg>
      <pc:sldChg chg="modNotesTx">
        <pc:chgData name="MARIA SALAS URBANO" userId="d92562ea-7866-43a1-b4b3-4f1315128d96" providerId="ADAL" clId="{32E1785D-317D-47C6-B9A6-CC7E3EB986E8}" dt="2024-05-28T07:25:05.102" v="10" actId="20577"/>
        <pc:sldMkLst>
          <pc:docMk/>
          <pc:sldMk cId="3850168934" sldId="325"/>
        </pc:sldMkLst>
      </pc:sldChg>
      <pc:sldChg chg="addSp modSp modAnim modNotesTx">
        <pc:chgData name="MARIA SALAS URBANO" userId="d92562ea-7866-43a1-b4b3-4f1315128d96" providerId="ADAL" clId="{32E1785D-317D-47C6-B9A6-CC7E3EB986E8}" dt="2024-05-28T07:31:18.172" v="58"/>
        <pc:sldMkLst>
          <pc:docMk/>
          <pc:sldMk cId="3686452472" sldId="326"/>
        </pc:sldMkLst>
        <pc:picChg chg="add mod">
          <ac:chgData name="MARIA SALAS URBANO" userId="d92562ea-7866-43a1-b4b3-4f1315128d96" providerId="ADAL" clId="{32E1785D-317D-47C6-B9A6-CC7E3EB986E8}" dt="2024-05-28T07:29:34.911" v="52"/>
          <ac:picMkLst>
            <pc:docMk/>
            <pc:sldMk cId="3686452472" sldId="326"/>
            <ac:picMk id="13" creationId="{219D5517-324D-5F6B-5AFA-BA883FF45A59}"/>
          </ac:picMkLst>
        </pc:picChg>
      </pc:sldChg>
      <pc:sldChg chg="addSp delSp modSp mod">
        <pc:chgData name="MARIA SALAS URBANO" userId="d92562ea-7866-43a1-b4b3-4f1315128d96" providerId="ADAL" clId="{32E1785D-317D-47C6-B9A6-CC7E3EB986E8}" dt="2024-05-29T07:57:14.369" v="615" actId="113"/>
        <pc:sldMkLst>
          <pc:docMk/>
          <pc:sldMk cId="1251699714" sldId="329"/>
        </pc:sldMkLst>
        <pc:spChg chg="add mod">
          <ac:chgData name="MARIA SALAS URBANO" userId="d92562ea-7866-43a1-b4b3-4f1315128d96" providerId="ADAL" clId="{32E1785D-317D-47C6-B9A6-CC7E3EB986E8}" dt="2024-05-29T07:57:03.360" v="611" actId="207"/>
          <ac:spMkLst>
            <pc:docMk/>
            <pc:sldMk cId="1251699714" sldId="329"/>
            <ac:spMk id="5" creationId="{405E83FA-F3C8-F1B4-0410-95406ECEAA84}"/>
          </ac:spMkLst>
        </pc:spChg>
        <pc:spChg chg="del">
          <ac:chgData name="MARIA SALAS URBANO" userId="d92562ea-7866-43a1-b4b3-4f1315128d96" providerId="ADAL" clId="{32E1785D-317D-47C6-B9A6-CC7E3EB986E8}" dt="2024-05-29T07:54:30.788" v="568" actId="478"/>
          <ac:spMkLst>
            <pc:docMk/>
            <pc:sldMk cId="1251699714" sldId="329"/>
            <ac:spMk id="7" creationId="{F0021E3B-2321-C9B4-E650-AAD0BAFD303A}"/>
          </ac:spMkLst>
        </pc:spChg>
        <pc:spChg chg="del">
          <ac:chgData name="MARIA SALAS URBANO" userId="d92562ea-7866-43a1-b4b3-4f1315128d96" providerId="ADAL" clId="{32E1785D-317D-47C6-B9A6-CC7E3EB986E8}" dt="2024-05-29T07:54:29.538" v="567" actId="478"/>
          <ac:spMkLst>
            <pc:docMk/>
            <pc:sldMk cId="1251699714" sldId="329"/>
            <ac:spMk id="8" creationId="{0A2F4DA1-27C4-3A95-9E8B-C5ACB980B5A1}"/>
          </ac:spMkLst>
        </pc:spChg>
        <pc:spChg chg="del">
          <ac:chgData name="MARIA SALAS URBANO" userId="d92562ea-7866-43a1-b4b3-4f1315128d96" providerId="ADAL" clId="{32E1785D-317D-47C6-B9A6-CC7E3EB986E8}" dt="2024-05-29T07:54:28.437" v="566" actId="478"/>
          <ac:spMkLst>
            <pc:docMk/>
            <pc:sldMk cId="1251699714" sldId="329"/>
            <ac:spMk id="10" creationId="{65BC1325-16D7-D724-12A5-278DC8C79565}"/>
          </ac:spMkLst>
        </pc:spChg>
        <pc:spChg chg="add del">
          <ac:chgData name="MARIA SALAS URBANO" userId="d92562ea-7866-43a1-b4b3-4f1315128d96" providerId="ADAL" clId="{32E1785D-317D-47C6-B9A6-CC7E3EB986E8}" dt="2024-05-29T07:54:27.245" v="565" actId="478"/>
          <ac:spMkLst>
            <pc:docMk/>
            <pc:sldMk cId="1251699714" sldId="329"/>
            <ac:spMk id="11" creationId="{C55A66F3-0763-1DE1-1D7A-5282F96BC25B}"/>
          </ac:spMkLst>
        </pc:spChg>
        <pc:spChg chg="mod">
          <ac:chgData name="MARIA SALAS URBANO" userId="d92562ea-7866-43a1-b4b3-4f1315128d96" providerId="ADAL" clId="{32E1785D-317D-47C6-B9A6-CC7E3EB986E8}" dt="2024-05-29T07:56:54.064" v="609" actId="1076"/>
          <ac:spMkLst>
            <pc:docMk/>
            <pc:sldMk cId="1251699714" sldId="329"/>
            <ac:spMk id="12" creationId="{BB699BC5-3D97-3E77-7736-EC64BD34620D}"/>
          </ac:spMkLst>
        </pc:spChg>
        <pc:spChg chg="add mod">
          <ac:chgData name="MARIA SALAS URBANO" userId="d92562ea-7866-43a1-b4b3-4f1315128d96" providerId="ADAL" clId="{32E1785D-317D-47C6-B9A6-CC7E3EB986E8}" dt="2024-05-29T07:57:08.707" v="613" actId="207"/>
          <ac:spMkLst>
            <pc:docMk/>
            <pc:sldMk cId="1251699714" sldId="329"/>
            <ac:spMk id="13" creationId="{CBD05BDF-AF25-99B3-B450-32B55A672540}"/>
          </ac:spMkLst>
        </pc:spChg>
        <pc:spChg chg="mod">
          <ac:chgData name="MARIA SALAS URBANO" userId="d92562ea-7866-43a1-b4b3-4f1315128d96" providerId="ADAL" clId="{32E1785D-317D-47C6-B9A6-CC7E3EB986E8}" dt="2024-05-29T07:56:54.064" v="609" actId="1076"/>
          <ac:spMkLst>
            <pc:docMk/>
            <pc:sldMk cId="1251699714" sldId="329"/>
            <ac:spMk id="14" creationId="{69054F10-DFF0-0710-F151-5D9BEEFB70C5}"/>
          </ac:spMkLst>
        </pc:spChg>
        <pc:spChg chg="add mod">
          <ac:chgData name="MARIA SALAS URBANO" userId="d92562ea-7866-43a1-b4b3-4f1315128d96" providerId="ADAL" clId="{32E1785D-317D-47C6-B9A6-CC7E3EB986E8}" dt="2024-05-29T07:57:14.369" v="615" actId="113"/>
          <ac:spMkLst>
            <pc:docMk/>
            <pc:sldMk cId="1251699714" sldId="329"/>
            <ac:spMk id="15" creationId="{5FBBCA17-2B7B-97E1-C375-247256157431}"/>
          </ac:spMkLst>
        </pc:spChg>
        <pc:spChg chg="mod">
          <ac:chgData name="MARIA SALAS URBANO" userId="d92562ea-7866-43a1-b4b3-4f1315128d96" providerId="ADAL" clId="{32E1785D-317D-47C6-B9A6-CC7E3EB986E8}" dt="2024-05-29T07:56:54.064" v="609" actId="1076"/>
          <ac:spMkLst>
            <pc:docMk/>
            <pc:sldMk cId="1251699714" sldId="329"/>
            <ac:spMk id="22" creationId="{CC6FCE96-BDED-860F-6E5B-E23C46096EAF}"/>
          </ac:spMkLst>
        </pc:spChg>
        <pc:spChg chg="mod">
          <ac:chgData name="MARIA SALAS URBANO" userId="d92562ea-7866-43a1-b4b3-4f1315128d96" providerId="ADAL" clId="{32E1785D-317D-47C6-B9A6-CC7E3EB986E8}" dt="2024-05-29T07:56:54.064" v="609" actId="1076"/>
          <ac:spMkLst>
            <pc:docMk/>
            <pc:sldMk cId="1251699714" sldId="329"/>
            <ac:spMk id="23" creationId="{C53370D2-7A4E-9A2A-8253-85698239BC4E}"/>
          </ac:spMkLst>
        </pc:spChg>
        <pc:spChg chg="mod">
          <ac:chgData name="MARIA SALAS URBANO" userId="d92562ea-7866-43a1-b4b3-4f1315128d96" providerId="ADAL" clId="{32E1785D-317D-47C6-B9A6-CC7E3EB986E8}" dt="2024-05-29T07:56:54.064" v="609" actId="1076"/>
          <ac:spMkLst>
            <pc:docMk/>
            <pc:sldMk cId="1251699714" sldId="329"/>
            <ac:spMk id="24" creationId="{CE13CDF2-C8B0-1CAD-3C3A-4A5C7359D274}"/>
          </ac:spMkLst>
        </pc:sp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16" creationId="{57BB4F71-C356-2A96-D55A-F3EE7C9513F1}"/>
          </ac:picMkLst>
        </pc:pic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17" creationId="{F3CC8294-03E2-E102-5CAA-EB3793F59C2E}"/>
          </ac:picMkLst>
        </pc:pic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19" creationId="{F566DCF5-F7AA-0901-0628-4436C965590F}"/>
          </ac:picMkLst>
        </pc:pic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20" creationId="{2CC0BF7A-563E-B96D-3468-B814AFC9E4B5}"/>
          </ac:picMkLst>
        </pc:picChg>
        <pc:picChg chg="mod or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21" creationId="{D218C4BD-CB86-FD42-D72C-419369394974}"/>
          </ac:picMkLst>
        </pc:pic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25" creationId="{1E1D4DB1-D32F-A39B-7D59-3325BDB26D34}"/>
          </ac:picMkLst>
        </pc:picChg>
        <pc:picChg chg="mod">
          <ac:chgData name="MARIA SALAS URBANO" userId="d92562ea-7866-43a1-b4b3-4f1315128d96" providerId="ADAL" clId="{32E1785D-317D-47C6-B9A6-CC7E3EB986E8}" dt="2024-05-29T07:56:54.064" v="609" actId="1076"/>
          <ac:picMkLst>
            <pc:docMk/>
            <pc:sldMk cId="1251699714" sldId="329"/>
            <ac:picMk id="26" creationId="{65B69B29-E854-7706-1705-17ED9B90DA2F}"/>
          </ac:picMkLst>
        </pc:picChg>
        <pc:cxnChg chg="add mod">
          <ac:chgData name="MARIA SALAS URBANO" userId="d92562ea-7866-43a1-b4b3-4f1315128d96" providerId="ADAL" clId="{32E1785D-317D-47C6-B9A6-CC7E3EB986E8}" dt="2024-05-29T07:56:54.064" v="609" actId="1076"/>
          <ac:cxnSpMkLst>
            <pc:docMk/>
            <pc:sldMk cId="1251699714" sldId="329"/>
            <ac:cxnSpMk id="27" creationId="{DA5A1B06-EF6E-DD8E-FDC8-39CA31C4C269}"/>
          </ac:cxnSpMkLst>
        </pc:cxnChg>
        <pc:cxnChg chg="add mod">
          <ac:chgData name="MARIA SALAS URBANO" userId="d92562ea-7866-43a1-b4b3-4f1315128d96" providerId="ADAL" clId="{32E1785D-317D-47C6-B9A6-CC7E3EB986E8}" dt="2024-05-29T07:56:54.064" v="609" actId="1076"/>
          <ac:cxnSpMkLst>
            <pc:docMk/>
            <pc:sldMk cId="1251699714" sldId="329"/>
            <ac:cxnSpMk id="29" creationId="{4E2F47F2-D501-6ED3-22EA-20CFACA3BEFB}"/>
          </ac:cxnSpMkLst>
        </pc:cxnChg>
        <pc:cxnChg chg="add mod">
          <ac:chgData name="MARIA SALAS URBANO" userId="d92562ea-7866-43a1-b4b3-4f1315128d96" providerId="ADAL" clId="{32E1785D-317D-47C6-B9A6-CC7E3EB986E8}" dt="2024-05-29T07:56:54.064" v="609" actId="1076"/>
          <ac:cxnSpMkLst>
            <pc:docMk/>
            <pc:sldMk cId="1251699714" sldId="329"/>
            <ac:cxnSpMk id="30" creationId="{E207BFE6-820F-3548-467A-616BE03113CF}"/>
          </ac:cxnSpMkLst>
        </pc:cxnChg>
      </pc:sldChg>
      <pc:sldChg chg="modSp mod">
        <pc:chgData name="MARIA SALAS URBANO" userId="d92562ea-7866-43a1-b4b3-4f1315128d96" providerId="ADAL" clId="{32E1785D-317D-47C6-B9A6-CC7E3EB986E8}" dt="2024-05-30T11:55:08.716" v="664" actId="113"/>
        <pc:sldMkLst>
          <pc:docMk/>
          <pc:sldMk cId="2600534476" sldId="331"/>
        </pc:sldMkLst>
        <pc:spChg chg="mod">
          <ac:chgData name="MARIA SALAS URBANO" userId="d92562ea-7866-43a1-b4b3-4f1315128d96" providerId="ADAL" clId="{32E1785D-317D-47C6-B9A6-CC7E3EB986E8}" dt="2024-05-30T11:55:08.716" v="664" actId="113"/>
          <ac:spMkLst>
            <pc:docMk/>
            <pc:sldMk cId="2600534476" sldId="331"/>
            <ac:spMk id="2" creationId="{00000000-0000-0000-0000-000000000000}"/>
          </ac:spMkLst>
        </pc:spChg>
      </pc:sldChg>
      <pc:sldChg chg="modNotesTx">
        <pc:chgData name="MARIA SALAS URBANO" userId="d92562ea-7866-43a1-b4b3-4f1315128d96" providerId="ADAL" clId="{32E1785D-317D-47C6-B9A6-CC7E3EB986E8}" dt="2024-05-28T07:45:56.288" v="241" actId="20577"/>
        <pc:sldMkLst>
          <pc:docMk/>
          <pc:sldMk cId="2870785589" sldId="334"/>
        </pc:sldMkLst>
      </pc:sldChg>
      <pc:sldChg chg="modNotesTx">
        <pc:chgData name="MARIA SALAS URBANO" userId="d92562ea-7866-43a1-b4b3-4f1315128d96" providerId="ADAL" clId="{32E1785D-317D-47C6-B9A6-CC7E3EB986E8}" dt="2024-05-28T07:51:45.602" v="308"/>
        <pc:sldMkLst>
          <pc:docMk/>
          <pc:sldMk cId="285918031" sldId="335"/>
        </pc:sldMkLst>
      </pc:sldChg>
      <pc:sldChg chg="del">
        <pc:chgData name="MARIA SALAS URBANO" userId="d92562ea-7866-43a1-b4b3-4f1315128d96" providerId="ADAL" clId="{32E1785D-317D-47C6-B9A6-CC7E3EB986E8}" dt="2024-05-28T07:50:38.398" v="273" actId="2696"/>
        <pc:sldMkLst>
          <pc:docMk/>
          <pc:sldMk cId="4125175376" sldId="337"/>
        </pc:sldMkLst>
      </pc:sldChg>
      <pc:sldChg chg="del">
        <pc:chgData name="MARIA SALAS URBANO" userId="d92562ea-7866-43a1-b4b3-4f1315128d96" providerId="ADAL" clId="{32E1785D-317D-47C6-B9A6-CC7E3EB986E8}" dt="2024-05-28T07:54:39.846" v="364" actId="2696"/>
        <pc:sldMkLst>
          <pc:docMk/>
          <pc:sldMk cId="866387507" sldId="338"/>
        </pc:sldMkLst>
      </pc:sldChg>
      <pc:sldChg chg="modNotesTx">
        <pc:chgData name="MARIA SALAS URBANO" userId="d92562ea-7866-43a1-b4b3-4f1315128d96" providerId="ADAL" clId="{32E1785D-317D-47C6-B9A6-CC7E3EB986E8}" dt="2024-05-28T08:09:39.438" v="372" actId="33524"/>
        <pc:sldMkLst>
          <pc:docMk/>
          <pc:sldMk cId="2938103834" sldId="343"/>
        </pc:sldMkLst>
      </pc:sldChg>
      <pc:sldChg chg="del">
        <pc:chgData name="MARIA SALAS URBANO" userId="d92562ea-7866-43a1-b4b3-4f1315128d96" providerId="ADAL" clId="{32E1785D-317D-47C6-B9A6-CC7E3EB986E8}" dt="2024-05-28T07:31:33.959" v="59" actId="2696"/>
        <pc:sldMkLst>
          <pc:docMk/>
          <pc:sldMk cId="1567170909" sldId="345"/>
        </pc:sldMkLst>
      </pc:sldChg>
      <pc:sldChg chg="modSp mod modNotesTx">
        <pc:chgData name="MARIA SALAS URBANO" userId="d92562ea-7866-43a1-b4b3-4f1315128d96" providerId="ADAL" clId="{32E1785D-317D-47C6-B9A6-CC7E3EB986E8}" dt="2024-05-30T18:45:53.457" v="729" actId="115"/>
        <pc:sldMkLst>
          <pc:docMk/>
          <pc:sldMk cId="1112742221" sldId="346"/>
        </pc:sldMkLst>
        <pc:spChg chg="mod">
          <ac:chgData name="MARIA SALAS URBANO" userId="d92562ea-7866-43a1-b4b3-4f1315128d96" providerId="ADAL" clId="{32E1785D-317D-47C6-B9A6-CC7E3EB986E8}" dt="2024-05-30T18:45:53.457" v="729" actId="115"/>
          <ac:spMkLst>
            <pc:docMk/>
            <pc:sldMk cId="1112742221" sldId="346"/>
            <ac:spMk id="17" creationId="{5EC51D3E-64AA-A233-5A34-E0031B97B6C3}"/>
          </ac:spMkLst>
        </pc:spChg>
        <pc:graphicFrameChg chg="mod">
          <ac:chgData name="MARIA SALAS URBANO" userId="d92562ea-7866-43a1-b4b3-4f1315128d96" providerId="ADAL" clId="{32E1785D-317D-47C6-B9A6-CC7E3EB986E8}" dt="2024-05-28T07:34:36.624" v="71"/>
          <ac:graphicFrameMkLst>
            <pc:docMk/>
            <pc:sldMk cId="1112742221" sldId="346"/>
            <ac:graphicFrameMk id="6" creationId="{27AFD20A-1BBB-4962-C25B-15BF0851ABBE}"/>
          </ac:graphicFrameMkLst>
        </pc:graphicFrameChg>
      </pc:sldChg>
      <pc:sldChg chg="modNotesTx">
        <pc:chgData name="MARIA SALAS URBANO" userId="d92562ea-7866-43a1-b4b3-4f1315128d96" providerId="ADAL" clId="{32E1785D-317D-47C6-B9A6-CC7E3EB986E8}" dt="2024-05-30T11:53:13.123" v="655" actId="20577"/>
        <pc:sldMkLst>
          <pc:docMk/>
          <pc:sldMk cId="1630827047" sldId="349"/>
        </pc:sldMkLst>
      </pc:sldChg>
      <pc:sldChg chg="modNotesTx">
        <pc:chgData name="MARIA SALAS URBANO" userId="d92562ea-7866-43a1-b4b3-4f1315128d96" providerId="ADAL" clId="{32E1785D-317D-47C6-B9A6-CC7E3EB986E8}" dt="2024-05-28T07:47:43.198" v="243" actId="20577"/>
        <pc:sldMkLst>
          <pc:docMk/>
          <pc:sldMk cId="3164040898" sldId="351"/>
        </pc:sldMkLst>
      </pc:sldChg>
      <pc:sldChg chg="modAnim modNotesTx">
        <pc:chgData name="MARIA SALAS URBANO" userId="d92562ea-7866-43a1-b4b3-4f1315128d96" providerId="ADAL" clId="{32E1785D-317D-47C6-B9A6-CC7E3EB986E8}" dt="2024-05-30T11:35:59.569" v="630"/>
        <pc:sldMkLst>
          <pc:docMk/>
          <pc:sldMk cId="3838410147" sldId="353"/>
        </pc:sldMkLst>
      </pc:sldChg>
      <pc:sldChg chg="delSp modAnim modNotesTx">
        <pc:chgData name="MARIA SALAS URBANO" userId="d92562ea-7866-43a1-b4b3-4f1315128d96" providerId="ADAL" clId="{32E1785D-317D-47C6-B9A6-CC7E3EB986E8}" dt="2024-05-30T18:47:10.903" v="730" actId="478"/>
        <pc:sldMkLst>
          <pc:docMk/>
          <pc:sldMk cId="3704282537" sldId="357"/>
        </pc:sldMkLst>
        <pc:picChg chg="del">
          <ac:chgData name="MARIA SALAS URBANO" userId="d92562ea-7866-43a1-b4b3-4f1315128d96" providerId="ADAL" clId="{32E1785D-317D-47C6-B9A6-CC7E3EB986E8}" dt="2024-05-30T18:47:10.903" v="730" actId="478"/>
          <ac:picMkLst>
            <pc:docMk/>
            <pc:sldMk cId="3704282537" sldId="357"/>
            <ac:picMk id="3082" creationId="{CBF8BA47-0AAF-6F19-4245-437DE41DC586}"/>
          </ac:picMkLst>
        </pc:picChg>
      </pc:sldChg>
      <pc:sldChg chg="modSp mod modNotesTx">
        <pc:chgData name="MARIA SALAS URBANO" userId="d92562ea-7866-43a1-b4b3-4f1315128d96" providerId="ADAL" clId="{32E1785D-317D-47C6-B9A6-CC7E3EB986E8}" dt="2024-05-30T18:39:14.420" v="728" actId="1038"/>
        <pc:sldMkLst>
          <pc:docMk/>
          <pc:sldMk cId="944904346" sldId="358"/>
        </pc:sldMkLst>
        <pc:spChg chg="mod">
          <ac:chgData name="MARIA SALAS URBANO" userId="d92562ea-7866-43a1-b4b3-4f1315128d96" providerId="ADAL" clId="{32E1785D-317D-47C6-B9A6-CC7E3EB986E8}" dt="2024-05-30T18:39:04.790" v="700" actId="14100"/>
          <ac:spMkLst>
            <pc:docMk/>
            <pc:sldMk cId="944904346" sldId="358"/>
            <ac:spMk id="5" creationId="{664BB6B7-8B33-9D5B-78F4-70CEA2ABF68E}"/>
          </ac:spMkLst>
        </pc:spChg>
        <pc:spChg chg="mod">
          <ac:chgData name="MARIA SALAS URBANO" userId="d92562ea-7866-43a1-b4b3-4f1315128d96" providerId="ADAL" clId="{32E1785D-317D-47C6-B9A6-CC7E3EB986E8}" dt="2024-05-30T18:39:14.420" v="728" actId="1038"/>
          <ac:spMkLst>
            <pc:docMk/>
            <pc:sldMk cId="944904346" sldId="358"/>
            <ac:spMk id="7" creationId="{CCE6D8AE-31E9-2B0C-05D2-508D2A692B2D}"/>
          </ac:spMkLst>
        </pc:spChg>
      </pc:sldChg>
      <pc:sldChg chg="modNotesTx">
        <pc:chgData name="MARIA SALAS URBANO" userId="d92562ea-7866-43a1-b4b3-4f1315128d96" providerId="ADAL" clId="{32E1785D-317D-47C6-B9A6-CC7E3EB986E8}" dt="2024-05-28T07:35:44.196" v="72"/>
        <pc:sldMkLst>
          <pc:docMk/>
          <pc:sldMk cId="1070098580" sldId="359"/>
        </pc:sldMkLst>
      </pc:sldChg>
      <pc:sldChg chg="modNotesTx">
        <pc:chgData name="MARIA SALAS URBANO" userId="d92562ea-7866-43a1-b4b3-4f1315128d96" providerId="ADAL" clId="{32E1785D-317D-47C6-B9A6-CC7E3EB986E8}" dt="2024-05-28T07:50:52.243" v="307" actId="5793"/>
        <pc:sldMkLst>
          <pc:docMk/>
          <pc:sldMk cId="3786955079" sldId="361"/>
        </pc:sldMkLst>
      </pc:sldChg>
      <pc:sldChg chg="modNotesTx">
        <pc:chgData name="MARIA SALAS URBANO" userId="d92562ea-7866-43a1-b4b3-4f1315128d96" providerId="ADAL" clId="{32E1785D-317D-47C6-B9A6-CC7E3EB986E8}" dt="2024-05-28T07:53:08.820" v="362" actId="20577"/>
        <pc:sldMkLst>
          <pc:docMk/>
          <pc:sldMk cId="2339396252" sldId="362"/>
        </pc:sldMkLst>
      </pc:sldChg>
      <pc:sldChg chg="modSp mod modNotesTx">
        <pc:chgData name="MARIA SALAS URBANO" userId="d92562ea-7866-43a1-b4b3-4f1315128d96" providerId="ADAL" clId="{32E1785D-317D-47C6-B9A6-CC7E3EB986E8}" dt="2024-05-28T12:23:23.937" v="481" actId="20577"/>
        <pc:sldMkLst>
          <pc:docMk/>
          <pc:sldMk cId="3847116996" sldId="363"/>
        </pc:sldMkLst>
        <pc:spChg chg="mod">
          <ac:chgData name="MARIA SALAS URBANO" userId="d92562ea-7866-43a1-b4b3-4f1315128d96" providerId="ADAL" clId="{32E1785D-317D-47C6-B9A6-CC7E3EB986E8}" dt="2024-05-28T12:23:23.937" v="481" actId="20577"/>
          <ac:spMkLst>
            <pc:docMk/>
            <pc:sldMk cId="3847116996" sldId="363"/>
            <ac:spMk id="6" creationId="{F4CFB6C1-D1D2-AB75-E581-A8BED032F1C8}"/>
          </ac:spMkLst>
        </pc:spChg>
      </pc:sldChg>
      <pc:sldChg chg="del">
        <pc:chgData name="MARIA SALAS URBANO" userId="d92562ea-7866-43a1-b4b3-4f1315128d96" providerId="ADAL" clId="{32E1785D-317D-47C6-B9A6-CC7E3EB986E8}" dt="2024-05-28T07:31:37.418" v="60" actId="2696"/>
        <pc:sldMkLst>
          <pc:docMk/>
          <pc:sldMk cId="319184835" sldId="364"/>
        </pc:sldMkLst>
      </pc:sldChg>
      <pc:sldChg chg="addSp modSp mod">
        <pc:chgData name="MARIA SALAS URBANO" userId="d92562ea-7866-43a1-b4b3-4f1315128d96" providerId="ADAL" clId="{32E1785D-317D-47C6-B9A6-CC7E3EB986E8}" dt="2024-05-28T07:50:10.779" v="272" actId="1076"/>
        <pc:sldMkLst>
          <pc:docMk/>
          <pc:sldMk cId="3893634706" sldId="365"/>
        </pc:sldMkLst>
        <pc:spChg chg="add mod">
          <ac:chgData name="MARIA SALAS URBANO" userId="d92562ea-7866-43a1-b4b3-4f1315128d96" providerId="ADAL" clId="{32E1785D-317D-47C6-B9A6-CC7E3EB986E8}" dt="2024-05-28T07:50:10.779" v="272" actId="1076"/>
          <ac:spMkLst>
            <pc:docMk/>
            <pc:sldMk cId="3893634706" sldId="365"/>
            <ac:spMk id="3" creationId="{1C0E9799-3566-3882-874A-CEA38BCB7D10}"/>
          </ac:spMkLst>
        </pc:spChg>
        <pc:picChg chg="mod">
          <ac:chgData name="MARIA SALAS URBANO" userId="d92562ea-7866-43a1-b4b3-4f1315128d96" providerId="ADAL" clId="{32E1785D-317D-47C6-B9A6-CC7E3EB986E8}" dt="2024-05-28T07:48:58.192" v="255" actId="1076"/>
          <ac:picMkLst>
            <pc:docMk/>
            <pc:sldMk cId="3893634706" sldId="365"/>
            <ac:picMk id="6" creationId="{8685E7B5-9906-FAE8-C86F-F21F91E97891}"/>
          </ac:picMkLst>
        </pc:picChg>
      </pc:sldChg>
      <pc:sldChg chg="del">
        <pc:chgData name="MARIA SALAS URBANO" userId="d92562ea-7866-43a1-b4b3-4f1315128d96" providerId="ADAL" clId="{32E1785D-317D-47C6-B9A6-CC7E3EB986E8}" dt="2024-05-28T07:52:39.107" v="317" actId="2696"/>
        <pc:sldMkLst>
          <pc:docMk/>
          <pc:sldMk cId="324361519" sldId="366"/>
        </pc:sldMkLst>
      </pc:sldChg>
      <pc:sldChg chg="addSp modSp mod">
        <pc:chgData name="MARIA SALAS URBANO" userId="d92562ea-7866-43a1-b4b3-4f1315128d96" providerId="ADAL" clId="{32E1785D-317D-47C6-B9A6-CC7E3EB986E8}" dt="2024-05-28T07:52:18.796" v="316" actId="1035"/>
        <pc:sldMkLst>
          <pc:docMk/>
          <pc:sldMk cId="1794344928" sldId="367"/>
        </pc:sldMkLst>
        <pc:spChg chg="add mod">
          <ac:chgData name="MARIA SALAS URBANO" userId="d92562ea-7866-43a1-b4b3-4f1315128d96" providerId="ADAL" clId="{32E1785D-317D-47C6-B9A6-CC7E3EB986E8}" dt="2024-05-28T07:52:18.796" v="316" actId="1035"/>
          <ac:spMkLst>
            <pc:docMk/>
            <pc:sldMk cId="1794344928" sldId="367"/>
            <ac:spMk id="3" creationId="{08AF159E-DDA8-EA26-09F3-74FD885C4F7A}"/>
          </ac:spMkLst>
        </pc:spChg>
        <pc:spChg chg="mod">
          <ac:chgData name="MARIA SALAS URBANO" userId="d92562ea-7866-43a1-b4b3-4f1315128d96" providerId="ADAL" clId="{32E1785D-317D-47C6-B9A6-CC7E3EB986E8}" dt="2024-05-28T07:52:18.796" v="316" actId="1035"/>
          <ac:spMkLst>
            <pc:docMk/>
            <pc:sldMk cId="1794344928" sldId="367"/>
            <ac:spMk id="7" creationId="{5A07A09F-8295-966C-A481-D3BA63925E99}"/>
          </ac:spMkLst>
        </pc:spChg>
        <pc:spChg chg="mod">
          <ac:chgData name="MARIA SALAS URBANO" userId="d92562ea-7866-43a1-b4b3-4f1315128d96" providerId="ADAL" clId="{32E1785D-317D-47C6-B9A6-CC7E3EB986E8}" dt="2024-05-28T07:52:18.796" v="316" actId="1035"/>
          <ac:spMkLst>
            <pc:docMk/>
            <pc:sldMk cId="1794344928" sldId="367"/>
            <ac:spMk id="8" creationId="{924AF632-BB79-6ADD-014F-58B528654A48}"/>
          </ac:spMkLst>
        </pc:spChg>
        <pc:picChg chg="mod">
          <ac:chgData name="MARIA SALAS URBANO" userId="d92562ea-7866-43a1-b4b3-4f1315128d96" providerId="ADAL" clId="{32E1785D-317D-47C6-B9A6-CC7E3EB986E8}" dt="2024-05-28T07:52:18.796" v="316" actId="1035"/>
          <ac:picMkLst>
            <pc:docMk/>
            <pc:sldMk cId="1794344928" sldId="367"/>
            <ac:picMk id="6" creationId="{8685E7B5-9906-FAE8-C86F-F21F91E97891}"/>
          </ac:picMkLst>
        </pc:picChg>
      </pc:sldChg>
      <pc:sldChg chg="del">
        <pc:chgData name="MARIA SALAS URBANO" userId="d92562ea-7866-43a1-b4b3-4f1315128d96" providerId="ADAL" clId="{32E1785D-317D-47C6-B9A6-CC7E3EB986E8}" dt="2024-05-28T07:54:35.016" v="363" actId="2696"/>
        <pc:sldMkLst>
          <pc:docMk/>
          <pc:sldMk cId="384991865" sldId="368"/>
        </pc:sldMkLst>
      </pc:sldChg>
      <pc:sldChg chg="addSp delSp modSp add mod delAnim modAnim modNotesTx">
        <pc:chgData name="MARIA SALAS URBANO" userId="d92562ea-7866-43a1-b4b3-4f1315128d96" providerId="ADAL" clId="{32E1785D-317D-47C6-B9A6-CC7E3EB986E8}" dt="2024-05-30T11:54:46.568" v="663" actId="403"/>
        <pc:sldMkLst>
          <pc:docMk/>
          <pc:sldMk cId="2840728625" sldId="370"/>
        </pc:sldMkLst>
        <pc:spChg chg="mod">
          <ac:chgData name="MARIA SALAS URBANO" userId="d92562ea-7866-43a1-b4b3-4f1315128d96" providerId="ADAL" clId="{32E1785D-317D-47C6-B9A6-CC7E3EB986E8}" dt="2024-05-30T11:54:41.019" v="662" actId="20577"/>
          <ac:spMkLst>
            <pc:docMk/>
            <pc:sldMk cId="2840728625" sldId="370"/>
            <ac:spMk id="2" creationId="{B76A1123-2F9B-25AA-9ED3-5A90330CAC62}"/>
          </ac:spMkLst>
        </pc:spChg>
        <pc:spChg chg="add mod">
          <ac:chgData name="MARIA SALAS URBANO" userId="d92562ea-7866-43a1-b4b3-4f1315128d96" providerId="ADAL" clId="{32E1785D-317D-47C6-B9A6-CC7E3EB986E8}" dt="2024-05-30T11:54:46.568" v="663" actId="403"/>
          <ac:spMkLst>
            <pc:docMk/>
            <pc:sldMk cId="2840728625" sldId="370"/>
            <ac:spMk id="3" creationId="{CC26C597-673D-ED3A-0216-C2F446A5E9F0}"/>
          </ac:spMkLst>
        </pc:spChg>
        <pc:picChg chg="del">
          <ac:chgData name="MARIA SALAS URBANO" userId="d92562ea-7866-43a1-b4b3-4f1315128d96" providerId="ADAL" clId="{32E1785D-317D-47C6-B9A6-CC7E3EB986E8}" dt="2024-05-28T08:11:20.297" v="376" actId="478"/>
          <ac:picMkLst>
            <pc:docMk/>
            <pc:sldMk cId="2840728625" sldId="370"/>
            <ac:picMk id="5" creationId="{19CA0D23-A354-F7F3-6723-78455B7F28DF}"/>
          </ac:picMkLst>
        </pc:picChg>
        <pc:picChg chg="add del mod">
          <ac:chgData name="MARIA SALAS URBANO" userId="d92562ea-7866-43a1-b4b3-4f1315128d96" providerId="ADAL" clId="{32E1785D-317D-47C6-B9A6-CC7E3EB986E8}" dt="2024-05-29T06:47:31.314" v="482" actId="478"/>
          <ac:picMkLst>
            <pc:docMk/>
            <pc:sldMk cId="2840728625" sldId="370"/>
            <ac:picMk id="1026" creationId="{27CEE19B-379D-7F33-83D3-D7FF34969D5F}"/>
          </ac:picMkLst>
        </pc:picChg>
        <pc:picChg chg="add del mod">
          <ac:chgData name="MARIA SALAS URBANO" userId="d92562ea-7866-43a1-b4b3-4f1315128d96" providerId="ADAL" clId="{32E1785D-317D-47C6-B9A6-CC7E3EB986E8}" dt="2024-05-29T06:47:58.193" v="492" actId="478"/>
          <ac:picMkLst>
            <pc:docMk/>
            <pc:sldMk cId="2840728625" sldId="370"/>
            <ac:picMk id="1028" creationId="{C1C534EC-4C84-7DD9-4E20-84CA5E65290C}"/>
          </ac:picMkLst>
        </pc:picChg>
        <pc:picChg chg="add mod">
          <ac:chgData name="MARIA SALAS URBANO" userId="d92562ea-7866-43a1-b4b3-4f1315128d96" providerId="ADAL" clId="{32E1785D-317D-47C6-B9A6-CC7E3EB986E8}" dt="2024-05-29T06:49:13.427" v="505" actId="1076"/>
          <ac:picMkLst>
            <pc:docMk/>
            <pc:sldMk cId="2840728625" sldId="370"/>
            <ac:picMk id="1030" creationId="{749B04F6-5D9E-51B4-87F0-8DC7208FDA27}"/>
          </ac:picMkLst>
        </pc:picChg>
        <pc:picChg chg="del">
          <ac:chgData name="MARIA SALAS URBANO" userId="d92562ea-7866-43a1-b4b3-4f1315128d96" providerId="ADAL" clId="{32E1785D-317D-47C6-B9A6-CC7E3EB986E8}" dt="2024-05-28T08:11:21.345" v="377" actId="478"/>
          <ac:picMkLst>
            <pc:docMk/>
            <pc:sldMk cId="2840728625" sldId="370"/>
            <ac:picMk id="6146" creationId="{AA02A1EC-D85B-766C-90AA-E4A9250C3AF5}"/>
          </ac:picMkLst>
        </pc:picChg>
      </pc:sldChg>
      <pc:sldChg chg="new del">
        <pc:chgData name="MARIA SALAS URBANO" userId="d92562ea-7866-43a1-b4b3-4f1315128d96" providerId="ADAL" clId="{32E1785D-317D-47C6-B9A6-CC7E3EB986E8}" dt="2024-05-28T08:11:15.831" v="374" actId="47"/>
        <pc:sldMkLst>
          <pc:docMk/>
          <pc:sldMk cId="4276104514" sldId="370"/>
        </pc:sldMkLst>
      </pc:sldChg>
      <pc:sldChg chg="delSp add mod modTransition delAnim modAnim">
        <pc:chgData name="MARIA SALAS URBANO" userId="d92562ea-7866-43a1-b4b3-4f1315128d96" providerId="ADAL" clId="{32E1785D-317D-47C6-B9A6-CC7E3EB986E8}" dt="2024-05-30T18:38:06.744" v="672"/>
        <pc:sldMkLst>
          <pc:docMk/>
          <pc:sldMk cId="1586217808" sldId="371"/>
        </pc:sldMkLst>
        <pc:spChg chg="del">
          <ac:chgData name="MARIA SALAS URBANO" userId="d92562ea-7866-43a1-b4b3-4f1315128d96" providerId="ADAL" clId="{32E1785D-317D-47C6-B9A6-CC7E3EB986E8}" dt="2024-05-30T18:37:45.013" v="666" actId="478"/>
          <ac:spMkLst>
            <pc:docMk/>
            <pc:sldMk cId="1586217808" sldId="371"/>
            <ac:spMk id="15" creationId="{64EE4528-490A-EEDD-EB54-F678790E0FDC}"/>
          </ac:spMkLst>
        </pc:spChg>
        <pc:spChg chg="del">
          <ac:chgData name="MARIA SALAS URBANO" userId="d92562ea-7866-43a1-b4b3-4f1315128d96" providerId="ADAL" clId="{32E1785D-317D-47C6-B9A6-CC7E3EB986E8}" dt="2024-05-30T18:37:47.769" v="668" actId="478"/>
          <ac:spMkLst>
            <pc:docMk/>
            <pc:sldMk cId="1586217808" sldId="371"/>
            <ac:spMk id="16" creationId="{00D997FD-DDEF-FFB6-64B7-CDC08900166B}"/>
          </ac:spMkLst>
        </pc:spChg>
        <pc:spChg chg="del">
          <ac:chgData name="MARIA SALAS URBANO" userId="d92562ea-7866-43a1-b4b3-4f1315128d96" providerId="ADAL" clId="{32E1785D-317D-47C6-B9A6-CC7E3EB986E8}" dt="2024-05-30T18:37:50.779" v="670" actId="478"/>
          <ac:spMkLst>
            <pc:docMk/>
            <pc:sldMk cId="1586217808" sldId="371"/>
            <ac:spMk id="17" creationId="{D0F4AAC2-52B3-406E-6867-CE2FE5086E85}"/>
          </ac:spMkLst>
        </pc:spChg>
        <pc:spChg chg="del">
          <ac:chgData name="MARIA SALAS URBANO" userId="d92562ea-7866-43a1-b4b3-4f1315128d96" providerId="ADAL" clId="{32E1785D-317D-47C6-B9A6-CC7E3EB986E8}" dt="2024-05-30T18:37:46.240" v="667" actId="478"/>
          <ac:spMkLst>
            <pc:docMk/>
            <pc:sldMk cId="1586217808" sldId="371"/>
            <ac:spMk id="23" creationId="{08E3E6FB-BFCE-A5E7-9A88-8892931F1873}"/>
          </ac:spMkLst>
        </pc:spChg>
        <pc:spChg chg="del">
          <ac:chgData name="MARIA SALAS URBANO" userId="d92562ea-7866-43a1-b4b3-4f1315128d96" providerId="ADAL" clId="{32E1785D-317D-47C6-B9A6-CC7E3EB986E8}" dt="2024-05-30T18:37:49.276" v="669" actId="478"/>
          <ac:spMkLst>
            <pc:docMk/>
            <pc:sldMk cId="1586217808" sldId="371"/>
            <ac:spMk id="24" creationId="{F15722E3-17C1-AED0-BC5E-5C84A719D2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1/4/25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8B95-79F5-D199-1F76-BACF4BBA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1720C-DCBA-04E3-BD31-BA80C9D4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15043-B93B-6AC7-FCD5-4D0665A50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7B8E-DDF1-4209-C26C-40340143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54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"Muchos consideran el problema de </a:t>
            </a:r>
            <a:r>
              <a:rPr lang="es-ES" b="1" i="1" u="none" strike="noStrike" dirty="0" err="1">
                <a:solidFill>
                  <a:srgbClr val="000000"/>
                </a:solidFill>
                <a:effectLst/>
              </a:rPr>
              <a:t>QoS-aware</a:t>
            </a:r>
            <a:r>
              <a:rPr lang="es-ES" b="1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1" u="none" strike="noStrike" dirty="0" err="1">
                <a:solidFill>
                  <a:srgbClr val="000000"/>
                </a:solidFill>
                <a:effectLst/>
              </a:rPr>
              <a:t>service</a:t>
            </a:r>
            <a:r>
              <a:rPr lang="es-ES" b="1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1" u="none" strike="noStrike" dirty="0" err="1">
                <a:solidFill>
                  <a:srgbClr val="000000"/>
                </a:solidFill>
                <a:effectLst/>
              </a:rPr>
              <a:t>composition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 como algo del pasado, un tema que quedó enterrado en la literatura. Pero hoy estamos aquí para desafiar esa idea..."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"Porque, como en toda buena historia, algunas ideas no mueren… solo esperan el momento adecuado para regresar con más fuerza."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39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Me, A </a:t>
            </a:r>
            <a:r>
              <a:rPr lang="es-ES" dirty="0" err="1"/>
              <a:t>Totally</a:t>
            </a:r>
            <a:r>
              <a:rPr lang="es-ES" dirty="0"/>
              <a:t> </a:t>
            </a:r>
            <a:r>
              <a:rPr lang="es-ES" dirty="0" err="1"/>
              <a:t>Eager</a:t>
            </a:r>
            <a:r>
              <a:rPr lang="es-ES" dirty="0"/>
              <a:t> Outsider (MATEO)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547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576F-7ACF-0A10-05D0-7D9132DB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D4C601-7B14-02EC-FCD8-6382E2EB7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4501C7-7A54-BF82-FA5C-01BDFC082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BB98F8-5A2E-041B-42FF-354D2F2F3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86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265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3365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742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3886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3094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QACO no está muerto / PACO lo puede resucitar</a:t>
            </a:r>
          </a:p>
          <a:p>
            <a:r>
              <a:rPr lang="es-ES" dirty="0"/>
              <a:t>Formalizar QACO de forma que sea replicable es un primer paso para unificar la investigación en este campo y habrá que hacer lo mismo con PACO</a:t>
            </a:r>
          </a:p>
          <a:p>
            <a:r>
              <a:rPr lang="es-ES" dirty="0"/>
              <a:t>PACO no es un tipo nuevo sino el “padre” de QACO y el problema estaba “ahí”???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107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26B8-2896-EAB3-D135-EBC145D7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9D80E-84BF-B35D-1A4B-DB1599BDE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02023-D868-93CB-D4AA-5B1B7C494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63C60-07AF-18E3-DF04-D678A3FEC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39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microsoft.com/office/2007/relationships/hdphoto" Target="../media/hdphoto5.wdp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6.wdp"/><Relationship Id="rId10" Type="http://schemas.microsoft.com/office/2007/relationships/hdphoto" Target="../media/hdphoto8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microsoft.com/office/2007/relationships/hdphoto" Target="../media/hdphoto9.wdp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0.wdp"/><Relationship Id="rId10" Type="http://schemas.microsoft.com/office/2007/relationships/hdphoto" Target="../media/hdphoto12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14.wdp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8.wdp"/><Relationship Id="rId3" Type="http://schemas.microsoft.com/office/2007/relationships/hdphoto" Target="../media/hdphoto16.wdp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7.wdp"/><Relationship Id="rId10" Type="http://schemas.microsoft.com/office/2007/relationships/hdphoto" Target="../media/hdphoto19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262893-5429-73A6-4EF3-D0E310A4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QoS meets Pricing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89884" cy="2125024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</a:t>
            </a:r>
            <a:r>
              <a:rPr lang="en-US" sz="24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Cavero</a:t>
            </a: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 López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José Antonio Parejo Maestre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Antonio Ruiz Cortés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Universidad de Sevilla, Seville, Spain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6" y="5675586"/>
            <a:ext cx="12189884" cy="9354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SCORE Lab - PhD Forum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04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April 2025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72CD08D4-E610-0DD9-1D3C-8274EACC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9" name="8 Imagen" descr="logoisa_isa.jpg">
            <a:extLst>
              <a:ext uri="{FF2B5EF4-FFF2-40B4-BE49-F238E27FC236}">
                <a16:creationId xmlns:a16="http://schemas.microsoft.com/office/drawing/2014/main" id="{52F04885-2B4E-1AC5-9B99-F29008A76C9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E19845-D685-433E-D1E2-2973B3EAC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911BE-EC33-CFDF-6C2E-ED86A9E3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(QACO/QSWSC)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695ECBE-C268-DD1C-4915-AD26E4D62ABC}"/>
              </a:ext>
            </a:extLst>
          </p:cNvPr>
          <p:cNvGrpSpPr/>
          <p:nvPr/>
        </p:nvGrpSpPr>
        <p:grpSpPr>
          <a:xfrm>
            <a:off x="1244600" y="1628300"/>
            <a:ext cx="3771259" cy="4129529"/>
            <a:chOff x="1466184" y="1481558"/>
            <a:chExt cx="3771259" cy="4129529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E0C85CB-9315-3A59-9F3D-2931823C9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184" y="1481558"/>
              <a:ext cx="3771259" cy="4129529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D454E98-21B7-0A90-0CEA-47936C6B0E9F}"/>
                </a:ext>
              </a:extLst>
            </p:cNvPr>
            <p:cNvSpPr txBox="1"/>
            <p:nvPr/>
          </p:nvSpPr>
          <p:spPr>
            <a:xfrm rot="470812">
              <a:off x="3200400" y="4409406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QACO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5A2CDCF-C6C3-8160-9436-0FF8C7B96A4F}"/>
              </a:ext>
            </a:extLst>
          </p:cNvPr>
          <p:cNvGrpSpPr/>
          <p:nvPr/>
        </p:nvGrpSpPr>
        <p:grpSpPr>
          <a:xfrm>
            <a:off x="6096000" y="2645314"/>
            <a:ext cx="4851400" cy="2095500"/>
            <a:chOff x="5860812" y="2601169"/>
            <a:chExt cx="4851400" cy="209550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D0D72361-7C09-C8AF-056D-8C76A70C3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0812" y="2601169"/>
              <a:ext cx="4851400" cy="2095500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C8772A0-6129-E3F4-C7DF-50B9ADACBA11}"/>
                </a:ext>
              </a:extLst>
            </p:cNvPr>
            <p:cNvSpPr txBox="1"/>
            <p:nvPr/>
          </p:nvSpPr>
          <p:spPr>
            <a:xfrm rot="18230037">
              <a:off x="7092174" y="3244333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QACO</a:t>
              </a: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850C958-82FA-38C7-23B5-169C22C1DF38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344027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9749-869C-3E62-154E-1A1EBEA4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9CA05-CCF8-1E59-5D6D-D3682742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82EA20-A6C5-A69F-59CA-C59DBF0E9A03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49" name="Imagen 48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F84EDB7D-91E2-6FDE-A0F8-B74A0F8FD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6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DCA0-1625-4AFD-5F32-B315E9AD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9CDFA-8E72-2FFC-5D6E-F94DCF35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03C2465-B544-4630-A4F6-01ACB3C9DFE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6F396101-FECC-D822-1252-12FE75E3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277FB322-E064-8175-DE8B-6B02D202722A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BEC1B1B-A638-6C07-65D4-6AC18808FADC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484A055D-BA65-056A-09CD-0B2C15183A37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0F54120-3374-92B3-73C3-01BF310C2FB1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ACF42FFB-CE7D-AF44-870D-C6EEE55AFBF1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18ED7835-F35C-ED70-FA3A-447AB9890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076" y="1525695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5BA65860-F89E-EBD9-E583-C5439F81A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430" y="3133703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6A09956F-B2AB-74B2-9D19-48905BB5B6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43" y="1508412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A4EBA740-4E12-A924-80B7-E74ADDAA4D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09" y="1413994"/>
            <a:ext cx="2202591" cy="220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6EE3-D7E3-0376-9B94-21DBEFB0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ED5F4-AAEB-312E-CF9B-B2EA23E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D04205D-2C78-B167-B2DC-79AFB1C8FBB1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2189EC67-49D7-240A-628A-C96B43EE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110F1DF8-DD34-5DC9-572B-1603E7C5274F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B24430E-7649-150D-0154-030404FF9989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6D99FA2F-5944-8F77-7EBE-FBD8DE69E2B5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D885A568-8AB9-D174-205C-A9463B0E5837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61E5628B-17ED-E0EB-A36E-A0164614CD06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EC5CE395-BE5C-D44A-9BAA-B388DAA04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23" y="2704657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A92D5A37-3C17-DFD4-CA53-92D3D3F90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149" y="2296432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E828DE76-160F-029E-D128-0B01B0ADC1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881" y="1985033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C8B86A43-4C6F-9E89-C633-DDE5A6D560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438" y="1861675"/>
            <a:ext cx="2202591" cy="2202591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6226C782-78E5-010A-3BF9-875F23C25744}"/>
              </a:ext>
            </a:extLst>
          </p:cNvPr>
          <p:cNvSpPr txBox="1"/>
          <p:nvPr/>
        </p:nvSpPr>
        <p:spPr>
          <a:xfrm>
            <a:off x="3983227" y="24513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E0AA3FF-6424-5404-9D18-2E1B03F1F848}"/>
              </a:ext>
            </a:extLst>
          </p:cNvPr>
          <p:cNvSpPr txBox="1"/>
          <p:nvPr/>
        </p:nvSpPr>
        <p:spPr>
          <a:xfrm>
            <a:off x="6369624" y="1944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9786B7E-5681-54E3-F879-4EF9F8E70972}"/>
              </a:ext>
            </a:extLst>
          </p:cNvPr>
          <p:cNvSpPr txBox="1"/>
          <p:nvPr/>
        </p:nvSpPr>
        <p:spPr>
          <a:xfrm>
            <a:off x="8448443" y="2003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A4B2366-774F-C76E-192F-AE9FD53C2918}"/>
              </a:ext>
            </a:extLst>
          </p:cNvPr>
          <p:cNvSpPr txBox="1"/>
          <p:nvPr/>
        </p:nvSpPr>
        <p:spPr>
          <a:xfrm>
            <a:off x="10522047" y="1732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F1721D8-2ED5-D716-5061-622875CD7C3F}"/>
              </a:ext>
            </a:extLst>
          </p:cNvPr>
          <p:cNvCxnSpPr/>
          <p:nvPr/>
        </p:nvCxnSpPr>
        <p:spPr>
          <a:xfrm>
            <a:off x="4893906" y="3326961"/>
            <a:ext cx="6811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8DFAC46B-A985-02D7-4542-AC900C2040F5}"/>
              </a:ext>
            </a:extLst>
          </p:cNvPr>
          <p:cNvCxnSpPr/>
          <p:nvPr/>
        </p:nvCxnSpPr>
        <p:spPr>
          <a:xfrm>
            <a:off x="7481596" y="3243357"/>
            <a:ext cx="6811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B5D61D2-988D-5168-60EB-1A8541CF2CCA}"/>
              </a:ext>
            </a:extLst>
          </p:cNvPr>
          <p:cNvCxnSpPr>
            <a:cxnSpLocks/>
          </p:cNvCxnSpPr>
          <p:nvPr/>
        </p:nvCxnSpPr>
        <p:spPr>
          <a:xfrm>
            <a:off x="9592307" y="3243357"/>
            <a:ext cx="544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045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BA14-4CB1-F010-273A-1057B039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DB70C-1B14-50C2-CC83-3058A42D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3F46C9-238E-A341-EE27-324E06C487B8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3CC8AB10-0EC4-B918-5C32-CD6ADA447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C0698FE2-0A95-557A-0D49-F2E60CF356D6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3A546583-23CB-F368-D006-7E7EAA76E7FC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57C0E1AC-2610-8CCB-A0BE-1C6FB120640B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F8041F1-D81B-5443-B2A3-A3A5DDD4B5BA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B19A3BDD-EFB1-035C-04EA-6C737580054A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5E5CCE7F-B602-61AC-BF61-2C3996B84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15" y="2398731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7003E4DB-364F-7D6F-D3D0-F10C2F0EC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09" y="1299127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F701463B-6DB4-EA1D-122B-153C7038B0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624" y="3125951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E2501BE1-4224-509A-B80A-B62EA48AD5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112" y="1872306"/>
            <a:ext cx="2202591" cy="2202591"/>
          </a:xfrm>
          <a:prstGeom prst="rect">
            <a:avLst/>
          </a:prstGeom>
        </p:spPr>
      </p:pic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F73BAF7C-C57F-3139-6D89-9384E54A7D57}"/>
              </a:ext>
            </a:extLst>
          </p:cNvPr>
          <p:cNvCxnSpPr>
            <a:cxnSpLocks/>
          </p:cNvCxnSpPr>
          <p:nvPr/>
        </p:nvCxnSpPr>
        <p:spPr>
          <a:xfrm>
            <a:off x="8310465" y="2398731"/>
            <a:ext cx="940132" cy="928230"/>
          </a:xfrm>
          <a:prstGeom prst="bentConnector3">
            <a:avLst>
              <a:gd name="adj1" fmla="val 48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4C651269-0BEF-6748-456D-09A8A455ACFD}"/>
              </a:ext>
            </a:extLst>
          </p:cNvPr>
          <p:cNvCxnSpPr>
            <a:cxnSpLocks/>
          </p:cNvCxnSpPr>
          <p:nvPr/>
        </p:nvCxnSpPr>
        <p:spPr>
          <a:xfrm flipV="1">
            <a:off x="8140903" y="3326961"/>
            <a:ext cx="1109694" cy="921895"/>
          </a:xfrm>
          <a:prstGeom prst="bentConnector3">
            <a:avLst>
              <a:gd name="adj1" fmla="val 561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r 15">
            <a:extLst>
              <a:ext uri="{FF2B5EF4-FFF2-40B4-BE49-F238E27FC236}">
                <a16:creationId xmlns:a16="http://schemas.microsoft.com/office/drawing/2014/main" id="{E49D4373-B196-C182-973B-04D1EBF29F6D}"/>
              </a:ext>
            </a:extLst>
          </p:cNvPr>
          <p:cNvCxnSpPr>
            <a:cxnSpLocks/>
          </p:cNvCxnSpPr>
          <p:nvPr/>
        </p:nvCxnSpPr>
        <p:spPr>
          <a:xfrm flipV="1">
            <a:off x="5379509" y="237723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4B1BBDCB-ACE5-23D8-535C-03C7149A176F}"/>
              </a:ext>
            </a:extLst>
          </p:cNvPr>
          <p:cNvCxnSpPr>
            <a:cxnSpLocks/>
          </p:cNvCxnSpPr>
          <p:nvPr/>
        </p:nvCxnSpPr>
        <p:spPr>
          <a:xfrm>
            <a:off x="5379509" y="3312660"/>
            <a:ext cx="1370723" cy="945495"/>
          </a:xfrm>
          <a:prstGeom prst="bentConnector3">
            <a:avLst>
              <a:gd name="adj1" fmla="val 41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FACCE6-4E80-1443-2EE8-377970CE86AC}"/>
              </a:ext>
            </a:extLst>
          </p:cNvPr>
          <p:cNvSpPr txBox="1"/>
          <p:nvPr/>
        </p:nvSpPr>
        <p:spPr>
          <a:xfrm>
            <a:off x="4529704" y="23881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839286B-F2A9-D799-3441-1DD3DC5B3461}"/>
              </a:ext>
            </a:extLst>
          </p:cNvPr>
          <p:cNvSpPr txBox="1"/>
          <p:nvPr/>
        </p:nvSpPr>
        <p:spPr>
          <a:xfrm>
            <a:off x="6666025" y="1198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D952468-706F-216B-B700-1BEE1777BD54}"/>
              </a:ext>
            </a:extLst>
          </p:cNvPr>
          <p:cNvSpPr txBox="1"/>
          <p:nvPr/>
        </p:nvSpPr>
        <p:spPr>
          <a:xfrm>
            <a:off x="7039036" y="321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33B3499-BBF8-32F6-CC0D-2D866502C920}"/>
              </a:ext>
            </a:extLst>
          </p:cNvPr>
          <p:cNvSpPr txBox="1"/>
          <p:nvPr/>
        </p:nvSpPr>
        <p:spPr>
          <a:xfrm>
            <a:off x="9194754" y="1872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0976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37A0-D643-D03B-7CDE-655F6E85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587E0-90E1-6A77-BB3B-8C3A2DE0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DFAF4DE-BFC1-1609-2BD6-0A41388814C6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BABC640-4173-84D4-4764-4E0564C56798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4D1B078-92DC-06E4-1A10-087312C8A5D4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4C8EB8A-45FB-E283-2235-03AFB97F567C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71C0F57-E931-5388-5770-E987A3D88F5B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C8C5FD2D-D718-CF7C-A856-14163B7BE0B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3A4682FD-C9D7-45E8-C367-5A87028A37D0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82D25B17-9E5E-D2FD-911E-D6979BCE426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669E7A68-25C0-7996-EFA4-CC61226B3F50}"/>
              </a:ext>
            </a:extLst>
          </p:cNvPr>
          <p:cNvSpPr/>
          <p:nvPr/>
        </p:nvSpPr>
        <p:spPr>
          <a:xfrm>
            <a:off x="1329561" y="2717796"/>
            <a:ext cx="2722179" cy="1546118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DEF5B5-B196-4020-F52A-1951DC4FC93F}"/>
              </a:ext>
            </a:extLst>
          </p:cNvPr>
          <p:cNvSpPr/>
          <p:nvPr/>
        </p:nvSpPr>
        <p:spPr>
          <a:xfrm>
            <a:off x="4614041" y="172917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62EEBF-DD38-0548-DBF5-FC35D4D31100}"/>
              </a:ext>
            </a:extLst>
          </p:cNvPr>
          <p:cNvSpPr/>
          <p:nvPr/>
        </p:nvSpPr>
        <p:spPr>
          <a:xfrm>
            <a:off x="4553610" y="359136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BF2F91-91D0-7A1C-3804-E732934D0CFE}"/>
              </a:ext>
            </a:extLst>
          </p:cNvPr>
          <p:cNvSpPr/>
          <p:nvPr/>
        </p:nvSpPr>
        <p:spPr>
          <a:xfrm>
            <a:off x="7838090" y="2737122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402AB8E-8BC5-789E-2364-D9EC7C202498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8DC2E9-C657-893E-9A9B-C8C8B852189A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10" name="Imagen 9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180F9FBF-6078-B79C-6DF0-C46999F0C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1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3323-F91C-AE1E-0DE7-A4C5CA05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BF36D282-2DDE-0025-1184-6F1A8D2498E5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A368B2F-0B1A-0962-0FDE-E899DFC0E0A0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9F92C86-D083-123D-6502-F0D4533D4906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E886D4C-0A04-56E2-9010-662048B71928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Nube 24">
            <a:extLst>
              <a:ext uri="{FF2B5EF4-FFF2-40B4-BE49-F238E27FC236}">
                <a16:creationId xmlns:a16="http://schemas.microsoft.com/office/drawing/2014/main" id="{4E52D08B-F4F3-0B3E-2C48-0A6996D40395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4E3F31-8B91-760C-6D28-B1B0571D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0BE64D5-E553-EDA2-E54A-46332F2A26D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4587C11-884F-4F2C-280C-E775FDA95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A8583A1D-0781-1B9F-EE6F-183B94C03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112" y="1994114"/>
            <a:ext cx="2511293" cy="368323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977822CB-F87C-A554-9EE7-9C9504D57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129" y="3868713"/>
            <a:ext cx="2879005" cy="62762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B37A33D0-619E-917D-AF59-37DCDF878D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3092" y="1522067"/>
            <a:ext cx="2814993" cy="4774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26BFCEF-3106-C6B4-9473-3FA7082699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711" y="2227669"/>
            <a:ext cx="2345511" cy="6676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14F298-63D1-4CA1-5B0D-6AFB997AAB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190" y="2450601"/>
            <a:ext cx="2534443" cy="982928"/>
          </a:xfrm>
          <a:prstGeom prst="rect">
            <a:avLst/>
          </a:prstGeom>
        </p:spPr>
      </p:pic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DB8DD6FC-F177-FDC5-E56F-4F2A0D3263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578" y="3562239"/>
            <a:ext cx="3126534" cy="8331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E86A9B2-5FBE-A275-F18A-E1188E14C1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626" y="4522981"/>
            <a:ext cx="2424362" cy="52956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2E512FF-DAD7-AB0A-AA3C-463965A355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2355" y="2971295"/>
            <a:ext cx="3033645" cy="5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9FAE-A1E5-5FA6-48A3-4C70F422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82152-D3D2-396F-ACE3-A696997E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57A618E-8667-0250-EB86-AE69C2BA56BF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7A2D59C2-3B3B-0D6F-7D4A-381F1D40A3CB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DE3C594E-5084-4124-F5F5-0C97D4E58121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EFA9042-DCAD-E9FD-A2F5-2300F7F9C51C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BC04C70C-C0F0-132E-0F9B-FFA59ECD72CC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01EDC63B-0A47-18AC-F1DC-6C32855290A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4E279112-F9D3-358C-7E14-26E367AD6DE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91A30786-A5EA-A3D4-FB86-AD0AFFB86EC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083419A8-CB88-FBE9-8FCF-0A1BCFD51858}"/>
              </a:ext>
            </a:extLst>
          </p:cNvPr>
          <p:cNvSpPr/>
          <p:nvPr/>
        </p:nvSpPr>
        <p:spPr>
          <a:xfrm rot="5400000">
            <a:off x="2431093" y="1703161"/>
            <a:ext cx="519111" cy="19971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5D7DF10-8780-6DAF-EC37-1B9D034003C9}"/>
              </a:ext>
            </a:extLst>
          </p:cNvPr>
          <p:cNvSpPr txBox="1"/>
          <p:nvPr/>
        </p:nvSpPr>
        <p:spPr>
          <a:xfrm>
            <a:off x="1692075" y="2317563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FCC8E7F2-1DC6-9B0B-5A31-D3C9840CC887}"/>
              </a:ext>
            </a:extLst>
          </p:cNvPr>
          <p:cNvSpPr/>
          <p:nvPr/>
        </p:nvSpPr>
        <p:spPr>
          <a:xfrm rot="5400000">
            <a:off x="5651199" y="956161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4A4C3BE-0A07-CFA3-38E8-5D32E6B5BF3E}"/>
              </a:ext>
            </a:extLst>
          </p:cNvPr>
          <p:cNvSpPr txBox="1"/>
          <p:nvPr/>
        </p:nvSpPr>
        <p:spPr>
          <a:xfrm>
            <a:off x="5111755" y="1378953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99520C62-D98E-A681-DCCF-B4EA6EBD531B}"/>
              </a:ext>
            </a:extLst>
          </p:cNvPr>
          <p:cNvSpPr/>
          <p:nvPr/>
        </p:nvSpPr>
        <p:spPr>
          <a:xfrm rot="5400000">
            <a:off x="5627560" y="2505867"/>
            <a:ext cx="519111" cy="22518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E494E95-152E-B148-37CB-A52EEBD1F54D}"/>
              </a:ext>
            </a:extLst>
          </p:cNvPr>
          <p:cNvSpPr txBox="1"/>
          <p:nvPr/>
        </p:nvSpPr>
        <p:spPr>
          <a:xfrm>
            <a:off x="4761208" y="32998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15B6F2AB-4E93-7840-2F98-3F4C1DFFFE4F}"/>
              </a:ext>
            </a:extLst>
          </p:cNvPr>
          <p:cNvSpPr/>
          <p:nvPr/>
        </p:nvSpPr>
        <p:spPr>
          <a:xfrm rot="5400000">
            <a:off x="8850282" y="1654348"/>
            <a:ext cx="519111" cy="20505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55D20F-BD81-B83A-CA0F-A2E6B3164AD6}"/>
              </a:ext>
            </a:extLst>
          </p:cNvPr>
          <p:cNvSpPr txBox="1"/>
          <p:nvPr/>
        </p:nvSpPr>
        <p:spPr>
          <a:xfrm>
            <a:off x="8084559" y="231756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37F0388-11B8-3716-C66D-74F46D5AC6A7}"/>
              </a:ext>
            </a:extLst>
          </p:cNvPr>
          <p:cNvSpPr txBox="1"/>
          <p:nvPr/>
        </p:nvSpPr>
        <p:spPr>
          <a:xfrm>
            <a:off x="3988952" y="5815766"/>
            <a:ext cx="3951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(&lt;T1,S1&gt;, &lt;T2,S3&gt;, &lt;T3,S5&gt;, &lt;T4,S7&gt;)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B0D4069-F3BA-FE50-C160-5CF0B056D27B}"/>
              </a:ext>
            </a:extLst>
          </p:cNvPr>
          <p:cNvSpPr txBox="1"/>
          <p:nvPr/>
        </p:nvSpPr>
        <p:spPr>
          <a:xfrm>
            <a:off x="5555692" y="544643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3402A74-43C5-9FF1-E47A-C58B1636D85A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6BEAE33-4F84-E424-3498-1466DEDFBEF3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10" name="Imagen 9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6B1FBF21-FBD7-9156-06F0-C85B2DBFB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2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2F14A-DA66-1534-3F60-6B1F4D21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96898AC9-F313-E456-965F-C42C4FA2A196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A054424-6326-F40C-C095-E2BC8FD161A1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6445AEF-6C4C-B95E-84F2-3D0A4628C14E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2D40853-E2D3-820A-7735-8808A141425E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Nube 24">
            <a:extLst>
              <a:ext uri="{FF2B5EF4-FFF2-40B4-BE49-F238E27FC236}">
                <a16:creationId xmlns:a16="http://schemas.microsoft.com/office/drawing/2014/main" id="{CEB88E4F-3F22-BEF4-5D3B-94677EB427AB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2391A-4A0E-585F-C395-C96ED9B2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4F092E1-902B-27B7-B9A0-A9FF890287BD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7A84150-ADD6-D67A-42F3-EB12DDCBE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pic>
        <p:nvPicPr>
          <p:cNvPr id="3" name="Imagen 2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8B5066F4-DBBF-1611-9BE3-0821107C9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39" y="3745842"/>
            <a:ext cx="1745619" cy="961454"/>
          </a:xfrm>
          <a:prstGeom prst="rect">
            <a:avLst/>
          </a:prstGeom>
        </p:spPr>
      </p:pic>
      <p:pic>
        <p:nvPicPr>
          <p:cNvPr id="4" name="Imagen 3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13B9582D-7014-7F92-D756-ED5DA4BE1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567" y="1732547"/>
            <a:ext cx="1641164" cy="1208435"/>
          </a:xfrm>
          <a:prstGeom prst="rect">
            <a:avLst/>
          </a:prstGeom>
        </p:spPr>
      </p:pic>
      <p:pic>
        <p:nvPicPr>
          <p:cNvPr id="6" name="Imagen 5" descr="Texto, Icono&#10;&#10;El contenido generado por IA puede ser incorrecto.">
            <a:extLst>
              <a:ext uri="{FF2B5EF4-FFF2-40B4-BE49-F238E27FC236}">
                <a16:creationId xmlns:a16="http://schemas.microsoft.com/office/drawing/2014/main" id="{19DDB15F-2479-FC7E-F30B-90DE2ED6B8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497" y="3457932"/>
            <a:ext cx="1208435" cy="1208435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883E5D5-CD69-B26C-3FED-69CDD5CAD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631" y="1712753"/>
            <a:ext cx="1359524" cy="1359524"/>
          </a:xfrm>
          <a:prstGeom prst="rect">
            <a:avLst/>
          </a:prstGeom>
        </p:spPr>
      </p:pic>
      <p:sp>
        <p:nvSpPr>
          <p:cNvPr id="11" name="Abrir llave 10">
            <a:extLst>
              <a:ext uri="{FF2B5EF4-FFF2-40B4-BE49-F238E27FC236}">
                <a16:creationId xmlns:a16="http://schemas.microsoft.com/office/drawing/2014/main" id="{1940B8F0-24A0-86F7-4FEC-90FE6414E505}"/>
              </a:ext>
            </a:extLst>
          </p:cNvPr>
          <p:cNvSpPr/>
          <p:nvPr/>
        </p:nvSpPr>
        <p:spPr>
          <a:xfrm>
            <a:off x="5266269" y="3187699"/>
            <a:ext cx="439756" cy="17867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440BCB-7F4F-C26C-BD94-414BC1EF2CE7}"/>
              </a:ext>
            </a:extLst>
          </p:cNvPr>
          <p:cNvSpPr txBox="1"/>
          <p:nvPr/>
        </p:nvSpPr>
        <p:spPr>
          <a:xfrm>
            <a:off x="5594901" y="32647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Cost</a:t>
            </a:r>
            <a:r>
              <a:rPr lang="es-ES" dirty="0"/>
              <a:t> &lt; 10€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7C1E68-A892-3C4F-B37D-DE7CBDC95FCE}"/>
              </a:ext>
            </a:extLst>
          </p:cNvPr>
          <p:cNvSpPr txBox="1"/>
          <p:nvPr/>
        </p:nvSpPr>
        <p:spPr>
          <a:xfrm>
            <a:off x="5586688" y="4319880"/>
            <a:ext cx="129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Avail</a:t>
            </a:r>
            <a:r>
              <a:rPr lang="es-ES" dirty="0"/>
              <a:t> &gt;= 99%</a:t>
            </a:r>
          </a:p>
        </p:txBody>
      </p:sp>
    </p:spTree>
    <p:extLst>
      <p:ext uri="{BB962C8B-B14F-4D97-AF65-F5344CB8AC3E}">
        <p14:creationId xmlns:p14="http://schemas.microsoft.com/office/powerpoint/2010/main" val="222748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94FE66-F87D-9780-8B72-3E6B007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A040A-5B27-91B6-DEDB-532465E0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24C3C0A-E2E4-442A-1B87-E2F1DB46F6C5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F31ACE3E-10C8-7022-0DE9-459F2FF643A5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84210658-435F-E845-079D-CD0783C9E7A7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4F1CB43-DE70-97CE-DF5D-0D3D3996E627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08AE174E-0F4A-9E9F-D573-A0A1041598CF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1148E2FF-49E7-217B-DE74-D0D13ED2BA2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CA87873A-4230-1DFF-211D-46DAC795376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DCF230E2-8661-E6E0-5164-9BA0968D86D9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F87E5AB1-4A7C-33B5-4D68-FB7BE9EAA78B}"/>
              </a:ext>
            </a:extLst>
          </p:cNvPr>
          <p:cNvSpPr/>
          <p:nvPr/>
        </p:nvSpPr>
        <p:spPr>
          <a:xfrm>
            <a:off x="1329561" y="2717796"/>
            <a:ext cx="2722179" cy="1546118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96F550-5625-F7DB-10DC-BE3896F65FC8}"/>
              </a:ext>
            </a:extLst>
          </p:cNvPr>
          <p:cNvSpPr/>
          <p:nvPr/>
        </p:nvSpPr>
        <p:spPr>
          <a:xfrm>
            <a:off x="4614041" y="172917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67404CC-8FA5-8070-6D0E-810D1F16CFF8}"/>
              </a:ext>
            </a:extLst>
          </p:cNvPr>
          <p:cNvSpPr/>
          <p:nvPr/>
        </p:nvSpPr>
        <p:spPr>
          <a:xfrm>
            <a:off x="4553610" y="359136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58C334-EF32-778C-FDFA-E3E01985124C}"/>
              </a:ext>
            </a:extLst>
          </p:cNvPr>
          <p:cNvSpPr/>
          <p:nvPr/>
        </p:nvSpPr>
        <p:spPr>
          <a:xfrm>
            <a:off x="7838090" y="2737122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BD8CF13D-703E-A8C0-DA36-9C5F46C17757}"/>
              </a:ext>
            </a:extLst>
          </p:cNvPr>
          <p:cNvSpPr/>
          <p:nvPr/>
        </p:nvSpPr>
        <p:spPr>
          <a:xfrm rot="5400000">
            <a:off x="2431093" y="1703161"/>
            <a:ext cx="519111" cy="19971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2A50FCF-F23B-F6C6-044B-BE34103B0D76}"/>
              </a:ext>
            </a:extLst>
          </p:cNvPr>
          <p:cNvSpPr txBox="1"/>
          <p:nvPr/>
        </p:nvSpPr>
        <p:spPr>
          <a:xfrm>
            <a:off x="1692075" y="2317563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FD3F0EDB-3FB6-E586-6B8D-B043FE98F9A4}"/>
              </a:ext>
            </a:extLst>
          </p:cNvPr>
          <p:cNvSpPr/>
          <p:nvPr/>
        </p:nvSpPr>
        <p:spPr>
          <a:xfrm rot="5400000">
            <a:off x="5651199" y="956161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AFCC0C1-EF67-F978-721F-4EE59CC6F4C5}"/>
              </a:ext>
            </a:extLst>
          </p:cNvPr>
          <p:cNvSpPr txBox="1"/>
          <p:nvPr/>
        </p:nvSpPr>
        <p:spPr>
          <a:xfrm>
            <a:off x="5111755" y="1378953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297BCF75-CAA3-547F-3929-A5F8D1981B14}"/>
              </a:ext>
            </a:extLst>
          </p:cNvPr>
          <p:cNvSpPr/>
          <p:nvPr/>
        </p:nvSpPr>
        <p:spPr>
          <a:xfrm rot="5400000">
            <a:off x="5627560" y="2505867"/>
            <a:ext cx="519111" cy="22518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46CCD96-4226-FF35-63F1-E298FFCBD2BD}"/>
              </a:ext>
            </a:extLst>
          </p:cNvPr>
          <p:cNvSpPr txBox="1"/>
          <p:nvPr/>
        </p:nvSpPr>
        <p:spPr>
          <a:xfrm>
            <a:off x="4761208" y="32998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97342C64-CA1B-231C-CAC8-9B0513F0D928}"/>
              </a:ext>
            </a:extLst>
          </p:cNvPr>
          <p:cNvSpPr/>
          <p:nvPr/>
        </p:nvSpPr>
        <p:spPr>
          <a:xfrm rot="5400000">
            <a:off x="8850282" y="1654348"/>
            <a:ext cx="519111" cy="20505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267835-7207-A344-CF03-1FC96EE7179F}"/>
              </a:ext>
            </a:extLst>
          </p:cNvPr>
          <p:cNvSpPr txBox="1"/>
          <p:nvPr/>
        </p:nvSpPr>
        <p:spPr>
          <a:xfrm>
            <a:off x="8084559" y="231756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3BD6CED-AF2A-38B1-A74F-A7EDF7CC09B2}"/>
              </a:ext>
            </a:extLst>
          </p:cNvPr>
          <p:cNvSpPr txBox="1"/>
          <p:nvPr/>
        </p:nvSpPr>
        <p:spPr>
          <a:xfrm>
            <a:off x="3988952" y="5815766"/>
            <a:ext cx="3951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(&lt;T1,S1&gt;, &lt;T2,S3&gt;, &lt;T3,S5&gt;, &lt;T4,S7&gt;)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0051392-BEB8-2407-BDEE-5B588F6EB96E}"/>
              </a:ext>
            </a:extLst>
          </p:cNvPr>
          <p:cNvSpPr txBox="1"/>
          <p:nvPr/>
        </p:nvSpPr>
        <p:spPr>
          <a:xfrm>
            <a:off x="5555692" y="544643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21D41E7-D871-5FB9-05B4-5455F0F78B5B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2828FAC-A173-5B79-DEB6-753B08C57B03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82474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7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F19B6-34DE-0C42-9261-674F4A9B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37A54-5F90-6FDE-4D38-AED6E7A8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280A61E-13A7-DA68-BA91-8D62E9A16D1B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58E4632-AB42-0A76-DD5D-F11117308457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43F1912-4EC2-6F8C-3D51-FDBF4748ED48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05A86386-87C9-9182-80CC-02DD1C018007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916A5791-6514-6352-C3C8-81E6C470BB18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CAAC3819-37EC-64EC-AD55-9C1F915625D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7ACE3D26-1B13-0F56-8E6F-3BF97B6599E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ABE3BAE4-41F2-9DCC-67A7-C257825EF3B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9D494F-7110-4988-438B-3AF683E645D3}"/>
              </a:ext>
            </a:extLst>
          </p:cNvPr>
          <p:cNvSpPr txBox="1"/>
          <p:nvPr/>
        </p:nvSpPr>
        <p:spPr>
          <a:xfrm>
            <a:off x="4092329" y="5786851"/>
            <a:ext cx="795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Ⓑ</a:t>
            </a:r>
            <a:r>
              <a:rPr lang="es-ES" dirty="0"/>
              <a:t>(&lt;T1,S2&gt;, &lt;T2,S3&gt;, &lt;T3,S5&gt;, &lt;T4,S7&gt;), …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(&lt;T1,S2&gt;, &lt;T2,S4&gt;, &lt;T3,S6&gt;, &lt;T4,S8&gt;)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C9BAE3C-B1EC-CC18-A890-8CCAB4F4ED7F}"/>
              </a:ext>
            </a:extLst>
          </p:cNvPr>
          <p:cNvSpPr txBox="1"/>
          <p:nvPr/>
        </p:nvSpPr>
        <p:spPr>
          <a:xfrm>
            <a:off x="566033" y="5765656"/>
            <a:ext cx="381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(&lt;T1,S1&gt;, &lt;T2,S3&gt;, &lt;T3,S5&gt;, &lt;T4,S7&gt;)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8D1D60-A2AC-F755-4DDC-0404C2B98B05}"/>
              </a:ext>
            </a:extLst>
          </p:cNvPr>
          <p:cNvSpPr txBox="1"/>
          <p:nvPr/>
        </p:nvSpPr>
        <p:spPr>
          <a:xfrm>
            <a:off x="5711181" y="5346160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Space</a:t>
            </a:r>
            <a:r>
              <a:rPr lang="es-ES" dirty="0"/>
              <a:t> (BS)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EB2BC-9E99-440F-CF47-FF2CFEC991F0}"/>
              </a:ext>
            </a:extLst>
          </p:cNvPr>
          <p:cNvSpPr txBox="1"/>
          <p:nvPr/>
        </p:nvSpPr>
        <p:spPr>
          <a:xfrm>
            <a:off x="4372611" y="6183442"/>
            <a:ext cx="3446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BS(CWS) = 16 </a:t>
            </a:r>
            <a:r>
              <a:rPr lang="es-ES" sz="2800" b="1" dirty="0" err="1"/>
              <a:t>bindings</a:t>
            </a:r>
            <a:endParaRPr lang="es-ES" sz="2800" b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C1F4FF5-FE4F-0764-6E1C-1D5FA2E2EB03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F43FFB2-20A6-DFDC-CB14-C4C3179DC9C9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A1440E9-D9D9-6E96-E6CD-4D11B02D9D30}"/>
              </a:ext>
            </a:extLst>
          </p:cNvPr>
          <p:cNvSpPr txBox="1"/>
          <p:nvPr/>
        </p:nvSpPr>
        <p:spPr>
          <a:xfrm>
            <a:off x="5044335" y="535662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95F5077D-7BD9-49E9-6FBB-0BE36BBD4F80}"/>
              </a:ext>
            </a:extLst>
          </p:cNvPr>
          <p:cNvSpPr/>
          <p:nvPr/>
        </p:nvSpPr>
        <p:spPr>
          <a:xfrm rot="5400000">
            <a:off x="2431093" y="1703161"/>
            <a:ext cx="519111" cy="19971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DA28EC-280C-227E-2036-79822ACC1948}"/>
              </a:ext>
            </a:extLst>
          </p:cNvPr>
          <p:cNvSpPr txBox="1"/>
          <p:nvPr/>
        </p:nvSpPr>
        <p:spPr>
          <a:xfrm>
            <a:off x="1692075" y="2317563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B8E15B98-D0D6-52DA-AC8C-42B19F0916FD}"/>
              </a:ext>
            </a:extLst>
          </p:cNvPr>
          <p:cNvSpPr/>
          <p:nvPr/>
        </p:nvSpPr>
        <p:spPr>
          <a:xfrm rot="5400000">
            <a:off x="5651199" y="956161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FDA132-C8F7-A2F3-0EA7-062674B208AB}"/>
              </a:ext>
            </a:extLst>
          </p:cNvPr>
          <p:cNvSpPr txBox="1"/>
          <p:nvPr/>
        </p:nvSpPr>
        <p:spPr>
          <a:xfrm>
            <a:off x="5111755" y="1378953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FA9570D4-9286-EE10-CC31-4127107FDFB1}"/>
              </a:ext>
            </a:extLst>
          </p:cNvPr>
          <p:cNvSpPr/>
          <p:nvPr/>
        </p:nvSpPr>
        <p:spPr>
          <a:xfrm rot="5400000">
            <a:off x="5627560" y="2505867"/>
            <a:ext cx="519111" cy="22518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BFA1E1-2E52-906D-D522-29D5BC432638}"/>
              </a:ext>
            </a:extLst>
          </p:cNvPr>
          <p:cNvSpPr txBox="1"/>
          <p:nvPr/>
        </p:nvSpPr>
        <p:spPr>
          <a:xfrm>
            <a:off x="4761208" y="32998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32" name="Cerrar llave 31">
            <a:extLst>
              <a:ext uri="{FF2B5EF4-FFF2-40B4-BE49-F238E27FC236}">
                <a16:creationId xmlns:a16="http://schemas.microsoft.com/office/drawing/2014/main" id="{830CD187-7ED7-CFD4-1E6C-27EBDEB5C57F}"/>
              </a:ext>
            </a:extLst>
          </p:cNvPr>
          <p:cNvSpPr/>
          <p:nvPr/>
        </p:nvSpPr>
        <p:spPr>
          <a:xfrm rot="5400000">
            <a:off x="8850282" y="1654348"/>
            <a:ext cx="519111" cy="20505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9DF8EC7-5EA1-877D-545B-1B9ECCA40DA3}"/>
              </a:ext>
            </a:extLst>
          </p:cNvPr>
          <p:cNvSpPr txBox="1"/>
          <p:nvPr/>
        </p:nvSpPr>
        <p:spPr>
          <a:xfrm>
            <a:off x="8084559" y="231756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1400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E01A-F310-AEB1-69FF-EC6E8121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AEF93-30A2-010C-DA5B-B2C35B5B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AB91BADC-9C15-0C6D-9863-2ABE8C1197B2}"/>
              </a:ext>
            </a:extLst>
          </p:cNvPr>
          <p:cNvSpPr/>
          <p:nvPr/>
        </p:nvSpPr>
        <p:spPr>
          <a:xfrm>
            <a:off x="5833300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481A00-38FA-FFBB-7D05-6C5C4C504F1F}"/>
              </a:ext>
            </a:extLst>
          </p:cNvPr>
          <p:cNvSpPr txBox="1"/>
          <p:nvPr/>
        </p:nvSpPr>
        <p:spPr>
          <a:xfrm>
            <a:off x="1567321" y="330317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</a:t>
            </a:r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45FA2B35-2195-AD77-8E68-46B0A4D57CF9}"/>
              </a:ext>
            </a:extLst>
          </p:cNvPr>
          <p:cNvSpPr/>
          <p:nvPr/>
        </p:nvSpPr>
        <p:spPr>
          <a:xfrm>
            <a:off x="2412334" y="1764550"/>
            <a:ext cx="590794" cy="34283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3D40B5-7650-8662-79EE-56B46140F14D}"/>
              </a:ext>
            </a:extLst>
          </p:cNvPr>
          <p:cNvSpPr txBox="1"/>
          <p:nvPr/>
        </p:nvSpPr>
        <p:spPr>
          <a:xfrm>
            <a:off x="2722760" y="1878069"/>
            <a:ext cx="1726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endParaRPr lang="es-ES" dirty="0"/>
          </a:p>
          <a:p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endParaRPr lang="es-ES" dirty="0"/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endParaRPr lang="es-ES" dirty="0"/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Demand</a:t>
            </a:r>
            <a:r>
              <a:rPr lang="es-ES" dirty="0">
                <a:solidFill>
                  <a:srgbClr val="FF0000"/>
                </a:solidFill>
              </a:rPr>
              <a:t> (D)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Optimization</a:t>
            </a:r>
            <a:r>
              <a:rPr lang="es-ES" dirty="0">
                <a:solidFill>
                  <a:srgbClr val="FF0000"/>
                </a:solidFill>
              </a:rPr>
              <a:t> (O)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7BE38E0-8AA8-0FA0-8177-6AE30FB8452C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7930113" y="3428999"/>
            <a:ext cx="8616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C72027-D141-0FC1-7168-4BF164C13FF5}"/>
              </a:ext>
            </a:extLst>
          </p:cNvPr>
          <p:cNvSpPr txBox="1"/>
          <p:nvPr/>
        </p:nvSpPr>
        <p:spPr>
          <a:xfrm>
            <a:off x="8791787" y="3280869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6B97BD3-E9C1-EE44-CB27-52371D1FD9F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2212622"/>
            <a:ext cx="1726044" cy="1216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01F9407-67E2-55A4-0591-8F6F56ACA9A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2731911"/>
            <a:ext cx="1726044" cy="69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98FEC6B-C801-DE4C-EADE-788868CFF61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3207799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8AC79A2-C7AA-C608-7B14-559F3115DC2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107256" y="3429000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E7E9EE5-F2DE-66F5-F082-F3C56B48FE8B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233333" y="3429000"/>
            <a:ext cx="1599967" cy="75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DB76DFE-5CDC-1D69-5EFE-977D60645267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233333" y="3429000"/>
            <a:ext cx="1599967" cy="1323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6F20333-9EED-ACC4-4EC8-7D136396A947}"/>
              </a:ext>
            </a:extLst>
          </p:cNvPr>
          <p:cNvSpPr txBox="1"/>
          <p:nvPr/>
        </p:nvSpPr>
        <p:spPr>
          <a:xfrm>
            <a:off x="2337374" y="5829309"/>
            <a:ext cx="7517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/>
              <a:t>QACO(CWS, </a:t>
            </a:r>
            <a:r>
              <a:rPr lang="es-ES" sz="2800" dirty="0" err="1">
                <a:solidFill>
                  <a:srgbClr val="FF0000"/>
                </a:solidFill>
              </a:rPr>
              <a:t>Problem</a:t>
            </a:r>
            <a:r>
              <a:rPr lang="es-ES" sz="2800" dirty="0"/>
              <a:t>) = QACO(T, S, F, G, </a:t>
            </a:r>
            <a:r>
              <a:rPr lang="es-ES" sz="2800" dirty="0">
                <a:solidFill>
                  <a:srgbClr val="FF0000"/>
                </a:solidFill>
              </a:rPr>
              <a:t>D, O</a:t>
            </a:r>
            <a:r>
              <a:rPr lang="es-ES" sz="2800" dirty="0"/>
              <a:t>) -&gt; OB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FC28994-423C-435A-5E55-9B12446CFAB1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6/20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7248C3F-D2E6-BB9F-1B51-FCD113694ABA}"/>
              </a:ext>
            </a:extLst>
          </p:cNvPr>
          <p:cNvSpPr txBox="1"/>
          <p:nvPr/>
        </p:nvSpPr>
        <p:spPr>
          <a:xfrm>
            <a:off x="609600" y="5937030"/>
            <a:ext cx="9577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CWS</a:t>
            </a:r>
          </a:p>
          <a:p>
            <a:r>
              <a:rPr lang="es-ES" dirty="0" err="1">
                <a:solidFill>
                  <a:srgbClr val="FF0000"/>
                </a:solidFill>
              </a:rPr>
              <a:t>Problem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67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10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662182-CC20-87D2-3BBB-DD6A3464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222CD-1FFA-5C5B-1D8C-AA3B2AE9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D3363CD7-2C51-CA57-1C20-A2F5B2ACC877}"/>
              </a:ext>
            </a:extLst>
          </p:cNvPr>
          <p:cNvSpPr/>
          <p:nvPr/>
        </p:nvSpPr>
        <p:spPr>
          <a:xfrm>
            <a:off x="2585545" y="1200807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Tasks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11831F0-0367-1AD9-EF66-676D55130AE3}"/>
              </a:ext>
            </a:extLst>
          </p:cNvPr>
          <p:cNvSpPr/>
          <p:nvPr/>
        </p:nvSpPr>
        <p:spPr>
          <a:xfrm>
            <a:off x="1156138" y="2703786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Bindings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9BF12B62-A7DC-B941-FDDB-14A2CD95ED12}"/>
              </a:ext>
            </a:extLst>
          </p:cNvPr>
          <p:cNvSpPr/>
          <p:nvPr/>
        </p:nvSpPr>
        <p:spPr>
          <a:xfrm>
            <a:off x="7630510" y="1200807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17174D4-59D5-87B5-BBDC-9DBDE06E9267}"/>
              </a:ext>
            </a:extLst>
          </p:cNvPr>
          <p:cNvSpPr/>
          <p:nvPr/>
        </p:nvSpPr>
        <p:spPr>
          <a:xfrm>
            <a:off x="9059917" y="2703786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QoS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pic>
        <p:nvPicPr>
          <p:cNvPr id="9" name="Imagen 8" descr="Imagen que contiene interior, tabla, pequeño, escritorio&#10;&#10;El contenido generado por IA puede ser incorrecto.">
            <a:extLst>
              <a:ext uri="{FF2B5EF4-FFF2-40B4-BE49-F238E27FC236}">
                <a16:creationId xmlns:a16="http://schemas.microsoft.com/office/drawing/2014/main" id="{C8A7A5B4-1362-94CE-EA09-CD2712B85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227" y="2057899"/>
            <a:ext cx="4617545" cy="4617545"/>
          </a:xfrm>
          <a:prstGeom prst="rect">
            <a:avLst/>
          </a:prstGeom>
        </p:spPr>
      </p:pic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8CB3B83-8BCA-3D5D-70D8-C308C4B3B151}"/>
              </a:ext>
            </a:extLst>
          </p:cNvPr>
          <p:cNvSpPr/>
          <p:nvPr/>
        </p:nvSpPr>
        <p:spPr>
          <a:xfrm>
            <a:off x="609600" y="4464269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Aggregations</a:t>
            </a:r>
            <a:endParaRPr lang="es-ES" dirty="0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D5F82ED-3189-AE5A-56B8-1EAB8757F978}"/>
              </a:ext>
            </a:extLst>
          </p:cNvPr>
          <p:cNvSpPr/>
          <p:nvPr/>
        </p:nvSpPr>
        <p:spPr>
          <a:xfrm>
            <a:off x="9606455" y="4464269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Optimization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928870-34CE-326E-C87F-BDA7A1E4E4BC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42699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2E8442-0CAD-321F-F041-9F1CDF66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CED3E-F96B-B439-64ED-F7CAD10E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A887260D-71B4-D6ED-30D3-E99692FFE185}"/>
              </a:ext>
            </a:extLst>
          </p:cNvPr>
          <p:cNvSpPr/>
          <p:nvPr/>
        </p:nvSpPr>
        <p:spPr>
          <a:xfrm>
            <a:off x="919655" y="1867009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C0FEC4CE-2FE1-3180-F554-D4E06440B383}"/>
              </a:ext>
            </a:extLst>
          </p:cNvPr>
          <p:cNvSpPr/>
          <p:nvPr/>
        </p:nvSpPr>
        <p:spPr>
          <a:xfrm>
            <a:off x="919654" y="3118499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Demand</a:t>
            </a:r>
            <a:r>
              <a:rPr lang="es-ES" dirty="0"/>
              <a:t> (D)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2EF1045-B004-9AB3-D478-5C4DAD86219B}"/>
              </a:ext>
            </a:extLst>
          </p:cNvPr>
          <p:cNvSpPr/>
          <p:nvPr/>
        </p:nvSpPr>
        <p:spPr>
          <a:xfrm>
            <a:off x="8258845" y="1880984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32FB0ED-2FEC-E66E-E143-03C9CCF5373F}"/>
              </a:ext>
            </a:extLst>
          </p:cNvPr>
          <p:cNvSpPr/>
          <p:nvPr/>
        </p:nvSpPr>
        <p:spPr>
          <a:xfrm>
            <a:off x="8258845" y="3118499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Aggregated</a:t>
            </a:r>
            <a:r>
              <a:rPr lang="es-ES" dirty="0"/>
              <a:t> Score (AS)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70FD7ED-23CC-0387-9226-49B10A3A85B9}"/>
              </a:ext>
            </a:extLst>
          </p:cNvPr>
          <p:cNvSpPr/>
          <p:nvPr/>
        </p:nvSpPr>
        <p:spPr>
          <a:xfrm>
            <a:off x="919654" y="4353911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Optimization</a:t>
            </a:r>
            <a:r>
              <a:rPr lang="es-ES" dirty="0"/>
              <a:t> (O)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EE7994-4B53-11F9-5B6A-D9E471ED2CB2}"/>
              </a:ext>
            </a:extLst>
          </p:cNvPr>
          <p:cNvSpPr txBox="1"/>
          <p:nvPr/>
        </p:nvSpPr>
        <p:spPr>
          <a:xfrm>
            <a:off x="3058136" y="1629451"/>
            <a:ext cx="2784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r>
              <a:rPr lang="es-ES" dirty="0"/>
              <a:t>Candidate </a:t>
            </a:r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3486151-5942-D40F-9A5F-A114F769CE0F}"/>
              </a:ext>
            </a:extLst>
          </p:cNvPr>
          <p:cNvSpPr txBox="1"/>
          <p:nvPr/>
        </p:nvSpPr>
        <p:spPr>
          <a:xfrm>
            <a:off x="3058136" y="3019441"/>
            <a:ext cx="23670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Global </a:t>
            </a:r>
            <a:r>
              <a:rPr lang="es-ES" dirty="0" err="1"/>
              <a:t>Constraints</a:t>
            </a:r>
            <a:r>
              <a:rPr lang="es-ES" dirty="0"/>
              <a:t> (GC)</a:t>
            </a:r>
          </a:p>
          <a:p>
            <a:r>
              <a:rPr lang="es-ES" dirty="0"/>
              <a:t>Local </a:t>
            </a:r>
            <a:r>
              <a:rPr lang="es-ES" dirty="0" err="1"/>
              <a:t>Constraints</a:t>
            </a:r>
            <a:r>
              <a:rPr lang="es-ES" dirty="0"/>
              <a:t> (LC)</a:t>
            </a:r>
          </a:p>
          <a:p>
            <a:r>
              <a:rPr lang="es-ES" dirty="0" err="1"/>
              <a:t>Binding</a:t>
            </a:r>
            <a:r>
              <a:rPr lang="es-ES" dirty="0"/>
              <a:t> </a:t>
            </a:r>
            <a:r>
              <a:rPr lang="es-ES" dirty="0" err="1"/>
              <a:t>Constraints</a:t>
            </a:r>
            <a:r>
              <a:rPr lang="es-ES" dirty="0"/>
              <a:t> (BC)</a:t>
            </a: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7CD74C23-B865-042D-489A-846ABF85C50F}"/>
              </a:ext>
            </a:extLst>
          </p:cNvPr>
          <p:cNvSpPr/>
          <p:nvPr/>
        </p:nvSpPr>
        <p:spPr>
          <a:xfrm>
            <a:off x="2941320" y="1629451"/>
            <a:ext cx="162535" cy="12003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6B93CCAF-0193-3976-4363-5D69485EBD8F}"/>
              </a:ext>
            </a:extLst>
          </p:cNvPr>
          <p:cNvSpPr/>
          <p:nvPr/>
        </p:nvSpPr>
        <p:spPr>
          <a:xfrm>
            <a:off x="2941320" y="3038661"/>
            <a:ext cx="162536" cy="9258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A549BF1E-F28B-4E9A-26CE-7C7862D09B72}"/>
              </a:ext>
            </a:extLst>
          </p:cNvPr>
          <p:cNvSpPr/>
          <p:nvPr/>
        </p:nvSpPr>
        <p:spPr>
          <a:xfrm>
            <a:off x="8258844" y="4353911"/>
            <a:ext cx="1975945" cy="7252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Binding</a:t>
            </a:r>
            <a:r>
              <a:rPr lang="es-ES" dirty="0"/>
              <a:t> </a:t>
            </a:r>
            <a:r>
              <a:rPr lang="es-ES" dirty="0" err="1"/>
              <a:t>Space</a:t>
            </a:r>
            <a:r>
              <a:rPr lang="es-ES" dirty="0"/>
              <a:t> (BS)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8E38C2-C8C0-E777-DCB9-7B3065F1D9F6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5/18</a:t>
            </a:r>
          </a:p>
        </p:txBody>
      </p:sp>
    </p:spTree>
    <p:extLst>
      <p:ext uri="{BB962C8B-B14F-4D97-AF65-F5344CB8AC3E}">
        <p14:creationId xmlns:p14="http://schemas.microsoft.com/office/powerpoint/2010/main" val="390195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4" grpId="0"/>
      <p:bldP spid="16" grpId="0"/>
      <p:bldP spid="8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D056B-B3BA-FAAB-A08B-C218FD5C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7CE3EC0-7E68-71ED-7B85-AA8DC1C59AC6}"/>
              </a:ext>
            </a:extLst>
          </p:cNvPr>
          <p:cNvSpPr/>
          <p:nvPr/>
        </p:nvSpPr>
        <p:spPr>
          <a:xfrm>
            <a:off x="10021313" y="4064899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T4: </a:t>
            </a:r>
            <a:r>
              <a:rPr lang="es-ES" sz="1600" dirty="0" err="1"/>
              <a:t>Send</a:t>
            </a:r>
            <a:r>
              <a:rPr lang="es-ES" sz="1600" dirty="0"/>
              <a:t> </a:t>
            </a:r>
            <a:r>
              <a:rPr lang="es-ES" sz="1600" dirty="0" err="1"/>
              <a:t>invoice</a:t>
            </a:r>
            <a:endParaRPr lang="es-ES" sz="1600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D3ED3532-C0F6-CD97-1DD5-92D5D26FCD66}"/>
              </a:ext>
            </a:extLst>
          </p:cNvPr>
          <p:cNvSpPr/>
          <p:nvPr/>
        </p:nvSpPr>
        <p:spPr>
          <a:xfrm>
            <a:off x="6533973" y="414129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T1: Book </a:t>
            </a:r>
            <a:r>
              <a:rPr lang="es-ES" sz="1600" dirty="0" err="1"/>
              <a:t>flights</a:t>
            </a:r>
            <a:endParaRPr lang="es-ES" sz="16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A03CEF2-980F-D390-9022-0966401B20FB}"/>
              </a:ext>
            </a:extLst>
          </p:cNvPr>
          <p:cNvSpPr/>
          <p:nvPr/>
        </p:nvSpPr>
        <p:spPr>
          <a:xfrm>
            <a:off x="8289201" y="3811214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T2: Book </a:t>
            </a:r>
            <a:r>
              <a:rPr lang="es-ES" sz="1600" dirty="0" err="1"/>
              <a:t>hotels</a:t>
            </a:r>
            <a:endParaRPr lang="es-ES" sz="16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069E4F6-63C2-D4D2-8CF6-7D57A8D4E624}"/>
              </a:ext>
            </a:extLst>
          </p:cNvPr>
          <p:cNvSpPr/>
          <p:nvPr/>
        </p:nvSpPr>
        <p:spPr>
          <a:xfrm>
            <a:off x="8297352" y="442810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T3: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travel</a:t>
            </a:r>
            <a:r>
              <a:rPr lang="es-ES" sz="1600" dirty="0"/>
              <a:t> </a:t>
            </a:r>
            <a:r>
              <a:rPr lang="es-ES" sz="1600" dirty="0" err="1"/>
              <a:t>insurance</a:t>
            </a:r>
            <a:endParaRPr lang="es-ES" sz="1600" dirty="0"/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573EA532-9692-B12A-A268-F56140CE9C5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936570" y="4049376"/>
            <a:ext cx="352631" cy="3300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57A27331-A6C5-8A35-3DED-EEF79340402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936570" y="4379452"/>
            <a:ext cx="360782" cy="286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876ABFE8-F68F-1A4F-501D-1DE742B9A797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691798" y="4049376"/>
            <a:ext cx="329515" cy="2536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93C02428-1CEA-860B-EE69-6AFB821F71CE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9699949" y="4303061"/>
            <a:ext cx="321364" cy="363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EB7094-6849-B071-FBB1-17AABA90D0E5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5/20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A164873-8C8D-7C2D-D9C9-278917C393AD}"/>
              </a:ext>
            </a:extLst>
          </p:cNvPr>
          <p:cNvSpPr/>
          <p:nvPr/>
        </p:nvSpPr>
        <p:spPr>
          <a:xfrm>
            <a:off x="1080449" y="1720840"/>
            <a:ext cx="5885777" cy="16083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AF8890-B531-3C6F-6C66-38656659CBCA}"/>
              </a:ext>
            </a:extLst>
          </p:cNvPr>
          <p:cNvSpPr txBox="1"/>
          <p:nvPr/>
        </p:nvSpPr>
        <p:spPr>
          <a:xfrm>
            <a:off x="1080449" y="180321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{T1, T2, T3, 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Services</a:t>
            </a:r>
            <a:r>
              <a:rPr lang="es-ES" dirty="0"/>
              <a:t>: {{S1, S2}, {S3, S4}, {S5, S6}, {S7, S8}}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Features</a:t>
            </a:r>
            <a:r>
              <a:rPr lang="es-ES" dirty="0"/>
              <a:t>: {{S1</a:t>
            </a:r>
            <a:r>
              <a:rPr lang="es-ES" baseline="-25000" dirty="0"/>
              <a:t>COST</a:t>
            </a:r>
            <a:r>
              <a:rPr lang="es-ES" dirty="0"/>
              <a:t>, S1</a:t>
            </a:r>
            <a:r>
              <a:rPr lang="es-ES" baseline="-25000" dirty="0"/>
              <a:t>AVAIL</a:t>
            </a:r>
            <a:r>
              <a:rPr lang="es-ES" dirty="0"/>
              <a:t>, S1</a:t>
            </a:r>
            <a:r>
              <a:rPr lang="es-ES" baseline="-25000" dirty="0"/>
              <a:t>TIME</a:t>
            </a:r>
            <a:r>
              <a:rPr lang="es-ES" dirty="0"/>
              <a:t>}, …, {S8</a:t>
            </a:r>
            <a:r>
              <a:rPr lang="es-ES" baseline="-25000" dirty="0"/>
              <a:t>COST</a:t>
            </a:r>
            <a:r>
              <a:rPr lang="es-ES" dirty="0"/>
              <a:t>, S8</a:t>
            </a:r>
            <a:r>
              <a:rPr lang="es-ES" baseline="-25000" dirty="0"/>
              <a:t>AVAIL</a:t>
            </a:r>
            <a:r>
              <a:rPr lang="es-ES" dirty="0"/>
              <a:t>, S8</a:t>
            </a:r>
            <a:r>
              <a:rPr lang="es-ES" baseline="-25000" dirty="0"/>
              <a:t>TIME</a:t>
            </a:r>
            <a:r>
              <a:rPr lang="es-ES" dirty="0"/>
              <a:t>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T1-&gt;T2, T1-&gt;T3, T2-&gt;T4, T3-&gt;T4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89014C3-465C-64C0-9940-98F35DCC18DB}"/>
              </a:ext>
            </a:extLst>
          </p:cNvPr>
          <p:cNvSpPr txBox="1"/>
          <p:nvPr/>
        </p:nvSpPr>
        <p:spPr>
          <a:xfrm>
            <a:off x="1080449" y="3453912"/>
            <a:ext cx="41180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GC: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baseline="-25000" dirty="0"/>
              <a:t>COST</a:t>
            </a:r>
            <a:r>
              <a:rPr lang="es-ES" dirty="0"/>
              <a:t> &lt; 50€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LC: T1</a:t>
            </a:r>
            <a:r>
              <a:rPr lang="es-ES" baseline="-25000" dirty="0"/>
              <a:t>COST</a:t>
            </a:r>
            <a:r>
              <a:rPr lang="es-ES" dirty="0"/>
              <a:t> &lt;= 10€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BC: </a:t>
            </a:r>
            <a:r>
              <a:rPr lang="es-ES" dirty="0" err="1"/>
              <a:t>provider</a:t>
            </a:r>
            <a:r>
              <a:rPr lang="es-ES" dirty="0"/>
              <a:t>(T1) = </a:t>
            </a:r>
            <a:r>
              <a:rPr lang="es-ES" dirty="0" err="1"/>
              <a:t>provider</a:t>
            </a:r>
            <a:r>
              <a:rPr lang="es-ES" dirty="0"/>
              <a:t>(T2),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COST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AVAIL</a:t>
            </a:r>
            <a:r>
              <a:rPr lang="es-ES" dirty="0"/>
              <a:t>,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endParaRPr lang="es-ES" baseline="-25000" dirty="0"/>
          </a:p>
        </p:txBody>
      </p:sp>
    </p:spTree>
    <p:extLst>
      <p:ext uri="{BB962C8B-B14F-4D97-AF65-F5344CB8AC3E}">
        <p14:creationId xmlns:p14="http://schemas.microsoft.com/office/powerpoint/2010/main" val="182196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1B0E41-6F4E-1684-E03D-E7E26E44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3EC69-A040-7E23-0D45-A76EE7DB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988DD9-F4A9-209C-728F-B897047C9CE6}"/>
              </a:ext>
            </a:extLst>
          </p:cNvPr>
          <p:cNvSpPr txBox="1"/>
          <p:nvPr/>
        </p:nvSpPr>
        <p:spPr>
          <a:xfrm>
            <a:off x="1080449" y="3453912"/>
            <a:ext cx="41180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GC: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baseline="-25000" dirty="0"/>
              <a:t>COST</a:t>
            </a:r>
            <a:r>
              <a:rPr lang="es-ES" dirty="0"/>
              <a:t> &lt; 50€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LC: T1</a:t>
            </a:r>
            <a:r>
              <a:rPr lang="es-ES" baseline="-25000" dirty="0"/>
              <a:t>COST</a:t>
            </a:r>
            <a:r>
              <a:rPr lang="es-ES" dirty="0"/>
              <a:t> &lt;= 10€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BC: </a:t>
            </a:r>
            <a:r>
              <a:rPr lang="es-ES" dirty="0" err="1"/>
              <a:t>provider</a:t>
            </a:r>
            <a:r>
              <a:rPr lang="es-ES" dirty="0"/>
              <a:t>(T1) = </a:t>
            </a:r>
            <a:r>
              <a:rPr lang="es-ES" dirty="0" err="1"/>
              <a:t>provider</a:t>
            </a:r>
            <a:r>
              <a:rPr lang="es-ES" dirty="0"/>
              <a:t>(T2),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COST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AVAIL</a:t>
            </a:r>
            <a:r>
              <a:rPr lang="es-ES" dirty="0"/>
              <a:t>,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endParaRPr lang="es-ES" baseline="-25000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A0F52386-DBE0-5B18-B100-AF2D48F81152}"/>
              </a:ext>
            </a:extLst>
          </p:cNvPr>
          <p:cNvSpPr/>
          <p:nvPr/>
        </p:nvSpPr>
        <p:spPr>
          <a:xfrm>
            <a:off x="10021313" y="4064899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T4: </a:t>
            </a:r>
            <a:r>
              <a:rPr lang="es-ES" sz="1600" dirty="0" err="1"/>
              <a:t>Send</a:t>
            </a:r>
            <a:r>
              <a:rPr lang="es-ES" sz="1600" dirty="0"/>
              <a:t> </a:t>
            </a:r>
            <a:r>
              <a:rPr lang="es-ES" sz="1600" dirty="0" err="1"/>
              <a:t>invoice</a:t>
            </a:r>
            <a:endParaRPr lang="es-ES" sz="1600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74DCA0A5-B6C8-DD01-A417-A035636DC670}"/>
              </a:ext>
            </a:extLst>
          </p:cNvPr>
          <p:cNvSpPr/>
          <p:nvPr/>
        </p:nvSpPr>
        <p:spPr>
          <a:xfrm>
            <a:off x="6533973" y="414129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T1: Book </a:t>
            </a:r>
            <a:r>
              <a:rPr lang="es-ES" sz="1600" dirty="0" err="1"/>
              <a:t>flights</a:t>
            </a:r>
            <a:endParaRPr lang="es-ES" sz="16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0503F10-3D45-0308-D635-A7C3A4F9312A}"/>
              </a:ext>
            </a:extLst>
          </p:cNvPr>
          <p:cNvSpPr/>
          <p:nvPr/>
        </p:nvSpPr>
        <p:spPr>
          <a:xfrm>
            <a:off x="8289201" y="3811214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T2: Book </a:t>
            </a:r>
            <a:r>
              <a:rPr lang="es-ES" sz="1600" dirty="0" err="1"/>
              <a:t>hotels</a:t>
            </a:r>
            <a:endParaRPr lang="es-ES" sz="16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4A1AAF9-1CF2-CD97-1E3B-18B6B77474E3}"/>
              </a:ext>
            </a:extLst>
          </p:cNvPr>
          <p:cNvSpPr/>
          <p:nvPr/>
        </p:nvSpPr>
        <p:spPr>
          <a:xfrm>
            <a:off x="8297352" y="442810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T3: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travel</a:t>
            </a:r>
            <a:r>
              <a:rPr lang="es-ES" sz="1600" dirty="0"/>
              <a:t> </a:t>
            </a:r>
            <a:r>
              <a:rPr lang="es-ES" sz="1600" dirty="0" err="1"/>
              <a:t>insurance</a:t>
            </a:r>
            <a:endParaRPr lang="es-ES" sz="1600" dirty="0"/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7B8A2179-3D43-8DF2-4638-3A29D8712DA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936570" y="4049376"/>
            <a:ext cx="352631" cy="3300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FC70CC93-5819-48CF-FA67-0252E67AEE25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936570" y="4379452"/>
            <a:ext cx="360782" cy="286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B82AF29D-A1A2-2F2A-17AD-DEAD85E3E7AB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691798" y="4049376"/>
            <a:ext cx="329515" cy="2536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8B0BCD14-68BD-B4EB-CEA6-ED6B26182404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9699949" y="4303061"/>
            <a:ext cx="321364" cy="363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9C016E-3B6E-9922-93DD-21BD69791610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5/20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787E35-ED58-924C-177D-3E703AC2DBC2}"/>
              </a:ext>
            </a:extLst>
          </p:cNvPr>
          <p:cNvSpPr/>
          <p:nvPr/>
        </p:nvSpPr>
        <p:spPr>
          <a:xfrm>
            <a:off x="1023815" y="3337115"/>
            <a:ext cx="4381903" cy="198792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B978A77-E73C-9E8B-8658-2176F9D663B7}"/>
              </a:ext>
            </a:extLst>
          </p:cNvPr>
          <p:cNvSpPr txBox="1"/>
          <p:nvPr/>
        </p:nvSpPr>
        <p:spPr>
          <a:xfrm>
            <a:off x="1080449" y="180321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{T1, T2, T3, 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Services</a:t>
            </a:r>
            <a:r>
              <a:rPr lang="es-ES" dirty="0"/>
              <a:t>: {{S1, S2}, {S3, S4}, {S5, S6}, {S7, S8}}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Features</a:t>
            </a:r>
            <a:r>
              <a:rPr lang="es-ES" dirty="0"/>
              <a:t>: {{S1</a:t>
            </a:r>
            <a:r>
              <a:rPr lang="es-ES" baseline="-25000" dirty="0"/>
              <a:t>COST</a:t>
            </a:r>
            <a:r>
              <a:rPr lang="es-ES" dirty="0"/>
              <a:t>, S1</a:t>
            </a:r>
            <a:r>
              <a:rPr lang="es-ES" baseline="-25000" dirty="0"/>
              <a:t>AVAIL</a:t>
            </a:r>
            <a:r>
              <a:rPr lang="es-ES" dirty="0"/>
              <a:t>, S1</a:t>
            </a:r>
            <a:r>
              <a:rPr lang="es-ES" baseline="-25000" dirty="0"/>
              <a:t>TIME</a:t>
            </a:r>
            <a:r>
              <a:rPr lang="es-ES" dirty="0"/>
              <a:t>}, …, {S8</a:t>
            </a:r>
            <a:r>
              <a:rPr lang="es-ES" baseline="-25000" dirty="0"/>
              <a:t>COST</a:t>
            </a:r>
            <a:r>
              <a:rPr lang="es-ES" dirty="0"/>
              <a:t>, S8</a:t>
            </a:r>
            <a:r>
              <a:rPr lang="es-ES" baseline="-25000" dirty="0"/>
              <a:t>AVAIL</a:t>
            </a:r>
            <a:r>
              <a:rPr lang="es-ES" dirty="0"/>
              <a:t>, S8</a:t>
            </a:r>
            <a:r>
              <a:rPr lang="es-ES" baseline="-25000" dirty="0"/>
              <a:t>TIME</a:t>
            </a:r>
            <a:r>
              <a:rPr lang="es-ES" dirty="0"/>
              <a:t>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T1-&gt;T2, T1-&gt;T3, T2-&gt;T4, T3-&gt;T4</a:t>
            </a:r>
          </a:p>
        </p:txBody>
      </p:sp>
    </p:spTree>
    <p:extLst>
      <p:ext uri="{BB962C8B-B14F-4D97-AF65-F5344CB8AC3E}">
        <p14:creationId xmlns:p14="http://schemas.microsoft.com/office/powerpoint/2010/main" val="390132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051F9F-7787-92BE-0457-7BCF919B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5FAC2-E27B-7BEF-66C1-5076093D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416633-63AD-A604-8D61-077002C1B671}"/>
              </a:ext>
            </a:extLst>
          </p:cNvPr>
          <p:cNvSpPr txBox="1"/>
          <p:nvPr/>
        </p:nvSpPr>
        <p:spPr>
          <a:xfrm>
            <a:off x="1080449" y="3453912"/>
            <a:ext cx="5885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GC: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baseline="-25000" dirty="0"/>
              <a:t>TIME</a:t>
            </a:r>
            <a:r>
              <a:rPr lang="es-ES" dirty="0"/>
              <a:t> &lt; 10sec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LC: T1</a:t>
            </a:r>
            <a:r>
              <a:rPr lang="es-ES" baseline="-25000" dirty="0"/>
              <a:t>TIME </a:t>
            </a:r>
            <a:r>
              <a:rPr lang="es-ES" dirty="0"/>
              <a:t>&lt;= 1sec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BC: </a:t>
            </a:r>
            <a:r>
              <a:rPr lang="es-ES" dirty="0" err="1"/>
              <a:t>provider</a:t>
            </a:r>
            <a:r>
              <a:rPr lang="es-ES" dirty="0"/>
              <a:t>(T1) != </a:t>
            </a:r>
            <a:r>
              <a:rPr lang="es-ES" dirty="0" err="1"/>
              <a:t>provider</a:t>
            </a:r>
            <a:r>
              <a:rPr lang="es-ES" dirty="0"/>
              <a:t>(T2),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endParaRPr lang="es-ES" baseline="-25000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18969B7-596E-374C-A173-4D3855633CEF}"/>
              </a:ext>
            </a:extLst>
          </p:cNvPr>
          <p:cNvSpPr/>
          <p:nvPr/>
        </p:nvSpPr>
        <p:spPr>
          <a:xfrm>
            <a:off x="10021313" y="4064899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T4: </a:t>
            </a:r>
            <a:r>
              <a:rPr lang="es-ES" sz="1600" dirty="0" err="1"/>
              <a:t>Send</a:t>
            </a:r>
            <a:r>
              <a:rPr lang="es-ES" sz="1600" dirty="0"/>
              <a:t> </a:t>
            </a:r>
            <a:r>
              <a:rPr lang="es-ES" sz="1600" dirty="0" err="1"/>
              <a:t>invoice</a:t>
            </a:r>
            <a:endParaRPr lang="es-ES" sz="1600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3065EFB-9955-4475-C855-CFE46C65AEEE}"/>
              </a:ext>
            </a:extLst>
          </p:cNvPr>
          <p:cNvSpPr/>
          <p:nvPr/>
        </p:nvSpPr>
        <p:spPr>
          <a:xfrm>
            <a:off x="6533973" y="414129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T1: Book </a:t>
            </a:r>
            <a:r>
              <a:rPr lang="es-ES" sz="1600" dirty="0" err="1"/>
              <a:t>flights</a:t>
            </a:r>
            <a:endParaRPr lang="es-ES" sz="16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6A52B049-6FE9-19B5-CFD9-9D05A9DA4357}"/>
              </a:ext>
            </a:extLst>
          </p:cNvPr>
          <p:cNvSpPr/>
          <p:nvPr/>
        </p:nvSpPr>
        <p:spPr>
          <a:xfrm>
            <a:off x="8289201" y="3811214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T2: Book </a:t>
            </a:r>
            <a:r>
              <a:rPr lang="es-ES" sz="1600" dirty="0" err="1"/>
              <a:t>hotels</a:t>
            </a:r>
            <a:endParaRPr lang="es-ES" sz="16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62255FA2-6FFF-D6F9-C632-F1D9BC3F1A15}"/>
              </a:ext>
            </a:extLst>
          </p:cNvPr>
          <p:cNvSpPr/>
          <p:nvPr/>
        </p:nvSpPr>
        <p:spPr>
          <a:xfrm>
            <a:off x="8297352" y="442810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T3: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travel</a:t>
            </a:r>
            <a:r>
              <a:rPr lang="es-ES" sz="1600" dirty="0"/>
              <a:t> </a:t>
            </a:r>
            <a:r>
              <a:rPr lang="es-ES" sz="1600" dirty="0" err="1"/>
              <a:t>insurance</a:t>
            </a:r>
            <a:endParaRPr lang="es-ES" sz="1600" dirty="0"/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1927A8AD-CA25-F9CF-95EA-6D1B356D5DB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936570" y="4049376"/>
            <a:ext cx="352631" cy="3300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0E472257-B4C6-D5CD-BDF7-0D0383CEDF3F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936570" y="4379452"/>
            <a:ext cx="360782" cy="286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A9C7B364-4078-B77D-04E3-69B98D506F9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691798" y="4049376"/>
            <a:ext cx="329515" cy="2536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F1519B8C-AF28-FC83-9FFF-A87CC25B6330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9699949" y="4303061"/>
            <a:ext cx="321364" cy="363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F4CE1A9-54BC-FDA0-FD5E-C961D058CC9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5/20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2130FD-826A-BA56-C567-2BC7AD8A1B1E}"/>
              </a:ext>
            </a:extLst>
          </p:cNvPr>
          <p:cNvSpPr/>
          <p:nvPr/>
        </p:nvSpPr>
        <p:spPr>
          <a:xfrm>
            <a:off x="1023815" y="3337115"/>
            <a:ext cx="3776785" cy="198792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05F924-A30B-9342-B9C2-0922A25CE6BE}"/>
              </a:ext>
            </a:extLst>
          </p:cNvPr>
          <p:cNvSpPr txBox="1"/>
          <p:nvPr/>
        </p:nvSpPr>
        <p:spPr>
          <a:xfrm>
            <a:off x="1080449" y="180321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{T1, T2, T3, 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Services</a:t>
            </a:r>
            <a:r>
              <a:rPr lang="es-ES" dirty="0"/>
              <a:t>: {{S1, S2}, {S3, S4}, {S5, S6}, {S7, S8}}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Features</a:t>
            </a:r>
            <a:r>
              <a:rPr lang="es-ES" dirty="0"/>
              <a:t>: {{S1</a:t>
            </a:r>
            <a:r>
              <a:rPr lang="es-ES" baseline="-25000" dirty="0"/>
              <a:t>COST</a:t>
            </a:r>
            <a:r>
              <a:rPr lang="es-ES" dirty="0"/>
              <a:t>, S1</a:t>
            </a:r>
            <a:r>
              <a:rPr lang="es-ES" baseline="-25000" dirty="0"/>
              <a:t>AVAIL</a:t>
            </a:r>
            <a:r>
              <a:rPr lang="es-ES" dirty="0"/>
              <a:t>, S1</a:t>
            </a:r>
            <a:r>
              <a:rPr lang="es-ES" baseline="-25000" dirty="0"/>
              <a:t>TIME</a:t>
            </a:r>
            <a:r>
              <a:rPr lang="es-ES" dirty="0"/>
              <a:t>}, …, {S8</a:t>
            </a:r>
            <a:r>
              <a:rPr lang="es-ES" baseline="-25000" dirty="0"/>
              <a:t>COST</a:t>
            </a:r>
            <a:r>
              <a:rPr lang="es-ES" dirty="0"/>
              <a:t>, S8</a:t>
            </a:r>
            <a:r>
              <a:rPr lang="es-ES" baseline="-25000" dirty="0"/>
              <a:t>AVAIL</a:t>
            </a:r>
            <a:r>
              <a:rPr lang="es-ES" dirty="0"/>
              <a:t>, S8</a:t>
            </a:r>
            <a:r>
              <a:rPr lang="es-ES" baseline="-25000" dirty="0"/>
              <a:t>TIME</a:t>
            </a:r>
            <a:r>
              <a:rPr lang="es-ES" dirty="0"/>
              <a:t>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T1-&gt;T2, T1-&gt;T3, T2-&gt;T4, T3-&gt;T4</a:t>
            </a:r>
          </a:p>
        </p:txBody>
      </p:sp>
    </p:spTree>
    <p:extLst>
      <p:ext uri="{BB962C8B-B14F-4D97-AF65-F5344CB8AC3E}">
        <p14:creationId xmlns:p14="http://schemas.microsoft.com/office/powerpoint/2010/main" val="2759181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B9A0F5-3BFC-2E5D-C928-72504276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F9CBD-3385-D6E5-9A6A-D782CC71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B95511-4D73-C71E-D9B2-36352C66412D}"/>
              </a:ext>
            </a:extLst>
          </p:cNvPr>
          <p:cNvSpPr txBox="1"/>
          <p:nvPr/>
        </p:nvSpPr>
        <p:spPr>
          <a:xfrm>
            <a:off x="1113297" y="1720840"/>
            <a:ext cx="43482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T: T1, T2, T3, T4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S: S1, S2, S3, S4, S5, S6, S7, S8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F: </a:t>
            </a:r>
            <a:r>
              <a:rPr lang="es-ES" dirty="0" err="1"/>
              <a:t>Cost</a:t>
            </a:r>
            <a:r>
              <a:rPr lang="es-ES" dirty="0"/>
              <a:t>, </a:t>
            </a:r>
            <a:r>
              <a:rPr lang="es-ES" dirty="0" err="1"/>
              <a:t>Availability</a:t>
            </a:r>
            <a:r>
              <a:rPr lang="es-ES" dirty="0"/>
              <a:t>,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G: T1-&gt;T2, T1-&gt;T3, T2-&gt;T4, T3-&gt;T4</a:t>
            </a:r>
          </a:p>
          <a:p>
            <a:endParaRPr lang="es-ES" dirty="0"/>
          </a:p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GC: </a:t>
            </a:r>
            <a:r>
              <a:rPr lang="es-ES" dirty="0" err="1"/>
              <a:t>B_coste</a:t>
            </a:r>
            <a:r>
              <a:rPr lang="es-ES" dirty="0"/>
              <a:t> &lt; 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LC: T1_coste &lt;= 10€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BC: proveedor(T1) = proveedor(T2),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minCost</a:t>
            </a:r>
            <a:r>
              <a:rPr lang="es-ES" dirty="0"/>
              <a:t>, </a:t>
            </a:r>
            <a:r>
              <a:rPr lang="es-ES" dirty="0" err="1"/>
              <a:t>maxAvail</a:t>
            </a:r>
            <a:r>
              <a:rPr lang="es-ES" dirty="0"/>
              <a:t>, </a:t>
            </a:r>
            <a:r>
              <a:rPr lang="es-ES" dirty="0" err="1"/>
              <a:t>minTime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B168F5C-9374-236E-5273-67019F80A5F7}"/>
              </a:ext>
            </a:extLst>
          </p:cNvPr>
          <p:cNvSpPr/>
          <p:nvPr/>
        </p:nvSpPr>
        <p:spPr>
          <a:xfrm>
            <a:off x="9676106" y="3106551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T4: </a:t>
            </a:r>
            <a:r>
              <a:rPr lang="es-ES" sz="1600" dirty="0" err="1"/>
              <a:t>Send</a:t>
            </a:r>
            <a:r>
              <a:rPr lang="es-ES" sz="1600" dirty="0"/>
              <a:t> </a:t>
            </a:r>
            <a:r>
              <a:rPr lang="es-ES" sz="1600" dirty="0" err="1"/>
              <a:t>invoice</a:t>
            </a:r>
            <a:endParaRPr lang="es-ES" sz="1600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ED92ACE-3E3A-00E9-E61E-F3FB6AD3B3B2}"/>
              </a:ext>
            </a:extLst>
          </p:cNvPr>
          <p:cNvSpPr/>
          <p:nvPr/>
        </p:nvSpPr>
        <p:spPr>
          <a:xfrm>
            <a:off x="6188766" y="3182942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T1: Book </a:t>
            </a:r>
            <a:r>
              <a:rPr lang="es-ES" sz="1600" dirty="0" err="1"/>
              <a:t>flights</a:t>
            </a:r>
            <a:endParaRPr lang="es-ES" sz="16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6C75B71C-744B-66A4-B5FA-F34EE7A37DB1}"/>
              </a:ext>
            </a:extLst>
          </p:cNvPr>
          <p:cNvSpPr/>
          <p:nvPr/>
        </p:nvSpPr>
        <p:spPr>
          <a:xfrm>
            <a:off x="7943994" y="2852866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T2: Book </a:t>
            </a:r>
            <a:r>
              <a:rPr lang="es-ES" sz="1600" dirty="0" err="1"/>
              <a:t>hotels</a:t>
            </a:r>
            <a:endParaRPr lang="es-ES" sz="16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32698C9-36F4-1B17-D268-BFC8196E3BBA}"/>
              </a:ext>
            </a:extLst>
          </p:cNvPr>
          <p:cNvSpPr/>
          <p:nvPr/>
        </p:nvSpPr>
        <p:spPr>
          <a:xfrm>
            <a:off x="7952145" y="3469752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T3: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travel</a:t>
            </a:r>
            <a:r>
              <a:rPr lang="es-ES" sz="1600" dirty="0"/>
              <a:t> </a:t>
            </a:r>
            <a:r>
              <a:rPr lang="es-ES" sz="1600" dirty="0" err="1"/>
              <a:t>insurance</a:t>
            </a:r>
            <a:endParaRPr lang="es-ES" sz="1600" dirty="0"/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48AD08BA-BE3A-AF44-B783-B759997FFD5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591363" y="3091028"/>
            <a:ext cx="352631" cy="3300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59FC6B15-7113-8E48-E368-86162971967F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591363" y="3421104"/>
            <a:ext cx="360782" cy="286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87186014-768E-7A0A-AE56-F08FC168D1C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346591" y="3091028"/>
            <a:ext cx="329515" cy="2536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6CED946D-6CCE-D343-8804-039F7156CED6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9354742" y="3344713"/>
            <a:ext cx="321364" cy="363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9CA699-5604-14CA-C3D4-981BDAC40A0B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6/18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BD076A-DD39-15EC-D593-79A5441C0FBC}"/>
              </a:ext>
            </a:extLst>
          </p:cNvPr>
          <p:cNvSpPr/>
          <p:nvPr/>
        </p:nvSpPr>
        <p:spPr>
          <a:xfrm>
            <a:off x="1105145" y="3342124"/>
            <a:ext cx="4348241" cy="17950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821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1002-526C-72A8-1FAF-3077DE02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4DC2B-5180-498E-16AC-F0A7C30E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BE2C904-A449-9E23-8AA6-5D28D0FA1ACA}"/>
              </a:ext>
            </a:extLst>
          </p:cNvPr>
          <p:cNvSpPr/>
          <p:nvPr/>
        </p:nvSpPr>
        <p:spPr>
          <a:xfrm>
            <a:off x="5833300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SOLVER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A700C8D-1603-22A8-A1B7-0A68703850D5}"/>
              </a:ext>
            </a:extLst>
          </p:cNvPr>
          <p:cNvSpPr txBox="1"/>
          <p:nvPr/>
        </p:nvSpPr>
        <p:spPr>
          <a:xfrm>
            <a:off x="1018565" y="3280869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A49EB07C-152D-B163-00B3-C386202AA670}"/>
              </a:ext>
            </a:extLst>
          </p:cNvPr>
          <p:cNvSpPr/>
          <p:nvPr/>
        </p:nvSpPr>
        <p:spPr>
          <a:xfrm>
            <a:off x="2412334" y="1764550"/>
            <a:ext cx="590794" cy="34283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F953D4-2EEC-A295-3266-257B13F3E40A}"/>
              </a:ext>
            </a:extLst>
          </p:cNvPr>
          <p:cNvSpPr txBox="1"/>
          <p:nvPr/>
        </p:nvSpPr>
        <p:spPr>
          <a:xfrm>
            <a:off x="2722760" y="1878069"/>
            <a:ext cx="1726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endParaRPr lang="es-ES" dirty="0"/>
          </a:p>
          <a:p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endParaRPr lang="es-ES" dirty="0"/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endParaRPr lang="es-ES" dirty="0"/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Demand</a:t>
            </a:r>
            <a:r>
              <a:rPr lang="es-ES" dirty="0">
                <a:solidFill>
                  <a:srgbClr val="FF0000"/>
                </a:solidFill>
              </a:rPr>
              <a:t> (D)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Optimization</a:t>
            </a:r>
            <a:r>
              <a:rPr lang="es-ES" dirty="0">
                <a:solidFill>
                  <a:srgbClr val="FF0000"/>
                </a:solidFill>
              </a:rPr>
              <a:t> (O)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C8503F4-83E2-BCD4-3B7D-55C89478968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7930113" y="3428999"/>
            <a:ext cx="8616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7B0152-76E0-DD87-B921-9D67D1B29823}"/>
              </a:ext>
            </a:extLst>
          </p:cNvPr>
          <p:cNvSpPr txBox="1"/>
          <p:nvPr/>
        </p:nvSpPr>
        <p:spPr>
          <a:xfrm>
            <a:off x="8791787" y="3280869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250BA47-F8D9-7BDB-9A3C-891CEF32E21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2212622"/>
            <a:ext cx="1726044" cy="1216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33804D8-6460-F5A1-68CF-84C0596C3CFB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2731911"/>
            <a:ext cx="1726044" cy="69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16EE8E8-BE20-E47B-8E39-933F033FA598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07256" y="3207799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5298F31-F1D2-4DBA-3297-0DEDAB60F658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107256" y="3429000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2103225-A3EB-60E7-9AC2-C56E2AEC3F1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233333" y="3429000"/>
            <a:ext cx="1599967" cy="75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81A2A30-B35F-EB5A-A1A6-FC598F864157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233333" y="3429000"/>
            <a:ext cx="1599967" cy="1323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D77FEF5-FB40-5EB5-726B-1DF2DB55B6E0}"/>
              </a:ext>
            </a:extLst>
          </p:cNvPr>
          <p:cNvSpPr txBox="1"/>
          <p:nvPr/>
        </p:nvSpPr>
        <p:spPr>
          <a:xfrm>
            <a:off x="2337374" y="5829309"/>
            <a:ext cx="7517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/>
              <a:t>QACO(CWS, </a:t>
            </a:r>
            <a:r>
              <a:rPr lang="es-ES" sz="2800" dirty="0" err="1">
                <a:solidFill>
                  <a:srgbClr val="FF0000"/>
                </a:solidFill>
              </a:rPr>
              <a:t>Problem</a:t>
            </a:r>
            <a:r>
              <a:rPr lang="es-ES" sz="2800" dirty="0"/>
              <a:t>) = QACO(T, S, F, G, </a:t>
            </a:r>
            <a:r>
              <a:rPr lang="es-ES" sz="2800" dirty="0">
                <a:solidFill>
                  <a:srgbClr val="FF0000"/>
                </a:solidFill>
              </a:rPr>
              <a:t>D, O</a:t>
            </a:r>
            <a:r>
              <a:rPr lang="es-ES" sz="2800" dirty="0"/>
              <a:t>) -&gt; OB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CE8A8E7-E771-0A97-17BC-48260A32FB65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6/20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4CBFB3E-BA69-A374-4A00-0D29D5935FEB}"/>
              </a:ext>
            </a:extLst>
          </p:cNvPr>
          <p:cNvSpPr txBox="1"/>
          <p:nvPr/>
        </p:nvSpPr>
        <p:spPr>
          <a:xfrm>
            <a:off x="609600" y="5937030"/>
            <a:ext cx="9577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CWS</a:t>
            </a:r>
          </a:p>
          <a:p>
            <a:r>
              <a:rPr lang="es-ES" dirty="0" err="1">
                <a:solidFill>
                  <a:srgbClr val="FF0000"/>
                </a:solidFill>
              </a:rPr>
              <a:t>Problem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94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10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3CFD-70CA-CD94-EE17-6A20AE52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289E4-DF78-16E7-748A-230A7224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B80C4E-CD19-947F-D9E3-3245ECEFDC8F}"/>
              </a:ext>
            </a:extLst>
          </p:cNvPr>
          <p:cNvSpPr txBox="1"/>
          <p:nvPr/>
        </p:nvSpPr>
        <p:spPr>
          <a:xfrm>
            <a:off x="1018565" y="3280869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5361DF68-6BC5-BE40-7D65-BA2BE8D2C82A}"/>
              </a:ext>
            </a:extLst>
          </p:cNvPr>
          <p:cNvSpPr/>
          <p:nvPr/>
        </p:nvSpPr>
        <p:spPr>
          <a:xfrm>
            <a:off x="2412334" y="1764550"/>
            <a:ext cx="590794" cy="34283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CBDF79-D102-BC83-85BE-D650CB9FBC56}"/>
              </a:ext>
            </a:extLst>
          </p:cNvPr>
          <p:cNvSpPr txBox="1"/>
          <p:nvPr/>
        </p:nvSpPr>
        <p:spPr>
          <a:xfrm>
            <a:off x="2722760" y="1878069"/>
            <a:ext cx="1726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endParaRPr lang="es-ES" dirty="0"/>
          </a:p>
          <a:p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endParaRPr lang="es-ES" dirty="0"/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endParaRPr lang="es-ES" dirty="0"/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Demand</a:t>
            </a:r>
            <a:r>
              <a:rPr lang="es-ES" dirty="0">
                <a:solidFill>
                  <a:srgbClr val="FF0000"/>
                </a:solidFill>
              </a:rPr>
              <a:t> (D)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Optimization</a:t>
            </a:r>
            <a:r>
              <a:rPr lang="es-ES" dirty="0">
                <a:solidFill>
                  <a:srgbClr val="FF0000"/>
                </a:solidFill>
              </a:rPr>
              <a:t> (O)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E828083-5CB2-EEC5-6A26-B3B6CA040D53}"/>
              </a:ext>
            </a:extLst>
          </p:cNvPr>
          <p:cNvCxnSpPr>
            <a:cxnSpLocks/>
          </p:cNvCxnSpPr>
          <p:nvPr/>
        </p:nvCxnSpPr>
        <p:spPr>
          <a:xfrm flipV="1">
            <a:off x="7930113" y="3428999"/>
            <a:ext cx="8616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E806CC-5A56-C4B7-6FFF-67AD08ABF8DB}"/>
              </a:ext>
            </a:extLst>
          </p:cNvPr>
          <p:cNvSpPr txBox="1"/>
          <p:nvPr/>
        </p:nvSpPr>
        <p:spPr>
          <a:xfrm>
            <a:off x="8791787" y="3280869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BEF48E5-D16D-19D2-94CD-0175CAF8A597}"/>
              </a:ext>
            </a:extLst>
          </p:cNvPr>
          <p:cNvCxnSpPr>
            <a:cxnSpLocks/>
          </p:cNvCxnSpPr>
          <p:nvPr/>
        </p:nvCxnSpPr>
        <p:spPr>
          <a:xfrm>
            <a:off x="4107256" y="2212622"/>
            <a:ext cx="1726044" cy="1216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6677C57-94BA-E988-633F-8B54CA680008}"/>
              </a:ext>
            </a:extLst>
          </p:cNvPr>
          <p:cNvCxnSpPr>
            <a:cxnSpLocks/>
          </p:cNvCxnSpPr>
          <p:nvPr/>
        </p:nvCxnSpPr>
        <p:spPr>
          <a:xfrm>
            <a:off x="4107256" y="2731911"/>
            <a:ext cx="1726044" cy="69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FE7A1C0-570B-34B3-D26C-C09B72BB101E}"/>
              </a:ext>
            </a:extLst>
          </p:cNvPr>
          <p:cNvCxnSpPr>
            <a:cxnSpLocks/>
          </p:cNvCxnSpPr>
          <p:nvPr/>
        </p:nvCxnSpPr>
        <p:spPr>
          <a:xfrm>
            <a:off x="4107256" y="3207799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287661B-D351-3324-9531-55C4584CDCD6}"/>
              </a:ext>
            </a:extLst>
          </p:cNvPr>
          <p:cNvCxnSpPr>
            <a:cxnSpLocks/>
          </p:cNvCxnSpPr>
          <p:nvPr/>
        </p:nvCxnSpPr>
        <p:spPr>
          <a:xfrm flipV="1">
            <a:off x="4107256" y="3429000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01AB147-E9D6-B137-BF35-FDB6F825F271}"/>
              </a:ext>
            </a:extLst>
          </p:cNvPr>
          <p:cNvCxnSpPr>
            <a:cxnSpLocks/>
          </p:cNvCxnSpPr>
          <p:nvPr/>
        </p:nvCxnSpPr>
        <p:spPr>
          <a:xfrm flipV="1">
            <a:off x="4233333" y="3429000"/>
            <a:ext cx="1599967" cy="75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7EB6061-B32D-4390-E4E7-7B23F84CA472}"/>
              </a:ext>
            </a:extLst>
          </p:cNvPr>
          <p:cNvCxnSpPr>
            <a:cxnSpLocks/>
          </p:cNvCxnSpPr>
          <p:nvPr/>
        </p:nvCxnSpPr>
        <p:spPr>
          <a:xfrm flipV="1">
            <a:off x="4233333" y="3429000"/>
            <a:ext cx="1599967" cy="1323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2B6D7AD-BCEF-61CF-ADD5-9462BB9F7B47}"/>
              </a:ext>
            </a:extLst>
          </p:cNvPr>
          <p:cNvSpPr txBox="1"/>
          <p:nvPr/>
        </p:nvSpPr>
        <p:spPr>
          <a:xfrm>
            <a:off x="2337374" y="5829309"/>
            <a:ext cx="7517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/>
              <a:t>QACO(CWS, </a:t>
            </a:r>
            <a:r>
              <a:rPr lang="es-ES" sz="2800" dirty="0" err="1">
                <a:solidFill>
                  <a:srgbClr val="FF0000"/>
                </a:solidFill>
              </a:rPr>
              <a:t>Problem</a:t>
            </a:r>
            <a:r>
              <a:rPr lang="es-ES" sz="2800" dirty="0"/>
              <a:t>) = QACO(T, S, F, G, </a:t>
            </a:r>
            <a:r>
              <a:rPr lang="es-ES" sz="2800" dirty="0">
                <a:solidFill>
                  <a:srgbClr val="FF0000"/>
                </a:solidFill>
              </a:rPr>
              <a:t>D, O</a:t>
            </a:r>
            <a:r>
              <a:rPr lang="es-ES" sz="2800" dirty="0"/>
              <a:t>) -&gt; OB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5D45B91-F431-D51F-40C3-9A1D8D30BF55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6/20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C2E4A99-4B9F-D05E-3B44-8112E80B9E85}"/>
              </a:ext>
            </a:extLst>
          </p:cNvPr>
          <p:cNvSpPr txBox="1"/>
          <p:nvPr/>
        </p:nvSpPr>
        <p:spPr>
          <a:xfrm>
            <a:off x="609600" y="5937030"/>
            <a:ext cx="9577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CWS</a:t>
            </a:r>
          </a:p>
          <a:p>
            <a:r>
              <a:rPr lang="es-ES" dirty="0" err="1">
                <a:solidFill>
                  <a:srgbClr val="FF0000"/>
                </a:solidFill>
              </a:rPr>
              <a:t>Problem</a:t>
            </a:r>
            <a:endParaRPr lang="es-ES" dirty="0">
              <a:solidFill>
                <a:srgbClr val="FF0000"/>
              </a:solidFill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7EA5686-CA4F-ED13-BE61-D110772A22A2}"/>
              </a:ext>
            </a:extLst>
          </p:cNvPr>
          <p:cNvGrpSpPr/>
          <p:nvPr/>
        </p:nvGrpSpPr>
        <p:grpSpPr>
          <a:xfrm>
            <a:off x="5770664" y="2471787"/>
            <a:ext cx="2174231" cy="2013863"/>
            <a:chOff x="2077155" y="680155"/>
            <a:chExt cx="6431866" cy="5497689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A28A69-8180-B711-A529-01899500AF51}"/>
                </a:ext>
              </a:extLst>
            </p:cNvPr>
            <p:cNvSpPr/>
            <p:nvPr/>
          </p:nvSpPr>
          <p:spPr>
            <a:xfrm>
              <a:off x="2077155" y="680155"/>
              <a:ext cx="3160889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000" b="1" dirty="0"/>
                <a:t>SDK</a:t>
              </a:r>
              <a:endParaRPr lang="es-ES_tradnl" b="1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07CC5B2-E6B8-4EFC-8996-E4D84C2E6E7A}"/>
                </a:ext>
              </a:extLst>
            </p:cNvPr>
            <p:cNvSpPr/>
            <p:nvPr/>
          </p:nvSpPr>
          <p:spPr>
            <a:xfrm>
              <a:off x="5348133" y="680155"/>
              <a:ext cx="3160888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000" b="1" dirty="0"/>
                <a:t>SOLVER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84273299-84B9-6D6D-5E65-A80862C5EDDF}"/>
                </a:ext>
              </a:extLst>
            </p:cNvPr>
            <p:cNvSpPr/>
            <p:nvPr/>
          </p:nvSpPr>
          <p:spPr>
            <a:xfrm>
              <a:off x="4538132" y="2935111"/>
              <a:ext cx="810000" cy="81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1909D26E-DFFF-20FE-0F64-863BDEF8A023}"/>
                </a:ext>
              </a:extLst>
            </p:cNvPr>
            <p:cNvSpPr/>
            <p:nvPr/>
          </p:nvSpPr>
          <p:spPr>
            <a:xfrm>
              <a:off x="4583132" y="2980111"/>
              <a:ext cx="720000" cy="720000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86AF8AE6-A613-952B-140E-E9DC94DD786B}"/>
                </a:ext>
              </a:extLst>
            </p:cNvPr>
            <p:cNvSpPr/>
            <p:nvPr/>
          </p:nvSpPr>
          <p:spPr>
            <a:xfrm>
              <a:off x="5137788" y="3191866"/>
              <a:ext cx="310601" cy="296489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CDCF890B-1C55-57B4-C3AF-2D17C175E83D}"/>
              </a:ext>
            </a:extLst>
          </p:cNvPr>
          <p:cNvSpPr/>
          <p:nvPr/>
        </p:nvSpPr>
        <p:spPr>
          <a:xfrm>
            <a:off x="5833300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SOLVER</a:t>
            </a:r>
          </a:p>
        </p:txBody>
      </p:sp>
    </p:spTree>
    <p:extLst>
      <p:ext uri="{BB962C8B-B14F-4D97-AF65-F5344CB8AC3E}">
        <p14:creationId xmlns:p14="http://schemas.microsoft.com/office/powerpoint/2010/main" val="384392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095F-1C6D-E5EC-DA6E-FF26BED1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FDB26-FFA0-8F00-3264-1D46D3C9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A7E59B-B0BE-8819-8F9C-99F72428FD63}"/>
              </a:ext>
            </a:extLst>
          </p:cNvPr>
          <p:cNvSpPr txBox="1"/>
          <p:nvPr/>
        </p:nvSpPr>
        <p:spPr>
          <a:xfrm>
            <a:off x="1018565" y="3280869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00ED910D-BE77-894F-069E-21D6BE33CC25}"/>
              </a:ext>
            </a:extLst>
          </p:cNvPr>
          <p:cNvSpPr/>
          <p:nvPr/>
        </p:nvSpPr>
        <p:spPr>
          <a:xfrm>
            <a:off x="2412334" y="1764550"/>
            <a:ext cx="590794" cy="34283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64B679-E467-5E71-759C-2CE8A8DDB630}"/>
              </a:ext>
            </a:extLst>
          </p:cNvPr>
          <p:cNvSpPr txBox="1"/>
          <p:nvPr/>
        </p:nvSpPr>
        <p:spPr>
          <a:xfrm>
            <a:off x="2722760" y="1878069"/>
            <a:ext cx="1726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endParaRPr lang="es-ES" dirty="0"/>
          </a:p>
          <a:p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endParaRPr lang="es-ES" dirty="0"/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endParaRPr lang="es-ES" dirty="0"/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Demand</a:t>
            </a:r>
            <a:r>
              <a:rPr lang="es-ES" dirty="0">
                <a:solidFill>
                  <a:srgbClr val="FF0000"/>
                </a:solidFill>
              </a:rPr>
              <a:t> (D)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Optimization</a:t>
            </a:r>
            <a:r>
              <a:rPr lang="es-ES" dirty="0">
                <a:solidFill>
                  <a:srgbClr val="FF0000"/>
                </a:solidFill>
              </a:rPr>
              <a:t> (O)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3E94AEE-82E8-EE68-090F-F94374F9AD34}"/>
              </a:ext>
            </a:extLst>
          </p:cNvPr>
          <p:cNvCxnSpPr>
            <a:cxnSpLocks/>
          </p:cNvCxnSpPr>
          <p:nvPr/>
        </p:nvCxnSpPr>
        <p:spPr>
          <a:xfrm flipV="1">
            <a:off x="7930113" y="3428999"/>
            <a:ext cx="8616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79416B-5295-86F9-43AF-E1805104C27F}"/>
              </a:ext>
            </a:extLst>
          </p:cNvPr>
          <p:cNvSpPr txBox="1"/>
          <p:nvPr/>
        </p:nvSpPr>
        <p:spPr>
          <a:xfrm>
            <a:off x="8791787" y="3280869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93E9491-AFC5-6459-3BC8-E8889FD2BF95}"/>
              </a:ext>
            </a:extLst>
          </p:cNvPr>
          <p:cNvCxnSpPr>
            <a:cxnSpLocks/>
          </p:cNvCxnSpPr>
          <p:nvPr/>
        </p:nvCxnSpPr>
        <p:spPr>
          <a:xfrm>
            <a:off x="4107256" y="2212622"/>
            <a:ext cx="1726044" cy="1216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F1E6E65-C837-88EC-9978-1433556AEF9A}"/>
              </a:ext>
            </a:extLst>
          </p:cNvPr>
          <p:cNvCxnSpPr>
            <a:cxnSpLocks/>
          </p:cNvCxnSpPr>
          <p:nvPr/>
        </p:nvCxnSpPr>
        <p:spPr>
          <a:xfrm>
            <a:off x="4107256" y="2731911"/>
            <a:ext cx="1726044" cy="69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CA1BCFC-4305-8373-6EFA-9518429A2889}"/>
              </a:ext>
            </a:extLst>
          </p:cNvPr>
          <p:cNvCxnSpPr>
            <a:cxnSpLocks/>
          </p:cNvCxnSpPr>
          <p:nvPr/>
        </p:nvCxnSpPr>
        <p:spPr>
          <a:xfrm>
            <a:off x="4107256" y="3207799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0DEB8CB-B8A4-8AD9-4799-0EE120F0B44F}"/>
              </a:ext>
            </a:extLst>
          </p:cNvPr>
          <p:cNvCxnSpPr>
            <a:cxnSpLocks/>
          </p:cNvCxnSpPr>
          <p:nvPr/>
        </p:nvCxnSpPr>
        <p:spPr>
          <a:xfrm flipV="1">
            <a:off x="4107256" y="3429000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62BC48F-92DF-A1F2-EA5B-E61DC0391A0D}"/>
              </a:ext>
            </a:extLst>
          </p:cNvPr>
          <p:cNvCxnSpPr>
            <a:cxnSpLocks/>
          </p:cNvCxnSpPr>
          <p:nvPr/>
        </p:nvCxnSpPr>
        <p:spPr>
          <a:xfrm flipV="1">
            <a:off x="4233333" y="3429000"/>
            <a:ext cx="1599967" cy="75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B7B0A3F-F31E-0EAC-0266-BECD72A7577D}"/>
              </a:ext>
            </a:extLst>
          </p:cNvPr>
          <p:cNvCxnSpPr>
            <a:cxnSpLocks/>
          </p:cNvCxnSpPr>
          <p:nvPr/>
        </p:nvCxnSpPr>
        <p:spPr>
          <a:xfrm flipV="1">
            <a:off x="4233333" y="3429000"/>
            <a:ext cx="1599967" cy="1323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FDA54EF-10FF-B2CB-0823-36AE24174064}"/>
              </a:ext>
            </a:extLst>
          </p:cNvPr>
          <p:cNvSpPr txBox="1"/>
          <p:nvPr/>
        </p:nvSpPr>
        <p:spPr>
          <a:xfrm>
            <a:off x="2337374" y="5829309"/>
            <a:ext cx="7517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/>
              <a:t>QACO(CWS, </a:t>
            </a:r>
            <a:r>
              <a:rPr lang="es-ES" sz="2800" dirty="0" err="1">
                <a:solidFill>
                  <a:srgbClr val="FF0000"/>
                </a:solidFill>
              </a:rPr>
              <a:t>Problem</a:t>
            </a:r>
            <a:r>
              <a:rPr lang="es-ES" sz="2800" dirty="0"/>
              <a:t>) = QACO(T, S, F, G, </a:t>
            </a:r>
            <a:r>
              <a:rPr lang="es-ES" sz="2800" dirty="0">
                <a:solidFill>
                  <a:srgbClr val="FF0000"/>
                </a:solidFill>
              </a:rPr>
              <a:t>D, O</a:t>
            </a:r>
            <a:r>
              <a:rPr lang="es-ES" sz="2800" dirty="0"/>
              <a:t>) -&gt; OB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191D407-80EC-82E7-62E1-F3EC42E0D0E4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6/20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0C2588C-044D-013A-37CB-55132E5543F1}"/>
              </a:ext>
            </a:extLst>
          </p:cNvPr>
          <p:cNvSpPr txBox="1"/>
          <p:nvPr/>
        </p:nvSpPr>
        <p:spPr>
          <a:xfrm>
            <a:off x="609600" y="5937030"/>
            <a:ext cx="9577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CWS</a:t>
            </a:r>
          </a:p>
          <a:p>
            <a:r>
              <a:rPr lang="es-ES" dirty="0" err="1">
                <a:solidFill>
                  <a:srgbClr val="FF0000"/>
                </a:solidFill>
              </a:rPr>
              <a:t>Problem</a:t>
            </a:r>
            <a:endParaRPr lang="es-ES" dirty="0">
              <a:solidFill>
                <a:srgbClr val="FF0000"/>
              </a:solidFill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D8BF9DC-3D93-DC4E-2E7E-A6CA63DC64A6}"/>
              </a:ext>
            </a:extLst>
          </p:cNvPr>
          <p:cNvGrpSpPr/>
          <p:nvPr/>
        </p:nvGrpSpPr>
        <p:grpSpPr>
          <a:xfrm>
            <a:off x="5770664" y="2471787"/>
            <a:ext cx="2174231" cy="2013863"/>
            <a:chOff x="2077155" y="680155"/>
            <a:chExt cx="6431866" cy="5497689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A434B0E4-4B4E-91B0-9F6F-2DB0B24EA9E5}"/>
                </a:ext>
              </a:extLst>
            </p:cNvPr>
            <p:cNvSpPr/>
            <p:nvPr/>
          </p:nvSpPr>
          <p:spPr>
            <a:xfrm>
              <a:off x="2077155" y="680155"/>
              <a:ext cx="3160889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000" b="1" dirty="0"/>
                <a:t>SDK</a:t>
              </a:r>
              <a:endParaRPr lang="es-ES_tradnl" b="1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EDA3CF9-E9BE-C5E3-3AD5-8AB99DFF949B}"/>
                </a:ext>
              </a:extLst>
            </p:cNvPr>
            <p:cNvSpPr/>
            <p:nvPr/>
          </p:nvSpPr>
          <p:spPr>
            <a:xfrm>
              <a:off x="5348133" y="680155"/>
              <a:ext cx="3160888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000" b="1" dirty="0"/>
                <a:t>SOLVER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1BFE5095-374F-A2B8-BD05-E6CB7EF7AFCE}"/>
                </a:ext>
              </a:extLst>
            </p:cNvPr>
            <p:cNvSpPr/>
            <p:nvPr/>
          </p:nvSpPr>
          <p:spPr>
            <a:xfrm>
              <a:off x="4538132" y="2935111"/>
              <a:ext cx="810000" cy="81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A5B2454-A44A-4D94-159C-5938923DB023}"/>
                </a:ext>
              </a:extLst>
            </p:cNvPr>
            <p:cNvSpPr/>
            <p:nvPr/>
          </p:nvSpPr>
          <p:spPr>
            <a:xfrm>
              <a:off x="4583132" y="2980111"/>
              <a:ext cx="720000" cy="720000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219D6E20-5A4C-503C-144C-8867A7BC0510}"/>
                </a:ext>
              </a:extLst>
            </p:cNvPr>
            <p:cNvSpPr/>
            <p:nvPr/>
          </p:nvSpPr>
          <p:spPr>
            <a:xfrm>
              <a:off x="5137788" y="3191866"/>
              <a:ext cx="310601" cy="296489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A0FDDC05-3E9E-5623-7CB2-2650416DD3F4}"/>
              </a:ext>
            </a:extLst>
          </p:cNvPr>
          <p:cNvGrpSpPr/>
          <p:nvPr/>
        </p:nvGrpSpPr>
        <p:grpSpPr>
          <a:xfrm>
            <a:off x="5544536" y="2583069"/>
            <a:ext cx="452256" cy="1805866"/>
            <a:chOff x="5544536" y="2583069"/>
            <a:chExt cx="452256" cy="1805866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5A851F08-8667-1076-D381-4031818ADF11}"/>
                </a:ext>
              </a:extLst>
            </p:cNvPr>
            <p:cNvSpPr/>
            <p:nvPr/>
          </p:nvSpPr>
          <p:spPr>
            <a:xfrm>
              <a:off x="5544536" y="2583069"/>
              <a:ext cx="452256" cy="180586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13A5D6AD-76DD-B166-7F50-E61B6C9500BD}"/>
                </a:ext>
              </a:extLst>
            </p:cNvPr>
            <p:cNvSpPr txBox="1"/>
            <p:nvPr/>
          </p:nvSpPr>
          <p:spPr>
            <a:xfrm rot="16200000">
              <a:off x="5486222" y="3261866"/>
              <a:ext cx="5357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chemeClr val="bg1"/>
                  </a:solidFill>
                </a:rPr>
                <a:t>API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5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DBDEE9-0BC3-A113-F172-44642B9F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9621405-F349-0781-D920-4313B7F0F3EA}"/>
              </a:ext>
            </a:extLst>
          </p:cNvPr>
          <p:cNvCxnSpPr>
            <a:cxnSpLocks/>
          </p:cNvCxnSpPr>
          <p:nvPr/>
        </p:nvCxnSpPr>
        <p:spPr>
          <a:xfrm>
            <a:off x="2833511" y="3574980"/>
            <a:ext cx="7798978" cy="148362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F8FC03B-261A-8956-27D2-9486244B008A}"/>
              </a:ext>
            </a:extLst>
          </p:cNvPr>
          <p:cNvCxnSpPr>
            <a:cxnSpLocks/>
          </p:cNvCxnSpPr>
          <p:nvPr/>
        </p:nvCxnSpPr>
        <p:spPr>
          <a:xfrm>
            <a:off x="903111" y="3546052"/>
            <a:ext cx="3162697" cy="147037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114F420-30B1-671A-908F-1CEFEFB920E2}"/>
              </a:ext>
            </a:extLst>
          </p:cNvPr>
          <p:cNvCxnSpPr>
            <a:cxnSpLocks/>
          </p:cNvCxnSpPr>
          <p:nvPr/>
        </p:nvCxnSpPr>
        <p:spPr>
          <a:xfrm flipV="1">
            <a:off x="903111" y="1197254"/>
            <a:ext cx="3162697" cy="149146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C44B3D5-6723-4F31-705A-DC918CDF0F41}"/>
              </a:ext>
            </a:extLst>
          </p:cNvPr>
          <p:cNvCxnSpPr>
            <a:cxnSpLocks/>
          </p:cNvCxnSpPr>
          <p:nvPr/>
        </p:nvCxnSpPr>
        <p:spPr>
          <a:xfrm flipV="1">
            <a:off x="2833511" y="1240292"/>
            <a:ext cx="7798978" cy="14773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ángulo redondeado 49">
            <a:extLst>
              <a:ext uri="{FF2B5EF4-FFF2-40B4-BE49-F238E27FC236}">
                <a16:creationId xmlns:a16="http://schemas.microsoft.com/office/drawing/2014/main" id="{593CF69D-BC01-A81A-EE77-1107C0C98AE6}"/>
              </a:ext>
            </a:extLst>
          </p:cNvPr>
          <p:cNvSpPr/>
          <p:nvPr/>
        </p:nvSpPr>
        <p:spPr>
          <a:xfrm>
            <a:off x="828488" y="2668892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7D90791-1C1B-0173-D098-2E2837C168C0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925301" y="3136603"/>
            <a:ext cx="13996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2AE3C336-A96C-48B1-94CA-2713A50A90F2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-897556" y="1920225"/>
            <a:ext cx="1726044" cy="1216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01ADBB1F-54B6-9E4F-36C7-A35052479AEB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-897556" y="2439514"/>
            <a:ext cx="1726044" cy="69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B812C492-9818-E9C5-0A97-4A2B94547E4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-897556" y="2915402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75C660EC-2F84-235D-F645-566E7A548DE8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-897556" y="3136603"/>
            <a:ext cx="1726044" cy="22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DBAB1C6D-981D-0F0F-0312-78896DDC15D0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-771479" y="3136603"/>
            <a:ext cx="1599967" cy="75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722B22E2-3D3A-1FD0-7E97-A8F18F14AB34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-771479" y="3136603"/>
            <a:ext cx="1599967" cy="1323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E4C1FB3-BC5C-8271-D48F-025BEA259CB7}"/>
              </a:ext>
            </a:extLst>
          </p:cNvPr>
          <p:cNvSpPr txBox="1"/>
          <p:nvPr/>
        </p:nvSpPr>
        <p:spPr>
          <a:xfrm>
            <a:off x="4324905" y="2947184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r>
              <a:rPr lang="es-ES" dirty="0"/>
              <a:t> (OB)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891921-86A2-836E-0114-62E9D549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AA509FF-923E-D7C8-8D91-E6DE2E0A078A}"/>
              </a:ext>
            </a:extLst>
          </p:cNvPr>
          <p:cNvSpPr txBox="1"/>
          <p:nvPr/>
        </p:nvSpPr>
        <p:spPr>
          <a:xfrm>
            <a:off x="2337374" y="5829309"/>
            <a:ext cx="7517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/>
              <a:t>QACO(CWS, </a:t>
            </a:r>
            <a:r>
              <a:rPr lang="es-ES" sz="2800" dirty="0" err="1">
                <a:solidFill>
                  <a:srgbClr val="FF0000"/>
                </a:solidFill>
              </a:rPr>
              <a:t>Problem</a:t>
            </a:r>
            <a:r>
              <a:rPr lang="es-ES" sz="2800" dirty="0"/>
              <a:t>) = QACO(T, S, F, G, </a:t>
            </a:r>
            <a:r>
              <a:rPr lang="es-ES" sz="2800" dirty="0">
                <a:solidFill>
                  <a:srgbClr val="FF0000"/>
                </a:solidFill>
              </a:rPr>
              <a:t>D, O</a:t>
            </a:r>
            <a:r>
              <a:rPr lang="es-ES" sz="2800" dirty="0"/>
              <a:t>) -&gt; OB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39E6B680-9BD6-36AD-22B4-1C2558596E5E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8/18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571D578-6934-83F3-4C77-5B541477813C}"/>
              </a:ext>
            </a:extLst>
          </p:cNvPr>
          <p:cNvSpPr txBox="1"/>
          <p:nvPr/>
        </p:nvSpPr>
        <p:spPr>
          <a:xfrm>
            <a:off x="609600" y="5937030"/>
            <a:ext cx="9577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CWS</a:t>
            </a:r>
          </a:p>
          <a:p>
            <a:r>
              <a:rPr lang="es-ES" dirty="0" err="1">
                <a:solidFill>
                  <a:srgbClr val="FF0000"/>
                </a:solidFill>
              </a:rPr>
              <a:t>Problem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D676BA-4BBA-7B99-9D1E-A5B8D0DDE309}"/>
              </a:ext>
            </a:extLst>
          </p:cNvPr>
          <p:cNvSpPr/>
          <p:nvPr/>
        </p:nvSpPr>
        <p:spPr>
          <a:xfrm>
            <a:off x="4065808" y="1197254"/>
            <a:ext cx="6566681" cy="386221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7675D643-0B6A-55AF-B37D-2C75B52C6CCE}"/>
              </a:ext>
            </a:extLst>
          </p:cNvPr>
          <p:cNvGrpSpPr/>
          <p:nvPr/>
        </p:nvGrpSpPr>
        <p:grpSpPr>
          <a:xfrm>
            <a:off x="5691285" y="1506112"/>
            <a:ext cx="3667204" cy="3230080"/>
            <a:chOff x="2077155" y="680155"/>
            <a:chExt cx="6431866" cy="5497689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3A5BF66-9B10-9CCC-5035-B0ADEEC4F110}"/>
                </a:ext>
              </a:extLst>
            </p:cNvPr>
            <p:cNvSpPr/>
            <p:nvPr/>
          </p:nvSpPr>
          <p:spPr>
            <a:xfrm>
              <a:off x="2077155" y="680155"/>
              <a:ext cx="3160889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6E035222-B572-8089-D5BB-E7D893D7E706}"/>
                </a:ext>
              </a:extLst>
            </p:cNvPr>
            <p:cNvSpPr/>
            <p:nvPr/>
          </p:nvSpPr>
          <p:spPr>
            <a:xfrm>
              <a:off x="5348132" y="680155"/>
              <a:ext cx="3160889" cy="5497689"/>
            </a:xfrm>
            <a:prstGeom prst="rect">
              <a:avLst/>
            </a:prstGeom>
            <a:solidFill>
              <a:srgbClr val="8B1B3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000" b="1" dirty="0"/>
                <a:t>SOLVER</a:t>
              </a: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82ED1DB1-A2BE-4373-9848-146FF315AB4D}"/>
                </a:ext>
              </a:extLst>
            </p:cNvPr>
            <p:cNvSpPr/>
            <p:nvPr/>
          </p:nvSpPr>
          <p:spPr>
            <a:xfrm>
              <a:off x="4538132" y="2935111"/>
              <a:ext cx="810000" cy="81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D31C210-9578-D953-9669-E65B1FF6C16F}"/>
                </a:ext>
              </a:extLst>
            </p:cNvPr>
            <p:cNvSpPr/>
            <p:nvPr/>
          </p:nvSpPr>
          <p:spPr>
            <a:xfrm>
              <a:off x="4583132" y="2980111"/>
              <a:ext cx="720000" cy="720000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620384BF-622B-51E3-AFCE-703724F7F353}"/>
                </a:ext>
              </a:extLst>
            </p:cNvPr>
            <p:cNvSpPr/>
            <p:nvPr/>
          </p:nvSpPr>
          <p:spPr>
            <a:xfrm>
              <a:off x="5137788" y="3191866"/>
              <a:ext cx="310601" cy="296489"/>
            </a:xfrm>
            <a:prstGeom prst="ellipse">
              <a:avLst/>
            </a:prstGeom>
            <a:solidFill>
              <a:srgbClr val="8B1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F454772-6E8E-68C0-3C94-99FEF4AADC79}"/>
              </a:ext>
            </a:extLst>
          </p:cNvPr>
          <p:cNvSpPr txBox="1"/>
          <p:nvPr/>
        </p:nvSpPr>
        <p:spPr>
          <a:xfrm>
            <a:off x="-3976084" y="2962851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37" name="Abrir llave 36">
            <a:extLst>
              <a:ext uri="{FF2B5EF4-FFF2-40B4-BE49-F238E27FC236}">
                <a16:creationId xmlns:a16="http://schemas.microsoft.com/office/drawing/2014/main" id="{4D0F0CE6-9CBE-6D5B-87D7-F825FD6FB7B4}"/>
              </a:ext>
            </a:extLst>
          </p:cNvPr>
          <p:cNvSpPr/>
          <p:nvPr/>
        </p:nvSpPr>
        <p:spPr>
          <a:xfrm>
            <a:off x="-2582315" y="1446532"/>
            <a:ext cx="590794" cy="34283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6AE63C-3B44-BFE8-2AB0-CCEBB2840677}"/>
              </a:ext>
            </a:extLst>
          </p:cNvPr>
          <p:cNvSpPr txBox="1"/>
          <p:nvPr/>
        </p:nvSpPr>
        <p:spPr>
          <a:xfrm>
            <a:off x="-2271889" y="1560051"/>
            <a:ext cx="1726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Tasks</a:t>
            </a:r>
            <a:r>
              <a:rPr lang="es-ES" dirty="0"/>
              <a:t> (T)</a:t>
            </a:r>
          </a:p>
          <a:p>
            <a:endParaRPr lang="es-ES" dirty="0"/>
          </a:p>
          <a:p>
            <a:r>
              <a:rPr lang="es-ES" dirty="0" err="1"/>
              <a:t>Services</a:t>
            </a:r>
            <a:r>
              <a:rPr lang="es-ES" dirty="0"/>
              <a:t> (S)</a:t>
            </a:r>
          </a:p>
          <a:p>
            <a:endParaRPr lang="es-ES" dirty="0"/>
          </a:p>
          <a:p>
            <a:r>
              <a:rPr lang="es-ES" dirty="0" err="1"/>
              <a:t>Features</a:t>
            </a:r>
            <a:r>
              <a:rPr lang="es-ES" dirty="0"/>
              <a:t> (F)</a:t>
            </a:r>
          </a:p>
          <a:p>
            <a:endParaRPr lang="es-ES" dirty="0"/>
          </a:p>
          <a:p>
            <a:r>
              <a:rPr lang="es-ES" dirty="0" err="1"/>
              <a:t>Graph</a:t>
            </a:r>
            <a:r>
              <a:rPr lang="es-ES" dirty="0"/>
              <a:t> (G)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Demand</a:t>
            </a:r>
            <a:r>
              <a:rPr lang="es-ES" dirty="0">
                <a:solidFill>
                  <a:srgbClr val="FF0000"/>
                </a:solidFill>
              </a:rPr>
              <a:t> (D)</a:t>
            </a:r>
          </a:p>
          <a:p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Optimization</a:t>
            </a:r>
            <a:r>
              <a:rPr lang="es-ES" dirty="0">
                <a:solidFill>
                  <a:srgbClr val="FF0000"/>
                </a:solidFill>
              </a:rPr>
              <a:t> (O)</a:t>
            </a:r>
          </a:p>
        </p:txBody>
      </p:sp>
    </p:spTree>
    <p:extLst>
      <p:ext uri="{BB962C8B-B14F-4D97-AF65-F5344CB8AC3E}">
        <p14:creationId xmlns:p14="http://schemas.microsoft.com/office/powerpoint/2010/main" val="3454439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9997C5-A4F1-FE21-0DF8-E8F98DB6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2F40C-1D35-3017-E71C-43B63DF2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CFBF6075-51D9-3939-6752-32A8631526AD}"/>
              </a:ext>
            </a:extLst>
          </p:cNvPr>
          <p:cNvSpPr/>
          <p:nvPr/>
        </p:nvSpPr>
        <p:spPr>
          <a:xfrm>
            <a:off x="5047593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48642E-93BA-8016-9278-6469E6822375}"/>
              </a:ext>
            </a:extLst>
          </p:cNvPr>
          <p:cNvSpPr txBox="1"/>
          <p:nvPr/>
        </p:nvSpPr>
        <p:spPr>
          <a:xfrm>
            <a:off x="1095704" y="3244333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969BC63D-F337-3622-3B4D-F73BE88EE283}"/>
              </a:ext>
            </a:extLst>
          </p:cNvPr>
          <p:cNvSpPr/>
          <p:nvPr/>
        </p:nvSpPr>
        <p:spPr>
          <a:xfrm>
            <a:off x="2407282" y="1508234"/>
            <a:ext cx="590794" cy="39203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E7E59A-1985-F76C-6E08-8A82770712C2}"/>
              </a:ext>
            </a:extLst>
          </p:cNvPr>
          <p:cNvSpPr txBox="1"/>
          <p:nvPr/>
        </p:nvSpPr>
        <p:spPr>
          <a:xfrm>
            <a:off x="2887716" y="1621753"/>
            <a:ext cx="3573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</a:t>
            </a:r>
          </a:p>
          <a:p>
            <a:endParaRPr lang="es-ES" dirty="0"/>
          </a:p>
          <a:p>
            <a:r>
              <a:rPr lang="es-ES" dirty="0"/>
              <a:t>S</a:t>
            </a:r>
          </a:p>
          <a:p>
            <a:endParaRPr lang="es-ES" dirty="0"/>
          </a:p>
          <a:p>
            <a:r>
              <a:rPr lang="es-ES" dirty="0"/>
              <a:t>F</a:t>
            </a:r>
          </a:p>
          <a:p>
            <a:endParaRPr lang="es-ES" dirty="0"/>
          </a:p>
          <a:p>
            <a:r>
              <a:rPr lang="es-ES" dirty="0"/>
              <a:t>G</a:t>
            </a:r>
          </a:p>
          <a:p>
            <a:endParaRPr lang="es-ES" dirty="0"/>
          </a:p>
          <a:p>
            <a:r>
              <a:rPr lang="es-ES" dirty="0"/>
              <a:t>D</a:t>
            </a:r>
          </a:p>
          <a:p>
            <a:endParaRPr lang="es-ES" dirty="0"/>
          </a:p>
          <a:p>
            <a:r>
              <a:rPr lang="es-ES" dirty="0"/>
              <a:t>O</a:t>
            </a:r>
          </a:p>
          <a:p>
            <a:endParaRPr lang="es-ES" dirty="0"/>
          </a:p>
          <a:p>
            <a:r>
              <a:rPr lang="es-ES" dirty="0"/>
              <a:t>C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B8015A3-1BBC-3ADF-B79A-BF437FA7FBAD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7144406" y="2836479"/>
            <a:ext cx="1981201" cy="592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B659B2-C3AD-9594-806B-8DF284D42FF0}"/>
              </a:ext>
            </a:extLst>
          </p:cNvPr>
          <p:cNvSpPr txBox="1"/>
          <p:nvPr/>
        </p:nvSpPr>
        <p:spPr>
          <a:xfrm>
            <a:off x="9125607" y="2651813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bindings</a:t>
            </a:r>
            <a:endParaRPr lang="es-ES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60305BA-6383-7619-C592-4B458EF69321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 flipV="1">
            <a:off x="7144406" y="3283746"/>
            <a:ext cx="2001313" cy="145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03E4019-A23F-4583-450C-BB6ABEFE7AD5}"/>
              </a:ext>
            </a:extLst>
          </p:cNvPr>
          <p:cNvSpPr txBox="1"/>
          <p:nvPr/>
        </p:nvSpPr>
        <p:spPr>
          <a:xfrm>
            <a:off x="9145719" y="309908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Aggregated</a:t>
            </a:r>
            <a:r>
              <a:rPr lang="es-ES" dirty="0"/>
              <a:t> score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FDF0246-ABE8-6240-B378-ACB47042824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176752" y="1877519"/>
            <a:ext cx="1870841" cy="155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314D225-9AFE-8F2D-D6EB-D584A58BF03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176752" y="2420851"/>
            <a:ext cx="1870841" cy="100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6D291E4-1200-F552-D94D-BE6056BFFA8B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108436" y="2924925"/>
            <a:ext cx="1939157" cy="504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E8A3E26-355E-ACF4-05E2-3FC1BF32FD17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3245068" y="3429000"/>
            <a:ext cx="1802525" cy="39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3EB0286-BF0B-3822-681A-3152F53B761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176752" y="3429000"/>
            <a:ext cx="1870841" cy="54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93F92B2C-8856-2297-5937-9131548F586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37186" y="3429000"/>
            <a:ext cx="1810407" cy="1044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51930C66-96F6-4480-EAAD-BA4EE880347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37186" y="3429000"/>
            <a:ext cx="1810407" cy="1627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B272C76-89BC-9149-F9DE-C95C41B998E3}"/>
              </a:ext>
            </a:extLst>
          </p:cNvPr>
          <p:cNvSpPr txBox="1"/>
          <p:nvPr/>
        </p:nvSpPr>
        <p:spPr>
          <a:xfrm>
            <a:off x="4446036" y="4312287"/>
            <a:ext cx="3699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QACO (T, S, F, G, D, O, C) -&gt; AS, OB, BS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DA3B93-4BFE-AAE7-EBF3-FEB647C03C10}"/>
              </a:ext>
            </a:extLst>
          </p:cNvPr>
          <p:cNvSpPr txBox="1"/>
          <p:nvPr/>
        </p:nvSpPr>
        <p:spPr>
          <a:xfrm>
            <a:off x="9145719" y="355854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r>
              <a:rPr lang="es-ES" dirty="0"/>
              <a:t> </a:t>
            </a:r>
            <a:r>
              <a:rPr lang="es-ES" dirty="0" err="1"/>
              <a:t>space</a:t>
            </a:r>
            <a:endParaRPr lang="es-ES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97042C2-88C3-24B4-14F5-94C6C8B15B88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7144406" y="3429000"/>
            <a:ext cx="2001313" cy="314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3E3F0B4-562F-72F1-AA39-9D5896EAA90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8/18</a:t>
            </a:r>
          </a:p>
        </p:txBody>
      </p:sp>
    </p:spTree>
    <p:extLst>
      <p:ext uri="{BB962C8B-B14F-4D97-AF65-F5344CB8AC3E}">
        <p14:creationId xmlns:p14="http://schemas.microsoft.com/office/powerpoint/2010/main" val="1953125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D678C-8E09-D9E6-FE3E-F2CB8A78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Servitization</a:t>
            </a:r>
            <a:endParaRPr lang="es-ES" dirty="0"/>
          </a:p>
        </p:txBody>
      </p:sp>
      <p:pic>
        <p:nvPicPr>
          <p:cNvPr id="14" name="Imagen 1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0E80B5E-8AAD-E04A-2E68-D63DC48D9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17" y="2183550"/>
            <a:ext cx="9401365" cy="4399812"/>
          </a:xfrm>
          <a:prstGeom prst="rect">
            <a:avLst/>
          </a:prstGeom>
        </p:spPr>
      </p:pic>
      <p:pic>
        <p:nvPicPr>
          <p:cNvPr id="1026" name="Picture 2" descr="What's New for OpenAPI with .NET 9 | The blog of a software developer and  tester.">
            <a:extLst>
              <a:ext uri="{FF2B5EF4-FFF2-40B4-BE49-F238E27FC236}">
                <a16:creationId xmlns:a16="http://schemas.microsoft.com/office/drawing/2014/main" id="{B8113637-26EC-C719-F16F-302463CE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751" y="1209087"/>
            <a:ext cx="3552498" cy="107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F3B5910-8128-38A1-BBC5-C3ACBED8C114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564122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E038F-6F14-04E9-1E82-91FBCF3D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Limitations</a:t>
            </a:r>
            <a:r>
              <a:rPr lang="es-ES" dirty="0"/>
              <a:t>: </a:t>
            </a:r>
            <a:r>
              <a:rPr lang="es-ES" dirty="0" err="1"/>
              <a:t>Pricing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C90B0E-5BFB-8615-682D-07C54E48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40015A-8D96-C660-42E4-06F66EDD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86FFF8-FA9E-F012-D6B0-508AE8B57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329DF0-1FCB-1BFF-DC20-68D246725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5F349D-1325-BE76-5E5D-3BEC7EF39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5061A97-E89B-5F75-86F3-FA4F7A16F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4A6FA7-CC6D-0349-166C-86A6BB810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8B583CA-41C4-D351-4690-C8AC2DB8A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295DFA5-5A82-E5B0-5A5E-B6BD77CE4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606CFF5-E293-856B-6CB2-6C885BB37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B5B1566-B71C-49A2-E6A6-C6ED79416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0F4473A-2188-BAF8-FAB8-0935B788DD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A9CA17C-11BA-8004-E957-4C391DDAE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5069336-93A1-57DC-81A7-15921162E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D313A7D-CCE4-3CAF-8D79-9C91EBA48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121EA40-9B08-1695-DDDF-4E44F22A32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0B766F5-FC4D-F726-A94B-CC44A36BA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6754883-DBA3-B189-4CDF-2E6980C1C8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ECC9E7A-1233-E319-3F66-7E4D4A6241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4BD606C-E073-9EAB-6263-4CE033CA01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B19DA9A9-16FE-3305-91C1-8D7AFC70A4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28EC51A-E4FD-AAD4-9A70-6413FFEA03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AA23E23-D3F7-145B-7A3B-890472B124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6BC2A6D2-00AE-8A1D-9F44-15F9453567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407BA7A6-3030-47B8-897D-DF25480D0D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E17F03C6-C50D-C181-6C48-2B603D054ED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D032C871-9D72-926E-EA60-C23C90498D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0CE72E-9E72-7DDD-F674-A52677773C26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551541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87E9-6FE7-9E1F-CF7D-C087DBA0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1C0AC-1404-AB8E-2A87-5C16E35C8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QACO </a:t>
            </a:r>
            <a:r>
              <a:rPr lang="es-ES" dirty="0" err="1"/>
              <a:t>Limitations</a:t>
            </a:r>
            <a:r>
              <a:rPr lang="es-ES" dirty="0"/>
              <a:t>: Mono-</a:t>
            </a:r>
            <a:r>
              <a:rPr lang="es-ES" dirty="0" err="1"/>
              <a:t>configuration</a:t>
            </a:r>
            <a:r>
              <a:rPr lang="es-ES" dirty="0"/>
              <a:t> vs multi-</a:t>
            </a:r>
            <a:r>
              <a:rPr lang="es-ES" dirty="0" err="1"/>
              <a:t>configuration</a:t>
            </a:r>
            <a:endParaRPr lang="es-ES" dirty="0"/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72A2FE5-8F91-4A9D-92FC-D8457893F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498" y="1510231"/>
            <a:ext cx="6520902" cy="452596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2050" name="Picture 2" descr="MailerSend Status">
            <a:extLst>
              <a:ext uri="{FF2B5EF4-FFF2-40B4-BE49-F238E27FC236}">
                <a16:creationId xmlns:a16="http://schemas.microsoft.com/office/drawing/2014/main" id="{619C808B-6115-E2B7-CC34-820E403DB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7862"/>
            <a:ext cx="4119430" cy="71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CCCBA82-C047-BF72-7658-F91B78E9C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675338"/>
            <a:ext cx="7772400" cy="318325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8670A71-8F01-8C5B-B42C-4BF2533FE445}"/>
              </a:ext>
            </a:extLst>
          </p:cNvPr>
          <p:cNvSpPr txBox="1"/>
          <p:nvPr/>
        </p:nvSpPr>
        <p:spPr>
          <a:xfrm>
            <a:off x="4403835" y="6214030"/>
            <a:ext cx="315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https://</a:t>
            </a:r>
            <a:r>
              <a:rPr lang="es-ES" dirty="0" err="1"/>
              <a:t>www.mailersend.com</a:t>
            </a:r>
            <a:r>
              <a:rPr lang="es-ES" dirty="0"/>
              <a:t>/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96B6F7-3173-2F81-4F8D-6ADDD1319C7F}"/>
              </a:ext>
            </a:extLst>
          </p:cNvPr>
          <p:cNvSpPr txBox="1"/>
          <p:nvPr/>
        </p:nvSpPr>
        <p:spPr>
          <a:xfrm>
            <a:off x="459647" y="5083753"/>
            <a:ext cx="368722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 dirty="0" err="1"/>
              <a:t>Configuration</a:t>
            </a:r>
            <a:r>
              <a:rPr lang="es-ES" sz="2800" b="1" dirty="0"/>
              <a:t> </a:t>
            </a:r>
            <a:r>
              <a:rPr lang="es-ES" sz="2800" b="1" dirty="0" err="1"/>
              <a:t>Space</a:t>
            </a:r>
            <a:endParaRPr lang="es-ES" sz="2800" b="1" dirty="0"/>
          </a:p>
          <a:p>
            <a:pPr algn="ctr"/>
            <a:r>
              <a:rPr lang="es-ES" sz="4000" b="1" dirty="0"/>
              <a:t>73 </a:t>
            </a:r>
            <a:r>
              <a:rPr lang="es-ES" sz="4000" b="1" dirty="0" err="1"/>
              <a:t>configurations</a:t>
            </a:r>
            <a:endParaRPr lang="es-ES" sz="4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AFD70E-7D0C-EF5A-F48D-8139DDE36E84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3700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4D84-35E9-2B3F-DB3A-A4E13BAD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7A163-2464-E29A-ECD1-E761BB667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r>
              <a:rPr lang="es-ES" dirty="0"/>
              <a:t>: Extra-</a:t>
            </a:r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vs </a:t>
            </a:r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feautres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0F5316-AF17-808B-3A40-2D6FAAD6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83" y="3546941"/>
            <a:ext cx="2577743" cy="519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 err="1">
                <a:solidFill>
                  <a:schemeClr val="tx1"/>
                </a:solidFill>
              </a:rPr>
              <a:t>QoS</a:t>
            </a:r>
            <a:r>
              <a:rPr lang="es-ES" b="1" dirty="0">
                <a:solidFill>
                  <a:schemeClr val="tx1"/>
                </a:solidFill>
              </a:rPr>
              <a:t> ⊂ </a:t>
            </a:r>
            <a:r>
              <a:rPr lang="es-ES" b="1" dirty="0" err="1">
                <a:solidFill>
                  <a:schemeClr val="tx1"/>
                </a:solidFill>
              </a:rPr>
              <a:t>Pricing</a:t>
            </a:r>
            <a:endParaRPr lang="es-ES" b="1" dirty="0">
              <a:solidFill>
                <a:schemeClr val="tx1"/>
              </a:solidFill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25888F9-7590-F2FB-B281-140E807C1493}"/>
              </a:ext>
            </a:extLst>
          </p:cNvPr>
          <p:cNvGrpSpPr/>
          <p:nvPr/>
        </p:nvGrpSpPr>
        <p:grpSpPr>
          <a:xfrm>
            <a:off x="1050939" y="2029754"/>
            <a:ext cx="5299249" cy="3031343"/>
            <a:chOff x="1685348" y="1114291"/>
            <a:chExt cx="8460497" cy="4435699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E537C66-8835-FD9E-08E1-DD4F5DE70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5348" y="1604579"/>
              <a:ext cx="5609138" cy="3945411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8309585-B769-7CAC-BF6F-2E748F443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22332" y="3040665"/>
              <a:ext cx="409161" cy="409161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8ACE2C5-A59F-56AA-524E-42A0EE81D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4296" y="2524362"/>
              <a:ext cx="405780" cy="40578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84E7650-CD40-5BC5-F598-BFA1D4FE4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1275" y="3030031"/>
              <a:ext cx="362861" cy="362861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A2BA706-4106-65F1-5520-CA55D953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5582" y="3636234"/>
              <a:ext cx="362861" cy="362861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252B097-5B9A-3FAA-8FC9-300D5EDC8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735" y="3038018"/>
              <a:ext cx="409161" cy="40916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EE35D9B-E112-3DFA-8D2E-9F5A364AF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8116" y="2471730"/>
              <a:ext cx="405780" cy="40578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65350F5-0AFC-3C82-F417-6CD4A355C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2066" y="3067296"/>
              <a:ext cx="362861" cy="362861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B34909B-CF02-BF94-FE40-B36C6AC88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5578" y="4288464"/>
              <a:ext cx="362861" cy="362861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9B9AE62C-ED35-9996-0BAF-17C02D677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41693" y="4274597"/>
              <a:ext cx="316061" cy="316061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586A0AEC-8577-BA95-D16F-0952169CF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14563" y="3633004"/>
              <a:ext cx="362861" cy="362861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B54F2914-3DFF-FC7C-A210-86FC33356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85578" y="3651227"/>
              <a:ext cx="362861" cy="362861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E1238743-E913-E931-B57F-E3836366A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5664" y="3030031"/>
              <a:ext cx="409161" cy="409161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4FC9AEA0-1CC9-4D5C-F4D4-514E89AAC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9045" y="2434390"/>
              <a:ext cx="405780" cy="405780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341067D-A11B-7F56-61AD-19016D0A0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88552" y="3081879"/>
              <a:ext cx="362861" cy="362861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0900CE8-0B8A-2E63-C14D-EA749FEE1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69668" y="2484488"/>
              <a:ext cx="394432" cy="40104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BFD873AA-830A-5725-EEF4-CD65B37CF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13409" y="3623832"/>
              <a:ext cx="371518" cy="378962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8BB92CA-C6DF-8218-9B3E-70BA49D2B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5344" y="2452887"/>
              <a:ext cx="404548" cy="438046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8A070365-AD6F-19BC-F670-C2F7D246C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61007" y="2434390"/>
              <a:ext cx="419289" cy="435454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3D904345-62A6-4BFF-1D74-E3CC04760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20381" y="2452887"/>
              <a:ext cx="199386" cy="202729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CB97D671-F79C-E942-8E5D-1204B17FB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148609" y="2434390"/>
              <a:ext cx="184792" cy="207716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C2185E91-092F-6118-1540-FCC2AD428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165702" y="3506445"/>
              <a:ext cx="184792" cy="207716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9D40159-25F1-02FB-ABB6-9922FE23A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18956" y="2434390"/>
              <a:ext cx="180004" cy="20771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306D32B0-A467-8C43-6E54-A45060A0C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624010" y="1114291"/>
              <a:ext cx="2521835" cy="1932688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D9A572B7-3881-EA04-0925-B7E532636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618644" y="3715345"/>
              <a:ext cx="2524409" cy="1123670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41D1E950-6461-D390-D4DC-9CCFA0D23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21765" y="4414071"/>
              <a:ext cx="1661150" cy="256351"/>
            </a:xfrm>
            <a:prstGeom prst="rect">
              <a:avLst/>
            </a:prstGeom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CD9377C7-93E5-0B44-4781-A162187AE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716807" y="3896116"/>
              <a:ext cx="401866" cy="378481"/>
            </a:xfrm>
            <a:prstGeom prst="rect">
              <a:avLst/>
            </a:prstGeom>
          </p:spPr>
        </p:pic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CE9B58C-E227-8A5F-0533-70164D83B9D0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10/20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997AD85-C80F-CE88-6A3A-ABD167FD2E8A}"/>
              </a:ext>
            </a:extLst>
          </p:cNvPr>
          <p:cNvSpPr txBox="1"/>
          <p:nvPr/>
        </p:nvSpPr>
        <p:spPr>
          <a:xfrm>
            <a:off x="6055326" y="2690150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b="1" dirty="0" err="1">
                <a:solidFill>
                  <a:schemeClr val="tx1"/>
                </a:solidFill>
              </a:rPr>
              <a:t>QoS</a:t>
            </a:r>
            <a:r>
              <a:rPr lang="es-ES" b="1" dirty="0">
                <a:solidFill>
                  <a:schemeClr val="tx1"/>
                </a:solidFill>
              </a:rPr>
              <a:t> = Extra-</a:t>
            </a:r>
            <a:r>
              <a:rPr lang="es-ES" b="1" dirty="0" err="1">
                <a:solidFill>
                  <a:schemeClr val="tx1"/>
                </a:solidFill>
              </a:rPr>
              <a:t>functional</a:t>
            </a:r>
            <a:r>
              <a:rPr lang="es-ES" b="1" dirty="0">
                <a:solidFill>
                  <a:schemeClr val="tx1"/>
                </a:solidFill>
              </a:rPr>
              <a:t> </a:t>
            </a:r>
            <a:r>
              <a:rPr lang="es-ES" b="1" dirty="0" err="1">
                <a:solidFill>
                  <a:schemeClr val="tx1"/>
                </a:solidFill>
              </a:rPr>
              <a:t>features</a:t>
            </a:r>
            <a:endParaRPr lang="es-E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ES" b="1" dirty="0" err="1"/>
              <a:t>Pricing</a:t>
            </a:r>
            <a:r>
              <a:rPr lang="es-ES" b="1" dirty="0"/>
              <a:t> = </a:t>
            </a:r>
            <a:r>
              <a:rPr lang="es-ES" b="1" dirty="0" err="1"/>
              <a:t>Functional</a:t>
            </a:r>
            <a:r>
              <a:rPr lang="es-ES" b="1" dirty="0"/>
              <a:t> </a:t>
            </a:r>
            <a:r>
              <a:rPr lang="es-ES" b="1" dirty="0" err="1"/>
              <a:t>features</a:t>
            </a:r>
            <a:r>
              <a:rPr lang="es-ES" b="1" dirty="0"/>
              <a:t> + Extra-</a:t>
            </a:r>
            <a:r>
              <a:rPr lang="es-ES" b="1" dirty="0" err="1"/>
              <a:t>functional</a:t>
            </a:r>
            <a:r>
              <a:rPr lang="es-ES" b="1" dirty="0"/>
              <a:t> </a:t>
            </a:r>
            <a:r>
              <a:rPr lang="es-ES" b="1" dirty="0" err="1"/>
              <a:t>features</a:t>
            </a:r>
            <a:endParaRPr lang="es-E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03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B5E728-3978-D699-1374-7B8D187E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DBB65-1E9F-37D6-621D-ED834068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D3C4A3-C2C7-E9B3-4C62-E6A4D4E5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904" y="5960208"/>
            <a:ext cx="2401080" cy="6411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 err="1">
                <a:solidFill>
                  <a:schemeClr val="tx1"/>
                </a:solidFill>
              </a:rPr>
              <a:t>QoS</a:t>
            </a:r>
            <a:r>
              <a:rPr lang="es-ES" b="1" dirty="0">
                <a:solidFill>
                  <a:schemeClr val="tx1"/>
                </a:solidFill>
              </a:rPr>
              <a:t> ⊂ </a:t>
            </a:r>
            <a:r>
              <a:rPr lang="es-ES" b="1" dirty="0" err="1">
                <a:solidFill>
                  <a:schemeClr val="tx1"/>
                </a:solidFill>
              </a:rPr>
              <a:t>Pricing</a:t>
            </a:r>
            <a:endParaRPr lang="es-ES" b="1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24182A-612D-7E3C-A15E-0EC59B352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8F0BAA-5CD1-F263-321A-D10DAA7A4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60B318-96C1-3754-5E2F-35EDFB383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C2635D-DE34-209E-5CDE-7BA3315D3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7714122-CB4D-34CE-BB03-61F0F9CE1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1AA1F6-3171-9386-E26B-177F198E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4142ED8-1BCC-76F6-AA66-07FF6EE8F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81DBB6C-A0A0-0C44-9D62-E1DB783B1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9F2FE0B-48B6-E290-B282-40B832FD67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EFDE735-7395-4B06-C995-2305FA0ED0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2F5E64C-86C1-C28F-5AEE-7E59CE9B8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92285BA-1AAB-229A-81B8-4C4D882D02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43CCBE2-0D2E-0237-B54C-E596C3701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701B23C-DDBF-CF2C-3A7B-48354E350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0E3DD49-5544-E950-CC0E-408CBAE59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ADA2C3D-5DAE-07BC-DF40-F6A8ABE750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CF9E620-7764-0188-2681-477A0DB1E3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691C5C3-9A21-2E64-A255-382FBEEE58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E70519-C90B-CD5F-1266-B5824C67D8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1D9682-B8F3-3897-408D-ACBF962BDA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CEE6FAD-F07F-1C23-D85D-CD170AA2C7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8752D5A-162A-897E-73FB-9A796CBDC6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BBF4F6A7-9160-66FA-D832-3100462B9D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2153F1EC-D780-836C-F342-B87821A78C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B6D1B65-BBDD-1954-230C-685A3B7D67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0AD39389-4F11-6567-75D1-D97495C27C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775BC63C-FB67-7353-BC6C-E795A7F3191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452609FD-D259-DA21-30D2-1FF02A7FDB66}"/>
              </a:ext>
            </a:extLst>
          </p:cNvPr>
          <p:cNvSpPr/>
          <p:nvPr/>
        </p:nvSpPr>
        <p:spPr>
          <a:xfrm>
            <a:off x="2809880" y="3020271"/>
            <a:ext cx="425193" cy="43594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9C91A28-EB30-5178-7A4D-F90680E75B98}"/>
              </a:ext>
            </a:extLst>
          </p:cNvPr>
          <p:cNvSpPr/>
          <p:nvPr/>
        </p:nvSpPr>
        <p:spPr>
          <a:xfrm>
            <a:off x="4744735" y="3012846"/>
            <a:ext cx="425193" cy="43594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891C091-1021-AABD-D71F-9F57110AEB7C}"/>
              </a:ext>
            </a:extLst>
          </p:cNvPr>
          <p:cNvSpPr/>
          <p:nvPr/>
        </p:nvSpPr>
        <p:spPr>
          <a:xfrm>
            <a:off x="6596881" y="2999201"/>
            <a:ext cx="425193" cy="43594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C7CA812-7208-7944-E582-78E55ADD6C59}"/>
              </a:ext>
            </a:extLst>
          </p:cNvPr>
          <p:cNvSpPr/>
          <p:nvPr/>
        </p:nvSpPr>
        <p:spPr>
          <a:xfrm>
            <a:off x="2207170" y="1873401"/>
            <a:ext cx="825397" cy="434991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901FDCB-669D-2778-309F-66F6CD3DB4AA}"/>
              </a:ext>
            </a:extLst>
          </p:cNvPr>
          <p:cNvSpPr/>
          <p:nvPr/>
        </p:nvSpPr>
        <p:spPr>
          <a:xfrm>
            <a:off x="4072330" y="1889224"/>
            <a:ext cx="825397" cy="42602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316CCCC-4A55-F08A-6115-6C9DB46782CA}"/>
              </a:ext>
            </a:extLst>
          </p:cNvPr>
          <p:cNvSpPr/>
          <p:nvPr/>
        </p:nvSpPr>
        <p:spPr>
          <a:xfrm>
            <a:off x="5937490" y="1899347"/>
            <a:ext cx="825397" cy="40578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3159D9D-0AFE-1B27-96EA-0EA7408AD49F}"/>
              </a:ext>
            </a:extLst>
          </p:cNvPr>
          <p:cNvSpPr/>
          <p:nvPr/>
        </p:nvSpPr>
        <p:spPr>
          <a:xfrm>
            <a:off x="7952959" y="4300745"/>
            <a:ext cx="1998761" cy="53827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E22535E-0729-36CD-C260-05956CE9E9D7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23309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B6B2-6F3B-F788-D9A1-06B6F954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3A8E6-6E86-C3BD-030C-E4F32FAB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7C2E8C-7532-3705-7323-CA81B9F5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dirty="0"/>
              <a:t>QACO</a:t>
            </a:r>
          </a:p>
          <a:p>
            <a:pPr marL="0" indent="0" algn="ctr">
              <a:buNone/>
            </a:pPr>
            <a:r>
              <a:rPr lang="es-ES" sz="3200" dirty="0" err="1"/>
              <a:t>QoS-aware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A54460-65AB-1642-626C-B44B74663507}"/>
              </a:ext>
            </a:extLst>
          </p:cNvPr>
          <p:cNvSpPr txBox="1"/>
          <p:nvPr/>
        </p:nvSpPr>
        <p:spPr>
          <a:xfrm>
            <a:off x="11290770" y="6352529"/>
            <a:ext cx="800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64729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7ECF-56A6-594C-9A1B-B63F576D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50557-E335-E8A1-C2EB-5C8A360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8FBA2-908A-AEE3-E244-FCAD9D61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strike="sngStrike" dirty="0"/>
              <a:t>QACO</a:t>
            </a:r>
          </a:p>
          <a:p>
            <a:pPr marL="0" indent="0" algn="ctr">
              <a:buNone/>
            </a:pPr>
            <a:r>
              <a:rPr lang="es-ES" sz="3200" strike="sngStrike" dirty="0" err="1"/>
              <a:t>QoS-aware</a:t>
            </a:r>
            <a:r>
              <a:rPr lang="es-ES" sz="3200" strike="sngStrike" dirty="0"/>
              <a:t> </a:t>
            </a:r>
            <a:r>
              <a:rPr lang="es-ES" sz="3200" strike="sngStrike" dirty="0" err="1"/>
              <a:t>composition</a:t>
            </a:r>
            <a:endParaRPr lang="es-ES" sz="3200" strike="sngStrik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EE8B584-E80B-7F37-38E8-E1EE5007AAA7}"/>
              </a:ext>
            </a:extLst>
          </p:cNvPr>
          <p:cNvSpPr txBox="1">
            <a:spLocks/>
          </p:cNvSpPr>
          <p:nvPr/>
        </p:nvSpPr>
        <p:spPr>
          <a:xfrm>
            <a:off x="1534510" y="3611454"/>
            <a:ext cx="8639503" cy="1975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87" indent="-342887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s-ES" sz="4400" dirty="0"/>
              <a:t>PACO</a:t>
            </a:r>
          </a:p>
          <a:p>
            <a:pPr marL="0" indent="0" algn="ctr">
              <a:buFont typeface="Arial"/>
              <a:buNone/>
            </a:pPr>
            <a:r>
              <a:rPr lang="es-ES" sz="3200" dirty="0" err="1"/>
              <a:t>Pricing-aware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F7D213-4A17-C4E8-55C3-7FA12D568907}"/>
              </a:ext>
            </a:extLst>
          </p:cNvPr>
          <p:cNvSpPr txBox="1"/>
          <p:nvPr/>
        </p:nvSpPr>
        <p:spPr>
          <a:xfrm>
            <a:off x="11290770" y="6352529"/>
            <a:ext cx="800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525904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00CB-E514-3D28-C367-C9D92007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B2F34-84FC-85D7-72E7-FF3C4848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CDA28A-45A5-13DB-51EF-935CBF22E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strike="sngStrike" dirty="0">
                <a:solidFill>
                  <a:srgbClr val="FF0000"/>
                </a:solidFill>
              </a:rPr>
              <a:t>Q</a:t>
            </a:r>
            <a:r>
              <a:rPr lang="es-ES" sz="4400" strike="sngStrike" dirty="0"/>
              <a:t>ACO</a:t>
            </a:r>
          </a:p>
          <a:p>
            <a:pPr marL="0" indent="0" algn="ctr">
              <a:buNone/>
            </a:pPr>
            <a:r>
              <a:rPr lang="es-ES" sz="3200" strike="sngStrike" dirty="0" err="1">
                <a:solidFill>
                  <a:srgbClr val="FF0000"/>
                </a:solidFill>
              </a:rPr>
              <a:t>QoS</a:t>
            </a:r>
            <a:r>
              <a:rPr lang="es-ES" sz="3200" strike="sngStrike" dirty="0" err="1"/>
              <a:t>-aware</a:t>
            </a:r>
            <a:r>
              <a:rPr lang="es-ES" sz="3200" strike="sngStrike" dirty="0"/>
              <a:t> </a:t>
            </a:r>
            <a:r>
              <a:rPr lang="es-ES" sz="3200" strike="sngStrike" dirty="0" err="1"/>
              <a:t>composition</a:t>
            </a:r>
            <a:endParaRPr lang="es-ES" sz="3200" strike="sngStrik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8E3FAF1-DC4C-5D6F-E621-5FA6DEC7D121}"/>
              </a:ext>
            </a:extLst>
          </p:cNvPr>
          <p:cNvSpPr txBox="1">
            <a:spLocks/>
          </p:cNvSpPr>
          <p:nvPr/>
        </p:nvSpPr>
        <p:spPr>
          <a:xfrm>
            <a:off x="1534510" y="3611454"/>
            <a:ext cx="8639503" cy="1975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87" indent="-342887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s-ES" sz="4400" dirty="0">
                <a:solidFill>
                  <a:srgbClr val="FF0000"/>
                </a:solidFill>
              </a:rPr>
              <a:t>P</a:t>
            </a:r>
            <a:r>
              <a:rPr lang="es-ES" sz="4400" dirty="0"/>
              <a:t>ACO</a:t>
            </a:r>
          </a:p>
          <a:p>
            <a:pPr marL="0" indent="0" algn="ctr">
              <a:buFont typeface="Arial"/>
              <a:buNone/>
            </a:pPr>
            <a:r>
              <a:rPr lang="es-ES" sz="3200" dirty="0" err="1">
                <a:solidFill>
                  <a:srgbClr val="FF0000"/>
                </a:solidFill>
              </a:rPr>
              <a:t>Pricing</a:t>
            </a:r>
            <a:r>
              <a:rPr lang="es-ES" sz="3200" dirty="0" err="1"/>
              <a:t>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1E141F-FBAA-90C2-93E2-D998B976ED82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2215200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3A5FE-8AAD-88B4-0F9D-3C003C99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C1E1FBF-23C6-A5A9-77A5-19A5EBD2ECDA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058B0B95-F003-C797-9EFD-E18EB229EC35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CCEF5C58-7F9C-6AD6-EAD5-1D21C6B8C61C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9878056-B351-67B3-FE36-9F42939F21C9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EED83568-F36F-2201-88C6-9528D3CAECF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9AE7D5A0-C8D0-7EA0-4BEC-B751906BBDB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35D2C8B8-6484-B9D6-9320-9E0324C1551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1426357D-931C-B5B9-2439-AEC232D0C7CD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02033059-F5BF-FE5F-9CFE-80EBD25EAC4B}"/>
              </a:ext>
            </a:extLst>
          </p:cNvPr>
          <p:cNvSpPr/>
          <p:nvPr/>
        </p:nvSpPr>
        <p:spPr>
          <a:xfrm rot="5400000">
            <a:off x="2471100" y="1749407"/>
            <a:ext cx="519111" cy="19496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2C5055-F2E4-C89F-B915-AEF3A94566C4}"/>
              </a:ext>
            </a:extLst>
          </p:cNvPr>
          <p:cNvSpPr txBox="1"/>
          <p:nvPr/>
        </p:nvSpPr>
        <p:spPr>
          <a:xfrm>
            <a:off x="1728683" y="2371655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91BE11D3-3733-C040-2841-3B8ACEBF3A0C}"/>
              </a:ext>
            </a:extLst>
          </p:cNvPr>
          <p:cNvSpPr/>
          <p:nvPr/>
        </p:nvSpPr>
        <p:spPr>
          <a:xfrm rot="5400000">
            <a:off x="5705058" y="967720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586A339-FE95-5AB7-5989-C6044B038F53}"/>
              </a:ext>
            </a:extLst>
          </p:cNvPr>
          <p:cNvSpPr txBox="1"/>
          <p:nvPr/>
        </p:nvSpPr>
        <p:spPr>
          <a:xfrm>
            <a:off x="5165615" y="1398036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3A426DD0-D7CA-40D1-00A9-BC1C8F4AFF78}"/>
              </a:ext>
            </a:extLst>
          </p:cNvPr>
          <p:cNvSpPr/>
          <p:nvPr/>
        </p:nvSpPr>
        <p:spPr>
          <a:xfrm rot="5400000">
            <a:off x="5705062" y="2514200"/>
            <a:ext cx="519111" cy="225560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468FCEA-CB58-6FD2-1A6E-9A411437F043}"/>
              </a:ext>
            </a:extLst>
          </p:cNvPr>
          <p:cNvSpPr txBox="1"/>
          <p:nvPr/>
        </p:nvSpPr>
        <p:spPr>
          <a:xfrm>
            <a:off x="4815071" y="32702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BE74D6F7-A76C-1947-2CBE-B71E531C319C}"/>
              </a:ext>
            </a:extLst>
          </p:cNvPr>
          <p:cNvSpPr/>
          <p:nvPr/>
        </p:nvSpPr>
        <p:spPr>
          <a:xfrm rot="5400000">
            <a:off x="8837670" y="1642864"/>
            <a:ext cx="519111" cy="209681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74B6BF7-CC50-746A-1A11-87A7B15BD676}"/>
              </a:ext>
            </a:extLst>
          </p:cNvPr>
          <p:cNvSpPr txBox="1"/>
          <p:nvPr/>
        </p:nvSpPr>
        <p:spPr>
          <a:xfrm>
            <a:off x="8095070" y="232416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C033A52-FEA5-91EC-786A-72D9E29D2B7D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13/20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2A87DA-1E7E-D4F7-5C67-6B507A6EC4F4}"/>
              </a:ext>
            </a:extLst>
          </p:cNvPr>
          <p:cNvSpPr txBox="1"/>
          <p:nvPr/>
        </p:nvSpPr>
        <p:spPr>
          <a:xfrm>
            <a:off x="1517586" y="4566214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BS(CWS) = 16 </a:t>
            </a:r>
            <a:r>
              <a:rPr lang="es-ES" sz="2000" dirty="0" err="1"/>
              <a:t>bindings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410532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D955-CFAE-3F8A-EE46-2DA6491A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8E7EF-85CB-A50A-00C9-09F70762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6623816-3301-DFDC-469F-1349F660E5F7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B549E6F0-3E93-1617-83AB-EE94E39E1B63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DADC4DA-C632-B8EC-5488-0DC971115479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1F61FA35-2AC1-7ECC-8D28-ED4AC50FD430}"/>
              </a:ext>
            </a:extLst>
          </p:cNvPr>
          <p:cNvSpPr/>
          <p:nvPr/>
        </p:nvSpPr>
        <p:spPr>
          <a:xfrm>
            <a:off x="4908296" y="4225755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29103263-F360-E547-9B73-4E52DAE99C0D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991D5882-DC78-B26B-684C-E76F55BADED0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3773215" y="3429000"/>
            <a:ext cx="1135081" cy="12644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739DAB2B-29F3-505E-9E91-9E93EECCBBE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0340D22A-D518-D1C3-28F0-E00024448DFC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7005109" y="3429000"/>
            <a:ext cx="1066835" cy="1264466"/>
          </a:xfrm>
          <a:prstGeom prst="bentConnector3">
            <a:avLst>
              <a:gd name="adj1" fmla="val 509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6A5E6FDE-0988-32CA-578B-E229E0F01D07}"/>
              </a:ext>
            </a:extLst>
          </p:cNvPr>
          <p:cNvSpPr/>
          <p:nvPr/>
        </p:nvSpPr>
        <p:spPr>
          <a:xfrm rot="5400000">
            <a:off x="2471100" y="1749407"/>
            <a:ext cx="519111" cy="19496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D6C6B90-7C6A-CBBD-7A16-6E0777DD7435}"/>
              </a:ext>
            </a:extLst>
          </p:cNvPr>
          <p:cNvSpPr txBox="1"/>
          <p:nvPr/>
        </p:nvSpPr>
        <p:spPr>
          <a:xfrm>
            <a:off x="1728683" y="2371655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E985F4F9-B200-98DD-259F-1C4AA574D45F}"/>
              </a:ext>
            </a:extLst>
          </p:cNvPr>
          <p:cNvSpPr/>
          <p:nvPr/>
        </p:nvSpPr>
        <p:spPr>
          <a:xfrm rot="5400000">
            <a:off x="5697147" y="2817700"/>
            <a:ext cx="519111" cy="225560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5428C8-90CC-E489-D8C5-0970F0F78650}"/>
              </a:ext>
            </a:extLst>
          </p:cNvPr>
          <p:cNvSpPr txBox="1"/>
          <p:nvPr/>
        </p:nvSpPr>
        <p:spPr>
          <a:xfrm>
            <a:off x="4807156" y="35737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A1FB4460-011D-7E65-128A-A7A8CA70E9CB}"/>
              </a:ext>
            </a:extLst>
          </p:cNvPr>
          <p:cNvSpPr/>
          <p:nvPr/>
        </p:nvSpPr>
        <p:spPr>
          <a:xfrm rot="5400000">
            <a:off x="8837670" y="1642864"/>
            <a:ext cx="519111" cy="209681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E0A575D-640A-ED41-6526-19811FABA182}"/>
              </a:ext>
            </a:extLst>
          </p:cNvPr>
          <p:cNvSpPr txBox="1"/>
          <p:nvPr/>
        </p:nvSpPr>
        <p:spPr>
          <a:xfrm>
            <a:off x="8095070" y="232416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C89291B-5A39-56AC-E0DB-70BDBDD31FF4}"/>
              </a:ext>
            </a:extLst>
          </p:cNvPr>
          <p:cNvSpPr txBox="1"/>
          <p:nvPr/>
        </p:nvSpPr>
        <p:spPr>
          <a:xfrm>
            <a:off x="1517586" y="4566214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BS(CWS) = 16 </a:t>
            </a:r>
            <a:r>
              <a:rPr lang="es-ES" sz="2000" dirty="0" err="1"/>
              <a:t>bindings</a:t>
            </a:r>
            <a:endParaRPr lang="es-ES" sz="20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1456446-640D-70F0-DEC8-4D91991A7E3D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13/20</a:t>
            </a:r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71D660BE-AA6C-214D-C6F0-5F0F8B8D0C41}"/>
              </a:ext>
            </a:extLst>
          </p:cNvPr>
          <p:cNvSpPr/>
          <p:nvPr/>
        </p:nvSpPr>
        <p:spPr>
          <a:xfrm rot="5400000">
            <a:off x="1979509" y="165247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DC4D7B-3B62-A445-D8EB-8999F5B7DBB3}"/>
              </a:ext>
            </a:extLst>
          </p:cNvPr>
          <p:cNvSpPr txBox="1"/>
          <p:nvPr/>
        </p:nvSpPr>
        <p:spPr>
          <a:xfrm>
            <a:off x="1582128" y="1831291"/>
            <a:ext cx="125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2, </a:t>
            </a:r>
            <a:r>
              <a:rPr lang="es-ES" dirty="0"/>
              <a:t>S1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86645A93-E19F-04D3-9C84-B87CA8496303}"/>
              </a:ext>
            </a:extLst>
          </p:cNvPr>
          <p:cNvSpPr/>
          <p:nvPr/>
        </p:nvSpPr>
        <p:spPr>
          <a:xfrm rot="5400000">
            <a:off x="3197826" y="164948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33662F-34EB-9339-8926-AE8DDBCA9864}"/>
              </a:ext>
            </a:extLst>
          </p:cNvPr>
          <p:cNvSpPr txBox="1"/>
          <p:nvPr/>
        </p:nvSpPr>
        <p:spPr>
          <a:xfrm>
            <a:off x="2800445" y="182830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S2</a:t>
            </a:r>
            <a:r>
              <a:rPr lang="es-ES" baseline="-25000" dirty="0"/>
              <a:t>1</a:t>
            </a:r>
            <a:r>
              <a:rPr lang="es-ES" dirty="0"/>
              <a:t>, S2</a:t>
            </a:r>
            <a:r>
              <a:rPr lang="es-ES" baseline="-25000" dirty="0"/>
              <a:t>2, </a:t>
            </a:r>
            <a:r>
              <a:rPr lang="es-ES" dirty="0"/>
              <a:t>S2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3D9E480D-74B1-BB99-4FEA-9C6BE2EC5304}"/>
              </a:ext>
            </a:extLst>
          </p:cNvPr>
          <p:cNvSpPr/>
          <p:nvPr/>
        </p:nvSpPr>
        <p:spPr>
          <a:xfrm rot="5400000">
            <a:off x="5098035" y="68096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8889AC1-A895-A78B-C032-26CB810469E9}"/>
              </a:ext>
            </a:extLst>
          </p:cNvPr>
          <p:cNvSpPr txBox="1"/>
          <p:nvPr/>
        </p:nvSpPr>
        <p:spPr>
          <a:xfrm>
            <a:off x="4700654" y="859781"/>
            <a:ext cx="125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2, </a:t>
            </a:r>
            <a:r>
              <a:rPr lang="es-ES" dirty="0"/>
              <a:t>S1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26" name="Cerrar llave 25">
            <a:extLst>
              <a:ext uri="{FF2B5EF4-FFF2-40B4-BE49-F238E27FC236}">
                <a16:creationId xmlns:a16="http://schemas.microsoft.com/office/drawing/2014/main" id="{1E3D7384-117D-B168-F2AA-3357DA9D409F}"/>
              </a:ext>
            </a:extLst>
          </p:cNvPr>
          <p:cNvSpPr/>
          <p:nvPr/>
        </p:nvSpPr>
        <p:spPr>
          <a:xfrm rot="5400000">
            <a:off x="6316352" y="67797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D6F7D4C-0FA4-5E11-951E-5DF2259C15E8}"/>
              </a:ext>
            </a:extLst>
          </p:cNvPr>
          <p:cNvSpPr txBox="1"/>
          <p:nvPr/>
        </p:nvSpPr>
        <p:spPr>
          <a:xfrm>
            <a:off x="5918971" y="85679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S2</a:t>
            </a:r>
            <a:r>
              <a:rPr lang="es-ES" baseline="-25000" dirty="0"/>
              <a:t>1</a:t>
            </a:r>
            <a:r>
              <a:rPr lang="es-ES" dirty="0"/>
              <a:t>, S2</a:t>
            </a:r>
            <a:r>
              <a:rPr lang="es-ES" baseline="-25000" dirty="0"/>
              <a:t>2, </a:t>
            </a:r>
            <a:r>
              <a:rPr lang="es-ES" dirty="0"/>
              <a:t>S2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28" name="Cerrar llave 27">
            <a:extLst>
              <a:ext uri="{FF2B5EF4-FFF2-40B4-BE49-F238E27FC236}">
                <a16:creationId xmlns:a16="http://schemas.microsoft.com/office/drawing/2014/main" id="{E8237EB2-7C83-7353-EC19-6FBC3F4D1017}"/>
              </a:ext>
            </a:extLst>
          </p:cNvPr>
          <p:cNvSpPr/>
          <p:nvPr/>
        </p:nvSpPr>
        <p:spPr>
          <a:xfrm rot="5400000">
            <a:off x="8270124" y="157330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39C6F88-FF7B-8FE2-FD18-4283FD0CB67F}"/>
              </a:ext>
            </a:extLst>
          </p:cNvPr>
          <p:cNvSpPr txBox="1"/>
          <p:nvPr/>
        </p:nvSpPr>
        <p:spPr>
          <a:xfrm>
            <a:off x="7872743" y="1752121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S5</a:t>
            </a:r>
            <a:r>
              <a:rPr lang="es-ES" baseline="-25000" dirty="0"/>
              <a:t>1</a:t>
            </a:r>
            <a:r>
              <a:rPr lang="es-ES" dirty="0"/>
              <a:t>, S5</a:t>
            </a:r>
            <a:r>
              <a:rPr lang="es-ES" baseline="-25000" dirty="0"/>
              <a:t>2, </a:t>
            </a:r>
            <a:r>
              <a:rPr lang="es-ES" dirty="0"/>
              <a:t>S5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33" name="Cerrar llave 32">
            <a:extLst>
              <a:ext uri="{FF2B5EF4-FFF2-40B4-BE49-F238E27FC236}">
                <a16:creationId xmlns:a16="http://schemas.microsoft.com/office/drawing/2014/main" id="{B5B77DA9-73C3-7B9E-D87B-7603515AFCC5}"/>
              </a:ext>
            </a:extLst>
          </p:cNvPr>
          <p:cNvSpPr/>
          <p:nvPr/>
        </p:nvSpPr>
        <p:spPr>
          <a:xfrm rot="5400000">
            <a:off x="9488441" y="157031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6D31BE5-1A66-617E-D367-A64500CCCAD0}"/>
              </a:ext>
            </a:extLst>
          </p:cNvPr>
          <p:cNvSpPr txBox="1"/>
          <p:nvPr/>
        </p:nvSpPr>
        <p:spPr>
          <a:xfrm>
            <a:off x="9091060" y="174913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S6</a:t>
            </a:r>
            <a:r>
              <a:rPr lang="es-ES" baseline="-25000" dirty="0"/>
              <a:t>1</a:t>
            </a:r>
            <a:r>
              <a:rPr lang="es-ES" dirty="0"/>
              <a:t>, S6</a:t>
            </a:r>
            <a:r>
              <a:rPr lang="es-ES" baseline="-25000" dirty="0"/>
              <a:t>2, </a:t>
            </a:r>
            <a:r>
              <a:rPr lang="es-ES" dirty="0"/>
              <a:t>S6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43" name="Cerrar llave 42">
            <a:extLst>
              <a:ext uri="{FF2B5EF4-FFF2-40B4-BE49-F238E27FC236}">
                <a16:creationId xmlns:a16="http://schemas.microsoft.com/office/drawing/2014/main" id="{A7D545DF-4A26-73A6-92BA-EAD7B70D2DFD}"/>
              </a:ext>
            </a:extLst>
          </p:cNvPr>
          <p:cNvSpPr/>
          <p:nvPr/>
        </p:nvSpPr>
        <p:spPr>
          <a:xfrm rot="5400000">
            <a:off x="5123429" y="2886451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22D06C5-E171-7553-98C4-C9EDBC94F892}"/>
              </a:ext>
            </a:extLst>
          </p:cNvPr>
          <p:cNvSpPr txBox="1"/>
          <p:nvPr/>
        </p:nvSpPr>
        <p:spPr>
          <a:xfrm>
            <a:off x="4726048" y="3065265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S3</a:t>
            </a:r>
            <a:r>
              <a:rPr lang="es-ES" baseline="-25000" dirty="0"/>
              <a:t>1</a:t>
            </a:r>
            <a:r>
              <a:rPr lang="es-ES" dirty="0"/>
              <a:t>, S3</a:t>
            </a:r>
            <a:r>
              <a:rPr lang="es-ES" baseline="-25000" dirty="0"/>
              <a:t>2, </a:t>
            </a:r>
            <a:r>
              <a:rPr lang="es-ES" dirty="0"/>
              <a:t>S3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45" name="Cerrar llave 44">
            <a:extLst>
              <a:ext uri="{FF2B5EF4-FFF2-40B4-BE49-F238E27FC236}">
                <a16:creationId xmlns:a16="http://schemas.microsoft.com/office/drawing/2014/main" id="{D15C8B71-EC65-E510-5F05-321A078F8A8C}"/>
              </a:ext>
            </a:extLst>
          </p:cNvPr>
          <p:cNvSpPr/>
          <p:nvPr/>
        </p:nvSpPr>
        <p:spPr>
          <a:xfrm rot="5400000">
            <a:off x="6341746" y="2883462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44D8FBA-4670-2B50-E4E8-2C6E67AF39B7}"/>
              </a:ext>
            </a:extLst>
          </p:cNvPr>
          <p:cNvSpPr txBox="1"/>
          <p:nvPr/>
        </p:nvSpPr>
        <p:spPr>
          <a:xfrm>
            <a:off x="5944365" y="3062276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S4</a:t>
            </a:r>
            <a:r>
              <a:rPr lang="es-ES" baseline="-25000" dirty="0"/>
              <a:t>1</a:t>
            </a:r>
            <a:r>
              <a:rPr lang="es-ES" dirty="0"/>
              <a:t>, S4</a:t>
            </a:r>
            <a:r>
              <a:rPr lang="es-ES" baseline="-25000" dirty="0"/>
              <a:t>2, </a:t>
            </a:r>
            <a:r>
              <a:rPr lang="es-ES" dirty="0"/>
              <a:t>S4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ED5798F-AF37-F1B9-2D06-E932CB7782F2}"/>
              </a:ext>
            </a:extLst>
          </p:cNvPr>
          <p:cNvSpPr txBox="1"/>
          <p:nvPr/>
        </p:nvSpPr>
        <p:spPr>
          <a:xfrm>
            <a:off x="6915990" y="5401020"/>
            <a:ext cx="512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(&lt;T1,S1,S1</a:t>
            </a:r>
            <a:r>
              <a:rPr lang="es-ES" baseline="-25000" dirty="0"/>
              <a:t>1</a:t>
            </a:r>
            <a:r>
              <a:rPr lang="es-ES" dirty="0"/>
              <a:t>&gt;, &lt;T2,S2,S2</a:t>
            </a:r>
            <a:r>
              <a:rPr lang="es-ES" baseline="-25000" dirty="0"/>
              <a:t>3</a:t>
            </a:r>
            <a:r>
              <a:rPr lang="es-ES" dirty="0"/>
              <a:t>&gt;, &lt;T3,S4,S4</a:t>
            </a:r>
            <a:r>
              <a:rPr lang="es-ES" baseline="-25000" dirty="0"/>
              <a:t>2</a:t>
            </a:r>
            <a:r>
              <a:rPr lang="es-ES" dirty="0"/>
              <a:t>&gt;, &lt;T4,S5,S5</a:t>
            </a:r>
            <a:r>
              <a:rPr lang="es-ES" baseline="-25000" dirty="0"/>
              <a:t>3</a:t>
            </a:r>
            <a:r>
              <a:rPr lang="es-ES" dirty="0"/>
              <a:t>&gt;)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BBF829D-D69E-0DDA-89C4-33E90BFF072E}"/>
              </a:ext>
            </a:extLst>
          </p:cNvPr>
          <p:cNvSpPr txBox="1"/>
          <p:nvPr/>
        </p:nvSpPr>
        <p:spPr>
          <a:xfrm>
            <a:off x="9067934" y="50185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54" name="Cerrar llave 53">
            <a:extLst>
              <a:ext uri="{FF2B5EF4-FFF2-40B4-BE49-F238E27FC236}">
                <a16:creationId xmlns:a16="http://schemas.microsoft.com/office/drawing/2014/main" id="{7E68FF6F-3656-6FEA-418F-DBBD2A1A7396}"/>
              </a:ext>
            </a:extLst>
          </p:cNvPr>
          <p:cNvSpPr/>
          <p:nvPr/>
        </p:nvSpPr>
        <p:spPr>
          <a:xfrm rot="5400000">
            <a:off x="5705058" y="967720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319BCA5-B766-BED6-6835-A83193E89C00}"/>
              </a:ext>
            </a:extLst>
          </p:cNvPr>
          <p:cNvSpPr txBox="1"/>
          <p:nvPr/>
        </p:nvSpPr>
        <p:spPr>
          <a:xfrm>
            <a:off x="5165615" y="1398036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7657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 animBg="1"/>
      <p:bldP spid="15" grpId="0"/>
      <p:bldP spid="16" grpId="0" animBg="1"/>
      <p:bldP spid="17" grpId="0"/>
      <p:bldP spid="26" grpId="0" animBg="1"/>
      <p:bldP spid="27" grpId="0"/>
      <p:bldP spid="28" grpId="0" animBg="1"/>
      <p:bldP spid="29" grpId="0"/>
      <p:bldP spid="33" grpId="0" animBg="1"/>
      <p:bldP spid="38" grpId="0"/>
      <p:bldP spid="43" grpId="0" animBg="1"/>
      <p:bldP spid="44" grpId="0"/>
      <p:bldP spid="45" grpId="0" animBg="1"/>
      <p:bldP spid="46" grpId="0"/>
      <p:bldP spid="52" grpId="0"/>
      <p:bldP spid="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ADEA-7829-1308-6D61-14BDBA9D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06BA5-1AFE-D52D-2F01-EC655FA0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653EEE5-2AB9-D788-FFAE-152CB19539C7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5905C8B8-EC6C-7FC6-B5BC-E76F15A97A13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3F791F0-DBFC-8B3A-EB49-71AE3FFE7FCD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0CFC76C6-65AF-C514-3F15-4EEE5949707D}"/>
              </a:ext>
            </a:extLst>
          </p:cNvPr>
          <p:cNvSpPr/>
          <p:nvPr/>
        </p:nvSpPr>
        <p:spPr>
          <a:xfrm>
            <a:off x="4908296" y="4225755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1FCB241E-79BE-ADBA-9006-2C27D0423AC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B796481A-1DDF-14DA-9392-091B48FE654E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3773215" y="3429000"/>
            <a:ext cx="1135081" cy="12644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4E2D1D5E-765E-93D5-C81B-21BAB81CF897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491A9D4C-D1BD-C801-1900-4631278999A7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7005109" y="3429000"/>
            <a:ext cx="1066835" cy="1264466"/>
          </a:xfrm>
          <a:prstGeom prst="bentConnector3">
            <a:avLst>
              <a:gd name="adj1" fmla="val 509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1958DFA3-85D1-1930-3A5E-652A1088DC73}"/>
              </a:ext>
            </a:extLst>
          </p:cNvPr>
          <p:cNvSpPr/>
          <p:nvPr/>
        </p:nvSpPr>
        <p:spPr>
          <a:xfrm rot="5400000">
            <a:off x="2471100" y="1749407"/>
            <a:ext cx="519111" cy="19496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39E0A82-7EC4-7815-6EA0-069802050C7B}"/>
              </a:ext>
            </a:extLst>
          </p:cNvPr>
          <p:cNvSpPr txBox="1"/>
          <p:nvPr/>
        </p:nvSpPr>
        <p:spPr>
          <a:xfrm>
            <a:off x="1728683" y="2371655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36DDC895-B41D-D9F8-206E-BDAD8645E6A7}"/>
              </a:ext>
            </a:extLst>
          </p:cNvPr>
          <p:cNvSpPr/>
          <p:nvPr/>
        </p:nvSpPr>
        <p:spPr>
          <a:xfrm rot="5400000">
            <a:off x="5697147" y="2817700"/>
            <a:ext cx="519111" cy="225560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75CEB96-8641-7E24-D387-DEBFD8CA9C49}"/>
              </a:ext>
            </a:extLst>
          </p:cNvPr>
          <p:cNvSpPr txBox="1"/>
          <p:nvPr/>
        </p:nvSpPr>
        <p:spPr>
          <a:xfrm>
            <a:off x="4807156" y="35737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35EB04AB-3759-AFEF-7B4E-46F98F45D6F3}"/>
              </a:ext>
            </a:extLst>
          </p:cNvPr>
          <p:cNvSpPr/>
          <p:nvPr/>
        </p:nvSpPr>
        <p:spPr>
          <a:xfrm rot="5400000">
            <a:off x="8837670" y="1642864"/>
            <a:ext cx="519111" cy="209681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7ACE133-8DF7-57F9-222C-17E240FFD905}"/>
              </a:ext>
            </a:extLst>
          </p:cNvPr>
          <p:cNvSpPr txBox="1"/>
          <p:nvPr/>
        </p:nvSpPr>
        <p:spPr>
          <a:xfrm>
            <a:off x="8095070" y="232416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05B8D86-3871-CF1B-9088-EC8DFC9A5BB3}"/>
              </a:ext>
            </a:extLst>
          </p:cNvPr>
          <p:cNvSpPr txBox="1"/>
          <p:nvPr/>
        </p:nvSpPr>
        <p:spPr>
          <a:xfrm>
            <a:off x="1108881" y="5018589"/>
            <a:ext cx="3969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BS(CWS) = 1296 </a:t>
            </a:r>
            <a:r>
              <a:rPr lang="es-ES" sz="2800" b="1" dirty="0" err="1"/>
              <a:t>bindings</a:t>
            </a:r>
            <a:r>
              <a:rPr lang="es-ES" sz="2800" b="1" dirty="0"/>
              <a:t>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51DE2E7-9D84-4055-9A6B-928B98F2F009}"/>
              </a:ext>
            </a:extLst>
          </p:cNvPr>
          <p:cNvSpPr txBox="1"/>
          <p:nvPr/>
        </p:nvSpPr>
        <p:spPr>
          <a:xfrm>
            <a:off x="1517586" y="4566214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strike="sngStrike" dirty="0"/>
              <a:t>BS(CWS) = 16 </a:t>
            </a:r>
            <a:r>
              <a:rPr lang="es-ES" sz="2000" strike="sngStrike" dirty="0" err="1"/>
              <a:t>bindings</a:t>
            </a:r>
            <a:endParaRPr lang="es-ES" sz="2000" strike="sngStrike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1E292F4-661F-7DFA-1756-EF978A1BBE71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13/20</a:t>
            </a:r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951F44FE-10A0-9136-F11D-220CDE70CE8F}"/>
              </a:ext>
            </a:extLst>
          </p:cNvPr>
          <p:cNvSpPr/>
          <p:nvPr/>
        </p:nvSpPr>
        <p:spPr>
          <a:xfrm rot="5400000">
            <a:off x="1979509" y="165247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3BCE12-7B2A-C9B5-169C-D1C9827164B9}"/>
              </a:ext>
            </a:extLst>
          </p:cNvPr>
          <p:cNvSpPr txBox="1"/>
          <p:nvPr/>
        </p:nvSpPr>
        <p:spPr>
          <a:xfrm>
            <a:off x="1582128" y="1831291"/>
            <a:ext cx="125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2, </a:t>
            </a:r>
            <a:r>
              <a:rPr lang="es-ES" dirty="0"/>
              <a:t>S1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C2FB7A3D-4D21-A0F2-E655-C20EFF650939}"/>
              </a:ext>
            </a:extLst>
          </p:cNvPr>
          <p:cNvSpPr/>
          <p:nvPr/>
        </p:nvSpPr>
        <p:spPr>
          <a:xfrm rot="5400000">
            <a:off x="3197826" y="164948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F49579-C1AA-1D7F-F43F-E1DF47E2DC96}"/>
              </a:ext>
            </a:extLst>
          </p:cNvPr>
          <p:cNvSpPr txBox="1"/>
          <p:nvPr/>
        </p:nvSpPr>
        <p:spPr>
          <a:xfrm>
            <a:off x="2800445" y="182830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S2</a:t>
            </a:r>
            <a:r>
              <a:rPr lang="es-ES" baseline="-25000" dirty="0"/>
              <a:t>1</a:t>
            </a:r>
            <a:r>
              <a:rPr lang="es-ES" dirty="0"/>
              <a:t>, S2</a:t>
            </a:r>
            <a:r>
              <a:rPr lang="es-ES" baseline="-25000" dirty="0"/>
              <a:t>2, </a:t>
            </a:r>
            <a:r>
              <a:rPr lang="es-ES" dirty="0"/>
              <a:t>S2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987EBD1B-E0F3-7A29-8FF0-952420CFAA3E}"/>
              </a:ext>
            </a:extLst>
          </p:cNvPr>
          <p:cNvSpPr/>
          <p:nvPr/>
        </p:nvSpPr>
        <p:spPr>
          <a:xfrm rot="5400000">
            <a:off x="5098035" y="68096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DFB336B-87D9-9210-DE05-BCE259458316}"/>
              </a:ext>
            </a:extLst>
          </p:cNvPr>
          <p:cNvSpPr txBox="1"/>
          <p:nvPr/>
        </p:nvSpPr>
        <p:spPr>
          <a:xfrm>
            <a:off x="4700654" y="859781"/>
            <a:ext cx="125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2, </a:t>
            </a:r>
            <a:r>
              <a:rPr lang="es-ES" dirty="0"/>
              <a:t>S1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26" name="Cerrar llave 25">
            <a:extLst>
              <a:ext uri="{FF2B5EF4-FFF2-40B4-BE49-F238E27FC236}">
                <a16:creationId xmlns:a16="http://schemas.microsoft.com/office/drawing/2014/main" id="{76C122C3-7B72-18EE-5EF6-208961EA5D1E}"/>
              </a:ext>
            </a:extLst>
          </p:cNvPr>
          <p:cNvSpPr/>
          <p:nvPr/>
        </p:nvSpPr>
        <p:spPr>
          <a:xfrm rot="5400000">
            <a:off x="6316352" y="67797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968F159-CCA0-D9CE-129D-E471A5A36861}"/>
              </a:ext>
            </a:extLst>
          </p:cNvPr>
          <p:cNvSpPr txBox="1"/>
          <p:nvPr/>
        </p:nvSpPr>
        <p:spPr>
          <a:xfrm>
            <a:off x="5918971" y="85679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S2</a:t>
            </a:r>
            <a:r>
              <a:rPr lang="es-ES" baseline="-25000" dirty="0"/>
              <a:t>1</a:t>
            </a:r>
            <a:r>
              <a:rPr lang="es-ES" dirty="0"/>
              <a:t>, S2</a:t>
            </a:r>
            <a:r>
              <a:rPr lang="es-ES" baseline="-25000" dirty="0"/>
              <a:t>2, </a:t>
            </a:r>
            <a:r>
              <a:rPr lang="es-ES" dirty="0"/>
              <a:t>S2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28" name="Cerrar llave 27">
            <a:extLst>
              <a:ext uri="{FF2B5EF4-FFF2-40B4-BE49-F238E27FC236}">
                <a16:creationId xmlns:a16="http://schemas.microsoft.com/office/drawing/2014/main" id="{CA2F26EC-5676-CC44-D795-E9265FF9C436}"/>
              </a:ext>
            </a:extLst>
          </p:cNvPr>
          <p:cNvSpPr/>
          <p:nvPr/>
        </p:nvSpPr>
        <p:spPr>
          <a:xfrm rot="5400000">
            <a:off x="8270124" y="1573307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9985EFD-AD1B-1821-9AF2-5824867F9A5A}"/>
              </a:ext>
            </a:extLst>
          </p:cNvPr>
          <p:cNvSpPr txBox="1"/>
          <p:nvPr/>
        </p:nvSpPr>
        <p:spPr>
          <a:xfrm>
            <a:off x="7872743" y="1752121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S5</a:t>
            </a:r>
            <a:r>
              <a:rPr lang="es-ES" baseline="-25000" dirty="0"/>
              <a:t>1</a:t>
            </a:r>
            <a:r>
              <a:rPr lang="es-ES" dirty="0"/>
              <a:t>, S5</a:t>
            </a:r>
            <a:r>
              <a:rPr lang="es-ES" baseline="-25000" dirty="0"/>
              <a:t>2, </a:t>
            </a:r>
            <a:r>
              <a:rPr lang="es-ES" dirty="0"/>
              <a:t>S5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33" name="Cerrar llave 32">
            <a:extLst>
              <a:ext uri="{FF2B5EF4-FFF2-40B4-BE49-F238E27FC236}">
                <a16:creationId xmlns:a16="http://schemas.microsoft.com/office/drawing/2014/main" id="{5785FBE8-2586-470E-7335-D6002F458CBC}"/>
              </a:ext>
            </a:extLst>
          </p:cNvPr>
          <p:cNvSpPr/>
          <p:nvPr/>
        </p:nvSpPr>
        <p:spPr>
          <a:xfrm rot="5400000">
            <a:off x="9488441" y="1570318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E6E41D2-A620-2DA8-1D3E-B4D56FF02283}"/>
              </a:ext>
            </a:extLst>
          </p:cNvPr>
          <p:cNvSpPr txBox="1"/>
          <p:nvPr/>
        </p:nvSpPr>
        <p:spPr>
          <a:xfrm>
            <a:off x="9091060" y="174913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S6</a:t>
            </a:r>
            <a:r>
              <a:rPr lang="es-ES" baseline="-25000" dirty="0"/>
              <a:t>1</a:t>
            </a:r>
            <a:r>
              <a:rPr lang="es-ES" dirty="0"/>
              <a:t>, S6</a:t>
            </a:r>
            <a:r>
              <a:rPr lang="es-ES" baseline="-25000" dirty="0"/>
              <a:t>2, </a:t>
            </a:r>
            <a:r>
              <a:rPr lang="es-ES" dirty="0"/>
              <a:t>S6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43" name="Cerrar llave 42">
            <a:extLst>
              <a:ext uri="{FF2B5EF4-FFF2-40B4-BE49-F238E27FC236}">
                <a16:creationId xmlns:a16="http://schemas.microsoft.com/office/drawing/2014/main" id="{FFE4A2D4-B76E-88F7-2E9C-C8630FD56D23}"/>
              </a:ext>
            </a:extLst>
          </p:cNvPr>
          <p:cNvSpPr/>
          <p:nvPr/>
        </p:nvSpPr>
        <p:spPr>
          <a:xfrm rot="5400000">
            <a:off x="5123429" y="2886451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A6DF1F3-8F40-99FB-950A-9BA00646D21D}"/>
              </a:ext>
            </a:extLst>
          </p:cNvPr>
          <p:cNvSpPr txBox="1"/>
          <p:nvPr/>
        </p:nvSpPr>
        <p:spPr>
          <a:xfrm>
            <a:off x="4726048" y="3065265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S3</a:t>
            </a:r>
            <a:r>
              <a:rPr lang="es-ES" baseline="-25000" dirty="0"/>
              <a:t>1</a:t>
            </a:r>
            <a:r>
              <a:rPr lang="es-ES" dirty="0"/>
              <a:t>, S3</a:t>
            </a:r>
            <a:r>
              <a:rPr lang="es-ES" baseline="-25000" dirty="0"/>
              <a:t>2, </a:t>
            </a:r>
            <a:r>
              <a:rPr lang="es-ES" dirty="0"/>
              <a:t>S3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45" name="Cerrar llave 44">
            <a:extLst>
              <a:ext uri="{FF2B5EF4-FFF2-40B4-BE49-F238E27FC236}">
                <a16:creationId xmlns:a16="http://schemas.microsoft.com/office/drawing/2014/main" id="{0013C84D-EE92-03AD-9269-826637FBB7EC}"/>
              </a:ext>
            </a:extLst>
          </p:cNvPr>
          <p:cNvSpPr/>
          <p:nvPr/>
        </p:nvSpPr>
        <p:spPr>
          <a:xfrm rot="5400000">
            <a:off x="6341746" y="2883462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B956628-7B49-4653-F7A9-E8BDA992085B}"/>
              </a:ext>
            </a:extLst>
          </p:cNvPr>
          <p:cNvSpPr txBox="1"/>
          <p:nvPr/>
        </p:nvSpPr>
        <p:spPr>
          <a:xfrm>
            <a:off x="5944365" y="3062276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S4</a:t>
            </a:r>
            <a:r>
              <a:rPr lang="es-ES" baseline="-25000" dirty="0"/>
              <a:t>1</a:t>
            </a:r>
            <a:r>
              <a:rPr lang="es-ES" dirty="0"/>
              <a:t>, S4</a:t>
            </a:r>
            <a:r>
              <a:rPr lang="es-ES" baseline="-25000" dirty="0"/>
              <a:t>2, </a:t>
            </a:r>
            <a:r>
              <a:rPr lang="es-ES" dirty="0"/>
              <a:t>S4</a:t>
            </a:r>
            <a:r>
              <a:rPr lang="es-ES" baseline="-25000" dirty="0"/>
              <a:t>3</a:t>
            </a:r>
            <a:endParaRPr lang="es-ES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C40F8AF-63BB-5C3D-BDD5-8DD7A55C57B2}"/>
              </a:ext>
            </a:extLst>
          </p:cNvPr>
          <p:cNvSpPr txBox="1"/>
          <p:nvPr/>
        </p:nvSpPr>
        <p:spPr>
          <a:xfrm>
            <a:off x="6915990" y="5401020"/>
            <a:ext cx="512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(&lt;T1,S1,S1</a:t>
            </a:r>
            <a:r>
              <a:rPr lang="es-ES" baseline="-25000" dirty="0"/>
              <a:t>1</a:t>
            </a:r>
            <a:r>
              <a:rPr lang="es-ES" dirty="0"/>
              <a:t>&gt;, &lt;T2,S2,S2</a:t>
            </a:r>
            <a:r>
              <a:rPr lang="es-ES" baseline="-25000" dirty="0"/>
              <a:t>3</a:t>
            </a:r>
            <a:r>
              <a:rPr lang="es-ES" dirty="0"/>
              <a:t>&gt;, &lt;T3,S4,S4</a:t>
            </a:r>
            <a:r>
              <a:rPr lang="es-ES" baseline="-25000" dirty="0"/>
              <a:t>2</a:t>
            </a:r>
            <a:r>
              <a:rPr lang="es-ES" dirty="0"/>
              <a:t>&gt;, &lt;T4,S5,S5</a:t>
            </a:r>
            <a:r>
              <a:rPr lang="es-ES" baseline="-25000" dirty="0"/>
              <a:t>3</a:t>
            </a:r>
            <a:r>
              <a:rPr lang="es-ES" dirty="0"/>
              <a:t>&gt;)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1BE0C90-DC4F-DF68-A0AC-1A19D6941074}"/>
              </a:ext>
            </a:extLst>
          </p:cNvPr>
          <p:cNvSpPr txBox="1"/>
          <p:nvPr/>
        </p:nvSpPr>
        <p:spPr>
          <a:xfrm>
            <a:off x="9067934" y="50185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3" name="Cerrar llave 2">
            <a:extLst>
              <a:ext uri="{FF2B5EF4-FFF2-40B4-BE49-F238E27FC236}">
                <a16:creationId xmlns:a16="http://schemas.microsoft.com/office/drawing/2014/main" id="{F595DE3C-820C-B553-5891-F359BDF7751F}"/>
              </a:ext>
            </a:extLst>
          </p:cNvPr>
          <p:cNvSpPr/>
          <p:nvPr/>
        </p:nvSpPr>
        <p:spPr>
          <a:xfrm rot="5400000">
            <a:off x="5705058" y="967720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03ACF39-0363-1225-6FD5-F97811674B14}"/>
              </a:ext>
            </a:extLst>
          </p:cNvPr>
          <p:cNvSpPr txBox="1"/>
          <p:nvPr/>
        </p:nvSpPr>
        <p:spPr>
          <a:xfrm>
            <a:off x="5165615" y="1398036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5180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FEF31D-68E1-5668-83D2-CBC54371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B3000-8994-AABE-63A1-070D8CEE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D8AD3C-15FC-6EC2-C6C8-64A735ACDF61}"/>
              </a:ext>
            </a:extLst>
          </p:cNvPr>
          <p:cNvSpPr txBox="1"/>
          <p:nvPr/>
        </p:nvSpPr>
        <p:spPr>
          <a:xfrm>
            <a:off x="1113297" y="1720840"/>
            <a:ext cx="106284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{T1, T2, T3, 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Services</a:t>
            </a:r>
            <a:r>
              <a:rPr lang="es-ES" dirty="0">
                <a:solidFill>
                  <a:srgbClr val="FF0000"/>
                </a:solidFill>
              </a:rPr>
              <a:t>: </a:t>
            </a:r>
            <a:r>
              <a:rPr lang="es-ES" dirty="0"/>
              <a:t>{{S1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</a:t>
            </a:r>
            <a:r>
              <a:rPr lang="es-ES" dirty="0"/>
              <a:t>, S1</a:t>
            </a:r>
            <a:r>
              <a:rPr lang="es-ES" baseline="-25000" dirty="0"/>
              <a:t>3</a:t>
            </a:r>
            <a:r>
              <a:rPr lang="es-ES" dirty="0"/>
              <a:t>}, {S2</a:t>
            </a:r>
            <a:r>
              <a:rPr lang="es-ES" baseline="-25000" dirty="0"/>
              <a:t>1 </a:t>
            </a:r>
            <a:r>
              <a:rPr lang="es-ES" dirty="0"/>
              <a:t>, S2</a:t>
            </a:r>
            <a:r>
              <a:rPr lang="es-ES" baseline="-25000" dirty="0"/>
              <a:t>2</a:t>
            </a:r>
            <a:r>
              <a:rPr lang="es-ES" dirty="0"/>
              <a:t>, S2</a:t>
            </a:r>
            <a:r>
              <a:rPr lang="es-ES" baseline="-25000" dirty="0"/>
              <a:t>3</a:t>
            </a:r>
            <a:r>
              <a:rPr lang="es-ES" dirty="0"/>
              <a:t>}, …, {S8</a:t>
            </a:r>
            <a:r>
              <a:rPr lang="es-ES" baseline="-25000" dirty="0"/>
              <a:t>1</a:t>
            </a:r>
            <a:r>
              <a:rPr lang="es-ES" dirty="0"/>
              <a:t>, S8</a:t>
            </a:r>
            <a:r>
              <a:rPr lang="es-ES" baseline="-25000" dirty="0"/>
              <a:t>2</a:t>
            </a:r>
            <a:r>
              <a:rPr lang="es-ES" dirty="0"/>
              <a:t>, S8</a:t>
            </a:r>
            <a:r>
              <a:rPr lang="es-ES" baseline="-25000" dirty="0"/>
              <a:t>3</a:t>
            </a:r>
            <a:r>
              <a:rPr lang="es-ES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Features</a:t>
            </a:r>
            <a:r>
              <a:rPr lang="es-ES" dirty="0">
                <a:solidFill>
                  <a:srgbClr val="FF0000"/>
                </a:solidFill>
              </a:rPr>
              <a:t>: </a:t>
            </a:r>
            <a:r>
              <a:rPr lang="es-ES" dirty="0"/>
              <a:t>{{{S1</a:t>
            </a:r>
            <a:r>
              <a:rPr lang="es-ES" baseline="-25000" dirty="0"/>
              <a:t>1_COST</a:t>
            </a:r>
            <a:r>
              <a:rPr lang="es-ES" dirty="0"/>
              <a:t>, S1</a:t>
            </a:r>
            <a:r>
              <a:rPr lang="es-ES" baseline="-25000" dirty="0"/>
              <a:t>1_AVAIL</a:t>
            </a:r>
            <a:r>
              <a:rPr lang="es-ES" dirty="0"/>
              <a:t>, S1</a:t>
            </a:r>
            <a:r>
              <a:rPr lang="es-ES" baseline="-25000" dirty="0"/>
              <a:t>1_TIME</a:t>
            </a:r>
            <a:r>
              <a:rPr lang="es-ES" dirty="0"/>
              <a:t>, S1</a:t>
            </a:r>
            <a:r>
              <a:rPr lang="es-ES" baseline="-25000" dirty="0"/>
              <a:t>1_QUOTA</a:t>
            </a:r>
            <a:r>
              <a:rPr lang="es-ES" dirty="0"/>
              <a:t> , S1</a:t>
            </a:r>
            <a:r>
              <a:rPr lang="es-ES" baseline="-25000" dirty="0"/>
              <a:t>1_RATE</a:t>
            </a:r>
            <a:r>
              <a:rPr lang="es-ES" dirty="0"/>
              <a:t>}, {S1</a:t>
            </a:r>
            <a:r>
              <a:rPr lang="es-ES" baseline="-25000" dirty="0"/>
              <a:t>2_COST</a:t>
            </a:r>
            <a:r>
              <a:rPr lang="es-ES" dirty="0"/>
              <a:t>, S1</a:t>
            </a:r>
            <a:r>
              <a:rPr lang="es-ES" baseline="-25000" dirty="0"/>
              <a:t>2_AVAIL</a:t>
            </a:r>
            <a:r>
              <a:rPr lang="es-ES" dirty="0"/>
              <a:t>, S1</a:t>
            </a:r>
            <a:r>
              <a:rPr lang="es-ES" baseline="-25000" dirty="0"/>
              <a:t>2_TIME</a:t>
            </a:r>
            <a:r>
              <a:rPr lang="es-ES" dirty="0"/>
              <a:t> , S1</a:t>
            </a:r>
            <a:r>
              <a:rPr lang="es-ES" baseline="-25000" dirty="0"/>
              <a:t>2_QUOTA</a:t>
            </a:r>
            <a:r>
              <a:rPr lang="es-ES" dirty="0"/>
              <a:t> , S1</a:t>
            </a:r>
            <a:r>
              <a:rPr lang="es-ES" baseline="-25000" dirty="0"/>
              <a:t>2_RATE</a:t>
            </a:r>
            <a:r>
              <a:rPr lang="es-ES" dirty="0"/>
              <a:t>},…}, …,}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T1-&gt;T2, T1-&gt;T3, T2-&gt;T4, T3-&gt;T4</a:t>
            </a:r>
          </a:p>
          <a:p>
            <a:endParaRPr lang="es-ES" dirty="0"/>
          </a:p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GC: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b="0" i="0" u="none" strike="noStrike" baseline="-25000" dirty="0">
                <a:solidFill>
                  <a:srgbClr val="000000"/>
                </a:solidFill>
                <a:effectLst/>
                <a:latin typeface="-webkit-standard"/>
              </a:rPr>
              <a:t>QUOTA</a:t>
            </a:r>
            <a:r>
              <a:rPr lang="es-ES" dirty="0"/>
              <a:t> &gt; 100 </a:t>
            </a:r>
            <a:r>
              <a:rPr lang="es-ES" dirty="0" err="1"/>
              <a:t>req</a:t>
            </a:r>
            <a:r>
              <a:rPr lang="es-ES" dirty="0"/>
              <a:t>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LC: T1</a:t>
            </a:r>
            <a:r>
              <a:rPr lang="es-ES" baseline="-25000" dirty="0"/>
              <a:t>COST</a:t>
            </a:r>
            <a:r>
              <a:rPr lang="es-ES" dirty="0"/>
              <a:t> &lt;= 10€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BC: </a:t>
            </a:r>
            <a:r>
              <a:rPr lang="es-ES" dirty="0" err="1"/>
              <a:t>provider</a:t>
            </a:r>
            <a:r>
              <a:rPr lang="es-ES" dirty="0"/>
              <a:t>(T1) = </a:t>
            </a:r>
            <a:r>
              <a:rPr lang="es-ES" dirty="0" err="1"/>
              <a:t>provider</a:t>
            </a:r>
            <a:r>
              <a:rPr lang="es-ES" dirty="0"/>
              <a:t>(T2),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COST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AVAIL</a:t>
            </a:r>
            <a:r>
              <a:rPr lang="es-ES" dirty="0"/>
              <a:t>,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QUOTA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RATE</a:t>
            </a:r>
            <a:endParaRPr lang="es-ES" baseline="-25000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AFAE2F5-CE55-6192-74E0-ECA1DAF99422}"/>
              </a:ext>
            </a:extLst>
          </p:cNvPr>
          <p:cNvSpPr/>
          <p:nvPr/>
        </p:nvSpPr>
        <p:spPr>
          <a:xfrm>
            <a:off x="10021313" y="4064899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T4: </a:t>
            </a:r>
            <a:r>
              <a:rPr lang="es-ES" sz="1600" dirty="0" err="1"/>
              <a:t>Send</a:t>
            </a:r>
            <a:r>
              <a:rPr lang="es-ES" sz="1600" dirty="0"/>
              <a:t> </a:t>
            </a:r>
            <a:r>
              <a:rPr lang="es-ES" sz="1600" dirty="0" err="1"/>
              <a:t>invoice</a:t>
            </a:r>
            <a:endParaRPr lang="es-ES" sz="1600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F4CBEE6F-CCE9-3580-4C2B-25CC70CFE3B9}"/>
              </a:ext>
            </a:extLst>
          </p:cNvPr>
          <p:cNvSpPr/>
          <p:nvPr/>
        </p:nvSpPr>
        <p:spPr>
          <a:xfrm>
            <a:off x="6533973" y="414129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T1: Book </a:t>
            </a:r>
            <a:r>
              <a:rPr lang="es-ES" sz="1600" dirty="0" err="1"/>
              <a:t>flights</a:t>
            </a:r>
            <a:endParaRPr lang="es-ES" sz="16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7DC91C3-9B03-B71A-3FE6-1EC7C12F74A7}"/>
              </a:ext>
            </a:extLst>
          </p:cNvPr>
          <p:cNvSpPr/>
          <p:nvPr/>
        </p:nvSpPr>
        <p:spPr>
          <a:xfrm>
            <a:off x="8289201" y="3811214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T2: Book </a:t>
            </a:r>
            <a:r>
              <a:rPr lang="es-ES" sz="1600" dirty="0" err="1"/>
              <a:t>hotels</a:t>
            </a:r>
            <a:endParaRPr lang="es-ES" sz="16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DC2BDD4-E63F-B9C3-8F07-696050E95199}"/>
              </a:ext>
            </a:extLst>
          </p:cNvPr>
          <p:cNvSpPr/>
          <p:nvPr/>
        </p:nvSpPr>
        <p:spPr>
          <a:xfrm>
            <a:off x="8297352" y="4428100"/>
            <a:ext cx="1402597" cy="476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T3: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travel</a:t>
            </a:r>
            <a:r>
              <a:rPr lang="es-ES" sz="1600" dirty="0"/>
              <a:t> </a:t>
            </a:r>
            <a:r>
              <a:rPr lang="es-ES" sz="1600" dirty="0" err="1"/>
              <a:t>insurance</a:t>
            </a:r>
            <a:endParaRPr lang="es-ES" sz="1600" dirty="0"/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933B0DF1-EBA8-F3E5-78FC-C1F88702E74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936570" y="4049376"/>
            <a:ext cx="352631" cy="3300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82DF2A54-DB67-6F8D-2B12-44BA9763EEE2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936570" y="4379452"/>
            <a:ext cx="360782" cy="286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BB958C90-E05E-F2BE-154C-0C2BE86549FF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691798" y="4049376"/>
            <a:ext cx="329515" cy="2536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93F98DFF-5FF9-E8B1-68CB-FD00F52E16A2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9699949" y="4303061"/>
            <a:ext cx="321364" cy="363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094CCED-55F6-22A9-AB1A-324A25D3B203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832779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05196E-0B8E-F396-4542-7F114CD9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8180B-6030-3E86-ACB7-44926C62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5A7EEA-2CE9-C2A0-FE0B-7FCD2BAA226B}"/>
              </a:ext>
            </a:extLst>
          </p:cNvPr>
          <p:cNvSpPr txBox="1"/>
          <p:nvPr/>
        </p:nvSpPr>
        <p:spPr>
          <a:xfrm>
            <a:off x="1113297" y="1720840"/>
            <a:ext cx="559082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Services</a:t>
            </a:r>
            <a:r>
              <a:rPr lang="es-ES" dirty="0">
                <a:solidFill>
                  <a:srgbClr val="FF0000"/>
                </a:solidFill>
              </a:rPr>
              <a:t>:</a:t>
            </a:r>
            <a:r>
              <a:rPr lang="es-ES" dirty="0"/>
              <a:t> {S1, S2}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Features</a:t>
            </a:r>
            <a:r>
              <a:rPr lang="es-ES" dirty="0">
                <a:solidFill>
                  <a:srgbClr val="FF0000"/>
                </a:solidFill>
              </a:rPr>
              <a:t>:</a:t>
            </a:r>
            <a:r>
              <a:rPr lang="es-ES" dirty="0"/>
              <a:t> {{S1</a:t>
            </a:r>
            <a:r>
              <a:rPr lang="es-ES" baseline="-25000" dirty="0"/>
              <a:t>COST</a:t>
            </a:r>
            <a:r>
              <a:rPr lang="es-ES" dirty="0"/>
              <a:t>, S1</a:t>
            </a:r>
            <a:r>
              <a:rPr lang="es-ES" baseline="-25000" dirty="0"/>
              <a:t>AVAIL</a:t>
            </a:r>
            <a:r>
              <a:rPr lang="es-ES" dirty="0"/>
              <a:t>, S1</a:t>
            </a:r>
            <a:r>
              <a:rPr lang="es-ES" baseline="-25000" dirty="0"/>
              <a:t>TIME</a:t>
            </a:r>
            <a:r>
              <a:rPr lang="es-ES" dirty="0"/>
              <a:t>}, {S2</a:t>
            </a:r>
            <a:r>
              <a:rPr lang="es-ES" baseline="-25000" dirty="0"/>
              <a:t>COST</a:t>
            </a:r>
            <a:r>
              <a:rPr lang="es-ES" dirty="0"/>
              <a:t>, S2</a:t>
            </a:r>
            <a:r>
              <a:rPr lang="es-ES" baseline="-25000" dirty="0"/>
              <a:t>AVAIL</a:t>
            </a:r>
            <a:r>
              <a:rPr lang="es-ES" dirty="0"/>
              <a:t>, S2</a:t>
            </a:r>
            <a:r>
              <a:rPr lang="es-ES" baseline="-25000" dirty="0"/>
              <a:t>TIME</a:t>
            </a:r>
            <a:r>
              <a:rPr lang="es-ES" dirty="0"/>
              <a:t>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T4</a:t>
            </a:r>
          </a:p>
          <a:p>
            <a:endParaRPr lang="es-ES" dirty="0"/>
          </a:p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-webkit-standard"/>
              </a:rPr>
              <a:t>Ⓑ</a:t>
            </a:r>
            <a:r>
              <a:rPr lang="es-ES" baseline="-25000" dirty="0">
                <a:solidFill>
                  <a:srgbClr val="000000"/>
                </a:solidFill>
                <a:latin typeface="-webkit-standard"/>
              </a:rPr>
              <a:t>QUOTA</a:t>
            </a:r>
            <a:r>
              <a:rPr lang="es-ES" dirty="0"/>
              <a:t> &lt; 200 €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COST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AVAIL</a:t>
            </a:r>
            <a:r>
              <a:rPr lang="es-ES" dirty="0"/>
              <a:t>,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endParaRPr lang="es-ES" baseline="-25000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19193331-E41F-5C05-5D21-B60010618EAA}"/>
              </a:ext>
            </a:extLst>
          </p:cNvPr>
          <p:cNvSpPr/>
          <p:nvPr/>
        </p:nvSpPr>
        <p:spPr>
          <a:xfrm>
            <a:off x="8627998" y="4641157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2948F931-B286-6447-42BF-DCA8C68E81A7}"/>
              </a:ext>
            </a:extLst>
          </p:cNvPr>
          <p:cNvSpPr/>
          <p:nvPr/>
        </p:nvSpPr>
        <p:spPr>
          <a:xfrm rot="5400000">
            <a:off x="9416847" y="3007625"/>
            <a:ext cx="519111" cy="27270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86B3BD-2F75-1C08-A388-464E7BDB0738}"/>
              </a:ext>
            </a:extLst>
          </p:cNvPr>
          <p:cNvSpPr txBox="1"/>
          <p:nvPr/>
        </p:nvSpPr>
        <p:spPr>
          <a:xfrm>
            <a:off x="8312889" y="4017073"/>
            <a:ext cx="272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S1: </a:t>
            </a:r>
            <a:r>
              <a:rPr lang="es-ES" dirty="0" err="1"/>
              <a:t>SendGrid</a:t>
            </a:r>
            <a:r>
              <a:rPr lang="es-ES" dirty="0"/>
              <a:t>, S2: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E2CCCD3-8DF9-59EC-452E-AB4C680D3585}"/>
              </a:ext>
            </a:extLst>
          </p:cNvPr>
          <p:cNvSpPr txBox="1"/>
          <p:nvPr/>
        </p:nvSpPr>
        <p:spPr>
          <a:xfrm>
            <a:off x="8743293" y="5742678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BS(T4) = 2 </a:t>
            </a:r>
            <a:r>
              <a:rPr lang="es-ES" dirty="0" err="1"/>
              <a:t>bindings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116409B-992F-C7B5-2F36-5601AB3D567C}"/>
              </a:ext>
            </a:extLst>
          </p:cNvPr>
          <p:cNvSpPr txBox="1"/>
          <p:nvPr/>
        </p:nvSpPr>
        <p:spPr>
          <a:xfrm>
            <a:off x="9300336" y="342815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QACO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53782A5-81DD-377A-49F0-6AA32F56EC32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40684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8700A4-1DC2-52FC-FB06-737A02BC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6B1AE-F24D-D2D9-4B0F-68508FB4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C7996C-1F1B-288C-9370-734BB34E2306}"/>
              </a:ext>
            </a:extLst>
          </p:cNvPr>
          <p:cNvSpPr txBox="1"/>
          <p:nvPr/>
        </p:nvSpPr>
        <p:spPr>
          <a:xfrm>
            <a:off x="1113297" y="1720840"/>
            <a:ext cx="1089939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Tasks</a:t>
            </a:r>
            <a:r>
              <a:rPr lang="es-ES" dirty="0"/>
              <a:t>: {T4}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Services</a:t>
            </a:r>
            <a:r>
              <a:rPr lang="es-ES" dirty="0">
                <a:solidFill>
                  <a:srgbClr val="FF0000"/>
                </a:solidFill>
              </a:rPr>
              <a:t>: </a:t>
            </a:r>
            <a:r>
              <a:rPr lang="es-ES" dirty="0"/>
              <a:t>{{S1</a:t>
            </a:r>
            <a:r>
              <a:rPr lang="es-ES" baseline="-25000" dirty="0"/>
              <a:t>1</a:t>
            </a:r>
            <a:r>
              <a:rPr lang="es-ES" dirty="0"/>
              <a:t>, S1</a:t>
            </a:r>
            <a:r>
              <a:rPr lang="es-ES" baseline="-25000" dirty="0"/>
              <a:t>2</a:t>
            </a:r>
            <a:r>
              <a:rPr lang="es-ES" dirty="0"/>
              <a:t>, S1</a:t>
            </a:r>
            <a:r>
              <a:rPr lang="es-ES" baseline="-25000" dirty="0"/>
              <a:t>3</a:t>
            </a:r>
            <a:r>
              <a:rPr lang="es-ES" dirty="0"/>
              <a:t>, …, S1</a:t>
            </a:r>
            <a:r>
              <a:rPr lang="es-ES" baseline="-25000" dirty="0"/>
              <a:t>57 </a:t>
            </a:r>
            <a:r>
              <a:rPr lang="es-ES" dirty="0"/>
              <a:t>}, {S2</a:t>
            </a:r>
            <a:r>
              <a:rPr lang="es-ES" baseline="-25000" dirty="0"/>
              <a:t>1</a:t>
            </a:r>
            <a:r>
              <a:rPr lang="es-ES" dirty="0"/>
              <a:t>, S2</a:t>
            </a:r>
            <a:r>
              <a:rPr lang="es-ES" baseline="-25000" dirty="0"/>
              <a:t>2</a:t>
            </a:r>
            <a:r>
              <a:rPr lang="es-ES" dirty="0"/>
              <a:t>, S2</a:t>
            </a:r>
            <a:r>
              <a:rPr lang="es-ES" baseline="-25000" dirty="0"/>
              <a:t>3</a:t>
            </a:r>
            <a:r>
              <a:rPr lang="es-ES" dirty="0"/>
              <a:t>, …, S2</a:t>
            </a:r>
            <a:r>
              <a:rPr lang="es-ES" baseline="-25000" dirty="0"/>
              <a:t>73</a:t>
            </a:r>
            <a:r>
              <a:rPr lang="es-ES" dirty="0"/>
              <a:t>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0000"/>
                </a:solidFill>
              </a:rPr>
              <a:t>Features</a:t>
            </a:r>
            <a:r>
              <a:rPr lang="es-ES" dirty="0">
                <a:solidFill>
                  <a:srgbClr val="FF0000"/>
                </a:solidFill>
              </a:rPr>
              <a:t>: </a:t>
            </a:r>
            <a:r>
              <a:rPr lang="es-ES" dirty="0"/>
              <a:t>{{{S1</a:t>
            </a:r>
            <a:r>
              <a:rPr lang="es-ES" baseline="-25000" dirty="0"/>
              <a:t>1_COST</a:t>
            </a:r>
            <a:r>
              <a:rPr lang="es-ES" dirty="0"/>
              <a:t>, S1</a:t>
            </a:r>
            <a:r>
              <a:rPr lang="es-ES" baseline="-25000" dirty="0"/>
              <a:t>1_AVAIL</a:t>
            </a:r>
            <a:r>
              <a:rPr lang="es-ES" dirty="0"/>
              <a:t>, S1</a:t>
            </a:r>
            <a:r>
              <a:rPr lang="es-ES" baseline="-25000" dirty="0"/>
              <a:t>1_TIME</a:t>
            </a:r>
            <a:r>
              <a:rPr lang="es-ES" dirty="0"/>
              <a:t>, S1</a:t>
            </a:r>
            <a:r>
              <a:rPr lang="es-ES" baseline="-25000" dirty="0"/>
              <a:t>1_QUOTA</a:t>
            </a:r>
            <a:r>
              <a:rPr lang="es-ES" dirty="0"/>
              <a:t> , S1</a:t>
            </a:r>
            <a:r>
              <a:rPr lang="es-ES" baseline="-25000" dirty="0"/>
              <a:t>1_USERS</a:t>
            </a:r>
            <a:r>
              <a:rPr lang="es-ES" dirty="0"/>
              <a:t>}, {S1</a:t>
            </a:r>
            <a:r>
              <a:rPr lang="es-ES" baseline="-25000" dirty="0"/>
              <a:t>2_COST</a:t>
            </a:r>
            <a:r>
              <a:rPr lang="es-ES" dirty="0"/>
              <a:t>, S1</a:t>
            </a:r>
            <a:r>
              <a:rPr lang="es-ES" baseline="-25000" dirty="0"/>
              <a:t>2_AVAIL</a:t>
            </a:r>
            <a:r>
              <a:rPr lang="es-ES" dirty="0"/>
              <a:t>, S1</a:t>
            </a:r>
            <a:r>
              <a:rPr lang="es-ES" baseline="-25000" dirty="0"/>
              <a:t>2_TIME</a:t>
            </a:r>
            <a:r>
              <a:rPr lang="es-ES" dirty="0"/>
              <a:t> , S1</a:t>
            </a:r>
            <a:r>
              <a:rPr lang="es-ES" baseline="-25000" dirty="0"/>
              <a:t>2_QUOTA</a:t>
            </a:r>
            <a:r>
              <a:rPr lang="es-ES" dirty="0"/>
              <a:t> , S1</a:t>
            </a:r>
            <a:r>
              <a:rPr lang="es-ES" baseline="-25000" dirty="0"/>
              <a:t>2_USERS</a:t>
            </a:r>
            <a:r>
              <a:rPr lang="es-ES" dirty="0"/>
              <a:t>},…}, …,}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Graph</a:t>
            </a:r>
            <a:r>
              <a:rPr lang="es-ES" dirty="0"/>
              <a:t>: T4</a:t>
            </a:r>
          </a:p>
          <a:p>
            <a:endParaRPr lang="es-ES" dirty="0"/>
          </a:p>
          <a:p>
            <a:r>
              <a:rPr lang="es-ES" dirty="0" err="1"/>
              <a:t>Problem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Demand</a:t>
            </a:r>
            <a:r>
              <a:rPr lang="es-ES" dirty="0"/>
              <a:t> (D):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-webkit-standard"/>
              </a:rPr>
              <a:t>Ⓑ</a:t>
            </a:r>
            <a:r>
              <a:rPr lang="es-ES" baseline="-25000" dirty="0">
                <a:solidFill>
                  <a:srgbClr val="000000"/>
                </a:solidFill>
                <a:latin typeface="-webkit-standard"/>
              </a:rPr>
              <a:t>QUOTA</a:t>
            </a:r>
            <a:r>
              <a:rPr lang="es-ES" dirty="0"/>
              <a:t> &lt; 200 €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-webkit-standard"/>
              </a:rPr>
              <a:t>Ⓑ</a:t>
            </a:r>
            <a:r>
              <a:rPr lang="es-ES" baseline="-25000" dirty="0">
                <a:solidFill>
                  <a:srgbClr val="000000"/>
                </a:solidFill>
                <a:latin typeface="-webkit-standard"/>
              </a:rPr>
              <a:t>QUOTA</a:t>
            </a:r>
            <a:r>
              <a:rPr lang="es-ES" dirty="0"/>
              <a:t> &gt;= 100 mails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b="0" i="0" u="none" strike="noStrike" baseline="-25000" dirty="0">
                <a:solidFill>
                  <a:srgbClr val="000000"/>
                </a:solidFill>
                <a:effectLst/>
                <a:latin typeface="-webkit-standard"/>
              </a:rPr>
              <a:t>USERS</a:t>
            </a:r>
            <a:r>
              <a:rPr lang="es-ES" dirty="0"/>
              <a:t> &gt; 10 </a:t>
            </a:r>
            <a:r>
              <a:rPr lang="es-ES" dirty="0" err="1"/>
              <a:t>users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Optimization</a:t>
            </a:r>
            <a:r>
              <a:rPr lang="es-ES" dirty="0"/>
              <a:t> (O): </a:t>
            </a:r>
            <a:r>
              <a:rPr lang="es-ES" dirty="0" err="1"/>
              <a:t>min</a:t>
            </a:r>
            <a:r>
              <a:rPr lang="es-ES" baseline="-25000" dirty="0" err="1"/>
              <a:t>COST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AVAIL</a:t>
            </a:r>
            <a:r>
              <a:rPr lang="es-ES" dirty="0"/>
              <a:t>, </a:t>
            </a:r>
            <a:r>
              <a:rPr lang="es-ES" dirty="0" err="1"/>
              <a:t>min</a:t>
            </a:r>
            <a:r>
              <a:rPr lang="es-ES" baseline="-25000" dirty="0" err="1"/>
              <a:t>TIME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QUOTA</a:t>
            </a:r>
            <a:r>
              <a:rPr lang="es-ES" dirty="0"/>
              <a:t>, </a:t>
            </a:r>
            <a:r>
              <a:rPr lang="es-ES" dirty="0" err="1"/>
              <a:t>max</a:t>
            </a:r>
            <a:r>
              <a:rPr lang="es-ES" baseline="-25000" dirty="0" err="1"/>
              <a:t>USERS</a:t>
            </a:r>
            <a:endParaRPr lang="es-ES" baseline="-25000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39D9CC8-5C05-A947-BDFC-E6020557C18D}"/>
              </a:ext>
            </a:extLst>
          </p:cNvPr>
          <p:cNvSpPr/>
          <p:nvPr/>
        </p:nvSpPr>
        <p:spPr>
          <a:xfrm>
            <a:off x="8627998" y="4641157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A238CFA7-F645-2658-6E1B-6C270E63FC77}"/>
              </a:ext>
            </a:extLst>
          </p:cNvPr>
          <p:cNvSpPr/>
          <p:nvPr/>
        </p:nvSpPr>
        <p:spPr>
          <a:xfrm rot="5400000">
            <a:off x="9416847" y="3007625"/>
            <a:ext cx="519111" cy="27270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9BD0EE-08AD-034F-2DA8-DF5ECE8E3D70}"/>
              </a:ext>
            </a:extLst>
          </p:cNvPr>
          <p:cNvSpPr txBox="1"/>
          <p:nvPr/>
        </p:nvSpPr>
        <p:spPr>
          <a:xfrm>
            <a:off x="8312889" y="4017073"/>
            <a:ext cx="272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S1: </a:t>
            </a:r>
            <a:r>
              <a:rPr lang="es-ES" dirty="0" err="1"/>
              <a:t>SendGrid</a:t>
            </a:r>
            <a:r>
              <a:rPr lang="es-ES" dirty="0"/>
              <a:t>, S2: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93F79DAD-987A-2BAD-1C40-545575EA673E}"/>
              </a:ext>
            </a:extLst>
          </p:cNvPr>
          <p:cNvSpPr/>
          <p:nvPr/>
        </p:nvSpPr>
        <p:spPr>
          <a:xfrm rot="5400000">
            <a:off x="8826178" y="3253175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FB74634-E5CF-7077-A3BA-ED5FE46A6BDE}"/>
              </a:ext>
            </a:extLst>
          </p:cNvPr>
          <p:cNvSpPr txBox="1"/>
          <p:nvPr/>
        </p:nvSpPr>
        <p:spPr>
          <a:xfrm>
            <a:off x="8516182" y="344480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57 </a:t>
            </a:r>
            <a:r>
              <a:rPr lang="es-ES" dirty="0" err="1"/>
              <a:t>configs</a:t>
            </a:r>
            <a:endParaRPr lang="es-ES" dirty="0"/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7BE85171-08B3-FB05-3650-2C69C8A9D996}"/>
              </a:ext>
            </a:extLst>
          </p:cNvPr>
          <p:cNvSpPr/>
          <p:nvPr/>
        </p:nvSpPr>
        <p:spPr>
          <a:xfrm rot="5400000">
            <a:off x="10044495" y="3250186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EC1C03-C579-CFA6-9AFE-3B2C5138970A}"/>
              </a:ext>
            </a:extLst>
          </p:cNvPr>
          <p:cNvSpPr txBox="1"/>
          <p:nvPr/>
        </p:nvSpPr>
        <p:spPr>
          <a:xfrm>
            <a:off x="9761569" y="344567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73 </a:t>
            </a:r>
            <a:r>
              <a:rPr lang="es-ES" dirty="0" err="1"/>
              <a:t>configs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BC15F98-04D9-75AB-90E5-6107F08F9152}"/>
              </a:ext>
            </a:extLst>
          </p:cNvPr>
          <p:cNvSpPr txBox="1"/>
          <p:nvPr/>
        </p:nvSpPr>
        <p:spPr>
          <a:xfrm>
            <a:off x="8566544" y="5730321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BS(T4) = 130 </a:t>
            </a:r>
            <a:r>
              <a:rPr lang="es-ES" dirty="0" err="1"/>
              <a:t>bindings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C311FD-6B84-05D7-D42B-2EB0015B7AAE}"/>
              </a:ext>
            </a:extLst>
          </p:cNvPr>
          <p:cNvSpPr txBox="1"/>
          <p:nvPr/>
        </p:nvSpPr>
        <p:spPr>
          <a:xfrm>
            <a:off x="9300337" y="3106395"/>
            <a:ext cx="717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PACO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B2D336-799F-2123-B983-43A872066383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532280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3E77-C40A-D258-50D8-21332A76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A24FD-D807-85D7-9228-1ACC5EFB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23EEC09D-D72C-CDA2-4062-FC43D76207BB}"/>
              </a:ext>
            </a:extLst>
          </p:cNvPr>
          <p:cNvSpPr/>
          <p:nvPr/>
        </p:nvSpPr>
        <p:spPr>
          <a:xfrm>
            <a:off x="2280359" y="3329502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B313295F-A002-C3F2-B869-9529AC09C359}"/>
              </a:ext>
            </a:extLst>
          </p:cNvPr>
          <p:cNvSpPr/>
          <p:nvPr/>
        </p:nvSpPr>
        <p:spPr>
          <a:xfrm rot="5400000">
            <a:off x="3069208" y="1695970"/>
            <a:ext cx="519111" cy="27270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486B4B-44B7-A8C8-4AF9-CBD4084A2682}"/>
              </a:ext>
            </a:extLst>
          </p:cNvPr>
          <p:cNvSpPr txBox="1"/>
          <p:nvPr/>
        </p:nvSpPr>
        <p:spPr>
          <a:xfrm>
            <a:off x="1965250" y="2705418"/>
            <a:ext cx="272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S1: </a:t>
            </a:r>
            <a:r>
              <a:rPr lang="es-ES" dirty="0" err="1"/>
              <a:t>SendGrid</a:t>
            </a:r>
            <a:r>
              <a:rPr lang="es-ES" dirty="0"/>
              <a:t>, S2: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0C1A37A-5095-524F-3EE9-C1EAF1D09854}"/>
              </a:ext>
            </a:extLst>
          </p:cNvPr>
          <p:cNvSpPr txBox="1"/>
          <p:nvPr/>
        </p:nvSpPr>
        <p:spPr>
          <a:xfrm>
            <a:off x="2395654" y="4431023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BS(T4) = 2 </a:t>
            </a:r>
            <a:r>
              <a:rPr lang="es-ES" dirty="0" err="1"/>
              <a:t>bindings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CBF52AA-395B-329D-4CAC-7D471084B554}"/>
              </a:ext>
            </a:extLst>
          </p:cNvPr>
          <p:cNvSpPr txBox="1"/>
          <p:nvPr/>
        </p:nvSpPr>
        <p:spPr>
          <a:xfrm>
            <a:off x="2952697" y="2116499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QACO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372D4B3-1AE3-9391-5A74-626EDAF70C13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15/20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CC2DD3B-5C97-1571-949B-7EDDFBCE517A}"/>
              </a:ext>
            </a:extLst>
          </p:cNvPr>
          <p:cNvSpPr/>
          <p:nvPr/>
        </p:nvSpPr>
        <p:spPr>
          <a:xfrm>
            <a:off x="7814831" y="3339964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09BCA507-3ED9-77C0-EF7E-BA8E4CE69029}"/>
              </a:ext>
            </a:extLst>
          </p:cNvPr>
          <p:cNvSpPr/>
          <p:nvPr/>
        </p:nvSpPr>
        <p:spPr>
          <a:xfrm rot="5400000">
            <a:off x="8603680" y="1706432"/>
            <a:ext cx="519111" cy="27270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B2205E-D852-23D0-40A0-C71DD09BF1D7}"/>
              </a:ext>
            </a:extLst>
          </p:cNvPr>
          <p:cNvSpPr txBox="1"/>
          <p:nvPr/>
        </p:nvSpPr>
        <p:spPr>
          <a:xfrm>
            <a:off x="7499722" y="2715880"/>
            <a:ext cx="272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S1: </a:t>
            </a:r>
            <a:r>
              <a:rPr lang="es-ES" dirty="0" err="1"/>
              <a:t>SendGrid</a:t>
            </a:r>
            <a:r>
              <a:rPr lang="es-ES" dirty="0"/>
              <a:t>, S2: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10" name="Cerrar llave 9">
            <a:extLst>
              <a:ext uri="{FF2B5EF4-FFF2-40B4-BE49-F238E27FC236}">
                <a16:creationId xmlns:a16="http://schemas.microsoft.com/office/drawing/2014/main" id="{F843504D-9213-6270-6E74-9C53079433B5}"/>
              </a:ext>
            </a:extLst>
          </p:cNvPr>
          <p:cNvSpPr/>
          <p:nvPr/>
        </p:nvSpPr>
        <p:spPr>
          <a:xfrm rot="5400000">
            <a:off x="8013011" y="1951982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C2EA53F-3A68-A809-0912-55CD38358B80}"/>
              </a:ext>
            </a:extLst>
          </p:cNvPr>
          <p:cNvSpPr txBox="1"/>
          <p:nvPr/>
        </p:nvSpPr>
        <p:spPr>
          <a:xfrm>
            <a:off x="7703015" y="214361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57 </a:t>
            </a:r>
            <a:r>
              <a:rPr lang="es-ES" dirty="0" err="1"/>
              <a:t>configs</a:t>
            </a:r>
            <a:endParaRPr lang="es-ES" dirty="0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D83E14B4-23E8-213C-661C-F671BECBC977}"/>
              </a:ext>
            </a:extLst>
          </p:cNvPr>
          <p:cNvSpPr/>
          <p:nvPr/>
        </p:nvSpPr>
        <p:spPr>
          <a:xfrm rot="5400000">
            <a:off x="9231328" y="1948993"/>
            <a:ext cx="463302" cy="1132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1458E6-BC55-377E-1D11-E43C8EC9FF3B}"/>
              </a:ext>
            </a:extLst>
          </p:cNvPr>
          <p:cNvSpPr txBox="1"/>
          <p:nvPr/>
        </p:nvSpPr>
        <p:spPr>
          <a:xfrm>
            <a:off x="8948402" y="214447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73 </a:t>
            </a:r>
            <a:r>
              <a:rPr lang="es-ES" dirty="0" err="1"/>
              <a:t>configs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274ABB-4F0A-4E4C-BBCE-718CA6C3476E}"/>
              </a:ext>
            </a:extLst>
          </p:cNvPr>
          <p:cNvSpPr txBox="1"/>
          <p:nvPr/>
        </p:nvSpPr>
        <p:spPr>
          <a:xfrm>
            <a:off x="7753377" y="4429128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BS(T4) = 130 </a:t>
            </a:r>
            <a:r>
              <a:rPr lang="es-ES" dirty="0" err="1"/>
              <a:t>bindings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70017D-4FD0-9D47-A8FA-9FF851A3837B}"/>
              </a:ext>
            </a:extLst>
          </p:cNvPr>
          <p:cNvSpPr txBox="1"/>
          <p:nvPr/>
        </p:nvSpPr>
        <p:spPr>
          <a:xfrm>
            <a:off x="8487170" y="1805202"/>
            <a:ext cx="717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PACO</a:t>
            </a:r>
          </a:p>
        </p:txBody>
      </p:sp>
    </p:spTree>
    <p:extLst>
      <p:ext uri="{BB962C8B-B14F-4D97-AF65-F5344CB8AC3E}">
        <p14:creationId xmlns:p14="http://schemas.microsoft.com/office/powerpoint/2010/main" val="2620508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73F31-9A51-9BB2-3987-672EF134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4FD645-B110-7007-0BE1-EA68D796C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37 SaaS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Config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Space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(13568;11776;11268;10367;1896;1152;786;85;79;44;40;33;25;24;20;16;16;15;11;10;8;8;7;7;7;6;5;4;4;4;4;4;4;3;3;3;3)</a:t>
            </a:r>
            <a:endParaRPr lang="es-ES" sz="2400" dirty="0">
              <a:solidFill>
                <a:srgbClr val="000000"/>
              </a:solidFill>
              <a:latin typeface="Helvetica" pitchFamily="2" charset="0"/>
            </a:endParaRPr>
          </a:p>
          <a:p>
            <a:pPr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Media: 1386.89189</a:t>
            </a:r>
          </a:p>
          <a:p>
            <a:pPr>
              <a:buNone/>
            </a:pPr>
            <a:r>
              <a:rPr lang="es-ES" sz="2400" dirty="0">
                <a:solidFill>
                  <a:srgbClr val="000000"/>
                </a:solidFill>
                <a:latin typeface="Helvetica" pitchFamily="2" charset="0"/>
              </a:rPr>
              <a:t>Mediana: 11</a:t>
            </a:r>
          </a:p>
          <a:p>
            <a:pPr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Moda: 4</a:t>
            </a:r>
          </a:p>
          <a:p>
            <a:pPr>
              <a:buNone/>
            </a:pPr>
            <a:endParaRPr lang="es-ES" sz="2400" dirty="0">
              <a:solidFill>
                <a:srgbClr val="000000"/>
              </a:solidFill>
              <a:latin typeface="Helvetica" pitchFamily="2" charset="0"/>
            </a:endParaRPr>
          </a:p>
          <a:p>
            <a:pPr>
              <a:buNone/>
            </a:pP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Trends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in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Industry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Support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effectLst/>
                <a:latin typeface="Helvetica" pitchFamily="2" charset="0"/>
              </a:rPr>
              <a:t>DevOps in SaaS (2025)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4524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3F1A-6A6A-7FDC-4986-FD8362C3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68C8-6E95-4BB9-AE1B-8C6773B8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4" name="Google Shape;3799;p46">
            <a:extLst>
              <a:ext uri="{FF2B5EF4-FFF2-40B4-BE49-F238E27FC236}">
                <a16:creationId xmlns:a16="http://schemas.microsoft.com/office/drawing/2014/main" id="{2AEB7461-6DE7-60DB-41BF-66763BA4B2AB}"/>
              </a:ext>
            </a:extLst>
          </p:cNvPr>
          <p:cNvSpPr/>
          <p:nvPr/>
        </p:nvSpPr>
        <p:spPr>
          <a:xfrm>
            <a:off x="4580077" y="1881960"/>
            <a:ext cx="1929058" cy="1531896"/>
          </a:xfrm>
          <a:custGeom>
            <a:avLst/>
            <a:gdLst/>
            <a:ahLst/>
            <a:cxnLst/>
            <a:rect l="l" t="t" r="r" b="b"/>
            <a:pathLst>
              <a:path w="127950" h="105145" extrusionOk="0">
                <a:moveTo>
                  <a:pt x="18697" y="0"/>
                </a:moveTo>
                <a:cubicBezTo>
                  <a:pt x="8371" y="0"/>
                  <a:pt x="1" y="8371"/>
                  <a:pt x="1" y="18697"/>
                </a:cubicBezTo>
                <a:lnTo>
                  <a:pt x="1" y="105145"/>
                </a:lnTo>
                <a:lnTo>
                  <a:pt x="36857" y="105145"/>
                </a:lnTo>
                <a:cubicBezTo>
                  <a:pt x="35719" y="102283"/>
                  <a:pt x="35385" y="99165"/>
                  <a:pt x="35897" y="96130"/>
                </a:cubicBezTo>
                <a:cubicBezTo>
                  <a:pt x="37137" y="88648"/>
                  <a:pt x="43398" y="82793"/>
                  <a:pt x="50957" y="82096"/>
                </a:cubicBezTo>
                <a:cubicBezTo>
                  <a:pt x="51501" y="82045"/>
                  <a:pt x="52041" y="82020"/>
                  <a:pt x="52575" y="82020"/>
                </a:cubicBezTo>
                <a:cubicBezTo>
                  <a:pt x="61906" y="82020"/>
                  <a:pt x="69475" y="89593"/>
                  <a:pt x="69475" y="98926"/>
                </a:cubicBezTo>
                <a:cubicBezTo>
                  <a:pt x="69475" y="101055"/>
                  <a:pt x="69070" y="103165"/>
                  <a:pt x="68283" y="105145"/>
                </a:cubicBezTo>
                <a:lnTo>
                  <a:pt x="105145" y="105145"/>
                </a:lnTo>
                <a:lnTo>
                  <a:pt x="105145" y="68419"/>
                </a:lnTo>
                <a:cubicBezTo>
                  <a:pt x="106958" y="69088"/>
                  <a:pt x="108908" y="69476"/>
                  <a:pt x="110955" y="69476"/>
                </a:cubicBezTo>
                <a:cubicBezTo>
                  <a:pt x="111990" y="69476"/>
                  <a:pt x="113050" y="69377"/>
                  <a:pt x="114130" y="69164"/>
                </a:cubicBezTo>
                <a:cubicBezTo>
                  <a:pt x="121952" y="67632"/>
                  <a:pt x="127801" y="60687"/>
                  <a:pt x="127866" y="52715"/>
                </a:cubicBezTo>
                <a:cubicBezTo>
                  <a:pt x="127950" y="43313"/>
                  <a:pt x="120348" y="35664"/>
                  <a:pt x="110964" y="35664"/>
                </a:cubicBezTo>
                <a:cubicBezTo>
                  <a:pt x="108979" y="35670"/>
                  <a:pt x="107005" y="36028"/>
                  <a:pt x="105145" y="36720"/>
                </a:cubicBezTo>
                <a:lnTo>
                  <a:pt x="105145" y="0"/>
                </a:lnTo>
                <a:close/>
              </a:path>
            </a:pathLst>
          </a:custGeom>
          <a:solidFill>
            <a:srgbClr val="7A002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3800;p46">
            <a:extLst>
              <a:ext uri="{FF2B5EF4-FFF2-40B4-BE49-F238E27FC236}">
                <a16:creationId xmlns:a16="http://schemas.microsoft.com/office/drawing/2014/main" id="{9A954FB1-A886-871B-C735-3032D4E5C351}"/>
              </a:ext>
            </a:extLst>
          </p:cNvPr>
          <p:cNvSpPr/>
          <p:nvPr/>
        </p:nvSpPr>
        <p:spPr>
          <a:xfrm>
            <a:off x="4576272" y="3065306"/>
            <a:ext cx="1585236" cy="1862954"/>
          </a:xfrm>
          <a:custGeom>
            <a:avLst/>
            <a:gdLst/>
            <a:ahLst/>
            <a:cxnLst/>
            <a:rect l="l" t="t" r="r" b="b"/>
            <a:pathLst>
              <a:path w="105145" h="127868" extrusionOk="0">
                <a:moveTo>
                  <a:pt x="52573" y="1"/>
                </a:moveTo>
                <a:cubicBezTo>
                  <a:pt x="43236" y="1"/>
                  <a:pt x="35664" y="7567"/>
                  <a:pt x="35664" y="16910"/>
                </a:cubicBezTo>
                <a:cubicBezTo>
                  <a:pt x="35670" y="18895"/>
                  <a:pt x="36028" y="20862"/>
                  <a:pt x="36720" y="22722"/>
                </a:cubicBezTo>
                <a:lnTo>
                  <a:pt x="0" y="22722"/>
                </a:lnTo>
                <a:lnTo>
                  <a:pt x="0" y="110011"/>
                </a:lnTo>
                <a:cubicBezTo>
                  <a:pt x="0" y="119872"/>
                  <a:pt x="7995" y="127867"/>
                  <a:pt x="17862" y="127867"/>
                </a:cubicBezTo>
                <a:lnTo>
                  <a:pt x="105145" y="127867"/>
                </a:lnTo>
                <a:lnTo>
                  <a:pt x="105145" y="91010"/>
                </a:lnTo>
                <a:cubicBezTo>
                  <a:pt x="103158" y="91801"/>
                  <a:pt x="101044" y="92206"/>
                  <a:pt x="98916" y="92206"/>
                </a:cubicBezTo>
                <a:cubicBezTo>
                  <a:pt x="98350" y="92206"/>
                  <a:pt x="97782" y="92177"/>
                  <a:pt x="97215" y="92119"/>
                </a:cubicBezTo>
                <a:cubicBezTo>
                  <a:pt x="88869" y="91267"/>
                  <a:pt x="82269" y="84184"/>
                  <a:pt x="82024" y="75802"/>
                </a:cubicBezTo>
                <a:cubicBezTo>
                  <a:pt x="81744" y="66233"/>
                  <a:pt x="89417" y="58393"/>
                  <a:pt x="98920" y="58393"/>
                </a:cubicBezTo>
                <a:cubicBezTo>
                  <a:pt x="101055" y="58393"/>
                  <a:pt x="103159" y="58792"/>
                  <a:pt x="105139" y="59585"/>
                </a:cubicBezTo>
                <a:lnTo>
                  <a:pt x="105139" y="22728"/>
                </a:lnTo>
                <a:lnTo>
                  <a:pt x="68419" y="22728"/>
                </a:lnTo>
                <a:cubicBezTo>
                  <a:pt x="69427" y="19992"/>
                  <a:pt x="69796" y="16951"/>
                  <a:pt x="69164" y="13738"/>
                </a:cubicBezTo>
                <a:cubicBezTo>
                  <a:pt x="67632" y="5922"/>
                  <a:pt x="60686" y="73"/>
                  <a:pt x="52715" y="2"/>
                </a:cubicBezTo>
                <a:cubicBezTo>
                  <a:pt x="52668" y="1"/>
                  <a:pt x="52620" y="1"/>
                  <a:pt x="52573" y="1"/>
                </a:cubicBezTo>
                <a:close/>
              </a:path>
            </a:pathLst>
          </a:custGeom>
          <a:solidFill>
            <a:srgbClr val="A8003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3801;p46">
            <a:extLst>
              <a:ext uri="{FF2B5EF4-FFF2-40B4-BE49-F238E27FC236}">
                <a16:creationId xmlns:a16="http://schemas.microsoft.com/office/drawing/2014/main" id="{74C26454-2295-0CE5-22FE-DE78C507771B}"/>
              </a:ext>
            </a:extLst>
          </p:cNvPr>
          <p:cNvSpPr/>
          <p:nvPr/>
        </p:nvSpPr>
        <p:spPr>
          <a:xfrm>
            <a:off x="6157972" y="1881960"/>
            <a:ext cx="1585251" cy="1847722"/>
          </a:xfrm>
          <a:custGeom>
            <a:avLst/>
            <a:gdLst/>
            <a:ahLst/>
            <a:cxnLst/>
            <a:rect l="l" t="t" r="r" b="b"/>
            <a:pathLst>
              <a:path w="105146" h="127873" extrusionOk="0">
                <a:moveTo>
                  <a:pt x="1" y="1"/>
                </a:moveTo>
                <a:lnTo>
                  <a:pt x="1" y="36857"/>
                </a:lnTo>
                <a:cubicBezTo>
                  <a:pt x="1988" y="36066"/>
                  <a:pt x="4101" y="35662"/>
                  <a:pt x="6229" y="35662"/>
                </a:cubicBezTo>
                <a:cubicBezTo>
                  <a:pt x="6796" y="35662"/>
                  <a:pt x="7364" y="35691"/>
                  <a:pt x="7930" y="35748"/>
                </a:cubicBezTo>
                <a:cubicBezTo>
                  <a:pt x="16277" y="36595"/>
                  <a:pt x="22877" y="43684"/>
                  <a:pt x="23121" y="52066"/>
                </a:cubicBezTo>
                <a:cubicBezTo>
                  <a:pt x="23396" y="61635"/>
                  <a:pt x="15722" y="69481"/>
                  <a:pt x="6219" y="69481"/>
                </a:cubicBezTo>
                <a:cubicBezTo>
                  <a:pt x="4091" y="69475"/>
                  <a:pt x="1980" y="69076"/>
                  <a:pt x="1" y="68289"/>
                </a:cubicBezTo>
                <a:lnTo>
                  <a:pt x="1" y="105145"/>
                </a:lnTo>
                <a:lnTo>
                  <a:pt x="36720" y="105145"/>
                </a:lnTo>
                <a:cubicBezTo>
                  <a:pt x="35719" y="107882"/>
                  <a:pt x="35343" y="110916"/>
                  <a:pt x="35975" y="114130"/>
                </a:cubicBezTo>
                <a:cubicBezTo>
                  <a:pt x="37513" y="121952"/>
                  <a:pt x="44459" y="127801"/>
                  <a:pt x="52424" y="127872"/>
                </a:cubicBezTo>
                <a:cubicBezTo>
                  <a:pt x="52472" y="127873"/>
                  <a:pt x="52519" y="127873"/>
                  <a:pt x="52567" y="127873"/>
                </a:cubicBezTo>
                <a:cubicBezTo>
                  <a:pt x="61909" y="127873"/>
                  <a:pt x="69481" y="120301"/>
                  <a:pt x="69481" y="110964"/>
                </a:cubicBezTo>
                <a:cubicBezTo>
                  <a:pt x="69475" y="108979"/>
                  <a:pt x="69118" y="107005"/>
                  <a:pt x="68426" y="105145"/>
                </a:cubicBezTo>
                <a:lnTo>
                  <a:pt x="105145" y="105145"/>
                </a:lnTo>
                <a:lnTo>
                  <a:pt x="105145" y="16354"/>
                </a:lnTo>
                <a:cubicBezTo>
                  <a:pt x="105140" y="7328"/>
                  <a:pt x="97818" y="1"/>
                  <a:pt x="88786" y="1"/>
                </a:cubicBezTo>
                <a:close/>
              </a:path>
            </a:pathLst>
          </a:custGeom>
          <a:solidFill>
            <a:srgbClr val="BE324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802;p46">
            <a:extLst>
              <a:ext uri="{FF2B5EF4-FFF2-40B4-BE49-F238E27FC236}">
                <a16:creationId xmlns:a16="http://schemas.microsoft.com/office/drawing/2014/main" id="{1C191334-BA14-6A39-81DE-205114D070E6}"/>
              </a:ext>
            </a:extLst>
          </p:cNvPr>
          <p:cNvSpPr/>
          <p:nvPr/>
        </p:nvSpPr>
        <p:spPr>
          <a:xfrm>
            <a:off x="5820798" y="3391435"/>
            <a:ext cx="1928968" cy="1531822"/>
          </a:xfrm>
          <a:custGeom>
            <a:avLst/>
            <a:gdLst/>
            <a:ahLst/>
            <a:cxnLst/>
            <a:rect l="l" t="t" r="r" b="b"/>
            <a:pathLst>
              <a:path w="127944" h="105140" extrusionOk="0">
                <a:moveTo>
                  <a:pt x="22805" y="0"/>
                </a:moveTo>
                <a:lnTo>
                  <a:pt x="22805" y="36720"/>
                </a:lnTo>
                <a:cubicBezTo>
                  <a:pt x="20992" y="36051"/>
                  <a:pt x="19042" y="35663"/>
                  <a:pt x="16995" y="35663"/>
                </a:cubicBezTo>
                <a:cubicBezTo>
                  <a:pt x="15960" y="35663"/>
                  <a:pt x="14900" y="35762"/>
                  <a:pt x="13820" y="35975"/>
                </a:cubicBezTo>
                <a:cubicBezTo>
                  <a:pt x="5998" y="37513"/>
                  <a:pt x="150" y="44453"/>
                  <a:pt x="78" y="52424"/>
                </a:cubicBezTo>
                <a:cubicBezTo>
                  <a:pt x="1" y="61826"/>
                  <a:pt x="7602" y="69481"/>
                  <a:pt x="16986" y="69481"/>
                </a:cubicBezTo>
                <a:cubicBezTo>
                  <a:pt x="18971" y="69475"/>
                  <a:pt x="20945" y="69117"/>
                  <a:pt x="22805" y="68420"/>
                </a:cubicBezTo>
                <a:lnTo>
                  <a:pt x="22805" y="105139"/>
                </a:lnTo>
                <a:lnTo>
                  <a:pt x="108943" y="105139"/>
                </a:lnTo>
                <a:cubicBezTo>
                  <a:pt x="119436" y="105139"/>
                  <a:pt x="127944" y="96631"/>
                  <a:pt x="127944" y="86138"/>
                </a:cubicBezTo>
                <a:lnTo>
                  <a:pt x="127944" y="0"/>
                </a:lnTo>
                <a:lnTo>
                  <a:pt x="91087" y="0"/>
                </a:lnTo>
                <a:cubicBezTo>
                  <a:pt x="92088" y="2510"/>
                  <a:pt x="92470" y="5235"/>
                  <a:pt x="92196" y="7924"/>
                </a:cubicBezTo>
                <a:cubicBezTo>
                  <a:pt x="91343" y="16271"/>
                  <a:pt x="84260" y="22870"/>
                  <a:pt x="75878" y="23115"/>
                </a:cubicBezTo>
                <a:cubicBezTo>
                  <a:pt x="75708" y="23120"/>
                  <a:pt x="75539" y="23122"/>
                  <a:pt x="75370" y="23122"/>
                </a:cubicBezTo>
                <a:cubicBezTo>
                  <a:pt x="66033" y="23122"/>
                  <a:pt x="58469" y="15553"/>
                  <a:pt x="58469" y="6219"/>
                </a:cubicBezTo>
                <a:cubicBezTo>
                  <a:pt x="58469" y="4084"/>
                  <a:pt x="58869" y="1980"/>
                  <a:pt x="59662" y="0"/>
                </a:cubicBezTo>
                <a:close/>
              </a:path>
            </a:pathLst>
          </a:custGeom>
          <a:solidFill>
            <a:srgbClr val="FC005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A0029"/>
              </a:solidFill>
            </a:endParaRPr>
          </a:p>
        </p:txBody>
      </p:sp>
      <p:cxnSp>
        <p:nvCxnSpPr>
          <p:cNvPr id="8" name="Google Shape;3809;p46">
            <a:extLst>
              <a:ext uri="{FF2B5EF4-FFF2-40B4-BE49-F238E27FC236}">
                <a16:creationId xmlns:a16="http://schemas.microsoft.com/office/drawing/2014/main" id="{582934F0-78E6-46FA-9AEF-C0DE22C06AF9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577403" y="2078232"/>
            <a:ext cx="1346481" cy="36820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" name="Google Shape;3811;p46">
            <a:extLst>
              <a:ext uri="{FF2B5EF4-FFF2-40B4-BE49-F238E27FC236}">
                <a16:creationId xmlns:a16="http://schemas.microsoft.com/office/drawing/2014/main" id="{55C953FC-BE2B-65D3-84E3-0C88290E496D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561207" y="3924170"/>
            <a:ext cx="1187457" cy="30422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" name="Google Shape;3813;p46">
            <a:extLst>
              <a:ext uri="{FF2B5EF4-FFF2-40B4-BE49-F238E27FC236}">
                <a16:creationId xmlns:a16="http://schemas.microsoft.com/office/drawing/2014/main" id="{A0EB1136-7BAA-F7A0-94F7-28AE1DC8E5AA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V="1">
            <a:off x="7557463" y="2060910"/>
            <a:ext cx="966169" cy="2689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" name="Google Shape;3814;p46">
            <a:extLst>
              <a:ext uri="{FF2B5EF4-FFF2-40B4-BE49-F238E27FC236}">
                <a16:creationId xmlns:a16="http://schemas.microsoft.com/office/drawing/2014/main" id="{D9B6D2BE-B3DF-8BC2-0111-97ECA502F57D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7402230" y="3727692"/>
            <a:ext cx="1148425" cy="3942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485F5D0-BF9D-C3DA-BCB1-126460720517}"/>
              </a:ext>
            </a:extLst>
          </p:cNvPr>
          <p:cNvGrpSpPr/>
          <p:nvPr/>
        </p:nvGrpSpPr>
        <p:grpSpPr>
          <a:xfrm>
            <a:off x="8496608" y="1756684"/>
            <a:ext cx="2776627" cy="2005518"/>
            <a:chOff x="6561311" y="2198362"/>
            <a:chExt cx="1849500" cy="1382382"/>
          </a:xfrm>
        </p:grpSpPr>
        <p:grpSp>
          <p:nvGrpSpPr>
            <p:cNvPr id="13" name="Google Shape;3803;p46">
              <a:extLst>
                <a:ext uri="{FF2B5EF4-FFF2-40B4-BE49-F238E27FC236}">
                  <a16:creationId xmlns:a16="http://schemas.microsoft.com/office/drawing/2014/main" id="{7EF9DCC2-53D8-862E-FE93-21410F9E0279}"/>
                </a:ext>
              </a:extLst>
            </p:cNvPr>
            <p:cNvGrpSpPr/>
            <p:nvPr/>
          </p:nvGrpSpPr>
          <p:grpSpPr>
            <a:xfrm>
              <a:off x="6561311" y="2198362"/>
              <a:ext cx="1849500" cy="1382382"/>
              <a:chOff x="6574700" y="1896535"/>
              <a:chExt cx="1849500" cy="1382382"/>
            </a:xfrm>
          </p:grpSpPr>
          <p:sp>
            <p:nvSpPr>
              <p:cNvPr id="15" name="Google Shape;3804;p46">
                <a:extLst>
                  <a:ext uri="{FF2B5EF4-FFF2-40B4-BE49-F238E27FC236}">
                    <a16:creationId xmlns:a16="http://schemas.microsoft.com/office/drawing/2014/main" id="{0C1C39D4-2626-BD0B-270F-7E13BBBFAA2F}"/>
                  </a:ext>
                </a:extLst>
              </p:cNvPr>
              <p:cNvSpPr txBox="1"/>
              <p:nvPr/>
            </p:nvSpPr>
            <p:spPr>
              <a:xfrm>
                <a:off x="6574700" y="2315912"/>
                <a:ext cx="1849500" cy="963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Rates</a:t>
                </a:r>
              </a:p>
            </p:txBody>
          </p:sp>
          <p:sp>
            <p:nvSpPr>
              <p:cNvPr id="16" name="Google Shape;3805;p46">
                <a:extLst>
                  <a:ext uri="{FF2B5EF4-FFF2-40B4-BE49-F238E27FC236}">
                    <a16:creationId xmlns:a16="http://schemas.microsoft.com/office/drawing/2014/main" id="{F401F4E6-C404-C32A-220D-8E8EE64554FA}"/>
                  </a:ext>
                </a:extLst>
              </p:cNvPr>
              <p:cNvSpPr/>
              <p:nvPr/>
            </p:nvSpPr>
            <p:spPr>
              <a:xfrm>
                <a:off x="65927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BE324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sp>
          <p:nvSpPr>
            <p:cNvPr id="14" name="Google Shape;15262;p81">
              <a:extLst>
                <a:ext uri="{FF2B5EF4-FFF2-40B4-BE49-F238E27FC236}">
                  <a16:creationId xmlns:a16="http://schemas.microsoft.com/office/drawing/2014/main" id="{E488EAED-8950-FE2F-06FC-F3E7E663AA36}"/>
                </a:ext>
              </a:extLst>
            </p:cNvPr>
            <p:cNvSpPr/>
            <p:nvPr/>
          </p:nvSpPr>
          <p:spPr>
            <a:xfrm>
              <a:off x="7283256" y="2213075"/>
              <a:ext cx="424716" cy="386273"/>
            </a:xfrm>
            <a:custGeom>
              <a:avLst/>
              <a:gdLst/>
              <a:ahLst/>
              <a:cxnLst/>
              <a:rect l="l" t="t" r="r" b="b"/>
              <a:pathLst>
                <a:path w="12193" h="11674" extrusionOk="0">
                  <a:moveTo>
                    <a:pt x="9483" y="1174"/>
                  </a:moveTo>
                  <a:lnTo>
                    <a:pt x="9483" y="2308"/>
                  </a:lnTo>
                  <a:cubicBezTo>
                    <a:pt x="9483" y="2497"/>
                    <a:pt x="9641" y="2655"/>
                    <a:pt x="9830" y="2655"/>
                  </a:cubicBezTo>
                  <a:lnTo>
                    <a:pt x="10901" y="2655"/>
                  </a:lnTo>
                  <a:lnTo>
                    <a:pt x="9515" y="4041"/>
                  </a:lnTo>
                  <a:lnTo>
                    <a:pt x="8097" y="4041"/>
                  </a:lnTo>
                  <a:lnTo>
                    <a:pt x="8097" y="2560"/>
                  </a:lnTo>
                  <a:lnTo>
                    <a:pt x="9483" y="1174"/>
                  </a:lnTo>
                  <a:close/>
                  <a:moveTo>
                    <a:pt x="4885" y="6181"/>
                  </a:moveTo>
                  <a:cubicBezTo>
                    <a:pt x="5033" y="6181"/>
                    <a:pt x="5183" y="6212"/>
                    <a:pt x="5325" y="6278"/>
                  </a:cubicBezTo>
                  <a:lnTo>
                    <a:pt x="4600" y="7003"/>
                  </a:lnTo>
                  <a:cubicBezTo>
                    <a:pt x="4474" y="7129"/>
                    <a:pt x="4474" y="7349"/>
                    <a:pt x="4600" y="7475"/>
                  </a:cubicBezTo>
                  <a:cubicBezTo>
                    <a:pt x="4663" y="7538"/>
                    <a:pt x="4750" y="7570"/>
                    <a:pt x="4836" y="7570"/>
                  </a:cubicBezTo>
                  <a:cubicBezTo>
                    <a:pt x="4923" y="7570"/>
                    <a:pt x="5010" y="7538"/>
                    <a:pt x="5073" y="7475"/>
                  </a:cubicBezTo>
                  <a:lnTo>
                    <a:pt x="5797" y="6751"/>
                  </a:lnTo>
                  <a:lnTo>
                    <a:pt x="5797" y="6751"/>
                  </a:lnTo>
                  <a:cubicBezTo>
                    <a:pt x="5986" y="7160"/>
                    <a:pt x="5892" y="7633"/>
                    <a:pt x="5577" y="7948"/>
                  </a:cubicBezTo>
                  <a:cubicBezTo>
                    <a:pt x="5388" y="8137"/>
                    <a:pt x="5128" y="8231"/>
                    <a:pt x="4864" y="8231"/>
                  </a:cubicBezTo>
                  <a:cubicBezTo>
                    <a:pt x="4600" y="8231"/>
                    <a:pt x="4332" y="8137"/>
                    <a:pt x="4127" y="7948"/>
                  </a:cubicBezTo>
                  <a:cubicBezTo>
                    <a:pt x="3749" y="7538"/>
                    <a:pt x="3749" y="6877"/>
                    <a:pt x="4127" y="6499"/>
                  </a:cubicBezTo>
                  <a:cubicBezTo>
                    <a:pt x="4333" y="6293"/>
                    <a:pt x="4606" y="6181"/>
                    <a:pt x="4885" y="6181"/>
                  </a:cubicBezTo>
                  <a:close/>
                  <a:moveTo>
                    <a:pt x="4897" y="4831"/>
                  </a:moveTo>
                  <a:cubicBezTo>
                    <a:pt x="5396" y="4831"/>
                    <a:pt x="5890" y="4990"/>
                    <a:pt x="6301" y="5301"/>
                  </a:cubicBezTo>
                  <a:lnTo>
                    <a:pt x="5829" y="5774"/>
                  </a:lnTo>
                  <a:cubicBezTo>
                    <a:pt x="5553" y="5590"/>
                    <a:pt x="5233" y="5499"/>
                    <a:pt x="4911" y="5499"/>
                  </a:cubicBezTo>
                  <a:cubicBezTo>
                    <a:pt x="4460" y="5499"/>
                    <a:pt x="4004" y="5677"/>
                    <a:pt x="3655" y="6026"/>
                  </a:cubicBezTo>
                  <a:cubicBezTo>
                    <a:pt x="2993" y="6688"/>
                    <a:pt x="2993" y="7790"/>
                    <a:pt x="3655" y="8420"/>
                  </a:cubicBezTo>
                  <a:cubicBezTo>
                    <a:pt x="3986" y="8751"/>
                    <a:pt x="4427" y="8917"/>
                    <a:pt x="4864" y="8917"/>
                  </a:cubicBezTo>
                  <a:cubicBezTo>
                    <a:pt x="5301" y="8917"/>
                    <a:pt x="5734" y="8751"/>
                    <a:pt x="6049" y="8420"/>
                  </a:cubicBezTo>
                  <a:cubicBezTo>
                    <a:pt x="6648" y="7822"/>
                    <a:pt x="6742" y="6908"/>
                    <a:pt x="6301" y="6246"/>
                  </a:cubicBezTo>
                  <a:lnTo>
                    <a:pt x="6774" y="5774"/>
                  </a:lnTo>
                  <a:lnTo>
                    <a:pt x="6774" y="5774"/>
                  </a:lnTo>
                  <a:cubicBezTo>
                    <a:pt x="7467" y="6719"/>
                    <a:pt x="7404" y="8074"/>
                    <a:pt x="6585" y="8924"/>
                  </a:cubicBezTo>
                  <a:cubicBezTo>
                    <a:pt x="6112" y="9397"/>
                    <a:pt x="5498" y="9633"/>
                    <a:pt x="4883" y="9633"/>
                  </a:cubicBezTo>
                  <a:cubicBezTo>
                    <a:pt x="4269" y="9633"/>
                    <a:pt x="3655" y="9397"/>
                    <a:pt x="3182" y="8924"/>
                  </a:cubicBezTo>
                  <a:cubicBezTo>
                    <a:pt x="2237" y="7979"/>
                    <a:pt x="2237" y="6499"/>
                    <a:pt x="3182" y="5553"/>
                  </a:cubicBezTo>
                  <a:cubicBezTo>
                    <a:pt x="3667" y="5068"/>
                    <a:pt x="4286" y="4831"/>
                    <a:pt x="4897" y="4831"/>
                  </a:cubicBezTo>
                  <a:close/>
                  <a:moveTo>
                    <a:pt x="4873" y="3463"/>
                  </a:moveTo>
                  <a:cubicBezTo>
                    <a:pt x="5728" y="3463"/>
                    <a:pt x="6583" y="3748"/>
                    <a:pt x="7278" y="4325"/>
                  </a:cubicBezTo>
                  <a:lnTo>
                    <a:pt x="6805" y="4797"/>
                  </a:lnTo>
                  <a:cubicBezTo>
                    <a:pt x="6228" y="4353"/>
                    <a:pt x="5533" y="4125"/>
                    <a:pt x="4844" y="4125"/>
                  </a:cubicBezTo>
                  <a:cubicBezTo>
                    <a:pt x="4065" y="4125"/>
                    <a:pt x="3294" y="4416"/>
                    <a:pt x="2710" y="5018"/>
                  </a:cubicBezTo>
                  <a:cubicBezTo>
                    <a:pt x="1481" y="6246"/>
                    <a:pt x="1481" y="8168"/>
                    <a:pt x="2710" y="9397"/>
                  </a:cubicBezTo>
                  <a:cubicBezTo>
                    <a:pt x="3324" y="10011"/>
                    <a:pt x="4112" y="10318"/>
                    <a:pt x="4899" y="10318"/>
                  </a:cubicBezTo>
                  <a:cubicBezTo>
                    <a:pt x="5687" y="10318"/>
                    <a:pt x="6474" y="10011"/>
                    <a:pt x="7089" y="9397"/>
                  </a:cubicBezTo>
                  <a:cubicBezTo>
                    <a:pt x="8223" y="8263"/>
                    <a:pt x="8255" y="6467"/>
                    <a:pt x="7309" y="5301"/>
                  </a:cubicBezTo>
                  <a:lnTo>
                    <a:pt x="7782" y="4829"/>
                  </a:lnTo>
                  <a:lnTo>
                    <a:pt x="7782" y="4829"/>
                  </a:lnTo>
                  <a:cubicBezTo>
                    <a:pt x="8979" y="6278"/>
                    <a:pt x="8885" y="8483"/>
                    <a:pt x="7530" y="9870"/>
                  </a:cubicBezTo>
                  <a:cubicBezTo>
                    <a:pt x="6790" y="10594"/>
                    <a:pt x="5821" y="10956"/>
                    <a:pt x="4856" y="10956"/>
                  </a:cubicBezTo>
                  <a:cubicBezTo>
                    <a:pt x="3891" y="10956"/>
                    <a:pt x="2930" y="10594"/>
                    <a:pt x="2206" y="9870"/>
                  </a:cubicBezTo>
                  <a:cubicBezTo>
                    <a:pt x="756" y="8420"/>
                    <a:pt x="756" y="6026"/>
                    <a:pt x="2206" y="4545"/>
                  </a:cubicBezTo>
                  <a:cubicBezTo>
                    <a:pt x="2941" y="3827"/>
                    <a:pt x="3907" y="3463"/>
                    <a:pt x="4873" y="3463"/>
                  </a:cubicBezTo>
                  <a:close/>
                  <a:moveTo>
                    <a:pt x="9899" y="0"/>
                  </a:moveTo>
                  <a:cubicBezTo>
                    <a:pt x="9813" y="0"/>
                    <a:pt x="9722" y="32"/>
                    <a:pt x="9641" y="103"/>
                  </a:cubicBezTo>
                  <a:lnTo>
                    <a:pt x="7561" y="2182"/>
                  </a:lnTo>
                  <a:cubicBezTo>
                    <a:pt x="7467" y="2277"/>
                    <a:pt x="7435" y="2340"/>
                    <a:pt x="7435" y="2434"/>
                  </a:cubicBezTo>
                  <a:lnTo>
                    <a:pt x="7435" y="3600"/>
                  </a:lnTo>
                  <a:cubicBezTo>
                    <a:pt x="6670" y="3071"/>
                    <a:pt x="5769" y="2807"/>
                    <a:pt x="4868" y="2807"/>
                  </a:cubicBezTo>
                  <a:cubicBezTo>
                    <a:pt x="3731" y="2807"/>
                    <a:pt x="2595" y="3229"/>
                    <a:pt x="1733" y="4073"/>
                  </a:cubicBezTo>
                  <a:cubicBezTo>
                    <a:pt x="0" y="5805"/>
                    <a:pt x="0" y="8641"/>
                    <a:pt x="1733" y="10374"/>
                  </a:cubicBezTo>
                  <a:cubicBezTo>
                    <a:pt x="2599" y="11240"/>
                    <a:pt x="3741" y="11673"/>
                    <a:pt x="4883" y="11673"/>
                  </a:cubicBezTo>
                  <a:cubicBezTo>
                    <a:pt x="6026" y="11673"/>
                    <a:pt x="7168" y="11240"/>
                    <a:pt x="8034" y="10374"/>
                  </a:cubicBezTo>
                  <a:cubicBezTo>
                    <a:pt x="9578" y="8861"/>
                    <a:pt x="9735" y="6436"/>
                    <a:pt x="8538" y="4703"/>
                  </a:cubicBezTo>
                  <a:lnTo>
                    <a:pt x="9672" y="4703"/>
                  </a:lnTo>
                  <a:cubicBezTo>
                    <a:pt x="9767" y="4703"/>
                    <a:pt x="9893" y="4671"/>
                    <a:pt x="9924" y="4608"/>
                  </a:cubicBezTo>
                  <a:lnTo>
                    <a:pt x="12004" y="2497"/>
                  </a:lnTo>
                  <a:cubicBezTo>
                    <a:pt x="12193" y="2308"/>
                    <a:pt x="12035" y="1962"/>
                    <a:pt x="11783" y="1962"/>
                  </a:cubicBezTo>
                  <a:lnTo>
                    <a:pt x="10239" y="1962"/>
                  </a:lnTo>
                  <a:lnTo>
                    <a:pt x="10239" y="355"/>
                  </a:lnTo>
                  <a:cubicBezTo>
                    <a:pt x="10239" y="141"/>
                    <a:pt x="10080" y="0"/>
                    <a:pt x="98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7660E6D-173D-35F2-9386-D29A715347C6}"/>
              </a:ext>
            </a:extLst>
          </p:cNvPr>
          <p:cNvGrpSpPr/>
          <p:nvPr/>
        </p:nvGrpSpPr>
        <p:grpSpPr>
          <a:xfrm>
            <a:off x="827799" y="1774005"/>
            <a:ext cx="2776627" cy="2039562"/>
            <a:chOff x="706411" y="2198362"/>
            <a:chExt cx="1849500" cy="1405848"/>
          </a:xfrm>
        </p:grpSpPr>
        <p:grpSp>
          <p:nvGrpSpPr>
            <p:cNvPr id="18" name="Google Shape;3828;p46">
              <a:extLst>
                <a:ext uri="{FF2B5EF4-FFF2-40B4-BE49-F238E27FC236}">
                  <a16:creationId xmlns:a16="http://schemas.microsoft.com/office/drawing/2014/main" id="{1A24421C-A5B7-5FB6-1A53-E1751802E439}"/>
                </a:ext>
              </a:extLst>
            </p:cNvPr>
            <p:cNvGrpSpPr/>
            <p:nvPr/>
          </p:nvGrpSpPr>
          <p:grpSpPr>
            <a:xfrm>
              <a:off x="706411" y="2198362"/>
              <a:ext cx="1849500" cy="1405848"/>
              <a:chOff x="719800" y="1896535"/>
              <a:chExt cx="1849500" cy="1405848"/>
            </a:xfrm>
          </p:grpSpPr>
          <p:sp>
            <p:nvSpPr>
              <p:cNvPr id="28" name="Google Shape;3829;p46">
                <a:extLst>
                  <a:ext uri="{FF2B5EF4-FFF2-40B4-BE49-F238E27FC236}">
                    <a16:creationId xmlns:a16="http://schemas.microsoft.com/office/drawing/2014/main" id="{6F707889-F6C0-55BE-B570-5BD524D6349B}"/>
                  </a:ext>
                </a:extLst>
              </p:cNvPr>
              <p:cNvSpPr txBox="1"/>
              <p:nvPr/>
            </p:nvSpPr>
            <p:spPr>
              <a:xfrm>
                <a:off x="719800" y="2315912"/>
                <a:ext cx="1849500" cy="986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Explosion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in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the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binding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space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29" name="Google Shape;3810;p46">
                <a:extLst>
                  <a:ext uri="{FF2B5EF4-FFF2-40B4-BE49-F238E27FC236}">
                    <a16:creationId xmlns:a16="http://schemas.microsoft.com/office/drawing/2014/main" id="{B8DA08AE-33EB-19E6-1687-DF01D013828A}"/>
                  </a:ext>
                </a:extLst>
              </p:cNvPr>
              <p:cNvSpPr/>
              <p:nvPr/>
            </p:nvSpPr>
            <p:spPr>
              <a:xfrm>
                <a:off x="7378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7A002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19" name="Google Shape;15116;p81">
              <a:extLst>
                <a:ext uri="{FF2B5EF4-FFF2-40B4-BE49-F238E27FC236}">
                  <a16:creationId xmlns:a16="http://schemas.microsoft.com/office/drawing/2014/main" id="{1E0C9EBC-7134-2097-CD9D-E53AB84F91BF}"/>
                </a:ext>
              </a:extLst>
            </p:cNvPr>
            <p:cNvGrpSpPr/>
            <p:nvPr/>
          </p:nvGrpSpPr>
          <p:grpSpPr>
            <a:xfrm>
              <a:off x="1426025" y="2230908"/>
              <a:ext cx="362589" cy="350608"/>
              <a:chOff x="-3137650" y="2787000"/>
              <a:chExt cx="291450" cy="257575"/>
            </a:xfrm>
            <a:solidFill>
              <a:schemeClr val="bg1"/>
            </a:solidFill>
          </p:grpSpPr>
          <p:sp>
            <p:nvSpPr>
              <p:cNvPr id="20" name="Google Shape;15117;p81">
                <a:extLst>
                  <a:ext uri="{FF2B5EF4-FFF2-40B4-BE49-F238E27FC236}">
                    <a16:creationId xmlns:a16="http://schemas.microsoft.com/office/drawing/2014/main" id="{D317CB2D-0BD1-9B58-8D6B-0C351C5BF259}"/>
                  </a:ext>
                </a:extLst>
              </p:cNvPr>
              <p:cNvSpPr/>
              <p:nvPr/>
            </p:nvSpPr>
            <p:spPr>
              <a:xfrm>
                <a:off x="-3137650" y="2787000"/>
                <a:ext cx="2914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0303" extrusionOk="0">
                    <a:moveTo>
                      <a:pt x="10618" y="693"/>
                    </a:moveTo>
                    <a:cubicBezTo>
                      <a:pt x="10807" y="693"/>
                      <a:pt x="10964" y="851"/>
                      <a:pt x="10964" y="1040"/>
                    </a:cubicBezTo>
                    <a:lnTo>
                      <a:pt x="10964" y="2741"/>
                    </a:lnTo>
                    <a:lnTo>
                      <a:pt x="662" y="2741"/>
                    </a:lnTo>
                    <a:lnTo>
                      <a:pt x="662" y="1040"/>
                    </a:lnTo>
                    <a:cubicBezTo>
                      <a:pt x="662" y="851"/>
                      <a:pt x="820" y="693"/>
                      <a:pt x="1009" y="693"/>
                    </a:cubicBezTo>
                    <a:close/>
                    <a:moveTo>
                      <a:pt x="10996" y="3403"/>
                    </a:moveTo>
                    <a:lnTo>
                      <a:pt x="10996" y="9231"/>
                    </a:lnTo>
                    <a:cubicBezTo>
                      <a:pt x="10964" y="9420"/>
                      <a:pt x="10838" y="9578"/>
                      <a:pt x="10618" y="9578"/>
                    </a:cubicBezTo>
                    <a:lnTo>
                      <a:pt x="1009" y="9578"/>
                    </a:lnTo>
                    <a:cubicBezTo>
                      <a:pt x="820" y="9578"/>
                      <a:pt x="662" y="9420"/>
                      <a:pt x="662" y="9231"/>
                    </a:cubicBezTo>
                    <a:lnTo>
                      <a:pt x="662" y="3403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40"/>
                    </a:cubicBezTo>
                    <a:lnTo>
                      <a:pt x="1" y="9263"/>
                    </a:lnTo>
                    <a:cubicBezTo>
                      <a:pt x="1" y="9830"/>
                      <a:pt x="473" y="10302"/>
                      <a:pt x="1009" y="10302"/>
                    </a:cubicBezTo>
                    <a:lnTo>
                      <a:pt x="10618" y="10302"/>
                    </a:lnTo>
                    <a:cubicBezTo>
                      <a:pt x="11185" y="10302"/>
                      <a:pt x="11658" y="9830"/>
                      <a:pt x="11658" y="9263"/>
                    </a:cubicBezTo>
                    <a:lnTo>
                      <a:pt x="11658" y="1040"/>
                    </a:lnTo>
                    <a:cubicBezTo>
                      <a:pt x="11658" y="441"/>
                      <a:pt x="11217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5118;p81">
                <a:extLst>
                  <a:ext uri="{FF2B5EF4-FFF2-40B4-BE49-F238E27FC236}">
                    <a16:creationId xmlns:a16="http://schemas.microsoft.com/office/drawing/2014/main" id="{F867DA0E-964B-F185-21E4-CF97FC14BCB0}"/>
                  </a:ext>
                </a:extLst>
              </p:cNvPr>
              <p:cNvSpPr/>
              <p:nvPr/>
            </p:nvSpPr>
            <p:spPr>
              <a:xfrm>
                <a:off x="-3104575" y="2820875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8" y="693"/>
                    </a:cubicBezTo>
                    <a:cubicBezTo>
                      <a:pt x="568" y="693"/>
                      <a:pt x="726" y="536"/>
                      <a:pt x="726" y="347"/>
                    </a:cubicBezTo>
                    <a:cubicBezTo>
                      <a:pt x="726" y="158"/>
                      <a:pt x="568" y="0"/>
                      <a:pt x="3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119;p81">
                <a:extLst>
                  <a:ext uri="{FF2B5EF4-FFF2-40B4-BE49-F238E27FC236}">
                    <a16:creationId xmlns:a16="http://schemas.microsoft.com/office/drawing/2014/main" id="{48503683-7F99-2430-C7ED-6AB05BE3081E}"/>
                  </a:ext>
                </a:extLst>
              </p:cNvPr>
              <p:cNvSpPr/>
              <p:nvPr/>
            </p:nvSpPr>
            <p:spPr>
              <a:xfrm>
                <a:off x="-306990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120;p81">
                <a:extLst>
                  <a:ext uri="{FF2B5EF4-FFF2-40B4-BE49-F238E27FC236}">
                    <a16:creationId xmlns:a16="http://schemas.microsoft.com/office/drawing/2014/main" id="{7FF4F485-2EC5-5557-F407-45C2343998CB}"/>
                  </a:ext>
                </a:extLst>
              </p:cNvPr>
              <p:cNvSpPr/>
              <p:nvPr/>
            </p:nvSpPr>
            <p:spPr>
              <a:xfrm>
                <a:off x="-303525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121;p81">
                <a:extLst>
                  <a:ext uri="{FF2B5EF4-FFF2-40B4-BE49-F238E27FC236}">
                    <a16:creationId xmlns:a16="http://schemas.microsoft.com/office/drawing/2014/main" id="{7B59D32E-1C46-7A51-7428-24274F64F745}"/>
                  </a:ext>
                </a:extLst>
              </p:cNvPr>
              <p:cNvSpPr/>
              <p:nvPr/>
            </p:nvSpPr>
            <p:spPr>
              <a:xfrm>
                <a:off x="-3002175" y="2820875"/>
                <a:ext cx="1213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32" y="536"/>
                      <a:pt x="190" y="693"/>
                      <a:pt x="347" y="693"/>
                    </a:cubicBezTo>
                    <a:lnTo>
                      <a:pt x="4506" y="693"/>
                    </a:lnTo>
                    <a:cubicBezTo>
                      <a:pt x="4695" y="693"/>
                      <a:pt x="4852" y="536"/>
                      <a:pt x="4852" y="347"/>
                    </a:cubicBezTo>
                    <a:cubicBezTo>
                      <a:pt x="4852" y="158"/>
                      <a:pt x="4695" y="0"/>
                      <a:pt x="450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122;p81">
                <a:extLst>
                  <a:ext uri="{FF2B5EF4-FFF2-40B4-BE49-F238E27FC236}">
                    <a16:creationId xmlns:a16="http://schemas.microsoft.com/office/drawing/2014/main" id="{A0C6EE1E-E393-1A25-8DE4-083F779E3D10}"/>
                  </a:ext>
                </a:extLst>
              </p:cNvPr>
              <p:cNvSpPr/>
              <p:nvPr/>
            </p:nvSpPr>
            <p:spPr>
              <a:xfrm>
                <a:off x="-2948625" y="2907300"/>
                <a:ext cx="5202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3412" extrusionOk="0">
                    <a:moveTo>
                      <a:pt x="347" y="1"/>
                    </a:moveTo>
                    <a:cubicBezTo>
                      <a:pt x="261" y="1"/>
                      <a:pt x="174" y="24"/>
                      <a:pt x="127" y="72"/>
                    </a:cubicBezTo>
                    <a:cubicBezTo>
                      <a:pt x="1" y="198"/>
                      <a:pt x="1" y="450"/>
                      <a:pt x="127" y="544"/>
                    </a:cubicBezTo>
                    <a:lnTo>
                      <a:pt x="1261" y="1710"/>
                    </a:lnTo>
                    <a:lnTo>
                      <a:pt x="127" y="2844"/>
                    </a:lnTo>
                    <a:cubicBezTo>
                      <a:pt x="1" y="2970"/>
                      <a:pt x="1" y="3191"/>
                      <a:pt x="127" y="3317"/>
                    </a:cubicBezTo>
                    <a:cubicBezTo>
                      <a:pt x="174" y="3380"/>
                      <a:pt x="261" y="3411"/>
                      <a:pt x="347" y="3411"/>
                    </a:cubicBezTo>
                    <a:cubicBezTo>
                      <a:pt x="434" y="3411"/>
                      <a:pt x="521" y="3380"/>
                      <a:pt x="568" y="3317"/>
                    </a:cubicBezTo>
                    <a:lnTo>
                      <a:pt x="1954" y="1930"/>
                    </a:lnTo>
                    <a:cubicBezTo>
                      <a:pt x="2080" y="1804"/>
                      <a:pt x="2080" y="1584"/>
                      <a:pt x="1954" y="1458"/>
                    </a:cubicBezTo>
                    <a:lnTo>
                      <a:pt x="568" y="72"/>
                    </a:lnTo>
                    <a:cubicBezTo>
                      <a:pt x="521" y="24"/>
                      <a:pt x="434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123;p81">
                <a:extLst>
                  <a:ext uri="{FF2B5EF4-FFF2-40B4-BE49-F238E27FC236}">
                    <a16:creationId xmlns:a16="http://schemas.microsoft.com/office/drawing/2014/main" id="{DDDA3714-0939-FA59-3EF5-EAC1792DD17B}"/>
                  </a:ext>
                </a:extLst>
              </p:cNvPr>
              <p:cNvSpPr/>
              <p:nvPr/>
            </p:nvSpPr>
            <p:spPr>
              <a:xfrm>
                <a:off x="-3088025" y="2907300"/>
                <a:ext cx="5357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3412" extrusionOk="0">
                    <a:moveTo>
                      <a:pt x="1749" y="1"/>
                    </a:moveTo>
                    <a:cubicBezTo>
                      <a:pt x="1662" y="1"/>
                      <a:pt x="1576" y="24"/>
                      <a:pt x="1513" y="72"/>
                    </a:cubicBezTo>
                    <a:lnTo>
                      <a:pt x="127" y="1458"/>
                    </a:lnTo>
                    <a:cubicBezTo>
                      <a:pt x="1" y="1584"/>
                      <a:pt x="1" y="1804"/>
                      <a:pt x="127" y="1930"/>
                    </a:cubicBezTo>
                    <a:lnTo>
                      <a:pt x="1513" y="3317"/>
                    </a:lnTo>
                    <a:cubicBezTo>
                      <a:pt x="1576" y="3380"/>
                      <a:pt x="1662" y="3411"/>
                      <a:pt x="1749" y="3411"/>
                    </a:cubicBezTo>
                    <a:cubicBezTo>
                      <a:pt x="1836" y="3411"/>
                      <a:pt x="1922" y="3380"/>
                      <a:pt x="1985" y="3317"/>
                    </a:cubicBezTo>
                    <a:cubicBezTo>
                      <a:pt x="2111" y="3191"/>
                      <a:pt x="2111" y="2970"/>
                      <a:pt x="1985" y="2844"/>
                    </a:cubicBezTo>
                    <a:lnTo>
                      <a:pt x="851" y="1710"/>
                    </a:lnTo>
                    <a:lnTo>
                      <a:pt x="1985" y="544"/>
                    </a:lnTo>
                    <a:cubicBezTo>
                      <a:pt x="2143" y="450"/>
                      <a:pt x="2143" y="198"/>
                      <a:pt x="1985" y="72"/>
                    </a:cubicBezTo>
                    <a:cubicBezTo>
                      <a:pt x="1922" y="24"/>
                      <a:pt x="1836" y="1"/>
                      <a:pt x="17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124;p81">
                <a:extLst>
                  <a:ext uri="{FF2B5EF4-FFF2-40B4-BE49-F238E27FC236}">
                    <a16:creationId xmlns:a16="http://schemas.microsoft.com/office/drawing/2014/main" id="{17B696B9-400E-DEB5-83CC-0134242A7A8C}"/>
                  </a:ext>
                </a:extLst>
              </p:cNvPr>
              <p:cNvSpPr/>
              <p:nvPr/>
            </p:nvSpPr>
            <p:spPr>
              <a:xfrm>
                <a:off x="-3019500" y="2888975"/>
                <a:ext cx="54375" cy="119400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4776" extrusionOk="0">
                    <a:moveTo>
                      <a:pt x="1778" y="0"/>
                    </a:moveTo>
                    <a:cubicBezTo>
                      <a:pt x="1617" y="0"/>
                      <a:pt x="1501" y="108"/>
                      <a:pt x="1450" y="237"/>
                    </a:cubicBezTo>
                    <a:lnTo>
                      <a:pt x="63" y="4333"/>
                    </a:lnTo>
                    <a:cubicBezTo>
                      <a:pt x="0" y="4522"/>
                      <a:pt x="95" y="4680"/>
                      <a:pt x="253" y="4743"/>
                    </a:cubicBezTo>
                    <a:cubicBezTo>
                      <a:pt x="305" y="4765"/>
                      <a:pt x="354" y="4775"/>
                      <a:pt x="399" y="4775"/>
                    </a:cubicBezTo>
                    <a:cubicBezTo>
                      <a:pt x="543" y="4775"/>
                      <a:pt x="646" y="4674"/>
                      <a:pt x="694" y="4554"/>
                    </a:cubicBezTo>
                    <a:lnTo>
                      <a:pt x="2080" y="458"/>
                    </a:lnTo>
                    <a:cubicBezTo>
                      <a:pt x="2174" y="300"/>
                      <a:pt x="2048" y="111"/>
                      <a:pt x="1891" y="17"/>
                    </a:cubicBezTo>
                    <a:cubicBezTo>
                      <a:pt x="1851" y="6"/>
                      <a:pt x="1813" y="0"/>
                      <a:pt x="17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29D678A-ABE4-5311-241D-CE9A905BA3A4}"/>
              </a:ext>
            </a:extLst>
          </p:cNvPr>
          <p:cNvGrpSpPr/>
          <p:nvPr/>
        </p:nvGrpSpPr>
        <p:grpSpPr>
          <a:xfrm>
            <a:off x="811603" y="3924170"/>
            <a:ext cx="2776627" cy="2045552"/>
            <a:chOff x="706411" y="3905724"/>
            <a:chExt cx="1849500" cy="1409977"/>
          </a:xfrm>
        </p:grpSpPr>
        <p:grpSp>
          <p:nvGrpSpPr>
            <p:cNvPr id="31" name="Google Shape;3815;p46">
              <a:extLst>
                <a:ext uri="{FF2B5EF4-FFF2-40B4-BE49-F238E27FC236}">
                  <a16:creationId xmlns:a16="http://schemas.microsoft.com/office/drawing/2014/main" id="{C3E49AFD-4088-3E64-0DB2-47F52F2742D3}"/>
                </a:ext>
              </a:extLst>
            </p:cNvPr>
            <p:cNvGrpSpPr/>
            <p:nvPr/>
          </p:nvGrpSpPr>
          <p:grpSpPr>
            <a:xfrm>
              <a:off x="706411" y="3905724"/>
              <a:ext cx="1849500" cy="1409977"/>
              <a:chOff x="719800" y="3603897"/>
              <a:chExt cx="1849500" cy="1409977"/>
            </a:xfrm>
          </p:grpSpPr>
          <p:sp>
            <p:nvSpPr>
              <p:cNvPr id="35" name="Google Shape;3816;p46">
                <a:extLst>
                  <a:ext uri="{FF2B5EF4-FFF2-40B4-BE49-F238E27FC236}">
                    <a16:creationId xmlns:a16="http://schemas.microsoft.com/office/drawing/2014/main" id="{0C94ED3A-C2EB-3772-AEA2-4916D441EE55}"/>
                  </a:ext>
                </a:extLst>
              </p:cNvPr>
              <p:cNvSpPr txBox="1"/>
              <p:nvPr/>
            </p:nvSpPr>
            <p:spPr>
              <a:xfrm>
                <a:off x="7198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Usage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limits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(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quotas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)</a:t>
                </a:r>
              </a:p>
            </p:txBody>
          </p:sp>
          <p:sp>
            <p:nvSpPr>
              <p:cNvPr id="36" name="Google Shape;3812;p46">
                <a:extLst>
                  <a:ext uri="{FF2B5EF4-FFF2-40B4-BE49-F238E27FC236}">
                    <a16:creationId xmlns:a16="http://schemas.microsoft.com/office/drawing/2014/main" id="{09113250-D633-E913-8078-4B8101373301}"/>
                  </a:ext>
                </a:extLst>
              </p:cNvPr>
              <p:cNvSpPr/>
              <p:nvPr/>
            </p:nvSpPr>
            <p:spPr>
              <a:xfrm>
                <a:off x="7378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A8003B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32" name="Google Shape;15133;p81">
              <a:extLst>
                <a:ext uri="{FF2B5EF4-FFF2-40B4-BE49-F238E27FC236}">
                  <a16:creationId xmlns:a16="http://schemas.microsoft.com/office/drawing/2014/main" id="{6ADF2E17-165C-0171-2345-FE68C4755A9C}"/>
                </a:ext>
              </a:extLst>
            </p:cNvPr>
            <p:cNvGrpSpPr/>
            <p:nvPr/>
          </p:nvGrpSpPr>
          <p:grpSpPr>
            <a:xfrm>
              <a:off x="1443427" y="3928008"/>
              <a:ext cx="375468" cy="374811"/>
              <a:chOff x="-4573475" y="2045850"/>
              <a:chExt cx="293800" cy="293800"/>
            </a:xfrm>
            <a:solidFill>
              <a:schemeClr val="bg1"/>
            </a:solidFill>
          </p:grpSpPr>
          <p:sp>
            <p:nvSpPr>
              <p:cNvPr id="33" name="Google Shape;15134;p81">
                <a:extLst>
                  <a:ext uri="{FF2B5EF4-FFF2-40B4-BE49-F238E27FC236}">
                    <a16:creationId xmlns:a16="http://schemas.microsoft.com/office/drawing/2014/main" id="{40819CCB-2647-84D5-E4C6-82E9133D64A3}"/>
                  </a:ext>
                </a:extLst>
              </p:cNvPr>
              <p:cNvSpPr/>
              <p:nvPr/>
            </p:nvSpPr>
            <p:spPr>
              <a:xfrm>
                <a:off x="-4573475" y="2045850"/>
                <a:ext cx="293800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52" extrusionOk="0">
                    <a:moveTo>
                      <a:pt x="6333" y="756"/>
                    </a:moveTo>
                    <a:lnTo>
                      <a:pt x="6459" y="1292"/>
                    </a:lnTo>
                    <a:cubicBezTo>
                      <a:pt x="6490" y="1418"/>
                      <a:pt x="6585" y="1544"/>
                      <a:pt x="6742" y="1576"/>
                    </a:cubicBezTo>
                    <a:cubicBezTo>
                      <a:pt x="7372" y="1702"/>
                      <a:pt x="7908" y="1922"/>
                      <a:pt x="8444" y="2300"/>
                    </a:cubicBezTo>
                    <a:cubicBezTo>
                      <a:pt x="8491" y="2332"/>
                      <a:pt x="8546" y="2347"/>
                      <a:pt x="8605" y="2347"/>
                    </a:cubicBezTo>
                    <a:cubicBezTo>
                      <a:pt x="8664" y="2347"/>
                      <a:pt x="8727" y="2332"/>
                      <a:pt x="8790" y="2300"/>
                    </a:cubicBezTo>
                    <a:lnTo>
                      <a:pt x="9231" y="2017"/>
                    </a:lnTo>
                    <a:lnTo>
                      <a:pt x="9798" y="2584"/>
                    </a:lnTo>
                    <a:lnTo>
                      <a:pt x="9546" y="3025"/>
                    </a:lnTo>
                    <a:cubicBezTo>
                      <a:pt x="9452" y="3151"/>
                      <a:pt x="9452" y="3308"/>
                      <a:pt x="9546" y="3371"/>
                    </a:cubicBezTo>
                    <a:cubicBezTo>
                      <a:pt x="9893" y="3907"/>
                      <a:pt x="10113" y="4505"/>
                      <a:pt x="10239" y="5073"/>
                    </a:cubicBezTo>
                    <a:cubicBezTo>
                      <a:pt x="10271" y="5199"/>
                      <a:pt x="10365" y="5325"/>
                      <a:pt x="10523" y="5356"/>
                    </a:cubicBezTo>
                    <a:lnTo>
                      <a:pt x="11058" y="5482"/>
                    </a:lnTo>
                    <a:lnTo>
                      <a:pt x="11058" y="6301"/>
                    </a:lnTo>
                    <a:lnTo>
                      <a:pt x="10523" y="6427"/>
                    </a:lnTo>
                    <a:cubicBezTo>
                      <a:pt x="10397" y="6459"/>
                      <a:pt x="10271" y="6553"/>
                      <a:pt x="10239" y="6711"/>
                    </a:cubicBezTo>
                    <a:cubicBezTo>
                      <a:pt x="10113" y="7309"/>
                      <a:pt x="9893" y="7877"/>
                      <a:pt x="9546" y="8381"/>
                    </a:cubicBezTo>
                    <a:cubicBezTo>
                      <a:pt x="9452" y="8507"/>
                      <a:pt x="9452" y="8633"/>
                      <a:pt x="9546" y="8759"/>
                    </a:cubicBezTo>
                    <a:lnTo>
                      <a:pt x="9798" y="9168"/>
                    </a:lnTo>
                    <a:lnTo>
                      <a:pt x="9231" y="9767"/>
                    </a:lnTo>
                    <a:lnTo>
                      <a:pt x="8790" y="9483"/>
                    </a:lnTo>
                    <a:cubicBezTo>
                      <a:pt x="8727" y="9452"/>
                      <a:pt x="8656" y="9436"/>
                      <a:pt x="8593" y="9436"/>
                    </a:cubicBezTo>
                    <a:cubicBezTo>
                      <a:pt x="8530" y="9436"/>
                      <a:pt x="8475" y="9452"/>
                      <a:pt x="8444" y="9483"/>
                    </a:cubicBezTo>
                    <a:cubicBezTo>
                      <a:pt x="7908" y="9861"/>
                      <a:pt x="7341" y="10082"/>
                      <a:pt x="6742" y="10208"/>
                    </a:cubicBezTo>
                    <a:cubicBezTo>
                      <a:pt x="6616" y="10239"/>
                      <a:pt x="6490" y="10334"/>
                      <a:pt x="6459" y="10428"/>
                    </a:cubicBezTo>
                    <a:lnTo>
                      <a:pt x="6333" y="10964"/>
                    </a:lnTo>
                    <a:lnTo>
                      <a:pt x="5514" y="10964"/>
                    </a:lnTo>
                    <a:lnTo>
                      <a:pt x="5388" y="10428"/>
                    </a:lnTo>
                    <a:cubicBezTo>
                      <a:pt x="5356" y="10334"/>
                      <a:pt x="5230" y="10208"/>
                      <a:pt x="5136" y="10208"/>
                    </a:cubicBezTo>
                    <a:cubicBezTo>
                      <a:pt x="4505" y="10082"/>
                      <a:pt x="3938" y="9861"/>
                      <a:pt x="3434" y="9483"/>
                    </a:cubicBezTo>
                    <a:cubicBezTo>
                      <a:pt x="3371" y="9452"/>
                      <a:pt x="3308" y="9436"/>
                      <a:pt x="3249" y="9436"/>
                    </a:cubicBezTo>
                    <a:cubicBezTo>
                      <a:pt x="3190" y="9436"/>
                      <a:pt x="3135" y="9452"/>
                      <a:pt x="3088" y="9483"/>
                    </a:cubicBezTo>
                    <a:lnTo>
                      <a:pt x="2647" y="9767"/>
                    </a:lnTo>
                    <a:lnTo>
                      <a:pt x="2048" y="9168"/>
                    </a:lnTo>
                    <a:lnTo>
                      <a:pt x="2332" y="8759"/>
                    </a:lnTo>
                    <a:cubicBezTo>
                      <a:pt x="2395" y="8633"/>
                      <a:pt x="2395" y="8475"/>
                      <a:pt x="2332" y="8381"/>
                    </a:cubicBezTo>
                    <a:cubicBezTo>
                      <a:pt x="1985" y="7877"/>
                      <a:pt x="1733" y="7278"/>
                      <a:pt x="1607" y="6711"/>
                    </a:cubicBezTo>
                    <a:cubicBezTo>
                      <a:pt x="1575" y="6585"/>
                      <a:pt x="1512" y="6459"/>
                      <a:pt x="1386" y="6427"/>
                    </a:cubicBezTo>
                    <a:lnTo>
                      <a:pt x="882" y="6301"/>
                    </a:lnTo>
                    <a:lnTo>
                      <a:pt x="882" y="5482"/>
                    </a:lnTo>
                    <a:lnTo>
                      <a:pt x="1386" y="5356"/>
                    </a:lnTo>
                    <a:cubicBezTo>
                      <a:pt x="1512" y="5325"/>
                      <a:pt x="1607" y="5199"/>
                      <a:pt x="1607" y="5073"/>
                    </a:cubicBezTo>
                    <a:cubicBezTo>
                      <a:pt x="1733" y="4442"/>
                      <a:pt x="1985" y="3907"/>
                      <a:pt x="2332" y="3371"/>
                    </a:cubicBezTo>
                    <a:cubicBezTo>
                      <a:pt x="2395" y="3277"/>
                      <a:pt x="2395" y="3151"/>
                      <a:pt x="2332" y="3025"/>
                    </a:cubicBezTo>
                    <a:lnTo>
                      <a:pt x="2048" y="2584"/>
                    </a:lnTo>
                    <a:lnTo>
                      <a:pt x="2647" y="2017"/>
                    </a:lnTo>
                    <a:lnTo>
                      <a:pt x="3088" y="2300"/>
                    </a:lnTo>
                    <a:cubicBezTo>
                      <a:pt x="3135" y="2332"/>
                      <a:pt x="3198" y="2347"/>
                      <a:pt x="3261" y="2347"/>
                    </a:cubicBezTo>
                    <a:cubicBezTo>
                      <a:pt x="3324" y="2347"/>
                      <a:pt x="3387" y="2332"/>
                      <a:pt x="3434" y="2300"/>
                    </a:cubicBezTo>
                    <a:cubicBezTo>
                      <a:pt x="3938" y="1922"/>
                      <a:pt x="4537" y="1702"/>
                      <a:pt x="5136" y="1576"/>
                    </a:cubicBezTo>
                    <a:cubicBezTo>
                      <a:pt x="5230" y="1544"/>
                      <a:pt x="5356" y="1450"/>
                      <a:pt x="5388" y="1292"/>
                    </a:cubicBezTo>
                    <a:lnTo>
                      <a:pt x="5514" y="756"/>
                    </a:lnTo>
                    <a:close/>
                    <a:moveTo>
                      <a:pt x="5167" y="0"/>
                    </a:moveTo>
                    <a:cubicBezTo>
                      <a:pt x="5009" y="0"/>
                      <a:pt x="4852" y="126"/>
                      <a:pt x="4852" y="284"/>
                    </a:cubicBezTo>
                    <a:lnTo>
                      <a:pt x="4694" y="882"/>
                    </a:lnTo>
                    <a:cubicBezTo>
                      <a:pt x="4127" y="977"/>
                      <a:pt x="3623" y="1229"/>
                      <a:pt x="3119" y="1513"/>
                    </a:cubicBezTo>
                    <a:lnTo>
                      <a:pt x="2615" y="1197"/>
                    </a:lnTo>
                    <a:cubicBezTo>
                      <a:pt x="2557" y="1154"/>
                      <a:pt x="2485" y="1130"/>
                      <a:pt x="2412" y="1130"/>
                    </a:cubicBezTo>
                    <a:cubicBezTo>
                      <a:pt x="2327" y="1130"/>
                      <a:pt x="2242" y="1161"/>
                      <a:pt x="2174" y="1229"/>
                    </a:cubicBezTo>
                    <a:lnTo>
                      <a:pt x="1197" y="2206"/>
                    </a:lnTo>
                    <a:cubicBezTo>
                      <a:pt x="1071" y="2332"/>
                      <a:pt x="1071" y="2489"/>
                      <a:pt x="1134" y="2647"/>
                    </a:cubicBezTo>
                    <a:lnTo>
                      <a:pt x="1449" y="3151"/>
                    </a:lnTo>
                    <a:cubicBezTo>
                      <a:pt x="1134" y="3623"/>
                      <a:pt x="945" y="4159"/>
                      <a:pt x="819" y="4726"/>
                    </a:cubicBezTo>
                    <a:lnTo>
                      <a:pt x="284" y="4884"/>
                    </a:lnTo>
                    <a:cubicBezTo>
                      <a:pt x="126" y="4915"/>
                      <a:pt x="0" y="5041"/>
                      <a:pt x="0" y="5199"/>
                    </a:cubicBezTo>
                    <a:lnTo>
                      <a:pt x="0" y="6585"/>
                    </a:lnTo>
                    <a:cubicBezTo>
                      <a:pt x="0" y="6742"/>
                      <a:pt x="126" y="6868"/>
                      <a:pt x="284" y="6900"/>
                    </a:cubicBezTo>
                    <a:lnTo>
                      <a:pt x="819" y="7057"/>
                    </a:lnTo>
                    <a:cubicBezTo>
                      <a:pt x="945" y="7593"/>
                      <a:pt x="1197" y="8129"/>
                      <a:pt x="1449" y="8633"/>
                    </a:cubicBezTo>
                    <a:lnTo>
                      <a:pt x="1134" y="9137"/>
                    </a:lnTo>
                    <a:cubicBezTo>
                      <a:pt x="1071" y="9263"/>
                      <a:pt x="1071" y="9452"/>
                      <a:pt x="1197" y="9578"/>
                    </a:cubicBezTo>
                    <a:lnTo>
                      <a:pt x="2174" y="10554"/>
                    </a:lnTo>
                    <a:cubicBezTo>
                      <a:pt x="2242" y="10622"/>
                      <a:pt x="2318" y="10653"/>
                      <a:pt x="2399" y="10653"/>
                    </a:cubicBezTo>
                    <a:cubicBezTo>
                      <a:pt x="2469" y="10653"/>
                      <a:pt x="2542" y="10630"/>
                      <a:pt x="2615" y="10586"/>
                    </a:cubicBezTo>
                    <a:lnTo>
                      <a:pt x="3119" y="10271"/>
                    </a:lnTo>
                    <a:cubicBezTo>
                      <a:pt x="3592" y="10586"/>
                      <a:pt x="4127" y="10806"/>
                      <a:pt x="4694" y="10901"/>
                    </a:cubicBezTo>
                    <a:lnTo>
                      <a:pt x="4852" y="11468"/>
                    </a:lnTo>
                    <a:cubicBezTo>
                      <a:pt x="4883" y="11626"/>
                      <a:pt x="5009" y="11752"/>
                      <a:pt x="5167" y="11752"/>
                    </a:cubicBezTo>
                    <a:lnTo>
                      <a:pt x="6553" y="11752"/>
                    </a:lnTo>
                    <a:cubicBezTo>
                      <a:pt x="6711" y="11752"/>
                      <a:pt x="6805" y="11626"/>
                      <a:pt x="6868" y="11468"/>
                    </a:cubicBezTo>
                    <a:lnTo>
                      <a:pt x="7026" y="10901"/>
                    </a:lnTo>
                    <a:cubicBezTo>
                      <a:pt x="7561" y="10806"/>
                      <a:pt x="8065" y="10554"/>
                      <a:pt x="8601" y="10271"/>
                    </a:cubicBezTo>
                    <a:lnTo>
                      <a:pt x="9105" y="10586"/>
                    </a:lnTo>
                    <a:cubicBezTo>
                      <a:pt x="9164" y="10630"/>
                      <a:pt x="9236" y="10653"/>
                      <a:pt x="9309" y="10653"/>
                    </a:cubicBezTo>
                    <a:cubicBezTo>
                      <a:pt x="9393" y="10653"/>
                      <a:pt x="9479" y="10622"/>
                      <a:pt x="9546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4" y="9137"/>
                    </a:cubicBezTo>
                    <a:lnTo>
                      <a:pt x="10239" y="8633"/>
                    </a:lnTo>
                    <a:cubicBezTo>
                      <a:pt x="10554" y="8160"/>
                      <a:pt x="10743" y="7656"/>
                      <a:pt x="10869" y="7057"/>
                    </a:cubicBezTo>
                    <a:lnTo>
                      <a:pt x="11468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9"/>
                    </a:lnTo>
                    <a:cubicBezTo>
                      <a:pt x="11752" y="5041"/>
                      <a:pt x="11626" y="4915"/>
                      <a:pt x="11468" y="4884"/>
                    </a:cubicBezTo>
                    <a:lnTo>
                      <a:pt x="10869" y="4726"/>
                    </a:lnTo>
                    <a:cubicBezTo>
                      <a:pt x="10743" y="4159"/>
                      <a:pt x="10523" y="3655"/>
                      <a:pt x="10239" y="3151"/>
                    </a:cubicBezTo>
                    <a:lnTo>
                      <a:pt x="10554" y="2647"/>
                    </a:lnTo>
                    <a:cubicBezTo>
                      <a:pt x="10649" y="2521"/>
                      <a:pt x="10649" y="2332"/>
                      <a:pt x="10523" y="2206"/>
                    </a:cubicBezTo>
                    <a:lnTo>
                      <a:pt x="9546" y="1229"/>
                    </a:lnTo>
                    <a:cubicBezTo>
                      <a:pt x="9479" y="1161"/>
                      <a:pt x="9402" y="1130"/>
                      <a:pt x="9321" y="1130"/>
                    </a:cubicBezTo>
                    <a:cubicBezTo>
                      <a:pt x="9251" y="1130"/>
                      <a:pt x="9178" y="1154"/>
                      <a:pt x="9105" y="1197"/>
                    </a:cubicBezTo>
                    <a:lnTo>
                      <a:pt x="8601" y="1513"/>
                    </a:lnTo>
                    <a:cubicBezTo>
                      <a:pt x="8128" y="1197"/>
                      <a:pt x="7593" y="977"/>
                      <a:pt x="7026" y="882"/>
                    </a:cubicBezTo>
                    <a:lnTo>
                      <a:pt x="6868" y="284"/>
                    </a:lnTo>
                    <a:cubicBezTo>
                      <a:pt x="6805" y="126"/>
                      <a:pt x="6711" y="0"/>
                      <a:pt x="65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135;p81">
                <a:extLst>
                  <a:ext uri="{FF2B5EF4-FFF2-40B4-BE49-F238E27FC236}">
                    <a16:creationId xmlns:a16="http://schemas.microsoft.com/office/drawing/2014/main" id="{7E71A0CC-D8B8-EAF7-368F-D79ED8F08606}"/>
                  </a:ext>
                </a:extLst>
              </p:cNvPr>
              <p:cNvSpPr/>
              <p:nvPr/>
            </p:nvSpPr>
            <p:spPr>
              <a:xfrm>
                <a:off x="-4521500" y="2099400"/>
                <a:ext cx="189050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31" extrusionOk="0">
                    <a:moveTo>
                      <a:pt x="3750" y="662"/>
                    </a:moveTo>
                    <a:cubicBezTo>
                      <a:pt x="5451" y="662"/>
                      <a:pt x="6837" y="2017"/>
                      <a:pt x="6837" y="3718"/>
                    </a:cubicBezTo>
                    <a:cubicBezTo>
                      <a:pt x="6869" y="5104"/>
                      <a:pt x="6049" y="6239"/>
                      <a:pt x="4821" y="6648"/>
                    </a:cubicBezTo>
                    <a:lnTo>
                      <a:pt x="4821" y="5892"/>
                    </a:lnTo>
                    <a:cubicBezTo>
                      <a:pt x="5640" y="5514"/>
                      <a:pt x="6207" y="4663"/>
                      <a:pt x="6207" y="3718"/>
                    </a:cubicBezTo>
                    <a:cubicBezTo>
                      <a:pt x="6207" y="2710"/>
                      <a:pt x="5577" y="1796"/>
                      <a:pt x="4569" y="1481"/>
                    </a:cubicBezTo>
                    <a:cubicBezTo>
                      <a:pt x="4535" y="1472"/>
                      <a:pt x="4501" y="1467"/>
                      <a:pt x="4468" y="1467"/>
                    </a:cubicBezTo>
                    <a:cubicBezTo>
                      <a:pt x="4278" y="1467"/>
                      <a:pt x="4096" y="1609"/>
                      <a:pt x="4096" y="1796"/>
                    </a:cubicBezTo>
                    <a:lnTo>
                      <a:pt x="4096" y="3372"/>
                    </a:lnTo>
                    <a:lnTo>
                      <a:pt x="3435" y="3372"/>
                    </a:lnTo>
                    <a:lnTo>
                      <a:pt x="3435" y="1796"/>
                    </a:lnTo>
                    <a:cubicBezTo>
                      <a:pt x="3435" y="1609"/>
                      <a:pt x="3276" y="1467"/>
                      <a:pt x="3073" y="1467"/>
                    </a:cubicBezTo>
                    <a:cubicBezTo>
                      <a:pt x="3037" y="1467"/>
                      <a:pt x="3000" y="1472"/>
                      <a:pt x="2962" y="1481"/>
                    </a:cubicBezTo>
                    <a:cubicBezTo>
                      <a:pt x="2017" y="1828"/>
                      <a:pt x="1355" y="2742"/>
                      <a:pt x="1355" y="3718"/>
                    </a:cubicBezTo>
                    <a:cubicBezTo>
                      <a:pt x="1355" y="4663"/>
                      <a:pt x="1891" y="5514"/>
                      <a:pt x="2741" y="5892"/>
                    </a:cubicBezTo>
                    <a:lnTo>
                      <a:pt x="2741" y="6648"/>
                    </a:lnTo>
                    <a:cubicBezTo>
                      <a:pt x="1544" y="6207"/>
                      <a:pt x="694" y="5073"/>
                      <a:pt x="694" y="3718"/>
                    </a:cubicBezTo>
                    <a:cubicBezTo>
                      <a:pt x="694" y="2017"/>
                      <a:pt x="2048" y="662"/>
                      <a:pt x="3750" y="662"/>
                    </a:cubicBezTo>
                    <a:close/>
                    <a:moveTo>
                      <a:pt x="4852" y="2363"/>
                    </a:moveTo>
                    <a:cubicBezTo>
                      <a:pt x="5293" y="2679"/>
                      <a:pt x="5514" y="3183"/>
                      <a:pt x="5514" y="3718"/>
                    </a:cubicBezTo>
                    <a:cubicBezTo>
                      <a:pt x="5514" y="4443"/>
                      <a:pt x="5041" y="5104"/>
                      <a:pt x="4380" y="5356"/>
                    </a:cubicBezTo>
                    <a:cubicBezTo>
                      <a:pt x="4254" y="5388"/>
                      <a:pt x="4159" y="5545"/>
                      <a:pt x="4159" y="5671"/>
                    </a:cubicBezTo>
                    <a:lnTo>
                      <a:pt x="4159" y="6806"/>
                    </a:lnTo>
                    <a:lnTo>
                      <a:pt x="3781" y="6806"/>
                    </a:lnTo>
                    <a:cubicBezTo>
                      <a:pt x="3734" y="6821"/>
                      <a:pt x="3679" y="6829"/>
                      <a:pt x="3624" y="6829"/>
                    </a:cubicBezTo>
                    <a:cubicBezTo>
                      <a:pt x="3568" y="6829"/>
                      <a:pt x="3513" y="6821"/>
                      <a:pt x="3466" y="6806"/>
                    </a:cubicBezTo>
                    <a:lnTo>
                      <a:pt x="3466" y="5671"/>
                    </a:lnTo>
                    <a:cubicBezTo>
                      <a:pt x="3466" y="5514"/>
                      <a:pt x="3403" y="5388"/>
                      <a:pt x="3246" y="5356"/>
                    </a:cubicBezTo>
                    <a:cubicBezTo>
                      <a:pt x="2584" y="5104"/>
                      <a:pt x="2111" y="4443"/>
                      <a:pt x="2111" y="3718"/>
                    </a:cubicBezTo>
                    <a:cubicBezTo>
                      <a:pt x="2111" y="3183"/>
                      <a:pt x="2363" y="2679"/>
                      <a:pt x="2773" y="2363"/>
                    </a:cubicBezTo>
                    <a:lnTo>
                      <a:pt x="2773" y="3718"/>
                    </a:lnTo>
                    <a:cubicBezTo>
                      <a:pt x="2773" y="3939"/>
                      <a:pt x="2930" y="4096"/>
                      <a:pt x="3120" y="4096"/>
                    </a:cubicBezTo>
                    <a:lnTo>
                      <a:pt x="4506" y="4096"/>
                    </a:lnTo>
                    <a:cubicBezTo>
                      <a:pt x="4695" y="4096"/>
                      <a:pt x="4852" y="3939"/>
                      <a:pt x="4852" y="3718"/>
                    </a:cubicBezTo>
                    <a:lnTo>
                      <a:pt x="4852" y="2363"/>
                    </a:lnTo>
                    <a:close/>
                    <a:moveTo>
                      <a:pt x="3781" y="1"/>
                    </a:moveTo>
                    <a:cubicBezTo>
                      <a:pt x="1702" y="1"/>
                      <a:pt x="1" y="1670"/>
                      <a:pt x="1" y="3781"/>
                    </a:cubicBezTo>
                    <a:cubicBezTo>
                      <a:pt x="1" y="5861"/>
                      <a:pt x="1702" y="7530"/>
                      <a:pt x="3781" y="7530"/>
                    </a:cubicBezTo>
                    <a:cubicBezTo>
                      <a:pt x="5892" y="7530"/>
                      <a:pt x="7562" y="5861"/>
                      <a:pt x="7562" y="3781"/>
                    </a:cubicBezTo>
                    <a:cubicBezTo>
                      <a:pt x="7562" y="1670"/>
                      <a:pt x="5892" y="1"/>
                      <a:pt x="3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785F2C2-0449-B689-4F26-13891C2D656E}"/>
              </a:ext>
            </a:extLst>
          </p:cNvPr>
          <p:cNvGrpSpPr/>
          <p:nvPr/>
        </p:nvGrpSpPr>
        <p:grpSpPr>
          <a:xfrm>
            <a:off x="8523631" y="3817737"/>
            <a:ext cx="2776627" cy="2045552"/>
            <a:chOff x="6561311" y="3905724"/>
            <a:chExt cx="1849500" cy="1409977"/>
          </a:xfrm>
        </p:grpSpPr>
        <p:grpSp>
          <p:nvGrpSpPr>
            <p:cNvPr id="38" name="Google Shape;3806;p46">
              <a:extLst>
                <a:ext uri="{FF2B5EF4-FFF2-40B4-BE49-F238E27FC236}">
                  <a16:creationId xmlns:a16="http://schemas.microsoft.com/office/drawing/2014/main" id="{43446BCF-7AA2-B496-5BC8-EF306DB3AF95}"/>
                </a:ext>
              </a:extLst>
            </p:cNvPr>
            <p:cNvGrpSpPr/>
            <p:nvPr/>
          </p:nvGrpSpPr>
          <p:grpSpPr>
            <a:xfrm>
              <a:off x="6561311" y="3905724"/>
              <a:ext cx="1849500" cy="1409977"/>
              <a:chOff x="6574700" y="3603897"/>
              <a:chExt cx="1849500" cy="1409977"/>
            </a:xfrm>
          </p:grpSpPr>
          <p:sp>
            <p:nvSpPr>
              <p:cNvPr id="44" name="Google Shape;3807;p46">
                <a:extLst>
                  <a:ext uri="{FF2B5EF4-FFF2-40B4-BE49-F238E27FC236}">
                    <a16:creationId xmlns:a16="http://schemas.microsoft.com/office/drawing/2014/main" id="{EFAD8C49-D9BF-B32F-FAA8-F109C07B9205}"/>
                  </a:ext>
                </a:extLst>
              </p:cNvPr>
              <p:cNvSpPr txBox="1"/>
              <p:nvPr/>
            </p:nvSpPr>
            <p:spPr>
              <a:xfrm>
                <a:off x="65747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Family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of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problems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45" name="Google Shape;3808;p46">
                <a:extLst>
                  <a:ext uri="{FF2B5EF4-FFF2-40B4-BE49-F238E27FC236}">
                    <a16:creationId xmlns:a16="http://schemas.microsoft.com/office/drawing/2014/main" id="{9FE2CA9C-E699-B93E-F3F1-62206C345D0A}"/>
                  </a:ext>
                </a:extLst>
              </p:cNvPr>
              <p:cNvSpPr/>
              <p:nvPr/>
            </p:nvSpPr>
            <p:spPr>
              <a:xfrm>
                <a:off x="65927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FC005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39" name="Google Shape;13352;p75">
              <a:extLst>
                <a:ext uri="{FF2B5EF4-FFF2-40B4-BE49-F238E27FC236}">
                  <a16:creationId xmlns:a16="http://schemas.microsoft.com/office/drawing/2014/main" id="{905E3EA3-FF8C-401B-EE26-6D536CE9CED2}"/>
                </a:ext>
              </a:extLst>
            </p:cNvPr>
            <p:cNvGrpSpPr/>
            <p:nvPr/>
          </p:nvGrpSpPr>
          <p:grpSpPr>
            <a:xfrm>
              <a:off x="7318832" y="3945320"/>
              <a:ext cx="353564" cy="340186"/>
              <a:chOff x="2077575" y="2615925"/>
              <a:chExt cx="502150" cy="483150"/>
            </a:xfrm>
            <a:solidFill>
              <a:schemeClr val="bg1"/>
            </a:solidFill>
          </p:grpSpPr>
          <p:sp>
            <p:nvSpPr>
              <p:cNvPr id="40" name="Google Shape;13353;p75">
                <a:extLst>
                  <a:ext uri="{FF2B5EF4-FFF2-40B4-BE49-F238E27FC236}">
                    <a16:creationId xmlns:a16="http://schemas.microsoft.com/office/drawing/2014/main" id="{028588EF-D3AC-9FD5-C4F1-6B681EB926E6}"/>
                  </a:ext>
                </a:extLst>
              </p:cNvPr>
              <p:cNvSpPr/>
              <p:nvPr/>
            </p:nvSpPr>
            <p:spPr>
              <a:xfrm>
                <a:off x="2213375" y="2817500"/>
                <a:ext cx="151225" cy="148400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936" extrusionOk="0">
                    <a:moveTo>
                      <a:pt x="5426" y="0"/>
                    </a:moveTo>
                    <a:cubicBezTo>
                      <a:pt x="5281" y="0"/>
                      <a:pt x="5136" y="56"/>
                      <a:pt x="5025" y="166"/>
                    </a:cubicBezTo>
                    <a:lnTo>
                      <a:pt x="4557" y="634"/>
                    </a:lnTo>
                    <a:cubicBezTo>
                      <a:pt x="4322" y="522"/>
                      <a:pt x="4072" y="468"/>
                      <a:pt x="3825" y="468"/>
                    </a:cubicBezTo>
                    <a:cubicBezTo>
                      <a:pt x="3288" y="468"/>
                      <a:pt x="2764" y="723"/>
                      <a:pt x="2437" y="1186"/>
                    </a:cubicBezTo>
                    <a:cubicBezTo>
                      <a:pt x="1957" y="1863"/>
                      <a:pt x="2038" y="2784"/>
                      <a:pt x="2624" y="3369"/>
                    </a:cubicBezTo>
                    <a:cubicBezTo>
                      <a:pt x="2980" y="3726"/>
                      <a:pt x="2727" y="4336"/>
                      <a:pt x="2223" y="4336"/>
                    </a:cubicBezTo>
                    <a:cubicBezTo>
                      <a:pt x="1718" y="4336"/>
                      <a:pt x="1468" y="3726"/>
                      <a:pt x="1824" y="3369"/>
                    </a:cubicBezTo>
                    <a:cubicBezTo>
                      <a:pt x="2044" y="3149"/>
                      <a:pt x="2044" y="2790"/>
                      <a:pt x="1824" y="2569"/>
                    </a:cubicBezTo>
                    <a:cubicBezTo>
                      <a:pt x="1714" y="2458"/>
                      <a:pt x="1569" y="2402"/>
                      <a:pt x="1424" y="2402"/>
                    </a:cubicBezTo>
                    <a:cubicBezTo>
                      <a:pt x="1279" y="2402"/>
                      <a:pt x="1134" y="2458"/>
                      <a:pt x="1024" y="2569"/>
                    </a:cubicBezTo>
                    <a:cubicBezTo>
                      <a:pt x="514" y="3077"/>
                      <a:pt x="381" y="3853"/>
                      <a:pt x="692" y="4502"/>
                    </a:cubicBezTo>
                    <a:lnTo>
                      <a:pt x="221" y="4970"/>
                    </a:lnTo>
                    <a:cubicBezTo>
                      <a:pt x="0" y="5190"/>
                      <a:pt x="0" y="5549"/>
                      <a:pt x="221" y="5770"/>
                    </a:cubicBezTo>
                    <a:cubicBezTo>
                      <a:pt x="332" y="5880"/>
                      <a:pt x="477" y="5935"/>
                      <a:pt x="622" y="5935"/>
                    </a:cubicBezTo>
                    <a:cubicBezTo>
                      <a:pt x="767" y="5935"/>
                      <a:pt x="912" y="5880"/>
                      <a:pt x="1024" y="5770"/>
                    </a:cubicBezTo>
                    <a:lnTo>
                      <a:pt x="1492" y="5302"/>
                    </a:lnTo>
                    <a:cubicBezTo>
                      <a:pt x="1726" y="5414"/>
                      <a:pt x="1975" y="5467"/>
                      <a:pt x="2220" y="5467"/>
                    </a:cubicBezTo>
                    <a:cubicBezTo>
                      <a:pt x="2758" y="5467"/>
                      <a:pt x="3281" y="5211"/>
                      <a:pt x="3608" y="4749"/>
                    </a:cubicBezTo>
                    <a:cubicBezTo>
                      <a:pt x="4089" y="4073"/>
                      <a:pt x="4010" y="3152"/>
                      <a:pt x="3424" y="2569"/>
                    </a:cubicBezTo>
                    <a:cubicBezTo>
                      <a:pt x="3068" y="2210"/>
                      <a:pt x="3322" y="1600"/>
                      <a:pt x="3826" y="1600"/>
                    </a:cubicBezTo>
                    <a:cubicBezTo>
                      <a:pt x="4330" y="1600"/>
                      <a:pt x="4581" y="2210"/>
                      <a:pt x="4224" y="2569"/>
                    </a:cubicBezTo>
                    <a:cubicBezTo>
                      <a:pt x="4004" y="2790"/>
                      <a:pt x="4004" y="3146"/>
                      <a:pt x="4224" y="3369"/>
                    </a:cubicBezTo>
                    <a:cubicBezTo>
                      <a:pt x="4335" y="3480"/>
                      <a:pt x="4480" y="3535"/>
                      <a:pt x="4624" y="3535"/>
                    </a:cubicBezTo>
                    <a:cubicBezTo>
                      <a:pt x="4769" y="3535"/>
                      <a:pt x="4914" y="3480"/>
                      <a:pt x="5025" y="3369"/>
                    </a:cubicBezTo>
                    <a:cubicBezTo>
                      <a:pt x="5535" y="2859"/>
                      <a:pt x="5668" y="2086"/>
                      <a:pt x="5360" y="1434"/>
                    </a:cubicBezTo>
                    <a:lnTo>
                      <a:pt x="5828" y="966"/>
                    </a:lnTo>
                    <a:cubicBezTo>
                      <a:pt x="6048" y="745"/>
                      <a:pt x="6048" y="386"/>
                      <a:pt x="5828" y="166"/>
                    </a:cubicBezTo>
                    <a:cubicBezTo>
                      <a:pt x="5716" y="56"/>
                      <a:pt x="5571" y="0"/>
                      <a:pt x="5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1" name="Google Shape;13354;p75">
                <a:extLst>
                  <a:ext uri="{FF2B5EF4-FFF2-40B4-BE49-F238E27FC236}">
                    <a16:creationId xmlns:a16="http://schemas.microsoft.com/office/drawing/2014/main" id="{25FC3409-C6E8-8257-E3B9-AAE22962C1E0}"/>
                  </a:ext>
                </a:extLst>
              </p:cNvPr>
              <p:cNvSpPr/>
              <p:nvPr/>
            </p:nvSpPr>
            <p:spPr>
              <a:xfrm>
                <a:off x="2333550" y="2737450"/>
                <a:ext cx="51050" cy="48325"/>
              </a:xfrm>
              <a:custGeom>
                <a:avLst/>
                <a:gdLst/>
                <a:ahLst/>
                <a:cxnLst/>
                <a:rect l="l" t="t" r="r" b="b"/>
                <a:pathLst>
                  <a:path w="2042" h="1933" extrusionOk="0">
                    <a:moveTo>
                      <a:pt x="619" y="1"/>
                    </a:moveTo>
                    <a:cubicBezTo>
                      <a:pt x="475" y="1"/>
                      <a:pt x="330" y="56"/>
                      <a:pt x="221" y="167"/>
                    </a:cubicBezTo>
                    <a:cubicBezTo>
                      <a:pt x="0" y="388"/>
                      <a:pt x="0" y="747"/>
                      <a:pt x="221" y="967"/>
                    </a:cubicBezTo>
                    <a:lnTo>
                      <a:pt x="1021" y="1767"/>
                    </a:lnTo>
                    <a:cubicBezTo>
                      <a:pt x="1131" y="1878"/>
                      <a:pt x="1276" y="1933"/>
                      <a:pt x="1421" y="1933"/>
                    </a:cubicBezTo>
                    <a:cubicBezTo>
                      <a:pt x="1566" y="1933"/>
                      <a:pt x="1711" y="1878"/>
                      <a:pt x="1821" y="1767"/>
                    </a:cubicBezTo>
                    <a:cubicBezTo>
                      <a:pt x="2041" y="1547"/>
                      <a:pt x="2041" y="1188"/>
                      <a:pt x="1821" y="967"/>
                    </a:cubicBezTo>
                    <a:lnTo>
                      <a:pt x="1021" y="167"/>
                    </a:lnTo>
                    <a:cubicBezTo>
                      <a:pt x="910" y="57"/>
                      <a:pt x="765" y="1"/>
                      <a:pt x="6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2" name="Google Shape;13355;p75">
                <a:extLst>
                  <a:ext uri="{FF2B5EF4-FFF2-40B4-BE49-F238E27FC236}">
                    <a16:creationId xmlns:a16="http://schemas.microsoft.com/office/drawing/2014/main" id="{511DBE3E-469E-260E-E1F6-AFB7E6872058}"/>
                  </a:ext>
                </a:extLst>
              </p:cNvPr>
              <p:cNvSpPr/>
              <p:nvPr/>
            </p:nvSpPr>
            <p:spPr>
              <a:xfrm>
                <a:off x="2393550" y="2797500"/>
                <a:ext cx="511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935" extrusionOk="0">
                    <a:moveTo>
                      <a:pt x="621" y="0"/>
                    </a:moveTo>
                    <a:cubicBezTo>
                      <a:pt x="476" y="0"/>
                      <a:pt x="331" y="55"/>
                      <a:pt x="221" y="166"/>
                    </a:cubicBezTo>
                    <a:cubicBezTo>
                      <a:pt x="1" y="386"/>
                      <a:pt x="1" y="745"/>
                      <a:pt x="221" y="966"/>
                    </a:cubicBezTo>
                    <a:lnTo>
                      <a:pt x="1021" y="1769"/>
                    </a:lnTo>
                    <a:cubicBezTo>
                      <a:pt x="1131" y="1879"/>
                      <a:pt x="1276" y="1934"/>
                      <a:pt x="1421" y="1934"/>
                    </a:cubicBezTo>
                    <a:cubicBezTo>
                      <a:pt x="1566" y="1934"/>
                      <a:pt x="1711" y="1879"/>
                      <a:pt x="1821" y="1769"/>
                    </a:cubicBezTo>
                    <a:cubicBezTo>
                      <a:pt x="2045" y="1545"/>
                      <a:pt x="2042" y="1189"/>
                      <a:pt x="1821" y="966"/>
                    </a:cubicBezTo>
                    <a:lnTo>
                      <a:pt x="1021" y="166"/>
                    </a:lnTo>
                    <a:cubicBezTo>
                      <a:pt x="911" y="55"/>
                      <a:pt x="766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13356;p75">
                <a:extLst>
                  <a:ext uri="{FF2B5EF4-FFF2-40B4-BE49-F238E27FC236}">
                    <a16:creationId xmlns:a16="http://schemas.microsoft.com/office/drawing/2014/main" id="{AB41080F-0108-5135-FBD9-C59796CE2622}"/>
                  </a:ext>
                </a:extLst>
              </p:cNvPr>
              <p:cNvSpPr/>
              <p:nvPr/>
            </p:nvSpPr>
            <p:spPr>
              <a:xfrm>
                <a:off x="2077575" y="2615925"/>
                <a:ext cx="502150" cy="483150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19326" extrusionOk="0">
                    <a:moveTo>
                      <a:pt x="14865" y="4061"/>
                    </a:moveTo>
                    <a:cubicBezTo>
                      <a:pt x="14901" y="4061"/>
                      <a:pt x="14937" y="4064"/>
                      <a:pt x="14974" y="4071"/>
                    </a:cubicBezTo>
                    <a:cubicBezTo>
                      <a:pt x="15239" y="4125"/>
                      <a:pt x="15430" y="4358"/>
                      <a:pt x="15430" y="4627"/>
                    </a:cubicBezTo>
                    <a:cubicBezTo>
                      <a:pt x="15430" y="4778"/>
                      <a:pt x="15369" y="4922"/>
                      <a:pt x="15264" y="5028"/>
                    </a:cubicBezTo>
                    <a:cubicBezTo>
                      <a:pt x="15153" y="5137"/>
                      <a:pt x="15008" y="5194"/>
                      <a:pt x="14862" y="5194"/>
                    </a:cubicBezTo>
                    <a:cubicBezTo>
                      <a:pt x="14753" y="5194"/>
                      <a:pt x="14643" y="5162"/>
                      <a:pt x="14548" y="5098"/>
                    </a:cubicBezTo>
                    <a:cubicBezTo>
                      <a:pt x="14324" y="4947"/>
                      <a:pt x="14237" y="4660"/>
                      <a:pt x="14340" y="4409"/>
                    </a:cubicBezTo>
                    <a:cubicBezTo>
                      <a:pt x="14428" y="4195"/>
                      <a:pt x="14638" y="4061"/>
                      <a:pt x="14865" y="4061"/>
                    </a:cubicBezTo>
                    <a:close/>
                    <a:moveTo>
                      <a:pt x="13258" y="1136"/>
                    </a:moveTo>
                    <a:cubicBezTo>
                      <a:pt x="14386" y="1136"/>
                      <a:pt x="15514" y="1507"/>
                      <a:pt x="16441" y="2247"/>
                    </a:cubicBezTo>
                    <a:lnTo>
                      <a:pt x="15593" y="3096"/>
                    </a:lnTo>
                    <a:cubicBezTo>
                      <a:pt x="15349" y="2979"/>
                      <a:pt x="15100" y="2926"/>
                      <a:pt x="14858" y="2926"/>
                    </a:cubicBezTo>
                    <a:cubicBezTo>
                      <a:pt x="13865" y="2926"/>
                      <a:pt x="12999" y="3824"/>
                      <a:pt x="13186" y="4916"/>
                    </a:cubicBezTo>
                    <a:cubicBezTo>
                      <a:pt x="13295" y="5541"/>
                      <a:pt x="13742" y="6055"/>
                      <a:pt x="14346" y="6248"/>
                    </a:cubicBezTo>
                    <a:cubicBezTo>
                      <a:pt x="14514" y="6301"/>
                      <a:pt x="14688" y="6327"/>
                      <a:pt x="14859" y="6327"/>
                    </a:cubicBezTo>
                    <a:cubicBezTo>
                      <a:pt x="15304" y="6327"/>
                      <a:pt x="15739" y="6153"/>
                      <a:pt x="16064" y="5828"/>
                    </a:cubicBezTo>
                    <a:cubicBezTo>
                      <a:pt x="16571" y="5321"/>
                      <a:pt x="16704" y="4545"/>
                      <a:pt x="16396" y="3896"/>
                    </a:cubicBezTo>
                    <a:lnTo>
                      <a:pt x="17241" y="3050"/>
                    </a:lnTo>
                    <a:lnTo>
                      <a:pt x="17241" y="3050"/>
                    </a:lnTo>
                    <a:cubicBezTo>
                      <a:pt x="18842" y="5046"/>
                      <a:pt x="18715" y="7981"/>
                      <a:pt x="16864" y="9832"/>
                    </a:cubicBezTo>
                    <a:lnTo>
                      <a:pt x="16462" y="10231"/>
                    </a:lnTo>
                    <a:lnTo>
                      <a:pt x="16064" y="9832"/>
                    </a:lnTo>
                    <a:cubicBezTo>
                      <a:pt x="15952" y="9722"/>
                      <a:pt x="15806" y="9666"/>
                      <a:pt x="15661" y="9666"/>
                    </a:cubicBezTo>
                    <a:cubicBezTo>
                      <a:pt x="15516" y="9666"/>
                      <a:pt x="15372" y="9721"/>
                      <a:pt x="15261" y="9832"/>
                    </a:cubicBezTo>
                    <a:cubicBezTo>
                      <a:pt x="15040" y="10053"/>
                      <a:pt x="15040" y="10412"/>
                      <a:pt x="15261" y="10632"/>
                    </a:cubicBezTo>
                    <a:lnTo>
                      <a:pt x="15662" y="11034"/>
                    </a:lnTo>
                    <a:lnTo>
                      <a:pt x="8666" y="18027"/>
                    </a:lnTo>
                    <a:cubicBezTo>
                      <a:pt x="8556" y="18137"/>
                      <a:pt x="8411" y="18192"/>
                      <a:pt x="8266" y="18192"/>
                    </a:cubicBezTo>
                    <a:cubicBezTo>
                      <a:pt x="8121" y="18192"/>
                      <a:pt x="7976" y="18137"/>
                      <a:pt x="7866" y="18027"/>
                    </a:cubicBezTo>
                    <a:lnTo>
                      <a:pt x="1462" y="11623"/>
                    </a:lnTo>
                    <a:cubicBezTo>
                      <a:pt x="1241" y="11402"/>
                      <a:pt x="1241" y="11043"/>
                      <a:pt x="1462" y="10822"/>
                    </a:cubicBezTo>
                    <a:lnTo>
                      <a:pt x="8458" y="3826"/>
                    </a:lnTo>
                    <a:lnTo>
                      <a:pt x="8856" y="4228"/>
                    </a:lnTo>
                    <a:cubicBezTo>
                      <a:pt x="8966" y="4338"/>
                      <a:pt x="9111" y="4393"/>
                      <a:pt x="9256" y="4393"/>
                    </a:cubicBezTo>
                    <a:cubicBezTo>
                      <a:pt x="9401" y="4393"/>
                      <a:pt x="9546" y="4338"/>
                      <a:pt x="9656" y="4228"/>
                    </a:cubicBezTo>
                    <a:cubicBezTo>
                      <a:pt x="9880" y="4005"/>
                      <a:pt x="9877" y="3648"/>
                      <a:pt x="9656" y="3425"/>
                    </a:cubicBezTo>
                    <a:lnTo>
                      <a:pt x="9258" y="3026"/>
                    </a:lnTo>
                    <a:lnTo>
                      <a:pt x="9656" y="2625"/>
                    </a:lnTo>
                    <a:cubicBezTo>
                      <a:pt x="10649" y="1632"/>
                      <a:pt x="11954" y="1136"/>
                      <a:pt x="13258" y="1136"/>
                    </a:cubicBezTo>
                    <a:close/>
                    <a:moveTo>
                      <a:pt x="13261" y="1"/>
                    </a:moveTo>
                    <a:cubicBezTo>
                      <a:pt x="11661" y="1"/>
                      <a:pt x="10066" y="615"/>
                      <a:pt x="8856" y="1825"/>
                    </a:cubicBezTo>
                    <a:lnTo>
                      <a:pt x="8056" y="2625"/>
                    </a:lnTo>
                    <a:lnTo>
                      <a:pt x="661" y="10019"/>
                    </a:lnTo>
                    <a:cubicBezTo>
                      <a:pt x="0" y="10684"/>
                      <a:pt x="0" y="11759"/>
                      <a:pt x="661" y="12423"/>
                    </a:cubicBezTo>
                    <a:lnTo>
                      <a:pt x="7066" y="18827"/>
                    </a:lnTo>
                    <a:cubicBezTo>
                      <a:pt x="7398" y="19159"/>
                      <a:pt x="7833" y="19325"/>
                      <a:pt x="8267" y="19325"/>
                    </a:cubicBezTo>
                    <a:cubicBezTo>
                      <a:pt x="8702" y="19325"/>
                      <a:pt x="9137" y="19159"/>
                      <a:pt x="9469" y="18827"/>
                    </a:cubicBezTo>
                    <a:lnTo>
                      <a:pt x="17664" y="10632"/>
                    </a:lnTo>
                    <a:cubicBezTo>
                      <a:pt x="19956" y="8337"/>
                      <a:pt x="20086" y="4687"/>
                      <a:pt x="18044" y="2244"/>
                    </a:cubicBezTo>
                    <a:lnTo>
                      <a:pt x="19264" y="1024"/>
                    </a:lnTo>
                    <a:cubicBezTo>
                      <a:pt x="19485" y="804"/>
                      <a:pt x="19485" y="445"/>
                      <a:pt x="19264" y="224"/>
                    </a:cubicBezTo>
                    <a:cubicBezTo>
                      <a:pt x="19154" y="114"/>
                      <a:pt x="19009" y="59"/>
                      <a:pt x="18864" y="59"/>
                    </a:cubicBezTo>
                    <a:cubicBezTo>
                      <a:pt x="18719" y="59"/>
                      <a:pt x="18574" y="114"/>
                      <a:pt x="18464" y="224"/>
                    </a:cubicBezTo>
                    <a:lnTo>
                      <a:pt x="17244" y="1444"/>
                    </a:lnTo>
                    <a:cubicBezTo>
                      <a:pt x="16086" y="478"/>
                      <a:pt x="14671" y="1"/>
                      <a:pt x="132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957CC3A-0DBD-AC70-6B2A-0311D4806AE4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60471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C3126-55A4-3724-807B-0B4040BE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6568B-9796-0D07-0B4F-BBDEB501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Future </a:t>
            </a:r>
            <a:r>
              <a:rPr lang="es-ES" dirty="0" err="1"/>
              <a:t>Work</a:t>
            </a:r>
            <a:endParaRPr lang="es-ES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376F14C-F5D3-0520-2E7E-D9B7F9AEE293}"/>
              </a:ext>
            </a:extLst>
          </p:cNvPr>
          <p:cNvGrpSpPr/>
          <p:nvPr/>
        </p:nvGrpSpPr>
        <p:grpSpPr>
          <a:xfrm>
            <a:off x="-186808" y="1255731"/>
            <a:ext cx="6303777" cy="2323748"/>
            <a:chOff x="-186808" y="1255731"/>
            <a:chExt cx="6303777" cy="2323748"/>
          </a:xfrm>
        </p:grpSpPr>
        <p:sp>
          <p:nvSpPr>
            <p:cNvPr id="6" name="Google Shape;2225;p41">
              <a:extLst>
                <a:ext uri="{FF2B5EF4-FFF2-40B4-BE49-F238E27FC236}">
                  <a16:creationId xmlns:a16="http://schemas.microsoft.com/office/drawing/2014/main" id="{070E884A-FF30-2D7E-9CA5-171C40EB56EF}"/>
                </a:ext>
              </a:extLst>
            </p:cNvPr>
            <p:cNvSpPr txBox="1">
              <a:spLocks/>
            </p:cNvSpPr>
            <p:nvPr/>
          </p:nvSpPr>
          <p:spPr>
            <a:xfrm>
              <a:off x="1856260" y="1529914"/>
              <a:ext cx="4260709" cy="714156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_tradnl" sz="3200" b="1" dirty="0">
                  <a:solidFill>
                    <a:schemeClr val="accent1"/>
                  </a:solidFill>
                </a:rPr>
                <a:t>PACO </a:t>
              </a:r>
              <a:r>
                <a:rPr lang="es-ES_tradnl" sz="3200" b="1" dirty="0" err="1">
                  <a:solidFill>
                    <a:schemeClr val="accent1"/>
                  </a:solidFill>
                </a:rPr>
                <a:t>Definition</a:t>
              </a:r>
              <a:endParaRPr lang="es-ES_tradnl" sz="4400" b="1" dirty="0"/>
            </a:p>
          </p:txBody>
        </p:sp>
        <p:sp>
          <p:nvSpPr>
            <p:cNvPr id="7" name="Google Shape;2226;p41">
              <a:extLst>
                <a:ext uri="{FF2B5EF4-FFF2-40B4-BE49-F238E27FC236}">
                  <a16:creationId xmlns:a16="http://schemas.microsoft.com/office/drawing/2014/main" id="{D8A92A3A-16E8-2425-BC89-AD2FEA53B738}"/>
                </a:ext>
              </a:extLst>
            </p:cNvPr>
            <p:cNvSpPr txBox="1">
              <a:spLocks/>
            </p:cNvSpPr>
            <p:nvPr/>
          </p:nvSpPr>
          <p:spPr>
            <a:xfrm>
              <a:off x="1856259" y="2134027"/>
              <a:ext cx="4260709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Formal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definition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of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the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problem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4" name="Google Shape;2233;p41">
              <a:extLst>
                <a:ext uri="{FF2B5EF4-FFF2-40B4-BE49-F238E27FC236}">
                  <a16:creationId xmlns:a16="http://schemas.microsoft.com/office/drawing/2014/main" id="{4CF2592A-F455-C2BE-2F64-8C2F97C6E036}"/>
                </a:ext>
              </a:extLst>
            </p:cNvPr>
            <p:cNvSpPr txBox="1"/>
            <p:nvPr/>
          </p:nvSpPr>
          <p:spPr>
            <a:xfrm>
              <a:off x="-186808" y="1255731"/>
              <a:ext cx="2583761" cy="2055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01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A86BBE7-AF2C-7D46-B749-CC2818BD7FA1}"/>
              </a:ext>
            </a:extLst>
          </p:cNvPr>
          <p:cNvGrpSpPr/>
          <p:nvPr/>
        </p:nvGrpSpPr>
        <p:grpSpPr>
          <a:xfrm>
            <a:off x="1105072" y="3547717"/>
            <a:ext cx="6299380" cy="2381965"/>
            <a:chOff x="1105072" y="3547717"/>
            <a:chExt cx="6299380" cy="2381965"/>
          </a:xfrm>
        </p:grpSpPr>
        <p:sp>
          <p:nvSpPr>
            <p:cNvPr id="10" name="Google Shape;2229;p41">
              <a:extLst>
                <a:ext uri="{FF2B5EF4-FFF2-40B4-BE49-F238E27FC236}">
                  <a16:creationId xmlns:a16="http://schemas.microsoft.com/office/drawing/2014/main" id="{574E8EFF-697B-BDC3-DE9F-9E4FD408E204}"/>
                </a:ext>
              </a:extLst>
            </p:cNvPr>
            <p:cNvSpPr txBox="1">
              <a:spLocks/>
            </p:cNvSpPr>
            <p:nvPr/>
          </p:nvSpPr>
          <p:spPr>
            <a:xfrm>
              <a:off x="3143743" y="3814703"/>
              <a:ext cx="4260709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Solution</a:t>
              </a:r>
              <a:endParaRPr lang="es-ES" sz="32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Google Shape;2230;p41">
              <a:extLst>
                <a:ext uri="{FF2B5EF4-FFF2-40B4-BE49-F238E27FC236}">
                  <a16:creationId xmlns:a16="http://schemas.microsoft.com/office/drawing/2014/main" id="{48DA613D-0073-346E-FFF3-4DA5C217D08A}"/>
                </a:ext>
              </a:extLst>
            </p:cNvPr>
            <p:cNvSpPr txBox="1">
              <a:spLocks/>
            </p:cNvSpPr>
            <p:nvPr/>
          </p:nvSpPr>
          <p:spPr>
            <a:xfrm>
              <a:off x="3143743" y="4484230"/>
              <a:ext cx="3350258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An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implementation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that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can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solve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it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5" name="Google Shape;2234;p41">
              <a:extLst>
                <a:ext uri="{FF2B5EF4-FFF2-40B4-BE49-F238E27FC236}">
                  <a16:creationId xmlns:a16="http://schemas.microsoft.com/office/drawing/2014/main" id="{29DBCD97-7410-06D6-07D0-066CC5BF5201}"/>
                </a:ext>
              </a:extLst>
            </p:cNvPr>
            <p:cNvSpPr txBox="1"/>
            <p:nvPr/>
          </p:nvSpPr>
          <p:spPr>
            <a:xfrm>
              <a:off x="1105072" y="3547717"/>
              <a:ext cx="2583761" cy="204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03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C426D63-4767-CF40-FA03-681EDC7D730B}"/>
              </a:ext>
            </a:extLst>
          </p:cNvPr>
          <p:cNvGrpSpPr/>
          <p:nvPr/>
        </p:nvGrpSpPr>
        <p:grpSpPr>
          <a:xfrm>
            <a:off x="6088304" y="3584969"/>
            <a:ext cx="6568835" cy="2411709"/>
            <a:chOff x="6088304" y="3584969"/>
            <a:chExt cx="6568835" cy="2411709"/>
          </a:xfrm>
        </p:grpSpPr>
        <p:sp>
          <p:nvSpPr>
            <p:cNvPr id="12" name="Google Shape;2231;p41">
              <a:extLst>
                <a:ext uri="{FF2B5EF4-FFF2-40B4-BE49-F238E27FC236}">
                  <a16:creationId xmlns:a16="http://schemas.microsoft.com/office/drawing/2014/main" id="{8851023E-CC86-8501-C793-8B02EDA1824A}"/>
                </a:ext>
              </a:extLst>
            </p:cNvPr>
            <p:cNvSpPr txBox="1">
              <a:spLocks/>
            </p:cNvSpPr>
            <p:nvPr/>
          </p:nvSpPr>
          <p:spPr>
            <a:xfrm>
              <a:off x="8290635" y="3832200"/>
              <a:ext cx="4366504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Family</a:t>
              </a:r>
              <a:endParaRPr lang="es-ES" sz="4400" b="1" dirty="0"/>
            </a:p>
          </p:txBody>
        </p:sp>
        <p:sp>
          <p:nvSpPr>
            <p:cNvPr id="13" name="Google Shape;2232;p41">
              <a:extLst>
                <a:ext uri="{FF2B5EF4-FFF2-40B4-BE49-F238E27FC236}">
                  <a16:creationId xmlns:a16="http://schemas.microsoft.com/office/drawing/2014/main" id="{B8102DD1-0744-3E79-3A31-4C330B8108DA}"/>
                </a:ext>
              </a:extLst>
            </p:cNvPr>
            <p:cNvSpPr txBox="1">
              <a:spLocks/>
            </p:cNvSpPr>
            <p:nvPr/>
          </p:nvSpPr>
          <p:spPr>
            <a:xfrm>
              <a:off x="8290635" y="4354604"/>
              <a:ext cx="3551959" cy="1642074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Explore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all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problems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that</a:t>
              </a:r>
              <a:r>
                <a:rPr lang="es-ES" dirty="0">
                  <a:solidFill>
                    <a:schemeClr val="tx1"/>
                  </a:solidFill>
                </a:rPr>
                <a:t> are </a:t>
              </a:r>
              <a:r>
                <a:rPr lang="es-ES" dirty="0" err="1">
                  <a:solidFill>
                    <a:schemeClr val="tx1"/>
                  </a:solidFill>
                </a:rPr>
                <a:t>part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of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it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6" name="Google Shape;2235;p41">
              <a:extLst>
                <a:ext uri="{FF2B5EF4-FFF2-40B4-BE49-F238E27FC236}">
                  <a16:creationId xmlns:a16="http://schemas.microsoft.com/office/drawing/2014/main" id="{A819B0BE-EEDC-FF44-B409-5CBC722784A9}"/>
                </a:ext>
              </a:extLst>
            </p:cNvPr>
            <p:cNvSpPr txBox="1"/>
            <p:nvPr/>
          </p:nvSpPr>
          <p:spPr>
            <a:xfrm>
              <a:off x="6088304" y="3584969"/>
              <a:ext cx="2583761" cy="204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04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DA2E6AE-F046-74FB-121F-7022BEA38044}"/>
              </a:ext>
            </a:extLst>
          </p:cNvPr>
          <p:cNvGrpSpPr/>
          <p:nvPr/>
        </p:nvGrpSpPr>
        <p:grpSpPr>
          <a:xfrm>
            <a:off x="5150643" y="1195005"/>
            <a:ext cx="6495507" cy="2352712"/>
            <a:chOff x="5150643" y="1195005"/>
            <a:chExt cx="6495507" cy="2352712"/>
          </a:xfrm>
        </p:grpSpPr>
        <p:sp>
          <p:nvSpPr>
            <p:cNvPr id="8" name="Google Shape;2227;p41">
              <a:extLst>
                <a:ext uri="{FF2B5EF4-FFF2-40B4-BE49-F238E27FC236}">
                  <a16:creationId xmlns:a16="http://schemas.microsoft.com/office/drawing/2014/main" id="{61BDBECF-BA91-A532-1A79-48D115E55A97}"/>
                </a:ext>
              </a:extLst>
            </p:cNvPr>
            <p:cNvSpPr txBox="1">
              <a:spLocks/>
            </p:cNvSpPr>
            <p:nvPr/>
          </p:nvSpPr>
          <p:spPr>
            <a:xfrm>
              <a:off x="7380184" y="1441002"/>
              <a:ext cx="4265966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Servitization</a:t>
              </a:r>
              <a:endParaRPr lang="es-ES" sz="4400" b="1" dirty="0"/>
            </a:p>
          </p:txBody>
        </p:sp>
        <p:sp>
          <p:nvSpPr>
            <p:cNvPr id="9" name="Google Shape;2228;p41">
              <a:extLst>
                <a:ext uri="{FF2B5EF4-FFF2-40B4-BE49-F238E27FC236}">
                  <a16:creationId xmlns:a16="http://schemas.microsoft.com/office/drawing/2014/main" id="{7CCE13BC-F107-113A-309C-EE8B9B75DC3F}"/>
                </a:ext>
              </a:extLst>
            </p:cNvPr>
            <p:cNvSpPr txBox="1">
              <a:spLocks/>
            </p:cNvSpPr>
            <p:nvPr/>
          </p:nvSpPr>
          <p:spPr>
            <a:xfrm>
              <a:off x="7380184" y="2102265"/>
              <a:ext cx="4265966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Revisit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QACO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model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and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its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specification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7" name="Google Shape;2236;p41">
              <a:extLst>
                <a:ext uri="{FF2B5EF4-FFF2-40B4-BE49-F238E27FC236}">
                  <a16:creationId xmlns:a16="http://schemas.microsoft.com/office/drawing/2014/main" id="{E2342C29-B249-3172-2010-80150E79537C}"/>
                </a:ext>
              </a:extLst>
            </p:cNvPr>
            <p:cNvSpPr txBox="1"/>
            <p:nvPr/>
          </p:nvSpPr>
          <p:spPr>
            <a:xfrm>
              <a:off x="5150643" y="1195005"/>
              <a:ext cx="2583761" cy="2055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02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B07A41E-E56D-61B0-6229-4E8A4C50D947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406309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2159-6E76-4AFD-CCF8-12AF52D4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F5CA5-72F0-4098-C2D3-75EEB51B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Conclusions</a:t>
            </a:r>
            <a:endParaRPr lang="es-E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12D3465-3188-7330-C99A-CDCDCDA5764F}"/>
              </a:ext>
            </a:extLst>
          </p:cNvPr>
          <p:cNvGrpSpPr/>
          <p:nvPr/>
        </p:nvGrpSpPr>
        <p:grpSpPr>
          <a:xfrm>
            <a:off x="4674238" y="2148675"/>
            <a:ext cx="3193087" cy="2343465"/>
            <a:chOff x="3649918" y="2252848"/>
            <a:chExt cx="2279176" cy="1830242"/>
          </a:xfrm>
        </p:grpSpPr>
        <p:sp>
          <p:nvSpPr>
            <p:cNvPr id="7" name="Google Shape;136;p7">
              <a:extLst>
                <a:ext uri="{FF2B5EF4-FFF2-40B4-BE49-F238E27FC236}">
                  <a16:creationId xmlns:a16="http://schemas.microsoft.com/office/drawing/2014/main" id="{C543424E-BADB-749E-0C3B-5758D7CB3C21}"/>
                </a:ext>
              </a:extLst>
            </p:cNvPr>
            <p:cNvSpPr txBox="1">
              <a:spLocks/>
            </p:cNvSpPr>
            <p:nvPr/>
          </p:nvSpPr>
          <p:spPr>
            <a:xfrm>
              <a:off x="3649918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 err="1">
                  <a:latin typeface="Barlow" pitchFamily="2" charset="77"/>
                </a:rPr>
                <a:t>Abstraction</a:t>
              </a:r>
              <a:r>
                <a:rPr lang="es-ES" sz="2400" dirty="0">
                  <a:latin typeface="Barlow" pitchFamily="2" charset="77"/>
                </a:rPr>
                <a:t> and </a:t>
              </a:r>
              <a:r>
                <a:rPr lang="es-ES" sz="2400" dirty="0" err="1">
                  <a:latin typeface="Barlow" pitchFamily="2" charset="77"/>
                </a:rPr>
                <a:t>servitization</a:t>
              </a:r>
              <a:endParaRPr lang="en-US" sz="2400" dirty="0">
                <a:latin typeface="Barlow" pitchFamily="2" charset="77"/>
              </a:endParaRP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A189B08-C8E3-4671-43DC-0B8862135782}"/>
                </a:ext>
              </a:extLst>
            </p:cNvPr>
            <p:cNvGrpSpPr/>
            <p:nvPr/>
          </p:nvGrpSpPr>
          <p:grpSpPr>
            <a:xfrm>
              <a:off x="3728689" y="2252848"/>
              <a:ext cx="634620" cy="634620"/>
              <a:chOff x="3511183" y="1993516"/>
              <a:chExt cx="634620" cy="634620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44EAA180-A7E2-EEE2-68FA-666B1744C28C}"/>
                  </a:ext>
                </a:extLst>
              </p:cNvPr>
              <p:cNvGrpSpPr/>
              <p:nvPr/>
            </p:nvGrpSpPr>
            <p:grpSpPr>
              <a:xfrm>
                <a:off x="3511183" y="1993516"/>
                <a:ext cx="634620" cy="634620"/>
                <a:chOff x="3511183" y="1993516"/>
                <a:chExt cx="634620" cy="634620"/>
              </a:xfrm>
            </p:grpSpPr>
            <p:sp>
              <p:nvSpPr>
                <p:cNvPr id="18" name="Rectángulo: una sola esquina redondeada 46">
                  <a:extLst>
                    <a:ext uri="{FF2B5EF4-FFF2-40B4-BE49-F238E27FC236}">
                      <a16:creationId xmlns:a16="http://schemas.microsoft.com/office/drawing/2014/main" id="{BCE97757-89AD-990A-45C8-FD64BDB942E3}"/>
                    </a:ext>
                  </a:extLst>
                </p:cNvPr>
                <p:cNvSpPr/>
                <p:nvPr/>
              </p:nvSpPr>
              <p:spPr>
                <a:xfrm>
                  <a:off x="3511183" y="1993516"/>
                  <a:ext cx="634620" cy="634620"/>
                </a:xfrm>
                <a:prstGeom prst="round1Rect">
                  <a:avLst>
                    <a:gd name="adj" fmla="val 31721"/>
                  </a:avLst>
                </a:prstGeom>
                <a:solidFill>
                  <a:srgbClr val="A8003B"/>
                </a:solidFill>
                <a:ln>
                  <a:solidFill>
                    <a:srgbClr val="7A002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" name="Freeform 34">
                  <a:extLst>
                    <a:ext uri="{FF2B5EF4-FFF2-40B4-BE49-F238E27FC236}">
                      <a16:creationId xmlns:a16="http://schemas.microsoft.com/office/drawing/2014/main" id="{E4921687-A648-35BE-9F0E-334FB2C7F41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631643" y="2143497"/>
                  <a:ext cx="393700" cy="395288"/>
                </a:xfrm>
                <a:custGeom>
                  <a:avLst/>
                  <a:gdLst>
                    <a:gd name="T0" fmla="*/ 9518 w 10143"/>
                    <a:gd name="T1" fmla="*/ 0 h 10143"/>
                    <a:gd name="T2" fmla="*/ 625 w 10143"/>
                    <a:gd name="T3" fmla="*/ 0 h 10143"/>
                    <a:gd name="T4" fmla="*/ 0 w 10143"/>
                    <a:gd name="T5" fmla="*/ 626 h 10143"/>
                    <a:gd name="T6" fmla="*/ 0 w 10143"/>
                    <a:gd name="T7" fmla="*/ 7295 h 10143"/>
                    <a:gd name="T8" fmla="*/ 625 w 10143"/>
                    <a:gd name="T9" fmla="*/ 7920 h 10143"/>
                    <a:gd name="T10" fmla="*/ 4129 w 10143"/>
                    <a:gd name="T11" fmla="*/ 7920 h 10143"/>
                    <a:gd name="T12" fmla="*/ 4129 w 10143"/>
                    <a:gd name="T13" fmla="*/ 9846 h 10143"/>
                    <a:gd name="T14" fmla="*/ 3801 w 10143"/>
                    <a:gd name="T15" fmla="*/ 9846 h 10143"/>
                    <a:gd name="T16" fmla="*/ 3652 w 10143"/>
                    <a:gd name="T17" fmla="*/ 9995 h 10143"/>
                    <a:gd name="T18" fmla="*/ 3801 w 10143"/>
                    <a:gd name="T19" fmla="*/ 10143 h 10143"/>
                    <a:gd name="T20" fmla="*/ 6342 w 10143"/>
                    <a:gd name="T21" fmla="*/ 10143 h 10143"/>
                    <a:gd name="T22" fmla="*/ 6491 w 10143"/>
                    <a:gd name="T23" fmla="*/ 9995 h 10143"/>
                    <a:gd name="T24" fmla="*/ 6342 w 10143"/>
                    <a:gd name="T25" fmla="*/ 9846 h 10143"/>
                    <a:gd name="T26" fmla="*/ 6014 w 10143"/>
                    <a:gd name="T27" fmla="*/ 9846 h 10143"/>
                    <a:gd name="T28" fmla="*/ 6014 w 10143"/>
                    <a:gd name="T29" fmla="*/ 7920 h 10143"/>
                    <a:gd name="T30" fmla="*/ 9518 w 10143"/>
                    <a:gd name="T31" fmla="*/ 7920 h 10143"/>
                    <a:gd name="T32" fmla="*/ 10143 w 10143"/>
                    <a:gd name="T33" fmla="*/ 7295 h 10143"/>
                    <a:gd name="T34" fmla="*/ 10143 w 10143"/>
                    <a:gd name="T35" fmla="*/ 626 h 10143"/>
                    <a:gd name="T36" fmla="*/ 9518 w 10143"/>
                    <a:gd name="T37" fmla="*/ 0 h 10143"/>
                    <a:gd name="T38" fmla="*/ 5717 w 10143"/>
                    <a:gd name="T39" fmla="*/ 9846 h 10143"/>
                    <a:gd name="T40" fmla="*/ 4426 w 10143"/>
                    <a:gd name="T41" fmla="*/ 9846 h 10143"/>
                    <a:gd name="T42" fmla="*/ 4426 w 10143"/>
                    <a:gd name="T43" fmla="*/ 7920 h 10143"/>
                    <a:gd name="T44" fmla="*/ 5717 w 10143"/>
                    <a:gd name="T45" fmla="*/ 7920 h 10143"/>
                    <a:gd name="T46" fmla="*/ 5717 w 10143"/>
                    <a:gd name="T47" fmla="*/ 9846 h 10143"/>
                    <a:gd name="T48" fmla="*/ 9845 w 10143"/>
                    <a:gd name="T49" fmla="*/ 6352 h 10143"/>
                    <a:gd name="T50" fmla="*/ 8585 w 10143"/>
                    <a:gd name="T51" fmla="*/ 6352 h 10143"/>
                    <a:gd name="T52" fmla="*/ 8436 w 10143"/>
                    <a:gd name="T53" fmla="*/ 6501 h 10143"/>
                    <a:gd name="T54" fmla="*/ 8585 w 10143"/>
                    <a:gd name="T55" fmla="*/ 6650 h 10143"/>
                    <a:gd name="T56" fmla="*/ 9845 w 10143"/>
                    <a:gd name="T57" fmla="*/ 6650 h 10143"/>
                    <a:gd name="T58" fmla="*/ 9845 w 10143"/>
                    <a:gd name="T59" fmla="*/ 7295 h 10143"/>
                    <a:gd name="T60" fmla="*/ 9518 w 10143"/>
                    <a:gd name="T61" fmla="*/ 7623 h 10143"/>
                    <a:gd name="T62" fmla="*/ 625 w 10143"/>
                    <a:gd name="T63" fmla="*/ 7623 h 10143"/>
                    <a:gd name="T64" fmla="*/ 298 w 10143"/>
                    <a:gd name="T65" fmla="*/ 7295 h 10143"/>
                    <a:gd name="T66" fmla="*/ 298 w 10143"/>
                    <a:gd name="T67" fmla="*/ 6650 h 10143"/>
                    <a:gd name="T68" fmla="*/ 7870 w 10143"/>
                    <a:gd name="T69" fmla="*/ 6650 h 10143"/>
                    <a:gd name="T70" fmla="*/ 8019 w 10143"/>
                    <a:gd name="T71" fmla="*/ 6501 h 10143"/>
                    <a:gd name="T72" fmla="*/ 7870 w 10143"/>
                    <a:gd name="T73" fmla="*/ 6352 h 10143"/>
                    <a:gd name="T74" fmla="*/ 298 w 10143"/>
                    <a:gd name="T75" fmla="*/ 6352 h 10143"/>
                    <a:gd name="T76" fmla="*/ 298 w 10143"/>
                    <a:gd name="T77" fmla="*/ 1251 h 10143"/>
                    <a:gd name="T78" fmla="*/ 9845 w 10143"/>
                    <a:gd name="T79" fmla="*/ 1251 h 10143"/>
                    <a:gd name="T80" fmla="*/ 9845 w 10143"/>
                    <a:gd name="T81" fmla="*/ 6352 h 10143"/>
                    <a:gd name="T82" fmla="*/ 9845 w 10143"/>
                    <a:gd name="T83" fmla="*/ 953 h 10143"/>
                    <a:gd name="T84" fmla="*/ 298 w 10143"/>
                    <a:gd name="T85" fmla="*/ 953 h 10143"/>
                    <a:gd name="T86" fmla="*/ 298 w 10143"/>
                    <a:gd name="T87" fmla="*/ 626 h 10143"/>
                    <a:gd name="T88" fmla="*/ 625 w 10143"/>
                    <a:gd name="T89" fmla="*/ 298 h 10143"/>
                    <a:gd name="T90" fmla="*/ 9518 w 10143"/>
                    <a:gd name="T91" fmla="*/ 298 h 10143"/>
                    <a:gd name="T92" fmla="*/ 9845 w 10143"/>
                    <a:gd name="T93" fmla="*/ 626 h 10143"/>
                    <a:gd name="T94" fmla="*/ 9845 w 10143"/>
                    <a:gd name="T95" fmla="*/ 953 h 10143"/>
                    <a:gd name="T96" fmla="*/ 9845 w 10143"/>
                    <a:gd name="T97" fmla="*/ 953 h 10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143" h="10143">
                      <a:moveTo>
                        <a:pt x="9518" y="0"/>
                      </a:moveTo>
                      <a:lnTo>
                        <a:pt x="625" y="0"/>
                      </a:lnTo>
                      <a:cubicBezTo>
                        <a:pt x="281" y="0"/>
                        <a:pt x="0" y="281"/>
                        <a:pt x="0" y="626"/>
                      </a:cubicBezTo>
                      <a:lnTo>
                        <a:pt x="0" y="7295"/>
                      </a:lnTo>
                      <a:cubicBezTo>
                        <a:pt x="0" y="7640"/>
                        <a:pt x="281" y="7920"/>
                        <a:pt x="625" y="7920"/>
                      </a:cubicBezTo>
                      <a:lnTo>
                        <a:pt x="4129" y="7920"/>
                      </a:lnTo>
                      <a:lnTo>
                        <a:pt x="4129" y="9846"/>
                      </a:lnTo>
                      <a:lnTo>
                        <a:pt x="3801" y="9846"/>
                      </a:lnTo>
                      <a:cubicBezTo>
                        <a:pt x="3719" y="9846"/>
                        <a:pt x="3652" y="9912"/>
                        <a:pt x="3652" y="9995"/>
                      </a:cubicBezTo>
                      <a:cubicBezTo>
                        <a:pt x="3652" y="10077"/>
                        <a:pt x="3719" y="10143"/>
                        <a:pt x="3801" y="10143"/>
                      </a:cubicBezTo>
                      <a:lnTo>
                        <a:pt x="6342" y="10143"/>
                      </a:lnTo>
                      <a:cubicBezTo>
                        <a:pt x="6424" y="10143"/>
                        <a:pt x="6491" y="10077"/>
                        <a:pt x="6491" y="9995"/>
                      </a:cubicBezTo>
                      <a:cubicBezTo>
                        <a:pt x="6491" y="9912"/>
                        <a:pt x="6424" y="9846"/>
                        <a:pt x="6342" y="9846"/>
                      </a:cubicBezTo>
                      <a:lnTo>
                        <a:pt x="6014" y="9846"/>
                      </a:lnTo>
                      <a:lnTo>
                        <a:pt x="6014" y="7920"/>
                      </a:lnTo>
                      <a:lnTo>
                        <a:pt x="9518" y="7920"/>
                      </a:lnTo>
                      <a:cubicBezTo>
                        <a:pt x="9863" y="7920"/>
                        <a:pt x="10143" y="7640"/>
                        <a:pt x="10143" y="7295"/>
                      </a:cubicBezTo>
                      <a:lnTo>
                        <a:pt x="10143" y="626"/>
                      </a:lnTo>
                      <a:cubicBezTo>
                        <a:pt x="10143" y="281"/>
                        <a:pt x="9863" y="0"/>
                        <a:pt x="9518" y="0"/>
                      </a:cubicBezTo>
                      <a:close/>
                      <a:moveTo>
                        <a:pt x="5717" y="9846"/>
                      </a:moveTo>
                      <a:lnTo>
                        <a:pt x="4426" y="9846"/>
                      </a:lnTo>
                      <a:lnTo>
                        <a:pt x="4426" y="7920"/>
                      </a:lnTo>
                      <a:lnTo>
                        <a:pt x="5717" y="7920"/>
                      </a:lnTo>
                      <a:lnTo>
                        <a:pt x="5717" y="9846"/>
                      </a:lnTo>
                      <a:close/>
                      <a:moveTo>
                        <a:pt x="9845" y="6352"/>
                      </a:moveTo>
                      <a:lnTo>
                        <a:pt x="8585" y="6352"/>
                      </a:lnTo>
                      <a:cubicBezTo>
                        <a:pt x="8503" y="6352"/>
                        <a:pt x="8436" y="6419"/>
                        <a:pt x="8436" y="6501"/>
                      </a:cubicBezTo>
                      <a:cubicBezTo>
                        <a:pt x="8436" y="6583"/>
                        <a:pt x="8503" y="6650"/>
                        <a:pt x="8585" y="6650"/>
                      </a:cubicBezTo>
                      <a:lnTo>
                        <a:pt x="9845" y="6650"/>
                      </a:lnTo>
                      <a:lnTo>
                        <a:pt x="9845" y="7295"/>
                      </a:lnTo>
                      <a:cubicBezTo>
                        <a:pt x="9845" y="7476"/>
                        <a:pt x="9698" y="7623"/>
                        <a:pt x="9518" y="7623"/>
                      </a:cubicBezTo>
                      <a:lnTo>
                        <a:pt x="625" y="7623"/>
                      </a:lnTo>
                      <a:cubicBezTo>
                        <a:pt x="445" y="7623"/>
                        <a:pt x="298" y="7476"/>
                        <a:pt x="298" y="7295"/>
                      </a:cubicBezTo>
                      <a:lnTo>
                        <a:pt x="298" y="6650"/>
                      </a:lnTo>
                      <a:lnTo>
                        <a:pt x="7870" y="6650"/>
                      </a:lnTo>
                      <a:cubicBezTo>
                        <a:pt x="7953" y="6650"/>
                        <a:pt x="8019" y="6583"/>
                        <a:pt x="8019" y="6501"/>
                      </a:cubicBezTo>
                      <a:cubicBezTo>
                        <a:pt x="8019" y="6419"/>
                        <a:pt x="7953" y="6352"/>
                        <a:pt x="7870" y="6352"/>
                      </a:cubicBezTo>
                      <a:lnTo>
                        <a:pt x="298" y="6352"/>
                      </a:lnTo>
                      <a:lnTo>
                        <a:pt x="298" y="1251"/>
                      </a:lnTo>
                      <a:lnTo>
                        <a:pt x="9845" y="1251"/>
                      </a:lnTo>
                      <a:lnTo>
                        <a:pt x="9845" y="6352"/>
                      </a:lnTo>
                      <a:close/>
                      <a:moveTo>
                        <a:pt x="9845" y="953"/>
                      </a:moveTo>
                      <a:lnTo>
                        <a:pt x="298" y="953"/>
                      </a:lnTo>
                      <a:lnTo>
                        <a:pt x="298" y="626"/>
                      </a:lnTo>
                      <a:cubicBezTo>
                        <a:pt x="298" y="445"/>
                        <a:pt x="445" y="298"/>
                        <a:pt x="625" y="298"/>
                      </a:cubicBezTo>
                      <a:lnTo>
                        <a:pt x="9518" y="298"/>
                      </a:lnTo>
                      <a:cubicBezTo>
                        <a:pt x="9698" y="298"/>
                        <a:pt x="9845" y="445"/>
                        <a:pt x="9845" y="626"/>
                      </a:cubicBezTo>
                      <a:lnTo>
                        <a:pt x="9845" y="953"/>
                      </a:lnTo>
                      <a:close/>
                      <a:moveTo>
                        <a:pt x="9845" y="953"/>
                      </a:move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10" name="Freeform 35">
                <a:extLst>
                  <a:ext uri="{FF2B5EF4-FFF2-40B4-BE49-F238E27FC236}">
                    <a16:creationId xmlns:a16="http://schemas.microsoft.com/office/drawing/2014/main" id="{7E456B0E-798A-366A-DF72-6F93ACEF5E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9443" y="2416547"/>
                <a:ext cx="36513" cy="11113"/>
              </a:xfrm>
              <a:custGeom>
                <a:avLst/>
                <a:gdLst>
                  <a:gd name="T0" fmla="*/ 784 w 933"/>
                  <a:gd name="T1" fmla="*/ 0 h 298"/>
                  <a:gd name="T2" fmla="*/ 149 w 933"/>
                  <a:gd name="T3" fmla="*/ 0 h 298"/>
                  <a:gd name="T4" fmla="*/ 0 w 933"/>
                  <a:gd name="T5" fmla="*/ 149 h 298"/>
                  <a:gd name="T6" fmla="*/ 149 w 933"/>
                  <a:gd name="T7" fmla="*/ 298 h 298"/>
                  <a:gd name="T8" fmla="*/ 784 w 933"/>
                  <a:gd name="T9" fmla="*/ 298 h 298"/>
                  <a:gd name="T10" fmla="*/ 933 w 933"/>
                  <a:gd name="T11" fmla="*/ 149 h 298"/>
                  <a:gd name="T12" fmla="*/ 784 w 933"/>
                  <a:gd name="T13" fmla="*/ 0 h 298"/>
                  <a:gd name="T14" fmla="*/ 784 w 933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3" h="298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" name="Freeform 36">
                <a:extLst>
                  <a:ext uri="{FF2B5EF4-FFF2-40B4-BE49-F238E27FC236}">
                    <a16:creationId xmlns:a16="http://schemas.microsoft.com/office/drawing/2014/main" id="{F8C43339-97F0-E339-3D53-AA545A2EB4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2143" y="2162547"/>
                <a:ext cx="11113" cy="11113"/>
              </a:xfrm>
              <a:custGeom>
                <a:avLst/>
                <a:gdLst>
                  <a:gd name="T0" fmla="*/ 297 w 297"/>
                  <a:gd name="T1" fmla="*/ 149 h 297"/>
                  <a:gd name="T2" fmla="*/ 149 w 297"/>
                  <a:gd name="T3" fmla="*/ 297 h 297"/>
                  <a:gd name="T4" fmla="*/ 0 w 297"/>
                  <a:gd name="T5" fmla="*/ 149 h 297"/>
                  <a:gd name="T6" fmla="*/ 149 w 297"/>
                  <a:gd name="T7" fmla="*/ 0 h 297"/>
                  <a:gd name="T8" fmla="*/ 297 w 297"/>
                  <a:gd name="T9" fmla="*/ 149 h 297"/>
                  <a:gd name="T10" fmla="*/ 297 w 297"/>
                  <a:gd name="T11" fmla="*/ 149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7" h="297">
                    <a:moveTo>
                      <a:pt x="297" y="149"/>
                    </a:moveTo>
                    <a:cubicBezTo>
                      <a:pt x="297" y="231"/>
                      <a:pt x="231" y="297"/>
                      <a:pt x="149" y="297"/>
                    </a:cubicBezTo>
                    <a:cubicBezTo>
                      <a:pt x="66" y="297"/>
                      <a:pt x="0" y="231"/>
                      <a:pt x="0" y="149"/>
                    </a:cubicBezTo>
                    <a:cubicBezTo>
                      <a:pt x="0" y="66"/>
                      <a:pt x="66" y="0"/>
                      <a:pt x="149" y="0"/>
                    </a:cubicBezTo>
                    <a:cubicBezTo>
                      <a:pt x="231" y="0"/>
                      <a:pt x="297" y="66"/>
                      <a:pt x="297" y="149"/>
                    </a:cubicBezTo>
                    <a:close/>
                    <a:moveTo>
                      <a:pt x="297" y="14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" name="Freeform 37">
                <a:extLst>
                  <a:ext uri="{FF2B5EF4-FFF2-40B4-BE49-F238E27FC236}">
                    <a16:creationId xmlns:a16="http://schemas.microsoft.com/office/drawing/2014/main" id="{AD270263-A30B-EEA4-3E3F-F5826F3A69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91981" y="2280022"/>
                <a:ext cx="73025" cy="66675"/>
              </a:xfrm>
              <a:custGeom>
                <a:avLst/>
                <a:gdLst>
                  <a:gd name="T0" fmla="*/ 1419 w 1885"/>
                  <a:gd name="T1" fmla="*/ 0 h 1727"/>
                  <a:gd name="T2" fmla="*/ 466 w 1885"/>
                  <a:gd name="T3" fmla="*/ 0 h 1727"/>
                  <a:gd name="T4" fmla="*/ 0 w 1885"/>
                  <a:gd name="T5" fmla="*/ 466 h 1727"/>
                  <a:gd name="T6" fmla="*/ 0 w 1885"/>
                  <a:gd name="T7" fmla="*/ 1578 h 1727"/>
                  <a:gd name="T8" fmla="*/ 149 w 1885"/>
                  <a:gd name="T9" fmla="*/ 1727 h 1727"/>
                  <a:gd name="T10" fmla="*/ 1737 w 1885"/>
                  <a:gd name="T11" fmla="*/ 1727 h 1727"/>
                  <a:gd name="T12" fmla="*/ 1885 w 1885"/>
                  <a:gd name="T13" fmla="*/ 1578 h 1727"/>
                  <a:gd name="T14" fmla="*/ 1885 w 1885"/>
                  <a:gd name="T15" fmla="*/ 466 h 1727"/>
                  <a:gd name="T16" fmla="*/ 1419 w 1885"/>
                  <a:gd name="T17" fmla="*/ 0 h 1727"/>
                  <a:gd name="T18" fmla="*/ 1588 w 1885"/>
                  <a:gd name="T19" fmla="*/ 1429 h 1727"/>
                  <a:gd name="T20" fmla="*/ 297 w 1885"/>
                  <a:gd name="T21" fmla="*/ 1429 h 1727"/>
                  <a:gd name="T22" fmla="*/ 297 w 1885"/>
                  <a:gd name="T23" fmla="*/ 466 h 1727"/>
                  <a:gd name="T24" fmla="*/ 466 w 1885"/>
                  <a:gd name="T25" fmla="*/ 298 h 1727"/>
                  <a:gd name="T26" fmla="*/ 1419 w 1885"/>
                  <a:gd name="T27" fmla="*/ 298 h 1727"/>
                  <a:gd name="T28" fmla="*/ 1588 w 1885"/>
                  <a:gd name="T29" fmla="*/ 466 h 1727"/>
                  <a:gd name="T30" fmla="*/ 1588 w 1885"/>
                  <a:gd name="T31" fmla="*/ 1429 h 1727"/>
                  <a:gd name="T32" fmla="*/ 1588 w 1885"/>
                  <a:gd name="T33" fmla="*/ 1429 h 1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85" h="1727">
                    <a:moveTo>
                      <a:pt x="1419" y="0"/>
                    </a:moveTo>
                    <a:lnTo>
                      <a:pt x="466" y="0"/>
                    </a:lnTo>
                    <a:cubicBezTo>
                      <a:pt x="209" y="0"/>
                      <a:pt x="0" y="209"/>
                      <a:pt x="0" y="466"/>
                    </a:cubicBezTo>
                    <a:lnTo>
                      <a:pt x="0" y="1578"/>
                    </a:lnTo>
                    <a:cubicBezTo>
                      <a:pt x="0" y="1660"/>
                      <a:pt x="66" y="1727"/>
                      <a:pt x="149" y="1727"/>
                    </a:cubicBezTo>
                    <a:lnTo>
                      <a:pt x="1737" y="1727"/>
                    </a:lnTo>
                    <a:cubicBezTo>
                      <a:pt x="1819" y="1727"/>
                      <a:pt x="1885" y="1660"/>
                      <a:pt x="1885" y="1578"/>
                    </a:cubicBezTo>
                    <a:lnTo>
                      <a:pt x="1885" y="466"/>
                    </a:lnTo>
                    <a:cubicBezTo>
                      <a:pt x="1885" y="209"/>
                      <a:pt x="1676" y="0"/>
                      <a:pt x="1419" y="0"/>
                    </a:cubicBezTo>
                    <a:close/>
                    <a:moveTo>
                      <a:pt x="1588" y="1429"/>
                    </a:moveTo>
                    <a:lnTo>
                      <a:pt x="297" y="1429"/>
                    </a:lnTo>
                    <a:lnTo>
                      <a:pt x="297" y="466"/>
                    </a:lnTo>
                    <a:cubicBezTo>
                      <a:pt x="297" y="373"/>
                      <a:pt x="373" y="298"/>
                      <a:pt x="466" y="298"/>
                    </a:cubicBezTo>
                    <a:lnTo>
                      <a:pt x="1419" y="298"/>
                    </a:lnTo>
                    <a:cubicBezTo>
                      <a:pt x="1512" y="298"/>
                      <a:pt x="1588" y="373"/>
                      <a:pt x="1588" y="466"/>
                    </a:cubicBezTo>
                    <a:lnTo>
                      <a:pt x="1588" y="1429"/>
                    </a:lnTo>
                    <a:close/>
                    <a:moveTo>
                      <a:pt x="1588" y="142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" name="Freeform 38">
                <a:extLst>
                  <a:ext uri="{FF2B5EF4-FFF2-40B4-BE49-F238E27FC236}">
                    <a16:creationId xmlns:a16="http://schemas.microsoft.com/office/drawing/2014/main" id="{5C2EA488-3E3C-BB08-E557-6A2697593B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4043" y="2218109"/>
                <a:ext cx="74613" cy="61913"/>
              </a:xfrm>
              <a:custGeom>
                <a:avLst/>
                <a:gdLst>
                  <a:gd name="T0" fmla="*/ 1121 w 1905"/>
                  <a:gd name="T1" fmla="*/ 0 h 1568"/>
                  <a:gd name="T2" fmla="*/ 23 w 1905"/>
                  <a:gd name="T3" fmla="*/ 748 h 1568"/>
                  <a:gd name="T4" fmla="*/ 168 w 1905"/>
                  <a:gd name="T5" fmla="*/ 933 h 1568"/>
                  <a:gd name="T6" fmla="*/ 351 w 1905"/>
                  <a:gd name="T7" fmla="*/ 933 h 1568"/>
                  <a:gd name="T8" fmla="*/ 1121 w 1905"/>
                  <a:gd name="T9" fmla="*/ 1568 h 1568"/>
                  <a:gd name="T10" fmla="*/ 1905 w 1905"/>
                  <a:gd name="T11" fmla="*/ 784 h 1568"/>
                  <a:gd name="T12" fmla="*/ 1121 w 1905"/>
                  <a:gd name="T13" fmla="*/ 0 h 1568"/>
                  <a:gd name="T14" fmla="*/ 1121 w 1905"/>
                  <a:gd name="T15" fmla="*/ 1270 h 1568"/>
                  <a:gd name="T16" fmla="*/ 658 w 1905"/>
                  <a:gd name="T17" fmla="*/ 933 h 1568"/>
                  <a:gd name="T18" fmla="*/ 1583 w 1905"/>
                  <a:gd name="T19" fmla="*/ 933 h 1568"/>
                  <a:gd name="T20" fmla="*/ 1121 w 1905"/>
                  <a:gd name="T21" fmla="*/ 1270 h 1568"/>
                  <a:gd name="T22" fmla="*/ 403 w 1905"/>
                  <a:gd name="T23" fmla="*/ 635 h 1568"/>
                  <a:gd name="T24" fmla="*/ 1121 w 1905"/>
                  <a:gd name="T25" fmla="*/ 298 h 1568"/>
                  <a:gd name="T26" fmla="*/ 1584 w 1905"/>
                  <a:gd name="T27" fmla="*/ 635 h 1568"/>
                  <a:gd name="T28" fmla="*/ 403 w 1905"/>
                  <a:gd name="T29" fmla="*/ 635 h 1568"/>
                  <a:gd name="T30" fmla="*/ 403 w 1905"/>
                  <a:gd name="T31" fmla="*/ 635 h 1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05" h="1568">
                    <a:moveTo>
                      <a:pt x="1121" y="0"/>
                    </a:moveTo>
                    <a:cubicBezTo>
                      <a:pt x="401" y="0"/>
                      <a:pt x="88" y="489"/>
                      <a:pt x="23" y="748"/>
                    </a:cubicBezTo>
                    <a:cubicBezTo>
                      <a:pt x="0" y="840"/>
                      <a:pt x="73" y="933"/>
                      <a:pt x="168" y="933"/>
                    </a:cubicBezTo>
                    <a:lnTo>
                      <a:pt x="351" y="933"/>
                    </a:lnTo>
                    <a:cubicBezTo>
                      <a:pt x="421" y="1294"/>
                      <a:pt x="739" y="1568"/>
                      <a:pt x="1121" y="1568"/>
                    </a:cubicBezTo>
                    <a:cubicBezTo>
                      <a:pt x="1553" y="1568"/>
                      <a:pt x="1905" y="1216"/>
                      <a:pt x="1905" y="784"/>
                    </a:cubicBezTo>
                    <a:cubicBezTo>
                      <a:pt x="1905" y="352"/>
                      <a:pt x="1553" y="0"/>
                      <a:pt x="1121" y="0"/>
                    </a:cubicBezTo>
                    <a:close/>
                    <a:moveTo>
                      <a:pt x="1121" y="1270"/>
                    </a:moveTo>
                    <a:cubicBezTo>
                      <a:pt x="904" y="1270"/>
                      <a:pt x="721" y="1128"/>
                      <a:pt x="658" y="933"/>
                    </a:cubicBezTo>
                    <a:lnTo>
                      <a:pt x="1583" y="933"/>
                    </a:lnTo>
                    <a:cubicBezTo>
                      <a:pt x="1520" y="1128"/>
                      <a:pt x="1337" y="1270"/>
                      <a:pt x="1121" y="1270"/>
                    </a:cubicBezTo>
                    <a:close/>
                    <a:moveTo>
                      <a:pt x="403" y="635"/>
                    </a:moveTo>
                    <a:cubicBezTo>
                      <a:pt x="507" y="484"/>
                      <a:pt x="717" y="298"/>
                      <a:pt x="1121" y="298"/>
                    </a:cubicBezTo>
                    <a:cubicBezTo>
                      <a:pt x="1337" y="298"/>
                      <a:pt x="1521" y="440"/>
                      <a:pt x="1584" y="635"/>
                    </a:cubicBezTo>
                    <a:lnTo>
                      <a:pt x="403" y="635"/>
                    </a:lnTo>
                    <a:close/>
                    <a:moveTo>
                      <a:pt x="403" y="635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" name="Freeform 39">
                <a:extLst>
                  <a:ext uri="{FF2B5EF4-FFF2-40B4-BE49-F238E27FC236}">
                    <a16:creationId xmlns:a16="http://schemas.microsoft.com/office/drawing/2014/main" id="{4465E8E0-CA95-1507-CF08-62C01DEFD9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5631" y="2360984"/>
                <a:ext cx="30163" cy="11113"/>
              </a:xfrm>
              <a:custGeom>
                <a:avLst/>
                <a:gdLst>
                  <a:gd name="T0" fmla="*/ 625 w 774"/>
                  <a:gd name="T1" fmla="*/ 0 h 298"/>
                  <a:gd name="T2" fmla="*/ 149 w 774"/>
                  <a:gd name="T3" fmla="*/ 0 h 298"/>
                  <a:gd name="T4" fmla="*/ 0 w 774"/>
                  <a:gd name="T5" fmla="*/ 149 h 298"/>
                  <a:gd name="T6" fmla="*/ 149 w 774"/>
                  <a:gd name="T7" fmla="*/ 298 h 298"/>
                  <a:gd name="T8" fmla="*/ 625 w 774"/>
                  <a:gd name="T9" fmla="*/ 298 h 298"/>
                  <a:gd name="T10" fmla="*/ 774 w 774"/>
                  <a:gd name="T11" fmla="*/ 149 h 298"/>
                  <a:gd name="T12" fmla="*/ 625 w 774"/>
                  <a:gd name="T13" fmla="*/ 0 h 298"/>
                  <a:gd name="T14" fmla="*/ 625 w 774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4" h="298">
                    <a:moveTo>
                      <a:pt x="625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625" y="298"/>
                    </a:lnTo>
                    <a:cubicBezTo>
                      <a:pt x="707" y="298"/>
                      <a:pt x="774" y="231"/>
                      <a:pt x="774" y="149"/>
                    </a:cubicBezTo>
                    <a:cubicBezTo>
                      <a:pt x="774" y="67"/>
                      <a:pt x="707" y="0"/>
                      <a:pt x="625" y="0"/>
                    </a:cubicBezTo>
                    <a:close/>
                    <a:moveTo>
                      <a:pt x="625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" name="Freeform 40">
                <a:extLst>
                  <a:ext uri="{FF2B5EF4-FFF2-40B4-BE49-F238E27FC236}">
                    <a16:creationId xmlns:a16="http://schemas.microsoft.com/office/drawing/2014/main" id="{5EB47AC8-5257-D528-5C60-0DD9EC75A3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8493" y="2360984"/>
                <a:ext cx="42863" cy="11113"/>
              </a:xfrm>
              <a:custGeom>
                <a:avLst/>
                <a:gdLst>
                  <a:gd name="T0" fmla="*/ 943 w 1092"/>
                  <a:gd name="T1" fmla="*/ 0 h 298"/>
                  <a:gd name="T2" fmla="*/ 149 w 1092"/>
                  <a:gd name="T3" fmla="*/ 0 h 298"/>
                  <a:gd name="T4" fmla="*/ 0 w 1092"/>
                  <a:gd name="T5" fmla="*/ 149 h 298"/>
                  <a:gd name="T6" fmla="*/ 149 w 1092"/>
                  <a:gd name="T7" fmla="*/ 298 h 298"/>
                  <a:gd name="T8" fmla="*/ 943 w 1092"/>
                  <a:gd name="T9" fmla="*/ 298 h 298"/>
                  <a:gd name="T10" fmla="*/ 1092 w 1092"/>
                  <a:gd name="T11" fmla="*/ 149 h 298"/>
                  <a:gd name="T12" fmla="*/ 943 w 1092"/>
                  <a:gd name="T13" fmla="*/ 0 h 298"/>
                  <a:gd name="T14" fmla="*/ 943 w 1092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2" h="298">
                    <a:moveTo>
                      <a:pt x="9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943" y="298"/>
                    </a:lnTo>
                    <a:cubicBezTo>
                      <a:pt x="1026" y="298"/>
                      <a:pt x="1092" y="231"/>
                      <a:pt x="1092" y="149"/>
                    </a:cubicBezTo>
                    <a:cubicBezTo>
                      <a:pt x="1092" y="67"/>
                      <a:pt x="1026" y="0"/>
                      <a:pt x="943" y="0"/>
                    </a:cubicBezTo>
                    <a:close/>
                    <a:moveTo>
                      <a:pt x="943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" name="Freeform 41">
                <a:extLst>
                  <a:ext uri="{FF2B5EF4-FFF2-40B4-BE49-F238E27FC236}">
                    <a16:creationId xmlns:a16="http://schemas.microsoft.com/office/drawing/2014/main" id="{16C7076B-764B-C701-785B-56AF46A58D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1043" y="2241922"/>
                <a:ext cx="68263" cy="106363"/>
              </a:xfrm>
              <a:custGeom>
                <a:avLst/>
                <a:gdLst>
                  <a:gd name="T0" fmla="*/ 1650 w 1763"/>
                  <a:gd name="T1" fmla="*/ 1104 h 2754"/>
                  <a:gd name="T2" fmla="*/ 697 w 1763"/>
                  <a:gd name="T3" fmla="*/ 151 h 2754"/>
                  <a:gd name="T4" fmla="*/ 150 w 1763"/>
                  <a:gd name="T5" fmla="*/ 151 h 2754"/>
                  <a:gd name="T6" fmla="*/ 150 w 1763"/>
                  <a:gd name="T7" fmla="*/ 699 h 2754"/>
                  <a:gd name="T8" fmla="*/ 829 w 1763"/>
                  <a:gd name="T9" fmla="*/ 1378 h 2754"/>
                  <a:gd name="T10" fmla="*/ 150 w 1763"/>
                  <a:gd name="T11" fmla="*/ 2057 h 2754"/>
                  <a:gd name="T12" fmla="*/ 150 w 1763"/>
                  <a:gd name="T13" fmla="*/ 2604 h 2754"/>
                  <a:gd name="T14" fmla="*/ 697 w 1763"/>
                  <a:gd name="T15" fmla="*/ 2604 h 2754"/>
                  <a:gd name="T16" fmla="*/ 1650 w 1763"/>
                  <a:gd name="T17" fmla="*/ 1652 h 2754"/>
                  <a:gd name="T18" fmla="*/ 1763 w 1763"/>
                  <a:gd name="T19" fmla="*/ 1378 h 2754"/>
                  <a:gd name="T20" fmla="*/ 1650 w 1763"/>
                  <a:gd name="T21" fmla="*/ 1104 h 2754"/>
                  <a:gd name="T22" fmla="*/ 1439 w 1763"/>
                  <a:gd name="T23" fmla="*/ 1441 h 2754"/>
                  <a:gd name="T24" fmla="*/ 486 w 1763"/>
                  <a:gd name="T25" fmla="*/ 2394 h 2754"/>
                  <a:gd name="T26" fmla="*/ 360 w 1763"/>
                  <a:gd name="T27" fmla="*/ 2394 h 2754"/>
                  <a:gd name="T28" fmla="*/ 360 w 1763"/>
                  <a:gd name="T29" fmla="*/ 2268 h 2754"/>
                  <a:gd name="T30" fmla="*/ 1144 w 1763"/>
                  <a:gd name="T31" fmla="*/ 1483 h 2754"/>
                  <a:gd name="T32" fmla="*/ 1144 w 1763"/>
                  <a:gd name="T33" fmla="*/ 1273 h 2754"/>
                  <a:gd name="T34" fmla="*/ 360 w 1763"/>
                  <a:gd name="T35" fmla="*/ 488 h 2754"/>
                  <a:gd name="T36" fmla="*/ 356 w 1763"/>
                  <a:gd name="T37" fmla="*/ 366 h 2754"/>
                  <a:gd name="T38" fmla="*/ 487 w 1763"/>
                  <a:gd name="T39" fmla="*/ 362 h 2754"/>
                  <a:gd name="T40" fmla="*/ 1439 w 1763"/>
                  <a:gd name="T41" fmla="*/ 1315 h 2754"/>
                  <a:gd name="T42" fmla="*/ 1439 w 1763"/>
                  <a:gd name="T43" fmla="*/ 1441 h 2754"/>
                  <a:gd name="T44" fmla="*/ 1439 w 1763"/>
                  <a:gd name="T45" fmla="*/ 1441 h 2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63" h="2754">
                    <a:moveTo>
                      <a:pt x="1650" y="1104"/>
                    </a:moveTo>
                    <a:lnTo>
                      <a:pt x="697" y="151"/>
                    </a:lnTo>
                    <a:cubicBezTo>
                      <a:pt x="546" y="1"/>
                      <a:pt x="300" y="0"/>
                      <a:pt x="150" y="151"/>
                    </a:cubicBezTo>
                    <a:cubicBezTo>
                      <a:pt x="0" y="301"/>
                      <a:pt x="0" y="550"/>
                      <a:pt x="150" y="699"/>
                    </a:cubicBezTo>
                    <a:lnTo>
                      <a:pt x="829" y="1378"/>
                    </a:lnTo>
                    <a:lnTo>
                      <a:pt x="150" y="2057"/>
                    </a:lnTo>
                    <a:cubicBezTo>
                      <a:pt x="0" y="2206"/>
                      <a:pt x="0" y="2455"/>
                      <a:pt x="150" y="2604"/>
                    </a:cubicBezTo>
                    <a:cubicBezTo>
                      <a:pt x="299" y="2754"/>
                      <a:pt x="548" y="2754"/>
                      <a:pt x="697" y="2604"/>
                    </a:cubicBezTo>
                    <a:lnTo>
                      <a:pt x="1650" y="1652"/>
                    </a:lnTo>
                    <a:cubicBezTo>
                      <a:pt x="1723" y="1578"/>
                      <a:pt x="1763" y="1481"/>
                      <a:pt x="1763" y="1378"/>
                    </a:cubicBezTo>
                    <a:cubicBezTo>
                      <a:pt x="1763" y="1275"/>
                      <a:pt x="1723" y="1177"/>
                      <a:pt x="1650" y="1104"/>
                    </a:cubicBezTo>
                    <a:close/>
                    <a:moveTo>
                      <a:pt x="1439" y="1441"/>
                    </a:moveTo>
                    <a:lnTo>
                      <a:pt x="486" y="2394"/>
                    </a:lnTo>
                    <a:cubicBezTo>
                      <a:pt x="452" y="2428"/>
                      <a:pt x="395" y="2428"/>
                      <a:pt x="360" y="2394"/>
                    </a:cubicBezTo>
                    <a:cubicBezTo>
                      <a:pt x="326" y="2359"/>
                      <a:pt x="326" y="2302"/>
                      <a:pt x="360" y="2268"/>
                    </a:cubicBezTo>
                    <a:lnTo>
                      <a:pt x="1144" y="1483"/>
                    </a:lnTo>
                    <a:cubicBezTo>
                      <a:pt x="1202" y="1426"/>
                      <a:pt x="1202" y="1330"/>
                      <a:pt x="1144" y="1273"/>
                    </a:cubicBezTo>
                    <a:lnTo>
                      <a:pt x="360" y="488"/>
                    </a:lnTo>
                    <a:cubicBezTo>
                      <a:pt x="327" y="455"/>
                      <a:pt x="326" y="401"/>
                      <a:pt x="356" y="366"/>
                    </a:cubicBezTo>
                    <a:cubicBezTo>
                      <a:pt x="390" y="328"/>
                      <a:pt x="450" y="326"/>
                      <a:pt x="487" y="362"/>
                    </a:cubicBezTo>
                    <a:lnTo>
                      <a:pt x="1439" y="1315"/>
                    </a:lnTo>
                    <a:cubicBezTo>
                      <a:pt x="1474" y="1349"/>
                      <a:pt x="1474" y="1407"/>
                      <a:pt x="1439" y="1441"/>
                    </a:cubicBezTo>
                    <a:close/>
                    <a:moveTo>
                      <a:pt x="1439" y="1441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" name="Freeform 42">
                <a:extLst>
                  <a:ext uri="{FF2B5EF4-FFF2-40B4-BE49-F238E27FC236}">
                    <a16:creationId xmlns:a16="http://schemas.microsoft.com/office/drawing/2014/main" id="{67EC9191-8366-032A-315B-8DB56E0AC4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76093" y="2241922"/>
                <a:ext cx="69850" cy="106363"/>
              </a:xfrm>
              <a:custGeom>
                <a:avLst/>
                <a:gdLst>
                  <a:gd name="T0" fmla="*/ 972 w 1803"/>
                  <a:gd name="T1" fmla="*/ 1377 h 2753"/>
                  <a:gd name="T2" fmla="*/ 1652 w 1803"/>
                  <a:gd name="T3" fmla="*/ 698 h 2753"/>
                  <a:gd name="T4" fmla="*/ 1652 w 1803"/>
                  <a:gd name="T5" fmla="*/ 150 h 2753"/>
                  <a:gd name="T6" fmla="*/ 1104 w 1803"/>
                  <a:gd name="T7" fmla="*/ 150 h 2753"/>
                  <a:gd name="T8" fmla="*/ 151 w 1803"/>
                  <a:gd name="T9" fmla="*/ 1103 h 2753"/>
                  <a:gd name="T10" fmla="*/ 151 w 1803"/>
                  <a:gd name="T11" fmla="*/ 1651 h 2753"/>
                  <a:gd name="T12" fmla="*/ 1104 w 1803"/>
                  <a:gd name="T13" fmla="*/ 2603 h 2753"/>
                  <a:gd name="T14" fmla="*/ 1652 w 1803"/>
                  <a:gd name="T15" fmla="*/ 2603 h 2753"/>
                  <a:gd name="T16" fmla="*/ 1652 w 1803"/>
                  <a:gd name="T17" fmla="*/ 2056 h 2753"/>
                  <a:gd name="T18" fmla="*/ 972 w 1803"/>
                  <a:gd name="T19" fmla="*/ 1377 h 2753"/>
                  <a:gd name="T20" fmla="*/ 1445 w 1803"/>
                  <a:gd name="T21" fmla="*/ 2389 h 2753"/>
                  <a:gd name="T22" fmla="*/ 1315 w 1803"/>
                  <a:gd name="T23" fmla="*/ 2393 h 2753"/>
                  <a:gd name="T24" fmla="*/ 362 w 1803"/>
                  <a:gd name="T25" fmla="*/ 1440 h 2753"/>
                  <a:gd name="T26" fmla="*/ 362 w 1803"/>
                  <a:gd name="T27" fmla="*/ 1314 h 2753"/>
                  <a:gd name="T28" fmla="*/ 1315 w 1803"/>
                  <a:gd name="T29" fmla="*/ 361 h 2753"/>
                  <a:gd name="T30" fmla="*/ 1448 w 1803"/>
                  <a:gd name="T31" fmla="*/ 369 h 2753"/>
                  <a:gd name="T32" fmla="*/ 1441 w 1803"/>
                  <a:gd name="T33" fmla="*/ 487 h 2753"/>
                  <a:gd name="T34" fmla="*/ 657 w 1803"/>
                  <a:gd name="T35" fmla="*/ 1272 h 2753"/>
                  <a:gd name="T36" fmla="*/ 657 w 1803"/>
                  <a:gd name="T37" fmla="*/ 1482 h 2753"/>
                  <a:gd name="T38" fmla="*/ 1441 w 1803"/>
                  <a:gd name="T39" fmla="*/ 2267 h 2753"/>
                  <a:gd name="T40" fmla="*/ 1445 w 1803"/>
                  <a:gd name="T41" fmla="*/ 2389 h 2753"/>
                  <a:gd name="T42" fmla="*/ 1445 w 1803"/>
                  <a:gd name="T43" fmla="*/ 2389 h 2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03" h="2753">
                    <a:moveTo>
                      <a:pt x="972" y="1377"/>
                    </a:moveTo>
                    <a:lnTo>
                      <a:pt x="1652" y="698"/>
                    </a:lnTo>
                    <a:cubicBezTo>
                      <a:pt x="1803" y="547"/>
                      <a:pt x="1803" y="301"/>
                      <a:pt x="1652" y="150"/>
                    </a:cubicBezTo>
                    <a:cubicBezTo>
                      <a:pt x="1501" y="0"/>
                      <a:pt x="1255" y="0"/>
                      <a:pt x="1104" y="150"/>
                    </a:cubicBezTo>
                    <a:lnTo>
                      <a:pt x="151" y="1103"/>
                    </a:lnTo>
                    <a:cubicBezTo>
                      <a:pt x="0" y="1254"/>
                      <a:pt x="0" y="1500"/>
                      <a:pt x="151" y="1651"/>
                    </a:cubicBezTo>
                    <a:lnTo>
                      <a:pt x="1104" y="2603"/>
                    </a:lnTo>
                    <a:cubicBezTo>
                      <a:pt x="1253" y="2753"/>
                      <a:pt x="1502" y="2753"/>
                      <a:pt x="1652" y="2603"/>
                    </a:cubicBezTo>
                    <a:cubicBezTo>
                      <a:pt x="1803" y="2452"/>
                      <a:pt x="1803" y="2207"/>
                      <a:pt x="1652" y="2056"/>
                    </a:cubicBezTo>
                    <a:lnTo>
                      <a:pt x="972" y="1377"/>
                    </a:lnTo>
                    <a:close/>
                    <a:moveTo>
                      <a:pt x="1445" y="2389"/>
                    </a:moveTo>
                    <a:cubicBezTo>
                      <a:pt x="1411" y="2427"/>
                      <a:pt x="1351" y="2429"/>
                      <a:pt x="1315" y="2393"/>
                    </a:cubicBezTo>
                    <a:lnTo>
                      <a:pt x="362" y="1440"/>
                    </a:lnTo>
                    <a:cubicBezTo>
                      <a:pt x="327" y="1405"/>
                      <a:pt x="327" y="1349"/>
                      <a:pt x="362" y="1314"/>
                    </a:cubicBezTo>
                    <a:lnTo>
                      <a:pt x="1315" y="361"/>
                    </a:lnTo>
                    <a:cubicBezTo>
                      <a:pt x="1352" y="323"/>
                      <a:pt x="1416" y="328"/>
                      <a:pt x="1448" y="369"/>
                    </a:cubicBezTo>
                    <a:cubicBezTo>
                      <a:pt x="1476" y="404"/>
                      <a:pt x="1472" y="456"/>
                      <a:pt x="1441" y="487"/>
                    </a:cubicBezTo>
                    <a:lnTo>
                      <a:pt x="657" y="1272"/>
                    </a:lnTo>
                    <a:cubicBezTo>
                      <a:pt x="599" y="1330"/>
                      <a:pt x="599" y="1424"/>
                      <a:pt x="657" y="1482"/>
                    </a:cubicBezTo>
                    <a:lnTo>
                      <a:pt x="1441" y="2267"/>
                    </a:lnTo>
                    <a:cubicBezTo>
                      <a:pt x="1474" y="2299"/>
                      <a:pt x="1476" y="2354"/>
                      <a:pt x="1445" y="2389"/>
                    </a:cubicBezTo>
                    <a:close/>
                    <a:moveTo>
                      <a:pt x="1445" y="238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37EABB60-2462-1BF8-2097-0BDF1A5DA521}"/>
              </a:ext>
            </a:extLst>
          </p:cNvPr>
          <p:cNvGrpSpPr/>
          <p:nvPr/>
        </p:nvGrpSpPr>
        <p:grpSpPr>
          <a:xfrm>
            <a:off x="8317522" y="2153989"/>
            <a:ext cx="3193087" cy="2338151"/>
            <a:chOff x="6460200" y="2256998"/>
            <a:chExt cx="2279176" cy="1826092"/>
          </a:xfrm>
        </p:grpSpPr>
        <p:sp>
          <p:nvSpPr>
            <p:cNvPr id="21" name="Google Shape;138;p7">
              <a:extLst>
                <a:ext uri="{FF2B5EF4-FFF2-40B4-BE49-F238E27FC236}">
                  <a16:creationId xmlns:a16="http://schemas.microsoft.com/office/drawing/2014/main" id="{8196E46A-0591-3C0B-B49F-E661660BA89F}"/>
                </a:ext>
              </a:extLst>
            </p:cNvPr>
            <p:cNvSpPr txBox="1">
              <a:spLocks/>
            </p:cNvSpPr>
            <p:nvPr/>
          </p:nvSpPr>
          <p:spPr>
            <a:xfrm>
              <a:off x="6460200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dirty="0">
                  <a:latin typeface="Barlow" pitchFamily="2" charset="77"/>
                </a:rPr>
                <a:t>Future directions</a:t>
              </a: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E3FE41A-12A0-A048-7054-E9295EC228B5}"/>
                </a:ext>
              </a:extLst>
            </p:cNvPr>
            <p:cNvGrpSpPr/>
            <p:nvPr/>
          </p:nvGrpSpPr>
          <p:grpSpPr>
            <a:xfrm>
              <a:off x="6544434" y="2256998"/>
              <a:ext cx="634620" cy="634620"/>
              <a:chOff x="6544434" y="2256998"/>
              <a:chExt cx="634620" cy="634620"/>
            </a:xfrm>
          </p:grpSpPr>
          <p:sp>
            <p:nvSpPr>
              <p:cNvPr id="23" name="Rectángulo: una sola esquina redondeada 47">
                <a:extLst>
                  <a:ext uri="{FF2B5EF4-FFF2-40B4-BE49-F238E27FC236}">
                    <a16:creationId xmlns:a16="http://schemas.microsoft.com/office/drawing/2014/main" id="{11715D65-1E60-AB59-6877-4CF2F1499B75}"/>
                  </a:ext>
                </a:extLst>
              </p:cNvPr>
              <p:cNvSpPr/>
              <p:nvPr/>
            </p:nvSpPr>
            <p:spPr>
              <a:xfrm>
                <a:off x="6544434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24" name="Google Shape;13313;p75">
                <a:extLst>
                  <a:ext uri="{FF2B5EF4-FFF2-40B4-BE49-F238E27FC236}">
                    <a16:creationId xmlns:a16="http://schemas.microsoft.com/office/drawing/2014/main" id="{505E6FD8-0F00-ACA0-89CA-9776CEE15F89}"/>
                  </a:ext>
                </a:extLst>
              </p:cNvPr>
              <p:cNvGrpSpPr/>
              <p:nvPr/>
            </p:nvGrpSpPr>
            <p:grpSpPr>
              <a:xfrm>
                <a:off x="6660232" y="2397383"/>
                <a:ext cx="396044" cy="378700"/>
                <a:chOff x="2081650" y="2050750"/>
                <a:chExt cx="483125" cy="424625"/>
              </a:xfrm>
              <a:solidFill>
                <a:schemeClr val="bg1"/>
              </a:solidFill>
            </p:grpSpPr>
            <p:sp>
              <p:nvSpPr>
                <p:cNvPr id="25" name="Google Shape;13314;p75">
                  <a:extLst>
                    <a:ext uri="{FF2B5EF4-FFF2-40B4-BE49-F238E27FC236}">
                      <a16:creationId xmlns:a16="http://schemas.microsoft.com/office/drawing/2014/main" id="{B339FF08-7B95-6DD9-2C20-0B783E05E6EF}"/>
                    </a:ext>
                  </a:extLst>
                </p:cNvPr>
                <p:cNvSpPr/>
                <p:nvPr/>
              </p:nvSpPr>
              <p:spPr>
                <a:xfrm>
                  <a:off x="2081650" y="2050750"/>
                  <a:ext cx="483125" cy="4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16985" extrusionOk="0">
                      <a:moveTo>
                        <a:pt x="5662" y="1402"/>
                      </a:moveTo>
                      <a:lnTo>
                        <a:pt x="5662" y="13770"/>
                      </a:lnTo>
                      <a:lnTo>
                        <a:pt x="1133" y="15581"/>
                      </a:lnTo>
                      <a:lnTo>
                        <a:pt x="1133" y="3214"/>
                      </a:lnTo>
                      <a:lnTo>
                        <a:pt x="5662" y="1402"/>
                      </a:lnTo>
                      <a:close/>
                      <a:moveTo>
                        <a:pt x="18192" y="1402"/>
                      </a:moveTo>
                      <a:lnTo>
                        <a:pt x="18192" y="13770"/>
                      </a:lnTo>
                      <a:lnTo>
                        <a:pt x="13663" y="15581"/>
                      </a:lnTo>
                      <a:lnTo>
                        <a:pt x="13663" y="3214"/>
                      </a:lnTo>
                      <a:lnTo>
                        <a:pt x="18192" y="1402"/>
                      </a:lnTo>
                      <a:close/>
                      <a:moveTo>
                        <a:pt x="6794" y="1348"/>
                      </a:moveTo>
                      <a:lnTo>
                        <a:pt x="12531" y="3241"/>
                      </a:lnTo>
                      <a:lnTo>
                        <a:pt x="12531" y="9464"/>
                      </a:lnTo>
                      <a:lnTo>
                        <a:pt x="12510" y="9461"/>
                      </a:lnTo>
                      <a:cubicBezTo>
                        <a:pt x="12205" y="9437"/>
                        <a:pt x="11903" y="9364"/>
                        <a:pt x="11619" y="9244"/>
                      </a:cubicBezTo>
                      <a:cubicBezTo>
                        <a:pt x="11548" y="9214"/>
                        <a:pt x="11474" y="9200"/>
                        <a:pt x="11401" y="9200"/>
                      </a:cubicBezTo>
                      <a:cubicBezTo>
                        <a:pt x="11181" y="9200"/>
                        <a:pt x="10970" y="9330"/>
                        <a:pt x="10879" y="9546"/>
                      </a:cubicBezTo>
                      <a:cubicBezTo>
                        <a:pt x="10759" y="9832"/>
                        <a:pt x="10891" y="10165"/>
                        <a:pt x="11178" y="10288"/>
                      </a:cubicBezTo>
                      <a:cubicBezTo>
                        <a:pt x="11574" y="10454"/>
                        <a:pt x="11994" y="10557"/>
                        <a:pt x="12422" y="10590"/>
                      </a:cubicBezTo>
                      <a:lnTo>
                        <a:pt x="12468" y="10590"/>
                      </a:lnTo>
                      <a:cubicBezTo>
                        <a:pt x="12489" y="10590"/>
                        <a:pt x="12510" y="10587"/>
                        <a:pt x="12531" y="10584"/>
                      </a:cubicBezTo>
                      <a:lnTo>
                        <a:pt x="12531" y="15633"/>
                      </a:lnTo>
                      <a:lnTo>
                        <a:pt x="6794" y="13746"/>
                      </a:lnTo>
                      <a:lnTo>
                        <a:pt x="6794" y="6774"/>
                      </a:lnTo>
                      <a:cubicBezTo>
                        <a:pt x="6951" y="6777"/>
                        <a:pt x="7105" y="6795"/>
                        <a:pt x="7259" y="6822"/>
                      </a:cubicBezTo>
                      <a:cubicBezTo>
                        <a:pt x="7295" y="6828"/>
                        <a:pt x="7331" y="6834"/>
                        <a:pt x="7368" y="6834"/>
                      </a:cubicBezTo>
                      <a:cubicBezTo>
                        <a:pt x="7658" y="6831"/>
                        <a:pt x="7902" y="6611"/>
                        <a:pt x="7929" y="6321"/>
                      </a:cubicBezTo>
                      <a:cubicBezTo>
                        <a:pt x="7957" y="6028"/>
                        <a:pt x="7760" y="5765"/>
                        <a:pt x="7473" y="5711"/>
                      </a:cubicBezTo>
                      <a:cubicBezTo>
                        <a:pt x="7250" y="5669"/>
                        <a:pt x="7020" y="5644"/>
                        <a:pt x="6794" y="5641"/>
                      </a:cubicBezTo>
                      <a:lnTo>
                        <a:pt x="6794" y="1348"/>
                      </a:lnTo>
                      <a:close/>
                      <a:moveTo>
                        <a:pt x="18757" y="0"/>
                      </a:moveTo>
                      <a:cubicBezTo>
                        <a:pt x="18687" y="0"/>
                        <a:pt x="18616" y="13"/>
                        <a:pt x="18549" y="40"/>
                      </a:cubicBezTo>
                      <a:lnTo>
                        <a:pt x="13077" y="2229"/>
                      </a:lnTo>
                      <a:lnTo>
                        <a:pt x="6405" y="28"/>
                      </a:lnTo>
                      <a:cubicBezTo>
                        <a:pt x="6395" y="25"/>
                        <a:pt x="6386" y="25"/>
                        <a:pt x="6380" y="22"/>
                      </a:cubicBezTo>
                      <a:cubicBezTo>
                        <a:pt x="6371" y="19"/>
                        <a:pt x="6359" y="16"/>
                        <a:pt x="6347" y="13"/>
                      </a:cubicBezTo>
                      <a:lnTo>
                        <a:pt x="6311" y="7"/>
                      </a:lnTo>
                      <a:cubicBezTo>
                        <a:pt x="6302" y="7"/>
                        <a:pt x="6290" y="4"/>
                        <a:pt x="6281" y="4"/>
                      </a:cubicBezTo>
                      <a:lnTo>
                        <a:pt x="6211" y="4"/>
                      </a:lnTo>
                      <a:cubicBezTo>
                        <a:pt x="6199" y="4"/>
                        <a:pt x="6187" y="4"/>
                        <a:pt x="6172" y="7"/>
                      </a:cubicBezTo>
                      <a:cubicBezTo>
                        <a:pt x="6166" y="9"/>
                        <a:pt x="6161" y="9"/>
                        <a:pt x="6157" y="9"/>
                      </a:cubicBezTo>
                      <a:cubicBezTo>
                        <a:pt x="6152" y="9"/>
                        <a:pt x="6148" y="9"/>
                        <a:pt x="6142" y="10"/>
                      </a:cubicBezTo>
                      <a:cubicBezTo>
                        <a:pt x="6133" y="13"/>
                        <a:pt x="6118" y="13"/>
                        <a:pt x="6106" y="16"/>
                      </a:cubicBezTo>
                      <a:lnTo>
                        <a:pt x="6075" y="22"/>
                      </a:lnTo>
                      <a:cubicBezTo>
                        <a:pt x="6063" y="28"/>
                        <a:pt x="6048" y="31"/>
                        <a:pt x="6036" y="37"/>
                      </a:cubicBezTo>
                      <a:cubicBezTo>
                        <a:pt x="6027" y="40"/>
                        <a:pt x="6021" y="40"/>
                        <a:pt x="6015" y="43"/>
                      </a:cubicBezTo>
                      <a:lnTo>
                        <a:pt x="354" y="2308"/>
                      </a:lnTo>
                      <a:cubicBezTo>
                        <a:pt x="139" y="2396"/>
                        <a:pt x="0" y="2601"/>
                        <a:pt x="0" y="2830"/>
                      </a:cubicBezTo>
                      <a:lnTo>
                        <a:pt x="0" y="16418"/>
                      </a:lnTo>
                      <a:cubicBezTo>
                        <a:pt x="0" y="16744"/>
                        <a:pt x="267" y="16984"/>
                        <a:pt x="566" y="16984"/>
                      </a:cubicBezTo>
                      <a:cubicBezTo>
                        <a:pt x="635" y="16984"/>
                        <a:pt x="706" y="16971"/>
                        <a:pt x="776" y="16943"/>
                      </a:cubicBezTo>
                      <a:lnTo>
                        <a:pt x="6248" y="14754"/>
                      </a:lnTo>
                      <a:lnTo>
                        <a:pt x="12917" y="16952"/>
                      </a:lnTo>
                      <a:cubicBezTo>
                        <a:pt x="12933" y="16958"/>
                        <a:pt x="12951" y="16964"/>
                        <a:pt x="12966" y="16967"/>
                      </a:cubicBezTo>
                      <a:cubicBezTo>
                        <a:pt x="13008" y="16976"/>
                        <a:pt x="13050" y="16983"/>
                        <a:pt x="13096" y="16983"/>
                      </a:cubicBezTo>
                      <a:lnTo>
                        <a:pt x="13099" y="16983"/>
                      </a:lnTo>
                      <a:cubicBezTo>
                        <a:pt x="13156" y="16983"/>
                        <a:pt x="13213" y="16973"/>
                        <a:pt x="13271" y="16955"/>
                      </a:cubicBezTo>
                      <a:cubicBezTo>
                        <a:pt x="13283" y="16952"/>
                        <a:pt x="13295" y="16946"/>
                        <a:pt x="13307" y="16940"/>
                      </a:cubicBezTo>
                      <a:lnTo>
                        <a:pt x="18965" y="14676"/>
                      </a:lnTo>
                      <a:cubicBezTo>
                        <a:pt x="19183" y="14591"/>
                        <a:pt x="19325" y="14386"/>
                        <a:pt x="19325" y="14153"/>
                      </a:cubicBezTo>
                      <a:lnTo>
                        <a:pt x="19325" y="566"/>
                      </a:lnTo>
                      <a:cubicBezTo>
                        <a:pt x="19325" y="379"/>
                        <a:pt x="19231" y="203"/>
                        <a:pt x="19077" y="98"/>
                      </a:cubicBezTo>
                      <a:cubicBezTo>
                        <a:pt x="18981" y="33"/>
                        <a:pt x="18869" y="0"/>
                        <a:pt x="18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6" name="Google Shape;13315;p75">
                  <a:extLst>
                    <a:ext uri="{FF2B5EF4-FFF2-40B4-BE49-F238E27FC236}">
                      <a16:creationId xmlns:a16="http://schemas.microsoft.com/office/drawing/2014/main" id="{746801E8-E457-B73C-B01C-CB4DC2204EFB}"/>
                    </a:ext>
                  </a:extLst>
                </p:cNvPr>
                <p:cNvSpPr/>
                <p:nvPr/>
              </p:nvSpPr>
              <p:spPr>
                <a:xfrm>
                  <a:off x="2136375" y="2292025"/>
                  <a:ext cx="36400" cy="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1679" extrusionOk="0">
                      <a:moveTo>
                        <a:pt x="820" y="1"/>
                      </a:moveTo>
                      <a:cubicBezTo>
                        <a:pt x="583" y="1"/>
                        <a:pt x="361" y="151"/>
                        <a:pt x="284" y="390"/>
                      </a:cubicBezTo>
                      <a:lnTo>
                        <a:pt x="103" y="927"/>
                      </a:lnTo>
                      <a:cubicBezTo>
                        <a:pt x="0" y="1223"/>
                        <a:pt x="160" y="1549"/>
                        <a:pt x="459" y="1649"/>
                      </a:cubicBezTo>
                      <a:cubicBezTo>
                        <a:pt x="519" y="1669"/>
                        <a:pt x="579" y="1678"/>
                        <a:pt x="639" y="1678"/>
                      </a:cubicBezTo>
                      <a:cubicBezTo>
                        <a:pt x="878" y="1678"/>
                        <a:pt x="1101" y="1525"/>
                        <a:pt x="1178" y="1284"/>
                      </a:cubicBezTo>
                      <a:lnTo>
                        <a:pt x="1356" y="746"/>
                      </a:lnTo>
                      <a:cubicBezTo>
                        <a:pt x="1456" y="450"/>
                        <a:pt x="1296" y="130"/>
                        <a:pt x="1000" y="30"/>
                      </a:cubicBezTo>
                      <a:cubicBezTo>
                        <a:pt x="940" y="10"/>
                        <a:pt x="880" y="1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7" name="Google Shape;13316;p75">
                  <a:extLst>
                    <a:ext uri="{FF2B5EF4-FFF2-40B4-BE49-F238E27FC236}">
                      <a16:creationId xmlns:a16="http://schemas.microsoft.com/office/drawing/2014/main" id="{472FE142-A0C4-D1B7-EC43-C8A3B78C9BDB}"/>
                    </a:ext>
                  </a:extLst>
                </p:cNvPr>
                <p:cNvSpPr/>
                <p:nvPr/>
              </p:nvSpPr>
              <p:spPr>
                <a:xfrm>
                  <a:off x="2296850" y="2220800"/>
                  <a:ext cx="46075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" h="2066" extrusionOk="0">
                      <a:moveTo>
                        <a:pt x="634" y="1"/>
                      </a:moveTo>
                      <a:cubicBezTo>
                        <a:pt x="506" y="1"/>
                        <a:pt x="378" y="44"/>
                        <a:pt x="272" y="132"/>
                      </a:cubicBezTo>
                      <a:cubicBezTo>
                        <a:pt x="37" y="331"/>
                        <a:pt x="1" y="681"/>
                        <a:pt x="194" y="920"/>
                      </a:cubicBezTo>
                      <a:cubicBezTo>
                        <a:pt x="354" y="1113"/>
                        <a:pt x="487" y="1327"/>
                        <a:pt x="593" y="1557"/>
                      </a:cubicBezTo>
                      <a:cubicBezTo>
                        <a:pt x="626" y="1626"/>
                        <a:pt x="662" y="1696"/>
                        <a:pt x="698" y="1765"/>
                      </a:cubicBezTo>
                      <a:cubicBezTo>
                        <a:pt x="798" y="1957"/>
                        <a:pt x="993" y="2065"/>
                        <a:pt x="1195" y="2065"/>
                      </a:cubicBezTo>
                      <a:cubicBezTo>
                        <a:pt x="1285" y="2065"/>
                        <a:pt x="1377" y="2044"/>
                        <a:pt x="1462" y="1998"/>
                      </a:cubicBezTo>
                      <a:cubicBezTo>
                        <a:pt x="1740" y="1853"/>
                        <a:pt x="1843" y="1509"/>
                        <a:pt x="1698" y="1234"/>
                      </a:cubicBezTo>
                      <a:cubicBezTo>
                        <a:pt x="1670" y="1183"/>
                        <a:pt x="1643" y="1131"/>
                        <a:pt x="1622" y="1083"/>
                      </a:cubicBezTo>
                      <a:cubicBezTo>
                        <a:pt x="1474" y="763"/>
                        <a:pt x="1287" y="464"/>
                        <a:pt x="1061" y="195"/>
                      </a:cubicBezTo>
                      <a:cubicBezTo>
                        <a:pt x="949" y="67"/>
                        <a:pt x="792" y="1"/>
                        <a:pt x="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8" name="Google Shape;13317;p75">
                  <a:extLst>
                    <a:ext uri="{FF2B5EF4-FFF2-40B4-BE49-F238E27FC236}">
                      <a16:creationId xmlns:a16="http://schemas.microsoft.com/office/drawing/2014/main" id="{A141E192-70D7-B3FC-5CB7-A4D72029AF15}"/>
                    </a:ext>
                  </a:extLst>
                </p:cNvPr>
                <p:cNvSpPr/>
                <p:nvPr/>
              </p:nvSpPr>
              <p:spPr>
                <a:xfrm>
                  <a:off x="2158650" y="2216775"/>
                  <a:ext cx="47275" cy="5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2057" extrusionOk="0">
                      <a:moveTo>
                        <a:pt x="1264" y="1"/>
                      </a:moveTo>
                      <a:cubicBezTo>
                        <a:pt x="1109" y="1"/>
                        <a:pt x="955" y="63"/>
                        <a:pt x="843" y="187"/>
                      </a:cubicBezTo>
                      <a:lnTo>
                        <a:pt x="846" y="184"/>
                      </a:lnTo>
                      <a:lnTo>
                        <a:pt x="846" y="184"/>
                      </a:lnTo>
                      <a:cubicBezTo>
                        <a:pt x="547" y="498"/>
                        <a:pt x="305" y="860"/>
                        <a:pt x="130" y="1256"/>
                      </a:cubicBezTo>
                      <a:cubicBezTo>
                        <a:pt x="0" y="1543"/>
                        <a:pt x="127" y="1878"/>
                        <a:pt x="414" y="2005"/>
                      </a:cubicBezTo>
                      <a:cubicBezTo>
                        <a:pt x="486" y="2038"/>
                        <a:pt x="565" y="2056"/>
                        <a:pt x="643" y="2056"/>
                      </a:cubicBezTo>
                      <a:cubicBezTo>
                        <a:pt x="867" y="2056"/>
                        <a:pt x="1069" y="1923"/>
                        <a:pt x="1163" y="1721"/>
                      </a:cubicBezTo>
                      <a:cubicBezTo>
                        <a:pt x="1286" y="1443"/>
                        <a:pt x="1455" y="1187"/>
                        <a:pt x="1664" y="966"/>
                      </a:cubicBezTo>
                      <a:cubicBezTo>
                        <a:pt x="1890" y="740"/>
                        <a:pt x="1884" y="374"/>
                        <a:pt x="1655" y="157"/>
                      </a:cubicBezTo>
                      <a:cubicBezTo>
                        <a:pt x="1544" y="52"/>
                        <a:pt x="1404" y="1"/>
                        <a:pt x="12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9" name="Google Shape;13318;p75">
                  <a:extLst>
                    <a:ext uri="{FF2B5EF4-FFF2-40B4-BE49-F238E27FC236}">
                      <a16:creationId xmlns:a16="http://schemas.microsoft.com/office/drawing/2014/main" id="{A87DF2B7-D456-DE4D-FD5A-D7735BE2E730}"/>
                    </a:ext>
                  </a:extLst>
                </p:cNvPr>
                <p:cNvSpPr/>
                <p:nvPr/>
              </p:nvSpPr>
              <p:spPr>
                <a:xfrm>
                  <a:off x="2426475" y="2255725"/>
                  <a:ext cx="55875" cy="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5" h="1876" extrusionOk="0">
                      <a:moveTo>
                        <a:pt x="1592" y="1"/>
                      </a:moveTo>
                      <a:cubicBezTo>
                        <a:pt x="1423" y="1"/>
                        <a:pt x="1257" y="76"/>
                        <a:pt x="1144" y="220"/>
                      </a:cubicBezTo>
                      <a:cubicBezTo>
                        <a:pt x="960" y="462"/>
                        <a:pt x="734" y="667"/>
                        <a:pt x="477" y="830"/>
                      </a:cubicBezTo>
                      <a:cubicBezTo>
                        <a:pt x="0" y="1135"/>
                        <a:pt x="218" y="1875"/>
                        <a:pt x="782" y="1875"/>
                      </a:cubicBezTo>
                      <a:cubicBezTo>
                        <a:pt x="891" y="1875"/>
                        <a:pt x="997" y="1845"/>
                        <a:pt x="1087" y="1784"/>
                      </a:cubicBezTo>
                      <a:cubicBezTo>
                        <a:pt x="1452" y="1552"/>
                        <a:pt x="1776" y="1256"/>
                        <a:pt x="2041" y="912"/>
                      </a:cubicBezTo>
                      <a:cubicBezTo>
                        <a:pt x="2234" y="667"/>
                        <a:pt x="2186" y="311"/>
                        <a:pt x="1939" y="121"/>
                      </a:cubicBezTo>
                      <a:cubicBezTo>
                        <a:pt x="1835" y="40"/>
                        <a:pt x="1713" y="1"/>
                        <a:pt x="1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0" name="Google Shape;13319;p75">
                  <a:extLst>
                    <a:ext uri="{FF2B5EF4-FFF2-40B4-BE49-F238E27FC236}">
                      <a16:creationId xmlns:a16="http://schemas.microsoft.com/office/drawing/2014/main" id="{066A2350-2C69-B853-4019-747A4D8F32B6}"/>
                    </a:ext>
                  </a:extLst>
                </p:cNvPr>
                <p:cNvSpPr/>
                <p:nvPr/>
              </p:nvSpPr>
              <p:spPr>
                <a:xfrm>
                  <a:off x="2473050" y="2192325"/>
                  <a:ext cx="37000" cy="4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1660" extrusionOk="0">
                      <a:moveTo>
                        <a:pt x="838" y="0"/>
                      </a:moveTo>
                      <a:cubicBezTo>
                        <a:pt x="609" y="0"/>
                        <a:pt x="393" y="140"/>
                        <a:pt x="308" y="368"/>
                      </a:cubicBezTo>
                      <a:lnTo>
                        <a:pt x="109" y="896"/>
                      </a:lnTo>
                      <a:cubicBezTo>
                        <a:pt x="0" y="1189"/>
                        <a:pt x="148" y="1515"/>
                        <a:pt x="441" y="1624"/>
                      </a:cubicBezTo>
                      <a:cubicBezTo>
                        <a:pt x="506" y="1648"/>
                        <a:pt x="573" y="1660"/>
                        <a:pt x="639" y="1660"/>
                      </a:cubicBezTo>
                      <a:cubicBezTo>
                        <a:pt x="868" y="1660"/>
                        <a:pt x="1084" y="1520"/>
                        <a:pt x="1169" y="1292"/>
                      </a:cubicBezTo>
                      <a:lnTo>
                        <a:pt x="1368" y="764"/>
                      </a:lnTo>
                      <a:cubicBezTo>
                        <a:pt x="1480" y="471"/>
                        <a:pt x="1329" y="145"/>
                        <a:pt x="1036" y="36"/>
                      </a:cubicBezTo>
                      <a:cubicBezTo>
                        <a:pt x="971" y="12"/>
                        <a:pt x="904" y="0"/>
                        <a:pt x="8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D62B89E4-8CDD-B11C-30E5-FB3D74EB4554}"/>
              </a:ext>
            </a:extLst>
          </p:cNvPr>
          <p:cNvGrpSpPr/>
          <p:nvPr/>
        </p:nvGrpSpPr>
        <p:grpSpPr>
          <a:xfrm>
            <a:off x="1137771" y="2148675"/>
            <a:ext cx="3193087" cy="2345613"/>
            <a:chOff x="839636" y="2256998"/>
            <a:chExt cx="2279176" cy="1831920"/>
          </a:xfrm>
        </p:grpSpPr>
        <p:sp>
          <p:nvSpPr>
            <p:cNvPr id="32" name="Google Shape;135;p7">
              <a:extLst>
                <a:ext uri="{FF2B5EF4-FFF2-40B4-BE49-F238E27FC236}">
                  <a16:creationId xmlns:a16="http://schemas.microsoft.com/office/drawing/2014/main" id="{F3DB2D82-30FF-378B-55FA-0C366E3C482B}"/>
                </a:ext>
              </a:extLst>
            </p:cNvPr>
            <p:cNvSpPr txBox="1">
              <a:spLocks/>
            </p:cNvSpPr>
            <p:nvPr/>
          </p:nvSpPr>
          <p:spPr>
            <a:xfrm>
              <a:off x="839636" y="2972919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>
                  <a:latin typeface="Barlow" pitchFamily="2" charset="77"/>
                </a:rPr>
                <a:t>A </a:t>
              </a:r>
              <a:r>
                <a:rPr lang="es-ES" sz="2400" dirty="0" err="1">
                  <a:latin typeface="Barlow" pitchFamily="2" charset="77"/>
                </a:rPr>
                <a:t>glimpse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of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the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relevance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of</a:t>
              </a:r>
              <a:r>
                <a:rPr lang="es-ES" sz="2400" dirty="0">
                  <a:latin typeface="Barlow" pitchFamily="2" charset="77"/>
                </a:rPr>
                <a:t> PACO</a:t>
              </a:r>
              <a:endParaRPr lang="en-US" sz="2400" dirty="0">
                <a:latin typeface="Barlow" pitchFamily="2" charset="77"/>
              </a:endParaRPr>
            </a:p>
            <a:p>
              <a:endParaRPr lang="en-US" dirty="0">
                <a:latin typeface="Barlow" pitchFamily="2" charset="77"/>
              </a:endParaRP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85953EFE-8A86-77F3-0A1B-4858ABD84836}"/>
                </a:ext>
              </a:extLst>
            </p:cNvPr>
            <p:cNvGrpSpPr/>
            <p:nvPr/>
          </p:nvGrpSpPr>
          <p:grpSpPr>
            <a:xfrm>
              <a:off x="946641" y="2256998"/>
              <a:ext cx="634620" cy="634620"/>
              <a:chOff x="946641" y="2256998"/>
              <a:chExt cx="634620" cy="634620"/>
            </a:xfrm>
          </p:grpSpPr>
          <p:sp>
            <p:nvSpPr>
              <p:cNvPr id="34" name="Rectángulo: una sola esquina redondeada 44">
                <a:extLst>
                  <a:ext uri="{FF2B5EF4-FFF2-40B4-BE49-F238E27FC236}">
                    <a16:creationId xmlns:a16="http://schemas.microsoft.com/office/drawing/2014/main" id="{4117BE73-799F-5E73-9607-92D68B28B7F0}"/>
                  </a:ext>
                </a:extLst>
              </p:cNvPr>
              <p:cNvSpPr/>
              <p:nvPr/>
            </p:nvSpPr>
            <p:spPr>
              <a:xfrm>
                <a:off x="946641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5" name="Google Shape;13598;p76">
                <a:extLst>
                  <a:ext uri="{FF2B5EF4-FFF2-40B4-BE49-F238E27FC236}">
                    <a16:creationId xmlns:a16="http://schemas.microsoft.com/office/drawing/2014/main" id="{51A60797-7E5D-612F-3C4B-D59CDF00C0D5}"/>
                  </a:ext>
                </a:extLst>
              </p:cNvPr>
              <p:cNvGrpSpPr/>
              <p:nvPr/>
            </p:nvGrpSpPr>
            <p:grpSpPr>
              <a:xfrm>
                <a:off x="1049959" y="2367864"/>
                <a:ext cx="365222" cy="446901"/>
                <a:chOff x="-39783425" y="2337925"/>
                <a:chExt cx="275700" cy="318350"/>
              </a:xfrm>
              <a:solidFill>
                <a:schemeClr val="bg1"/>
              </a:solidFill>
            </p:grpSpPr>
            <p:sp>
              <p:nvSpPr>
                <p:cNvPr id="36" name="Google Shape;13599;p76">
                  <a:extLst>
                    <a:ext uri="{FF2B5EF4-FFF2-40B4-BE49-F238E27FC236}">
                      <a16:creationId xmlns:a16="http://schemas.microsoft.com/office/drawing/2014/main" id="{402CCA22-7642-1FDA-5B88-0200004E2165}"/>
                    </a:ext>
                  </a:extLst>
                </p:cNvPr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3" h="5940" extrusionOk="0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3600;p76">
                  <a:extLst>
                    <a:ext uri="{FF2B5EF4-FFF2-40B4-BE49-F238E27FC236}">
                      <a16:creationId xmlns:a16="http://schemas.microsoft.com/office/drawing/2014/main" id="{D834827C-735E-2FD6-460B-FBD05154BE6A}"/>
                    </a:ext>
                  </a:extLst>
                </p:cNvPr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8" h="12734" extrusionOk="0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0EF6387-DF63-3B0D-88D4-4C5BD397993C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17360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F32DE8-E70A-90D1-5D17-CA581A4D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3E278-832D-95D5-5AAC-AAF49BA39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QoS meets Pricing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59C6B5-4FFF-B9CE-727E-3EEBCDD31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854" y="3429000"/>
            <a:ext cx="8546846" cy="2299138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</a:t>
            </a:r>
            <a:r>
              <a:rPr lang="en-US" sz="24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Cavero</a:t>
            </a: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 López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fcavero@us.es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Universidad de Sevilla, Seville, Spain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1662-30F0-0FAD-8E31-57A2BA35A1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3038" y="5887269"/>
            <a:ext cx="3964262" cy="901603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SCORE Lab - PhD Forum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04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April 2025</a:t>
            </a:r>
          </a:p>
        </p:txBody>
      </p:sp>
      <p:pic>
        <p:nvPicPr>
          <p:cNvPr id="9" name="Imagen 8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AB9C17E7-4E36-DC0F-6BED-E0EF0A064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0" y="5909621"/>
            <a:ext cx="4597400" cy="879252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C29F87AD-5C44-9F32-AEE6-276FD5070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12" name="8 Imagen" descr="logoisa_isa.jpg">
            <a:extLst>
              <a:ext uri="{FF2B5EF4-FFF2-40B4-BE49-F238E27FC236}">
                <a16:creationId xmlns:a16="http://schemas.microsoft.com/office/drawing/2014/main" id="{4EEA4286-5CA3-A877-FD9D-8EE3C92EA2A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0E6C0AF-0564-EAC1-FBEA-44A3E7043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580E7B25-4F49-C5E8-E10E-05856399E2DB}"/>
              </a:ext>
            </a:extLst>
          </p:cNvPr>
          <p:cNvGrpSpPr/>
          <p:nvPr/>
        </p:nvGrpSpPr>
        <p:grpSpPr>
          <a:xfrm>
            <a:off x="1046007" y="3204414"/>
            <a:ext cx="1982064" cy="3375702"/>
            <a:chOff x="1046007" y="3204414"/>
            <a:chExt cx="1982064" cy="3375702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15277A6C-C272-DCC5-C026-1AEA7A772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6007" y="3204414"/>
              <a:ext cx="1982064" cy="3375702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EF4FE80-926A-D48B-98FA-E4E7D0DCA0C9}"/>
                </a:ext>
              </a:extLst>
            </p:cNvPr>
            <p:cNvSpPr txBox="1"/>
            <p:nvPr/>
          </p:nvSpPr>
          <p:spPr>
            <a:xfrm>
              <a:off x="1660974" y="3876118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QACO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14B6043-8958-8042-4BFD-28401639D6CC}"/>
                </a:ext>
              </a:extLst>
            </p:cNvPr>
            <p:cNvSpPr txBox="1"/>
            <p:nvPr/>
          </p:nvSpPr>
          <p:spPr>
            <a:xfrm>
              <a:off x="1069157" y="6167464"/>
              <a:ext cx="717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PACO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7964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86D05-B546-C298-1E95-59AAF47F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743"/>
            <a:ext cx="10972800" cy="519112"/>
          </a:xfrm>
        </p:spPr>
        <p:txBody>
          <a:bodyPr/>
          <a:lstStyle/>
          <a:p>
            <a:r>
              <a:rPr lang="es-ES" dirty="0" err="1"/>
              <a:t>Capacity</a:t>
            </a:r>
            <a:r>
              <a:rPr lang="es-ES" dirty="0"/>
              <a:t> </a:t>
            </a:r>
            <a:r>
              <a:rPr lang="es-ES" dirty="0" err="1"/>
              <a:t>Analysis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84683B7-7FE0-8EB3-F9FB-C00786EC3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1"/>
          <a:stretch/>
        </p:blipFill>
        <p:spPr>
          <a:xfrm>
            <a:off x="1393148" y="1125763"/>
            <a:ext cx="9405703" cy="529988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2FC5C76-2EA0-7FE4-1A56-D48A87450658}"/>
              </a:ext>
            </a:extLst>
          </p:cNvPr>
          <p:cNvSpPr txBox="1"/>
          <p:nvPr/>
        </p:nvSpPr>
        <p:spPr>
          <a:xfrm>
            <a:off x="11493187" y="6374563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1/5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EBEAC4-DE86-CEC6-C390-AE4599E7B64C}"/>
              </a:ext>
            </a:extLst>
          </p:cNvPr>
          <p:cNvSpPr txBox="1"/>
          <p:nvPr/>
        </p:nvSpPr>
        <p:spPr>
          <a:xfrm>
            <a:off x="5212681" y="6357257"/>
            <a:ext cx="999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Time (min)</a:t>
            </a:r>
          </a:p>
        </p:txBody>
      </p:sp>
    </p:spTree>
    <p:extLst>
      <p:ext uri="{BB962C8B-B14F-4D97-AF65-F5344CB8AC3E}">
        <p14:creationId xmlns:p14="http://schemas.microsoft.com/office/powerpoint/2010/main" val="2744069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EA8-9BC5-4558-21DC-1EB0B122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3AAA8-BDDA-1AAD-BD5F-93FE46B9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3" y="3069772"/>
            <a:ext cx="6882881" cy="519112"/>
          </a:xfrm>
        </p:spPr>
        <p:txBody>
          <a:bodyPr/>
          <a:lstStyle/>
          <a:p>
            <a:pPr algn="l"/>
            <a:r>
              <a:rPr lang="es-ES" dirty="0" err="1"/>
              <a:t>Capacity</a:t>
            </a:r>
            <a:r>
              <a:rPr lang="es-ES" dirty="0"/>
              <a:t> Curves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391B2F8-49FB-DC5B-C9E8-078A4C784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885" y="0"/>
            <a:ext cx="4572001" cy="685800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EDAD6C-8574-690D-F1F9-E18D3E9EC149}"/>
              </a:ext>
            </a:extLst>
          </p:cNvPr>
          <p:cNvSpPr txBox="1"/>
          <p:nvPr/>
        </p:nvSpPr>
        <p:spPr>
          <a:xfrm>
            <a:off x="11493187" y="6374563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939358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C578-5D21-4A16-4C7C-CDEDB474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05216-0FAC-199E-90BE-70CCF98B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73" y="3069772"/>
            <a:ext cx="6892212" cy="519112"/>
          </a:xfrm>
        </p:spPr>
        <p:txBody>
          <a:bodyPr/>
          <a:lstStyle/>
          <a:p>
            <a:pPr algn="l"/>
            <a:r>
              <a:rPr lang="es-ES" dirty="0" err="1"/>
              <a:t>Capacity</a:t>
            </a:r>
            <a:r>
              <a:rPr lang="es-ES" dirty="0"/>
              <a:t> Curves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Overage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55ACC7-34F5-B2D3-4A32-309C11CBB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145" y="-795990"/>
            <a:ext cx="4396042" cy="825063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1835930-2101-E468-B80E-F9879EEF3EF0}"/>
              </a:ext>
            </a:extLst>
          </p:cNvPr>
          <p:cNvSpPr txBox="1"/>
          <p:nvPr/>
        </p:nvSpPr>
        <p:spPr>
          <a:xfrm>
            <a:off x="11493187" y="6374563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90780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291E-2E08-B9A9-032A-199AA454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60F3E-FD9E-8056-433A-07176C52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2" y="3069772"/>
            <a:ext cx="6910872" cy="519112"/>
          </a:xfrm>
        </p:spPr>
        <p:txBody>
          <a:bodyPr/>
          <a:lstStyle/>
          <a:p>
            <a:pPr algn="l"/>
            <a:r>
              <a:rPr lang="es-ES" dirty="0" err="1"/>
              <a:t>Combined</a:t>
            </a:r>
            <a:r>
              <a:rPr lang="es-ES" dirty="0"/>
              <a:t> </a:t>
            </a:r>
            <a:r>
              <a:rPr lang="es-ES" dirty="0" err="1"/>
              <a:t>Capacity</a:t>
            </a:r>
            <a:r>
              <a:rPr lang="es-ES" dirty="0"/>
              <a:t> Curves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2DF952-E02E-576A-4C58-5517E3163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685" y="0"/>
            <a:ext cx="457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4E5EC05-D255-D169-E850-ECACCA43E277}"/>
              </a:ext>
            </a:extLst>
          </p:cNvPr>
          <p:cNvSpPr txBox="1"/>
          <p:nvPr/>
        </p:nvSpPr>
        <p:spPr>
          <a:xfrm>
            <a:off x="11493187" y="6374563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9679346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8056-64D5-BD42-420A-28C4719A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DCD0D-B981-881D-EC64-1E870E24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743"/>
            <a:ext cx="10972800" cy="519112"/>
          </a:xfrm>
        </p:spPr>
        <p:txBody>
          <a:bodyPr/>
          <a:lstStyle/>
          <a:p>
            <a:r>
              <a:rPr lang="es-ES" dirty="0" err="1"/>
              <a:t>Combined</a:t>
            </a:r>
            <a:r>
              <a:rPr lang="es-ES" dirty="0"/>
              <a:t> </a:t>
            </a:r>
            <a:r>
              <a:rPr lang="es-ES" dirty="0" err="1"/>
              <a:t>Capacity</a:t>
            </a:r>
            <a:r>
              <a:rPr lang="es-ES" dirty="0"/>
              <a:t> Curves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DA84B7-E39B-77DF-28BF-3EB46F243319}"/>
              </a:ext>
            </a:extLst>
          </p:cNvPr>
          <p:cNvSpPr txBox="1"/>
          <p:nvPr/>
        </p:nvSpPr>
        <p:spPr>
          <a:xfrm>
            <a:off x="11493187" y="6374563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5/5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6312EC-7ABC-891F-0669-FEA9C1C57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b="1181"/>
          <a:stretch/>
        </p:blipFill>
        <p:spPr>
          <a:xfrm>
            <a:off x="2183363" y="1091456"/>
            <a:ext cx="7798837" cy="52658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D48B39E-7C26-3460-B1C3-87F173495D1C}"/>
              </a:ext>
            </a:extLst>
          </p:cNvPr>
          <p:cNvSpPr txBox="1"/>
          <p:nvPr/>
        </p:nvSpPr>
        <p:spPr>
          <a:xfrm>
            <a:off x="5794952" y="6266308"/>
            <a:ext cx="999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Time (min)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D66C18-8EE1-ACB5-71FA-B2A0FB450DC5}"/>
              </a:ext>
            </a:extLst>
          </p:cNvPr>
          <p:cNvSpPr txBox="1"/>
          <p:nvPr/>
        </p:nvSpPr>
        <p:spPr>
          <a:xfrm rot="16200000">
            <a:off x="1651794" y="3570467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Capacity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40596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27016</TotalTime>
  <Words>2349</Words>
  <Application>Microsoft Macintosh PowerPoint</Application>
  <PresentationFormat>Panorámica</PresentationFormat>
  <Paragraphs>520</Paragraphs>
  <Slides>49</Slides>
  <Notes>11</Notes>
  <HiddenSlides>14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9" baseType="lpstr">
      <vt:lpstr>-webkit-standard</vt:lpstr>
      <vt:lpstr>Arial</vt:lpstr>
      <vt:lpstr>Arial Narrow</vt:lpstr>
      <vt:lpstr>Barlow</vt:lpstr>
      <vt:lpstr>Barlow Semi Condensed</vt:lpstr>
      <vt:lpstr>Barlow Semi Condensed Medium</vt:lpstr>
      <vt:lpstr>Calibri</vt:lpstr>
      <vt:lpstr>Fjalla One</vt:lpstr>
      <vt:lpstr>Helvetica</vt:lpstr>
      <vt:lpstr>isa-v2</vt:lpstr>
      <vt:lpstr>QoS meets Pricing</vt:lpstr>
      <vt:lpstr>QoS-Aware Composition (QACO/QSWSC)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QoS-Aware Composition (QACO)</vt:lpstr>
      <vt:lpstr>QACO Servitization</vt:lpstr>
      <vt:lpstr>QoS-Aware Composition (QACO)</vt:lpstr>
      <vt:lpstr>QACO Model</vt:lpstr>
      <vt:lpstr>QACO Model</vt:lpstr>
      <vt:lpstr>QACO Model</vt:lpstr>
      <vt:lpstr>QACO Model</vt:lpstr>
      <vt:lpstr>QACO Model</vt:lpstr>
      <vt:lpstr>QACO Servitization</vt:lpstr>
      <vt:lpstr>QACO Servitization</vt:lpstr>
      <vt:lpstr>QACO Servitization</vt:lpstr>
      <vt:lpstr>QACO Servitization</vt:lpstr>
      <vt:lpstr>QACO Servitization</vt:lpstr>
      <vt:lpstr>QACO Servitization</vt:lpstr>
      <vt:lpstr>QACO Limitations: Pricing</vt:lpstr>
      <vt:lpstr>QACO Limitations: Mono-configuration vs multi-configuration</vt:lpstr>
      <vt:lpstr>QoS and Pricing: Extra-functional features vs functional feautres</vt:lpstr>
      <vt:lpstr>QoS and Pricing</vt:lpstr>
      <vt:lpstr>QoS and Pricing</vt:lpstr>
      <vt:lpstr>QoS and Pricing</vt:lpstr>
      <vt:lpstr>QoS and Pricing</vt:lpstr>
      <vt:lpstr>Pricing-Aware Composition (PACO)</vt:lpstr>
      <vt:lpstr>Pricing-Aware Composition (PACO)</vt:lpstr>
      <vt:lpstr>Pricing-Aware Composition (PACO)</vt:lpstr>
      <vt:lpstr>Pricing-Aware Composition (PACO)</vt:lpstr>
      <vt:lpstr>Pricing-Aware Composition (PACO)</vt:lpstr>
      <vt:lpstr>Pricing-Aware Composition (PACO)</vt:lpstr>
      <vt:lpstr>Pricing-Aware Composition (PACO)</vt:lpstr>
      <vt:lpstr>Presentación de PowerPoint</vt:lpstr>
      <vt:lpstr>Pricing-Aware Composition (PACO)</vt:lpstr>
      <vt:lpstr>Future Work</vt:lpstr>
      <vt:lpstr>Conclusions</vt:lpstr>
      <vt:lpstr>QoS meets Pricing</vt:lpstr>
      <vt:lpstr>Capacity Analysis</vt:lpstr>
      <vt:lpstr>Capacity Curves</vt:lpstr>
      <vt:lpstr>Capacity Curves with Overage</vt:lpstr>
      <vt:lpstr>Combined Capacity Curves</vt:lpstr>
      <vt:lpstr>Combined Capacity Curves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RCIS 2025 - AGF</dc:title>
  <dc:subject/>
  <dc:creator>ALEJANDRO GARCÍA FERNÁNDEZ</dc:creator>
  <cp:keywords/>
  <dc:description/>
  <cp:lastModifiedBy>Francisco Javier Cavero López</cp:lastModifiedBy>
  <cp:revision>173</cp:revision>
  <dcterms:created xsi:type="dcterms:W3CDTF">2022-08-04T07:42:23Z</dcterms:created>
  <dcterms:modified xsi:type="dcterms:W3CDTF">2025-04-02T19:15:13Z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