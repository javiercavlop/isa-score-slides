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2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tags/tag3.xml" ContentType="application/vnd.openxmlformats-officedocument.presentationml.tags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tags/tag4.xml" ContentType="application/vnd.openxmlformats-officedocument.presentationml.tags+xml"/>
  <Override PartName="/ppt/notesSlides/notesSlide32.xml" ContentType="application/vnd.openxmlformats-officedocument.presentationml.notesSlide+xml"/>
  <Override PartName="/ppt/tags/tag5.xml" ContentType="application/vnd.openxmlformats-officedocument.presentationml.tags+xml"/>
  <Override PartName="/ppt/notesSlides/notesSlide33.xml" ContentType="application/vnd.openxmlformats-officedocument.presentationml.notesSlide+xml"/>
  <Override PartName="/ppt/tags/tag6.xml" ContentType="application/vnd.openxmlformats-officedocument.presentationml.tags+xml"/>
  <Override PartName="/ppt/notesSlides/notesSlide34.xml" ContentType="application/vnd.openxmlformats-officedocument.presentationml.notesSlide+xml"/>
  <Override PartName="/ppt/tags/tag7.xml" ContentType="application/vnd.openxmlformats-officedocument.presentationml.tags+xml"/>
  <Override PartName="/ppt/notesSlides/notesSlide35.xml" ContentType="application/vnd.openxmlformats-officedocument.presentationml.notesSlide+xml"/>
  <Override PartName="/ppt/tags/tag8.xml" ContentType="application/vnd.openxmlformats-officedocument.presentationml.tags+xml"/>
  <Override PartName="/ppt/notesSlides/notesSlide36.xml" ContentType="application/vnd.openxmlformats-officedocument.presentationml.notesSlide+xml"/>
  <Override PartName="/ppt/tags/tag9.xml" ContentType="application/vnd.openxmlformats-officedocument.presentationml.tags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</p:sldMasterIdLst>
  <p:notesMasterIdLst>
    <p:notesMasterId r:id="rId61"/>
  </p:notesMasterIdLst>
  <p:sldIdLst>
    <p:sldId id="1068" r:id="rId5"/>
    <p:sldId id="1169" r:id="rId6"/>
    <p:sldId id="1226" r:id="rId7"/>
    <p:sldId id="1303" r:id="rId8"/>
    <p:sldId id="1304" r:id="rId9"/>
    <p:sldId id="1305" r:id="rId10"/>
    <p:sldId id="1306" r:id="rId11"/>
    <p:sldId id="1307" r:id="rId12"/>
    <p:sldId id="1347" r:id="rId13"/>
    <p:sldId id="1348" r:id="rId14"/>
    <p:sldId id="1345" r:id="rId15"/>
    <p:sldId id="1346" r:id="rId16"/>
    <p:sldId id="1296" r:id="rId17"/>
    <p:sldId id="1338" r:id="rId18"/>
    <p:sldId id="1339" r:id="rId19"/>
    <p:sldId id="1340" r:id="rId20"/>
    <p:sldId id="1341" r:id="rId21"/>
    <p:sldId id="1342" r:id="rId22"/>
    <p:sldId id="1343" r:id="rId23"/>
    <p:sldId id="1299" r:id="rId24"/>
    <p:sldId id="1344" r:id="rId25"/>
    <p:sldId id="1302" r:id="rId26"/>
    <p:sldId id="1312" r:id="rId27"/>
    <p:sldId id="265" r:id="rId28"/>
    <p:sldId id="1268" r:id="rId29"/>
    <p:sldId id="1273" r:id="rId30"/>
    <p:sldId id="1349" r:id="rId31"/>
    <p:sldId id="1314" r:id="rId32"/>
    <p:sldId id="1317" r:id="rId33"/>
    <p:sldId id="1318" r:id="rId34"/>
    <p:sldId id="1319" r:id="rId35"/>
    <p:sldId id="1322" r:id="rId36"/>
    <p:sldId id="1320" r:id="rId37"/>
    <p:sldId id="1315" r:id="rId38"/>
    <p:sldId id="1316" r:id="rId39"/>
    <p:sldId id="1275" r:id="rId40"/>
    <p:sldId id="1270" r:id="rId41"/>
    <p:sldId id="1325" r:id="rId42"/>
    <p:sldId id="1326" r:id="rId43"/>
    <p:sldId id="1323" r:id="rId44"/>
    <p:sldId id="1324" r:id="rId45"/>
    <p:sldId id="1276" r:id="rId46"/>
    <p:sldId id="1311" r:id="rId47"/>
    <p:sldId id="1327" r:id="rId48"/>
    <p:sldId id="1257" r:id="rId49"/>
    <p:sldId id="1330" r:id="rId50"/>
    <p:sldId id="1328" r:id="rId51"/>
    <p:sldId id="1329" r:id="rId52"/>
    <p:sldId id="1331" r:id="rId53"/>
    <p:sldId id="1313" r:id="rId54"/>
    <p:sldId id="1332" r:id="rId55"/>
    <p:sldId id="1334" r:id="rId56"/>
    <p:sldId id="1335" r:id="rId57"/>
    <p:sldId id="1336" r:id="rId58"/>
    <p:sldId id="1333" r:id="rId59"/>
    <p:sldId id="1295" r:id="rId6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0A16B4CC-B549-D54C-A631-F8C99AAA0C4A}">
          <p14:sldIdLst>
            <p14:sldId id="1068"/>
            <p14:sldId id="1169"/>
          </p14:sldIdLst>
        </p14:section>
        <p14:section name="Introducción" id="{2ACE73EB-97AE-7845-9FC5-DD9FED203524}">
          <p14:sldIdLst>
            <p14:sldId id="1226"/>
            <p14:sldId id="1303"/>
            <p14:sldId id="1304"/>
            <p14:sldId id="1305"/>
            <p14:sldId id="1306"/>
            <p14:sldId id="1307"/>
            <p14:sldId id="1347"/>
            <p14:sldId id="1348"/>
            <p14:sldId id="1345"/>
            <p14:sldId id="1346"/>
            <p14:sldId id="1296"/>
            <p14:sldId id="1338"/>
            <p14:sldId id="1339"/>
            <p14:sldId id="1340"/>
            <p14:sldId id="1341"/>
            <p14:sldId id="1342"/>
            <p14:sldId id="1343"/>
            <p14:sldId id="1299"/>
            <p14:sldId id="1344"/>
            <p14:sldId id="1302"/>
            <p14:sldId id="1312"/>
            <p14:sldId id="265"/>
            <p14:sldId id="1268"/>
            <p14:sldId id="1273"/>
            <p14:sldId id="1349"/>
            <p14:sldId id="1314"/>
            <p14:sldId id="1317"/>
            <p14:sldId id="1318"/>
            <p14:sldId id="1319"/>
            <p14:sldId id="1322"/>
            <p14:sldId id="1320"/>
            <p14:sldId id="1315"/>
            <p14:sldId id="1316"/>
            <p14:sldId id="1275"/>
            <p14:sldId id="1270"/>
            <p14:sldId id="1325"/>
            <p14:sldId id="1326"/>
            <p14:sldId id="1323"/>
            <p14:sldId id="1324"/>
            <p14:sldId id="1276"/>
            <p14:sldId id="1311"/>
            <p14:sldId id="1327"/>
            <p14:sldId id="1257"/>
            <p14:sldId id="1330"/>
            <p14:sldId id="1328"/>
            <p14:sldId id="1329"/>
            <p14:sldId id="1331"/>
            <p14:sldId id="1313"/>
            <p14:sldId id="1332"/>
            <p14:sldId id="1334"/>
            <p14:sldId id="1335"/>
            <p14:sldId id="1336"/>
            <p14:sldId id="1333"/>
            <p14:sldId id="129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414"/>
    <a:srgbClr val="7E0229"/>
    <a:srgbClr val="D5D31A"/>
    <a:srgbClr val="FFF1C9"/>
    <a:srgbClr val="AA8F98"/>
    <a:srgbClr val="F8D0DB"/>
    <a:srgbClr val="D4E3FE"/>
    <a:srgbClr val="B2FCC4"/>
    <a:srgbClr val="19D65F"/>
    <a:srgbClr val="DDE8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15"/>
    <p:restoredTop sz="74657" autoAdjust="0"/>
  </p:normalViewPr>
  <p:slideViewPr>
    <p:cSldViewPr snapToGrid="0">
      <p:cViewPr varScale="1">
        <p:scale>
          <a:sx n="113" d="100"/>
          <a:sy n="113" d="100"/>
        </p:scale>
        <p:origin x="3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16/6/25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778B95-79F5-D199-1F76-BACF4BBAE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81720C-DCBA-04E3-BD31-BA80C9D408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F15043-B93B-6AC7-FCD5-4D0665A509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i="1" dirty="0" err="1"/>
              <a:t>Morning</a:t>
            </a:r>
            <a:r>
              <a:rPr lang="es-ES" i="1" dirty="0"/>
              <a:t>, </a:t>
            </a:r>
            <a:r>
              <a:rPr lang="es-ES" i="1" dirty="0" err="1"/>
              <a:t>I’m</a:t>
            </a:r>
            <a:r>
              <a:rPr lang="es-ES" i="1" dirty="0"/>
              <a:t> AGF, and I </a:t>
            </a:r>
            <a:r>
              <a:rPr lang="es-ES" i="1" dirty="0" err="1"/>
              <a:t>want</a:t>
            </a:r>
            <a:r>
              <a:rPr lang="es-ES" i="1" dirty="0"/>
              <a:t> </a:t>
            </a:r>
            <a:r>
              <a:rPr lang="es-ES" i="1" dirty="0" err="1"/>
              <a:t>to</a:t>
            </a:r>
            <a:r>
              <a:rPr lang="es-ES" i="1" dirty="0"/>
              <a:t> </a:t>
            </a:r>
            <a:r>
              <a:rPr lang="es-ES" i="1" dirty="0" err="1"/>
              <a:t>give</a:t>
            </a:r>
            <a:r>
              <a:rPr lang="es-ES" i="1" dirty="0"/>
              <a:t> </a:t>
            </a:r>
            <a:r>
              <a:rPr lang="es-ES" i="1" dirty="0" err="1"/>
              <a:t>you</a:t>
            </a:r>
            <a:r>
              <a:rPr lang="es-ES" i="1" dirty="0"/>
              <a:t> a </a:t>
            </a:r>
            <a:r>
              <a:rPr lang="es-ES" i="1" dirty="0" err="1"/>
              <a:t>quick</a:t>
            </a:r>
            <a:r>
              <a:rPr lang="es-ES" i="1" dirty="0"/>
              <a:t> </a:t>
            </a:r>
            <a:r>
              <a:rPr lang="es-ES" i="1" dirty="0" err="1"/>
              <a:t>overview</a:t>
            </a:r>
            <a:r>
              <a:rPr lang="es-ES" i="1" dirty="0"/>
              <a:t> </a:t>
            </a:r>
            <a:r>
              <a:rPr lang="es-ES" i="1" dirty="0" err="1"/>
              <a:t>of</a:t>
            </a:r>
            <a:r>
              <a:rPr lang="es-ES" i="1" dirty="0"/>
              <a:t> </a:t>
            </a:r>
            <a:r>
              <a:rPr lang="es-ES" i="1" dirty="0" err="1"/>
              <a:t>our</a:t>
            </a:r>
            <a:r>
              <a:rPr lang="es-ES" i="1" dirty="0"/>
              <a:t> </a:t>
            </a:r>
            <a:r>
              <a:rPr lang="es-ES" i="1" dirty="0" err="1"/>
              <a:t>proposal</a:t>
            </a:r>
            <a:r>
              <a:rPr lang="es-ES" i="1" dirty="0"/>
              <a:t> </a:t>
            </a:r>
            <a:r>
              <a:rPr lang="es-ES" i="1" dirty="0" err="1"/>
              <a:t>on</a:t>
            </a:r>
            <a:r>
              <a:rPr lang="es-ES" i="1" dirty="0"/>
              <a:t> </a:t>
            </a:r>
            <a:r>
              <a:rPr lang="es-ES" i="1" dirty="0" err="1"/>
              <a:t>the</a:t>
            </a:r>
            <a:r>
              <a:rPr lang="es-ES" i="1" dirty="0"/>
              <a:t> </a:t>
            </a:r>
            <a:r>
              <a:rPr lang="es-ES" i="1" dirty="0" err="1"/>
              <a:t>automated</a:t>
            </a:r>
            <a:r>
              <a:rPr lang="es-ES" i="1" dirty="0"/>
              <a:t>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4F7B8E-DDF1-4209-C26C-403401433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305465-97E6-8943-A113-9FD1622A26BD}" type="slidenum">
              <a:rPr kumimoji="0" lang="en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35462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err="1"/>
              <a:t>But</a:t>
            </a:r>
            <a:r>
              <a:rPr lang="es-ES" dirty="0"/>
              <a:t> </a:t>
            </a:r>
            <a:r>
              <a:rPr lang="es-ES" dirty="0" err="1"/>
              <a:t>before</a:t>
            </a:r>
            <a:r>
              <a:rPr lang="es-ES" dirty="0"/>
              <a:t> </a:t>
            </a:r>
            <a:r>
              <a:rPr lang="es-ES" dirty="0" err="1"/>
              <a:t>we</a:t>
            </a:r>
            <a:r>
              <a:rPr lang="es-ES" dirty="0"/>
              <a:t> Delve </a:t>
            </a:r>
            <a:r>
              <a:rPr lang="es-ES" dirty="0" err="1"/>
              <a:t>into</a:t>
            </a:r>
            <a:r>
              <a:rPr lang="es-ES" dirty="0"/>
              <a:t> de </a:t>
            </a:r>
            <a:r>
              <a:rPr lang="es-ES" dirty="0" err="1"/>
              <a:t>details</a:t>
            </a:r>
            <a:r>
              <a:rPr lang="es-ES" dirty="0"/>
              <a:t>, </a:t>
            </a:r>
            <a:r>
              <a:rPr lang="es-ES" dirty="0" err="1"/>
              <a:t>let</a:t>
            </a:r>
            <a:r>
              <a:rPr lang="es-ES" dirty="0"/>
              <a:t> me </a:t>
            </a:r>
            <a:r>
              <a:rPr lang="es-ES" dirty="0" err="1"/>
              <a:t>tell</a:t>
            </a:r>
            <a:r>
              <a:rPr lang="es-ES" dirty="0"/>
              <a:t> </a:t>
            </a:r>
            <a:r>
              <a:rPr lang="es-ES" dirty="0" err="1"/>
              <a:t>you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story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John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E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dirty="0" err="1"/>
              <a:t>Wouldn’t</a:t>
            </a:r>
            <a:r>
              <a:rPr lang="es-ES" dirty="0"/>
              <a:t> </a:t>
            </a:r>
            <a:r>
              <a:rPr lang="es-ES" dirty="0" err="1"/>
              <a:t>it</a:t>
            </a:r>
            <a:r>
              <a:rPr lang="es-ES" dirty="0"/>
              <a:t> be </a:t>
            </a:r>
            <a:r>
              <a:rPr lang="es-ES" dirty="0" err="1"/>
              <a:t>great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John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have</a:t>
            </a:r>
            <a:r>
              <a:rPr lang="es-ES" dirty="0"/>
              <a:t> a suite </a:t>
            </a:r>
            <a:r>
              <a:rPr lang="es-ES" dirty="0" err="1"/>
              <a:t>of</a:t>
            </a:r>
            <a:r>
              <a:rPr lang="es-ES" dirty="0"/>
              <a:t> tolos </a:t>
            </a:r>
            <a:r>
              <a:rPr lang="es-ES" dirty="0" err="1"/>
              <a:t>that</a:t>
            </a:r>
            <a:r>
              <a:rPr lang="es-ES" dirty="0"/>
              <a:t> can </a:t>
            </a:r>
            <a:r>
              <a:rPr lang="es-ES" dirty="0" err="1"/>
              <a:t>aware</a:t>
            </a:r>
            <a:r>
              <a:rPr lang="es-ES" dirty="0"/>
              <a:t> </a:t>
            </a:r>
            <a:r>
              <a:rPr lang="es-ES" dirty="0" err="1"/>
              <a:t>him</a:t>
            </a:r>
            <a:r>
              <a:rPr lang="es-ES" dirty="0"/>
              <a:t> in </a:t>
            </a:r>
            <a:r>
              <a:rPr lang="es-ES" dirty="0" err="1"/>
              <a:t>advance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any</a:t>
            </a:r>
            <a:r>
              <a:rPr lang="es-ES" dirty="0"/>
              <a:t> </a:t>
            </a:r>
            <a:r>
              <a:rPr lang="es-ES" dirty="0" err="1"/>
              <a:t>errors</a:t>
            </a:r>
            <a:r>
              <a:rPr lang="es-ES" dirty="0"/>
              <a:t>, </a:t>
            </a:r>
            <a:r>
              <a:rPr lang="es-ES" dirty="0" err="1"/>
              <a:t>warnings</a:t>
            </a:r>
            <a:r>
              <a:rPr lang="es-ES" dirty="0"/>
              <a:t>, and so </a:t>
            </a:r>
            <a:r>
              <a:rPr lang="es-ES" dirty="0" err="1"/>
              <a:t>on</a:t>
            </a:r>
            <a:r>
              <a:rPr lang="es-ES" dirty="0"/>
              <a:t> so </a:t>
            </a:r>
            <a:r>
              <a:rPr lang="es-ES" dirty="0" err="1"/>
              <a:t>that</a:t>
            </a:r>
            <a:r>
              <a:rPr lang="es-ES" dirty="0"/>
              <a:t> he can </a:t>
            </a:r>
            <a:r>
              <a:rPr lang="es-ES" dirty="0" err="1"/>
              <a:t>minimize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amount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these</a:t>
            </a:r>
            <a:r>
              <a:rPr lang="es-ES" dirty="0"/>
              <a:t> </a:t>
            </a:r>
            <a:r>
              <a:rPr lang="es-ES" dirty="0" err="1"/>
              <a:t>problems</a:t>
            </a:r>
            <a:r>
              <a:rPr lang="es-ES" dirty="0"/>
              <a:t> in </a:t>
            </a:r>
            <a:r>
              <a:rPr lang="es-ES" dirty="0" err="1"/>
              <a:t>production</a:t>
            </a:r>
            <a:r>
              <a:rPr lang="es-ES" dirty="0"/>
              <a:t>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858603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E80C0-03EC-7943-AD24-E67035A148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8E15A39-E832-6A40-F327-FA25F115D8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7DCAD9C-A9A1-CABD-4F54-CC011090F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 i="0" u="none" strike="noStrike" dirty="0"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E1B36EF-BDBC-1285-1712-327319A4E1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923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A2F00-5FFC-6DB6-2CE8-A41F89018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26A4FA2-AD13-A457-AA94-F665CC91E8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599B84F-291C-05BC-2587-DECB545CD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lvl="0" indent="-171450">
              <a:buFontTx/>
              <a:buChar char="-"/>
            </a:pPr>
            <a:r>
              <a:rPr lang="es-ES_tradnl" dirty="0" err="1"/>
              <a:t>Pricings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endParaRPr lang="es-ES_tradnl" dirty="0"/>
          </a:p>
          <a:p>
            <a:pPr marL="171450" lvl="0" indent="-171450">
              <a:buFontTx/>
              <a:buChar char="-"/>
            </a:pPr>
            <a:endParaRPr lang="es-ES_tradnl" dirty="0"/>
          </a:p>
          <a:p>
            <a:pPr marL="171450" lvl="0" indent="-171450">
              <a:buFontTx/>
              <a:buChar char="-"/>
            </a:pPr>
            <a:r>
              <a:rPr lang="es-ES_tradnl" dirty="0" err="1"/>
              <a:t>Features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endParaRPr lang="es-ES_tradnl" dirty="0"/>
          </a:p>
          <a:p>
            <a:pPr marL="171450" lvl="0" indent="-171450">
              <a:buFontTx/>
              <a:buChar char="-"/>
            </a:pPr>
            <a:endParaRPr lang="es-ES_tradnl" dirty="0"/>
          </a:p>
          <a:p>
            <a:pPr marL="171450" lvl="0" indent="-171450">
              <a:buFontTx/>
              <a:buChar char="-"/>
            </a:pPr>
            <a:r>
              <a:rPr lang="es-ES_tradnl" dirty="0" err="1"/>
              <a:t>Plans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available</a:t>
            </a:r>
            <a:r>
              <a:rPr lang="es-ES_tradnl" dirty="0"/>
              <a:t> </a:t>
            </a:r>
            <a:r>
              <a:rPr lang="es-ES_tradnl" dirty="0" err="1"/>
              <a:t>by</a:t>
            </a:r>
            <a:r>
              <a:rPr lang="es-ES_tradnl" dirty="0"/>
              <a:t> </a:t>
            </a:r>
            <a:r>
              <a:rPr lang="es-ES_tradnl" dirty="0" err="1"/>
              <a:t>paying</a:t>
            </a:r>
            <a:r>
              <a:rPr lang="es-ES_tradnl" dirty="0"/>
              <a:t> a </a:t>
            </a:r>
            <a:r>
              <a:rPr lang="es-ES_tradnl" dirty="0" err="1"/>
              <a:t>certain</a:t>
            </a:r>
            <a:r>
              <a:rPr lang="es-ES_tradnl" dirty="0"/>
              <a:t> Price</a:t>
            </a:r>
          </a:p>
          <a:p>
            <a:pPr marL="171450" lvl="0" indent="-171450">
              <a:buFontTx/>
              <a:buChar char="-"/>
            </a:pPr>
            <a:endParaRPr lang="es-ES_tradnl" dirty="0"/>
          </a:p>
          <a:p>
            <a:pPr marL="171450" lvl="0" indent="-171450">
              <a:buFontTx/>
              <a:buChar char="-"/>
            </a:pP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strategic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endParaRPr lang="es-ES_tradnl" dirty="0"/>
          </a:p>
          <a:p>
            <a:pPr marL="171450" lvl="0" indent="-171450">
              <a:buFontTx/>
              <a:buChar char="-"/>
            </a:pPr>
            <a:endParaRPr lang="es-ES_tradnl" dirty="0"/>
          </a:p>
          <a:p>
            <a:pPr marL="171450" lvl="0" indent="-171450">
              <a:buFontTx/>
              <a:buChar char="-"/>
            </a:pPr>
            <a:r>
              <a:rPr lang="es-ES_tradnl" dirty="0" err="1"/>
              <a:t>Usuarlly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are </a:t>
            </a:r>
            <a:r>
              <a:rPr lang="es-ES_tradnl" dirty="0" err="1"/>
              <a:t>designed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needs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a </a:t>
            </a:r>
            <a:r>
              <a:rPr lang="es-ES_tradnl" dirty="0" err="1"/>
              <a:t>certain</a:t>
            </a:r>
            <a:r>
              <a:rPr lang="es-ES_tradnl" dirty="0"/>
              <a:t> </a:t>
            </a:r>
            <a:r>
              <a:rPr lang="es-ES_tradnl" dirty="0" err="1"/>
              <a:t>group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endParaRPr lang="es-ES_tradnl" dirty="0"/>
          </a:p>
          <a:p>
            <a:pPr marL="171450" lvl="0" indent="-171450">
              <a:buFontTx/>
              <a:buChar char="-"/>
            </a:pPr>
            <a:endParaRPr lang="es-ES_tradnl" dirty="0"/>
          </a:p>
          <a:p>
            <a:pPr marL="171450" lvl="0" indent="-171450">
              <a:buFontTx/>
              <a:buChar char="-"/>
            </a:pPr>
            <a:r>
              <a:rPr lang="es-ES_tradnl" dirty="0" err="1"/>
              <a:t>Add-ons</a:t>
            </a:r>
            <a:r>
              <a:rPr lang="es-ES_tradnl" dirty="0"/>
              <a:t> as </a:t>
            </a:r>
            <a:r>
              <a:rPr lang="es-ES_tradnl" dirty="0" err="1"/>
              <a:t>extensions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 </a:t>
            </a:r>
            <a:r>
              <a:rPr lang="es-ES_tradnl" dirty="0" err="1"/>
              <a:t>for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doesn’t</a:t>
            </a:r>
            <a:r>
              <a:rPr lang="es-ES_tradnl" dirty="0"/>
              <a:t> </a:t>
            </a:r>
            <a:r>
              <a:rPr lang="es-ES_tradnl" dirty="0" err="1"/>
              <a:t>exactly</a:t>
            </a:r>
            <a:r>
              <a:rPr lang="es-ES_tradnl" dirty="0"/>
              <a:t> match </a:t>
            </a:r>
            <a:r>
              <a:rPr lang="es-ES_tradnl" dirty="0" err="1"/>
              <a:t>any</a:t>
            </a:r>
            <a:r>
              <a:rPr lang="es-ES_tradnl" dirty="0"/>
              <a:t> </a:t>
            </a:r>
            <a:r>
              <a:rPr lang="es-ES_tradnl" dirty="0" err="1"/>
              <a:t>group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defined</a:t>
            </a:r>
            <a:r>
              <a:rPr lang="es-ES_tradnl" dirty="0"/>
              <a:t> </a:t>
            </a:r>
            <a:r>
              <a:rPr lang="es-ES_tradnl" dirty="0" err="1"/>
              <a:t>by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or</a:t>
            </a:r>
            <a:r>
              <a:rPr lang="es-ES_tradnl" dirty="0"/>
              <a:t> as a </a:t>
            </a:r>
            <a:r>
              <a:rPr lang="es-ES_tradnl" dirty="0" err="1"/>
              <a:t>way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extending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  <a:p>
            <a:pPr marL="0" lvl="0" indent="0">
              <a:buFont typeface="+mj-lt"/>
              <a:buNone/>
            </a:pPr>
            <a:endParaRPr lang="es-ES_tradnl" dirty="0"/>
          </a:p>
          <a:p>
            <a:pPr marL="0" lvl="0" indent="0">
              <a:buFont typeface="+mj-lt"/>
              <a:buNone/>
            </a:pPr>
            <a:r>
              <a:rPr lang="es-ES_tradnl" dirty="0" err="1"/>
              <a:t>Pricings</a:t>
            </a:r>
            <a:r>
              <a:rPr lang="es-ES_tradnl" dirty="0"/>
              <a:t> are </a:t>
            </a:r>
            <a:r>
              <a:rPr lang="es-ES_tradnl" dirty="0" err="1"/>
              <a:t>structures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a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a set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which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will</a:t>
            </a:r>
            <a:r>
              <a:rPr lang="es-ES_tradnl" dirty="0"/>
              <a:t> be </a:t>
            </a:r>
            <a:r>
              <a:rPr lang="es-ES_tradnl" dirty="0" err="1"/>
              <a:t>able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access</a:t>
            </a:r>
            <a:r>
              <a:rPr lang="es-ES_tradnl" dirty="0"/>
              <a:t>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pay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price</a:t>
            </a:r>
            <a:r>
              <a:rPr lang="es-ES_tradnl" dirty="0"/>
              <a:t>. </a:t>
            </a:r>
            <a:r>
              <a:rPr lang="es-ES_tradnl" dirty="0" err="1"/>
              <a:t>Moreover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on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forcing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upgrade</a:t>
            </a:r>
            <a:r>
              <a:rPr lang="es-ES_tradnl" dirty="0"/>
              <a:t> </a:t>
            </a:r>
            <a:r>
              <a:rPr lang="es-ES_tradnl" dirty="0" err="1"/>
              <a:t>their</a:t>
            </a:r>
            <a:r>
              <a:rPr lang="es-ES_tradnl" dirty="0"/>
              <a:t> plan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need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consume more </a:t>
            </a:r>
            <a:r>
              <a:rPr lang="es-ES_tradnl" dirty="0" err="1"/>
              <a:t>resources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F5A28A-9516-B05C-131D-99E8394F5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96647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3603B-B394-EFAB-ECB3-E5D4F15D6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2AD32FC-DD51-31C1-4E2F-10B5E6D0F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C6340F9-7843-0219-5E2E-43E4B61964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s-ES_tradnl" dirty="0" err="1"/>
              <a:t>Pricings</a:t>
            </a:r>
            <a:r>
              <a:rPr lang="es-ES_tradnl" dirty="0"/>
              <a:t> are </a:t>
            </a:r>
            <a:r>
              <a:rPr lang="es-ES_tradnl" dirty="0" err="1"/>
              <a:t>structures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a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a set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which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will</a:t>
            </a:r>
            <a:r>
              <a:rPr lang="es-ES_tradnl" dirty="0"/>
              <a:t> be </a:t>
            </a:r>
            <a:r>
              <a:rPr lang="es-ES_tradnl" dirty="0" err="1"/>
              <a:t>able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access</a:t>
            </a:r>
            <a:r>
              <a:rPr lang="es-ES_tradnl" dirty="0"/>
              <a:t>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pay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price</a:t>
            </a:r>
            <a:r>
              <a:rPr lang="es-ES_tradnl" dirty="0"/>
              <a:t>. </a:t>
            </a:r>
            <a:r>
              <a:rPr lang="es-ES_tradnl" dirty="0" err="1"/>
              <a:t>Moreover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on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forcing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upgrade</a:t>
            </a:r>
            <a:r>
              <a:rPr lang="es-ES_tradnl" dirty="0"/>
              <a:t> </a:t>
            </a:r>
            <a:r>
              <a:rPr lang="es-ES_tradnl" dirty="0" err="1"/>
              <a:t>their</a:t>
            </a:r>
            <a:r>
              <a:rPr lang="es-ES_tradnl" dirty="0"/>
              <a:t> plan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need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consume more </a:t>
            </a:r>
            <a:r>
              <a:rPr lang="es-ES_tradnl" dirty="0" err="1"/>
              <a:t>resources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841E952-05FF-FB27-2D2F-D09C6696E6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1283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94B99-C3CB-431F-F59F-71D206D47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9193486-69F2-9EB2-9FAD-4FFBC5A4CB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A330D2A-8173-7F73-5978-B853DAD5B2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s-ES_tradnl" dirty="0" err="1"/>
              <a:t>Pricings</a:t>
            </a:r>
            <a:r>
              <a:rPr lang="es-ES_tradnl" dirty="0"/>
              <a:t> are </a:t>
            </a:r>
            <a:r>
              <a:rPr lang="es-ES_tradnl" dirty="0" err="1"/>
              <a:t>structures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a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a set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which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will</a:t>
            </a:r>
            <a:r>
              <a:rPr lang="es-ES_tradnl" dirty="0"/>
              <a:t> be </a:t>
            </a:r>
            <a:r>
              <a:rPr lang="es-ES_tradnl" dirty="0" err="1"/>
              <a:t>able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access</a:t>
            </a:r>
            <a:r>
              <a:rPr lang="es-ES_tradnl" dirty="0"/>
              <a:t>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pay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price</a:t>
            </a:r>
            <a:r>
              <a:rPr lang="es-ES_tradnl" dirty="0"/>
              <a:t>. </a:t>
            </a:r>
            <a:r>
              <a:rPr lang="es-ES_tradnl" dirty="0" err="1"/>
              <a:t>Moreover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on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forcing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upgrade</a:t>
            </a:r>
            <a:r>
              <a:rPr lang="es-ES_tradnl" dirty="0"/>
              <a:t> </a:t>
            </a:r>
            <a:r>
              <a:rPr lang="es-ES_tradnl" dirty="0" err="1"/>
              <a:t>their</a:t>
            </a:r>
            <a:r>
              <a:rPr lang="es-ES_tradnl" dirty="0"/>
              <a:t> plan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need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consume more </a:t>
            </a:r>
            <a:r>
              <a:rPr lang="es-ES_tradnl" dirty="0" err="1"/>
              <a:t>resources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DD10CA-1305-FB53-6D5D-805DE189AC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49763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8C6031-175B-F429-7649-504B0F0AF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E391524-D448-1BBD-7DC1-73873A03B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B2D6D55-3A02-F721-6581-55265740F0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s-ES_tradnl" dirty="0" err="1"/>
              <a:t>Pricings</a:t>
            </a:r>
            <a:r>
              <a:rPr lang="es-ES_tradnl" dirty="0"/>
              <a:t> are </a:t>
            </a:r>
            <a:r>
              <a:rPr lang="es-ES_tradnl" dirty="0" err="1"/>
              <a:t>structures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a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a set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which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will</a:t>
            </a:r>
            <a:r>
              <a:rPr lang="es-ES_tradnl" dirty="0"/>
              <a:t> be </a:t>
            </a:r>
            <a:r>
              <a:rPr lang="es-ES_tradnl" dirty="0" err="1"/>
              <a:t>able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access</a:t>
            </a:r>
            <a:r>
              <a:rPr lang="es-ES_tradnl" dirty="0"/>
              <a:t>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pay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price</a:t>
            </a:r>
            <a:r>
              <a:rPr lang="es-ES_tradnl" dirty="0"/>
              <a:t>. </a:t>
            </a:r>
            <a:r>
              <a:rPr lang="es-ES_tradnl" dirty="0" err="1"/>
              <a:t>Moreover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on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forcing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upgrade</a:t>
            </a:r>
            <a:r>
              <a:rPr lang="es-ES_tradnl" dirty="0"/>
              <a:t> </a:t>
            </a:r>
            <a:r>
              <a:rPr lang="es-ES_tradnl" dirty="0" err="1"/>
              <a:t>their</a:t>
            </a:r>
            <a:r>
              <a:rPr lang="es-ES_tradnl" dirty="0"/>
              <a:t> plan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need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consume more </a:t>
            </a:r>
            <a:r>
              <a:rPr lang="es-ES_tradnl" dirty="0" err="1"/>
              <a:t>resources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F56AE30-9DCE-E8BC-C852-E8D810641A2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8175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025A5-32CB-E30F-CBF8-C8207C132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3890A0-F5AB-92C9-78F8-493FA5B40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5B63275-F617-9C1C-261F-B4D806DBFC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s-ES_tradnl" dirty="0" err="1"/>
              <a:t>Pricings</a:t>
            </a:r>
            <a:r>
              <a:rPr lang="es-ES_tradnl" dirty="0"/>
              <a:t> are </a:t>
            </a:r>
            <a:r>
              <a:rPr lang="es-ES_tradnl" dirty="0" err="1"/>
              <a:t>structures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include</a:t>
            </a:r>
            <a:r>
              <a:rPr lang="es-ES_tradnl" dirty="0"/>
              <a:t> a </a:t>
            </a:r>
            <a:r>
              <a:rPr lang="es-ES_tradnl" dirty="0" err="1"/>
              <a:t>list</a:t>
            </a:r>
            <a:r>
              <a:rPr lang="es-ES_tradnl" dirty="0"/>
              <a:t>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that</a:t>
            </a:r>
            <a:r>
              <a:rPr lang="es-ES_tradnl" dirty="0"/>
              <a:t> are </a:t>
            </a:r>
            <a:r>
              <a:rPr lang="es-ES_tradnl" dirty="0" err="1"/>
              <a:t>distributed</a:t>
            </a:r>
            <a:r>
              <a:rPr lang="es-ES_tradnl" dirty="0"/>
              <a:t> </a:t>
            </a:r>
            <a:r>
              <a:rPr lang="es-ES_tradnl" dirty="0" err="1"/>
              <a:t>among</a:t>
            </a:r>
            <a:r>
              <a:rPr lang="es-ES_tradnl" dirty="0"/>
              <a:t> a set </a:t>
            </a:r>
            <a:r>
              <a:rPr lang="es-ES_tradnl" dirty="0" err="1"/>
              <a:t>of</a:t>
            </a:r>
            <a:r>
              <a:rPr lang="es-ES_tradnl" dirty="0"/>
              <a:t> </a:t>
            </a:r>
            <a:r>
              <a:rPr lang="es-ES_tradnl" dirty="0" err="1"/>
              <a:t>plans</a:t>
            </a:r>
            <a:r>
              <a:rPr lang="es-ES_tradnl" dirty="0"/>
              <a:t>, </a:t>
            </a:r>
            <a:r>
              <a:rPr lang="es-ES_tradnl" dirty="0" err="1"/>
              <a:t>which</a:t>
            </a:r>
            <a:r>
              <a:rPr lang="es-ES_tradnl" dirty="0"/>
              <a:t> determine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subset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 </a:t>
            </a:r>
            <a:r>
              <a:rPr lang="es-ES_tradnl" dirty="0" err="1"/>
              <a:t>that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will</a:t>
            </a:r>
            <a:r>
              <a:rPr lang="es-ES_tradnl" dirty="0"/>
              <a:t> be </a:t>
            </a:r>
            <a:r>
              <a:rPr lang="es-ES_tradnl" dirty="0" err="1"/>
              <a:t>able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access</a:t>
            </a:r>
            <a:r>
              <a:rPr lang="es-ES_tradnl" dirty="0"/>
              <a:t>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commit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pay</a:t>
            </a:r>
            <a:r>
              <a:rPr lang="es-ES_tradnl" dirty="0"/>
              <a:t> </a:t>
            </a:r>
            <a:r>
              <a:rPr lang="es-ES_tradnl" dirty="0" err="1"/>
              <a:t>the</a:t>
            </a:r>
            <a:r>
              <a:rPr lang="es-ES_tradnl" dirty="0"/>
              <a:t> </a:t>
            </a:r>
            <a:r>
              <a:rPr lang="es-ES_tradnl" dirty="0" err="1"/>
              <a:t>price</a:t>
            </a:r>
            <a:r>
              <a:rPr lang="es-ES_tradnl" dirty="0"/>
              <a:t>. </a:t>
            </a:r>
            <a:r>
              <a:rPr lang="es-ES_tradnl" dirty="0" err="1"/>
              <a:t>Moreover</a:t>
            </a:r>
            <a:r>
              <a:rPr lang="es-ES_tradnl" dirty="0"/>
              <a:t>, </a:t>
            </a:r>
            <a:r>
              <a:rPr lang="es-ES_tradnl" dirty="0" err="1"/>
              <a:t>plans</a:t>
            </a:r>
            <a:r>
              <a:rPr lang="es-ES_tradnl" dirty="0"/>
              <a:t> can </a:t>
            </a:r>
            <a:r>
              <a:rPr lang="es-ES_tradnl" dirty="0" err="1"/>
              <a:t>also</a:t>
            </a:r>
            <a:r>
              <a:rPr lang="es-ES_tradnl" dirty="0"/>
              <a:t> </a:t>
            </a:r>
            <a:r>
              <a:rPr lang="es-ES_tradnl" dirty="0" err="1"/>
              <a:t>impose</a:t>
            </a:r>
            <a:r>
              <a:rPr lang="es-ES_tradnl" dirty="0"/>
              <a:t> </a:t>
            </a:r>
            <a:r>
              <a:rPr lang="es-ES_tradnl" dirty="0" err="1"/>
              <a:t>strict</a:t>
            </a:r>
            <a:r>
              <a:rPr lang="es-ES_tradnl" dirty="0"/>
              <a:t> </a:t>
            </a:r>
            <a:r>
              <a:rPr lang="es-ES_tradnl" dirty="0" err="1"/>
              <a:t>or</a:t>
            </a:r>
            <a:r>
              <a:rPr lang="es-ES_tradnl" dirty="0"/>
              <a:t> </a:t>
            </a:r>
            <a:r>
              <a:rPr lang="es-ES_tradnl" dirty="0" err="1"/>
              <a:t>relaxed</a:t>
            </a:r>
            <a:r>
              <a:rPr lang="es-ES_tradnl" dirty="0"/>
              <a:t> </a:t>
            </a:r>
            <a:r>
              <a:rPr lang="es-ES_tradnl" dirty="0" err="1"/>
              <a:t>usage</a:t>
            </a:r>
            <a:r>
              <a:rPr lang="es-ES_tradnl" dirty="0"/>
              <a:t> </a:t>
            </a:r>
            <a:r>
              <a:rPr lang="es-ES_tradnl" dirty="0" err="1"/>
              <a:t>limits</a:t>
            </a:r>
            <a:r>
              <a:rPr lang="es-ES_tradnl" dirty="0"/>
              <a:t> </a:t>
            </a:r>
            <a:r>
              <a:rPr lang="es-ES_tradnl" dirty="0" err="1"/>
              <a:t>on</a:t>
            </a:r>
            <a:r>
              <a:rPr lang="es-ES_tradnl" dirty="0"/>
              <a:t> </a:t>
            </a:r>
            <a:r>
              <a:rPr lang="es-ES_tradnl" dirty="0" err="1"/>
              <a:t>some</a:t>
            </a:r>
            <a:r>
              <a:rPr lang="es-ES_tradnl" dirty="0"/>
              <a:t> </a:t>
            </a:r>
            <a:r>
              <a:rPr lang="es-ES_tradnl" dirty="0" err="1"/>
              <a:t>features</a:t>
            </a:r>
            <a:r>
              <a:rPr lang="es-ES_tradnl" dirty="0"/>
              <a:t>, </a:t>
            </a:r>
            <a:r>
              <a:rPr lang="es-ES_tradnl" dirty="0" err="1"/>
              <a:t>forcing</a:t>
            </a:r>
            <a:r>
              <a:rPr lang="es-ES_tradnl" dirty="0"/>
              <a:t> </a:t>
            </a:r>
            <a:r>
              <a:rPr lang="es-ES_tradnl" dirty="0" err="1"/>
              <a:t>users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</a:t>
            </a:r>
            <a:r>
              <a:rPr lang="es-ES_tradnl" dirty="0" err="1"/>
              <a:t>upgrade</a:t>
            </a:r>
            <a:r>
              <a:rPr lang="es-ES_tradnl" dirty="0"/>
              <a:t> </a:t>
            </a:r>
            <a:r>
              <a:rPr lang="es-ES_tradnl" dirty="0" err="1"/>
              <a:t>their</a:t>
            </a:r>
            <a:r>
              <a:rPr lang="es-ES_tradnl" dirty="0"/>
              <a:t> plan </a:t>
            </a:r>
            <a:r>
              <a:rPr lang="es-ES_tradnl" dirty="0" err="1"/>
              <a:t>if</a:t>
            </a:r>
            <a:r>
              <a:rPr lang="es-ES_tradnl" dirty="0"/>
              <a:t> </a:t>
            </a:r>
            <a:r>
              <a:rPr lang="es-ES_tradnl" dirty="0" err="1"/>
              <a:t>they</a:t>
            </a:r>
            <a:r>
              <a:rPr lang="es-ES_tradnl" dirty="0"/>
              <a:t> </a:t>
            </a:r>
            <a:r>
              <a:rPr lang="es-ES_tradnl" dirty="0" err="1"/>
              <a:t>need</a:t>
            </a:r>
            <a:r>
              <a:rPr lang="es-ES_tradnl" dirty="0"/>
              <a:t> </a:t>
            </a:r>
            <a:r>
              <a:rPr lang="es-ES_tradnl" dirty="0" err="1"/>
              <a:t>to</a:t>
            </a:r>
            <a:r>
              <a:rPr lang="es-ES_tradnl" dirty="0"/>
              <a:t> consume more </a:t>
            </a:r>
            <a:r>
              <a:rPr lang="es-ES_tradnl" dirty="0" err="1"/>
              <a:t>resources</a:t>
            </a:r>
            <a:r>
              <a:rPr lang="es-ES_tradnl" dirty="0"/>
              <a:t>.</a:t>
            </a:r>
          </a:p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43CA096-99CE-EEE6-97FE-36A8994B23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62445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09D51E-93CC-5311-5342-B57AC40CC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19FFFE8-8055-30EC-C92F-D649A06C7C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105948F-63A4-0335-6991-B060E6ADE1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BC100A-50D5-A740-95C9-23742271A4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54145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2687E-919E-FAF6-213E-E49A9D257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FA775B5-E864-6CE5-1BEA-13BDA4CEF1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9AC1842-4499-B7DD-4A24-E80168076F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Font typeface="+mj-lt"/>
              <a:buNone/>
            </a:pPr>
            <a:r>
              <a:rPr lang="es-ES_tradnl" dirty="0"/>
              <a:t>El </a:t>
            </a:r>
            <a:r>
              <a:rPr lang="es-ES_tradnl" dirty="0" err="1"/>
              <a:t>pricing</a:t>
            </a:r>
            <a:r>
              <a:rPr lang="es-ES_tradnl" dirty="0"/>
              <a:t> es una forma compacta de representar el espacio de configuración del SaaS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B9D741-24EE-F154-F691-5422103AD7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93021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Todos conocemos el ciclo DevOps original. Sin embargo, para sistemas SaaS que ofrecen planes de precios, éste se vuelve ineficiente y error-prone.</a:t>
            </a:r>
          </a:p>
          <a:p>
            <a:endParaRPr lang="es-E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would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say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tell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becomes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very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unefficient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applied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SaaS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integrated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?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494911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04E98-FDC3-3DC4-FA06-C88A686EA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528867DE-DC49-3B18-9FFC-8730E248DE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710A398-8095-7E5A-A6CE-82478FB875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¿Por qué?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Porque incluso si el proveedor no desarrolla nuevas funcionalidades, cualquier cambio en el plan de precios —como restringir una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en un plan existente o introducir un nuevo plan— activa un nuevo ciclo completo de DevOps.</a:t>
            </a:r>
          </a:p>
          <a:p>
            <a:endParaRPr lang="es-E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BB6F496-0F1B-93FF-5C57-A4E691381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30501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650E0-5586-89DC-FCDF-A7D752F16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E68647B-A849-012B-69D7-176D68A5CA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8A45933-04ED-024D-2F10-37EA7714BA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1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¿Por qué?</a:t>
            </a:r>
            <a:r>
              <a:rPr lang="es-E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Porque incluso si el proveedor no desarrolla nuevas funcionalidades, cualquier cambio en el plan de precios —como restringir una feature en un plan existente o introducir un nuevo plan— activa un nuevo ciclo completo de DevOps.</a:t>
            </a:r>
          </a:p>
          <a:p>
            <a:endParaRPr lang="es-E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1E91BC1-0141-393D-F9B9-F55F35150E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95673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29C3FD-0661-B4B2-AB56-E3E7367072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2982478-9437-EE1B-43F8-02CFC4C4D1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69F6211-E979-5CCC-A64C-7AB43D4EDD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este contexto, proponemos en la tesis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pricing-driven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un ciclo alternativo al original que gestiona este tipo de eventos de forma mucho más eficiente y directa, gracias a que considera tanto los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servicio –así como las subscripciones de los usuarios del mismo– como elementos de primer nivel dentro del sistema.</a:t>
            </a:r>
          </a:p>
          <a:p>
            <a:endParaRPr lang="es-ES_tradn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vemos, en esta aproximación las fases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y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se sustituyen por la fase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toggle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ya que no es necesario modificar el código del servicio para aplicar los cambios provocados por el evento. Además, la fase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desaparece, ya que las modificaciones se aplican en caliente, sin necesidad de redesplegar el sistema</a:t>
            </a:r>
            <a:r>
              <a:rPr lang="es-E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s-E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_tradn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 embargo, como es de esperar, lograr este resultado no es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tribial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(Aquí exponemos los 5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pricing-driven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a qué fases afecta):</a:t>
            </a: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4F1072-DDDA-666F-46B0-1864E18DB6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51255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2AC6D-8794-1F8C-BE76-6CCDA4F86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99BA806-D9E2-8CF6-3269-C29A8A5C75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244B4D8-ED3F-C1CC-F6D0-2348ED4A20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este contexto, proponemos en la tesis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pricing-driven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un ciclo alternativo al original que gestiona este tipo de eventos de forma mucho más eficiente y directa, gracias a que considera tanto los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servicio –así como las subscripciones de los usuarios del mismo– como elementos de primer nivel dentro del sistema.</a:t>
            </a:r>
          </a:p>
          <a:p>
            <a:endParaRPr lang="es-ES_tradn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vemos, en esta aproximación las fases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y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se sustituyen por la fase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toggle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ya que no es necesario modificar el código del servicio para aplicar los cambios provocados por el evento. Además, la fase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desaparece, ya que las modificaciones se aplican en caliente, sin necesidad de redesplegar el sistema</a:t>
            </a:r>
            <a:r>
              <a:rPr lang="es-E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s-E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_tradn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 embargo, como es de esperar, lograr este resultado no es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tribial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(Aquí exponemos los 5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pricing-driven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a qué fases afecta):</a:t>
            </a: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1713F1-A495-E2B2-F49D-E5CDA365F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8348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C0FDCB-CF07-C976-3302-CF0A307EE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25D3A4E-B90F-8720-2A38-E53D9AE6F6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AE656D8-6685-C524-FDAF-1D9AAFE3A0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este contexto, proponemos en la tesis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pricing-driven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un ciclo alternativo al original que gestiona este tipo de eventos de forma mucho más eficiente y directa, gracias a que considera tanto los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servicio –así como las subscripciones de los usuarios del mismo– como elementos de primer nivel dentro del sistema.</a:t>
            </a:r>
          </a:p>
          <a:p>
            <a:endParaRPr lang="es-ES_tradn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vemos, en esta aproximación las fases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y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se sustituyen por la fase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toggle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ya que no es necesario modificar el código del servicio para aplicar los cambios provocados por el evento. Además, la fase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desaparece, ya que las modificaciones se aplican en caliente, sin necesidad de redesplegar el sistema</a:t>
            </a:r>
            <a:r>
              <a:rPr lang="es-E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s-E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_tradn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 embargo, como es de esperar, lograr este resultado no es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tribial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(Aquí exponemos los 5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pricing-driven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a qué fases afecta):</a:t>
            </a: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41CA68C-4ED7-8209-E82E-04B383F623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1512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AD210-A364-61BC-DFD1-DE4C66504C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6B1E190-10D5-6323-E0C9-D65A12F43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D106D15-C841-79F7-0018-30E36BE0FE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 este contexto, proponemos en la tesis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pricing-driven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un ciclo alternativo al original que gestiona este tipo de eventos de forma mucho más eficiente y directa, gracias a que considera tanto los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servicio –así como las subscripciones de los usuarios del mismo– como elementos de primer nivel dentro del sistema.</a:t>
            </a:r>
          </a:p>
          <a:p>
            <a:endParaRPr lang="es-ES_tradn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Como vemos, en esta aproximación las fases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y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build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se sustituyen por la fase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toggle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ya que no es necesario modificar el código del servicio para aplicar los cambios provocados por el evento. Además, la fase “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deploy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desaparece, ya que las modificaciones se aplican en caliente, sin necesidad de redesplegar el sistema</a:t>
            </a:r>
            <a:r>
              <a:rPr lang="es-ES" sz="14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s-ES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_tradnl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Sin embargo, como es de esperar, lograr este resultado no es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tribial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(Aquí exponemos los 5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del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pricing-driven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a qué fases afecta):</a:t>
            </a: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DFD12B4-EED2-555A-6859-CF66F859BF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19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28362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&amp;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Subscription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Modeling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Dado que los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las subscripciones son los elementos esenciales que rigen este ciclo de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pricing-driven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devops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–o más específicamente sus versiones orientadas a la máquina (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iPricings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iSubscriptions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)–, este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challenge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aborda el desafío de crear un lenguaje lo suficientemente expresivo como para poder representar los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cualquier dominio, así como sus subscripciones.</a:t>
            </a:r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689020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8DA60-5AAD-FC77-F82B-03BDA2006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12C2528-CCFD-ED15-9A13-0AE6E44C3B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3CEE721-EDCC-4B66-DAFB-81CEC2783A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Design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Methodologies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Se enmarca en la fase “plan”, e incluye todas aquellas contribuciones orientadas a definir metodologías para diseñar planes de precios que maximicen el valor percibido de cada configuración del sistema, con el objetivo de reducir las 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dummy</a:t>
            </a:r>
            <a:r>
              <a:rPr lang="es-ES" sz="1200" b="0" i="1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b="0" i="1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configurations</a:t>
            </a:r>
            <a:r>
              <a:rPr lang="es-E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—es decir, aquellas combinaciones poco atractivas o irrelevantes para los usuarios.</a:t>
            </a:r>
          </a:p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D14D3C6-82A6-F1ED-A48B-3EB3A2893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903544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3DA48-0E7D-BA8B-3317-F6BA1A92C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D2D3B4-A284-8042-55F2-4EC0F147F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A8B9F48-34B2-92EE-06CC-2C6A9F002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 i="0" u="none" strike="noStrike" dirty="0"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F4DD858-C9DB-ACA9-F648-A8DFB830B3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23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751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8d22d139c2_0_1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8d22d139c2_0_1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F3903ED4-0D94-A881-AD75-D0C12A922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8d22d139c2_0_1257:notes">
            <a:extLst>
              <a:ext uri="{FF2B5EF4-FFF2-40B4-BE49-F238E27FC236}">
                <a16:creationId xmlns:a16="http://schemas.microsoft.com/office/drawing/2014/main" id="{F24C862E-D6AF-97BF-FD55-917528945D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8d22d139c2_0_1257:notes">
            <a:extLst>
              <a:ext uri="{FF2B5EF4-FFF2-40B4-BE49-F238E27FC236}">
                <a16:creationId xmlns:a16="http://schemas.microsoft.com/office/drawing/2014/main" id="{C89B0C2A-942E-95B6-9B4D-C8026A7F35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50076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Esta resolución de dependencias y exclusiones es interesante ….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76298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E4A47-D0FA-EE8F-2365-BE1C07E64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529417E-F022-2406-6F2B-B93CCAE024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B46AB5F-ECCA-1D0F-40DD-CF2C9BF9BE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Esta resolución de dependencias y exclusiones es interesante ….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5DB699-6F5D-3098-9533-10DE021DE1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93190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2C3D0-435D-CC09-68BF-90FDC2C782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2B2F254-CDC7-C33C-4BC4-69D2131849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6A79F7E-302C-7488-6025-9D18753710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Esta resolución de dependencias y exclusiones es interesante ….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83535E-6B1C-2CAA-D3D4-FB75F8E120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33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15921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A42EB33A-21EE-20DB-27C8-788B54A38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8d22d139c2_0_1257:notes">
            <a:extLst>
              <a:ext uri="{FF2B5EF4-FFF2-40B4-BE49-F238E27FC236}">
                <a16:creationId xmlns:a16="http://schemas.microsoft.com/office/drawing/2014/main" id="{4F6EC13B-2D94-BC6F-FD32-424D35431A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8d22d139c2_0_1257:notes">
            <a:extLst>
              <a:ext uri="{FF2B5EF4-FFF2-40B4-BE49-F238E27FC236}">
                <a16:creationId xmlns:a16="http://schemas.microsoft.com/office/drawing/2014/main" id="{10E89AB1-2B42-8A62-B2FD-8AE2173E24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85400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>
          <a:extLst>
            <a:ext uri="{FF2B5EF4-FFF2-40B4-BE49-F238E27FC236}">
              <a16:creationId xmlns:a16="http://schemas.microsoft.com/office/drawing/2014/main" id="{18D8155A-55AB-8B0A-BA79-15D537425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8d22d139c2_0_1257:notes">
            <a:extLst>
              <a:ext uri="{FF2B5EF4-FFF2-40B4-BE49-F238E27FC236}">
                <a16:creationId xmlns:a16="http://schemas.microsoft.com/office/drawing/2014/main" id="{AF2B16E5-1A58-38E2-F31B-63081EFABF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8d22d139c2_0_1257:notes">
            <a:extLst>
              <a:ext uri="{FF2B5EF4-FFF2-40B4-BE49-F238E27FC236}">
                <a16:creationId xmlns:a16="http://schemas.microsoft.com/office/drawing/2014/main" id="{0E7670FD-6618-1208-0C2F-D3A07E177C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91598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B423B-5C08-CCF6-283A-24753CCF5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4B4C60FC-D2C2-8811-A841-8D818D6D8F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3B372C0-1B93-74F1-2ACB-F6B730BC6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 i="0" u="none" strike="noStrike" dirty="0"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FC61542-FB5B-8F42-025F-08641213DD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59917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6CF5B-8F67-F3B9-8E73-CAF317ED7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5051D73-E280-94CD-B8A6-5706CB233A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5B75E11-CDC3-F0C5-687D-E9E2A8E673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2A98F3E-7190-C9B4-566E-50CF50A1B0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68597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83A88-592A-6FB6-233D-5D4F25E0E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BEE452B9-C447-4655-355F-DE3EB6310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AB380C-5282-1137-F9B2-EA6559090E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0839342-5395-716B-79A4-19A843FD5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23860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seven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undetected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inconsistencies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involve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cases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beyond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scope</a:t>
            </a:r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work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open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opportunities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future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research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instance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our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solution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does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currently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scenarios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plan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subsumed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i.e.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plan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offers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same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features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usage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another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but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at a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different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more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expensive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plan</a:t>
            </a: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provides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inferior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usage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limits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compared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cheaper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Additionally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detecting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“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dead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elements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within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pricings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add-ons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cannot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contracted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due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conflicting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dependencies</a:t>
            </a:r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availability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across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plans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—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remains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unaddressed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These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types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validations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novel</a:t>
            </a: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operations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and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constraints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were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within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domain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of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study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leaving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them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</a:t>
            </a:r>
          </a:p>
          <a:p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promising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directions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further</a:t>
            </a:r>
            <a:r>
              <a:rPr lang="es-E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s-E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exploration</a:t>
            </a:r>
            <a:endParaRPr lang="es-E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49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874138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EC2BB5-26C6-84A7-A3D2-E7D61F159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F392F57-5CFF-A9C2-304A-F79F831106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681620F-0959-6547-973A-DC432C3DD8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 i="0" u="none" strike="noStrike" dirty="0"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1424C12-60B7-4333-9068-A715D8729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50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123341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A6883-9C8D-07AF-8C82-1864B56C9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70844C1-B479-9157-0352-AC25BB394C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F33D3C7-29DF-DCAB-B0C5-14201176D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 i="0" u="none" strike="noStrike" dirty="0"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42DCD8-2305-7B62-ECE3-6877BD77B0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51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70632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B5C1B-267F-62B0-286A-445875B482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1AC854C-27F4-A501-FCF0-82844BDB18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9A194E5-94F6-2FF5-B022-9537F5B079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 i="0" u="none" strike="noStrike" dirty="0"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09E4CC-8413-B0A7-E371-98CFD2BF2C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52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1108557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FFC992-BD10-6CD5-0C1E-61F8BA7EF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5496691-CDF0-3FC2-48C6-1423D7129C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DFAB215C-CD4A-857A-E2ED-49CD03E93E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 i="0" u="none" strike="noStrike" dirty="0"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3FC1F0C-6185-E393-A50D-D0D623D24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53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227847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2600A-55EE-D7EC-5205-FC7D351F9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F16481D-033D-FF99-2608-D592B16AA1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E63FF8F-3563-D47E-8A4B-213F0294B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 i="0" u="none" strike="noStrike" dirty="0"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4BE2454-9076-90B9-16A1-4DBF8549EC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54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126757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52A65-3490-6D6B-1433-01045AB37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BD09212-EDC7-C49E-31EA-339CD4580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B9D0B4F6-DB39-E618-81F7-597AC8CB0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0" i="0" u="none" strike="noStrike" dirty="0">
              <a:solidFill>
                <a:srgbClr val="212121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772A023-705D-9DAD-8622-DD15CE3D22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DB20BF-CB95-4761-9F17-69DD67B5745F}" type="slidenum">
              <a:rPr lang="es-ES" smtClean="0"/>
              <a:t>55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1527447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ES" i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3305465-97E6-8943-A113-9FD1622A26BD}" type="slidenum">
              <a:rPr kumimoji="0" lang="en-E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E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332010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16/6/25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16/6/25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16/6/25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16/6/25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2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7.png"/><Relationship Id="rId3" Type="http://schemas.openxmlformats.org/officeDocument/2006/relationships/image" Target="../media/image25.png"/><Relationship Id="rId7" Type="http://schemas.openxmlformats.org/officeDocument/2006/relationships/image" Target="../media/image19.png"/><Relationship Id="rId12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5" Type="http://schemas.openxmlformats.org/officeDocument/2006/relationships/image" Target="../media/image29.pn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18.png"/><Relationship Id="rId1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6.png"/><Relationship Id="rId3" Type="http://schemas.openxmlformats.org/officeDocument/2006/relationships/image" Target="../media/image25.png"/><Relationship Id="rId7" Type="http://schemas.openxmlformats.org/officeDocument/2006/relationships/image" Target="../media/image19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5" Type="http://schemas.openxmlformats.org/officeDocument/2006/relationships/image" Target="../media/image29.pn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18.png"/><Relationship Id="rId1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6.png"/><Relationship Id="rId18" Type="http://schemas.openxmlformats.org/officeDocument/2006/relationships/image" Target="../media/image32.png"/><Relationship Id="rId3" Type="http://schemas.openxmlformats.org/officeDocument/2006/relationships/image" Target="../media/image25.png"/><Relationship Id="rId7" Type="http://schemas.openxmlformats.org/officeDocument/2006/relationships/image" Target="../media/image19.png"/><Relationship Id="rId12" Type="http://schemas.openxmlformats.org/officeDocument/2006/relationships/image" Target="../media/image28.png"/><Relationship Id="rId17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4.png"/><Relationship Id="rId5" Type="http://schemas.openxmlformats.org/officeDocument/2006/relationships/image" Target="../media/image21.png"/><Relationship Id="rId15" Type="http://schemas.openxmlformats.org/officeDocument/2006/relationships/image" Target="../media/image29.png"/><Relationship Id="rId10" Type="http://schemas.openxmlformats.org/officeDocument/2006/relationships/image" Target="../media/image23.png"/><Relationship Id="rId4" Type="http://schemas.openxmlformats.org/officeDocument/2006/relationships/image" Target="../media/image20.png"/><Relationship Id="rId9" Type="http://schemas.openxmlformats.org/officeDocument/2006/relationships/image" Target="../media/image18.png"/><Relationship Id="rId1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7.png"/><Relationship Id="rId18" Type="http://schemas.openxmlformats.org/officeDocument/2006/relationships/image" Target="../media/image31.png"/><Relationship Id="rId3" Type="http://schemas.openxmlformats.org/officeDocument/2006/relationships/image" Target="../media/image29.png"/><Relationship Id="rId21" Type="http://schemas.openxmlformats.org/officeDocument/2006/relationships/image" Target="../media/image35.png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33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5" Type="http://schemas.openxmlformats.org/officeDocument/2006/relationships/image" Target="../media/image27.png"/><Relationship Id="rId10" Type="http://schemas.openxmlformats.org/officeDocument/2006/relationships/image" Target="../media/image19.png"/><Relationship Id="rId19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Relationship Id="rId1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17.png"/><Relationship Id="rId18" Type="http://schemas.openxmlformats.org/officeDocument/2006/relationships/image" Target="../media/image31.png"/><Relationship Id="rId3" Type="http://schemas.openxmlformats.org/officeDocument/2006/relationships/image" Target="../media/image29.png"/><Relationship Id="rId7" Type="http://schemas.openxmlformats.org/officeDocument/2006/relationships/image" Target="../media/image22.png"/><Relationship Id="rId12" Type="http://schemas.openxmlformats.org/officeDocument/2006/relationships/image" Target="../media/image26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33.png"/><Relationship Id="rId20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23.png"/><Relationship Id="rId5" Type="http://schemas.openxmlformats.org/officeDocument/2006/relationships/image" Target="../media/image20.png"/><Relationship Id="rId15" Type="http://schemas.openxmlformats.org/officeDocument/2006/relationships/image" Target="../media/image27.png"/><Relationship Id="rId10" Type="http://schemas.openxmlformats.org/officeDocument/2006/relationships/image" Target="../media/image19.png"/><Relationship Id="rId19" Type="http://schemas.openxmlformats.org/officeDocument/2006/relationships/image" Target="../media/image32.png"/><Relationship Id="rId4" Type="http://schemas.openxmlformats.org/officeDocument/2006/relationships/image" Target="../media/image25.png"/><Relationship Id="rId9" Type="http://schemas.openxmlformats.org/officeDocument/2006/relationships/image" Target="../media/image28.png"/><Relationship Id="rId1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49.png"/><Relationship Id="rId18" Type="http://schemas.openxmlformats.org/officeDocument/2006/relationships/image" Target="../media/image5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5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Relationship Id="rId14" Type="http://schemas.openxmlformats.org/officeDocument/2006/relationships/image" Target="../media/image50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49.png"/><Relationship Id="rId18" Type="http://schemas.openxmlformats.org/officeDocument/2006/relationships/image" Target="../media/image5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5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svg"/><Relationship Id="rId19" Type="http://schemas.openxmlformats.org/officeDocument/2006/relationships/image" Target="../media/image55.png"/><Relationship Id="rId4" Type="http://schemas.openxmlformats.org/officeDocument/2006/relationships/image" Target="../media/image40.svg"/><Relationship Id="rId9" Type="http://schemas.openxmlformats.org/officeDocument/2006/relationships/image" Target="../media/image45.png"/><Relationship Id="rId14" Type="http://schemas.openxmlformats.org/officeDocument/2006/relationships/image" Target="../media/image50.sv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49.png"/><Relationship Id="rId18" Type="http://schemas.openxmlformats.org/officeDocument/2006/relationships/image" Target="../media/image5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5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svg"/><Relationship Id="rId19" Type="http://schemas.openxmlformats.org/officeDocument/2006/relationships/image" Target="../media/image55.png"/><Relationship Id="rId4" Type="http://schemas.openxmlformats.org/officeDocument/2006/relationships/image" Target="../media/image40.svg"/><Relationship Id="rId9" Type="http://schemas.openxmlformats.org/officeDocument/2006/relationships/image" Target="../media/image45.png"/><Relationship Id="rId14" Type="http://schemas.openxmlformats.org/officeDocument/2006/relationships/image" Target="../media/image50.sv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49.png"/><Relationship Id="rId18" Type="http://schemas.openxmlformats.org/officeDocument/2006/relationships/image" Target="../media/image54.svg"/><Relationship Id="rId3" Type="http://schemas.openxmlformats.org/officeDocument/2006/relationships/image" Target="../media/image39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52.sv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svg"/><Relationship Id="rId19" Type="http://schemas.openxmlformats.org/officeDocument/2006/relationships/image" Target="../media/image37.png"/><Relationship Id="rId4" Type="http://schemas.openxmlformats.org/officeDocument/2006/relationships/image" Target="../media/image40.svg"/><Relationship Id="rId9" Type="http://schemas.openxmlformats.org/officeDocument/2006/relationships/image" Target="../media/image45.png"/><Relationship Id="rId14" Type="http://schemas.openxmlformats.org/officeDocument/2006/relationships/image" Target="../media/image50.sv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49.png"/><Relationship Id="rId18" Type="http://schemas.openxmlformats.org/officeDocument/2006/relationships/image" Target="../media/image54.sv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5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svg"/><Relationship Id="rId4" Type="http://schemas.openxmlformats.org/officeDocument/2006/relationships/image" Target="../media/image40.svg"/><Relationship Id="rId9" Type="http://schemas.openxmlformats.org/officeDocument/2006/relationships/image" Target="../media/image45.png"/><Relationship Id="rId14" Type="http://schemas.openxmlformats.org/officeDocument/2006/relationships/image" Target="../media/image50.sv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13" Type="http://schemas.openxmlformats.org/officeDocument/2006/relationships/image" Target="../media/image49.png"/><Relationship Id="rId18" Type="http://schemas.openxmlformats.org/officeDocument/2006/relationships/image" Target="../media/image54.svg"/><Relationship Id="rId3" Type="http://schemas.openxmlformats.org/officeDocument/2006/relationships/image" Target="../media/image39.png"/><Relationship Id="rId21" Type="http://schemas.openxmlformats.org/officeDocument/2006/relationships/image" Target="../media/image59.png"/><Relationship Id="rId7" Type="http://schemas.openxmlformats.org/officeDocument/2006/relationships/image" Target="../media/image43.png"/><Relationship Id="rId12" Type="http://schemas.openxmlformats.org/officeDocument/2006/relationships/image" Target="../media/image48.svg"/><Relationship Id="rId17" Type="http://schemas.openxmlformats.org/officeDocument/2006/relationships/image" Target="../media/image53.png"/><Relationship Id="rId25" Type="http://schemas.openxmlformats.org/officeDocument/2006/relationships/image" Target="../media/image63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52.svg"/><Relationship Id="rId20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svg"/><Relationship Id="rId11" Type="http://schemas.openxmlformats.org/officeDocument/2006/relationships/image" Target="../media/image47.png"/><Relationship Id="rId24" Type="http://schemas.openxmlformats.org/officeDocument/2006/relationships/image" Target="../media/image62.sv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23" Type="http://schemas.openxmlformats.org/officeDocument/2006/relationships/image" Target="../media/image61.png"/><Relationship Id="rId10" Type="http://schemas.openxmlformats.org/officeDocument/2006/relationships/image" Target="../media/image46.svg"/><Relationship Id="rId19" Type="http://schemas.openxmlformats.org/officeDocument/2006/relationships/image" Target="../media/image58.png"/><Relationship Id="rId4" Type="http://schemas.openxmlformats.org/officeDocument/2006/relationships/image" Target="../media/image40.svg"/><Relationship Id="rId9" Type="http://schemas.openxmlformats.org/officeDocument/2006/relationships/image" Target="../media/image45.png"/><Relationship Id="rId14" Type="http://schemas.openxmlformats.org/officeDocument/2006/relationships/image" Target="../media/image50.svg"/><Relationship Id="rId22" Type="http://schemas.openxmlformats.org/officeDocument/2006/relationships/image" Target="../media/image60.sv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svg"/><Relationship Id="rId3" Type="http://schemas.openxmlformats.org/officeDocument/2006/relationships/image" Target="../media/image40.svg"/><Relationship Id="rId7" Type="http://schemas.openxmlformats.org/officeDocument/2006/relationships/image" Target="../media/image44.svg"/><Relationship Id="rId12" Type="http://schemas.openxmlformats.org/officeDocument/2006/relationships/image" Target="../media/image49.png"/><Relationship Id="rId17" Type="http://schemas.openxmlformats.org/officeDocument/2006/relationships/image" Target="../media/image54.svg"/><Relationship Id="rId2" Type="http://schemas.openxmlformats.org/officeDocument/2006/relationships/image" Target="../media/image39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svg"/><Relationship Id="rId5" Type="http://schemas.openxmlformats.org/officeDocument/2006/relationships/image" Target="../media/image42.svg"/><Relationship Id="rId15" Type="http://schemas.openxmlformats.org/officeDocument/2006/relationships/image" Target="../media/image52.sv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svg"/><Relationship Id="rId1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notesSlide" Target="../notesSlides/notesSlide20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4.png"/><Relationship Id="rId4" Type="http://schemas.openxmlformats.org/officeDocument/2006/relationships/image" Target="../media/image70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3.png"/><Relationship Id="rId5" Type="http://schemas.openxmlformats.org/officeDocument/2006/relationships/image" Target="../media/image74.png"/><Relationship Id="rId4" Type="http://schemas.openxmlformats.org/officeDocument/2006/relationships/image" Target="../media/image7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sv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3" Type="http://schemas.openxmlformats.org/officeDocument/2006/relationships/image" Target="../media/image76.png"/><Relationship Id="rId7" Type="http://schemas.openxmlformats.org/officeDocument/2006/relationships/image" Target="../media/image8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svg"/><Relationship Id="rId5" Type="http://schemas.openxmlformats.org/officeDocument/2006/relationships/image" Target="../media/image78.png"/><Relationship Id="rId4" Type="http://schemas.openxmlformats.org/officeDocument/2006/relationships/image" Target="../media/image77.sv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5.sv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notesSlide" Target="../notesSlides/notesSlide28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sv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9.svg"/><Relationship Id="rId4" Type="http://schemas.openxmlformats.org/officeDocument/2006/relationships/image" Target="../media/image88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11" Type="http://schemas.openxmlformats.org/officeDocument/2006/relationships/image" Target="../media/image98.svg"/><Relationship Id="rId5" Type="http://schemas.openxmlformats.org/officeDocument/2006/relationships/image" Target="../media/image92.png"/><Relationship Id="rId10" Type="http://schemas.openxmlformats.org/officeDocument/2006/relationships/image" Target="../media/image97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3" Type="http://schemas.openxmlformats.org/officeDocument/2006/relationships/image" Target="../media/image66.png"/><Relationship Id="rId7" Type="http://schemas.openxmlformats.org/officeDocument/2006/relationships/image" Target="../media/image100.png"/><Relationship Id="rId12" Type="http://schemas.openxmlformats.org/officeDocument/2006/relationships/image" Target="../media/image72.sv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image" Target="../media/image71.png"/><Relationship Id="rId5" Type="http://schemas.openxmlformats.org/officeDocument/2006/relationships/image" Target="../media/image18.png"/><Relationship Id="rId10" Type="http://schemas.openxmlformats.org/officeDocument/2006/relationships/image" Target="../media/image101.png"/><Relationship Id="rId4" Type="http://schemas.openxmlformats.org/officeDocument/2006/relationships/image" Target="../media/image67.png"/><Relationship Id="rId9" Type="http://schemas.openxmlformats.org/officeDocument/2006/relationships/image" Target="../media/image7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102.png"/><Relationship Id="rId18" Type="http://schemas.openxmlformats.org/officeDocument/2006/relationships/image" Target="../media/image106.png"/><Relationship Id="rId3" Type="http://schemas.openxmlformats.org/officeDocument/2006/relationships/image" Target="../media/image66.png"/><Relationship Id="rId21" Type="http://schemas.openxmlformats.org/officeDocument/2006/relationships/image" Target="../media/image109.svg"/><Relationship Id="rId7" Type="http://schemas.openxmlformats.org/officeDocument/2006/relationships/image" Target="../media/image100.png"/><Relationship Id="rId12" Type="http://schemas.openxmlformats.org/officeDocument/2006/relationships/image" Target="../media/image72.svg"/><Relationship Id="rId17" Type="http://schemas.openxmlformats.org/officeDocument/2006/relationships/image" Target="../media/image83.png"/><Relationship Id="rId2" Type="http://schemas.openxmlformats.org/officeDocument/2006/relationships/image" Target="../media/image65.png"/><Relationship Id="rId16" Type="http://schemas.openxmlformats.org/officeDocument/2006/relationships/image" Target="../media/image105.svg"/><Relationship Id="rId20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9.png"/><Relationship Id="rId11" Type="http://schemas.openxmlformats.org/officeDocument/2006/relationships/image" Target="../media/image71.png"/><Relationship Id="rId5" Type="http://schemas.openxmlformats.org/officeDocument/2006/relationships/image" Target="../media/image18.png"/><Relationship Id="rId15" Type="http://schemas.openxmlformats.org/officeDocument/2006/relationships/image" Target="../media/image104.png"/><Relationship Id="rId10" Type="http://schemas.openxmlformats.org/officeDocument/2006/relationships/image" Target="../media/image101.png"/><Relationship Id="rId19" Type="http://schemas.openxmlformats.org/officeDocument/2006/relationships/image" Target="../media/image107.svg"/><Relationship Id="rId4" Type="http://schemas.openxmlformats.org/officeDocument/2006/relationships/image" Target="../media/image67.png"/><Relationship Id="rId9" Type="http://schemas.openxmlformats.org/officeDocument/2006/relationships/image" Target="../media/image70.png"/><Relationship Id="rId14" Type="http://schemas.openxmlformats.org/officeDocument/2006/relationships/image" Target="../media/image103.sv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106.png"/><Relationship Id="rId7" Type="http://schemas.openxmlformats.org/officeDocument/2006/relationships/image" Target="../media/image10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107.svg"/><Relationship Id="rId9" Type="http://schemas.openxmlformats.org/officeDocument/2006/relationships/image" Target="../media/image72.sv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15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3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4" Type="http://schemas.openxmlformats.org/officeDocument/2006/relationships/image" Target="../media/image11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Relationship Id="rId4" Type="http://schemas.openxmlformats.org/officeDocument/2006/relationships/image" Target="../media/image11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Relationship Id="rId4" Type="http://schemas.openxmlformats.org/officeDocument/2006/relationships/image" Target="../media/image11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8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Relationship Id="rId4" Type="http://schemas.openxmlformats.org/officeDocument/2006/relationships/image" Target="../media/image113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7" Type="http://schemas.openxmlformats.org/officeDocument/2006/relationships/image" Target="../media/image117.sv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62893-5429-73A6-4EF3-D0E310A4E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8CB137-A91A-B6E9-90A3-DB4F01DED0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Automated Analysis of Pricings in SaaS-based Information Systems</a:t>
            </a:r>
            <a:endParaRPr lang="en-US" sz="3000" b="1" noProof="0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F7B072-9F9E-AD41-2223-0B6346BFF1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16" y="3300197"/>
            <a:ext cx="12189884" cy="2334764"/>
          </a:xfrm>
        </p:spPr>
        <p:txBody>
          <a:bodyPr>
            <a:noAutofit/>
          </a:bodyPr>
          <a:lstStyle/>
          <a:p>
            <a:r>
              <a:rPr lang="en-US" u="sng" noProof="0" dirty="0">
                <a:latin typeface="Calibri" panose="020F0502020204030204" pitchFamily="34" charset="0"/>
                <a:cs typeface="Calibri" panose="020F0502020204030204" pitchFamily="34" charset="0"/>
              </a:rPr>
              <a:t>Alejandro García-Fernández</a:t>
            </a:r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, José Antonio Parejo, Pablo Trinidad, Antonio Ruiz-Cortés</a:t>
            </a:r>
          </a:p>
          <a:p>
            <a:endParaRPr lang="en-US" sz="1000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en-US" sz="1000" b="0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Universidad de Sevilla, Seville, Spain</a:t>
            </a:r>
            <a:endParaRPr lang="en-US" sz="2000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FBEAA6-B8FB-0D90-C276-AE9500A1AA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16" y="5554025"/>
            <a:ext cx="12189884" cy="560388"/>
          </a:xfrm>
        </p:spPr>
        <p:txBody>
          <a:bodyPr/>
          <a:lstStyle/>
          <a:p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CAISE’25</a:t>
            </a:r>
          </a:p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June 20</a:t>
            </a:r>
            <a:r>
              <a:rPr lang="en-US" baseline="300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</a:t>
            </a:r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2025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5116AA5-EE64-D12B-E2EA-C58CA2A5257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4" b="38296"/>
          <a:stretch/>
        </p:blipFill>
        <p:spPr>
          <a:xfrm>
            <a:off x="3916753" y="246971"/>
            <a:ext cx="4358494" cy="85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803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3CAF8FE9-CA9A-D700-342F-3B75D6099D17}"/>
              </a:ext>
            </a:extLst>
          </p:cNvPr>
          <p:cNvGrpSpPr/>
          <p:nvPr/>
        </p:nvGrpSpPr>
        <p:grpSpPr>
          <a:xfrm>
            <a:off x="1" y="7093"/>
            <a:ext cx="3870000" cy="6850907"/>
            <a:chOff x="1" y="7093"/>
            <a:chExt cx="3870000" cy="6850907"/>
          </a:xfrm>
        </p:grpSpPr>
        <p:pic>
          <p:nvPicPr>
            <p:cNvPr id="7" name="Imagen 6">
              <a:extLst>
                <a:ext uri="{FF2B5EF4-FFF2-40B4-BE49-F238E27FC236}">
                  <a16:creationId xmlns:a16="http://schemas.microsoft.com/office/drawing/2014/main" id="{C37E1957-B43B-82DA-E859-72B2CCFB655A}"/>
                </a:ext>
              </a:extLst>
            </p:cNvPr>
            <p:cNvPicPr>
              <a:picLocks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" y="7093"/>
              <a:ext cx="3870000" cy="6850907"/>
            </a:xfrm>
            <a:prstGeom prst="rect">
              <a:avLst/>
            </a:prstGeom>
          </p:spPr>
        </p:pic>
        <p:sp>
          <p:nvSpPr>
            <p:cNvPr id="27" name="Elipse 26">
              <a:extLst>
                <a:ext uri="{FF2B5EF4-FFF2-40B4-BE49-F238E27FC236}">
                  <a16:creationId xmlns:a16="http://schemas.microsoft.com/office/drawing/2014/main" id="{1B21DBA2-1771-53D7-EBF7-88F444C68A0A}"/>
                </a:ext>
              </a:extLst>
            </p:cNvPr>
            <p:cNvSpPr/>
            <p:nvPr/>
          </p:nvSpPr>
          <p:spPr>
            <a:xfrm>
              <a:off x="3371835" y="6276091"/>
              <a:ext cx="461914" cy="468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10213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rgbClr val="102130"/>
                  </a:solidFill>
                </a:rPr>
                <a:t>1</a:t>
              </a:r>
            </a:p>
          </p:txBody>
        </p:sp>
      </p:grpSp>
      <p:grpSp>
        <p:nvGrpSpPr>
          <p:cNvPr id="6" name="Grupo 5">
            <a:extLst>
              <a:ext uri="{FF2B5EF4-FFF2-40B4-BE49-F238E27FC236}">
                <a16:creationId xmlns:a16="http://schemas.microsoft.com/office/drawing/2014/main" id="{E74CFD4C-9F5C-9373-F593-0BA3879C0C5B}"/>
              </a:ext>
            </a:extLst>
          </p:cNvPr>
          <p:cNvGrpSpPr/>
          <p:nvPr/>
        </p:nvGrpSpPr>
        <p:grpSpPr>
          <a:xfrm>
            <a:off x="3886907" y="0"/>
            <a:ext cx="4415281" cy="3429000"/>
            <a:chOff x="3886907" y="0"/>
            <a:chExt cx="4415281" cy="3429000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A22D024C-F856-AA2E-D524-60084633C74E}"/>
                </a:ext>
              </a:extLst>
            </p:cNvPr>
            <p:cNvGrpSpPr/>
            <p:nvPr/>
          </p:nvGrpSpPr>
          <p:grpSpPr>
            <a:xfrm>
              <a:off x="3886907" y="0"/>
              <a:ext cx="4415281" cy="3429000"/>
              <a:chOff x="4441411" y="0"/>
              <a:chExt cx="4415281" cy="3335462"/>
            </a:xfrm>
          </p:grpSpPr>
          <p:pic>
            <p:nvPicPr>
              <p:cNvPr id="11" name="Imagen 10">
                <a:extLst>
                  <a:ext uri="{FF2B5EF4-FFF2-40B4-BE49-F238E27FC236}">
                    <a16:creationId xmlns:a16="http://schemas.microsoft.com/office/drawing/2014/main" id="{58984934-D7C3-71C9-F52C-ED8241E95F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41411" y="0"/>
                <a:ext cx="4415281" cy="3335462"/>
              </a:xfrm>
              <a:prstGeom prst="rect">
                <a:avLst/>
              </a:prstGeom>
            </p:spPr>
          </p:pic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id="{4600523D-0183-B44A-E76B-DCF57E0D85A9}"/>
                  </a:ext>
                </a:extLst>
              </p:cNvPr>
              <p:cNvSpPr/>
              <p:nvPr/>
            </p:nvSpPr>
            <p:spPr>
              <a:xfrm>
                <a:off x="5581650" y="2019300"/>
                <a:ext cx="454025" cy="193675"/>
              </a:xfrm>
              <a:prstGeom prst="rect">
                <a:avLst/>
              </a:prstGeom>
              <a:solidFill>
                <a:srgbClr val="F4E1C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3" name="Imagen 12" descr="Imagen que contiene vajilla, plato, dibujo, taza&#10;&#10;El contenido generado por IA puede ser incorrecto.">
                <a:extLst>
                  <a:ext uri="{FF2B5EF4-FFF2-40B4-BE49-F238E27FC236}">
                    <a16:creationId xmlns:a16="http://schemas.microsoft.com/office/drawing/2014/main" id="{19398E5D-6D42-91B8-4512-6F9DC4A452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153151" y="2032664"/>
                <a:ext cx="454026" cy="172114"/>
              </a:xfrm>
              <a:prstGeom prst="rect">
                <a:avLst/>
              </a:prstGeom>
            </p:spPr>
          </p:pic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D174B13B-AB74-5DBD-1F80-4D601CA2B5C1}"/>
                  </a:ext>
                </a:extLst>
              </p:cNvPr>
              <p:cNvSpPr/>
              <p:nvPr/>
            </p:nvSpPr>
            <p:spPr>
              <a:xfrm>
                <a:off x="5808662" y="2032665"/>
                <a:ext cx="344489" cy="373986"/>
              </a:xfrm>
              <a:prstGeom prst="rect">
                <a:avLst/>
              </a:prstGeom>
              <a:solidFill>
                <a:srgbClr val="F4E1C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5" name="Imagen 14" descr="Imagen que contiene artículos&#10;&#10;El contenido generado por IA puede ser incorrecto.">
                <a:extLst>
                  <a:ext uri="{FF2B5EF4-FFF2-40B4-BE49-F238E27FC236}">
                    <a16:creationId xmlns:a16="http://schemas.microsoft.com/office/drawing/2014/main" id="{05A88B26-39B4-D73A-836A-CC2E4490C4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508213" y="1455789"/>
                <a:ext cx="554991" cy="586297"/>
              </a:xfrm>
              <a:prstGeom prst="rect">
                <a:avLst/>
              </a:prstGeom>
            </p:spPr>
          </p:pic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id="{A4D985BC-4341-B052-33E9-2915D0DB6982}"/>
                  </a:ext>
                </a:extLst>
              </p:cNvPr>
              <p:cNvSpPr txBox="1"/>
              <p:nvPr/>
            </p:nvSpPr>
            <p:spPr>
              <a:xfrm>
                <a:off x="5512208" y="1993026"/>
                <a:ext cx="56778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100" noProof="0" dirty="0">
                    <a:solidFill>
                      <a:srgbClr val="102130"/>
                    </a:solidFill>
                    <a:latin typeface="Abadi" panose="020F0502020204030204" pitchFamily="34" charset="0"/>
                    <a:cs typeface="Abadi" panose="020F0502020204030204" pitchFamily="34" charset="0"/>
                  </a:rPr>
                  <a:t>Teams</a:t>
                </a:r>
                <a:endParaRPr lang="en-US" sz="1000" noProof="0" dirty="0">
                  <a:solidFill>
                    <a:srgbClr val="102130"/>
                  </a:solidFill>
                  <a:latin typeface="Abadi" panose="020F0502020204030204" pitchFamily="34" charset="0"/>
                  <a:cs typeface="Abadi" panose="020F0502020204030204" pitchFamily="34" charset="0"/>
                </a:endParaRPr>
              </a:p>
            </p:txBody>
          </p:sp>
          <p:sp>
            <p:nvSpPr>
              <p:cNvPr id="17" name="Rectángulo 16">
                <a:extLst>
                  <a:ext uri="{FF2B5EF4-FFF2-40B4-BE49-F238E27FC236}">
                    <a16:creationId xmlns:a16="http://schemas.microsoft.com/office/drawing/2014/main" id="{F3838FC7-C060-7A81-A996-CEB049A69393}"/>
                  </a:ext>
                </a:extLst>
              </p:cNvPr>
              <p:cNvSpPr/>
              <p:nvPr/>
            </p:nvSpPr>
            <p:spPr>
              <a:xfrm>
                <a:off x="7321550" y="1558925"/>
                <a:ext cx="381000" cy="377825"/>
              </a:xfrm>
              <a:prstGeom prst="rect">
                <a:avLst/>
              </a:prstGeom>
              <a:solidFill>
                <a:srgbClr val="5B959D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pic>
            <p:nvPicPr>
              <p:cNvPr id="18" name="Gráfico 17">
                <a:extLst>
                  <a:ext uri="{FF2B5EF4-FFF2-40B4-BE49-F238E27FC236}">
                    <a16:creationId xmlns:a16="http://schemas.microsoft.com/office/drawing/2014/main" id="{EE99D6CA-B570-E9F7-029F-FDD9726CEE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7321550" y="1558925"/>
                <a:ext cx="377825" cy="377825"/>
              </a:xfrm>
              <a:prstGeom prst="rect">
                <a:avLst/>
              </a:prstGeom>
            </p:spPr>
          </p:pic>
        </p:grpSp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E37E5EF8-3A82-D7C3-9254-E836745AA2D0}"/>
                </a:ext>
              </a:extLst>
            </p:cNvPr>
            <p:cNvSpPr/>
            <p:nvPr/>
          </p:nvSpPr>
          <p:spPr>
            <a:xfrm>
              <a:off x="7796066" y="2858903"/>
              <a:ext cx="461914" cy="468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10213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rgbClr val="102130"/>
                  </a:solidFill>
                </a:rPr>
                <a:t>2</a:t>
              </a:r>
            </a:p>
          </p:txBody>
        </p:sp>
      </p:grpSp>
      <p:grpSp>
        <p:nvGrpSpPr>
          <p:cNvPr id="4" name="Grupo 3">
            <a:extLst>
              <a:ext uri="{FF2B5EF4-FFF2-40B4-BE49-F238E27FC236}">
                <a16:creationId xmlns:a16="http://schemas.microsoft.com/office/drawing/2014/main" id="{8FE14B9E-826F-970D-76AB-8B2F20424A4E}"/>
              </a:ext>
            </a:extLst>
          </p:cNvPr>
          <p:cNvGrpSpPr/>
          <p:nvPr/>
        </p:nvGrpSpPr>
        <p:grpSpPr>
          <a:xfrm>
            <a:off x="3890043" y="3423601"/>
            <a:ext cx="4422048" cy="3423095"/>
            <a:chOff x="3871671" y="3424789"/>
            <a:chExt cx="4422048" cy="3423095"/>
          </a:xfrm>
        </p:grpSpPr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B05949D2-44D1-C611-5CCE-9CA6D73CF560}"/>
                </a:ext>
              </a:extLst>
            </p:cNvPr>
            <p:cNvPicPr>
              <a:picLocks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871671" y="3424789"/>
              <a:ext cx="4422048" cy="3423095"/>
            </a:xfrm>
            <a:prstGeom prst="rect">
              <a:avLst/>
            </a:prstGeom>
          </p:spPr>
        </p:pic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15F9B702-D745-FB07-10FA-F43629D8AF5C}"/>
                </a:ext>
              </a:extLst>
            </p:cNvPr>
            <p:cNvSpPr/>
            <p:nvPr/>
          </p:nvSpPr>
          <p:spPr>
            <a:xfrm>
              <a:off x="7796066" y="6294469"/>
              <a:ext cx="461914" cy="468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10213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rgbClr val="102130"/>
                  </a:solidFill>
                </a:rPr>
                <a:t>3</a:t>
              </a:r>
            </a:p>
          </p:txBody>
        </p:sp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FE1CF3FF-F81B-D275-EA63-FC86A8BCB6D4}"/>
              </a:ext>
            </a:extLst>
          </p:cNvPr>
          <p:cNvGrpSpPr/>
          <p:nvPr/>
        </p:nvGrpSpPr>
        <p:grpSpPr>
          <a:xfrm>
            <a:off x="8322000" y="10118"/>
            <a:ext cx="3870000" cy="6847882"/>
            <a:chOff x="8322163" y="2"/>
            <a:chExt cx="3870000" cy="6847882"/>
          </a:xfrm>
        </p:grpSpPr>
        <p:pic>
          <p:nvPicPr>
            <p:cNvPr id="22" name="Imagen 21" descr="Imagen de la pantalla de un video juego&#10;&#10;El contenido generado por IA puede ser incorrecto.">
              <a:extLst>
                <a:ext uri="{FF2B5EF4-FFF2-40B4-BE49-F238E27FC236}">
                  <a16:creationId xmlns:a16="http://schemas.microsoft.com/office/drawing/2014/main" id="{A4544149-5C13-13C0-86D2-F6743D694E6D}"/>
                </a:ext>
              </a:extLst>
            </p:cNvPr>
            <p:cNvPicPr>
              <a:picLocks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8322163" y="2"/>
              <a:ext cx="3870000" cy="6847882"/>
            </a:xfrm>
            <a:prstGeom prst="rect">
              <a:avLst/>
            </a:prstGeom>
          </p:spPr>
        </p:pic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3DFFF833-3E4B-F51F-A623-69725489248F}"/>
                </a:ext>
              </a:extLst>
            </p:cNvPr>
            <p:cNvSpPr/>
            <p:nvPr/>
          </p:nvSpPr>
          <p:spPr>
            <a:xfrm>
              <a:off x="11682936" y="6276093"/>
              <a:ext cx="461914" cy="468000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rgbClr val="10213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rgbClr val="102130"/>
                  </a:solidFill>
                </a:rPr>
                <a:t>4</a:t>
              </a:r>
            </a:p>
          </p:txBody>
        </p:sp>
      </p:grp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730632E3-CD66-A201-2F51-8081614B90FC}"/>
              </a:ext>
            </a:extLst>
          </p:cNvPr>
          <p:cNvCxnSpPr>
            <a:cxnSpLocks/>
          </p:cNvCxnSpPr>
          <p:nvPr/>
        </p:nvCxnSpPr>
        <p:spPr>
          <a:xfrm flipH="1">
            <a:off x="3870001" y="0"/>
            <a:ext cx="7954" cy="68580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E1412E61-E27E-A101-C981-8B3B89FFAFF3}"/>
              </a:ext>
            </a:extLst>
          </p:cNvPr>
          <p:cNvCxnSpPr>
            <a:cxnSpLocks/>
          </p:cNvCxnSpPr>
          <p:nvPr/>
        </p:nvCxnSpPr>
        <p:spPr>
          <a:xfrm>
            <a:off x="8302185" y="6290"/>
            <a:ext cx="0" cy="68517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EE2D487C-0F80-18CE-E09C-AA11E8B0E48A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870001" y="3424789"/>
            <a:ext cx="4432184" cy="775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60613366-F319-B505-6CBB-BC367C74DCAA}"/>
              </a:ext>
            </a:extLst>
          </p:cNvPr>
          <p:cNvCxnSpPr>
            <a:cxnSpLocks/>
          </p:cNvCxnSpPr>
          <p:nvPr/>
        </p:nvCxnSpPr>
        <p:spPr>
          <a:xfrm>
            <a:off x="8302185" y="7093"/>
            <a:ext cx="0" cy="341650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4472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60803-6FFE-F541-5179-AE5FBC289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2B8F85F9-DAE3-9827-F295-CFDF28C5CEAB}"/>
              </a:ext>
            </a:extLst>
          </p:cNvPr>
          <p:cNvSpPr/>
          <p:nvPr/>
        </p:nvSpPr>
        <p:spPr>
          <a:xfrm>
            <a:off x="-5029200" y="-751840"/>
            <a:ext cx="8514080" cy="8361680"/>
          </a:xfrm>
          <a:prstGeom prst="ellipse">
            <a:avLst/>
          </a:prstGeom>
          <a:noFill/>
          <a:ln w="762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234D7B1-D5B3-B208-50CE-54A9A578DAC1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1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2131A59E-E5D5-3974-7FE7-EF74FFB0BA1A}"/>
              </a:ext>
            </a:extLst>
          </p:cNvPr>
          <p:cNvSpPr/>
          <p:nvPr/>
        </p:nvSpPr>
        <p:spPr>
          <a:xfrm>
            <a:off x="2944880" y="198324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2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623DC4F9-1E88-4E65-6133-2BAE1757C96D}"/>
              </a:ext>
            </a:extLst>
          </p:cNvPr>
          <p:cNvSpPr/>
          <p:nvPr/>
        </p:nvSpPr>
        <p:spPr>
          <a:xfrm>
            <a:off x="2944880" y="393421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3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49C78FC5-3212-67AD-B8BB-50D17617AAB9}"/>
              </a:ext>
            </a:extLst>
          </p:cNvPr>
          <p:cNvSpPr/>
          <p:nvPr/>
        </p:nvSpPr>
        <p:spPr>
          <a:xfrm>
            <a:off x="2134880" y="561061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4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1C8F6377-2EF8-3F1B-4866-BF2E3515DA02}"/>
              </a:ext>
            </a:extLst>
          </p:cNvPr>
          <p:cNvGrpSpPr/>
          <p:nvPr/>
        </p:nvGrpSpPr>
        <p:grpSpPr>
          <a:xfrm>
            <a:off x="3484880" y="258580"/>
            <a:ext cx="7191760" cy="1080000"/>
            <a:chOff x="3484880" y="258580"/>
            <a:chExt cx="7191760" cy="1080000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B64600DE-7BDC-2E22-CAA7-7A7A655A638B}"/>
                </a:ext>
              </a:extLst>
            </p:cNvPr>
            <p:cNvSpPr/>
            <p:nvPr/>
          </p:nvSpPr>
          <p:spPr>
            <a:xfrm>
              <a:off x="3484880" y="25858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INTRODUCTION</a:t>
              </a:r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781489CA-A19F-CC67-E008-74F6CA7D1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2967" y="356263"/>
              <a:ext cx="831665" cy="831665"/>
            </a:xfrm>
            <a:prstGeom prst="rect">
              <a:avLst/>
            </a:prstGeom>
          </p:spPr>
        </p:pic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C8A96187-A3FB-607C-5ABD-F9DE6C08C598}"/>
              </a:ext>
            </a:extLst>
          </p:cNvPr>
          <p:cNvGrpSpPr/>
          <p:nvPr/>
        </p:nvGrpSpPr>
        <p:grpSpPr>
          <a:xfrm>
            <a:off x="4338320" y="1983240"/>
            <a:ext cx="7191760" cy="1080000"/>
            <a:chOff x="4338320" y="1983240"/>
            <a:chExt cx="7191760" cy="1080000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2DDC3E6F-62D4-3A4B-DD15-A54E05A14AD7}"/>
                </a:ext>
              </a:extLst>
            </p:cNvPr>
            <p:cNvSpPr/>
            <p:nvPr/>
          </p:nvSpPr>
          <p:spPr>
            <a:xfrm>
              <a:off x="4338320" y="198324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PROPOSAL</a:t>
              </a:r>
              <a:endParaRPr lang="en-US" sz="4000" noProof="0" dirty="0"/>
            </a:p>
          </p:txBody>
        </p:sp>
        <p:pic>
          <p:nvPicPr>
            <p:cNvPr id="20" name="Imagen 8">
              <a:extLst>
                <a:ext uri="{FF2B5EF4-FFF2-40B4-BE49-F238E27FC236}">
                  <a16:creationId xmlns:a16="http://schemas.microsoft.com/office/drawing/2014/main" id="{B7F674C7-B48B-6E06-F13B-2E1FE960695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878097" y="2107407"/>
              <a:ext cx="831665" cy="831665"/>
            </a:xfrm>
            <a:prstGeom prst="rect">
              <a:avLst/>
            </a:prstGeom>
          </p:spPr>
        </p:pic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7FB75BA7-C5DA-352E-3F6D-FC18AC3A81F4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rgbClr val="C00000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chemeClr val="bg1"/>
                </a:solidFill>
              </a:rPr>
              <a:t>1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5472B0DC-DF73-9742-9DD7-EFDCC41B0FFE}"/>
              </a:ext>
            </a:extLst>
          </p:cNvPr>
          <p:cNvGrpSpPr/>
          <p:nvPr/>
        </p:nvGrpSpPr>
        <p:grpSpPr>
          <a:xfrm>
            <a:off x="3484880" y="5610610"/>
            <a:ext cx="7191760" cy="1080000"/>
            <a:chOff x="3484880" y="5610610"/>
            <a:chExt cx="7191760" cy="1080000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FA6DD4AB-E793-BB33-A009-C1AE211CA90B}"/>
                </a:ext>
              </a:extLst>
            </p:cNvPr>
            <p:cNvSpPr/>
            <p:nvPr/>
          </p:nvSpPr>
          <p:spPr>
            <a:xfrm>
              <a:off x="3484880" y="56106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CONCLUSIONS</a:t>
              </a:r>
              <a:endParaRPr lang="en-US" sz="4000" noProof="0" dirty="0"/>
            </a:p>
          </p:txBody>
        </p:sp>
        <p:pic>
          <p:nvPicPr>
            <p:cNvPr id="2" name="Imagen 8">
              <a:extLst>
                <a:ext uri="{FF2B5EF4-FFF2-40B4-BE49-F238E27FC236}">
                  <a16:creationId xmlns:a16="http://schemas.microsoft.com/office/drawing/2014/main" id="{B0B7AE70-0540-DBAC-7B14-109BB58AFB0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30641" y="5742931"/>
              <a:ext cx="815357" cy="815357"/>
            </a:xfrm>
            <a:prstGeom prst="rect">
              <a:avLst/>
            </a:prstGeom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59634385-1E72-9BE1-9848-BBDB4604A90E}"/>
              </a:ext>
            </a:extLst>
          </p:cNvPr>
          <p:cNvGrpSpPr/>
          <p:nvPr/>
        </p:nvGrpSpPr>
        <p:grpSpPr>
          <a:xfrm>
            <a:off x="4338320" y="3934210"/>
            <a:ext cx="7191760" cy="1080000"/>
            <a:chOff x="4338320" y="3934210"/>
            <a:chExt cx="7191760" cy="1080000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8C65A13D-A5A7-52BC-CE25-86CE855F5F17}"/>
                </a:ext>
              </a:extLst>
            </p:cNvPr>
            <p:cNvSpPr/>
            <p:nvPr/>
          </p:nvSpPr>
          <p:spPr>
            <a:xfrm>
              <a:off x="4338320" y="39342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EVALUATION</a:t>
              </a:r>
              <a:endParaRPr lang="en-US" noProof="0" dirty="0"/>
            </a:p>
          </p:txBody>
        </p:sp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BA3D3B83-6C10-ED9F-21F6-A9EE2F8A419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990743" y="4082559"/>
              <a:ext cx="783301" cy="783301"/>
            </a:xfrm>
            <a:prstGeom prst="rect">
              <a:avLst/>
            </a:prstGeom>
          </p:spPr>
        </p:pic>
      </p:grp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BF47116-99DE-61C7-F049-7D3A083C0FFA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26148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  <p:bldP spid="27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29E2C-C4D3-64DE-540A-93219D8E2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>
            <a:extLst>
              <a:ext uri="{FF2B5EF4-FFF2-40B4-BE49-F238E27FC236}">
                <a16:creationId xmlns:a16="http://schemas.microsoft.com/office/drawing/2014/main" id="{99DB3E04-9069-D842-3A73-78FBC31FD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0795" y="2622379"/>
            <a:ext cx="1104572" cy="1104572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1E1714D-34CC-1531-3E5F-512DD00C00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2634" y="1706967"/>
            <a:ext cx="1095406" cy="1095406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CB1B057E-D7FC-9116-4CF1-9EEE4AC463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930" y="3365947"/>
            <a:ext cx="1104585" cy="110458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C06548FA-296D-C1E1-6A4A-E6F9A6880C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3551" y="5432870"/>
            <a:ext cx="1104585" cy="1104585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725045C9-39E8-7EFF-C768-C75381B26E0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6491" y="4919515"/>
            <a:ext cx="1151566" cy="1151566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9E18636C-0FF8-DBA8-6F75-14FA4560398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1032" y="1706967"/>
            <a:ext cx="1095406" cy="1095406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4BD3D473-33FC-7FCA-26C8-D16F297F10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640" y="4859462"/>
            <a:ext cx="1124290" cy="1146817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3551F730-0F4E-5D75-B9F3-761B0189D1D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9154" y="4744507"/>
            <a:ext cx="1063580" cy="1104585"/>
          </a:xfrm>
          <a:prstGeom prst="rect">
            <a:avLst/>
          </a:prstGeom>
        </p:spPr>
      </p:pic>
      <p:sp>
        <p:nvSpPr>
          <p:cNvPr id="24" name="CuadroTexto 23">
            <a:extLst>
              <a:ext uri="{FF2B5EF4-FFF2-40B4-BE49-F238E27FC236}">
                <a16:creationId xmlns:a16="http://schemas.microsoft.com/office/drawing/2014/main" id="{D37059CE-3733-0BCF-8C10-3BC2F35E7741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3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F1742B89-9238-9682-5B02-615B084F03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640" y="4859461"/>
            <a:ext cx="1124290" cy="1146817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ADFF02AD-149C-F71A-83A4-FFB06AD93F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9930" y="3365947"/>
            <a:ext cx="1104585" cy="1104585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110452D5-0719-31E1-DB5E-1CDB2E5EAD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3550" y="5421649"/>
            <a:ext cx="1104585" cy="1104585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8CB56A8C-A499-17F1-5100-3BF063D4A3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3945" y="5410428"/>
            <a:ext cx="1104585" cy="1104585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C6163481-DFB4-8CF6-8754-22D37419F3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86096" y="4919515"/>
            <a:ext cx="1151566" cy="1151566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310D0DF8-36C7-6F40-BC41-6288BCD19F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06885" y="4919515"/>
            <a:ext cx="1151566" cy="1151566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1484B5F3-4731-4187-A659-D96262835EB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1032" y="1706967"/>
            <a:ext cx="1095406" cy="1095406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123EE480-3708-29DD-05A1-33439B63F85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81032" y="1706967"/>
            <a:ext cx="1095406" cy="1095406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C56D5491-6EDD-9258-3DB2-7DE29A98AB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9154" y="4753405"/>
            <a:ext cx="1063580" cy="1104585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6147E5F8-748A-6896-84BC-599340D00E2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59154" y="4753404"/>
            <a:ext cx="1063580" cy="110458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813CB4A6-1386-180B-D9F4-07CB2F7BF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n-US" b="1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User-oriented Pricings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1147275-F2CC-B3BC-8B9F-A28CE69B8C5F}"/>
              </a:ext>
            </a:extLst>
          </p:cNvPr>
          <p:cNvSpPr txBox="1"/>
          <p:nvPr/>
        </p:nvSpPr>
        <p:spPr>
          <a:xfrm>
            <a:off x="0" y="6316525"/>
            <a:ext cx="9114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García-Fernández, A., Parejo, J. A., &amp; Ruiz-Cortés, A. (2024, May). Pricing4saas: </a:t>
            </a:r>
            <a:r>
              <a:rPr lang="es-ES" sz="1400" dirty="0" err="1"/>
              <a:t>towards</a:t>
            </a:r>
            <a:r>
              <a:rPr lang="es-ES" sz="1400" dirty="0"/>
              <a:t> a </a:t>
            </a:r>
            <a:r>
              <a:rPr lang="es-ES" sz="1400" dirty="0" err="1"/>
              <a:t>pricing</a:t>
            </a:r>
            <a:r>
              <a:rPr lang="es-ES" sz="1400" dirty="0"/>
              <a:t> </a:t>
            </a:r>
            <a:r>
              <a:rPr lang="es-ES" sz="1400" dirty="0" err="1"/>
              <a:t>model</a:t>
            </a:r>
            <a:r>
              <a:rPr lang="es-ES" sz="1400" dirty="0"/>
              <a:t> </a:t>
            </a:r>
            <a:r>
              <a:rPr lang="es-ES" sz="1400" dirty="0" err="1"/>
              <a:t>to</a:t>
            </a:r>
            <a:r>
              <a:rPr lang="es-ES" sz="1400" dirty="0"/>
              <a:t> drive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operation</a:t>
            </a:r>
            <a:r>
              <a:rPr lang="es-ES" sz="1400" dirty="0"/>
              <a:t> </a:t>
            </a:r>
            <a:r>
              <a:rPr lang="es-ES" sz="1400" dirty="0" err="1"/>
              <a:t>of</a:t>
            </a:r>
            <a:r>
              <a:rPr lang="es-ES" sz="1400" dirty="0"/>
              <a:t> </a:t>
            </a:r>
            <a:r>
              <a:rPr lang="es-ES" sz="1400" dirty="0" err="1"/>
              <a:t>saas</a:t>
            </a:r>
            <a:r>
              <a:rPr lang="es-ES" sz="1400" dirty="0"/>
              <a:t>. </a:t>
            </a:r>
          </a:p>
          <a:p>
            <a:r>
              <a:rPr lang="es-ES" sz="1400" dirty="0"/>
              <a:t>In </a:t>
            </a:r>
            <a:r>
              <a:rPr lang="es-ES" sz="1400" i="1" dirty="0"/>
              <a:t>International </a:t>
            </a:r>
            <a:r>
              <a:rPr lang="es-ES" sz="1400" i="1" dirty="0" err="1"/>
              <a:t>Conference</a:t>
            </a:r>
            <a:r>
              <a:rPr lang="es-ES" sz="1400" i="1" dirty="0"/>
              <a:t> </a:t>
            </a:r>
            <a:r>
              <a:rPr lang="es-ES" sz="1400" i="1" dirty="0" err="1"/>
              <a:t>on</a:t>
            </a:r>
            <a:r>
              <a:rPr lang="es-ES" sz="1400" i="1" dirty="0"/>
              <a:t> </a:t>
            </a:r>
            <a:r>
              <a:rPr lang="es-ES" sz="1400" i="1" dirty="0" err="1"/>
              <a:t>Advanced</a:t>
            </a:r>
            <a:r>
              <a:rPr lang="es-ES" sz="1400" i="1" dirty="0"/>
              <a:t> </a:t>
            </a:r>
            <a:r>
              <a:rPr lang="es-ES" sz="1400" i="1" dirty="0" err="1"/>
              <a:t>Information</a:t>
            </a:r>
            <a:r>
              <a:rPr lang="es-ES" sz="1400" i="1" dirty="0"/>
              <a:t> </a:t>
            </a:r>
            <a:r>
              <a:rPr lang="es-ES" sz="1400" i="1" dirty="0" err="1"/>
              <a:t>Systems</a:t>
            </a:r>
            <a:r>
              <a:rPr lang="es-ES" sz="1400" i="1" dirty="0"/>
              <a:t> </a:t>
            </a:r>
            <a:r>
              <a:rPr lang="es-ES" sz="1400" i="1" dirty="0" err="1"/>
              <a:t>Engineering</a:t>
            </a:r>
            <a:r>
              <a:rPr lang="es-ES" sz="1400" dirty="0"/>
              <a:t> (pp. 47-54). Cham: Springer </a:t>
            </a:r>
            <a:r>
              <a:rPr lang="es-ES" sz="1400" dirty="0" err="1"/>
              <a:t>Nature</a:t>
            </a:r>
            <a:r>
              <a:rPr lang="es-ES" sz="1400" dirty="0"/>
              <a:t> </a:t>
            </a:r>
            <a:r>
              <a:rPr lang="es-ES" sz="1400" dirty="0" err="1"/>
              <a:t>Switzerland</a:t>
            </a:r>
            <a:r>
              <a:rPr lang="es-ES" sz="1400" dirty="0"/>
              <a:t>.</a:t>
            </a:r>
            <a:endParaRPr lang="es-ES_tradnl" sz="1400" dirty="0"/>
          </a:p>
        </p:txBody>
      </p:sp>
    </p:spTree>
    <p:extLst>
      <p:ext uri="{BB962C8B-B14F-4D97-AF65-F5344CB8AC3E}">
        <p14:creationId xmlns:p14="http://schemas.microsoft.com/office/powerpoint/2010/main" val="3634632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477A3-8B42-85DD-FCE8-8DD3CE581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FC3386F-0BF0-5EEA-00FE-D3EE14388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170" y="1378547"/>
            <a:ext cx="5609138" cy="39454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F1539922-6BEF-D670-3B40-DEC9BE36FA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1154" y="2814633"/>
            <a:ext cx="409161" cy="40916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5681BB3E-51A3-4763-D204-656A8C38C7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3118" y="2298330"/>
            <a:ext cx="405780" cy="40578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FBF469F6-0718-A927-573E-9C3C368593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0097" y="2803999"/>
            <a:ext cx="362861" cy="3628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9E43BDC-E642-57BD-283D-533C18A5B2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04404" y="3410202"/>
            <a:ext cx="362861" cy="3628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681B713-31B8-E6D4-B3A1-E06405FA47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3557" y="2811986"/>
            <a:ext cx="409161" cy="4091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7F16236-7C17-5122-0F7F-729E0E71AB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6938" y="2245698"/>
            <a:ext cx="405780" cy="40578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00E4C33-1E97-EA2E-26B0-3F38F9B03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0888" y="2841264"/>
            <a:ext cx="362861" cy="36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1EDEB79-834A-C879-F832-B3E38A2B2E7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4400" y="4062432"/>
            <a:ext cx="362861" cy="3628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BF5795B4-89CF-54DD-A5D1-F411595A624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0515" y="4048565"/>
            <a:ext cx="316061" cy="3160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B683B5A-038D-737E-2E34-B6A78E95B4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3385" y="3406972"/>
            <a:ext cx="362861" cy="3628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2E64C71-B46C-0152-48C0-FB32D157924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4400" y="3425195"/>
            <a:ext cx="362861" cy="3628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79A0499-8E02-A9AB-6DE9-9FCF0CD57F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4486" y="2803999"/>
            <a:ext cx="409161" cy="40916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D6A58D5B-8F29-7367-19AC-5A4E4ABBFF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7867" y="2208358"/>
            <a:ext cx="405780" cy="40578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143374CB-6077-6C94-EE04-6D70A0115F8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7374" y="2855847"/>
            <a:ext cx="362861" cy="362861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181BD0B1-8AD7-E9CD-0589-062F2EB3585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18490" y="2258456"/>
            <a:ext cx="394432" cy="40104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8E4852AF-B558-68FE-17BD-BB61A81B527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62231" y="3397800"/>
            <a:ext cx="371518" cy="378962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E131D10E-2C2A-810C-AC0A-9FFC5C88492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344166" y="2226855"/>
            <a:ext cx="404548" cy="438046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8E3AFBA9-5568-C6F8-A4AB-934969C3E1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09829" y="2208358"/>
            <a:ext cx="419289" cy="435454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179F5172-3185-19F8-4754-DF70EDCE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n-US" b="1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User-oriented Pricings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3B8A8771-2C3C-4FA8-9B0F-268CDA557895}"/>
              </a:ext>
            </a:extLst>
          </p:cNvPr>
          <p:cNvSpPr txBox="1"/>
          <p:nvPr/>
        </p:nvSpPr>
        <p:spPr>
          <a:xfrm>
            <a:off x="0" y="6316525"/>
            <a:ext cx="9114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García-Fernández, A., Parejo, J. A., &amp; Ruiz-Cortés, A. (2024, May). Pricing4saas: </a:t>
            </a:r>
            <a:r>
              <a:rPr lang="es-ES" sz="1400" dirty="0" err="1"/>
              <a:t>towards</a:t>
            </a:r>
            <a:r>
              <a:rPr lang="es-ES" sz="1400" dirty="0"/>
              <a:t> a </a:t>
            </a:r>
            <a:r>
              <a:rPr lang="es-ES" sz="1400" dirty="0" err="1"/>
              <a:t>pricing</a:t>
            </a:r>
            <a:r>
              <a:rPr lang="es-ES" sz="1400" dirty="0"/>
              <a:t> </a:t>
            </a:r>
            <a:r>
              <a:rPr lang="es-ES" sz="1400" dirty="0" err="1"/>
              <a:t>model</a:t>
            </a:r>
            <a:r>
              <a:rPr lang="es-ES" sz="1400" dirty="0"/>
              <a:t> </a:t>
            </a:r>
            <a:r>
              <a:rPr lang="es-ES" sz="1400" dirty="0" err="1"/>
              <a:t>to</a:t>
            </a:r>
            <a:r>
              <a:rPr lang="es-ES" sz="1400" dirty="0"/>
              <a:t> drive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operation</a:t>
            </a:r>
            <a:r>
              <a:rPr lang="es-ES" sz="1400" dirty="0"/>
              <a:t> </a:t>
            </a:r>
            <a:r>
              <a:rPr lang="es-ES" sz="1400" dirty="0" err="1"/>
              <a:t>of</a:t>
            </a:r>
            <a:r>
              <a:rPr lang="es-ES" sz="1400" dirty="0"/>
              <a:t> </a:t>
            </a:r>
            <a:r>
              <a:rPr lang="es-ES" sz="1400" dirty="0" err="1"/>
              <a:t>saas</a:t>
            </a:r>
            <a:r>
              <a:rPr lang="es-ES" sz="1400" dirty="0"/>
              <a:t>. </a:t>
            </a:r>
          </a:p>
          <a:p>
            <a:r>
              <a:rPr lang="es-ES" sz="1400" dirty="0"/>
              <a:t>In </a:t>
            </a:r>
            <a:r>
              <a:rPr lang="es-ES" sz="1400" i="1" dirty="0"/>
              <a:t>International </a:t>
            </a:r>
            <a:r>
              <a:rPr lang="es-ES" sz="1400" i="1" dirty="0" err="1"/>
              <a:t>Conference</a:t>
            </a:r>
            <a:r>
              <a:rPr lang="es-ES" sz="1400" i="1" dirty="0"/>
              <a:t> </a:t>
            </a:r>
            <a:r>
              <a:rPr lang="es-ES" sz="1400" i="1" dirty="0" err="1"/>
              <a:t>on</a:t>
            </a:r>
            <a:r>
              <a:rPr lang="es-ES" sz="1400" i="1" dirty="0"/>
              <a:t> </a:t>
            </a:r>
            <a:r>
              <a:rPr lang="es-ES" sz="1400" i="1" dirty="0" err="1"/>
              <a:t>Advanced</a:t>
            </a:r>
            <a:r>
              <a:rPr lang="es-ES" sz="1400" i="1" dirty="0"/>
              <a:t> </a:t>
            </a:r>
            <a:r>
              <a:rPr lang="es-ES" sz="1400" i="1" dirty="0" err="1"/>
              <a:t>Information</a:t>
            </a:r>
            <a:r>
              <a:rPr lang="es-ES" sz="1400" i="1" dirty="0"/>
              <a:t> </a:t>
            </a:r>
            <a:r>
              <a:rPr lang="es-ES" sz="1400" i="1" dirty="0" err="1"/>
              <a:t>Systems</a:t>
            </a:r>
            <a:r>
              <a:rPr lang="es-ES" sz="1400" i="1" dirty="0"/>
              <a:t> </a:t>
            </a:r>
            <a:r>
              <a:rPr lang="es-ES" sz="1400" i="1" dirty="0" err="1"/>
              <a:t>Engineering</a:t>
            </a:r>
            <a:r>
              <a:rPr lang="es-ES" sz="1400" dirty="0"/>
              <a:t> (pp. 47-54). Cham: Springer </a:t>
            </a:r>
            <a:r>
              <a:rPr lang="es-ES" sz="1400" dirty="0" err="1"/>
              <a:t>Nature</a:t>
            </a:r>
            <a:r>
              <a:rPr lang="es-ES" sz="1400" dirty="0"/>
              <a:t> </a:t>
            </a:r>
            <a:r>
              <a:rPr lang="es-ES" sz="1400" dirty="0" err="1"/>
              <a:t>Switzerland</a:t>
            </a:r>
            <a:r>
              <a:rPr lang="es-ES" sz="1400" dirty="0"/>
              <a:t>.</a:t>
            </a:r>
            <a:endParaRPr lang="es-ES_tradnl" sz="1400" dirty="0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12F2101B-E3D5-F051-A030-EC5CB8C1C69A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3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9023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1500">
        <p159:morph option="byObject"/>
      </p:transition>
    </mc:Choice>
    <mc:Fallback xmlns="">
      <p:transition spd="slow" advTm="15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18B276-B1EC-152E-619D-A5602FD35F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F780712-514D-B3CC-D1E7-3B436E8BE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48" y="1604579"/>
            <a:ext cx="5609138" cy="39454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A2A1C1E-D8AB-70F4-5FD3-81F33CCE85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332" y="3040665"/>
            <a:ext cx="409161" cy="40916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68FC14A-7353-A0B6-11F1-55F485FDCC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296" y="2524362"/>
            <a:ext cx="405780" cy="40578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F750637-A39A-9140-54E0-28FD2CDF15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1275" y="3030031"/>
            <a:ext cx="362861" cy="3628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F81FD39-EFAD-C956-1C1D-1B4EC1019B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582" y="3636234"/>
            <a:ext cx="362861" cy="3628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AAC43CF-0FF0-0AAF-6080-F414D3174B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735" y="3038018"/>
            <a:ext cx="409161" cy="4091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04E70A6D-2330-5A8B-0C43-CB6A87267B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116" y="2471730"/>
            <a:ext cx="405780" cy="40578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60CB41D2-960E-46C2-3E59-CC19F68926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2066" y="3067296"/>
            <a:ext cx="362861" cy="36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137DA9E-2184-3871-B2C5-6984E006BF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5578" y="4288464"/>
            <a:ext cx="362861" cy="3628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6CBDB5DD-0C6E-B4B5-70CE-71DFA6EECB1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1693" y="4274597"/>
            <a:ext cx="316061" cy="3160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F9DF0B61-8279-934F-B85C-414BC7AB38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563" y="3633004"/>
            <a:ext cx="362861" cy="3628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8F6D312-F4F0-A44C-0081-DC4781F2E6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5578" y="3651227"/>
            <a:ext cx="362861" cy="3628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F53F8D2-9C8B-E7E5-C93A-9A2C280A1E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664" y="3030031"/>
            <a:ext cx="409161" cy="40916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73B8821C-08C2-0D31-2EF1-0FA9933016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045" y="2434390"/>
            <a:ext cx="405780" cy="40578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CDEB1796-54F0-A36C-1D4B-BEBE8A2677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8552" y="3081879"/>
            <a:ext cx="362861" cy="362861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5A02AEE7-F321-8E5F-87C2-F84E9B03CD3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9668" y="2484488"/>
            <a:ext cx="394432" cy="40104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C7413FCA-4863-8F16-1C4F-CC1C185E958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3409" y="3623832"/>
            <a:ext cx="371518" cy="378962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BEBC0879-EF22-E496-02C2-890B772C96F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344" y="2452887"/>
            <a:ext cx="404548" cy="438046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B725108D-5FDF-7A7B-05FB-A801B2013BC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1007" y="2434390"/>
            <a:ext cx="419289" cy="43545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755AD5C5-AC39-D520-CCC2-AEC19AC5C1FE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37990" y="2010569"/>
            <a:ext cx="303749" cy="365439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FDE15BEB-5A73-09BD-377F-103A113E04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34988" y="2016591"/>
            <a:ext cx="312010" cy="353621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6B164B5-5BC4-0BF8-A33C-220A9763FEE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35733" y="1600598"/>
            <a:ext cx="311265" cy="35918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91A8D7E3-B040-26E9-DD79-921049EF168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83123" y="2540451"/>
            <a:ext cx="353261" cy="359185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0C41738A-4247-4ADB-9DE8-09A9E6A0238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4010" y="1114291"/>
            <a:ext cx="2521835" cy="1932688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9236637A-3BB4-A8C0-180B-DC30AD762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n-US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User-oriented Pricings</a:t>
            </a:r>
            <a:endParaRPr lang="en-US" b="1" noProof="0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1D83EC2-B007-7F1E-C60F-048103D9A04B}"/>
              </a:ext>
            </a:extLst>
          </p:cNvPr>
          <p:cNvSpPr txBox="1"/>
          <p:nvPr/>
        </p:nvSpPr>
        <p:spPr>
          <a:xfrm>
            <a:off x="0" y="6316525"/>
            <a:ext cx="9114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García-Fernández, A., Parejo, J. A., &amp; Ruiz-Cortés, A. (2024, May). Pricing4saas: </a:t>
            </a:r>
            <a:r>
              <a:rPr lang="es-ES" sz="1400" dirty="0" err="1"/>
              <a:t>towards</a:t>
            </a:r>
            <a:r>
              <a:rPr lang="es-ES" sz="1400" dirty="0"/>
              <a:t> a </a:t>
            </a:r>
            <a:r>
              <a:rPr lang="es-ES" sz="1400" dirty="0" err="1"/>
              <a:t>pricing</a:t>
            </a:r>
            <a:r>
              <a:rPr lang="es-ES" sz="1400" dirty="0"/>
              <a:t> </a:t>
            </a:r>
            <a:r>
              <a:rPr lang="es-ES" sz="1400" dirty="0" err="1"/>
              <a:t>model</a:t>
            </a:r>
            <a:r>
              <a:rPr lang="es-ES" sz="1400" dirty="0"/>
              <a:t> </a:t>
            </a:r>
            <a:r>
              <a:rPr lang="es-ES" sz="1400" dirty="0" err="1"/>
              <a:t>to</a:t>
            </a:r>
            <a:r>
              <a:rPr lang="es-ES" sz="1400" dirty="0"/>
              <a:t> drive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operation</a:t>
            </a:r>
            <a:r>
              <a:rPr lang="es-ES" sz="1400" dirty="0"/>
              <a:t> </a:t>
            </a:r>
            <a:r>
              <a:rPr lang="es-ES" sz="1400" dirty="0" err="1"/>
              <a:t>of</a:t>
            </a:r>
            <a:r>
              <a:rPr lang="es-ES" sz="1400" dirty="0"/>
              <a:t> </a:t>
            </a:r>
            <a:r>
              <a:rPr lang="es-ES" sz="1400" dirty="0" err="1"/>
              <a:t>saas</a:t>
            </a:r>
            <a:r>
              <a:rPr lang="es-ES" sz="1400" dirty="0"/>
              <a:t>. </a:t>
            </a:r>
          </a:p>
          <a:p>
            <a:r>
              <a:rPr lang="es-ES" sz="1400" dirty="0"/>
              <a:t>In </a:t>
            </a:r>
            <a:r>
              <a:rPr lang="es-ES" sz="1400" i="1" dirty="0"/>
              <a:t>International </a:t>
            </a:r>
            <a:r>
              <a:rPr lang="es-ES" sz="1400" i="1" dirty="0" err="1"/>
              <a:t>Conference</a:t>
            </a:r>
            <a:r>
              <a:rPr lang="es-ES" sz="1400" i="1" dirty="0"/>
              <a:t> </a:t>
            </a:r>
            <a:r>
              <a:rPr lang="es-ES" sz="1400" i="1" dirty="0" err="1"/>
              <a:t>on</a:t>
            </a:r>
            <a:r>
              <a:rPr lang="es-ES" sz="1400" i="1" dirty="0"/>
              <a:t> </a:t>
            </a:r>
            <a:r>
              <a:rPr lang="es-ES" sz="1400" i="1" dirty="0" err="1"/>
              <a:t>Advanced</a:t>
            </a:r>
            <a:r>
              <a:rPr lang="es-ES" sz="1400" i="1" dirty="0"/>
              <a:t> </a:t>
            </a:r>
            <a:r>
              <a:rPr lang="es-ES" sz="1400" i="1" dirty="0" err="1"/>
              <a:t>Information</a:t>
            </a:r>
            <a:r>
              <a:rPr lang="es-ES" sz="1400" i="1" dirty="0"/>
              <a:t> </a:t>
            </a:r>
            <a:r>
              <a:rPr lang="es-ES" sz="1400" i="1" dirty="0" err="1"/>
              <a:t>Systems</a:t>
            </a:r>
            <a:r>
              <a:rPr lang="es-ES" sz="1400" i="1" dirty="0"/>
              <a:t> </a:t>
            </a:r>
            <a:r>
              <a:rPr lang="es-ES" sz="1400" i="1" dirty="0" err="1"/>
              <a:t>Engineering</a:t>
            </a:r>
            <a:r>
              <a:rPr lang="es-ES" sz="1400" dirty="0"/>
              <a:t> (pp. 47-54). Cham: Springer </a:t>
            </a:r>
            <a:r>
              <a:rPr lang="es-ES" sz="1400" dirty="0" err="1"/>
              <a:t>Nature</a:t>
            </a:r>
            <a:r>
              <a:rPr lang="es-ES" sz="1400" dirty="0"/>
              <a:t> </a:t>
            </a:r>
            <a:r>
              <a:rPr lang="es-ES" sz="1400" dirty="0" err="1"/>
              <a:t>Switzerland</a:t>
            </a:r>
            <a:r>
              <a:rPr lang="es-ES" sz="1400" dirty="0"/>
              <a:t>.</a:t>
            </a:r>
            <a:endParaRPr lang="es-ES_tradnl" sz="140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3F188F1-B15D-C46D-0BDF-7AE2D881D5BB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3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3098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Tm="1500">
        <p159:morph option="byObject"/>
      </p:transition>
    </mc:Choice>
    <mc:Fallback xmlns="">
      <p:transition spd="slow" advTm="15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F72D3B-769F-BC52-AC4B-EA4613C49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BA348937-7592-A7B6-740B-667E37465C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48" y="1604579"/>
            <a:ext cx="5609138" cy="39454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44084CCA-68BC-DE0C-3755-4DCA61FD48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332" y="3040665"/>
            <a:ext cx="409161" cy="40916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9720EEA-C17B-0ADB-0BA4-F84ACD5487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296" y="2524362"/>
            <a:ext cx="405780" cy="40578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4E05667-E0A1-157F-6D08-982C0A7B5E0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1275" y="3030031"/>
            <a:ext cx="362861" cy="3628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DD10ADC-439E-AA37-C401-8B3051F6B48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582" y="3636234"/>
            <a:ext cx="362861" cy="3628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6D2CE37-E9AF-9C13-D059-DDA30B8D7C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735" y="3038018"/>
            <a:ext cx="409161" cy="4091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F5EFE10-34E2-FE4B-5EAC-8E4F03EC1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116" y="2471730"/>
            <a:ext cx="405780" cy="40578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281BC34-E1B9-24D9-36B0-B2A3CCB99D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2066" y="3067296"/>
            <a:ext cx="362861" cy="36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E0DBFB0-8084-81D7-9812-D19AA4820F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5578" y="4288464"/>
            <a:ext cx="362861" cy="3628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CA19FD4F-22C4-56BB-FFBE-7446A603776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1693" y="4274597"/>
            <a:ext cx="316061" cy="3160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3263B584-1A4A-D5A6-4978-E9FE3D8C9C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563" y="3633004"/>
            <a:ext cx="362861" cy="3628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29FC987-A22D-CF30-A383-330E4F10FF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5578" y="3651227"/>
            <a:ext cx="362861" cy="3628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F4956AB0-88B0-B222-2C7E-021E079FF8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664" y="3030031"/>
            <a:ext cx="409161" cy="40916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E2B4646-81A3-8B91-9A40-E4B7A22402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045" y="2434390"/>
            <a:ext cx="405780" cy="40578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8261EBFB-21CF-D34B-6AA4-AD821774C5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8552" y="3081879"/>
            <a:ext cx="362861" cy="362861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EC4504B6-7CA9-BF6E-A506-08BC2F63A37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9668" y="2484488"/>
            <a:ext cx="394432" cy="40104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990EC1E3-B2B3-899A-6FD7-0B58076350C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3409" y="3623832"/>
            <a:ext cx="371518" cy="378962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5CC1DCCD-CC58-FD29-7084-51992ECAE0B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344" y="2452887"/>
            <a:ext cx="404548" cy="438046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ACEC3748-4052-8FD8-85F2-9D0CA20FC9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1007" y="2434390"/>
            <a:ext cx="419289" cy="43545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612D87AC-029C-B085-5618-670AB320E02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0381" y="2452887"/>
            <a:ext cx="199386" cy="20272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C8630805-4A84-7BAF-440C-09479395506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48609" y="2434390"/>
            <a:ext cx="184792" cy="207716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08135A90-657F-B916-7CF6-E943601DF27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5702" y="3506445"/>
            <a:ext cx="184792" cy="20771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5315E493-2957-BF6D-4C42-12C62601352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18956" y="2434390"/>
            <a:ext cx="180004" cy="207716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BBEFD2C6-4F8D-1905-E44E-18863C23B124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4010" y="1114291"/>
            <a:ext cx="2521835" cy="1932688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A2B21981-73D8-B1FD-F6E3-A13829F17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n-US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User-oriented Pricings</a:t>
            </a:r>
            <a:endParaRPr lang="en-US" b="1" noProof="0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EE9F3EE-07DD-C8E8-A413-851B8D124D36}"/>
              </a:ext>
            </a:extLst>
          </p:cNvPr>
          <p:cNvSpPr txBox="1"/>
          <p:nvPr/>
        </p:nvSpPr>
        <p:spPr>
          <a:xfrm>
            <a:off x="0" y="6316525"/>
            <a:ext cx="9114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García-Fernández, A., Parejo, J. A., &amp; Ruiz-Cortés, A. (2024, May). Pricing4saas: </a:t>
            </a:r>
            <a:r>
              <a:rPr lang="es-ES" sz="1400" dirty="0" err="1"/>
              <a:t>towards</a:t>
            </a:r>
            <a:r>
              <a:rPr lang="es-ES" sz="1400" dirty="0"/>
              <a:t> a </a:t>
            </a:r>
            <a:r>
              <a:rPr lang="es-ES" sz="1400" dirty="0" err="1"/>
              <a:t>pricing</a:t>
            </a:r>
            <a:r>
              <a:rPr lang="es-ES" sz="1400" dirty="0"/>
              <a:t> </a:t>
            </a:r>
            <a:r>
              <a:rPr lang="es-ES" sz="1400" dirty="0" err="1"/>
              <a:t>model</a:t>
            </a:r>
            <a:r>
              <a:rPr lang="es-ES" sz="1400" dirty="0"/>
              <a:t> </a:t>
            </a:r>
            <a:r>
              <a:rPr lang="es-ES" sz="1400" dirty="0" err="1"/>
              <a:t>to</a:t>
            </a:r>
            <a:r>
              <a:rPr lang="es-ES" sz="1400" dirty="0"/>
              <a:t> drive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operation</a:t>
            </a:r>
            <a:r>
              <a:rPr lang="es-ES" sz="1400" dirty="0"/>
              <a:t> </a:t>
            </a:r>
            <a:r>
              <a:rPr lang="es-ES" sz="1400" dirty="0" err="1"/>
              <a:t>of</a:t>
            </a:r>
            <a:r>
              <a:rPr lang="es-ES" sz="1400" dirty="0"/>
              <a:t> </a:t>
            </a:r>
            <a:r>
              <a:rPr lang="es-ES" sz="1400" dirty="0" err="1"/>
              <a:t>saas</a:t>
            </a:r>
            <a:r>
              <a:rPr lang="es-ES" sz="1400" dirty="0"/>
              <a:t>. </a:t>
            </a:r>
          </a:p>
          <a:p>
            <a:r>
              <a:rPr lang="es-ES" sz="1400" dirty="0"/>
              <a:t>In </a:t>
            </a:r>
            <a:r>
              <a:rPr lang="es-ES" sz="1400" i="1" dirty="0"/>
              <a:t>International </a:t>
            </a:r>
            <a:r>
              <a:rPr lang="es-ES" sz="1400" i="1" dirty="0" err="1"/>
              <a:t>Conference</a:t>
            </a:r>
            <a:r>
              <a:rPr lang="es-ES" sz="1400" i="1" dirty="0"/>
              <a:t> </a:t>
            </a:r>
            <a:r>
              <a:rPr lang="es-ES" sz="1400" i="1" dirty="0" err="1"/>
              <a:t>on</a:t>
            </a:r>
            <a:r>
              <a:rPr lang="es-ES" sz="1400" i="1" dirty="0"/>
              <a:t> </a:t>
            </a:r>
            <a:r>
              <a:rPr lang="es-ES" sz="1400" i="1" dirty="0" err="1"/>
              <a:t>Advanced</a:t>
            </a:r>
            <a:r>
              <a:rPr lang="es-ES" sz="1400" i="1" dirty="0"/>
              <a:t> </a:t>
            </a:r>
            <a:r>
              <a:rPr lang="es-ES" sz="1400" i="1" dirty="0" err="1"/>
              <a:t>Information</a:t>
            </a:r>
            <a:r>
              <a:rPr lang="es-ES" sz="1400" i="1" dirty="0"/>
              <a:t> </a:t>
            </a:r>
            <a:r>
              <a:rPr lang="es-ES" sz="1400" i="1" dirty="0" err="1"/>
              <a:t>Systems</a:t>
            </a:r>
            <a:r>
              <a:rPr lang="es-ES" sz="1400" i="1" dirty="0"/>
              <a:t> </a:t>
            </a:r>
            <a:r>
              <a:rPr lang="es-ES" sz="1400" i="1" dirty="0" err="1"/>
              <a:t>Engineering</a:t>
            </a:r>
            <a:r>
              <a:rPr lang="es-ES" sz="1400" dirty="0"/>
              <a:t> (pp. 47-54). Cham: Springer </a:t>
            </a:r>
            <a:r>
              <a:rPr lang="es-ES" sz="1400" dirty="0" err="1"/>
              <a:t>Nature</a:t>
            </a:r>
            <a:r>
              <a:rPr lang="es-ES" sz="1400" dirty="0"/>
              <a:t> </a:t>
            </a:r>
            <a:r>
              <a:rPr lang="es-ES" sz="1400" dirty="0" err="1"/>
              <a:t>Switzerland</a:t>
            </a:r>
            <a:r>
              <a:rPr lang="es-ES" sz="1400" dirty="0"/>
              <a:t>.</a:t>
            </a:r>
            <a:endParaRPr lang="es-ES_tradnl" sz="14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393520D-30F4-1485-1B84-1110FEE7BC8A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3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469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EFB2E-0B96-0DCA-8F06-4CAFB38EC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C329546-7DF5-F251-B0C8-AA4D9A5D10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48" y="1604579"/>
            <a:ext cx="5609138" cy="394541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AD75B6-1799-504E-3F0B-1D031AA3F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332" y="3040665"/>
            <a:ext cx="409161" cy="40916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04569DF-19CD-732F-B6F3-A28A30A19D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4296" y="2524362"/>
            <a:ext cx="405780" cy="40578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3BAB092-6365-8D66-7C36-3EB9134EA0C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1275" y="3030031"/>
            <a:ext cx="362861" cy="36286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6E50293D-70E5-E2A9-39D5-A627B612A0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5582" y="3636234"/>
            <a:ext cx="362861" cy="36286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9C7E95F-CF56-0F9F-F7A2-481A09652E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4735" y="3038018"/>
            <a:ext cx="409161" cy="40916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7D6999FD-5E1A-985B-6BEF-E5697C17FF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8116" y="2471730"/>
            <a:ext cx="405780" cy="40578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AE7EA13-E6F0-7700-A7EC-3EBEA956E2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2066" y="3067296"/>
            <a:ext cx="362861" cy="36286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9BAFFFA-729D-CD54-6087-286A970D84D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85578" y="4288464"/>
            <a:ext cx="362861" cy="36286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6D4D450-271A-5498-9297-86C2C43CD6B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1693" y="4274597"/>
            <a:ext cx="316061" cy="31606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7A93846A-281C-DDE4-D1BF-C1B4E9EDF8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563" y="3633004"/>
            <a:ext cx="362861" cy="36286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4C22B00-6607-517A-E604-BF9B0055B1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85578" y="3651227"/>
            <a:ext cx="362861" cy="36286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2A956701-CBFD-0A00-840A-3308F1120A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664" y="3030031"/>
            <a:ext cx="409161" cy="40916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E12C4896-E95E-2130-FB79-FEC66BC419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9045" y="2434390"/>
            <a:ext cx="405780" cy="405780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34A3622A-5B6C-1D1B-42F8-5C9B887F15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8552" y="3081879"/>
            <a:ext cx="362861" cy="362861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1765436-FD46-34A0-DE71-12940D0DD9C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69668" y="2484488"/>
            <a:ext cx="394432" cy="401048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671D44F3-1D47-44F7-C058-3CC4C88C588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13409" y="3623832"/>
            <a:ext cx="371518" cy="378962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B710CA5E-C261-D9F0-5FEA-412986A43F0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5344" y="2452887"/>
            <a:ext cx="404548" cy="438046"/>
          </a:xfrm>
          <a:prstGeom prst="rect">
            <a:avLst/>
          </a:prstGeom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005A5758-3351-DC86-479A-2C9078C047D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1007" y="2434390"/>
            <a:ext cx="419289" cy="435454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764D8FB5-87ED-7608-4A6B-D6D11B383A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20381" y="2452887"/>
            <a:ext cx="199386" cy="20272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DAED1454-00C3-2BA3-7DD1-796BB7544C8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48609" y="2434390"/>
            <a:ext cx="184792" cy="207716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052F944A-3BAC-0225-2CFF-0FAD054CF6F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165702" y="3506445"/>
            <a:ext cx="184792" cy="207716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3D577872-B8BD-0618-7364-6D6F968A80D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918956" y="2434390"/>
            <a:ext cx="180004" cy="207716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E7014786-E80C-40FA-D5B1-2D356BE5564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24010" y="1114291"/>
            <a:ext cx="2521835" cy="1932688"/>
          </a:xfrm>
          <a:prstGeom prst="rect">
            <a:avLst/>
          </a:prstGeom>
        </p:spPr>
      </p:pic>
      <p:pic>
        <p:nvPicPr>
          <p:cNvPr id="33" name="Imagen 32">
            <a:extLst>
              <a:ext uri="{FF2B5EF4-FFF2-40B4-BE49-F238E27FC236}">
                <a16:creationId xmlns:a16="http://schemas.microsoft.com/office/drawing/2014/main" id="{6A3B1339-7CF9-E960-E59C-B5993FB9B06B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618644" y="3715345"/>
            <a:ext cx="2524409" cy="1123670"/>
          </a:xfrm>
          <a:prstGeom prst="rect">
            <a:avLst/>
          </a:prstGeom>
        </p:spPr>
      </p:pic>
      <p:pic>
        <p:nvPicPr>
          <p:cNvPr id="34" name="Imagen 33">
            <a:extLst>
              <a:ext uri="{FF2B5EF4-FFF2-40B4-BE49-F238E27FC236}">
                <a16:creationId xmlns:a16="http://schemas.microsoft.com/office/drawing/2014/main" id="{1B0E73D5-9CB9-F5E1-BCFD-9082237398C8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21765" y="4414071"/>
            <a:ext cx="1661150" cy="256351"/>
          </a:xfrm>
          <a:prstGeom prst="rect">
            <a:avLst/>
          </a:prstGeom>
        </p:spPr>
      </p:pic>
      <p:pic>
        <p:nvPicPr>
          <p:cNvPr id="35" name="Imagen 34">
            <a:extLst>
              <a:ext uri="{FF2B5EF4-FFF2-40B4-BE49-F238E27FC236}">
                <a16:creationId xmlns:a16="http://schemas.microsoft.com/office/drawing/2014/main" id="{5E8C17E0-637F-A5E5-D1D5-AB6E50BFEC5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16807" y="3896116"/>
            <a:ext cx="401866" cy="378481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1D5D311B-2313-33BC-5C1C-BA8DBC296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n-US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User-oriented Pricings</a:t>
            </a:r>
            <a:endParaRPr lang="en-US" b="1" noProof="0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A008497D-2BE7-5A5B-011C-34F977C79A58}"/>
              </a:ext>
            </a:extLst>
          </p:cNvPr>
          <p:cNvSpPr txBox="1"/>
          <p:nvPr/>
        </p:nvSpPr>
        <p:spPr>
          <a:xfrm>
            <a:off x="0" y="6316525"/>
            <a:ext cx="911480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García-Fernández, A., Parejo, J. A., &amp; Ruiz-Cortés, A. (2024, May). Pricing4saas: </a:t>
            </a:r>
            <a:r>
              <a:rPr lang="es-ES" sz="1400" dirty="0" err="1"/>
              <a:t>towards</a:t>
            </a:r>
            <a:r>
              <a:rPr lang="es-ES" sz="1400" dirty="0"/>
              <a:t> a </a:t>
            </a:r>
            <a:r>
              <a:rPr lang="es-ES" sz="1400" dirty="0" err="1"/>
              <a:t>pricing</a:t>
            </a:r>
            <a:r>
              <a:rPr lang="es-ES" sz="1400" dirty="0"/>
              <a:t> </a:t>
            </a:r>
            <a:r>
              <a:rPr lang="es-ES" sz="1400" dirty="0" err="1"/>
              <a:t>model</a:t>
            </a:r>
            <a:r>
              <a:rPr lang="es-ES" sz="1400" dirty="0"/>
              <a:t> </a:t>
            </a:r>
            <a:r>
              <a:rPr lang="es-ES" sz="1400" dirty="0" err="1"/>
              <a:t>to</a:t>
            </a:r>
            <a:r>
              <a:rPr lang="es-ES" sz="1400" dirty="0"/>
              <a:t> drive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operation</a:t>
            </a:r>
            <a:r>
              <a:rPr lang="es-ES" sz="1400" dirty="0"/>
              <a:t> </a:t>
            </a:r>
            <a:r>
              <a:rPr lang="es-ES" sz="1400" dirty="0" err="1"/>
              <a:t>of</a:t>
            </a:r>
            <a:r>
              <a:rPr lang="es-ES" sz="1400" dirty="0"/>
              <a:t> </a:t>
            </a:r>
            <a:r>
              <a:rPr lang="es-ES" sz="1400" dirty="0" err="1"/>
              <a:t>saas</a:t>
            </a:r>
            <a:r>
              <a:rPr lang="es-ES" sz="1400" dirty="0"/>
              <a:t>. </a:t>
            </a:r>
          </a:p>
          <a:p>
            <a:r>
              <a:rPr lang="es-ES" sz="1400" dirty="0"/>
              <a:t>In </a:t>
            </a:r>
            <a:r>
              <a:rPr lang="es-ES" sz="1400" i="1" dirty="0"/>
              <a:t>International </a:t>
            </a:r>
            <a:r>
              <a:rPr lang="es-ES" sz="1400" i="1" dirty="0" err="1"/>
              <a:t>Conference</a:t>
            </a:r>
            <a:r>
              <a:rPr lang="es-ES" sz="1400" i="1" dirty="0"/>
              <a:t> </a:t>
            </a:r>
            <a:r>
              <a:rPr lang="es-ES" sz="1400" i="1" dirty="0" err="1"/>
              <a:t>on</a:t>
            </a:r>
            <a:r>
              <a:rPr lang="es-ES" sz="1400" i="1" dirty="0"/>
              <a:t> </a:t>
            </a:r>
            <a:r>
              <a:rPr lang="es-ES" sz="1400" i="1" dirty="0" err="1"/>
              <a:t>Advanced</a:t>
            </a:r>
            <a:r>
              <a:rPr lang="es-ES" sz="1400" i="1" dirty="0"/>
              <a:t> </a:t>
            </a:r>
            <a:r>
              <a:rPr lang="es-ES" sz="1400" i="1" dirty="0" err="1"/>
              <a:t>Information</a:t>
            </a:r>
            <a:r>
              <a:rPr lang="es-ES" sz="1400" i="1" dirty="0"/>
              <a:t> </a:t>
            </a:r>
            <a:r>
              <a:rPr lang="es-ES" sz="1400" i="1" dirty="0" err="1"/>
              <a:t>Systems</a:t>
            </a:r>
            <a:r>
              <a:rPr lang="es-ES" sz="1400" i="1" dirty="0"/>
              <a:t> </a:t>
            </a:r>
            <a:r>
              <a:rPr lang="es-ES" sz="1400" i="1" dirty="0" err="1"/>
              <a:t>Engineering</a:t>
            </a:r>
            <a:r>
              <a:rPr lang="es-ES" sz="1400" dirty="0"/>
              <a:t> (pp. 47-54). Cham: Springer </a:t>
            </a:r>
            <a:r>
              <a:rPr lang="es-ES" sz="1400" dirty="0" err="1"/>
              <a:t>Nature</a:t>
            </a:r>
            <a:r>
              <a:rPr lang="es-ES" sz="1400" dirty="0"/>
              <a:t> </a:t>
            </a:r>
            <a:r>
              <a:rPr lang="es-ES" sz="1400" dirty="0" err="1"/>
              <a:t>Switzerland</a:t>
            </a:r>
            <a:r>
              <a:rPr lang="es-ES" sz="1400" dirty="0"/>
              <a:t>.</a:t>
            </a:r>
            <a:endParaRPr lang="es-ES_tradnl" sz="1400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CE7591E-5531-0A0C-E8CC-F045E3BFE770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3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E53C95C-AEC7-C669-D037-0ACED22ACE24}"/>
              </a:ext>
            </a:extLst>
          </p:cNvPr>
          <p:cNvSpPr/>
          <p:nvPr/>
        </p:nvSpPr>
        <p:spPr>
          <a:xfrm>
            <a:off x="2001275" y="1952978"/>
            <a:ext cx="1228801" cy="270933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B96CE40B-CDF1-CCFB-9390-D1DB90768F92}"/>
              </a:ext>
            </a:extLst>
          </p:cNvPr>
          <p:cNvSpPr/>
          <p:nvPr/>
        </p:nvSpPr>
        <p:spPr>
          <a:xfrm>
            <a:off x="3875516" y="1958306"/>
            <a:ext cx="1228801" cy="270933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4DAEF4-AD8F-3CF7-2C56-DF4B0185DC11}"/>
              </a:ext>
            </a:extLst>
          </p:cNvPr>
          <p:cNvSpPr/>
          <p:nvPr/>
        </p:nvSpPr>
        <p:spPr>
          <a:xfrm>
            <a:off x="5728953" y="1943412"/>
            <a:ext cx="1228801" cy="270933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A40ED8D0-93C5-074D-130C-DCE627BB9B7A}"/>
              </a:ext>
            </a:extLst>
          </p:cNvPr>
          <p:cNvSpPr/>
          <p:nvPr/>
        </p:nvSpPr>
        <p:spPr>
          <a:xfrm>
            <a:off x="8102406" y="4414071"/>
            <a:ext cx="1775372" cy="256351"/>
          </a:xfrm>
          <a:prstGeom prst="rect">
            <a:avLst/>
          </a:prstGeom>
          <a:solidFill>
            <a:srgbClr val="1414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773058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20" grpId="0" animBg="1"/>
      <p:bldP spid="3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7D614-5954-BE70-B533-552569EE3A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37357CA-7398-E092-CFB0-2486CD0D9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520" y="4930537"/>
            <a:ext cx="1727289" cy="132376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E6D86D5-1AEB-CF89-0420-1E1029B7C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838" y="543570"/>
            <a:ext cx="5914070" cy="4200583"/>
          </a:xfrm>
          <a:prstGeom prst="rect">
            <a:avLst/>
          </a:prstGeom>
        </p:spPr>
      </p:pic>
      <p:pic>
        <p:nvPicPr>
          <p:cNvPr id="164" name="Imagen 163">
            <a:extLst>
              <a:ext uri="{FF2B5EF4-FFF2-40B4-BE49-F238E27FC236}">
                <a16:creationId xmlns:a16="http://schemas.microsoft.com/office/drawing/2014/main" id="{BDAAC1E7-7B47-885D-512C-E9B00E0EC1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7763" y="2271691"/>
            <a:ext cx="431404" cy="435624"/>
          </a:xfrm>
          <a:prstGeom prst="rect">
            <a:avLst/>
          </a:prstGeom>
        </p:spPr>
      </p:pic>
      <p:pic>
        <p:nvPicPr>
          <p:cNvPr id="165" name="Imagen 164">
            <a:extLst>
              <a:ext uri="{FF2B5EF4-FFF2-40B4-BE49-F238E27FC236}">
                <a16:creationId xmlns:a16="http://schemas.microsoft.com/office/drawing/2014/main" id="{A7D3C4EB-257A-FB1C-6C57-AC08AAA409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1327" y="1663776"/>
            <a:ext cx="427840" cy="432024"/>
          </a:xfrm>
          <a:prstGeom prst="rect">
            <a:avLst/>
          </a:prstGeom>
        </p:spPr>
      </p:pic>
      <p:pic>
        <p:nvPicPr>
          <p:cNvPr id="166" name="Imagen 165">
            <a:extLst>
              <a:ext uri="{FF2B5EF4-FFF2-40B4-BE49-F238E27FC236}">
                <a16:creationId xmlns:a16="http://schemas.microsoft.com/office/drawing/2014/main" id="{262F7BC1-DD85-0EE3-6494-A9F0F9C93B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126" y="2320986"/>
            <a:ext cx="382587" cy="386329"/>
          </a:xfrm>
          <a:prstGeom prst="rect">
            <a:avLst/>
          </a:prstGeom>
        </p:spPr>
      </p:pic>
      <p:pic>
        <p:nvPicPr>
          <p:cNvPr id="168" name="Imagen 167">
            <a:extLst>
              <a:ext uri="{FF2B5EF4-FFF2-40B4-BE49-F238E27FC236}">
                <a16:creationId xmlns:a16="http://schemas.microsoft.com/office/drawing/2014/main" id="{737B9471-5B23-84AA-D9D0-13A12D3F75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873" y="1663776"/>
            <a:ext cx="427840" cy="432024"/>
          </a:xfrm>
          <a:prstGeom prst="rect">
            <a:avLst/>
          </a:prstGeom>
        </p:spPr>
      </p:pic>
      <p:pic>
        <p:nvPicPr>
          <p:cNvPr id="169" name="Imagen 168">
            <a:extLst>
              <a:ext uri="{FF2B5EF4-FFF2-40B4-BE49-F238E27FC236}">
                <a16:creationId xmlns:a16="http://schemas.microsoft.com/office/drawing/2014/main" id="{8C8B0564-87C1-484E-5A23-D73A95CE4E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413" y="1694577"/>
            <a:ext cx="160895" cy="162468"/>
          </a:xfrm>
          <a:prstGeom prst="rect">
            <a:avLst/>
          </a:prstGeom>
        </p:spPr>
      </p:pic>
      <p:pic>
        <p:nvPicPr>
          <p:cNvPr id="154" name="Imagen 153">
            <a:extLst>
              <a:ext uri="{FF2B5EF4-FFF2-40B4-BE49-F238E27FC236}">
                <a16:creationId xmlns:a16="http://schemas.microsoft.com/office/drawing/2014/main" id="{587ADC0C-5E1F-5DA3-FC66-9F2EF079E26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9250" y="2936804"/>
            <a:ext cx="382587" cy="386329"/>
          </a:xfrm>
          <a:prstGeom prst="rect">
            <a:avLst/>
          </a:prstGeom>
        </p:spPr>
      </p:pic>
      <p:pic>
        <p:nvPicPr>
          <p:cNvPr id="155" name="Imagen 154">
            <a:extLst>
              <a:ext uri="{FF2B5EF4-FFF2-40B4-BE49-F238E27FC236}">
                <a16:creationId xmlns:a16="http://schemas.microsoft.com/office/drawing/2014/main" id="{4EC1A461-8C5D-1288-88D5-287C891863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4843" y="2271692"/>
            <a:ext cx="431404" cy="435624"/>
          </a:xfrm>
          <a:prstGeom prst="rect">
            <a:avLst/>
          </a:prstGeom>
        </p:spPr>
      </p:pic>
      <p:pic>
        <p:nvPicPr>
          <p:cNvPr id="156" name="Imagen 155">
            <a:extLst>
              <a:ext uri="{FF2B5EF4-FFF2-40B4-BE49-F238E27FC236}">
                <a16:creationId xmlns:a16="http://schemas.microsoft.com/office/drawing/2014/main" id="{919CB39A-B062-F9F0-97D7-7D49F9F478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48407" y="1663776"/>
            <a:ext cx="427840" cy="432025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BF0BE4FF-944B-3881-97F5-53D9CD1163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8206" y="2320986"/>
            <a:ext cx="382587" cy="386329"/>
          </a:xfrm>
          <a:prstGeom prst="rect">
            <a:avLst/>
          </a:prstGeom>
        </p:spPr>
      </p:pic>
      <p:pic>
        <p:nvPicPr>
          <p:cNvPr id="162" name="Imagen 161">
            <a:extLst>
              <a:ext uri="{FF2B5EF4-FFF2-40B4-BE49-F238E27FC236}">
                <a16:creationId xmlns:a16="http://schemas.microsoft.com/office/drawing/2014/main" id="{856ED233-D600-3FB4-7519-5C1F4F74A2B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53873" y="2932501"/>
            <a:ext cx="382587" cy="386330"/>
          </a:xfrm>
          <a:prstGeom prst="rect">
            <a:avLst/>
          </a:prstGeom>
        </p:spPr>
      </p:pic>
      <p:pic>
        <p:nvPicPr>
          <p:cNvPr id="163" name="Imagen 162">
            <a:extLst>
              <a:ext uri="{FF2B5EF4-FFF2-40B4-BE49-F238E27FC236}">
                <a16:creationId xmlns:a16="http://schemas.microsoft.com/office/drawing/2014/main" id="{2D192547-6A50-EF4C-23A7-89F3145C4F6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46085" y="2820027"/>
            <a:ext cx="140504" cy="157642"/>
          </a:xfrm>
          <a:prstGeom prst="rect">
            <a:avLst/>
          </a:prstGeom>
        </p:spPr>
      </p:pic>
      <p:pic>
        <p:nvPicPr>
          <p:cNvPr id="160" name="Imagen 159">
            <a:extLst>
              <a:ext uri="{FF2B5EF4-FFF2-40B4-BE49-F238E27FC236}">
                <a16:creationId xmlns:a16="http://schemas.microsoft.com/office/drawing/2014/main" id="{C38D4906-7A30-712A-A794-FAC6D8A779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402953" y="1663776"/>
            <a:ext cx="427840" cy="432025"/>
          </a:xfrm>
          <a:prstGeom prst="rect">
            <a:avLst/>
          </a:prstGeom>
        </p:spPr>
      </p:pic>
      <p:pic>
        <p:nvPicPr>
          <p:cNvPr id="161" name="Imagen 160">
            <a:extLst>
              <a:ext uri="{FF2B5EF4-FFF2-40B4-BE49-F238E27FC236}">
                <a16:creationId xmlns:a16="http://schemas.microsoft.com/office/drawing/2014/main" id="{6BAC3B0C-8930-48C7-DCBF-18BB16E10B6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93463" y="1691865"/>
            <a:ext cx="140504" cy="15764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ADCE2C2-472E-B32E-8637-018B85AC3E9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1722" y="3569463"/>
            <a:ext cx="382587" cy="38632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7B8B6AA-9026-78A3-7897-813B3368874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89927" y="3580710"/>
            <a:ext cx="333243" cy="33650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0D2CB6C-95AB-E59D-7A83-6996792E222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52766" y="2964893"/>
            <a:ext cx="382587" cy="38632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63C88D4-19C3-889C-2DC2-5137BD1C9EE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37389" y="2960590"/>
            <a:ext cx="382587" cy="38632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BC39ACC-9BBE-BB25-7805-41D64ACDC2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8359" y="2299781"/>
            <a:ext cx="431404" cy="43562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E3ED0D3-75C4-4D28-D409-CAAD71985B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1923" y="1691865"/>
            <a:ext cx="427840" cy="43202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C03C3BC5-001C-DCA2-7046-FCFBAF02971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1722" y="2349075"/>
            <a:ext cx="382587" cy="386329"/>
          </a:xfrm>
          <a:prstGeom prst="rect">
            <a:avLst/>
          </a:prstGeom>
        </p:spPr>
      </p:pic>
      <p:pic>
        <p:nvPicPr>
          <p:cNvPr id="152" name="Imagen 151">
            <a:extLst>
              <a:ext uri="{FF2B5EF4-FFF2-40B4-BE49-F238E27FC236}">
                <a16:creationId xmlns:a16="http://schemas.microsoft.com/office/drawing/2014/main" id="{E17385A3-F8D8-DC68-5FB8-8394B6A21E1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86469" y="1669782"/>
            <a:ext cx="427839" cy="432024"/>
          </a:xfrm>
          <a:prstGeom prst="rect">
            <a:avLst/>
          </a:prstGeom>
        </p:spPr>
      </p:pic>
      <p:pic>
        <p:nvPicPr>
          <p:cNvPr id="153" name="Imagen 152">
            <a:extLst>
              <a:ext uri="{FF2B5EF4-FFF2-40B4-BE49-F238E27FC236}">
                <a16:creationId xmlns:a16="http://schemas.microsoft.com/office/drawing/2014/main" id="{A8498F7E-3D9C-93E9-27E2-6C9966B5F87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675634" y="1666935"/>
            <a:ext cx="140504" cy="157643"/>
          </a:xfrm>
          <a:prstGeom prst="rect">
            <a:avLst/>
          </a:prstGeom>
        </p:spPr>
      </p:pic>
      <p:pic>
        <p:nvPicPr>
          <p:cNvPr id="393" name="Imagen 392">
            <a:extLst>
              <a:ext uri="{FF2B5EF4-FFF2-40B4-BE49-F238E27FC236}">
                <a16:creationId xmlns:a16="http://schemas.microsoft.com/office/drawing/2014/main" id="{CECD8582-1E00-A58F-BAD5-96C13043D49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79058" y="638926"/>
            <a:ext cx="2366859" cy="1556371"/>
          </a:xfrm>
          <a:prstGeom prst="rect">
            <a:avLst/>
          </a:prstGeom>
        </p:spPr>
      </p:pic>
      <p:pic>
        <p:nvPicPr>
          <p:cNvPr id="395" name="Imagen 394">
            <a:extLst>
              <a:ext uri="{FF2B5EF4-FFF2-40B4-BE49-F238E27FC236}">
                <a16:creationId xmlns:a16="http://schemas.microsoft.com/office/drawing/2014/main" id="{1547057F-3F5A-8AE2-9FD1-D0CD8135D5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9304" y="923349"/>
            <a:ext cx="327996" cy="327996"/>
          </a:xfrm>
          <a:prstGeom prst="rect">
            <a:avLst/>
          </a:prstGeom>
        </p:spPr>
      </p:pic>
      <p:pic>
        <p:nvPicPr>
          <p:cNvPr id="396" name="Imagen 395">
            <a:extLst>
              <a:ext uri="{FF2B5EF4-FFF2-40B4-BE49-F238E27FC236}">
                <a16:creationId xmlns:a16="http://schemas.microsoft.com/office/drawing/2014/main" id="{86146E51-D8C4-F231-0C06-0F3D1DDD1F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61704" y="952847"/>
            <a:ext cx="320162" cy="320162"/>
          </a:xfrm>
          <a:prstGeom prst="rect">
            <a:avLst/>
          </a:prstGeom>
        </p:spPr>
      </p:pic>
      <p:pic>
        <p:nvPicPr>
          <p:cNvPr id="397" name="Imagen 396">
            <a:extLst>
              <a:ext uri="{FF2B5EF4-FFF2-40B4-BE49-F238E27FC236}">
                <a16:creationId xmlns:a16="http://schemas.microsoft.com/office/drawing/2014/main" id="{2D7BDCFB-6225-E138-908E-8A5D0BAAC00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2002" y="952847"/>
            <a:ext cx="320162" cy="320162"/>
          </a:xfrm>
          <a:prstGeom prst="rect">
            <a:avLst/>
          </a:prstGeom>
        </p:spPr>
      </p:pic>
      <p:grpSp>
        <p:nvGrpSpPr>
          <p:cNvPr id="398" name="Grupo 397">
            <a:extLst>
              <a:ext uri="{FF2B5EF4-FFF2-40B4-BE49-F238E27FC236}">
                <a16:creationId xmlns:a16="http://schemas.microsoft.com/office/drawing/2014/main" id="{C4D2FB7E-3831-D070-3381-0A8F09E11A58}"/>
              </a:ext>
            </a:extLst>
          </p:cNvPr>
          <p:cNvGrpSpPr/>
          <p:nvPr/>
        </p:nvGrpSpPr>
        <p:grpSpPr>
          <a:xfrm>
            <a:off x="7068941" y="975553"/>
            <a:ext cx="294562" cy="294562"/>
            <a:chOff x="497018" y="4873520"/>
            <a:chExt cx="294562" cy="294562"/>
          </a:xfrm>
        </p:grpSpPr>
        <p:pic>
          <p:nvPicPr>
            <p:cNvPr id="399" name="Imagen 398">
              <a:extLst>
                <a:ext uri="{FF2B5EF4-FFF2-40B4-BE49-F238E27FC236}">
                  <a16:creationId xmlns:a16="http://schemas.microsoft.com/office/drawing/2014/main" id="{F31B0376-6A69-D17E-CCCF-F8ED742EBB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400" name="Imagen 399">
              <a:extLst>
                <a:ext uri="{FF2B5EF4-FFF2-40B4-BE49-F238E27FC236}">
                  <a16:creationId xmlns:a16="http://schemas.microsoft.com/office/drawing/2014/main" id="{99D66B74-6485-DF42-3E48-C54542FD9CC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pic>
        <p:nvPicPr>
          <p:cNvPr id="402" name="Imagen 401">
            <a:extLst>
              <a:ext uri="{FF2B5EF4-FFF2-40B4-BE49-F238E27FC236}">
                <a16:creationId xmlns:a16="http://schemas.microsoft.com/office/drawing/2014/main" id="{4139F327-DAE6-FB08-6439-3A5504E62CD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98524" y="2729289"/>
            <a:ext cx="2366859" cy="1556371"/>
          </a:xfrm>
          <a:prstGeom prst="rect">
            <a:avLst/>
          </a:prstGeom>
        </p:spPr>
      </p:pic>
      <p:pic>
        <p:nvPicPr>
          <p:cNvPr id="404" name="Imagen 403">
            <a:extLst>
              <a:ext uri="{FF2B5EF4-FFF2-40B4-BE49-F238E27FC236}">
                <a16:creationId xmlns:a16="http://schemas.microsoft.com/office/drawing/2014/main" id="{84F2A485-6EAB-D0ED-CB25-FFF8EA191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770" y="3013712"/>
            <a:ext cx="327996" cy="327996"/>
          </a:xfrm>
          <a:prstGeom prst="rect">
            <a:avLst/>
          </a:prstGeom>
        </p:spPr>
      </p:pic>
      <p:pic>
        <p:nvPicPr>
          <p:cNvPr id="405" name="Imagen 404">
            <a:extLst>
              <a:ext uri="{FF2B5EF4-FFF2-40B4-BE49-F238E27FC236}">
                <a16:creationId xmlns:a16="http://schemas.microsoft.com/office/drawing/2014/main" id="{5958F830-DCA5-02D9-18A6-D18188B857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170" y="3043210"/>
            <a:ext cx="320162" cy="320162"/>
          </a:xfrm>
          <a:prstGeom prst="rect">
            <a:avLst/>
          </a:prstGeom>
        </p:spPr>
      </p:pic>
      <p:pic>
        <p:nvPicPr>
          <p:cNvPr id="406" name="Imagen 405">
            <a:extLst>
              <a:ext uri="{FF2B5EF4-FFF2-40B4-BE49-F238E27FC236}">
                <a16:creationId xmlns:a16="http://schemas.microsoft.com/office/drawing/2014/main" id="{B2E7F1BE-BCD3-41DB-41C1-30A31FFC50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1468" y="3043210"/>
            <a:ext cx="320162" cy="320162"/>
          </a:xfrm>
          <a:prstGeom prst="rect">
            <a:avLst/>
          </a:prstGeom>
        </p:spPr>
      </p:pic>
      <p:grpSp>
        <p:nvGrpSpPr>
          <p:cNvPr id="407" name="Grupo 406">
            <a:extLst>
              <a:ext uri="{FF2B5EF4-FFF2-40B4-BE49-F238E27FC236}">
                <a16:creationId xmlns:a16="http://schemas.microsoft.com/office/drawing/2014/main" id="{A9317914-1FAA-A2D3-A942-F5F49CB8BDE1}"/>
              </a:ext>
            </a:extLst>
          </p:cNvPr>
          <p:cNvGrpSpPr/>
          <p:nvPr/>
        </p:nvGrpSpPr>
        <p:grpSpPr>
          <a:xfrm>
            <a:off x="7099994" y="3068407"/>
            <a:ext cx="300068" cy="300068"/>
            <a:chOff x="3678209" y="4702103"/>
            <a:chExt cx="300068" cy="300068"/>
          </a:xfrm>
        </p:grpSpPr>
        <p:pic>
          <p:nvPicPr>
            <p:cNvPr id="408" name="Imagen 407">
              <a:extLst>
                <a:ext uri="{FF2B5EF4-FFF2-40B4-BE49-F238E27FC236}">
                  <a16:creationId xmlns:a16="http://schemas.microsoft.com/office/drawing/2014/main" id="{9C1BB57A-A99F-6B0E-7BB5-CFB9C46B5E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409" name="Imagen 408">
              <a:extLst>
                <a:ext uri="{FF2B5EF4-FFF2-40B4-BE49-F238E27FC236}">
                  <a16:creationId xmlns:a16="http://schemas.microsoft.com/office/drawing/2014/main" id="{B917047C-8AE2-37DE-AF91-7C6C7B76DF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410" name="Grupo 409">
            <a:extLst>
              <a:ext uri="{FF2B5EF4-FFF2-40B4-BE49-F238E27FC236}">
                <a16:creationId xmlns:a16="http://schemas.microsoft.com/office/drawing/2014/main" id="{AE98CB8B-1D9A-CD67-7573-CF84B47382D3}"/>
              </a:ext>
            </a:extLst>
          </p:cNvPr>
          <p:cNvGrpSpPr/>
          <p:nvPr/>
        </p:nvGrpSpPr>
        <p:grpSpPr>
          <a:xfrm>
            <a:off x="7485043" y="3502767"/>
            <a:ext cx="285755" cy="317675"/>
            <a:chOff x="4063257" y="5136462"/>
            <a:chExt cx="285755" cy="317675"/>
          </a:xfrm>
        </p:grpSpPr>
        <p:pic>
          <p:nvPicPr>
            <p:cNvPr id="411" name="Imagen 410">
              <a:extLst>
                <a:ext uri="{FF2B5EF4-FFF2-40B4-BE49-F238E27FC236}">
                  <a16:creationId xmlns:a16="http://schemas.microsoft.com/office/drawing/2014/main" id="{75A3CA23-E579-30C7-AD55-D12992995EA2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412" name="Imagen 411">
              <a:extLst>
                <a:ext uri="{FF2B5EF4-FFF2-40B4-BE49-F238E27FC236}">
                  <a16:creationId xmlns:a16="http://schemas.microsoft.com/office/drawing/2014/main" id="{56AF4B5C-B543-436E-2D9A-5704796B4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413" name="Imagen 412">
            <a:extLst>
              <a:ext uri="{FF2B5EF4-FFF2-40B4-BE49-F238E27FC236}">
                <a16:creationId xmlns:a16="http://schemas.microsoft.com/office/drawing/2014/main" id="{B7A53352-74D2-A84C-5434-B76AB535E2F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2638" y="3547996"/>
            <a:ext cx="294780" cy="294780"/>
          </a:xfrm>
          <a:prstGeom prst="rect">
            <a:avLst/>
          </a:prstGeom>
        </p:spPr>
      </p:pic>
      <p:pic>
        <p:nvPicPr>
          <p:cNvPr id="416" name="Imagen 415">
            <a:extLst>
              <a:ext uri="{FF2B5EF4-FFF2-40B4-BE49-F238E27FC236}">
                <a16:creationId xmlns:a16="http://schemas.microsoft.com/office/drawing/2014/main" id="{6F6B6F73-0D3D-205D-12C3-7273317DFDE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898524" y="4822168"/>
            <a:ext cx="2366859" cy="1556371"/>
          </a:xfrm>
          <a:prstGeom prst="rect">
            <a:avLst/>
          </a:prstGeom>
        </p:spPr>
      </p:pic>
      <p:pic>
        <p:nvPicPr>
          <p:cNvPr id="418" name="Imagen 417">
            <a:extLst>
              <a:ext uri="{FF2B5EF4-FFF2-40B4-BE49-F238E27FC236}">
                <a16:creationId xmlns:a16="http://schemas.microsoft.com/office/drawing/2014/main" id="{D247A5A2-6FF8-C2D5-3E8E-4FC4C7FE22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8770" y="5106591"/>
            <a:ext cx="327996" cy="327996"/>
          </a:xfrm>
          <a:prstGeom prst="rect">
            <a:avLst/>
          </a:prstGeom>
        </p:spPr>
      </p:pic>
      <p:pic>
        <p:nvPicPr>
          <p:cNvPr id="419" name="Imagen 418">
            <a:extLst>
              <a:ext uri="{FF2B5EF4-FFF2-40B4-BE49-F238E27FC236}">
                <a16:creationId xmlns:a16="http://schemas.microsoft.com/office/drawing/2014/main" id="{0BA54BEE-D5F6-76AD-EB5E-BC9287C13F5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81170" y="5136089"/>
            <a:ext cx="320162" cy="320162"/>
          </a:xfrm>
          <a:prstGeom prst="rect">
            <a:avLst/>
          </a:prstGeom>
        </p:spPr>
      </p:pic>
      <p:pic>
        <p:nvPicPr>
          <p:cNvPr id="420" name="Imagen 419">
            <a:extLst>
              <a:ext uri="{FF2B5EF4-FFF2-40B4-BE49-F238E27FC236}">
                <a16:creationId xmlns:a16="http://schemas.microsoft.com/office/drawing/2014/main" id="{7BA00A6F-648A-9F61-EB42-A12ABE6B6EE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1468" y="5136089"/>
            <a:ext cx="320162" cy="320162"/>
          </a:xfrm>
          <a:prstGeom prst="rect">
            <a:avLst/>
          </a:prstGeom>
        </p:spPr>
      </p:pic>
      <p:pic>
        <p:nvPicPr>
          <p:cNvPr id="421" name="Imagen 420">
            <a:extLst>
              <a:ext uri="{FF2B5EF4-FFF2-40B4-BE49-F238E27FC236}">
                <a16:creationId xmlns:a16="http://schemas.microsoft.com/office/drawing/2014/main" id="{E27C3A79-31B6-D165-D206-64E64CF62DF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485042" y="5659320"/>
            <a:ext cx="254000" cy="254000"/>
          </a:xfrm>
          <a:prstGeom prst="rect">
            <a:avLst/>
          </a:prstGeom>
        </p:spPr>
      </p:pic>
      <p:pic>
        <p:nvPicPr>
          <p:cNvPr id="422" name="Imagen 421">
            <a:extLst>
              <a:ext uri="{FF2B5EF4-FFF2-40B4-BE49-F238E27FC236}">
                <a16:creationId xmlns:a16="http://schemas.microsoft.com/office/drawing/2014/main" id="{005BAE85-DF22-5D00-1F4B-15E4B5F0123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02638" y="5640875"/>
            <a:ext cx="294780" cy="294780"/>
          </a:xfrm>
          <a:prstGeom prst="rect">
            <a:avLst/>
          </a:prstGeom>
        </p:spPr>
      </p:pic>
      <p:grpSp>
        <p:nvGrpSpPr>
          <p:cNvPr id="423" name="Grupo 422">
            <a:extLst>
              <a:ext uri="{FF2B5EF4-FFF2-40B4-BE49-F238E27FC236}">
                <a16:creationId xmlns:a16="http://schemas.microsoft.com/office/drawing/2014/main" id="{4F4FFC9E-53A0-A30D-D939-1557F16D7709}"/>
              </a:ext>
            </a:extLst>
          </p:cNvPr>
          <p:cNvGrpSpPr/>
          <p:nvPr/>
        </p:nvGrpSpPr>
        <p:grpSpPr>
          <a:xfrm>
            <a:off x="7107468" y="5172752"/>
            <a:ext cx="300068" cy="301854"/>
            <a:chOff x="6785945" y="4956058"/>
            <a:chExt cx="300068" cy="301860"/>
          </a:xfrm>
        </p:grpSpPr>
        <p:pic>
          <p:nvPicPr>
            <p:cNvPr id="424" name="Imagen 423">
              <a:extLst>
                <a:ext uri="{FF2B5EF4-FFF2-40B4-BE49-F238E27FC236}">
                  <a16:creationId xmlns:a16="http://schemas.microsoft.com/office/drawing/2014/main" id="{B9307CEB-2FDC-D40D-C2A9-ACAB1AFA46C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425" name="Imagen 424">
              <a:extLst>
                <a:ext uri="{FF2B5EF4-FFF2-40B4-BE49-F238E27FC236}">
                  <a16:creationId xmlns:a16="http://schemas.microsoft.com/office/drawing/2014/main" id="{F2C7E518-126A-C3F2-F530-FF23D02E423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426" name="Imagen 425">
            <a:extLst>
              <a:ext uri="{FF2B5EF4-FFF2-40B4-BE49-F238E27FC236}">
                <a16:creationId xmlns:a16="http://schemas.microsoft.com/office/drawing/2014/main" id="{910AF7CB-678E-5038-859B-3785D357F51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865378" y="5621441"/>
            <a:ext cx="294780" cy="294780"/>
          </a:xfrm>
          <a:prstGeom prst="rect">
            <a:avLst/>
          </a:prstGeom>
        </p:spPr>
      </p:pic>
      <p:pic>
        <p:nvPicPr>
          <p:cNvPr id="427" name="Imagen 426">
            <a:extLst>
              <a:ext uri="{FF2B5EF4-FFF2-40B4-BE49-F238E27FC236}">
                <a16:creationId xmlns:a16="http://schemas.microsoft.com/office/drawing/2014/main" id="{A533E9E9-E8E4-45ED-941F-FA9B60AB372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91411" y="5659322"/>
            <a:ext cx="253999" cy="253999"/>
          </a:xfrm>
          <a:prstGeom prst="rect">
            <a:avLst/>
          </a:prstGeom>
        </p:spPr>
      </p:pic>
      <p:sp>
        <p:nvSpPr>
          <p:cNvPr id="433" name="Abrir llave 432">
            <a:extLst>
              <a:ext uri="{FF2B5EF4-FFF2-40B4-BE49-F238E27FC236}">
                <a16:creationId xmlns:a16="http://schemas.microsoft.com/office/drawing/2014/main" id="{BC700E60-3AD9-4FB4-CCDD-15153A57B3EC}"/>
              </a:ext>
            </a:extLst>
          </p:cNvPr>
          <p:cNvSpPr/>
          <p:nvPr/>
        </p:nvSpPr>
        <p:spPr>
          <a:xfrm>
            <a:off x="6159329" y="624465"/>
            <a:ext cx="518765" cy="5624888"/>
          </a:xfrm>
          <a:prstGeom prst="leftBrace">
            <a:avLst/>
          </a:prstGeom>
          <a:noFill/>
          <a:ln w="28575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A37BBCB9-11DE-8FBD-6605-4338B5BACAE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46085" y="5041102"/>
            <a:ext cx="2524409" cy="112367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1B4C008-A1CE-B43F-EC25-DCDFA1F6FC4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49206" y="5739828"/>
            <a:ext cx="1661150" cy="256351"/>
          </a:xfrm>
          <a:prstGeom prst="rect">
            <a:avLst/>
          </a:prstGeom>
        </p:spPr>
      </p:pic>
      <p:pic>
        <p:nvPicPr>
          <p:cNvPr id="150" name="Imagen 149">
            <a:extLst>
              <a:ext uri="{FF2B5EF4-FFF2-40B4-BE49-F238E27FC236}">
                <a16:creationId xmlns:a16="http://schemas.microsoft.com/office/drawing/2014/main" id="{DD9B50FD-4E33-443D-E53B-AB549F449FD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44248" y="5221873"/>
            <a:ext cx="401866" cy="378481"/>
          </a:xfrm>
          <a:prstGeom prst="rect">
            <a:avLst/>
          </a:prstGeom>
        </p:spPr>
      </p:pic>
      <p:pic>
        <p:nvPicPr>
          <p:cNvPr id="151" name="Imagen 150">
            <a:extLst>
              <a:ext uri="{FF2B5EF4-FFF2-40B4-BE49-F238E27FC236}">
                <a16:creationId xmlns:a16="http://schemas.microsoft.com/office/drawing/2014/main" id="{3A7220C6-A44D-95FC-52FC-B9B0467DD84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50908" y="638926"/>
            <a:ext cx="2366859" cy="1556371"/>
          </a:xfrm>
          <a:prstGeom prst="rect">
            <a:avLst/>
          </a:prstGeom>
        </p:spPr>
      </p:pic>
      <p:pic>
        <p:nvPicPr>
          <p:cNvPr id="159" name="Imagen 158">
            <a:extLst>
              <a:ext uri="{FF2B5EF4-FFF2-40B4-BE49-F238E27FC236}">
                <a16:creationId xmlns:a16="http://schemas.microsoft.com/office/drawing/2014/main" id="{28FB0793-FDB8-7449-A825-A455F060A4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1154" y="923349"/>
            <a:ext cx="327996" cy="327996"/>
          </a:xfrm>
          <a:prstGeom prst="rect">
            <a:avLst/>
          </a:prstGeom>
        </p:spPr>
      </p:pic>
      <p:pic>
        <p:nvPicPr>
          <p:cNvPr id="167" name="Imagen 166">
            <a:extLst>
              <a:ext uri="{FF2B5EF4-FFF2-40B4-BE49-F238E27FC236}">
                <a16:creationId xmlns:a16="http://schemas.microsoft.com/office/drawing/2014/main" id="{02DCDA5E-D0B2-551C-2BE4-D241798E4D7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3554" y="952847"/>
            <a:ext cx="320162" cy="320162"/>
          </a:xfrm>
          <a:prstGeom prst="rect">
            <a:avLst/>
          </a:prstGeom>
        </p:spPr>
      </p:pic>
      <p:pic>
        <p:nvPicPr>
          <p:cNvPr id="170" name="Imagen 169">
            <a:extLst>
              <a:ext uri="{FF2B5EF4-FFF2-40B4-BE49-F238E27FC236}">
                <a16:creationId xmlns:a16="http://schemas.microsoft.com/office/drawing/2014/main" id="{2ECD4E92-943F-FCE8-E0F8-BE516BE5C8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73852" y="952847"/>
            <a:ext cx="320162" cy="320162"/>
          </a:xfrm>
          <a:prstGeom prst="rect">
            <a:avLst/>
          </a:prstGeom>
        </p:spPr>
      </p:pic>
      <p:grpSp>
        <p:nvGrpSpPr>
          <p:cNvPr id="171" name="Grupo 170">
            <a:extLst>
              <a:ext uri="{FF2B5EF4-FFF2-40B4-BE49-F238E27FC236}">
                <a16:creationId xmlns:a16="http://schemas.microsoft.com/office/drawing/2014/main" id="{428C54AF-1E50-57DC-F154-920C8D041ACB}"/>
              </a:ext>
            </a:extLst>
          </p:cNvPr>
          <p:cNvGrpSpPr/>
          <p:nvPr/>
        </p:nvGrpSpPr>
        <p:grpSpPr>
          <a:xfrm>
            <a:off x="9740791" y="975553"/>
            <a:ext cx="294562" cy="294562"/>
            <a:chOff x="497018" y="4873520"/>
            <a:chExt cx="294562" cy="294562"/>
          </a:xfrm>
        </p:grpSpPr>
        <p:pic>
          <p:nvPicPr>
            <p:cNvPr id="174" name="Imagen 173">
              <a:extLst>
                <a:ext uri="{FF2B5EF4-FFF2-40B4-BE49-F238E27FC236}">
                  <a16:creationId xmlns:a16="http://schemas.microsoft.com/office/drawing/2014/main" id="{A7E2E1C6-1D14-FB76-EC1D-CE72B1B24C3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175" name="Imagen 174">
              <a:extLst>
                <a:ext uri="{FF2B5EF4-FFF2-40B4-BE49-F238E27FC236}">
                  <a16:creationId xmlns:a16="http://schemas.microsoft.com/office/drawing/2014/main" id="{9F4D38E4-2C94-E562-8526-D11D30CBDC4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pic>
        <p:nvPicPr>
          <p:cNvPr id="177" name="Imagen 176">
            <a:extLst>
              <a:ext uri="{FF2B5EF4-FFF2-40B4-BE49-F238E27FC236}">
                <a16:creationId xmlns:a16="http://schemas.microsoft.com/office/drawing/2014/main" id="{E94617F5-668A-5FF7-0CA6-F036D0D3EF7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70374" y="2729289"/>
            <a:ext cx="2366859" cy="1556371"/>
          </a:xfrm>
          <a:prstGeom prst="rect">
            <a:avLst/>
          </a:prstGeom>
        </p:spPr>
      </p:pic>
      <p:pic>
        <p:nvPicPr>
          <p:cNvPr id="179" name="Imagen 178">
            <a:extLst>
              <a:ext uri="{FF2B5EF4-FFF2-40B4-BE49-F238E27FC236}">
                <a16:creationId xmlns:a16="http://schemas.microsoft.com/office/drawing/2014/main" id="{65F3C133-8D38-7053-4E51-73595CA716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0620" y="3013712"/>
            <a:ext cx="327996" cy="327996"/>
          </a:xfrm>
          <a:prstGeom prst="rect">
            <a:avLst/>
          </a:prstGeom>
        </p:spPr>
      </p:pic>
      <p:pic>
        <p:nvPicPr>
          <p:cNvPr id="180" name="Imagen 179">
            <a:extLst>
              <a:ext uri="{FF2B5EF4-FFF2-40B4-BE49-F238E27FC236}">
                <a16:creationId xmlns:a16="http://schemas.microsoft.com/office/drawing/2014/main" id="{B7FD1D01-73E6-7561-10CA-003A09F6C0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3020" y="3043210"/>
            <a:ext cx="320162" cy="320162"/>
          </a:xfrm>
          <a:prstGeom prst="rect">
            <a:avLst/>
          </a:prstGeom>
        </p:spPr>
      </p:pic>
      <p:pic>
        <p:nvPicPr>
          <p:cNvPr id="181" name="Imagen 180">
            <a:extLst>
              <a:ext uri="{FF2B5EF4-FFF2-40B4-BE49-F238E27FC236}">
                <a16:creationId xmlns:a16="http://schemas.microsoft.com/office/drawing/2014/main" id="{B320B24D-285F-C256-B883-756DAC9C9F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3318" y="3043210"/>
            <a:ext cx="320162" cy="320162"/>
          </a:xfrm>
          <a:prstGeom prst="rect">
            <a:avLst/>
          </a:prstGeom>
        </p:spPr>
      </p:pic>
      <p:grpSp>
        <p:nvGrpSpPr>
          <p:cNvPr id="182" name="Grupo 181">
            <a:extLst>
              <a:ext uri="{FF2B5EF4-FFF2-40B4-BE49-F238E27FC236}">
                <a16:creationId xmlns:a16="http://schemas.microsoft.com/office/drawing/2014/main" id="{B35A269D-11DB-41FD-E50F-F8B84DCB97DC}"/>
              </a:ext>
            </a:extLst>
          </p:cNvPr>
          <p:cNvGrpSpPr/>
          <p:nvPr/>
        </p:nvGrpSpPr>
        <p:grpSpPr>
          <a:xfrm>
            <a:off x="9771844" y="3068407"/>
            <a:ext cx="300068" cy="300068"/>
            <a:chOff x="3678209" y="4702103"/>
            <a:chExt cx="300068" cy="300068"/>
          </a:xfrm>
        </p:grpSpPr>
        <p:pic>
          <p:nvPicPr>
            <p:cNvPr id="183" name="Imagen 182">
              <a:extLst>
                <a:ext uri="{FF2B5EF4-FFF2-40B4-BE49-F238E27FC236}">
                  <a16:creationId xmlns:a16="http://schemas.microsoft.com/office/drawing/2014/main" id="{81B1F7BD-3795-23AC-44DF-066CEFEEC1A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184" name="Imagen 183">
              <a:extLst>
                <a:ext uri="{FF2B5EF4-FFF2-40B4-BE49-F238E27FC236}">
                  <a16:creationId xmlns:a16="http://schemas.microsoft.com/office/drawing/2014/main" id="{FCF8699E-68D2-A8EF-4265-F5CBB5F5CAE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185" name="Grupo 184">
            <a:extLst>
              <a:ext uri="{FF2B5EF4-FFF2-40B4-BE49-F238E27FC236}">
                <a16:creationId xmlns:a16="http://schemas.microsoft.com/office/drawing/2014/main" id="{8C45A7A2-2A03-3536-71C7-C141033672EF}"/>
              </a:ext>
            </a:extLst>
          </p:cNvPr>
          <p:cNvGrpSpPr/>
          <p:nvPr/>
        </p:nvGrpSpPr>
        <p:grpSpPr>
          <a:xfrm>
            <a:off x="10156893" y="3502767"/>
            <a:ext cx="285755" cy="317675"/>
            <a:chOff x="4063257" y="5136462"/>
            <a:chExt cx="285755" cy="317675"/>
          </a:xfrm>
        </p:grpSpPr>
        <p:pic>
          <p:nvPicPr>
            <p:cNvPr id="186" name="Imagen 185">
              <a:extLst>
                <a:ext uri="{FF2B5EF4-FFF2-40B4-BE49-F238E27FC236}">
                  <a16:creationId xmlns:a16="http://schemas.microsoft.com/office/drawing/2014/main" id="{538C1FE2-93EC-15AE-762F-825FC232865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C8EE7D15-B1CF-DFA9-3FC3-E118C6BA76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188" name="Imagen 187">
            <a:extLst>
              <a:ext uri="{FF2B5EF4-FFF2-40B4-BE49-F238E27FC236}">
                <a16:creationId xmlns:a16="http://schemas.microsoft.com/office/drawing/2014/main" id="{6EE4D2F5-59C5-45B1-542F-B3B6B16D14F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4488" y="3547996"/>
            <a:ext cx="294780" cy="294780"/>
          </a:xfrm>
          <a:prstGeom prst="rect">
            <a:avLst/>
          </a:prstGeom>
        </p:spPr>
      </p:pic>
      <p:pic>
        <p:nvPicPr>
          <p:cNvPr id="189" name="Imagen 188">
            <a:extLst>
              <a:ext uri="{FF2B5EF4-FFF2-40B4-BE49-F238E27FC236}">
                <a16:creationId xmlns:a16="http://schemas.microsoft.com/office/drawing/2014/main" id="{28DAD450-F933-0016-01C0-8C0851004A4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43690" y="3255584"/>
            <a:ext cx="273521" cy="273521"/>
          </a:xfrm>
          <a:prstGeom prst="rect">
            <a:avLst/>
          </a:prstGeom>
        </p:spPr>
      </p:pic>
      <p:pic>
        <p:nvPicPr>
          <p:cNvPr id="191" name="Imagen 190">
            <a:extLst>
              <a:ext uri="{FF2B5EF4-FFF2-40B4-BE49-F238E27FC236}">
                <a16:creationId xmlns:a16="http://schemas.microsoft.com/office/drawing/2014/main" id="{D14491B7-E2CF-451D-1503-AC8282EF18C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570374" y="4822168"/>
            <a:ext cx="2366859" cy="1556371"/>
          </a:xfrm>
          <a:prstGeom prst="rect">
            <a:avLst/>
          </a:prstGeom>
        </p:spPr>
      </p:pic>
      <p:pic>
        <p:nvPicPr>
          <p:cNvPr id="257" name="Imagen 256">
            <a:extLst>
              <a:ext uri="{FF2B5EF4-FFF2-40B4-BE49-F238E27FC236}">
                <a16:creationId xmlns:a16="http://schemas.microsoft.com/office/drawing/2014/main" id="{681DB9D5-0329-C748-C049-7CE91E6188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20620" y="5106591"/>
            <a:ext cx="327996" cy="327996"/>
          </a:xfrm>
          <a:prstGeom prst="rect">
            <a:avLst/>
          </a:prstGeom>
        </p:spPr>
      </p:pic>
      <p:pic>
        <p:nvPicPr>
          <p:cNvPr id="258" name="Imagen 257">
            <a:extLst>
              <a:ext uri="{FF2B5EF4-FFF2-40B4-BE49-F238E27FC236}">
                <a16:creationId xmlns:a16="http://schemas.microsoft.com/office/drawing/2014/main" id="{3020723C-C665-0DD8-3696-CF28848A2D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3020" y="5136089"/>
            <a:ext cx="320162" cy="320162"/>
          </a:xfrm>
          <a:prstGeom prst="rect">
            <a:avLst/>
          </a:prstGeom>
        </p:spPr>
      </p:pic>
      <p:pic>
        <p:nvPicPr>
          <p:cNvPr id="259" name="Imagen 258">
            <a:extLst>
              <a:ext uri="{FF2B5EF4-FFF2-40B4-BE49-F238E27FC236}">
                <a16:creationId xmlns:a16="http://schemas.microsoft.com/office/drawing/2014/main" id="{53A19BF2-66D4-EDEB-607C-A47DE8825A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93318" y="5136089"/>
            <a:ext cx="320162" cy="320162"/>
          </a:xfrm>
          <a:prstGeom prst="rect">
            <a:avLst/>
          </a:prstGeom>
        </p:spPr>
      </p:pic>
      <p:pic>
        <p:nvPicPr>
          <p:cNvPr id="260" name="Imagen 259">
            <a:extLst>
              <a:ext uri="{FF2B5EF4-FFF2-40B4-BE49-F238E27FC236}">
                <a16:creationId xmlns:a16="http://schemas.microsoft.com/office/drawing/2014/main" id="{CDB07A2D-6592-949C-AB69-154E9D4AEA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156892" y="5659320"/>
            <a:ext cx="254000" cy="254000"/>
          </a:xfrm>
          <a:prstGeom prst="rect">
            <a:avLst/>
          </a:prstGeom>
        </p:spPr>
      </p:pic>
      <p:pic>
        <p:nvPicPr>
          <p:cNvPr id="261" name="Imagen 260">
            <a:extLst>
              <a:ext uri="{FF2B5EF4-FFF2-40B4-BE49-F238E27FC236}">
                <a16:creationId xmlns:a16="http://schemas.microsoft.com/office/drawing/2014/main" id="{BD4C2D99-FFB1-E9D8-ADA2-51716836B66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74488" y="5640875"/>
            <a:ext cx="294780" cy="294780"/>
          </a:xfrm>
          <a:prstGeom prst="rect">
            <a:avLst/>
          </a:prstGeom>
        </p:spPr>
      </p:pic>
      <p:grpSp>
        <p:nvGrpSpPr>
          <p:cNvPr id="262" name="Grupo 261">
            <a:extLst>
              <a:ext uri="{FF2B5EF4-FFF2-40B4-BE49-F238E27FC236}">
                <a16:creationId xmlns:a16="http://schemas.microsoft.com/office/drawing/2014/main" id="{82C59122-2935-87B0-0A90-D4078424996D}"/>
              </a:ext>
            </a:extLst>
          </p:cNvPr>
          <p:cNvGrpSpPr/>
          <p:nvPr/>
        </p:nvGrpSpPr>
        <p:grpSpPr>
          <a:xfrm>
            <a:off x="9779318" y="5172752"/>
            <a:ext cx="300068" cy="301854"/>
            <a:chOff x="6785945" y="4956058"/>
            <a:chExt cx="300068" cy="301860"/>
          </a:xfrm>
        </p:grpSpPr>
        <p:pic>
          <p:nvPicPr>
            <p:cNvPr id="263" name="Imagen 262">
              <a:extLst>
                <a:ext uri="{FF2B5EF4-FFF2-40B4-BE49-F238E27FC236}">
                  <a16:creationId xmlns:a16="http://schemas.microsoft.com/office/drawing/2014/main" id="{00608446-EB01-AAA5-660B-3A737B308B6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264" name="Imagen 263">
              <a:extLst>
                <a:ext uri="{FF2B5EF4-FFF2-40B4-BE49-F238E27FC236}">
                  <a16:creationId xmlns:a16="http://schemas.microsoft.com/office/drawing/2014/main" id="{4A2DD729-264D-8B38-0C61-411A38C5A5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265" name="Imagen 264">
            <a:extLst>
              <a:ext uri="{FF2B5EF4-FFF2-40B4-BE49-F238E27FC236}">
                <a16:creationId xmlns:a16="http://schemas.microsoft.com/office/drawing/2014/main" id="{34FB25F3-4B4E-8D92-AF0E-9BFB1D91E09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537228" y="5621441"/>
            <a:ext cx="294780" cy="294780"/>
          </a:xfrm>
          <a:prstGeom prst="rect">
            <a:avLst/>
          </a:prstGeom>
        </p:spPr>
      </p:pic>
      <p:pic>
        <p:nvPicPr>
          <p:cNvPr id="266" name="Imagen 265">
            <a:extLst>
              <a:ext uri="{FF2B5EF4-FFF2-40B4-BE49-F238E27FC236}">
                <a16:creationId xmlns:a16="http://schemas.microsoft.com/office/drawing/2014/main" id="{F7F8AEB6-550D-BC7E-11EC-72D42B323B7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963261" y="5659322"/>
            <a:ext cx="253999" cy="253999"/>
          </a:xfrm>
          <a:prstGeom prst="rect">
            <a:avLst/>
          </a:prstGeom>
        </p:spPr>
      </p:pic>
      <p:pic>
        <p:nvPicPr>
          <p:cNvPr id="267" name="Imagen 266">
            <a:extLst>
              <a:ext uri="{FF2B5EF4-FFF2-40B4-BE49-F238E27FC236}">
                <a16:creationId xmlns:a16="http://schemas.microsoft.com/office/drawing/2014/main" id="{569A90E4-55CD-7D7B-30C6-3B12B0772E9F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46297" y="5367354"/>
            <a:ext cx="273521" cy="273521"/>
          </a:xfrm>
          <a:prstGeom prst="rect">
            <a:avLst/>
          </a:prstGeom>
        </p:spPr>
      </p:pic>
      <p:pic>
        <p:nvPicPr>
          <p:cNvPr id="269" name="Imagen 268">
            <a:extLst>
              <a:ext uri="{FF2B5EF4-FFF2-40B4-BE49-F238E27FC236}">
                <a16:creationId xmlns:a16="http://schemas.microsoft.com/office/drawing/2014/main" id="{55DC4245-B784-7B96-0CF2-DFD8CD28027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1426830" y="1160585"/>
            <a:ext cx="273521" cy="273521"/>
          </a:xfrm>
          <a:prstGeom prst="rect">
            <a:avLst/>
          </a:prstGeom>
        </p:spPr>
      </p:pic>
      <p:sp>
        <p:nvSpPr>
          <p:cNvPr id="347" name="CuadroTexto 346">
            <a:extLst>
              <a:ext uri="{FF2B5EF4-FFF2-40B4-BE49-F238E27FC236}">
                <a16:creationId xmlns:a16="http://schemas.microsoft.com/office/drawing/2014/main" id="{6FE97EA0-01EE-9ED7-17CE-26F0D6F97DFF}"/>
              </a:ext>
            </a:extLst>
          </p:cNvPr>
          <p:cNvSpPr txBox="1"/>
          <p:nvPr/>
        </p:nvSpPr>
        <p:spPr>
          <a:xfrm>
            <a:off x="7436566" y="276365"/>
            <a:ext cx="1188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Ⓢ(BASIC)</a:t>
            </a:r>
          </a:p>
        </p:txBody>
      </p:sp>
      <p:sp>
        <p:nvSpPr>
          <p:cNvPr id="348" name="CuadroTexto 347">
            <a:extLst>
              <a:ext uri="{FF2B5EF4-FFF2-40B4-BE49-F238E27FC236}">
                <a16:creationId xmlns:a16="http://schemas.microsoft.com/office/drawing/2014/main" id="{7835C15C-657A-E524-6F2A-0B319278D0C9}"/>
              </a:ext>
            </a:extLst>
          </p:cNvPr>
          <p:cNvSpPr txBox="1"/>
          <p:nvPr/>
        </p:nvSpPr>
        <p:spPr>
          <a:xfrm>
            <a:off x="9900286" y="285763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Ⓢ(BASIC, calls)</a:t>
            </a:r>
          </a:p>
        </p:txBody>
      </p:sp>
      <p:sp>
        <p:nvSpPr>
          <p:cNvPr id="349" name="CuadroTexto 348">
            <a:extLst>
              <a:ext uri="{FF2B5EF4-FFF2-40B4-BE49-F238E27FC236}">
                <a16:creationId xmlns:a16="http://schemas.microsoft.com/office/drawing/2014/main" id="{33710B62-0A2C-5F50-07A0-EB3C8B6289B5}"/>
              </a:ext>
            </a:extLst>
          </p:cNvPr>
          <p:cNvSpPr txBox="1"/>
          <p:nvPr/>
        </p:nvSpPr>
        <p:spPr>
          <a:xfrm>
            <a:off x="7539235" y="2393325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Ⓢ(PRO)</a:t>
            </a:r>
          </a:p>
        </p:txBody>
      </p:sp>
      <p:sp>
        <p:nvSpPr>
          <p:cNvPr id="350" name="CuadroTexto 349">
            <a:extLst>
              <a:ext uri="{FF2B5EF4-FFF2-40B4-BE49-F238E27FC236}">
                <a16:creationId xmlns:a16="http://schemas.microsoft.com/office/drawing/2014/main" id="{FE7F2830-CC25-65F5-1C44-7006C802C12C}"/>
              </a:ext>
            </a:extLst>
          </p:cNvPr>
          <p:cNvSpPr txBox="1"/>
          <p:nvPr/>
        </p:nvSpPr>
        <p:spPr>
          <a:xfrm>
            <a:off x="9927286" y="2387677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Ⓢ(PRO, calls)</a:t>
            </a:r>
          </a:p>
        </p:txBody>
      </p:sp>
      <p:sp>
        <p:nvSpPr>
          <p:cNvPr id="351" name="CuadroTexto 350">
            <a:extLst>
              <a:ext uri="{FF2B5EF4-FFF2-40B4-BE49-F238E27FC236}">
                <a16:creationId xmlns:a16="http://schemas.microsoft.com/office/drawing/2014/main" id="{E6F56D99-AFEA-233D-B935-4B516944354A}"/>
              </a:ext>
            </a:extLst>
          </p:cNvPr>
          <p:cNvSpPr txBox="1"/>
          <p:nvPr/>
        </p:nvSpPr>
        <p:spPr>
          <a:xfrm>
            <a:off x="7252583" y="4476817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Ⓢ(BUSINESS)</a:t>
            </a:r>
          </a:p>
        </p:txBody>
      </p:sp>
      <p:sp>
        <p:nvSpPr>
          <p:cNvPr id="352" name="CuadroTexto 351">
            <a:extLst>
              <a:ext uri="{FF2B5EF4-FFF2-40B4-BE49-F238E27FC236}">
                <a16:creationId xmlns:a16="http://schemas.microsoft.com/office/drawing/2014/main" id="{5732B131-B8C7-6C93-2583-A3D67E4451BD}"/>
              </a:ext>
            </a:extLst>
          </p:cNvPr>
          <p:cNvSpPr txBox="1"/>
          <p:nvPr/>
        </p:nvSpPr>
        <p:spPr>
          <a:xfrm>
            <a:off x="9668112" y="4459658"/>
            <a:ext cx="2186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Ⓢ(BUSINESS, calls)</a:t>
            </a:r>
          </a:p>
        </p:txBody>
      </p:sp>
      <p:sp>
        <p:nvSpPr>
          <p:cNvPr id="3" name="Abrir llave 2">
            <a:extLst>
              <a:ext uri="{FF2B5EF4-FFF2-40B4-BE49-F238E27FC236}">
                <a16:creationId xmlns:a16="http://schemas.microsoft.com/office/drawing/2014/main" id="{7DE37225-8218-1A17-1C44-F39EFEB73BB5}"/>
              </a:ext>
            </a:extLst>
          </p:cNvPr>
          <p:cNvSpPr/>
          <p:nvPr/>
        </p:nvSpPr>
        <p:spPr>
          <a:xfrm rot="10800000">
            <a:off x="12292139" y="579900"/>
            <a:ext cx="518765" cy="5624888"/>
          </a:xfrm>
          <a:prstGeom prst="leftBrace">
            <a:avLst/>
          </a:prstGeom>
          <a:noFill/>
          <a:ln w="28575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CuadroTexto 157">
            <a:extLst>
              <a:ext uri="{FF2B5EF4-FFF2-40B4-BE49-F238E27FC236}">
                <a16:creationId xmlns:a16="http://schemas.microsoft.com/office/drawing/2014/main" id="{E9E878BE-8EEC-C80B-57D4-84DF6ABD8652}"/>
              </a:ext>
            </a:extLst>
          </p:cNvPr>
          <p:cNvSpPr txBox="1"/>
          <p:nvPr/>
        </p:nvSpPr>
        <p:spPr>
          <a:xfrm>
            <a:off x="11824592" y="63347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8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BDE6ECD0-EBB9-A4AE-B0A7-07231C76F2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2929" y="-1085399"/>
            <a:ext cx="10972800" cy="519112"/>
          </a:xfrm>
        </p:spPr>
        <p:txBody>
          <a:bodyPr/>
          <a:lstStyle/>
          <a:p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Measure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Complexity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</a:p>
        </p:txBody>
      </p:sp>
      <p:sp>
        <p:nvSpPr>
          <p:cNvPr id="256" name="Rectángulo redondeado 2">
            <a:extLst>
              <a:ext uri="{FF2B5EF4-FFF2-40B4-BE49-F238E27FC236}">
                <a16:creationId xmlns:a16="http://schemas.microsoft.com/office/drawing/2014/main" id="{4C4C2D56-D827-3B5C-D258-D5D4D2CFB268}"/>
              </a:ext>
            </a:extLst>
          </p:cNvPr>
          <p:cNvSpPr/>
          <p:nvPr/>
        </p:nvSpPr>
        <p:spPr>
          <a:xfrm rot="1109608">
            <a:off x="13321927" y="374776"/>
            <a:ext cx="1255366" cy="525057"/>
          </a:xfrm>
          <a:prstGeom prst="roundRect">
            <a:avLst/>
          </a:prstGeom>
          <a:noFill/>
          <a:ln w="76200">
            <a:solidFill>
              <a:srgbClr val="8915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89153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ICSOC’24</a:t>
            </a:r>
          </a:p>
        </p:txBody>
      </p:sp>
      <p:sp>
        <p:nvSpPr>
          <p:cNvPr id="268" name="Rectángulo redondeado 2">
            <a:extLst>
              <a:ext uri="{FF2B5EF4-FFF2-40B4-BE49-F238E27FC236}">
                <a16:creationId xmlns:a16="http://schemas.microsoft.com/office/drawing/2014/main" id="{1FDB00CA-3FAB-7F74-A2C1-B0ECD860B2B0}"/>
              </a:ext>
            </a:extLst>
          </p:cNvPr>
          <p:cNvSpPr/>
          <p:nvPr/>
        </p:nvSpPr>
        <p:spPr>
          <a:xfrm rot="1109608">
            <a:off x="14982091" y="1302030"/>
            <a:ext cx="1333885" cy="525057"/>
          </a:xfrm>
          <a:prstGeom prst="roundRect">
            <a:avLst/>
          </a:prstGeom>
          <a:noFill/>
          <a:ln w="76200">
            <a:solidFill>
              <a:srgbClr val="8915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89153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TSC’25?</a:t>
            </a:r>
          </a:p>
        </p:txBody>
      </p:sp>
      <p:pic>
        <p:nvPicPr>
          <p:cNvPr id="270" name="Picture 32">
            <a:extLst>
              <a:ext uri="{FF2B5EF4-FFF2-40B4-BE49-F238E27FC236}">
                <a16:creationId xmlns:a16="http://schemas.microsoft.com/office/drawing/2014/main" id="{237F9E7D-86F1-190D-6E0F-49F8A152543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78519">
            <a:off x="13265950" y="272217"/>
            <a:ext cx="1367806" cy="700879"/>
          </a:xfrm>
          <a:prstGeom prst="rect">
            <a:avLst/>
          </a:prstGeom>
        </p:spPr>
      </p:pic>
      <p:pic>
        <p:nvPicPr>
          <p:cNvPr id="271" name="Imagen 2">
            <a:extLst>
              <a:ext uri="{FF2B5EF4-FFF2-40B4-BE49-F238E27FC236}">
                <a16:creationId xmlns:a16="http://schemas.microsoft.com/office/drawing/2014/main" id="{4695846C-08C1-6C5F-BE65-A994663C8BA1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12930223" y="10199"/>
            <a:ext cx="681686" cy="681686"/>
          </a:xfrm>
          <a:prstGeom prst="rect">
            <a:avLst/>
          </a:prstGeom>
        </p:spPr>
      </p:pic>
      <p:pic>
        <p:nvPicPr>
          <p:cNvPr id="272" name="Picture 32">
            <a:extLst>
              <a:ext uri="{FF2B5EF4-FFF2-40B4-BE49-F238E27FC236}">
                <a16:creationId xmlns:a16="http://schemas.microsoft.com/office/drawing/2014/main" id="{47174179-7281-7739-1ECD-650F6E572E06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78519">
            <a:off x="14935468" y="1182641"/>
            <a:ext cx="1485651" cy="66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2849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4DCC2F-A308-5476-5E5A-EFCAAFACB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68D82ED9-13A8-5512-8976-721A98DDC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526574" y="4852750"/>
            <a:ext cx="1727289" cy="132376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AACB1A5A-B9F9-0208-6C49-385CA2314D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544256" y="465783"/>
            <a:ext cx="5914070" cy="4200583"/>
          </a:xfrm>
          <a:prstGeom prst="rect">
            <a:avLst/>
          </a:prstGeom>
        </p:spPr>
      </p:pic>
      <p:pic>
        <p:nvPicPr>
          <p:cNvPr id="164" name="Imagen 163">
            <a:extLst>
              <a:ext uri="{FF2B5EF4-FFF2-40B4-BE49-F238E27FC236}">
                <a16:creationId xmlns:a16="http://schemas.microsoft.com/office/drawing/2014/main" id="{C510F312-2C0E-0A2C-2341-585A62C07F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5320331" y="2193904"/>
            <a:ext cx="431404" cy="435624"/>
          </a:xfrm>
          <a:prstGeom prst="rect">
            <a:avLst/>
          </a:prstGeom>
        </p:spPr>
      </p:pic>
      <p:pic>
        <p:nvPicPr>
          <p:cNvPr id="165" name="Imagen 164">
            <a:extLst>
              <a:ext uri="{FF2B5EF4-FFF2-40B4-BE49-F238E27FC236}">
                <a16:creationId xmlns:a16="http://schemas.microsoft.com/office/drawing/2014/main" id="{1B4BA87E-D05A-6E22-E32E-32575784AC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5316767" y="1585989"/>
            <a:ext cx="427840" cy="432024"/>
          </a:xfrm>
          <a:prstGeom prst="rect">
            <a:avLst/>
          </a:prstGeom>
        </p:spPr>
      </p:pic>
      <p:pic>
        <p:nvPicPr>
          <p:cNvPr id="166" name="Imagen 165">
            <a:extLst>
              <a:ext uri="{FF2B5EF4-FFF2-40B4-BE49-F238E27FC236}">
                <a16:creationId xmlns:a16="http://schemas.microsoft.com/office/drawing/2014/main" id="{DB5F20B0-1DF1-724B-A740-637EDE6461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6216968" y="2243199"/>
            <a:ext cx="382587" cy="386329"/>
          </a:xfrm>
          <a:prstGeom prst="rect">
            <a:avLst/>
          </a:prstGeom>
        </p:spPr>
      </p:pic>
      <p:pic>
        <p:nvPicPr>
          <p:cNvPr id="168" name="Imagen 167">
            <a:extLst>
              <a:ext uri="{FF2B5EF4-FFF2-40B4-BE49-F238E27FC236}">
                <a16:creationId xmlns:a16="http://schemas.microsoft.com/office/drawing/2014/main" id="{A3BD5EF2-5530-323A-C915-61CFE5A74E8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6262221" y="1585989"/>
            <a:ext cx="427840" cy="432024"/>
          </a:xfrm>
          <a:prstGeom prst="rect">
            <a:avLst/>
          </a:prstGeom>
        </p:spPr>
      </p:pic>
      <p:pic>
        <p:nvPicPr>
          <p:cNvPr id="169" name="Imagen 168">
            <a:extLst>
              <a:ext uri="{FF2B5EF4-FFF2-40B4-BE49-F238E27FC236}">
                <a16:creationId xmlns:a16="http://schemas.microsoft.com/office/drawing/2014/main" id="{7CD279B1-FF00-E910-EDCE-C85A6EDD03E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5988681" y="1616790"/>
            <a:ext cx="160895" cy="162468"/>
          </a:xfrm>
          <a:prstGeom prst="rect">
            <a:avLst/>
          </a:prstGeom>
        </p:spPr>
      </p:pic>
      <p:pic>
        <p:nvPicPr>
          <p:cNvPr id="154" name="Imagen 153">
            <a:extLst>
              <a:ext uri="{FF2B5EF4-FFF2-40B4-BE49-F238E27FC236}">
                <a16:creationId xmlns:a16="http://schemas.microsoft.com/office/drawing/2014/main" id="{03D51231-84C3-E5B0-FD27-BD5CBB5CFB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3308844" y="2859017"/>
            <a:ext cx="382587" cy="386329"/>
          </a:xfrm>
          <a:prstGeom prst="rect">
            <a:avLst/>
          </a:prstGeom>
        </p:spPr>
      </p:pic>
      <p:pic>
        <p:nvPicPr>
          <p:cNvPr id="155" name="Imagen 154">
            <a:extLst>
              <a:ext uri="{FF2B5EF4-FFF2-40B4-BE49-F238E27FC236}">
                <a16:creationId xmlns:a16="http://schemas.microsoft.com/office/drawing/2014/main" id="{091C4067-B871-186D-A005-D4123ED63B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3333251" y="2193905"/>
            <a:ext cx="431404" cy="435624"/>
          </a:xfrm>
          <a:prstGeom prst="rect">
            <a:avLst/>
          </a:prstGeom>
        </p:spPr>
      </p:pic>
      <p:pic>
        <p:nvPicPr>
          <p:cNvPr id="156" name="Imagen 155">
            <a:extLst>
              <a:ext uri="{FF2B5EF4-FFF2-40B4-BE49-F238E27FC236}">
                <a16:creationId xmlns:a16="http://schemas.microsoft.com/office/drawing/2014/main" id="{106C052A-5E16-6D7A-8775-675FC34839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3329687" y="1585989"/>
            <a:ext cx="427840" cy="432025"/>
          </a:xfrm>
          <a:prstGeom prst="rect">
            <a:avLst/>
          </a:prstGeom>
        </p:spPr>
      </p:pic>
      <p:pic>
        <p:nvPicPr>
          <p:cNvPr id="157" name="Imagen 156">
            <a:extLst>
              <a:ext uri="{FF2B5EF4-FFF2-40B4-BE49-F238E27FC236}">
                <a16:creationId xmlns:a16="http://schemas.microsoft.com/office/drawing/2014/main" id="{C3B709A1-FE9E-F105-F99E-27321B051E0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229888" y="2243199"/>
            <a:ext cx="382587" cy="386329"/>
          </a:xfrm>
          <a:prstGeom prst="rect">
            <a:avLst/>
          </a:prstGeom>
        </p:spPr>
      </p:pic>
      <p:pic>
        <p:nvPicPr>
          <p:cNvPr id="162" name="Imagen 161">
            <a:extLst>
              <a:ext uri="{FF2B5EF4-FFF2-40B4-BE49-F238E27FC236}">
                <a16:creationId xmlns:a16="http://schemas.microsoft.com/office/drawing/2014/main" id="{4BE2522C-C1DA-CCCF-EBFA-2BA13571C9A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4224221" y="2854714"/>
            <a:ext cx="382587" cy="386330"/>
          </a:xfrm>
          <a:prstGeom prst="rect">
            <a:avLst/>
          </a:prstGeom>
        </p:spPr>
      </p:pic>
      <p:pic>
        <p:nvPicPr>
          <p:cNvPr id="163" name="Imagen 162">
            <a:extLst>
              <a:ext uri="{FF2B5EF4-FFF2-40B4-BE49-F238E27FC236}">
                <a16:creationId xmlns:a16="http://schemas.microsoft.com/office/drawing/2014/main" id="{8EF31D63-051F-8828-D640-DA1830A379E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3932009" y="2742240"/>
            <a:ext cx="140504" cy="157642"/>
          </a:xfrm>
          <a:prstGeom prst="rect">
            <a:avLst/>
          </a:prstGeom>
        </p:spPr>
      </p:pic>
      <p:pic>
        <p:nvPicPr>
          <p:cNvPr id="160" name="Imagen 159">
            <a:extLst>
              <a:ext uri="{FF2B5EF4-FFF2-40B4-BE49-F238E27FC236}">
                <a16:creationId xmlns:a16="http://schemas.microsoft.com/office/drawing/2014/main" id="{F04FE590-601E-907E-F252-6E49A731890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4275141" y="1585989"/>
            <a:ext cx="427840" cy="432025"/>
          </a:xfrm>
          <a:prstGeom prst="rect">
            <a:avLst/>
          </a:prstGeom>
        </p:spPr>
      </p:pic>
      <p:pic>
        <p:nvPicPr>
          <p:cNvPr id="161" name="Imagen 160">
            <a:extLst>
              <a:ext uri="{FF2B5EF4-FFF2-40B4-BE49-F238E27FC236}">
                <a16:creationId xmlns:a16="http://schemas.microsoft.com/office/drawing/2014/main" id="{2125A200-2E6C-3CB6-D33C-F261A242C57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3984631" y="1614078"/>
            <a:ext cx="140504" cy="157642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C7472DB-3B70-B386-2E5F-E2E65AC8F96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246372" y="3491676"/>
            <a:ext cx="382587" cy="38632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2B5AF08-CAA9-E45F-098D-E4585BA900F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-1288167" y="3502923"/>
            <a:ext cx="333243" cy="33650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8573E580-2E60-D83D-68C4-D9C1555E98D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-1325328" y="2887106"/>
            <a:ext cx="382587" cy="38632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50313580-0030-ACC8-98A2-9E0C184CDD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2240705" y="2882803"/>
            <a:ext cx="382587" cy="38632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4F42D52C-68E3-45F0-6C17-51C32B86D5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1349735" y="2221994"/>
            <a:ext cx="431404" cy="435624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B1AA40B-4133-1B43-3155-6F249B09E7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346171" y="1614078"/>
            <a:ext cx="427840" cy="43202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446FCBA2-A714-ED83-56E5-1BAD61455C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246372" y="2271288"/>
            <a:ext cx="382587" cy="386329"/>
          </a:xfrm>
          <a:prstGeom prst="rect">
            <a:avLst/>
          </a:prstGeom>
        </p:spPr>
      </p:pic>
      <p:pic>
        <p:nvPicPr>
          <p:cNvPr id="152" name="Imagen 151">
            <a:extLst>
              <a:ext uri="{FF2B5EF4-FFF2-40B4-BE49-F238E27FC236}">
                <a16:creationId xmlns:a16="http://schemas.microsoft.com/office/drawing/2014/main" id="{0398C437-45EA-55CA-819B-FF4AE1A7E0C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291625" y="1591995"/>
            <a:ext cx="427839" cy="432024"/>
          </a:xfrm>
          <a:prstGeom prst="rect">
            <a:avLst/>
          </a:prstGeom>
        </p:spPr>
      </p:pic>
      <p:pic>
        <p:nvPicPr>
          <p:cNvPr id="153" name="Imagen 152">
            <a:extLst>
              <a:ext uri="{FF2B5EF4-FFF2-40B4-BE49-F238E27FC236}">
                <a16:creationId xmlns:a16="http://schemas.microsoft.com/office/drawing/2014/main" id="{7BB7641A-6D97-854A-28FD-BEFDC7BAEB82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2002460" y="1589148"/>
            <a:ext cx="140504" cy="157643"/>
          </a:xfrm>
          <a:prstGeom prst="rect">
            <a:avLst/>
          </a:prstGeom>
        </p:spPr>
      </p:pic>
      <p:pic>
        <p:nvPicPr>
          <p:cNvPr id="393" name="Imagen 392">
            <a:extLst>
              <a:ext uri="{FF2B5EF4-FFF2-40B4-BE49-F238E27FC236}">
                <a16:creationId xmlns:a16="http://schemas.microsoft.com/office/drawing/2014/main" id="{3549D827-91EA-EAE3-8CA4-6F7A6728F0F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65000" y="595167"/>
            <a:ext cx="2366859" cy="1556371"/>
          </a:xfrm>
          <a:prstGeom prst="rect">
            <a:avLst/>
          </a:prstGeom>
        </p:spPr>
      </p:pic>
      <p:pic>
        <p:nvPicPr>
          <p:cNvPr id="395" name="Imagen 394">
            <a:extLst>
              <a:ext uri="{FF2B5EF4-FFF2-40B4-BE49-F238E27FC236}">
                <a16:creationId xmlns:a16="http://schemas.microsoft.com/office/drawing/2014/main" id="{305EB39A-DE35-F0E0-BEFB-660A52F6BD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5246" y="879590"/>
            <a:ext cx="327996" cy="327996"/>
          </a:xfrm>
          <a:prstGeom prst="rect">
            <a:avLst/>
          </a:prstGeom>
        </p:spPr>
      </p:pic>
      <p:pic>
        <p:nvPicPr>
          <p:cNvPr id="396" name="Imagen 395">
            <a:extLst>
              <a:ext uri="{FF2B5EF4-FFF2-40B4-BE49-F238E27FC236}">
                <a16:creationId xmlns:a16="http://schemas.microsoft.com/office/drawing/2014/main" id="{C63D8464-8591-7C86-B0F5-163F1E6F26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6" y="909088"/>
            <a:ext cx="320162" cy="320162"/>
          </a:xfrm>
          <a:prstGeom prst="rect">
            <a:avLst/>
          </a:prstGeom>
        </p:spPr>
      </p:pic>
      <p:pic>
        <p:nvPicPr>
          <p:cNvPr id="397" name="Imagen 396">
            <a:extLst>
              <a:ext uri="{FF2B5EF4-FFF2-40B4-BE49-F238E27FC236}">
                <a16:creationId xmlns:a16="http://schemas.microsoft.com/office/drawing/2014/main" id="{EBFBD9FF-A5D5-82BC-D49F-C8B58F5A38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87944" y="909088"/>
            <a:ext cx="320162" cy="320162"/>
          </a:xfrm>
          <a:prstGeom prst="rect">
            <a:avLst/>
          </a:prstGeom>
        </p:spPr>
      </p:pic>
      <p:grpSp>
        <p:nvGrpSpPr>
          <p:cNvPr id="398" name="Grupo 397">
            <a:extLst>
              <a:ext uri="{FF2B5EF4-FFF2-40B4-BE49-F238E27FC236}">
                <a16:creationId xmlns:a16="http://schemas.microsoft.com/office/drawing/2014/main" id="{E149520F-1D3A-B67C-FE37-A82105A420FE}"/>
              </a:ext>
            </a:extLst>
          </p:cNvPr>
          <p:cNvGrpSpPr/>
          <p:nvPr/>
        </p:nvGrpSpPr>
        <p:grpSpPr>
          <a:xfrm>
            <a:off x="454883" y="931794"/>
            <a:ext cx="294562" cy="294562"/>
            <a:chOff x="497018" y="4873520"/>
            <a:chExt cx="294562" cy="294562"/>
          </a:xfrm>
        </p:grpSpPr>
        <p:pic>
          <p:nvPicPr>
            <p:cNvPr id="399" name="Imagen 398">
              <a:extLst>
                <a:ext uri="{FF2B5EF4-FFF2-40B4-BE49-F238E27FC236}">
                  <a16:creationId xmlns:a16="http://schemas.microsoft.com/office/drawing/2014/main" id="{40C62F52-8065-269B-8DF4-8BCF5B6094B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400" name="Imagen 399">
              <a:extLst>
                <a:ext uri="{FF2B5EF4-FFF2-40B4-BE49-F238E27FC236}">
                  <a16:creationId xmlns:a16="http://schemas.microsoft.com/office/drawing/2014/main" id="{91277FEF-8AC7-A782-BC13-9CB36D03334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pic>
        <p:nvPicPr>
          <p:cNvPr id="402" name="Imagen 401">
            <a:extLst>
              <a:ext uri="{FF2B5EF4-FFF2-40B4-BE49-F238E27FC236}">
                <a16:creationId xmlns:a16="http://schemas.microsoft.com/office/drawing/2014/main" id="{1BD6C2D8-59D2-3298-18EE-F55B9B174F22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4466" y="2685530"/>
            <a:ext cx="2366859" cy="1556371"/>
          </a:xfrm>
          <a:prstGeom prst="rect">
            <a:avLst/>
          </a:prstGeom>
        </p:spPr>
      </p:pic>
      <p:pic>
        <p:nvPicPr>
          <p:cNvPr id="404" name="Imagen 403">
            <a:extLst>
              <a:ext uri="{FF2B5EF4-FFF2-40B4-BE49-F238E27FC236}">
                <a16:creationId xmlns:a16="http://schemas.microsoft.com/office/drawing/2014/main" id="{2154A419-8554-2BA4-BC8C-2F9889F464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712" y="2969953"/>
            <a:ext cx="327996" cy="327996"/>
          </a:xfrm>
          <a:prstGeom prst="rect">
            <a:avLst/>
          </a:prstGeom>
        </p:spPr>
      </p:pic>
      <p:pic>
        <p:nvPicPr>
          <p:cNvPr id="405" name="Imagen 404">
            <a:extLst>
              <a:ext uri="{FF2B5EF4-FFF2-40B4-BE49-F238E27FC236}">
                <a16:creationId xmlns:a16="http://schemas.microsoft.com/office/drawing/2014/main" id="{1FEFEE7D-0686-2E6F-183F-195366CDE6D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112" y="2999451"/>
            <a:ext cx="320162" cy="320162"/>
          </a:xfrm>
          <a:prstGeom prst="rect">
            <a:avLst/>
          </a:prstGeom>
        </p:spPr>
      </p:pic>
      <p:pic>
        <p:nvPicPr>
          <p:cNvPr id="406" name="Imagen 405">
            <a:extLst>
              <a:ext uri="{FF2B5EF4-FFF2-40B4-BE49-F238E27FC236}">
                <a16:creationId xmlns:a16="http://schemas.microsoft.com/office/drawing/2014/main" id="{AF288F4F-7FFE-AB56-68C9-094E0B0310E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410" y="2999451"/>
            <a:ext cx="320162" cy="320162"/>
          </a:xfrm>
          <a:prstGeom prst="rect">
            <a:avLst/>
          </a:prstGeom>
        </p:spPr>
      </p:pic>
      <p:grpSp>
        <p:nvGrpSpPr>
          <p:cNvPr id="407" name="Grupo 406">
            <a:extLst>
              <a:ext uri="{FF2B5EF4-FFF2-40B4-BE49-F238E27FC236}">
                <a16:creationId xmlns:a16="http://schemas.microsoft.com/office/drawing/2014/main" id="{17D248D3-9B56-F340-F386-E2B9F83BB9AE}"/>
              </a:ext>
            </a:extLst>
          </p:cNvPr>
          <p:cNvGrpSpPr/>
          <p:nvPr/>
        </p:nvGrpSpPr>
        <p:grpSpPr>
          <a:xfrm>
            <a:off x="485936" y="3024648"/>
            <a:ext cx="300068" cy="300068"/>
            <a:chOff x="3678209" y="4702103"/>
            <a:chExt cx="300068" cy="300068"/>
          </a:xfrm>
        </p:grpSpPr>
        <p:pic>
          <p:nvPicPr>
            <p:cNvPr id="408" name="Imagen 407">
              <a:extLst>
                <a:ext uri="{FF2B5EF4-FFF2-40B4-BE49-F238E27FC236}">
                  <a16:creationId xmlns:a16="http://schemas.microsoft.com/office/drawing/2014/main" id="{50D55CAF-F525-2399-BB3C-EDF8334C19F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409" name="Imagen 408">
              <a:extLst>
                <a:ext uri="{FF2B5EF4-FFF2-40B4-BE49-F238E27FC236}">
                  <a16:creationId xmlns:a16="http://schemas.microsoft.com/office/drawing/2014/main" id="{5BD9586E-EF83-7A21-4E4C-0B4C16AC1FD7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410" name="Grupo 409">
            <a:extLst>
              <a:ext uri="{FF2B5EF4-FFF2-40B4-BE49-F238E27FC236}">
                <a16:creationId xmlns:a16="http://schemas.microsoft.com/office/drawing/2014/main" id="{D69DB720-3AA8-36E9-7784-971546F19913}"/>
              </a:ext>
            </a:extLst>
          </p:cNvPr>
          <p:cNvGrpSpPr/>
          <p:nvPr/>
        </p:nvGrpSpPr>
        <p:grpSpPr>
          <a:xfrm>
            <a:off x="870985" y="3459008"/>
            <a:ext cx="285755" cy="317675"/>
            <a:chOff x="4063257" y="5136462"/>
            <a:chExt cx="285755" cy="317675"/>
          </a:xfrm>
        </p:grpSpPr>
        <p:pic>
          <p:nvPicPr>
            <p:cNvPr id="411" name="Imagen 410">
              <a:extLst>
                <a:ext uri="{FF2B5EF4-FFF2-40B4-BE49-F238E27FC236}">
                  <a16:creationId xmlns:a16="http://schemas.microsoft.com/office/drawing/2014/main" id="{8D506DFA-8013-12A0-0237-AD0D90AEC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412" name="Imagen 411">
              <a:extLst>
                <a:ext uri="{FF2B5EF4-FFF2-40B4-BE49-F238E27FC236}">
                  <a16:creationId xmlns:a16="http://schemas.microsoft.com/office/drawing/2014/main" id="{A00EEEF9-E28E-0979-040F-2803F9C63C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413" name="Imagen 412">
            <a:extLst>
              <a:ext uri="{FF2B5EF4-FFF2-40B4-BE49-F238E27FC236}">
                <a16:creationId xmlns:a16="http://schemas.microsoft.com/office/drawing/2014/main" id="{CA8E7400-CF28-1476-86CF-B101F8613EC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580" y="3504237"/>
            <a:ext cx="294780" cy="294780"/>
          </a:xfrm>
          <a:prstGeom prst="rect">
            <a:avLst/>
          </a:prstGeom>
        </p:spPr>
      </p:pic>
      <p:pic>
        <p:nvPicPr>
          <p:cNvPr id="416" name="Imagen 415">
            <a:extLst>
              <a:ext uri="{FF2B5EF4-FFF2-40B4-BE49-F238E27FC236}">
                <a16:creationId xmlns:a16="http://schemas.microsoft.com/office/drawing/2014/main" id="{66123F81-9B7D-A20F-DDC5-E7CACF9C3E7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84466" y="4778409"/>
            <a:ext cx="2366859" cy="1556371"/>
          </a:xfrm>
          <a:prstGeom prst="rect">
            <a:avLst/>
          </a:prstGeom>
        </p:spPr>
      </p:pic>
      <p:pic>
        <p:nvPicPr>
          <p:cNvPr id="418" name="Imagen 417">
            <a:extLst>
              <a:ext uri="{FF2B5EF4-FFF2-40B4-BE49-F238E27FC236}">
                <a16:creationId xmlns:a16="http://schemas.microsoft.com/office/drawing/2014/main" id="{F4055CF7-6072-8EEA-E077-B815ED72A0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4712" y="5062832"/>
            <a:ext cx="327996" cy="327996"/>
          </a:xfrm>
          <a:prstGeom prst="rect">
            <a:avLst/>
          </a:prstGeom>
        </p:spPr>
      </p:pic>
      <p:pic>
        <p:nvPicPr>
          <p:cNvPr id="419" name="Imagen 418">
            <a:extLst>
              <a:ext uri="{FF2B5EF4-FFF2-40B4-BE49-F238E27FC236}">
                <a16:creationId xmlns:a16="http://schemas.microsoft.com/office/drawing/2014/main" id="{2B087C7A-7A5B-DA55-F190-05A618E61F0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112" y="5092330"/>
            <a:ext cx="320162" cy="320162"/>
          </a:xfrm>
          <a:prstGeom prst="rect">
            <a:avLst/>
          </a:prstGeom>
        </p:spPr>
      </p:pic>
      <p:pic>
        <p:nvPicPr>
          <p:cNvPr id="420" name="Imagen 419">
            <a:extLst>
              <a:ext uri="{FF2B5EF4-FFF2-40B4-BE49-F238E27FC236}">
                <a16:creationId xmlns:a16="http://schemas.microsoft.com/office/drawing/2014/main" id="{2D5DB7D5-06F4-2B8B-3EB2-0190F77A867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410" y="5092330"/>
            <a:ext cx="320162" cy="320162"/>
          </a:xfrm>
          <a:prstGeom prst="rect">
            <a:avLst/>
          </a:prstGeom>
        </p:spPr>
      </p:pic>
      <p:pic>
        <p:nvPicPr>
          <p:cNvPr id="421" name="Imagen 420">
            <a:extLst>
              <a:ext uri="{FF2B5EF4-FFF2-40B4-BE49-F238E27FC236}">
                <a16:creationId xmlns:a16="http://schemas.microsoft.com/office/drawing/2014/main" id="{99DF5DAB-5BAF-196E-7260-E064A73B2B9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0984" y="5615561"/>
            <a:ext cx="254000" cy="254000"/>
          </a:xfrm>
          <a:prstGeom prst="rect">
            <a:avLst/>
          </a:prstGeom>
        </p:spPr>
      </p:pic>
      <p:pic>
        <p:nvPicPr>
          <p:cNvPr id="422" name="Imagen 421">
            <a:extLst>
              <a:ext uri="{FF2B5EF4-FFF2-40B4-BE49-F238E27FC236}">
                <a16:creationId xmlns:a16="http://schemas.microsoft.com/office/drawing/2014/main" id="{64C8193D-4BDC-360D-277D-F33C15DD30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8580" y="5597116"/>
            <a:ext cx="294780" cy="294780"/>
          </a:xfrm>
          <a:prstGeom prst="rect">
            <a:avLst/>
          </a:prstGeom>
        </p:spPr>
      </p:pic>
      <p:grpSp>
        <p:nvGrpSpPr>
          <p:cNvPr id="423" name="Grupo 422">
            <a:extLst>
              <a:ext uri="{FF2B5EF4-FFF2-40B4-BE49-F238E27FC236}">
                <a16:creationId xmlns:a16="http://schemas.microsoft.com/office/drawing/2014/main" id="{94C03088-4272-1463-A49C-C859969617E9}"/>
              </a:ext>
            </a:extLst>
          </p:cNvPr>
          <p:cNvGrpSpPr/>
          <p:nvPr/>
        </p:nvGrpSpPr>
        <p:grpSpPr>
          <a:xfrm>
            <a:off x="493410" y="5128993"/>
            <a:ext cx="300068" cy="301854"/>
            <a:chOff x="6785945" y="4956058"/>
            <a:chExt cx="300068" cy="301860"/>
          </a:xfrm>
        </p:grpSpPr>
        <p:pic>
          <p:nvPicPr>
            <p:cNvPr id="424" name="Imagen 423">
              <a:extLst>
                <a:ext uri="{FF2B5EF4-FFF2-40B4-BE49-F238E27FC236}">
                  <a16:creationId xmlns:a16="http://schemas.microsoft.com/office/drawing/2014/main" id="{A8209DAC-0D0F-A4A3-261D-F4966EC8A23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425" name="Imagen 424">
              <a:extLst>
                <a:ext uri="{FF2B5EF4-FFF2-40B4-BE49-F238E27FC236}">
                  <a16:creationId xmlns:a16="http://schemas.microsoft.com/office/drawing/2014/main" id="{68449E10-01F3-B5FF-07FC-E6CE3C54CE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426" name="Imagen 425">
            <a:extLst>
              <a:ext uri="{FF2B5EF4-FFF2-40B4-BE49-F238E27FC236}">
                <a16:creationId xmlns:a16="http://schemas.microsoft.com/office/drawing/2014/main" id="{08DBCD03-04F2-6708-8F36-6C5582AB836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51320" y="5577682"/>
            <a:ext cx="294780" cy="294780"/>
          </a:xfrm>
          <a:prstGeom prst="rect">
            <a:avLst/>
          </a:prstGeom>
        </p:spPr>
      </p:pic>
      <p:pic>
        <p:nvPicPr>
          <p:cNvPr id="427" name="Imagen 426">
            <a:extLst>
              <a:ext uri="{FF2B5EF4-FFF2-40B4-BE49-F238E27FC236}">
                <a16:creationId xmlns:a16="http://schemas.microsoft.com/office/drawing/2014/main" id="{B9C4E69D-BB32-2417-142D-FA929EF3597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677353" y="5615563"/>
            <a:ext cx="253999" cy="253999"/>
          </a:xfrm>
          <a:prstGeom prst="rect">
            <a:avLst/>
          </a:prstGeom>
        </p:spPr>
      </p:pic>
      <p:sp>
        <p:nvSpPr>
          <p:cNvPr id="433" name="Abrir llave 432">
            <a:extLst>
              <a:ext uri="{FF2B5EF4-FFF2-40B4-BE49-F238E27FC236}">
                <a16:creationId xmlns:a16="http://schemas.microsoft.com/office/drawing/2014/main" id="{9B1280E4-3D7E-B0F0-A389-A299BC2310FE}"/>
              </a:ext>
            </a:extLst>
          </p:cNvPr>
          <p:cNvSpPr/>
          <p:nvPr/>
        </p:nvSpPr>
        <p:spPr>
          <a:xfrm>
            <a:off x="-518765" y="546678"/>
            <a:ext cx="518765" cy="5624888"/>
          </a:xfrm>
          <a:prstGeom prst="leftBrace">
            <a:avLst/>
          </a:prstGeom>
          <a:noFill/>
          <a:ln w="28575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32ACB96-A55C-2A06-ABBE-6674C0A6E021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-3932009" y="4963315"/>
            <a:ext cx="2524409" cy="112367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640BDD0-3FDB-94C6-0852-799C5298DE0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-3428888" y="5662041"/>
            <a:ext cx="1661150" cy="256351"/>
          </a:xfrm>
          <a:prstGeom prst="rect">
            <a:avLst/>
          </a:prstGeom>
        </p:spPr>
      </p:pic>
      <p:pic>
        <p:nvPicPr>
          <p:cNvPr id="150" name="Imagen 149">
            <a:extLst>
              <a:ext uri="{FF2B5EF4-FFF2-40B4-BE49-F238E27FC236}">
                <a16:creationId xmlns:a16="http://schemas.microsoft.com/office/drawing/2014/main" id="{11D68E88-FF29-309C-7947-26F898C1E30A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-2833846" y="5144086"/>
            <a:ext cx="401866" cy="378481"/>
          </a:xfrm>
          <a:prstGeom prst="rect">
            <a:avLst/>
          </a:prstGeom>
        </p:spPr>
      </p:pic>
      <p:pic>
        <p:nvPicPr>
          <p:cNvPr id="151" name="Imagen 150">
            <a:extLst>
              <a:ext uri="{FF2B5EF4-FFF2-40B4-BE49-F238E27FC236}">
                <a16:creationId xmlns:a16="http://schemas.microsoft.com/office/drawing/2014/main" id="{AF7D6D3B-2F06-98B1-0CCC-1EB1EC42651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36850" y="595167"/>
            <a:ext cx="2366859" cy="1556371"/>
          </a:xfrm>
          <a:prstGeom prst="rect">
            <a:avLst/>
          </a:prstGeom>
        </p:spPr>
      </p:pic>
      <p:pic>
        <p:nvPicPr>
          <p:cNvPr id="159" name="Imagen 158">
            <a:extLst>
              <a:ext uri="{FF2B5EF4-FFF2-40B4-BE49-F238E27FC236}">
                <a16:creationId xmlns:a16="http://schemas.microsoft.com/office/drawing/2014/main" id="{0131788D-EF99-D39C-629E-5FD6257138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87096" y="879590"/>
            <a:ext cx="327996" cy="327996"/>
          </a:xfrm>
          <a:prstGeom prst="rect">
            <a:avLst/>
          </a:prstGeom>
        </p:spPr>
      </p:pic>
      <p:pic>
        <p:nvPicPr>
          <p:cNvPr id="167" name="Imagen 166">
            <a:extLst>
              <a:ext uri="{FF2B5EF4-FFF2-40B4-BE49-F238E27FC236}">
                <a16:creationId xmlns:a16="http://schemas.microsoft.com/office/drawing/2014/main" id="{A7796130-5600-BD83-BFE2-C39AB8BB7B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19496" y="909088"/>
            <a:ext cx="320162" cy="320162"/>
          </a:xfrm>
          <a:prstGeom prst="rect">
            <a:avLst/>
          </a:prstGeom>
        </p:spPr>
      </p:pic>
      <p:pic>
        <p:nvPicPr>
          <p:cNvPr id="170" name="Imagen 169">
            <a:extLst>
              <a:ext uri="{FF2B5EF4-FFF2-40B4-BE49-F238E27FC236}">
                <a16:creationId xmlns:a16="http://schemas.microsoft.com/office/drawing/2014/main" id="{58CEE677-2E89-9061-310C-639B03FD0B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9794" y="909088"/>
            <a:ext cx="320162" cy="320162"/>
          </a:xfrm>
          <a:prstGeom prst="rect">
            <a:avLst/>
          </a:prstGeom>
        </p:spPr>
      </p:pic>
      <p:grpSp>
        <p:nvGrpSpPr>
          <p:cNvPr id="171" name="Grupo 170">
            <a:extLst>
              <a:ext uri="{FF2B5EF4-FFF2-40B4-BE49-F238E27FC236}">
                <a16:creationId xmlns:a16="http://schemas.microsoft.com/office/drawing/2014/main" id="{8D43F64D-7991-9796-41B9-EDFACB9C808D}"/>
              </a:ext>
            </a:extLst>
          </p:cNvPr>
          <p:cNvGrpSpPr/>
          <p:nvPr/>
        </p:nvGrpSpPr>
        <p:grpSpPr>
          <a:xfrm>
            <a:off x="3126733" y="931794"/>
            <a:ext cx="294562" cy="294562"/>
            <a:chOff x="497018" y="4873520"/>
            <a:chExt cx="294562" cy="294562"/>
          </a:xfrm>
        </p:grpSpPr>
        <p:pic>
          <p:nvPicPr>
            <p:cNvPr id="174" name="Imagen 173">
              <a:extLst>
                <a:ext uri="{FF2B5EF4-FFF2-40B4-BE49-F238E27FC236}">
                  <a16:creationId xmlns:a16="http://schemas.microsoft.com/office/drawing/2014/main" id="{5975485A-FE1F-E6A0-A98E-0CD53EFA4F2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497018" y="4873520"/>
              <a:ext cx="294562" cy="294562"/>
            </a:xfrm>
            <a:prstGeom prst="rect">
              <a:avLst/>
            </a:prstGeom>
          </p:spPr>
        </p:pic>
        <p:pic>
          <p:nvPicPr>
            <p:cNvPr id="175" name="Imagen 174">
              <a:extLst>
                <a:ext uri="{FF2B5EF4-FFF2-40B4-BE49-F238E27FC236}">
                  <a16:creationId xmlns:a16="http://schemas.microsoft.com/office/drawing/2014/main" id="{D8329718-0C05-DC8A-62C3-038F4630AA0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0303" y="4892843"/>
              <a:ext cx="110774" cy="110774"/>
            </a:xfrm>
            <a:prstGeom prst="rect">
              <a:avLst/>
            </a:prstGeom>
          </p:spPr>
        </p:pic>
      </p:grpSp>
      <p:pic>
        <p:nvPicPr>
          <p:cNvPr id="177" name="Imagen 176">
            <a:extLst>
              <a:ext uri="{FF2B5EF4-FFF2-40B4-BE49-F238E27FC236}">
                <a16:creationId xmlns:a16="http://schemas.microsoft.com/office/drawing/2014/main" id="{D22E6977-F4BE-15C0-B243-B3E56B96C1E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56316" y="2685530"/>
            <a:ext cx="2366859" cy="1556371"/>
          </a:xfrm>
          <a:prstGeom prst="rect">
            <a:avLst/>
          </a:prstGeom>
        </p:spPr>
      </p:pic>
      <p:pic>
        <p:nvPicPr>
          <p:cNvPr id="179" name="Imagen 178">
            <a:extLst>
              <a:ext uri="{FF2B5EF4-FFF2-40B4-BE49-F238E27FC236}">
                <a16:creationId xmlns:a16="http://schemas.microsoft.com/office/drawing/2014/main" id="{C169A5AF-B7AF-671E-75FE-8051EA797A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6562" y="2969953"/>
            <a:ext cx="327996" cy="327996"/>
          </a:xfrm>
          <a:prstGeom prst="rect">
            <a:avLst/>
          </a:prstGeom>
        </p:spPr>
      </p:pic>
      <p:pic>
        <p:nvPicPr>
          <p:cNvPr id="180" name="Imagen 179">
            <a:extLst>
              <a:ext uri="{FF2B5EF4-FFF2-40B4-BE49-F238E27FC236}">
                <a16:creationId xmlns:a16="http://schemas.microsoft.com/office/drawing/2014/main" id="{375931D5-C6FD-344F-D918-6DF7EA0841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8962" y="2999451"/>
            <a:ext cx="320162" cy="320162"/>
          </a:xfrm>
          <a:prstGeom prst="rect">
            <a:avLst/>
          </a:prstGeom>
        </p:spPr>
      </p:pic>
      <p:pic>
        <p:nvPicPr>
          <p:cNvPr id="181" name="Imagen 180">
            <a:extLst>
              <a:ext uri="{FF2B5EF4-FFF2-40B4-BE49-F238E27FC236}">
                <a16:creationId xmlns:a16="http://schemas.microsoft.com/office/drawing/2014/main" id="{768BDD1C-744A-8531-7C9A-FF02739584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260" y="2999451"/>
            <a:ext cx="320162" cy="320162"/>
          </a:xfrm>
          <a:prstGeom prst="rect">
            <a:avLst/>
          </a:prstGeom>
        </p:spPr>
      </p:pic>
      <p:grpSp>
        <p:nvGrpSpPr>
          <p:cNvPr id="182" name="Grupo 181">
            <a:extLst>
              <a:ext uri="{FF2B5EF4-FFF2-40B4-BE49-F238E27FC236}">
                <a16:creationId xmlns:a16="http://schemas.microsoft.com/office/drawing/2014/main" id="{EB0BAE44-3D15-908C-0DFF-4E678A9D62E9}"/>
              </a:ext>
            </a:extLst>
          </p:cNvPr>
          <p:cNvGrpSpPr/>
          <p:nvPr/>
        </p:nvGrpSpPr>
        <p:grpSpPr>
          <a:xfrm>
            <a:off x="3157786" y="3024648"/>
            <a:ext cx="300068" cy="300068"/>
            <a:chOff x="3678209" y="4702103"/>
            <a:chExt cx="300068" cy="300068"/>
          </a:xfrm>
        </p:grpSpPr>
        <p:pic>
          <p:nvPicPr>
            <p:cNvPr id="183" name="Imagen 182">
              <a:extLst>
                <a:ext uri="{FF2B5EF4-FFF2-40B4-BE49-F238E27FC236}">
                  <a16:creationId xmlns:a16="http://schemas.microsoft.com/office/drawing/2014/main" id="{CD145D8F-4D91-906B-4F61-FE1C1DFCC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678209" y="4702103"/>
              <a:ext cx="300068" cy="300068"/>
            </a:xfrm>
            <a:prstGeom prst="rect">
              <a:avLst/>
            </a:prstGeom>
          </p:spPr>
        </p:pic>
        <p:pic>
          <p:nvPicPr>
            <p:cNvPr id="184" name="Imagen 183">
              <a:extLst>
                <a:ext uri="{FF2B5EF4-FFF2-40B4-BE49-F238E27FC236}">
                  <a16:creationId xmlns:a16="http://schemas.microsoft.com/office/drawing/2014/main" id="{3A6F84DA-001B-8812-BF8F-9826BEB16233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862244" y="4719725"/>
              <a:ext cx="98544" cy="109492"/>
            </a:xfrm>
            <a:prstGeom prst="rect">
              <a:avLst/>
            </a:prstGeom>
          </p:spPr>
        </p:pic>
      </p:grpSp>
      <p:grpSp>
        <p:nvGrpSpPr>
          <p:cNvPr id="185" name="Grupo 184">
            <a:extLst>
              <a:ext uri="{FF2B5EF4-FFF2-40B4-BE49-F238E27FC236}">
                <a16:creationId xmlns:a16="http://schemas.microsoft.com/office/drawing/2014/main" id="{47C60C77-75C7-663E-E633-93256DDA5C12}"/>
              </a:ext>
            </a:extLst>
          </p:cNvPr>
          <p:cNvGrpSpPr/>
          <p:nvPr/>
        </p:nvGrpSpPr>
        <p:grpSpPr>
          <a:xfrm>
            <a:off x="3542835" y="3459008"/>
            <a:ext cx="285755" cy="317675"/>
            <a:chOff x="4063257" y="5136462"/>
            <a:chExt cx="285755" cy="317675"/>
          </a:xfrm>
        </p:grpSpPr>
        <p:pic>
          <p:nvPicPr>
            <p:cNvPr id="186" name="Imagen 185">
              <a:extLst>
                <a:ext uri="{FF2B5EF4-FFF2-40B4-BE49-F238E27FC236}">
                  <a16:creationId xmlns:a16="http://schemas.microsoft.com/office/drawing/2014/main" id="{8200FCB6-5538-781F-751E-834B850B0C6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4063257" y="5200137"/>
              <a:ext cx="254000" cy="254000"/>
            </a:xfrm>
            <a:prstGeom prst="rect">
              <a:avLst/>
            </a:prstGeom>
          </p:spPr>
        </p:pic>
        <p:pic>
          <p:nvPicPr>
            <p:cNvPr id="187" name="Imagen 186">
              <a:extLst>
                <a:ext uri="{FF2B5EF4-FFF2-40B4-BE49-F238E27FC236}">
                  <a16:creationId xmlns:a16="http://schemas.microsoft.com/office/drawing/2014/main" id="{8D1F76F3-DA32-23CF-758C-5DDF9C8EB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255731" y="5136462"/>
              <a:ext cx="93281" cy="103645"/>
            </a:xfrm>
            <a:prstGeom prst="rect">
              <a:avLst/>
            </a:prstGeom>
          </p:spPr>
        </p:pic>
      </p:grpSp>
      <p:pic>
        <p:nvPicPr>
          <p:cNvPr id="188" name="Imagen 187">
            <a:extLst>
              <a:ext uri="{FF2B5EF4-FFF2-40B4-BE49-F238E27FC236}">
                <a16:creationId xmlns:a16="http://schemas.microsoft.com/office/drawing/2014/main" id="{F99E7F63-858F-F842-AD36-C33D972A8C6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60430" y="3504237"/>
            <a:ext cx="294780" cy="294780"/>
          </a:xfrm>
          <a:prstGeom prst="rect">
            <a:avLst/>
          </a:prstGeom>
        </p:spPr>
      </p:pic>
      <p:pic>
        <p:nvPicPr>
          <p:cNvPr id="189" name="Imagen 188">
            <a:extLst>
              <a:ext uri="{FF2B5EF4-FFF2-40B4-BE49-F238E27FC236}">
                <a16:creationId xmlns:a16="http://schemas.microsoft.com/office/drawing/2014/main" id="{E3626F77-D519-2B12-AE02-40CFEAF97BB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29632" y="3211825"/>
            <a:ext cx="273521" cy="273521"/>
          </a:xfrm>
          <a:prstGeom prst="rect">
            <a:avLst/>
          </a:prstGeom>
        </p:spPr>
      </p:pic>
      <p:pic>
        <p:nvPicPr>
          <p:cNvPr id="191" name="Imagen 190">
            <a:extLst>
              <a:ext uri="{FF2B5EF4-FFF2-40B4-BE49-F238E27FC236}">
                <a16:creationId xmlns:a16="http://schemas.microsoft.com/office/drawing/2014/main" id="{7DE20581-E342-267F-9417-6220540BC27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956316" y="4778409"/>
            <a:ext cx="2366859" cy="1556371"/>
          </a:xfrm>
          <a:prstGeom prst="rect">
            <a:avLst/>
          </a:prstGeom>
        </p:spPr>
      </p:pic>
      <p:pic>
        <p:nvPicPr>
          <p:cNvPr id="257" name="Imagen 256">
            <a:extLst>
              <a:ext uri="{FF2B5EF4-FFF2-40B4-BE49-F238E27FC236}">
                <a16:creationId xmlns:a16="http://schemas.microsoft.com/office/drawing/2014/main" id="{B0AC1FD9-B4E6-5FC3-B954-C7D6FD58B5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6562" y="5062832"/>
            <a:ext cx="327996" cy="327996"/>
          </a:xfrm>
          <a:prstGeom prst="rect">
            <a:avLst/>
          </a:prstGeom>
        </p:spPr>
      </p:pic>
      <p:pic>
        <p:nvPicPr>
          <p:cNvPr id="258" name="Imagen 257">
            <a:extLst>
              <a:ext uri="{FF2B5EF4-FFF2-40B4-BE49-F238E27FC236}">
                <a16:creationId xmlns:a16="http://schemas.microsoft.com/office/drawing/2014/main" id="{6AAC6463-10CD-B656-6229-29AAC65205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38962" y="5092330"/>
            <a:ext cx="320162" cy="320162"/>
          </a:xfrm>
          <a:prstGeom prst="rect">
            <a:avLst/>
          </a:prstGeom>
        </p:spPr>
      </p:pic>
      <p:pic>
        <p:nvPicPr>
          <p:cNvPr id="259" name="Imagen 258">
            <a:extLst>
              <a:ext uri="{FF2B5EF4-FFF2-40B4-BE49-F238E27FC236}">
                <a16:creationId xmlns:a16="http://schemas.microsoft.com/office/drawing/2014/main" id="{56D31EEA-E859-0BC9-9D7B-39696E8929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9260" y="5092330"/>
            <a:ext cx="320162" cy="320162"/>
          </a:xfrm>
          <a:prstGeom prst="rect">
            <a:avLst/>
          </a:prstGeom>
        </p:spPr>
      </p:pic>
      <p:pic>
        <p:nvPicPr>
          <p:cNvPr id="260" name="Imagen 259">
            <a:extLst>
              <a:ext uri="{FF2B5EF4-FFF2-40B4-BE49-F238E27FC236}">
                <a16:creationId xmlns:a16="http://schemas.microsoft.com/office/drawing/2014/main" id="{81DD4B0E-C417-A7B0-CD76-EB345F08DEB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42834" y="5615561"/>
            <a:ext cx="254000" cy="254000"/>
          </a:xfrm>
          <a:prstGeom prst="rect">
            <a:avLst/>
          </a:prstGeom>
        </p:spPr>
      </p:pic>
      <p:pic>
        <p:nvPicPr>
          <p:cNvPr id="261" name="Imagen 260">
            <a:extLst>
              <a:ext uri="{FF2B5EF4-FFF2-40B4-BE49-F238E27FC236}">
                <a16:creationId xmlns:a16="http://schemas.microsoft.com/office/drawing/2014/main" id="{EEDE61B2-52BB-6F42-F929-0C2200F54A2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60430" y="5597116"/>
            <a:ext cx="294780" cy="294780"/>
          </a:xfrm>
          <a:prstGeom prst="rect">
            <a:avLst/>
          </a:prstGeom>
        </p:spPr>
      </p:pic>
      <p:grpSp>
        <p:nvGrpSpPr>
          <p:cNvPr id="262" name="Grupo 261">
            <a:extLst>
              <a:ext uri="{FF2B5EF4-FFF2-40B4-BE49-F238E27FC236}">
                <a16:creationId xmlns:a16="http://schemas.microsoft.com/office/drawing/2014/main" id="{D2A00335-BE69-E2B5-B772-769B0D1ED2DB}"/>
              </a:ext>
            </a:extLst>
          </p:cNvPr>
          <p:cNvGrpSpPr/>
          <p:nvPr/>
        </p:nvGrpSpPr>
        <p:grpSpPr>
          <a:xfrm>
            <a:off x="3165260" y="5128993"/>
            <a:ext cx="300068" cy="301854"/>
            <a:chOff x="6785945" y="4956058"/>
            <a:chExt cx="300068" cy="301860"/>
          </a:xfrm>
        </p:grpSpPr>
        <p:pic>
          <p:nvPicPr>
            <p:cNvPr id="263" name="Imagen 262">
              <a:extLst>
                <a:ext uri="{FF2B5EF4-FFF2-40B4-BE49-F238E27FC236}">
                  <a16:creationId xmlns:a16="http://schemas.microsoft.com/office/drawing/2014/main" id="{3C21EB6C-5B20-5C3D-E2C6-847659E6FC2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785945" y="4957850"/>
              <a:ext cx="300068" cy="300068"/>
            </a:xfrm>
            <a:prstGeom prst="rect">
              <a:avLst/>
            </a:prstGeom>
          </p:spPr>
        </p:pic>
        <p:pic>
          <p:nvPicPr>
            <p:cNvPr id="264" name="Imagen 263">
              <a:extLst>
                <a:ext uri="{FF2B5EF4-FFF2-40B4-BE49-F238E27FC236}">
                  <a16:creationId xmlns:a16="http://schemas.microsoft.com/office/drawing/2014/main" id="{CD6D6715-68B5-E03C-A590-DC6744C70EB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969128" y="4956064"/>
              <a:ext cx="98544" cy="109494"/>
            </a:xfrm>
            <a:prstGeom prst="rect">
              <a:avLst/>
            </a:prstGeom>
          </p:spPr>
        </p:pic>
      </p:grpSp>
      <p:pic>
        <p:nvPicPr>
          <p:cNvPr id="265" name="Imagen 264">
            <a:extLst>
              <a:ext uri="{FF2B5EF4-FFF2-40B4-BE49-F238E27FC236}">
                <a16:creationId xmlns:a16="http://schemas.microsoft.com/office/drawing/2014/main" id="{EE3F132F-4F0A-B21F-BDF3-C19B711552C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923170" y="5577682"/>
            <a:ext cx="294780" cy="294780"/>
          </a:xfrm>
          <a:prstGeom prst="rect">
            <a:avLst/>
          </a:prstGeom>
        </p:spPr>
      </p:pic>
      <p:pic>
        <p:nvPicPr>
          <p:cNvPr id="266" name="Imagen 265">
            <a:extLst>
              <a:ext uri="{FF2B5EF4-FFF2-40B4-BE49-F238E27FC236}">
                <a16:creationId xmlns:a16="http://schemas.microsoft.com/office/drawing/2014/main" id="{34BAAFA1-65CF-1C79-E7B9-E03741813FC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49203" y="5615563"/>
            <a:ext cx="253999" cy="253999"/>
          </a:xfrm>
          <a:prstGeom prst="rect">
            <a:avLst/>
          </a:prstGeom>
        </p:spPr>
      </p:pic>
      <p:pic>
        <p:nvPicPr>
          <p:cNvPr id="267" name="Imagen 266">
            <a:extLst>
              <a:ext uri="{FF2B5EF4-FFF2-40B4-BE49-F238E27FC236}">
                <a16:creationId xmlns:a16="http://schemas.microsoft.com/office/drawing/2014/main" id="{19110671-B163-BE23-6243-F4CE802B781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32239" y="5323595"/>
            <a:ext cx="273521" cy="273521"/>
          </a:xfrm>
          <a:prstGeom prst="rect">
            <a:avLst/>
          </a:prstGeom>
        </p:spPr>
      </p:pic>
      <p:pic>
        <p:nvPicPr>
          <p:cNvPr id="269" name="Imagen 268">
            <a:extLst>
              <a:ext uri="{FF2B5EF4-FFF2-40B4-BE49-F238E27FC236}">
                <a16:creationId xmlns:a16="http://schemas.microsoft.com/office/drawing/2014/main" id="{38AC7269-8051-124E-9B41-FF1D0D042C55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812772" y="1116826"/>
            <a:ext cx="273521" cy="273521"/>
          </a:xfrm>
          <a:prstGeom prst="rect">
            <a:avLst/>
          </a:prstGeom>
        </p:spPr>
      </p:pic>
      <p:sp>
        <p:nvSpPr>
          <p:cNvPr id="347" name="CuadroTexto 346">
            <a:extLst>
              <a:ext uri="{FF2B5EF4-FFF2-40B4-BE49-F238E27FC236}">
                <a16:creationId xmlns:a16="http://schemas.microsoft.com/office/drawing/2014/main" id="{98CE5821-8411-F571-63FF-B79D8D111E1C}"/>
              </a:ext>
            </a:extLst>
          </p:cNvPr>
          <p:cNvSpPr txBox="1"/>
          <p:nvPr/>
        </p:nvSpPr>
        <p:spPr>
          <a:xfrm>
            <a:off x="811357" y="232606"/>
            <a:ext cx="1188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Ⓢ(BASIC)</a:t>
            </a:r>
          </a:p>
        </p:txBody>
      </p:sp>
      <p:sp>
        <p:nvSpPr>
          <p:cNvPr id="348" name="CuadroTexto 347">
            <a:extLst>
              <a:ext uri="{FF2B5EF4-FFF2-40B4-BE49-F238E27FC236}">
                <a16:creationId xmlns:a16="http://schemas.microsoft.com/office/drawing/2014/main" id="{E4A09690-3400-B554-279A-824A42CC8F36}"/>
              </a:ext>
            </a:extLst>
          </p:cNvPr>
          <p:cNvSpPr txBox="1"/>
          <p:nvPr/>
        </p:nvSpPr>
        <p:spPr>
          <a:xfrm>
            <a:off x="3275077" y="242004"/>
            <a:ext cx="1766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Ⓢ(BASIC, calls)</a:t>
            </a:r>
          </a:p>
        </p:txBody>
      </p:sp>
      <p:sp>
        <p:nvSpPr>
          <p:cNvPr id="349" name="CuadroTexto 348">
            <a:extLst>
              <a:ext uri="{FF2B5EF4-FFF2-40B4-BE49-F238E27FC236}">
                <a16:creationId xmlns:a16="http://schemas.microsoft.com/office/drawing/2014/main" id="{F03955E7-6197-311A-872C-7683FA00AAC5}"/>
              </a:ext>
            </a:extLst>
          </p:cNvPr>
          <p:cNvSpPr txBox="1"/>
          <p:nvPr/>
        </p:nvSpPr>
        <p:spPr>
          <a:xfrm>
            <a:off x="914026" y="2349566"/>
            <a:ext cx="989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Ⓢ(PRO)</a:t>
            </a:r>
          </a:p>
        </p:txBody>
      </p:sp>
      <p:sp>
        <p:nvSpPr>
          <p:cNvPr id="350" name="CuadroTexto 349">
            <a:extLst>
              <a:ext uri="{FF2B5EF4-FFF2-40B4-BE49-F238E27FC236}">
                <a16:creationId xmlns:a16="http://schemas.microsoft.com/office/drawing/2014/main" id="{7D7A52E1-C3CB-FCE9-E393-0D71B77B049B}"/>
              </a:ext>
            </a:extLst>
          </p:cNvPr>
          <p:cNvSpPr txBox="1"/>
          <p:nvPr/>
        </p:nvSpPr>
        <p:spPr>
          <a:xfrm>
            <a:off x="3302077" y="2343918"/>
            <a:ext cx="1568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Ⓢ(PRO, calls)</a:t>
            </a:r>
          </a:p>
        </p:txBody>
      </p:sp>
      <p:sp>
        <p:nvSpPr>
          <p:cNvPr id="351" name="CuadroTexto 350">
            <a:extLst>
              <a:ext uri="{FF2B5EF4-FFF2-40B4-BE49-F238E27FC236}">
                <a16:creationId xmlns:a16="http://schemas.microsoft.com/office/drawing/2014/main" id="{A85C9B09-6288-EE7E-1F6A-B9B0D0CA7168}"/>
              </a:ext>
            </a:extLst>
          </p:cNvPr>
          <p:cNvSpPr txBox="1"/>
          <p:nvPr/>
        </p:nvSpPr>
        <p:spPr>
          <a:xfrm>
            <a:off x="627374" y="4433058"/>
            <a:ext cx="1608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Ⓢ(BUSINESS)</a:t>
            </a:r>
          </a:p>
        </p:txBody>
      </p:sp>
      <p:sp>
        <p:nvSpPr>
          <p:cNvPr id="352" name="CuadroTexto 351">
            <a:extLst>
              <a:ext uri="{FF2B5EF4-FFF2-40B4-BE49-F238E27FC236}">
                <a16:creationId xmlns:a16="http://schemas.microsoft.com/office/drawing/2014/main" id="{028C833C-181B-BED4-9869-8E1773B28293}"/>
              </a:ext>
            </a:extLst>
          </p:cNvPr>
          <p:cNvSpPr txBox="1"/>
          <p:nvPr/>
        </p:nvSpPr>
        <p:spPr>
          <a:xfrm>
            <a:off x="3042903" y="4415899"/>
            <a:ext cx="2186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Ⓢ(BUSINESS, calls)</a:t>
            </a:r>
          </a:p>
        </p:txBody>
      </p:sp>
      <p:sp>
        <p:nvSpPr>
          <p:cNvPr id="3" name="Abrir llave 2">
            <a:extLst>
              <a:ext uri="{FF2B5EF4-FFF2-40B4-BE49-F238E27FC236}">
                <a16:creationId xmlns:a16="http://schemas.microsoft.com/office/drawing/2014/main" id="{334CAA4D-B368-CA5E-9A72-3A7220ED54FD}"/>
              </a:ext>
            </a:extLst>
          </p:cNvPr>
          <p:cNvSpPr/>
          <p:nvPr/>
        </p:nvSpPr>
        <p:spPr>
          <a:xfrm rot="10800000">
            <a:off x="5678081" y="536141"/>
            <a:ext cx="518765" cy="5624888"/>
          </a:xfrm>
          <a:prstGeom prst="leftBrace">
            <a:avLst/>
          </a:prstGeom>
          <a:noFill/>
          <a:ln w="28575">
            <a:solidFill>
              <a:srgbClr val="7E002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8" name="Título 1">
            <a:extLst>
              <a:ext uri="{FF2B5EF4-FFF2-40B4-BE49-F238E27FC236}">
                <a16:creationId xmlns:a16="http://schemas.microsoft.com/office/drawing/2014/main" id="{EE418CD3-C992-2E7D-AD40-E44B40CD1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192" y="1987340"/>
            <a:ext cx="7992983" cy="2563583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>
                <a:solidFill>
                  <a:srgbClr val="7E0029"/>
                </a:solidFill>
              </a:rPr>
              <a:t>Configuration</a:t>
            </a:r>
            <a:br>
              <a:rPr lang="en-US" sz="7200" b="1" dirty="0">
                <a:solidFill>
                  <a:srgbClr val="7E0029"/>
                </a:solidFill>
              </a:rPr>
            </a:br>
            <a:r>
              <a:rPr lang="en-US" sz="7200" b="1" dirty="0">
                <a:solidFill>
                  <a:srgbClr val="7E0029"/>
                </a:solidFill>
              </a:rPr>
              <a:t>Space</a:t>
            </a:r>
          </a:p>
        </p:txBody>
      </p:sp>
      <p:sp>
        <p:nvSpPr>
          <p:cNvPr id="172" name="CuadroTexto 171">
            <a:extLst>
              <a:ext uri="{FF2B5EF4-FFF2-40B4-BE49-F238E27FC236}">
                <a16:creationId xmlns:a16="http://schemas.microsoft.com/office/drawing/2014/main" id="{904ED591-C1BC-F112-5FB5-F6B00E64CD68}"/>
              </a:ext>
            </a:extLst>
          </p:cNvPr>
          <p:cNvSpPr txBox="1"/>
          <p:nvPr/>
        </p:nvSpPr>
        <p:spPr>
          <a:xfrm>
            <a:off x="11824592" y="63347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8</a:t>
            </a:r>
          </a:p>
        </p:txBody>
      </p:sp>
      <p:sp>
        <p:nvSpPr>
          <p:cNvPr id="173" name="Rectángulo redondeado 2">
            <a:extLst>
              <a:ext uri="{FF2B5EF4-FFF2-40B4-BE49-F238E27FC236}">
                <a16:creationId xmlns:a16="http://schemas.microsoft.com/office/drawing/2014/main" id="{4A3162D8-F5CA-CAF8-72BB-56B90D5911AD}"/>
              </a:ext>
            </a:extLst>
          </p:cNvPr>
          <p:cNvSpPr/>
          <p:nvPr/>
        </p:nvSpPr>
        <p:spPr>
          <a:xfrm rot="1109608">
            <a:off x="12350405" y="1302030"/>
            <a:ext cx="1333885" cy="525057"/>
          </a:xfrm>
          <a:prstGeom prst="roundRect">
            <a:avLst/>
          </a:prstGeom>
          <a:noFill/>
          <a:ln w="76200">
            <a:solidFill>
              <a:srgbClr val="89153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891536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TSC’25?</a:t>
            </a:r>
          </a:p>
        </p:txBody>
      </p:sp>
      <p:pic>
        <p:nvPicPr>
          <p:cNvPr id="190" name="Picture 32">
            <a:extLst>
              <a:ext uri="{FF2B5EF4-FFF2-40B4-BE49-F238E27FC236}">
                <a16:creationId xmlns:a16="http://schemas.microsoft.com/office/drawing/2014/main" id="{312725DE-5F89-D824-77D3-E6502EA611A8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078519">
            <a:off x="12303782" y="1182641"/>
            <a:ext cx="1485651" cy="66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507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0B6AE64D-344C-1C84-CAE8-73667CCB76FE}"/>
              </a:ext>
            </a:extLst>
          </p:cNvPr>
          <p:cNvCxnSpPr>
            <a:cxnSpLocks/>
            <a:endCxn id="9" idx="1"/>
          </p:cNvCxnSpPr>
          <p:nvPr/>
        </p:nvCxnSpPr>
        <p:spPr>
          <a:xfrm flipV="1">
            <a:off x="5472598" y="2908244"/>
            <a:ext cx="1123388" cy="535633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880958EF-0BED-48F0-450D-C5225DFDD7F4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5472598" y="3794334"/>
            <a:ext cx="1123388" cy="0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B3D97796-9423-45D2-72B2-F26A4C3117CA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5463727" y="4163110"/>
            <a:ext cx="1132259" cy="517314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n 6" descr="Forma&#10;&#10;Descripción generada automáticamente">
            <a:extLst>
              <a:ext uri="{FF2B5EF4-FFF2-40B4-BE49-F238E27FC236}">
                <a16:creationId xmlns:a16="http://schemas.microsoft.com/office/drawing/2014/main" id="{012A9B0D-9370-17C7-D7D3-D4C6F3BC9E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59" b="19130"/>
          <a:stretch/>
        </p:blipFill>
        <p:spPr>
          <a:xfrm>
            <a:off x="1888280" y="2172512"/>
            <a:ext cx="3584318" cy="2512975"/>
          </a:xfrm>
          <a:prstGeom prst="rect">
            <a:avLst/>
          </a:prstGeom>
        </p:spPr>
      </p:pic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8E8D8AEF-A246-539B-917D-8F9CF6702911}"/>
              </a:ext>
            </a:extLst>
          </p:cNvPr>
          <p:cNvCxnSpPr/>
          <p:nvPr/>
        </p:nvCxnSpPr>
        <p:spPr>
          <a:xfrm>
            <a:off x="1888280" y="4683468"/>
            <a:ext cx="35754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CuadroTexto 8">
            <a:extLst>
              <a:ext uri="{FF2B5EF4-FFF2-40B4-BE49-F238E27FC236}">
                <a16:creationId xmlns:a16="http://schemas.microsoft.com/office/drawing/2014/main" id="{E7140EF1-A178-6DAE-0F70-3EBF76132366}"/>
              </a:ext>
            </a:extLst>
          </p:cNvPr>
          <p:cNvSpPr txBox="1"/>
          <p:nvPr/>
        </p:nvSpPr>
        <p:spPr>
          <a:xfrm>
            <a:off x="6595986" y="2677411"/>
            <a:ext cx="4082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Ⓢ(BASIC)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82331E8-DFA7-BB5D-9DD8-B428CB33EFBE}"/>
              </a:ext>
            </a:extLst>
          </p:cNvPr>
          <p:cNvSpPr txBox="1"/>
          <p:nvPr/>
        </p:nvSpPr>
        <p:spPr>
          <a:xfrm>
            <a:off x="6595986" y="3563501"/>
            <a:ext cx="4082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Ⓢ(GOLD)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73808CF-3C48-5AAB-01BB-EEF11F4125FE}"/>
              </a:ext>
            </a:extLst>
          </p:cNvPr>
          <p:cNvSpPr txBox="1"/>
          <p:nvPr/>
        </p:nvSpPr>
        <p:spPr>
          <a:xfrm>
            <a:off x="6595986" y="4449591"/>
            <a:ext cx="4082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Ⓢ(PLAT.)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D9B6D983-9DAE-E6A0-E385-B0961AD743D5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DCFB78-22AB-65FD-3CF7-EB406E741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Pricings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’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Space</a:t>
            </a:r>
            <a:endParaRPr lang="es-ES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7036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C7DEA-EE28-0F88-DFE8-3B350CED9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Conector recto de flecha 1">
            <a:extLst>
              <a:ext uri="{FF2B5EF4-FFF2-40B4-BE49-F238E27FC236}">
                <a16:creationId xmlns:a16="http://schemas.microsoft.com/office/drawing/2014/main" id="{A9DA15A9-A56C-2E0A-0C00-9B115459B4D5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3937698" y="933924"/>
            <a:ext cx="3469123" cy="2456801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54231C1C-96FE-B95F-3896-0467F1B95AF2}"/>
              </a:ext>
            </a:extLst>
          </p:cNvPr>
          <p:cNvCxnSpPr>
            <a:cxnSpLocks/>
            <a:endCxn id="23" idx="1"/>
          </p:cNvCxnSpPr>
          <p:nvPr/>
        </p:nvCxnSpPr>
        <p:spPr>
          <a:xfrm flipV="1">
            <a:off x="3937698" y="1395589"/>
            <a:ext cx="3469123" cy="2029861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347A5049-B41C-E940-FBC2-1B9952D848DF}"/>
              </a:ext>
            </a:extLst>
          </p:cNvPr>
          <p:cNvCxnSpPr>
            <a:cxnSpLocks/>
            <a:endCxn id="24" idx="1"/>
          </p:cNvCxnSpPr>
          <p:nvPr/>
        </p:nvCxnSpPr>
        <p:spPr>
          <a:xfrm flipV="1">
            <a:off x="3937698" y="1857254"/>
            <a:ext cx="3469123" cy="1589632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1B3EB03-01E7-8D2B-70F2-BD3A789C48AE}"/>
              </a:ext>
            </a:extLst>
          </p:cNvPr>
          <p:cNvSpPr txBox="1"/>
          <p:nvPr/>
        </p:nvSpPr>
        <p:spPr>
          <a:xfrm>
            <a:off x="7406821" y="703091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Ⓢ(BASIC)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AA57E909-1DA2-0D35-61E3-9A2715C3E719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3922048" y="2318912"/>
            <a:ext cx="3484773" cy="1148959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3D074468-330C-CEBB-4D39-2947FAB2ED13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3914781" y="2811279"/>
            <a:ext cx="3492040" cy="706653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9F36959A-E235-3146-792B-DF18720AACFE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3983897" y="3685243"/>
            <a:ext cx="3430191" cy="1881856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n 16" descr="Forma&#10;&#10;Descripción generada automáticamente">
            <a:extLst>
              <a:ext uri="{FF2B5EF4-FFF2-40B4-BE49-F238E27FC236}">
                <a16:creationId xmlns:a16="http://schemas.microsoft.com/office/drawing/2014/main" id="{A65303EF-9B34-0AF2-9BBC-7B1D959E35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4959" b="18454"/>
          <a:stretch/>
        </p:blipFill>
        <p:spPr>
          <a:xfrm>
            <a:off x="346601" y="1427173"/>
            <a:ext cx="3584318" cy="253399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AA6B9A1-C1A7-14C1-1509-3F40E9531E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535" y="4036305"/>
            <a:ext cx="2524409" cy="1123670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98EF4520-2D76-9859-F717-959001B913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4058" y="4168331"/>
            <a:ext cx="593362" cy="558834"/>
          </a:xfrm>
          <a:prstGeom prst="rect">
            <a:avLst/>
          </a:prstGeom>
        </p:spPr>
      </p:pic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7296085E-F155-ECDB-EACC-6BA4F3C9C589}"/>
              </a:ext>
            </a:extLst>
          </p:cNvPr>
          <p:cNvCxnSpPr/>
          <p:nvPr/>
        </p:nvCxnSpPr>
        <p:spPr>
          <a:xfrm>
            <a:off x="346601" y="3961166"/>
            <a:ext cx="357544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1" name="Imagen 20">
            <a:extLst>
              <a:ext uri="{FF2B5EF4-FFF2-40B4-BE49-F238E27FC236}">
                <a16:creationId xmlns:a16="http://schemas.microsoft.com/office/drawing/2014/main" id="{B23E9C5E-22B4-F003-87E1-7BF818255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535" y="5337818"/>
            <a:ext cx="2524409" cy="112367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E4CB95C0-6E07-40A4-4A56-9ED1B5C34C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8776" y="5400396"/>
            <a:ext cx="674263" cy="685573"/>
          </a:xfrm>
          <a:prstGeom prst="rect">
            <a:avLst/>
          </a:prstGeom>
        </p:spPr>
      </p:pic>
      <p:sp>
        <p:nvSpPr>
          <p:cNvPr id="23" name="CuadroTexto 22">
            <a:extLst>
              <a:ext uri="{FF2B5EF4-FFF2-40B4-BE49-F238E27FC236}">
                <a16:creationId xmlns:a16="http://schemas.microsoft.com/office/drawing/2014/main" id="{48C770A4-0F9B-38ED-1BCF-F8797D0F2598}"/>
              </a:ext>
            </a:extLst>
          </p:cNvPr>
          <p:cNvSpPr txBox="1"/>
          <p:nvPr/>
        </p:nvSpPr>
        <p:spPr>
          <a:xfrm>
            <a:off x="7406821" y="1164756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Ⓢ(BASIC, calls)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6678CBDF-5727-9885-820A-4DB0788DB9BB}"/>
              </a:ext>
            </a:extLst>
          </p:cNvPr>
          <p:cNvSpPr txBox="1"/>
          <p:nvPr/>
        </p:nvSpPr>
        <p:spPr>
          <a:xfrm>
            <a:off x="7406821" y="1626421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Ⓢ(BASIC, cloud storage)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B738903-355E-BD00-648E-8E47A69B56BD}"/>
              </a:ext>
            </a:extLst>
          </p:cNvPr>
          <p:cNvSpPr txBox="1"/>
          <p:nvPr/>
        </p:nvSpPr>
        <p:spPr>
          <a:xfrm>
            <a:off x="7406821" y="2088079"/>
            <a:ext cx="4697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Ⓢ(BASIC, calls, cloud storage)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C6D4F64-58AC-33BB-2ECA-46BEBFAAD023}"/>
              </a:ext>
            </a:extLst>
          </p:cNvPr>
          <p:cNvSpPr txBox="1"/>
          <p:nvPr/>
        </p:nvSpPr>
        <p:spPr>
          <a:xfrm>
            <a:off x="7406821" y="2580446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Ⓢ(GOLD)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8C06411-3B44-99A9-24D8-5168A3BE715C}"/>
              </a:ext>
            </a:extLst>
          </p:cNvPr>
          <p:cNvSpPr txBox="1"/>
          <p:nvPr/>
        </p:nvSpPr>
        <p:spPr>
          <a:xfrm>
            <a:off x="7406821" y="3042111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Ⓢ(GOLD, calls)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1AC11740-1540-7BA7-B8CE-9AAE9E964675}"/>
              </a:ext>
            </a:extLst>
          </p:cNvPr>
          <p:cNvSpPr txBox="1"/>
          <p:nvPr/>
        </p:nvSpPr>
        <p:spPr>
          <a:xfrm>
            <a:off x="7406821" y="3503776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Ⓢ(GOLD, cloud storage)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32DD70F-8CEA-ADAE-8EA1-C75F44DF140F}"/>
              </a:ext>
            </a:extLst>
          </p:cNvPr>
          <p:cNvSpPr txBox="1"/>
          <p:nvPr/>
        </p:nvSpPr>
        <p:spPr>
          <a:xfrm>
            <a:off x="7406821" y="3965434"/>
            <a:ext cx="46978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Ⓢ(GOLD, calls, cloud storage)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1C831B1-FCDE-4EDF-6DF7-1D95EB0BCFEE}"/>
              </a:ext>
            </a:extLst>
          </p:cNvPr>
          <p:cNvSpPr txBox="1"/>
          <p:nvPr/>
        </p:nvSpPr>
        <p:spPr>
          <a:xfrm>
            <a:off x="7414088" y="4412936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Ⓢ(PLAT.)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1F78E419-8435-F285-A61C-F7BFFD034A0D}"/>
              </a:ext>
            </a:extLst>
          </p:cNvPr>
          <p:cNvSpPr txBox="1"/>
          <p:nvPr/>
        </p:nvSpPr>
        <p:spPr>
          <a:xfrm>
            <a:off x="7414088" y="4874601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Ⓢ(PLAT., calls)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952617D7-4378-63C6-4C63-56DAB8A056CE}"/>
              </a:ext>
            </a:extLst>
          </p:cNvPr>
          <p:cNvSpPr txBox="1"/>
          <p:nvPr/>
        </p:nvSpPr>
        <p:spPr>
          <a:xfrm>
            <a:off x="7414088" y="5336266"/>
            <a:ext cx="469782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Ⓢ(PLAT., cloud storage)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C471A45C-F95C-FC20-4C7A-F25D4ADDB93F}"/>
              </a:ext>
            </a:extLst>
          </p:cNvPr>
          <p:cNvSpPr txBox="1"/>
          <p:nvPr/>
        </p:nvSpPr>
        <p:spPr>
          <a:xfrm>
            <a:off x="7414088" y="5797924"/>
            <a:ext cx="51122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Ⓢ(PLAT., calls, cloud storage)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E5F3AE10-C20D-2104-75F4-7A1859CCCAB6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3914780" y="3272944"/>
            <a:ext cx="3492041" cy="280893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F28AD420-1EB3-B521-C8CE-0040BC0F2314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3914779" y="3587077"/>
            <a:ext cx="3492042" cy="147532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3492AB24-1592-C039-E230-D1630DD6D083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3914779" y="3636832"/>
            <a:ext cx="3492042" cy="559435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93761608-75A0-8D77-9681-9C47AFF94A83}"/>
              </a:ext>
            </a:extLst>
          </p:cNvPr>
          <p:cNvCxnSpPr>
            <a:cxnSpLocks/>
            <a:endCxn id="30" idx="1"/>
          </p:cNvCxnSpPr>
          <p:nvPr/>
        </p:nvCxnSpPr>
        <p:spPr>
          <a:xfrm>
            <a:off x="3907512" y="3671557"/>
            <a:ext cx="3506576" cy="972212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cto de flecha 37">
            <a:extLst>
              <a:ext uri="{FF2B5EF4-FFF2-40B4-BE49-F238E27FC236}">
                <a16:creationId xmlns:a16="http://schemas.microsoft.com/office/drawing/2014/main" id="{9C628D15-104B-F1AC-3DCE-0A1398BAA359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3938186" y="3692993"/>
            <a:ext cx="3475902" cy="1412441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1F7AE949-0A42-859A-B303-B118E02743B7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3929315" y="3707462"/>
            <a:ext cx="3484773" cy="2321295"/>
          </a:xfrm>
          <a:prstGeom prst="straightConnector1">
            <a:avLst/>
          </a:prstGeom>
          <a:ln w="28575">
            <a:solidFill>
              <a:srgbClr val="7E002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uadroTexto 39">
            <a:extLst>
              <a:ext uri="{FF2B5EF4-FFF2-40B4-BE49-F238E27FC236}">
                <a16:creationId xmlns:a16="http://schemas.microsoft.com/office/drawing/2014/main" id="{94F2CAA2-F851-C79D-73E2-874863D94219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DAA18AF-41F3-E21E-D75C-72E91AEE0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330784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Pricings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’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Space</a:t>
            </a:r>
            <a:endParaRPr lang="es-ES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5DB6342-4899-D720-19B3-01C8DA75066C}"/>
              </a:ext>
            </a:extLst>
          </p:cNvPr>
          <p:cNvSpPr txBox="1"/>
          <p:nvPr/>
        </p:nvSpPr>
        <p:spPr>
          <a:xfrm>
            <a:off x="1713760" y="4720342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CALLS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BD55115-1D62-E894-FFAA-124AF9610487}"/>
              </a:ext>
            </a:extLst>
          </p:cNvPr>
          <p:cNvSpPr txBox="1"/>
          <p:nvPr/>
        </p:nvSpPr>
        <p:spPr>
          <a:xfrm>
            <a:off x="1194571" y="6027102"/>
            <a:ext cx="2013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CLOUD STORAGE</a:t>
            </a:r>
          </a:p>
        </p:txBody>
      </p:sp>
    </p:spTree>
    <p:extLst>
      <p:ext uri="{BB962C8B-B14F-4D97-AF65-F5344CB8AC3E}">
        <p14:creationId xmlns:p14="http://schemas.microsoft.com/office/powerpoint/2010/main" val="35412262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294;p32">
            <a:extLst>
              <a:ext uri="{FF2B5EF4-FFF2-40B4-BE49-F238E27FC236}">
                <a16:creationId xmlns:a16="http://schemas.microsoft.com/office/drawing/2014/main" id="{A35BCF2C-6A47-0D0A-AB5B-6D454C37B3F8}"/>
              </a:ext>
            </a:extLst>
          </p:cNvPr>
          <p:cNvGrpSpPr/>
          <p:nvPr/>
        </p:nvGrpSpPr>
        <p:grpSpPr>
          <a:xfrm flipV="1">
            <a:off x="1828138" y="1717688"/>
            <a:ext cx="8935425" cy="3553280"/>
            <a:chOff x="2784331" y="1968226"/>
            <a:chExt cx="3419361" cy="1688854"/>
          </a:xfrm>
        </p:grpSpPr>
        <p:sp>
          <p:nvSpPr>
            <p:cNvPr id="40" name="Google Shape;295;p32">
              <a:extLst>
                <a:ext uri="{FF2B5EF4-FFF2-40B4-BE49-F238E27FC236}">
                  <a16:creationId xmlns:a16="http://schemas.microsoft.com/office/drawing/2014/main" id="{FE3F0FDB-EA6D-C270-D444-5E31D7677D38}"/>
                </a:ext>
              </a:extLst>
            </p:cNvPr>
            <p:cNvSpPr/>
            <p:nvPr/>
          </p:nvSpPr>
          <p:spPr>
            <a:xfrm>
              <a:off x="2784331" y="2216672"/>
              <a:ext cx="473341" cy="1192751"/>
            </a:xfrm>
            <a:custGeom>
              <a:avLst/>
              <a:gdLst/>
              <a:ahLst/>
              <a:cxnLst/>
              <a:rect l="l" t="t" r="r" b="b"/>
              <a:pathLst>
                <a:path w="21881" h="55137" extrusionOk="0">
                  <a:moveTo>
                    <a:pt x="11413" y="0"/>
                  </a:moveTo>
                  <a:lnTo>
                    <a:pt x="10032" y="1454"/>
                  </a:lnTo>
                  <a:lnTo>
                    <a:pt x="7524" y="4507"/>
                  </a:lnTo>
                  <a:lnTo>
                    <a:pt x="5379" y="7742"/>
                  </a:lnTo>
                  <a:lnTo>
                    <a:pt x="3598" y="11158"/>
                  </a:lnTo>
                  <a:lnTo>
                    <a:pt x="2145" y="14684"/>
                  </a:lnTo>
                  <a:lnTo>
                    <a:pt x="1091" y="18282"/>
                  </a:lnTo>
                  <a:lnTo>
                    <a:pt x="364" y="21989"/>
                  </a:lnTo>
                  <a:lnTo>
                    <a:pt x="0" y="25697"/>
                  </a:lnTo>
                  <a:lnTo>
                    <a:pt x="0" y="29440"/>
                  </a:lnTo>
                  <a:lnTo>
                    <a:pt x="364" y="33184"/>
                  </a:lnTo>
                  <a:lnTo>
                    <a:pt x="1091" y="36855"/>
                  </a:lnTo>
                  <a:lnTo>
                    <a:pt x="2145" y="40489"/>
                  </a:lnTo>
                  <a:lnTo>
                    <a:pt x="3598" y="44015"/>
                  </a:lnTo>
                  <a:lnTo>
                    <a:pt x="5379" y="47395"/>
                  </a:lnTo>
                  <a:lnTo>
                    <a:pt x="7524" y="50630"/>
                  </a:lnTo>
                  <a:lnTo>
                    <a:pt x="10032" y="53683"/>
                  </a:lnTo>
                  <a:lnTo>
                    <a:pt x="11413" y="55137"/>
                  </a:lnTo>
                  <a:lnTo>
                    <a:pt x="11413" y="46050"/>
                  </a:lnTo>
                  <a:lnTo>
                    <a:pt x="11449" y="45759"/>
                  </a:lnTo>
                  <a:lnTo>
                    <a:pt x="11631" y="45287"/>
                  </a:lnTo>
                  <a:lnTo>
                    <a:pt x="12031" y="44887"/>
                  </a:lnTo>
                  <a:lnTo>
                    <a:pt x="12503" y="44705"/>
                  </a:lnTo>
                  <a:lnTo>
                    <a:pt x="12794" y="44669"/>
                  </a:lnTo>
                  <a:lnTo>
                    <a:pt x="21880" y="44669"/>
                  </a:lnTo>
                  <a:lnTo>
                    <a:pt x="21044" y="43797"/>
                  </a:lnTo>
                  <a:lnTo>
                    <a:pt x="19518" y="41979"/>
                  </a:lnTo>
                  <a:lnTo>
                    <a:pt x="18209" y="39980"/>
                  </a:lnTo>
                  <a:lnTo>
                    <a:pt x="17083" y="37909"/>
                  </a:lnTo>
                  <a:lnTo>
                    <a:pt x="16174" y="35728"/>
                  </a:lnTo>
                  <a:lnTo>
                    <a:pt x="15483" y="33438"/>
                  </a:lnTo>
                  <a:lnTo>
                    <a:pt x="15011" y="31112"/>
                  </a:lnTo>
                  <a:lnTo>
                    <a:pt x="14793" y="28750"/>
                  </a:lnTo>
                  <a:lnTo>
                    <a:pt x="14757" y="27550"/>
                  </a:lnTo>
                  <a:lnTo>
                    <a:pt x="14793" y="26351"/>
                  </a:lnTo>
                  <a:lnTo>
                    <a:pt x="15011" y="23952"/>
                  </a:lnTo>
                  <a:lnTo>
                    <a:pt x="15483" y="21626"/>
                  </a:lnTo>
                  <a:lnTo>
                    <a:pt x="16174" y="19372"/>
                  </a:lnTo>
                  <a:lnTo>
                    <a:pt x="17083" y="17192"/>
                  </a:lnTo>
                  <a:lnTo>
                    <a:pt x="18209" y="15084"/>
                  </a:lnTo>
                  <a:lnTo>
                    <a:pt x="19518" y="13121"/>
                  </a:lnTo>
                  <a:lnTo>
                    <a:pt x="21044" y="11267"/>
                  </a:lnTo>
                  <a:lnTo>
                    <a:pt x="21880" y="10431"/>
                  </a:lnTo>
                  <a:lnTo>
                    <a:pt x="21880" y="1381"/>
                  </a:lnTo>
                  <a:lnTo>
                    <a:pt x="21844" y="1091"/>
                  </a:lnTo>
                  <a:lnTo>
                    <a:pt x="21662" y="582"/>
                  </a:lnTo>
                  <a:lnTo>
                    <a:pt x="21262" y="218"/>
                  </a:lnTo>
                  <a:lnTo>
                    <a:pt x="20790" y="37"/>
                  </a:lnTo>
                  <a:lnTo>
                    <a:pt x="2049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96;p32">
              <a:extLst>
                <a:ext uri="{FF2B5EF4-FFF2-40B4-BE49-F238E27FC236}">
                  <a16:creationId xmlns:a16="http://schemas.microsoft.com/office/drawing/2014/main" id="{B8BE4147-3B3B-84ED-AE6E-4C20AD0201D1}"/>
                </a:ext>
              </a:extLst>
            </p:cNvPr>
            <p:cNvSpPr/>
            <p:nvPr/>
          </p:nvSpPr>
          <p:spPr>
            <a:xfrm>
              <a:off x="3031197" y="1968226"/>
              <a:ext cx="1190415" cy="476477"/>
            </a:xfrm>
            <a:custGeom>
              <a:avLst/>
              <a:gdLst/>
              <a:ahLst/>
              <a:cxnLst/>
              <a:rect l="l" t="t" r="r" b="b"/>
              <a:pathLst>
                <a:path w="55029" h="22026" extrusionOk="0">
                  <a:moveTo>
                    <a:pt x="27587" y="0"/>
                  </a:moveTo>
                  <a:lnTo>
                    <a:pt x="25661" y="36"/>
                  </a:lnTo>
                  <a:lnTo>
                    <a:pt x="21845" y="436"/>
                  </a:lnTo>
                  <a:lnTo>
                    <a:pt x="18065" y="1163"/>
                  </a:lnTo>
                  <a:lnTo>
                    <a:pt x="14430" y="2290"/>
                  </a:lnTo>
                  <a:lnTo>
                    <a:pt x="10904" y="3744"/>
                  </a:lnTo>
                  <a:lnTo>
                    <a:pt x="7561" y="5525"/>
                  </a:lnTo>
                  <a:lnTo>
                    <a:pt x="4362" y="7669"/>
                  </a:lnTo>
                  <a:lnTo>
                    <a:pt x="1418" y="10104"/>
                  </a:lnTo>
                  <a:lnTo>
                    <a:pt x="1" y="11449"/>
                  </a:lnTo>
                  <a:lnTo>
                    <a:pt x="9087" y="11449"/>
                  </a:lnTo>
                  <a:lnTo>
                    <a:pt x="9378" y="11485"/>
                  </a:lnTo>
                  <a:lnTo>
                    <a:pt x="9850" y="11667"/>
                  </a:lnTo>
                  <a:lnTo>
                    <a:pt x="10250" y="12067"/>
                  </a:lnTo>
                  <a:lnTo>
                    <a:pt x="10432" y="12539"/>
                  </a:lnTo>
                  <a:lnTo>
                    <a:pt x="10468" y="12830"/>
                  </a:lnTo>
                  <a:lnTo>
                    <a:pt x="10468" y="21916"/>
                  </a:lnTo>
                  <a:lnTo>
                    <a:pt x="11341" y="21081"/>
                  </a:lnTo>
                  <a:lnTo>
                    <a:pt x="13158" y="19554"/>
                  </a:lnTo>
                  <a:lnTo>
                    <a:pt x="15157" y="18209"/>
                  </a:lnTo>
                  <a:lnTo>
                    <a:pt x="17229" y="17119"/>
                  </a:lnTo>
                  <a:lnTo>
                    <a:pt x="19409" y="16210"/>
                  </a:lnTo>
                  <a:lnTo>
                    <a:pt x="21699" y="15520"/>
                  </a:lnTo>
                  <a:lnTo>
                    <a:pt x="24025" y="15047"/>
                  </a:lnTo>
                  <a:lnTo>
                    <a:pt x="26388" y="14829"/>
                  </a:lnTo>
                  <a:lnTo>
                    <a:pt x="27623" y="14793"/>
                  </a:lnTo>
                  <a:lnTo>
                    <a:pt x="28859" y="14829"/>
                  </a:lnTo>
                  <a:lnTo>
                    <a:pt x="31222" y="15047"/>
                  </a:lnTo>
                  <a:lnTo>
                    <a:pt x="33475" y="15483"/>
                  </a:lnTo>
                  <a:lnTo>
                    <a:pt x="35620" y="16174"/>
                  </a:lnTo>
                  <a:lnTo>
                    <a:pt x="37691" y="17046"/>
                  </a:lnTo>
                  <a:lnTo>
                    <a:pt x="39727" y="18209"/>
                  </a:lnTo>
                  <a:lnTo>
                    <a:pt x="41689" y="19554"/>
                  </a:lnTo>
                  <a:lnTo>
                    <a:pt x="43616" y="21153"/>
                  </a:lnTo>
                  <a:lnTo>
                    <a:pt x="44597" y="22025"/>
                  </a:lnTo>
                  <a:lnTo>
                    <a:pt x="53974" y="22025"/>
                  </a:lnTo>
                  <a:lnTo>
                    <a:pt x="54447" y="21807"/>
                  </a:lnTo>
                  <a:lnTo>
                    <a:pt x="54810" y="21444"/>
                  </a:lnTo>
                  <a:lnTo>
                    <a:pt x="55028" y="20935"/>
                  </a:lnTo>
                  <a:lnTo>
                    <a:pt x="55028" y="20681"/>
                  </a:lnTo>
                  <a:lnTo>
                    <a:pt x="55028" y="11594"/>
                  </a:lnTo>
                  <a:lnTo>
                    <a:pt x="54447" y="11049"/>
                  </a:lnTo>
                  <a:lnTo>
                    <a:pt x="53865" y="10504"/>
                  </a:lnTo>
                  <a:lnTo>
                    <a:pt x="52375" y="9195"/>
                  </a:lnTo>
                  <a:lnTo>
                    <a:pt x="49322" y="6869"/>
                  </a:lnTo>
                  <a:lnTo>
                    <a:pt x="46233" y="4870"/>
                  </a:lnTo>
                  <a:lnTo>
                    <a:pt x="43070" y="3235"/>
                  </a:lnTo>
                  <a:lnTo>
                    <a:pt x="39799" y="1963"/>
                  </a:lnTo>
                  <a:lnTo>
                    <a:pt x="36456" y="981"/>
                  </a:lnTo>
                  <a:lnTo>
                    <a:pt x="33003" y="363"/>
                  </a:lnTo>
                  <a:lnTo>
                    <a:pt x="29441" y="36"/>
                  </a:lnTo>
                  <a:lnTo>
                    <a:pt x="27587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97;p32">
              <a:extLst>
                <a:ext uri="{FF2B5EF4-FFF2-40B4-BE49-F238E27FC236}">
                  <a16:creationId xmlns:a16="http://schemas.microsoft.com/office/drawing/2014/main" id="{C3029896-526D-FEB6-8A1C-42DCCEFDA4D9}"/>
                </a:ext>
              </a:extLst>
            </p:cNvPr>
            <p:cNvSpPr/>
            <p:nvPr/>
          </p:nvSpPr>
          <p:spPr>
            <a:xfrm>
              <a:off x="3994347" y="2219030"/>
              <a:ext cx="996977" cy="1188814"/>
            </a:xfrm>
            <a:custGeom>
              <a:avLst/>
              <a:gdLst/>
              <a:ahLst/>
              <a:cxnLst/>
              <a:rect l="l" t="t" r="r" b="b"/>
              <a:pathLst>
                <a:path w="46087" h="54955" extrusionOk="0">
                  <a:moveTo>
                    <a:pt x="35619" y="0"/>
                  </a:moveTo>
                  <a:lnTo>
                    <a:pt x="35038" y="545"/>
                  </a:lnTo>
                  <a:lnTo>
                    <a:pt x="33475" y="2072"/>
                  </a:lnTo>
                  <a:lnTo>
                    <a:pt x="30458" y="5379"/>
                  </a:lnTo>
                  <a:lnTo>
                    <a:pt x="26024" y="10831"/>
                  </a:lnTo>
                  <a:lnTo>
                    <a:pt x="23080" y="14829"/>
                  </a:lnTo>
                  <a:lnTo>
                    <a:pt x="20499" y="18318"/>
                  </a:lnTo>
                  <a:lnTo>
                    <a:pt x="17882" y="21989"/>
                  </a:lnTo>
                  <a:lnTo>
                    <a:pt x="16247" y="24279"/>
                  </a:lnTo>
                  <a:lnTo>
                    <a:pt x="15084" y="25878"/>
                  </a:lnTo>
                  <a:lnTo>
                    <a:pt x="13993" y="27441"/>
                  </a:lnTo>
                  <a:lnTo>
                    <a:pt x="10104" y="32784"/>
                  </a:lnTo>
                  <a:lnTo>
                    <a:pt x="4907" y="39363"/>
                  </a:lnTo>
                  <a:lnTo>
                    <a:pt x="1599" y="42961"/>
                  </a:lnTo>
                  <a:lnTo>
                    <a:pt x="0" y="44524"/>
                  </a:lnTo>
                  <a:lnTo>
                    <a:pt x="0" y="53610"/>
                  </a:lnTo>
                  <a:lnTo>
                    <a:pt x="37" y="53865"/>
                  </a:lnTo>
                  <a:lnTo>
                    <a:pt x="218" y="54373"/>
                  </a:lnTo>
                  <a:lnTo>
                    <a:pt x="582" y="54737"/>
                  </a:lnTo>
                  <a:lnTo>
                    <a:pt x="1091" y="54955"/>
                  </a:lnTo>
                  <a:lnTo>
                    <a:pt x="10468" y="54955"/>
                  </a:lnTo>
                  <a:lnTo>
                    <a:pt x="12103" y="53356"/>
                  </a:lnTo>
                  <a:lnTo>
                    <a:pt x="15302" y="49939"/>
                  </a:lnTo>
                  <a:lnTo>
                    <a:pt x="19954" y="44269"/>
                  </a:lnTo>
                  <a:lnTo>
                    <a:pt x="23080" y="40053"/>
                  </a:lnTo>
                  <a:lnTo>
                    <a:pt x="25624" y="36564"/>
                  </a:lnTo>
                  <a:lnTo>
                    <a:pt x="28277" y="32893"/>
                  </a:lnTo>
                  <a:lnTo>
                    <a:pt x="29913" y="30603"/>
                  </a:lnTo>
                  <a:lnTo>
                    <a:pt x="32166" y="27441"/>
                  </a:lnTo>
                  <a:lnTo>
                    <a:pt x="35873" y="22353"/>
                  </a:lnTo>
                  <a:lnTo>
                    <a:pt x="40816" y="16065"/>
                  </a:lnTo>
                  <a:lnTo>
                    <a:pt x="43942" y="12503"/>
                  </a:lnTo>
                  <a:lnTo>
                    <a:pt x="45505" y="10977"/>
                  </a:lnTo>
                  <a:lnTo>
                    <a:pt x="45796" y="10722"/>
                  </a:lnTo>
                  <a:lnTo>
                    <a:pt x="46087" y="10431"/>
                  </a:lnTo>
                  <a:lnTo>
                    <a:pt x="36709" y="10431"/>
                  </a:lnTo>
                  <a:lnTo>
                    <a:pt x="36237" y="10213"/>
                  </a:lnTo>
                  <a:lnTo>
                    <a:pt x="35837" y="9850"/>
                  </a:lnTo>
                  <a:lnTo>
                    <a:pt x="35655" y="9341"/>
                  </a:lnTo>
                  <a:lnTo>
                    <a:pt x="35619" y="9087"/>
                  </a:lnTo>
                  <a:lnTo>
                    <a:pt x="3561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98;p32">
              <a:extLst>
                <a:ext uri="{FF2B5EF4-FFF2-40B4-BE49-F238E27FC236}">
                  <a16:creationId xmlns:a16="http://schemas.microsoft.com/office/drawing/2014/main" id="{2EF79E74-7224-4753-AB42-AC12AF159828}"/>
                </a:ext>
              </a:extLst>
            </p:cNvPr>
            <p:cNvSpPr/>
            <p:nvPr/>
          </p:nvSpPr>
          <p:spPr>
            <a:xfrm>
              <a:off x="4766420" y="3182159"/>
              <a:ext cx="1190415" cy="474920"/>
            </a:xfrm>
            <a:custGeom>
              <a:avLst/>
              <a:gdLst/>
              <a:ahLst/>
              <a:cxnLst/>
              <a:rect l="l" t="t" r="r" b="b"/>
              <a:pathLst>
                <a:path w="55029" h="21954" extrusionOk="0">
                  <a:moveTo>
                    <a:pt x="10468" y="1"/>
                  </a:moveTo>
                  <a:lnTo>
                    <a:pt x="10468" y="9087"/>
                  </a:lnTo>
                  <a:lnTo>
                    <a:pt x="10432" y="9342"/>
                  </a:lnTo>
                  <a:lnTo>
                    <a:pt x="10250" y="9850"/>
                  </a:lnTo>
                  <a:lnTo>
                    <a:pt x="9850" y="10214"/>
                  </a:lnTo>
                  <a:lnTo>
                    <a:pt x="9378" y="10432"/>
                  </a:lnTo>
                  <a:lnTo>
                    <a:pt x="1" y="10432"/>
                  </a:lnTo>
                  <a:lnTo>
                    <a:pt x="546" y="10941"/>
                  </a:lnTo>
                  <a:lnTo>
                    <a:pt x="837" y="11195"/>
                  </a:lnTo>
                  <a:lnTo>
                    <a:pt x="1127" y="11450"/>
                  </a:lnTo>
                  <a:lnTo>
                    <a:pt x="2618" y="12758"/>
                  </a:lnTo>
                  <a:lnTo>
                    <a:pt x="5671" y="15084"/>
                  </a:lnTo>
                  <a:lnTo>
                    <a:pt x="8760" y="17083"/>
                  </a:lnTo>
                  <a:lnTo>
                    <a:pt x="11922" y="18719"/>
                  </a:lnTo>
                  <a:lnTo>
                    <a:pt x="15157" y="19991"/>
                  </a:lnTo>
                  <a:lnTo>
                    <a:pt x="18501" y="20972"/>
                  </a:lnTo>
                  <a:lnTo>
                    <a:pt x="21954" y="21590"/>
                  </a:lnTo>
                  <a:lnTo>
                    <a:pt x="25552" y="21917"/>
                  </a:lnTo>
                  <a:lnTo>
                    <a:pt x="27369" y="21953"/>
                  </a:lnTo>
                  <a:lnTo>
                    <a:pt x="27514" y="21953"/>
                  </a:lnTo>
                  <a:lnTo>
                    <a:pt x="29441" y="21917"/>
                  </a:lnTo>
                  <a:lnTo>
                    <a:pt x="33293" y="21517"/>
                  </a:lnTo>
                  <a:lnTo>
                    <a:pt x="37037" y="20754"/>
                  </a:lnTo>
                  <a:lnTo>
                    <a:pt x="40672" y="19627"/>
                  </a:lnTo>
                  <a:lnTo>
                    <a:pt x="44161" y="18174"/>
                  </a:lnTo>
                  <a:lnTo>
                    <a:pt x="47505" y="16356"/>
                  </a:lnTo>
                  <a:lnTo>
                    <a:pt x="50667" y="14212"/>
                  </a:lnTo>
                  <a:lnTo>
                    <a:pt x="53647" y="11777"/>
                  </a:lnTo>
                  <a:lnTo>
                    <a:pt x="55028" y="10432"/>
                  </a:lnTo>
                  <a:lnTo>
                    <a:pt x="55028" y="1345"/>
                  </a:lnTo>
                  <a:lnTo>
                    <a:pt x="54992" y="1055"/>
                  </a:lnTo>
                  <a:lnTo>
                    <a:pt x="54810" y="582"/>
                  </a:lnTo>
                  <a:lnTo>
                    <a:pt x="54447" y="219"/>
                  </a:lnTo>
                  <a:lnTo>
                    <a:pt x="53938" y="1"/>
                  </a:lnTo>
                  <a:lnTo>
                    <a:pt x="44633" y="1"/>
                  </a:lnTo>
                  <a:lnTo>
                    <a:pt x="44561" y="37"/>
                  </a:lnTo>
                  <a:lnTo>
                    <a:pt x="43688" y="873"/>
                  </a:lnTo>
                  <a:lnTo>
                    <a:pt x="41871" y="2400"/>
                  </a:lnTo>
                  <a:lnTo>
                    <a:pt x="39908" y="3708"/>
                  </a:lnTo>
                  <a:lnTo>
                    <a:pt x="37837" y="4835"/>
                  </a:lnTo>
                  <a:lnTo>
                    <a:pt x="35656" y="5743"/>
                  </a:lnTo>
                  <a:lnTo>
                    <a:pt x="33402" y="6434"/>
                  </a:lnTo>
                  <a:lnTo>
                    <a:pt x="31076" y="6906"/>
                  </a:lnTo>
                  <a:lnTo>
                    <a:pt x="28714" y="7124"/>
                  </a:lnTo>
                  <a:lnTo>
                    <a:pt x="27514" y="7161"/>
                  </a:lnTo>
                  <a:lnTo>
                    <a:pt x="26206" y="7161"/>
                  </a:lnTo>
                  <a:lnTo>
                    <a:pt x="23916" y="6943"/>
                  </a:lnTo>
                  <a:lnTo>
                    <a:pt x="21735" y="6507"/>
                  </a:lnTo>
                  <a:lnTo>
                    <a:pt x="19664" y="5889"/>
                  </a:lnTo>
                  <a:lnTo>
                    <a:pt x="17628" y="5053"/>
                  </a:lnTo>
                  <a:lnTo>
                    <a:pt x="15702" y="4035"/>
                  </a:lnTo>
                  <a:lnTo>
                    <a:pt x="13812" y="2763"/>
                  </a:lnTo>
                  <a:lnTo>
                    <a:pt x="11922" y="1309"/>
                  </a:lnTo>
                  <a:lnTo>
                    <a:pt x="10977" y="473"/>
                  </a:lnTo>
                  <a:lnTo>
                    <a:pt x="10468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9B702"/>
                </a:solidFill>
              </a:endParaRPr>
            </a:p>
          </p:txBody>
        </p:sp>
        <p:sp>
          <p:nvSpPr>
            <p:cNvPr id="44" name="Google Shape;299;p32">
              <a:extLst>
                <a:ext uri="{FF2B5EF4-FFF2-40B4-BE49-F238E27FC236}">
                  <a16:creationId xmlns:a16="http://schemas.microsoft.com/office/drawing/2014/main" id="{3C9B9B0F-59C2-ED7A-C1D4-50E2BE420474}"/>
                </a:ext>
              </a:extLst>
            </p:cNvPr>
            <p:cNvSpPr/>
            <p:nvPr/>
          </p:nvSpPr>
          <p:spPr>
            <a:xfrm>
              <a:off x="5731927" y="2217451"/>
              <a:ext cx="471762" cy="1190393"/>
            </a:xfrm>
            <a:custGeom>
              <a:avLst/>
              <a:gdLst/>
              <a:ahLst/>
              <a:cxnLst/>
              <a:rect l="l" t="t" r="r" b="b"/>
              <a:pathLst>
                <a:path w="21808" h="55028" extrusionOk="0">
                  <a:moveTo>
                    <a:pt x="1345" y="1"/>
                  </a:moveTo>
                  <a:lnTo>
                    <a:pt x="1054" y="37"/>
                  </a:lnTo>
                  <a:lnTo>
                    <a:pt x="582" y="219"/>
                  </a:lnTo>
                  <a:lnTo>
                    <a:pt x="218" y="618"/>
                  </a:lnTo>
                  <a:lnTo>
                    <a:pt x="0" y="1091"/>
                  </a:lnTo>
                  <a:lnTo>
                    <a:pt x="0" y="1382"/>
                  </a:lnTo>
                  <a:lnTo>
                    <a:pt x="0" y="10468"/>
                  </a:lnTo>
                  <a:lnTo>
                    <a:pt x="218" y="10723"/>
                  </a:lnTo>
                  <a:lnTo>
                    <a:pt x="473" y="10977"/>
                  </a:lnTo>
                  <a:lnTo>
                    <a:pt x="1309" y="11849"/>
                  </a:lnTo>
                  <a:lnTo>
                    <a:pt x="2763" y="13776"/>
                  </a:lnTo>
                  <a:lnTo>
                    <a:pt x="3998" y="15775"/>
                  </a:lnTo>
                  <a:lnTo>
                    <a:pt x="5052" y="17846"/>
                  </a:lnTo>
                  <a:lnTo>
                    <a:pt x="5852" y="20027"/>
                  </a:lnTo>
                  <a:lnTo>
                    <a:pt x="6470" y="22208"/>
                  </a:lnTo>
                  <a:lnTo>
                    <a:pt x="6870" y="24461"/>
                  </a:lnTo>
                  <a:lnTo>
                    <a:pt x="7051" y="26751"/>
                  </a:lnTo>
                  <a:lnTo>
                    <a:pt x="7015" y="29004"/>
                  </a:lnTo>
                  <a:lnTo>
                    <a:pt x="6761" y="31258"/>
                  </a:lnTo>
                  <a:lnTo>
                    <a:pt x="6288" y="33511"/>
                  </a:lnTo>
                  <a:lnTo>
                    <a:pt x="5634" y="35692"/>
                  </a:lnTo>
                  <a:lnTo>
                    <a:pt x="4762" y="37836"/>
                  </a:lnTo>
                  <a:lnTo>
                    <a:pt x="3671" y="39872"/>
                  </a:lnTo>
                  <a:lnTo>
                    <a:pt x="2363" y="41834"/>
                  </a:lnTo>
                  <a:lnTo>
                    <a:pt x="836" y="43688"/>
                  </a:lnTo>
                  <a:lnTo>
                    <a:pt x="0" y="44597"/>
                  </a:lnTo>
                  <a:lnTo>
                    <a:pt x="9341" y="44597"/>
                  </a:lnTo>
                  <a:lnTo>
                    <a:pt x="9850" y="44815"/>
                  </a:lnTo>
                  <a:lnTo>
                    <a:pt x="10213" y="45178"/>
                  </a:lnTo>
                  <a:lnTo>
                    <a:pt x="10432" y="45651"/>
                  </a:lnTo>
                  <a:lnTo>
                    <a:pt x="10432" y="45941"/>
                  </a:lnTo>
                  <a:lnTo>
                    <a:pt x="10432" y="55028"/>
                  </a:lnTo>
                  <a:lnTo>
                    <a:pt x="11776" y="53647"/>
                  </a:lnTo>
                  <a:lnTo>
                    <a:pt x="14211" y="50666"/>
                  </a:lnTo>
                  <a:lnTo>
                    <a:pt x="16320" y="47504"/>
                  </a:lnTo>
                  <a:lnTo>
                    <a:pt x="18100" y="44124"/>
                  </a:lnTo>
                  <a:lnTo>
                    <a:pt x="19554" y="40635"/>
                  </a:lnTo>
                  <a:lnTo>
                    <a:pt x="20645" y="37000"/>
                  </a:lnTo>
                  <a:lnTo>
                    <a:pt x="21372" y="33257"/>
                  </a:lnTo>
                  <a:lnTo>
                    <a:pt x="21771" y="29441"/>
                  </a:lnTo>
                  <a:lnTo>
                    <a:pt x="21808" y="27514"/>
                  </a:lnTo>
                  <a:lnTo>
                    <a:pt x="21771" y="25588"/>
                  </a:lnTo>
                  <a:lnTo>
                    <a:pt x="21372" y="21772"/>
                  </a:lnTo>
                  <a:lnTo>
                    <a:pt x="20645" y="18028"/>
                  </a:lnTo>
                  <a:lnTo>
                    <a:pt x="19554" y="14393"/>
                  </a:lnTo>
                  <a:lnTo>
                    <a:pt x="18100" y="10868"/>
                  </a:lnTo>
                  <a:lnTo>
                    <a:pt x="16320" y="7524"/>
                  </a:lnTo>
                  <a:lnTo>
                    <a:pt x="14211" y="4362"/>
                  </a:lnTo>
                  <a:lnTo>
                    <a:pt x="11776" y="13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9B702"/>
                </a:solidFill>
              </a:endParaRPr>
            </a:p>
          </p:txBody>
        </p:sp>
        <p:sp>
          <p:nvSpPr>
            <p:cNvPr id="45" name="Google Shape;300;p32">
              <a:extLst>
                <a:ext uri="{FF2B5EF4-FFF2-40B4-BE49-F238E27FC236}">
                  <a16:creationId xmlns:a16="http://schemas.microsoft.com/office/drawing/2014/main" id="{7F3CEE66-AB0F-2E5F-D679-C079BDB7B660}"/>
                </a:ext>
              </a:extLst>
            </p:cNvPr>
            <p:cNvSpPr/>
            <p:nvPr/>
          </p:nvSpPr>
          <p:spPr>
            <a:xfrm>
              <a:off x="4767220" y="1968226"/>
              <a:ext cx="1189614" cy="475699"/>
            </a:xfrm>
            <a:custGeom>
              <a:avLst/>
              <a:gdLst/>
              <a:ahLst/>
              <a:cxnLst/>
              <a:rect l="l" t="t" r="r" b="b"/>
              <a:pathLst>
                <a:path w="54992" h="21990" extrusionOk="0">
                  <a:moveTo>
                    <a:pt x="27368" y="0"/>
                  </a:moveTo>
                  <a:lnTo>
                    <a:pt x="25515" y="36"/>
                  </a:lnTo>
                  <a:lnTo>
                    <a:pt x="21917" y="363"/>
                  </a:lnTo>
                  <a:lnTo>
                    <a:pt x="18464" y="981"/>
                  </a:lnTo>
                  <a:lnTo>
                    <a:pt x="15120" y="1963"/>
                  </a:lnTo>
                  <a:lnTo>
                    <a:pt x="11885" y="3235"/>
                  </a:lnTo>
                  <a:lnTo>
                    <a:pt x="8723" y="4870"/>
                  </a:lnTo>
                  <a:lnTo>
                    <a:pt x="5634" y="6869"/>
                  </a:lnTo>
                  <a:lnTo>
                    <a:pt x="2581" y="9195"/>
                  </a:lnTo>
                  <a:lnTo>
                    <a:pt x="1090" y="10504"/>
                  </a:lnTo>
                  <a:lnTo>
                    <a:pt x="545" y="11013"/>
                  </a:lnTo>
                  <a:lnTo>
                    <a:pt x="0" y="11522"/>
                  </a:lnTo>
                  <a:lnTo>
                    <a:pt x="0" y="20608"/>
                  </a:lnTo>
                  <a:lnTo>
                    <a:pt x="0" y="20899"/>
                  </a:lnTo>
                  <a:lnTo>
                    <a:pt x="218" y="21371"/>
                  </a:lnTo>
                  <a:lnTo>
                    <a:pt x="582" y="21735"/>
                  </a:lnTo>
                  <a:lnTo>
                    <a:pt x="1054" y="21953"/>
                  </a:lnTo>
                  <a:lnTo>
                    <a:pt x="10431" y="21953"/>
                  </a:lnTo>
                  <a:lnTo>
                    <a:pt x="11413" y="21081"/>
                  </a:lnTo>
                  <a:lnTo>
                    <a:pt x="13339" y="19518"/>
                  </a:lnTo>
                  <a:lnTo>
                    <a:pt x="15302" y="18173"/>
                  </a:lnTo>
                  <a:lnTo>
                    <a:pt x="17301" y="17046"/>
                  </a:lnTo>
                  <a:lnTo>
                    <a:pt x="19372" y="16137"/>
                  </a:lnTo>
                  <a:lnTo>
                    <a:pt x="21517" y="15483"/>
                  </a:lnTo>
                  <a:lnTo>
                    <a:pt x="23770" y="15047"/>
                  </a:lnTo>
                  <a:lnTo>
                    <a:pt x="26133" y="14829"/>
                  </a:lnTo>
                  <a:lnTo>
                    <a:pt x="27368" y="14793"/>
                  </a:lnTo>
                  <a:lnTo>
                    <a:pt x="27514" y="14793"/>
                  </a:lnTo>
                  <a:lnTo>
                    <a:pt x="28713" y="14829"/>
                  </a:lnTo>
                  <a:lnTo>
                    <a:pt x="31076" y="15083"/>
                  </a:lnTo>
                  <a:lnTo>
                    <a:pt x="33402" y="15556"/>
                  </a:lnTo>
                  <a:lnTo>
                    <a:pt x="35655" y="16247"/>
                  </a:lnTo>
                  <a:lnTo>
                    <a:pt x="37800" y="17155"/>
                  </a:lnTo>
                  <a:lnTo>
                    <a:pt x="39908" y="18282"/>
                  </a:lnTo>
                  <a:lnTo>
                    <a:pt x="41870" y="19627"/>
                  </a:lnTo>
                  <a:lnTo>
                    <a:pt x="43688" y="21153"/>
                  </a:lnTo>
                  <a:lnTo>
                    <a:pt x="44560" y="21989"/>
                  </a:lnTo>
                  <a:lnTo>
                    <a:pt x="44560" y="12903"/>
                  </a:lnTo>
                  <a:lnTo>
                    <a:pt x="44560" y="12612"/>
                  </a:lnTo>
                  <a:lnTo>
                    <a:pt x="44778" y="12139"/>
                  </a:lnTo>
                  <a:lnTo>
                    <a:pt x="45141" y="11740"/>
                  </a:lnTo>
                  <a:lnTo>
                    <a:pt x="45614" y="11558"/>
                  </a:lnTo>
                  <a:lnTo>
                    <a:pt x="45905" y="11522"/>
                  </a:lnTo>
                  <a:lnTo>
                    <a:pt x="54991" y="11522"/>
                  </a:lnTo>
                  <a:lnTo>
                    <a:pt x="53610" y="10177"/>
                  </a:lnTo>
                  <a:lnTo>
                    <a:pt x="50666" y="7742"/>
                  </a:lnTo>
                  <a:lnTo>
                    <a:pt x="47468" y="5597"/>
                  </a:lnTo>
                  <a:lnTo>
                    <a:pt x="44124" y="3780"/>
                  </a:lnTo>
                  <a:lnTo>
                    <a:pt x="40635" y="2326"/>
                  </a:lnTo>
                  <a:lnTo>
                    <a:pt x="37000" y="1199"/>
                  </a:lnTo>
                  <a:lnTo>
                    <a:pt x="33256" y="436"/>
                  </a:lnTo>
                  <a:lnTo>
                    <a:pt x="29440" y="36"/>
                  </a:lnTo>
                  <a:lnTo>
                    <a:pt x="27477" y="0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9B702"/>
                </a:solidFill>
              </a:endParaRPr>
            </a:p>
          </p:txBody>
        </p:sp>
        <p:sp>
          <p:nvSpPr>
            <p:cNvPr id="46" name="Google Shape;301;p32">
              <a:extLst>
                <a:ext uri="{FF2B5EF4-FFF2-40B4-BE49-F238E27FC236}">
                  <a16:creationId xmlns:a16="http://schemas.microsoft.com/office/drawing/2014/main" id="{00DC062B-CD6E-F8D6-927F-3697A31DD918}"/>
                </a:ext>
              </a:extLst>
            </p:cNvPr>
            <p:cNvSpPr/>
            <p:nvPr/>
          </p:nvSpPr>
          <p:spPr>
            <a:xfrm>
              <a:off x="3031997" y="3179801"/>
              <a:ext cx="1189614" cy="476499"/>
            </a:xfrm>
            <a:custGeom>
              <a:avLst/>
              <a:gdLst/>
              <a:ahLst/>
              <a:cxnLst/>
              <a:rect l="l" t="t" r="r" b="b"/>
              <a:pathLst>
                <a:path w="54992" h="22027" extrusionOk="0">
                  <a:moveTo>
                    <a:pt x="44524" y="1"/>
                  </a:moveTo>
                  <a:lnTo>
                    <a:pt x="43579" y="909"/>
                  </a:lnTo>
                  <a:lnTo>
                    <a:pt x="41616" y="2472"/>
                  </a:lnTo>
                  <a:lnTo>
                    <a:pt x="39653" y="3853"/>
                  </a:lnTo>
                  <a:lnTo>
                    <a:pt x="37654" y="4980"/>
                  </a:lnTo>
                  <a:lnTo>
                    <a:pt x="35583" y="5889"/>
                  </a:lnTo>
                  <a:lnTo>
                    <a:pt x="33438" y="6579"/>
                  </a:lnTo>
                  <a:lnTo>
                    <a:pt x="31185" y="7015"/>
                  </a:lnTo>
                  <a:lnTo>
                    <a:pt x="28822" y="7233"/>
                  </a:lnTo>
                  <a:lnTo>
                    <a:pt x="27586" y="7270"/>
                  </a:lnTo>
                  <a:lnTo>
                    <a:pt x="26423" y="7270"/>
                  </a:lnTo>
                  <a:lnTo>
                    <a:pt x="24134" y="7052"/>
                  </a:lnTo>
                  <a:lnTo>
                    <a:pt x="21917" y="6616"/>
                  </a:lnTo>
                  <a:lnTo>
                    <a:pt x="19736" y="5961"/>
                  </a:lnTo>
                  <a:lnTo>
                    <a:pt x="17628" y="5125"/>
                  </a:lnTo>
                  <a:lnTo>
                    <a:pt x="15592" y="4108"/>
                  </a:lnTo>
                  <a:lnTo>
                    <a:pt x="13702" y="2908"/>
                  </a:lnTo>
                  <a:lnTo>
                    <a:pt x="11885" y="1491"/>
                  </a:lnTo>
                  <a:lnTo>
                    <a:pt x="11013" y="728"/>
                  </a:lnTo>
                  <a:lnTo>
                    <a:pt x="10722" y="437"/>
                  </a:lnTo>
                  <a:lnTo>
                    <a:pt x="10431" y="146"/>
                  </a:lnTo>
                  <a:lnTo>
                    <a:pt x="1345" y="146"/>
                  </a:lnTo>
                  <a:lnTo>
                    <a:pt x="1090" y="182"/>
                  </a:lnTo>
                  <a:lnTo>
                    <a:pt x="582" y="364"/>
                  </a:lnTo>
                  <a:lnTo>
                    <a:pt x="218" y="764"/>
                  </a:lnTo>
                  <a:lnTo>
                    <a:pt x="0" y="1236"/>
                  </a:lnTo>
                  <a:lnTo>
                    <a:pt x="0" y="1527"/>
                  </a:lnTo>
                  <a:lnTo>
                    <a:pt x="0" y="10614"/>
                  </a:lnTo>
                  <a:lnTo>
                    <a:pt x="291" y="10904"/>
                  </a:lnTo>
                  <a:lnTo>
                    <a:pt x="582" y="11195"/>
                  </a:lnTo>
                  <a:lnTo>
                    <a:pt x="1963" y="12467"/>
                  </a:lnTo>
                  <a:lnTo>
                    <a:pt x="4870" y="14793"/>
                  </a:lnTo>
                  <a:lnTo>
                    <a:pt x="8033" y="16829"/>
                  </a:lnTo>
                  <a:lnTo>
                    <a:pt x="11304" y="18501"/>
                  </a:lnTo>
                  <a:lnTo>
                    <a:pt x="14756" y="19882"/>
                  </a:lnTo>
                  <a:lnTo>
                    <a:pt x="18318" y="20936"/>
                  </a:lnTo>
                  <a:lnTo>
                    <a:pt x="21953" y="21663"/>
                  </a:lnTo>
                  <a:lnTo>
                    <a:pt x="25697" y="21990"/>
                  </a:lnTo>
                  <a:lnTo>
                    <a:pt x="27586" y="22026"/>
                  </a:lnTo>
                  <a:lnTo>
                    <a:pt x="29404" y="21990"/>
                  </a:lnTo>
                  <a:lnTo>
                    <a:pt x="33002" y="21699"/>
                  </a:lnTo>
                  <a:lnTo>
                    <a:pt x="36455" y="21045"/>
                  </a:lnTo>
                  <a:lnTo>
                    <a:pt x="39799" y="20100"/>
                  </a:lnTo>
                  <a:lnTo>
                    <a:pt x="43033" y="18791"/>
                  </a:lnTo>
                  <a:lnTo>
                    <a:pt x="46196" y="17156"/>
                  </a:lnTo>
                  <a:lnTo>
                    <a:pt x="49285" y="15193"/>
                  </a:lnTo>
                  <a:lnTo>
                    <a:pt x="52338" y="12867"/>
                  </a:lnTo>
                  <a:lnTo>
                    <a:pt x="53828" y="11559"/>
                  </a:lnTo>
                  <a:lnTo>
                    <a:pt x="54446" y="11013"/>
                  </a:lnTo>
                  <a:lnTo>
                    <a:pt x="54991" y="10468"/>
                  </a:lnTo>
                  <a:lnTo>
                    <a:pt x="45905" y="10468"/>
                  </a:lnTo>
                  <a:lnTo>
                    <a:pt x="45614" y="10432"/>
                  </a:lnTo>
                  <a:lnTo>
                    <a:pt x="45141" y="10214"/>
                  </a:lnTo>
                  <a:lnTo>
                    <a:pt x="44742" y="9850"/>
                  </a:lnTo>
                  <a:lnTo>
                    <a:pt x="44560" y="9378"/>
                  </a:lnTo>
                  <a:lnTo>
                    <a:pt x="44524" y="9087"/>
                  </a:lnTo>
                  <a:lnTo>
                    <a:pt x="44524" y="1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302;p32">
              <a:extLst>
                <a:ext uri="{FF2B5EF4-FFF2-40B4-BE49-F238E27FC236}">
                  <a16:creationId xmlns:a16="http://schemas.microsoft.com/office/drawing/2014/main" id="{AAB4651C-FE69-68C6-703F-C42FC08F66FA}"/>
                </a:ext>
              </a:extLst>
            </p:cNvPr>
            <p:cNvSpPr/>
            <p:nvPr/>
          </p:nvSpPr>
          <p:spPr>
            <a:xfrm>
              <a:off x="3995904" y="2218229"/>
              <a:ext cx="996999" cy="1189614"/>
            </a:xfrm>
            <a:custGeom>
              <a:avLst/>
              <a:gdLst/>
              <a:ahLst/>
              <a:cxnLst/>
              <a:rect l="l" t="t" r="r" b="b"/>
              <a:pathLst>
                <a:path w="46088" h="54992" extrusionOk="0">
                  <a:moveTo>
                    <a:pt x="10432" y="1"/>
                  </a:moveTo>
                  <a:lnTo>
                    <a:pt x="10432" y="9087"/>
                  </a:lnTo>
                  <a:lnTo>
                    <a:pt x="10432" y="9378"/>
                  </a:lnTo>
                  <a:lnTo>
                    <a:pt x="10214" y="9851"/>
                  </a:lnTo>
                  <a:lnTo>
                    <a:pt x="9851" y="10250"/>
                  </a:lnTo>
                  <a:lnTo>
                    <a:pt x="9342" y="10432"/>
                  </a:lnTo>
                  <a:lnTo>
                    <a:pt x="9087" y="10468"/>
                  </a:lnTo>
                  <a:lnTo>
                    <a:pt x="1" y="10468"/>
                  </a:lnTo>
                  <a:lnTo>
                    <a:pt x="582" y="11014"/>
                  </a:lnTo>
                  <a:lnTo>
                    <a:pt x="2109" y="12540"/>
                  </a:lnTo>
                  <a:lnTo>
                    <a:pt x="5235" y="16066"/>
                  </a:lnTo>
                  <a:lnTo>
                    <a:pt x="10214" y="22390"/>
                  </a:lnTo>
                  <a:lnTo>
                    <a:pt x="13921" y="27442"/>
                  </a:lnTo>
                  <a:lnTo>
                    <a:pt x="16175" y="30640"/>
                  </a:lnTo>
                  <a:lnTo>
                    <a:pt x="17810" y="32894"/>
                  </a:lnTo>
                  <a:lnTo>
                    <a:pt x="20427" y="36601"/>
                  </a:lnTo>
                  <a:lnTo>
                    <a:pt x="23008" y="40090"/>
                  </a:lnTo>
                  <a:lnTo>
                    <a:pt x="26134" y="44270"/>
                  </a:lnTo>
                  <a:lnTo>
                    <a:pt x="30786" y="49940"/>
                  </a:lnTo>
                  <a:lnTo>
                    <a:pt x="33984" y="53393"/>
                  </a:lnTo>
                  <a:lnTo>
                    <a:pt x="35620" y="54992"/>
                  </a:lnTo>
                  <a:lnTo>
                    <a:pt x="44706" y="54992"/>
                  </a:lnTo>
                  <a:lnTo>
                    <a:pt x="44997" y="54956"/>
                  </a:lnTo>
                  <a:lnTo>
                    <a:pt x="45469" y="54737"/>
                  </a:lnTo>
                  <a:lnTo>
                    <a:pt x="45869" y="54374"/>
                  </a:lnTo>
                  <a:lnTo>
                    <a:pt x="46051" y="53902"/>
                  </a:lnTo>
                  <a:lnTo>
                    <a:pt x="46087" y="53611"/>
                  </a:lnTo>
                  <a:lnTo>
                    <a:pt x="46087" y="44524"/>
                  </a:lnTo>
                  <a:lnTo>
                    <a:pt x="44488" y="42998"/>
                  </a:lnTo>
                  <a:lnTo>
                    <a:pt x="41181" y="39363"/>
                  </a:lnTo>
                  <a:lnTo>
                    <a:pt x="35983" y="32821"/>
                  </a:lnTo>
                  <a:lnTo>
                    <a:pt x="32094" y="27478"/>
                  </a:lnTo>
                  <a:lnTo>
                    <a:pt x="30967" y="25915"/>
                  </a:lnTo>
                  <a:lnTo>
                    <a:pt x="29841" y="24280"/>
                  </a:lnTo>
                  <a:lnTo>
                    <a:pt x="28205" y="22026"/>
                  </a:lnTo>
                  <a:lnTo>
                    <a:pt x="25552" y="18319"/>
                  </a:lnTo>
                  <a:lnTo>
                    <a:pt x="23008" y="14830"/>
                  </a:lnTo>
                  <a:lnTo>
                    <a:pt x="20027" y="10868"/>
                  </a:lnTo>
                  <a:lnTo>
                    <a:pt x="15593" y="5416"/>
                  </a:lnTo>
                  <a:lnTo>
                    <a:pt x="12577" y="2109"/>
                  </a:lnTo>
                  <a:lnTo>
                    <a:pt x="11050" y="5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F9B702"/>
                </a:solidFill>
              </a:endParaRPr>
            </a:p>
          </p:txBody>
        </p:sp>
        <p:sp>
          <p:nvSpPr>
            <p:cNvPr id="48" name="Google Shape;303;p32">
              <a:extLst>
                <a:ext uri="{FF2B5EF4-FFF2-40B4-BE49-F238E27FC236}">
                  <a16:creationId xmlns:a16="http://schemas.microsoft.com/office/drawing/2014/main" id="{E715F6BF-4096-CA92-06A6-84BB0D8D0B5D}"/>
                </a:ext>
              </a:extLst>
            </p:cNvPr>
            <p:cNvSpPr/>
            <p:nvPr/>
          </p:nvSpPr>
          <p:spPr>
            <a:xfrm>
              <a:off x="4098917" y="2322021"/>
              <a:ext cx="93582" cy="93582"/>
            </a:xfrm>
            <a:custGeom>
              <a:avLst/>
              <a:gdLst/>
              <a:ahLst/>
              <a:cxnLst/>
              <a:rect l="l" t="t" r="r" b="b"/>
              <a:pathLst>
                <a:path w="4326" h="4326" extrusionOk="0">
                  <a:moveTo>
                    <a:pt x="3853" y="1"/>
                  </a:moveTo>
                  <a:lnTo>
                    <a:pt x="3635" y="146"/>
                  </a:lnTo>
                  <a:lnTo>
                    <a:pt x="146" y="3635"/>
                  </a:lnTo>
                  <a:lnTo>
                    <a:pt x="0" y="3853"/>
                  </a:lnTo>
                  <a:lnTo>
                    <a:pt x="182" y="4253"/>
                  </a:lnTo>
                  <a:lnTo>
                    <a:pt x="436" y="4326"/>
                  </a:lnTo>
                  <a:lnTo>
                    <a:pt x="3926" y="4326"/>
                  </a:lnTo>
                  <a:lnTo>
                    <a:pt x="4071" y="4289"/>
                  </a:lnTo>
                  <a:lnTo>
                    <a:pt x="4289" y="4071"/>
                  </a:lnTo>
                  <a:lnTo>
                    <a:pt x="4325" y="3926"/>
                  </a:lnTo>
                  <a:lnTo>
                    <a:pt x="4325" y="437"/>
                  </a:lnTo>
                  <a:lnTo>
                    <a:pt x="4253" y="182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304;p32">
              <a:extLst>
                <a:ext uri="{FF2B5EF4-FFF2-40B4-BE49-F238E27FC236}">
                  <a16:creationId xmlns:a16="http://schemas.microsoft.com/office/drawing/2014/main" id="{AF1D46D2-C4A1-E466-64DF-0694BF7133E8}"/>
                </a:ext>
              </a:extLst>
            </p:cNvPr>
            <p:cNvSpPr/>
            <p:nvPr/>
          </p:nvSpPr>
          <p:spPr>
            <a:xfrm>
              <a:off x="4870211" y="3285150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3817" y="1"/>
                  </a:moveTo>
                  <a:lnTo>
                    <a:pt x="3635" y="146"/>
                  </a:lnTo>
                  <a:lnTo>
                    <a:pt x="146" y="3599"/>
                  </a:lnTo>
                  <a:lnTo>
                    <a:pt x="0" y="3817"/>
                  </a:lnTo>
                  <a:lnTo>
                    <a:pt x="182" y="4253"/>
                  </a:lnTo>
                  <a:lnTo>
                    <a:pt x="437" y="4290"/>
                  </a:lnTo>
                  <a:lnTo>
                    <a:pt x="4071" y="4290"/>
                  </a:lnTo>
                  <a:lnTo>
                    <a:pt x="4289" y="4035"/>
                  </a:lnTo>
                  <a:lnTo>
                    <a:pt x="4289" y="3890"/>
                  </a:lnTo>
                  <a:lnTo>
                    <a:pt x="4289" y="401"/>
                  </a:lnTo>
                  <a:lnTo>
                    <a:pt x="4253" y="146"/>
                  </a:lnTo>
                  <a:lnTo>
                    <a:pt x="38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305;p32">
              <a:extLst>
                <a:ext uri="{FF2B5EF4-FFF2-40B4-BE49-F238E27FC236}">
                  <a16:creationId xmlns:a16="http://schemas.microsoft.com/office/drawing/2014/main" id="{E0D9FF09-A110-2B36-FBBF-7365F014C36F}"/>
                </a:ext>
              </a:extLst>
            </p:cNvPr>
            <p:cNvSpPr/>
            <p:nvPr/>
          </p:nvSpPr>
          <p:spPr>
            <a:xfrm>
              <a:off x="5834139" y="3210475"/>
              <a:ext cx="93582" cy="93582"/>
            </a:xfrm>
            <a:custGeom>
              <a:avLst/>
              <a:gdLst/>
              <a:ahLst/>
              <a:cxnLst/>
              <a:rect l="l" t="t" r="r" b="b"/>
              <a:pathLst>
                <a:path w="4326" h="4326" extrusionOk="0">
                  <a:moveTo>
                    <a:pt x="436" y="0"/>
                  </a:moveTo>
                  <a:lnTo>
                    <a:pt x="182" y="73"/>
                  </a:lnTo>
                  <a:lnTo>
                    <a:pt x="0" y="509"/>
                  </a:lnTo>
                  <a:lnTo>
                    <a:pt x="146" y="691"/>
                  </a:lnTo>
                  <a:lnTo>
                    <a:pt x="3635" y="4180"/>
                  </a:lnTo>
                  <a:lnTo>
                    <a:pt x="3853" y="4325"/>
                  </a:lnTo>
                  <a:lnTo>
                    <a:pt x="4253" y="4144"/>
                  </a:lnTo>
                  <a:lnTo>
                    <a:pt x="4325" y="3889"/>
                  </a:lnTo>
                  <a:lnTo>
                    <a:pt x="4325" y="436"/>
                  </a:lnTo>
                  <a:lnTo>
                    <a:pt x="4289" y="255"/>
                  </a:lnTo>
                  <a:lnTo>
                    <a:pt x="4071" y="36"/>
                  </a:lnTo>
                  <a:lnTo>
                    <a:pt x="392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306;p32">
              <a:extLst>
                <a:ext uri="{FF2B5EF4-FFF2-40B4-BE49-F238E27FC236}">
                  <a16:creationId xmlns:a16="http://schemas.microsoft.com/office/drawing/2014/main" id="{0643345D-719F-CCEF-9341-9CE4C98D9481}"/>
                </a:ext>
              </a:extLst>
            </p:cNvPr>
            <p:cNvSpPr/>
            <p:nvPr/>
          </p:nvSpPr>
          <p:spPr>
            <a:xfrm>
              <a:off x="5761022" y="2247325"/>
              <a:ext cx="92782" cy="92803"/>
            </a:xfrm>
            <a:custGeom>
              <a:avLst/>
              <a:gdLst/>
              <a:ahLst/>
              <a:cxnLst/>
              <a:rect l="l" t="t" r="r" b="b"/>
              <a:pathLst>
                <a:path w="4289" h="4290" extrusionOk="0">
                  <a:moveTo>
                    <a:pt x="400" y="1"/>
                  </a:moveTo>
                  <a:lnTo>
                    <a:pt x="218" y="37"/>
                  </a:lnTo>
                  <a:lnTo>
                    <a:pt x="0" y="255"/>
                  </a:lnTo>
                  <a:lnTo>
                    <a:pt x="0" y="401"/>
                  </a:lnTo>
                  <a:lnTo>
                    <a:pt x="0" y="3890"/>
                  </a:lnTo>
                  <a:lnTo>
                    <a:pt x="36" y="4108"/>
                  </a:lnTo>
                  <a:lnTo>
                    <a:pt x="473" y="4290"/>
                  </a:lnTo>
                  <a:lnTo>
                    <a:pt x="654" y="4180"/>
                  </a:lnTo>
                  <a:lnTo>
                    <a:pt x="4143" y="691"/>
                  </a:lnTo>
                  <a:lnTo>
                    <a:pt x="4289" y="473"/>
                  </a:lnTo>
                  <a:lnTo>
                    <a:pt x="4107" y="37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307;p32">
              <a:extLst>
                <a:ext uri="{FF2B5EF4-FFF2-40B4-BE49-F238E27FC236}">
                  <a16:creationId xmlns:a16="http://schemas.microsoft.com/office/drawing/2014/main" id="{6AB2B8D9-E40D-7530-F40C-2A7D3A20A804}"/>
                </a:ext>
              </a:extLst>
            </p:cNvPr>
            <p:cNvSpPr/>
            <p:nvPr/>
          </p:nvSpPr>
          <p:spPr>
            <a:xfrm>
              <a:off x="4797094" y="2319663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473" y="1"/>
                  </a:moveTo>
                  <a:lnTo>
                    <a:pt x="37" y="182"/>
                  </a:lnTo>
                  <a:lnTo>
                    <a:pt x="0" y="437"/>
                  </a:lnTo>
                  <a:lnTo>
                    <a:pt x="0" y="3890"/>
                  </a:lnTo>
                  <a:lnTo>
                    <a:pt x="0" y="4071"/>
                  </a:lnTo>
                  <a:lnTo>
                    <a:pt x="218" y="4289"/>
                  </a:lnTo>
                  <a:lnTo>
                    <a:pt x="3889" y="4289"/>
                  </a:lnTo>
                  <a:lnTo>
                    <a:pt x="4107" y="4253"/>
                  </a:lnTo>
                  <a:lnTo>
                    <a:pt x="4289" y="3817"/>
                  </a:lnTo>
                  <a:lnTo>
                    <a:pt x="4180" y="3635"/>
                  </a:lnTo>
                  <a:lnTo>
                    <a:pt x="691" y="146"/>
                  </a:lnTo>
                  <a:lnTo>
                    <a:pt x="4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308;p32">
              <a:extLst>
                <a:ext uri="{FF2B5EF4-FFF2-40B4-BE49-F238E27FC236}">
                  <a16:creationId xmlns:a16="http://schemas.microsoft.com/office/drawing/2014/main" id="{11B3721F-098B-42C8-E6ED-C7B904573B6E}"/>
                </a:ext>
              </a:extLst>
            </p:cNvPr>
            <p:cNvSpPr/>
            <p:nvPr/>
          </p:nvSpPr>
          <p:spPr>
            <a:xfrm>
              <a:off x="4025800" y="3282792"/>
              <a:ext cx="93582" cy="93604"/>
            </a:xfrm>
            <a:custGeom>
              <a:avLst/>
              <a:gdLst/>
              <a:ahLst/>
              <a:cxnLst/>
              <a:rect l="l" t="t" r="r" b="b"/>
              <a:pathLst>
                <a:path w="4326" h="4327" extrusionOk="0">
                  <a:moveTo>
                    <a:pt x="509" y="1"/>
                  </a:moveTo>
                  <a:lnTo>
                    <a:pt x="73" y="183"/>
                  </a:lnTo>
                  <a:lnTo>
                    <a:pt x="0" y="437"/>
                  </a:lnTo>
                  <a:lnTo>
                    <a:pt x="0" y="3926"/>
                  </a:lnTo>
                  <a:lnTo>
                    <a:pt x="36" y="4072"/>
                  </a:lnTo>
                  <a:lnTo>
                    <a:pt x="255" y="4290"/>
                  </a:lnTo>
                  <a:lnTo>
                    <a:pt x="400" y="4326"/>
                  </a:lnTo>
                  <a:lnTo>
                    <a:pt x="3889" y="4326"/>
                  </a:lnTo>
                  <a:lnTo>
                    <a:pt x="4143" y="4290"/>
                  </a:lnTo>
                  <a:lnTo>
                    <a:pt x="4325" y="3854"/>
                  </a:lnTo>
                  <a:lnTo>
                    <a:pt x="4180" y="3636"/>
                  </a:lnTo>
                  <a:lnTo>
                    <a:pt x="727" y="18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309;p32">
              <a:extLst>
                <a:ext uri="{FF2B5EF4-FFF2-40B4-BE49-F238E27FC236}">
                  <a16:creationId xmlns:a16="http://schemas.microsoft.com/office/drawing/2014/main" id="{5F2D6E15-4674-A9AF-C369-D662FD3C159A}"/>
                </a:ext>
              </a:extLst>
            </p:cNvPr>
            <p:cNvSpPr/>
            <p:nvPr/>
          </p:nvSpPr>
          <p:spPr>
            <a:xfrm>
              <a:off x="3061071" y="3212833"/>
              <a:ext cx="92803" cy="92782"/>
            </a:xfrm>
            <a:custGeom>
              <a:avLst/>
              <a:gdLst/>
              <a:ahLst/>
              <a:cxnLst/>
              <a:rect l="l" t="t" r="r" b="b"/>
              <a:pathLst>
                <a:path w="4290" h="4289" extrusionOk="0">
                  <a:moveTo>
                    <a:pt x="255" y="0"/>
                  </a:moveTo>
                  <a:lnTo>
                    <a:pt x="1" y="218"/>
                  </a:lnTo>
                  <a:lnTo>
                    <a:pt x="1" y="400"/>
                  </a:lnTo>
                  <a:lnTo>
                    <a:pt x="1" y="3889"/>
                  </a:lnTo>
                  <a:lnTo>
                    <a:pt x="37" y="4107"/>
                  </a:lnTo>
                  <a:lnTo>
                    <a:pt x="473" y="4289"/>
                  </a:lnTo>
                  <a:lnTo>
                    <a:pt x="691" y="4144"/>
                  </a:lnTo>
                  <a:lnTo>
                    <a:pt x="4181" y="691"/>
                  </a:lnTo>
                  <a:lnTo>
                    <a:pt x="4290" y="473"/>
                  </a:lnTo>
                  <a:lnTo>
                    <a:pt x="4144" y="37"/>
                  </a:lnTo>
                  <a:lnTo>
                    <a:pt x="38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310;p32">
              <a:extLst>
                <a:ext uri="{FF2B5EF4-FFF2-40B4-BE49-F238E27FC236}">
                  <a16:creationId xmlns:a16="http://schemas.microsoft.com/office/drawing/2014/main" id="{2544250C-AAE3-D28C-858A-7F35A0A9F71E}"/>
                </a:ext>
              </a:extLst>
            </p:cNvPr>
            <p:cNvSpPr/>
            <p:nvPr/>
          </p:nvSpPr>
          <p:spPr>
            <a:xfrm>
              <a:off x="3134988" y="2245767"/>
              <a:ext cx="92803" cy="93582"/>
            </a:xfrm>
            <a:custGeom>
              <a:avLst/>
              <a:gdLst/>
              <a:ahLst/>
              <a:cxnLst/>
              <a:rect l="l" t="t" r="r" b="b"/>
              <a:pathLst>
                <a:path w="4290" h="4326" extrusionOk="0">
                  <a:moveTo>
                    <a:pt x="437" y="0"/>
                  </a:moveTo>
                  <a:lnTo>
                    <a:pt x="182" y="73"/>
                  </a:lnTo>
                  <a:lnTo>
                    <a:pt x="0" y="473"/>
                  </a:lnTo>
                  <a:lnTo>
                    <a:pt x="146" y="691"/>
                  </a:lnTo>
                  <a:lnTo>
                    <a:pt x="3599" y="4180"/>
                  </a:lnTo>
                  <a:lnTo>
                    <a:pt x="3817" y="4325"/>
                  </a:lnTo>
                  <a:lnTo>
                    <a:pt x="4253" y="4143"/>
                  </a:lnTo>
                  <a:lnTo>
                    <a:pt x="4289" y="3889"/>
                  </a:lnTo>
                  <a:lnTo>
                    <a:pt x="4289" y="400"/>
                  </a:lnTo>
                  <a:lnTo>
                    <a:pt x="4289" y="254"/>
                  </a:lnTo>
                  <a:lnTo>
                    <a:pt x="4071" y="36"/>
                  </a:lnTo>
                  <a:lnTo>
                    <a:pt x="388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7" name="CuadroTexto 56">
            <a:extLst>
              <a:ext uri="{FF2B5EF4-FFF2-40B4-BE49-F238E27FC236}">
                <a16:creationId xmlns:a16="http://schemas.microsoft.com/office/drawing/2014/main" id="{2F0FC760-872B-42DC-CB3C-91FBDF9391C1}"/>
              </a:ext>
            </a:extLst>
          </p:cNvPr>
          <p:cNvSpPr txBox="1"/>
          <p:nvPr/>
        </p:nvSpPr>
        <p:spPr>
          <a:xfrm rot="18698352">
            <a:off x="5542171" y="3249962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718F02CD-3667-3442-F5D0-F72A7822CBA7}"/>
              </a:ext>
            </a:extLst>
          </p:cNvPr>
          <p:cNvSpPr txBox="1"/>
          <p:nvPr/>
        </p:nvSpPr>
        <p:spPr>
          <a:xfrm rot="152627">
            <a:off x="8064162" y="1800026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B30DFDA0-8963-A308-7010-91999DADC710}"/>
              </a:ext>
            </a:extLst>
          </p:cNvPr>
          <p:cNvSpPr txBox="1"/>
          <p:nvPr/>
        </p:nvSpPr>
        <p:spPr>
          <a:xfrm rot="5400000">
            <a:off x="9629144" y="3364216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881CA8A7-CC01-BDAB-47CD-4DB10B1970ED}"/>
              </a:ext>
            </a:extLst>
          </p:cNvPr>
          <p:cNvSpPr txBox="1"/>
          <p:nvPr/>
        </p:nvSpPr>
        <p:spPr>
          <a:xfrm>
            <a:off x="7828111" y="4635655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B480C1E2-E04A-780B-A745-1A57F756D6DF}"/>
              </a:ext>
            </a:extLst>
          </p:cNvPr>
          <p:cNvSpPr txBox="1"/>
          <p:nvPr/>
        </p:nvSpPr>
        <p:spPr>
          <a:xfrm rot="2606566">
            <a:off x="5262976" y="2588957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C3CEAA41-0DB8-DC24-AFFA-8F121F059190}"/>
              </a:ext>
            </a:extLst>
          </p:cNvPr>
          <p:cNvSpPr txBox="1"/>
          <p:nvPr/>
        </p:nvSpPr>
        <p:spPr>
          <a:xfrm>
            <a:off x="3485088" y="1806495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A1147635-5FB7-ED30-2713-BB786305D12D}"/>
              </a:ext>
            </a:extLst>
          </p:cNvPr>
          <p:cNvSpPr txBox="1"/>
          <p:nvPr/>
        </p:nvSpPr>
        <p:spPr>
          <a:xfrm rot="16200000">
            <a:off x="1775627" y="3260245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5D475E2B-738F-2B5B-49C6-DE1162738CB1}"/>
              </a:ext>
            </a:extLst>
          </p:cNvPr>
          <p:cNvSpPr txBox="1"/>
          <p:nvPr/>
        </p:nvSpPr>
        <p:spPr>
          <a:xfrm>
            <a:off x="3691830" y="4638684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FF8512C2-5C69-AEEB-EED1-69E5B3CC0F06}"/>
              </a:ext>
            </a:extLst>
          </p:cNvPr>
          <p:cNvSpPr txBox="1"/>
          <p:nvPr/>
        </p:nvSpPr>
        <p:spPr>
          <a:xfrm>
            <a:off x="2942355" y="2726742"/>
            <a:ext cx="22733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6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4BC3E37C-03EB-E2E5-9FAF-19241DB536CA}"/>
              </a:ext>
            </a:extLst>
          </p:cNvPr>
          <p:cNvSpPr txBox="1"/>
          <p:nvPr/>
        </p:nvSpPr>
        <p:spPr>
          <a:xfrm>
            <a:off x="7399213" y="2727237"/>
            <a:ext cx="23599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6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9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83" name="Grupo 82">
            <a:extLst>
              <a:ext uri="{FF2B5EF4-FFF2-40B4-BE49-F238E27FC236}">
                <a16:creationId xmlns:a16="http://schemas.microsoft.com/office/drawing/2014/main" id="{57787002-49BD-B904-AB07-76856C9414ED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7EBA8672-0BA7-2802-4D5A-AE8C5AEF0977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b="1" dirty="0">
                  <a:solidFill>
                    <a:srgbClr val="8B1B3F"/>
                  </a:solidFill>
                </a:rPr>
                <a:t>PROVIDER EVENTS (</a:t>
              </a:r>
              <a:r>
                <a:rPr lang="es-ES_tradnl" b="1" dirty="0" err="1">
                  <a:solidFill>
                    <a:srgbClr val="8B1B3F"/>
                  </a:solidFill>
                </a:rPr>
                <a:t>pe</a:t>
              </a:r>
              <a:r>
                <a:rPr lang="es-ES_tradnl" b="1" baseline="-25000" dirty="0" err="1">
                  <a:solidFill>
                    <a:srgbClr val="8B1B3F"/>
                  </a:solidFill>
                </a:rPr>
                <a:t>j</a:t>
              </a:r>
              <a:r>
                <a:rPr lang="es-ES_tradnl" b="1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85" name="Rectángulo 84">
              <a:extLst>
                <a:ext uri="{FF2B5EF4-FFF2-40B4-BE49-F238E27FC236}">
                  <a16:creationId xmlns:a16="http://schemas.microsoft.com/office/drawing/2014/main" id="{10DCC8B1-5115-C27B-3D64-D38369219203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1 (new plan)</a:t>
              </a:r>
            </a:p>
          </p:txBody>
        </p:sp>
        <p:sp>
          <p:nvSpPr>
            <p:cNvPr id="86" name="Rectángulo 85">
              <a:extLst>
                <a:ext uri="{FF2B5EF4-FFF2-40B4-BE49-F238E27FC236}">
                  <a16:creationId xmlns:a16="http://schemas.microsoft.com/office/drawing/2014/main" id="{ADCC2B62-DF54-DBA2-9BC5-F179615B4CA6}"/>
                </a:ext>
              </a:extLst>
            </p:cNvPr>
            <p:cNvSpPr/>
            <p:nvPr/>
          </p:nvSpPr>
          <p:spPr>
            <a:xfrm>
              <a:off x="4642441" y="0"/>
              <a:ext cx="2292129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2 (new </a:t>
              </a:r>
              <a:r>
                <a:rPr lang="es-ES_tradnl" sz="2400" baseline="-25000" dirty="0" err="1"/>
                <a:t>feature</a:t>
              </a:r>
              <a:r>
                <a:rPr lang="es-ES_tradnl" sz="2400" baseline="-25000" dirty="0"/>
                <a:t>)</a:t>
              </a:r>
            </a:p>
          </p:txBody>
        </p:sp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DD407CE3-F5E2-C4D2-077C-E262D0B3527F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3 (</a:t>
              </a:r>
              <a:r>
                <a:rPr lang="es-ES_tradnl" sz="2400" baseline="-25000" dirty="0" err="1"/>
                <a:t>price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change</a:t>
              </a:r>
              <a:r>
                <a:rPr lang="es-ES_tradnl" sz="2400" baseline="-25000" dirty="0"/>
                <a:t>)</a:t>
              </a:r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0869CCAF-46E5-3167-6A03-98CC846C6A9A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 err="1"/>
                <a:t>pe</a:t>
              </a:r>
              <a:r>
                <a:rPr lang="es-ES_tradnl" sz="2400" baseline="-25000" dirty="0" err="1"/>
                <a:t>j</a:t>
              </a:r>
              <a:r>
                <a:rPr lang="es-ES_tradnl" sz="2400" baseline="-25000" dirty="0"/>
                <a:t> (</a:t>
              </a:r>
              <a:r>
                <a:rPr lang="es-ES_tradnl" sz="2400" baseline="-25000" dirty="0" err="1"/>
                <a:t>feature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reallocation</a:t>
              </a:r>
              <a:r>
                <a:rPr lang="es-ES_tradnl" sz="2400" baseline="-25000" dirty="0"/>
                <a:t>)</a:t>
              </a:r>
            </a:p>
          </p:txBody>
        </p:sp>
      </p:grp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6650A221-5A94-1A44-6FFF-C080F59F92C4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D396BEEF-FE6C-7E04-22F2-22B8972C22D1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Elipse 90">
            <a:extLst>
              <a:ext uri="{FF2B5EF4-FFF2-40B4-BE49-F238E27FC236}">
                <a16:creationId xmlns:a16="http://schemas.microsoft.com/office/drawing/2014/main" id="{E8DA74AB-D33C-428C-AF24-DFC290B1BB3B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C187F5B8-C213-83B7-C29F-60004B342C7F}"/>
              </a:ext>
            </a:extLst>
          </p:cNvPr>
          <p:cNvSpPr/>
          <p:nvPr/>
        </p:nvSpPr>
        <p:spPr>
          <a:xfrm>
            <a:off x="5662891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93" name="Elipse 92">
            <a:extLst>
              <a:ext uri="{FF2B5EF4-FFF2-40B4-BE49-F238E27FC236}">
                <a16:creationId xmlns:a16="http://schemas.microsoft.com/office/drawing/2014/main" id="{1D3F91C5-6DA0-BEA5-029D-89238747901C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185B34C0-0DEC-9E06-F2FB-F5A2474298EE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grpSp>
        <p:nvGrpSpPr>
          <p:cNvPr id="95" name="Grupo 94">
            <a:extLst>
              <a:ext uri="{FF2B5EF4-FFF2-40B4-BE49-F238E27FC236}">
                <a16:creationId xmlns:a16="http://schemas.microsoft.com/office/drawing/2014/main" id="{507463E2-7069-B78B-CCF3-F5F55C7004B8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96" name="Elipse 95">
              <a:extLst>
                <a:ext uri="{FF2B5EF4-FFF2-40B4-BE49-F238E27FC236}">
                  <a16:creationId xmlns:a16="http://schemas.microsoft.com/office/drawing/2014/main" id="{A719E09F-A3DA-3344-1413-222AD468A614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7" name="Elipse 96">
              <a:extLst>
                <a:ext uri="{FF2B5EF4-FFF2-40B4-BE49-F238E27FC236}">
                  <a16:creationId xmlns:a16="http://schemas.microsoft.com/office/drawing/2014/main" id="{20FD2593-D7AB-357F-ED74-866A33680ADF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8" name="Elipse 97">
              <a:extLst>
                <a:ext uri="{FF2B5EF4-FFF2-40B4-BE49-F238E27FC236}">
                  <a16:creationId xmlns:a16="http://schemas.microsoft.com/office/drawing/2014/main" id="{52BD2877-8CC2-F679-278A-C9329D30ACB0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F3BB0F85-9E56-8971-5119-9BBECEBA353A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ítulo 1">
            <a:extLst>
              <a:ext uri="{FF2B5EF4-FFF2-40B4-BE49-F238E27FC236}">
                <a16:creationId xmlns:a16="http://schemas.microsoft.com/office/drawing/2014/main" id="{FC8B8AB6-B9DC-56A1-82F9-E0C35C63F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Traditional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DevOps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life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cyle</a:t>
            </a:r>
            <a:endParaRPr lang="es-ES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9AD1C2A-BC80-BA95-5F23-A020BE9F63E6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993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 animBg="1"/>
      <p:bldP spid="93" grpId="0" animBg="1"/>
      <p:bldP spid="9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9C1B1-0989-DB48-C67F-0A7099B0C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A4A688EF-B3A3-98A5-DA39-D0684CB600F8}"/>
              </a:ext>
            </a:extLst>
          </p:cNvPr>
          <p:cNvSpPr/>
          <p:nvPr/>
        </p:nvSpPr>
        <p:spPr>
          <a:xfrm flipV="1">
            <a:off x="1828138" y="2238748"/>
            <a:ext cx="1236928" cy="2509500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C567C5F2-8014-5D92-4521-B3185610E30B}"/>
              </a:ext>
            </a:extLst>
          </p:cNvPr>
          <p:cNvSpPr/>
          <p:nvPr/>
        </p:nvSpPr>
        <p:spPr>
          <a:xfrm flipV="1">
            <a:off x="2473245" y="4268480"/>
            <a:ext cx="3110775" cy="1002488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8711D80B-63EB-0D54-F0F1-9F21CE26D403}"/>
              </a:ext>
            </a:extLst>
          </p:cNvPr>
          <p:cNvSpPr/>
          <p:nvPr/>
        </p:nvSpPr>
        <p:spPr>
          <a:xfrm flipV="1">
            <a:off x="4990134" y="2242070"/>
            <a:ext cx="2605286" cy="2501216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298;p32">
            <a:extLst>
              <a:ext uri="{FF2B5EF4-FFF2-40B4-BE49-F238E27FC236}">
                <a16:creationId xmlns:a16="http://schemas.microsoft.com/office/drawing/2014/main" id="{67E855A1-5C1B-F0B4-5F4F-A8D7C679BD0A}"/>
              </a:ext>
            </a:extLst>
          </p:cNvPr>
          <p:cNvSpPr/>
          <p:nvPr/>
        </p:nvSpPr>
        <p:spPr>
          <a:xfrm flipV="1">
            <a:off x="7007704" y="1717690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E1EE722C-DCEB-7A15-9E0C-4E4C3EDD2C9A}"/>
              </a:ext>
            </a:extLst>
          </p:cNvPr>
          <p:cNvSpPr/>
          <p:nvPr/>
        </p:nvSpPr>
        <p:spPr>
          <a:xfrm flipV="1">
            <a:off x="9530753" y="2242070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904B1B62-AE6A-BBE6-C337-247A26B1C88F}"/>
              </a:ext>
            </a:extLst>
          </p:cNvPr>
          <p:cNvSpPr/>
          <p:nvPr/>
        </p:nvSpPr>
        <p:spPr>
          <a:xfrm flipV="1">
            <a:off x="7009795" y="4270117"/>
            <a:ext cx="3108682" cy="1000851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AE32EC71-8F6C-3FB8-ACFC-8985F2E35F08}"/>
              </a:ext>
            </a:extLst>
          </p:cNvPr>
          <p:cNvSpPr/>
          <p:nvPr/>
        </p:nvSpPr>
        <p:spPr>
          <a:xfrm flipV="1">
            <a:off x="2475335" y="1719329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374FE47E-C4C3-BD8E-8094-C5EC2F9DB40F}"/>
              </a:ext>
            </a:extLst>
          </p:cNvPr>
          <p:cNvSpPr/>
          <p:nvPr/>
        </p:nvSpPr>
        <p:spPr>
          <a:xfrm flipV="1">
            <a:off x="4994203" y="2242072"/>
            <a:ext cx="2605343" cy="2502899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A0B797BF-B9D8-E055-4D82-CF264A420D01}"/>
              </a:ext>
            </a:extLst>
          </p:cNvPr>
          <p:cNvSpPr/>
          <p:nvPr/>
        </p:nvSpPr>
        <p:spPr>
          <a:xfrm flipV="1">
            <a:off x="5263395" y="4329705"/>
            <a:ext cx="244547" cy="196893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EE5EB88B-1B37-8403-AD97-3FA26365092F}"/>
              </a:ext>
            </a:extLst>
          </p:cNvPr>
          <p:cNvSpPr/>
          <p:nvPr/>
        </p:nvSpPr>
        <p:spPr>
          <a:xfrm flipV="1">
            <a:off x="7278930" y="2304960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305;p32">
            <a:extLst>
              <a:ext uri="{FF2B5EF4-FFF2-40B4-BE49-F238E27FC236}">
                <a16:creationId xmlns:a16="http://schemas.microsoft.com/office/drawing/2014/main" id="{FE585774-323A-9BE5-D8B1-C58A841ACC79}"/>
              </a:ext>
            </a:extLst>
          </p:cNvPr>
          <p:cNvSpPr/>
          <p:nvPr/>
        </p:nvSpPr>
        <p:spPr>
          <a:xfrm flipV="1">
            <a:off x="9797852" y="2460434"/>
            <a:ext cx="244547" cy="196893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436" y="0"/>
                </a:moveTo>
                <a:lnTo>
                  <a:pt x="182" y="73"/>
                </a:lnTo>
                <a:lnTo>
                  <a:pt x="0" y="509"/>
                </a:lnTo>
                <a:lnTo>
                  <a:pt x="146" y="691"/>
                </a:lnTo>
                <a:lnTo>
                  <a:pt x="3635" y="4180"/>
                </a:lnTo>
                <a:lnTo>
                  <a:pt x="3853" y="4325"/>
                </a:lnTo>
                <a:lnTo>
                  <a:pt x="4253" y="4144"/>
                </a:lnTo>
                <a:lnTo>
                  <a:pt x="4325" y="3889"/>
                </a:lnTo>
                <a:lnTo>
                  <a:pt x="4325" y="436"/>
                </a:lnTo>
                <a:lnTo>
                  <a:pt x="4289" y="255"/>
                </a:lnTo>
                <a:lnTo>
                  <a:pt x="4071" y="36"/>
                </a:lnTo>
                <a:lnTo>
                  <a:pt x="39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A4767CF9-45C7-70F9-916C-456D1490C7B3}"/>
              </a:ext>
            </a:extLst>
          </p:cNvPr>
          <p:cNvSpPr/>
          <p:nvPr/>
        </p:nvSpPr>
        <p:spPr>
          <a:xfrm flipV="1">
            <a:off x="9606784" y="4488501"/>
            <a:ext cx="242457" cy="195254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F9CFEE77-ECB0-15F1-839B-39DAB1D70B02}"/>
              </a:ext>
            </a:extLst>
          </p:cNvPr>
          <p:cNvSpPr/>
          <p:nvPr/>
        </p:nvSpPr>
        <p:spPr>
          <a:xfrm flipV="1">
            <a:off x="7087861" y="4336305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F026433C-1ED9-041D-BB80-C5D8E046D4C6}"/>
              </a:ext>
            </a:extLst>
          </p:cNvPr>
          <p:cNvSpPr/>
          <p:nvPr/>
        </p:nvSpPr>
        <p:spPr>
          <a:xfrm flipV="1">
            <a:off x="5072327" y="2308236"/>
            <a:ext cx="244547" cy="196939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309;p32">
            <a:extLst>
              <a:ext uri="{FF2B5EF4-FFF2-40B4-BE49-F238E27FC236}">
                <a16:creationId xmlns:a16="http://schemas.microsoft.com/office/drawing/2014/main" id="{DD54FA67-B788-DAC2-FC3C-5C79819B4DC6}"/>
              </a:ext>
            </a:extLst>
          </p:cNvPr>
          <p:cNvSpPr/>
          <p:nvPr/>
        </p:nvSpPr>
        <p:spPr>
          <a:xfrm flipV="1">
            <a:off x="2551311" y="2457156"/>
            <a:ext cx="242511" cy="195210"/>
          </a:xfrm>
          <a:custGeom>
            <a:avLst/>
            <a:gdLst/>
            <a:ahLst/>
            <a:cxnLst/>
            <a:rect l="l" t="t" r="r" b="b"/>
            <a:pathLst>
              <a:path w="4290" h="4289" extrusionOk="0">
                <a:moveTo>
                  <a:pt x="255" y="0"/>
                </a:moveTo>
                <a:lnTo>
                  <a:pt x="1" y="218"/>
                </a:lnTo>
                <a:lnTo>
                  <a:pt x="1" y="400"/>
                </a:lnTo>
                <a:lnTo>
                  <a:pt x="1" y="3889"/>
                </a:lnTo>
                <a:lnTo>
                  <a:pt x="37" y="4107"/>
                </a:lnTo>
                <a:lnTo>
                  <a:pt x="473" y="4289"/>
                </a:lnTo>
                <a:lnTo>
                  <a:pt x="691" y="4144"/>
                </a:lnTo>
                <a:lnTo>
                  <a:pt x="4181" y="691"/>
                </a:lnTo>
                <a:lnTo>
                  <a:pt x="4290" y="473"/>
                </a:lnTo>
                <a:lnTo>
                  <a:pt x="4144" y="37"/>
                </a:lnTo>
                <a:lnTo>
                  <a:pt x="389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310;p32">
            <a:extLst>
              <a:ext uri="{FF2B5EF4-FFF2-40B4-BE49-F238E27FC236}">
                <a16:creationId xmlns:a16="http://schemas.microsoft.com/office/drawing/2014/main" id="{7BEFA3EB-8721-4FF5-26D8-624CFA17CB5F}"/>
              </a:ext>
            </a:extLst>
          </p:cNvPr>
          <p:cNvSpPr/>
          <p:nvPr/>
        </p:nvSpPr>
        <p:spPr>
          <a:xfrm flipV="1">
            <a:off x="2744470" y="4490140"/>
            <a:ext cx="242511" cy="196893"/>
          </a:xfrm>
          <a:custGeom>
            <a:avLst/>
            <a:gdLst/>
            <a:ahLst/>
            <a:cxnLst/>
            <a:rect l="l" t="t" r="r" b="b"/>
            <a:pathLst>
              <a:path w="4290" h="4326" extrusionOk="0">
                <a:moveTo>
                  <a:pt x="437" y="0"/>
                </a:moveTo>
                <a:lnTo>
                  <a:pt x="182" y="73"/>
                </a:lnTo>
                <a:lnTo>
                  <a:pt x="0" y="473"/>
                </a:lnTo>
                <a:lnTo>
                  <a:pt x="146" y="691"/>
                </a:lnTo>
                <a:lnTo>
                  <a:pt x="3599" y="4180"/>
                </a:lnTo>
                <a:lnTo>
                  <a:pt x="3817" y="4325"/>
                </a:lnTo>
                <a:lnTo>
                  <a:pt x="4253" y="4143"/>
                </a:lnTo>
                <a:lnTo>
                  <a:pt x="4289" y="3889"/>
                </a:lnTo>
                <a:lnTo>
                  <a:pt x="4289" y="400"/>
                </a:lnTo>
                <a:lnTo>
                  <a:pt x="4289" y="254"/>
                </a:lnTo>
                <a:lnTo>
                  <a:pt x="4071" y="36"/>
                </a:lnTo>
                <a:lnTo>
                  <a:pt x="388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0306CAEC-1D36-BC99-C493-5E4773E181F9}"/>
              </a:ext>
            </a:extLst>
          </p:cNvPr>
          <p:cNvSpPr txBox="1"/>
          <p:nvPr/>
        </p:nvSpPr>
        <p:spPr>
          <a:xfrm rot="18698352">
            <a:off x="5542171" y="3249962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C64AC1FE-C9B0-042D-27F4-4C99D531E56F}"/>
              </a:ext>
            </a:extLst>
          </p:cNvPr>
          <p:cNvSpPr txBox="1"/>
          <p:nvPr/>
        </p:nvSpPr>
        <p:spPr>
          <a:xfrm rot="152627">
            <a:off x="8064162" y="1800026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EC3C4CDB-3525-2F43-D398-95BE50ABAD84}"/>
              </a:ext>
            </a:extLst>
          </p:cNvPr>
          <p:cNvSpPr txBox="1"/>
          <p:nvPr/>
        </p:nvSpPr>
        <p:spPr>
          <a:xfrm rot="5400000">
            <a:off x="9629144" y="3364216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42ABB74B-7A9E-40CE-DED2-24CA94576827}"/>
              </a:ext>
            </a:extLst>
          </p:cNvPr>
          <p:cNvSpPr txBox="1"/>
          <p:nvPr/>
        </p:nvSpPr>
        <p:spPr>
          <a:xfrm>
            <a:off x="7828111" y="4635655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CA467468-F14A-A1E2-33FC-54FCC816E02C}"/>
              </a:ext>
            </a:extLst>
          </p:cNvPr>
          <p:cNvSpPr txBox="1"/>
          <p:nvPr/>
        </p:nvSpPr>
        <p:spPr>
          <a:xfrm rot="2606566">
            <a:off x="5262976" y="2588957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8D6199DA-45B9-D9AA-333F-998D9792955D}"/>
              </a:ext>
            </a:extLst>
          </p:cNvPr>
          <p:cNvSpPr txBox="1"/>
          <p:nvPr/>
        </p:nvSpPr>
        <p:spPr>
          <a:xfrm>
            <a:off x="3485088" y="1806495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AA4DD9BE-AD9A-EA61-CD7A-3D37704F4C61}"/>
              </a:ext>
            </a:extLst>
          </p:cNvPr>
          <p:cNvSpPr txBox="1"/>
          <p:nvPr/>
        </p:nvSpPr>
        <p:spPr>
          <a:xfrm rot="16200000">
            <a:off x="1775627" y="3260245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11F83F61-032D-6158-FBCF-E5E91E5C30A0}"/>
              </a:ext>
            </a:extLst>
          </p:cNvPr>
          <p:cNvSpPr txBox="1"/>
          <p:nvPr/>
        </p:nvSpPr>
        <p:spPr>
          <a:xfrm>
            <a:off x="3691830" y="4638684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C2B34B1-726D-0D83-0293-190449E5351F}"/>
              </a:ext>
            </a:extLst>
          </p:cNvPr>
          <p:cNvSpPr txBox="1"/>
          <p:nvPr/>
        </p:nvSpPr>
        <p:spPr>
          <a:xfrm>
            <a:off x="2942355" y="2726742"/>
            <a:ext cx="22733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6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E5DF029B-02EB-03B4-D828-89ECFB8A8321}"/>
              </a:ext>
            </a:extLst>
          </p:cNvPr>
          <p:cNvSpPr txBox="1"/>
          <p:nvPr/>
        </p:nvSpPr>
        <p:spPr>
          <a:xfrm>
            <a:off x="7399213" y="2727237"/>
            <a:ext cx="23599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6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9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83" name="Grupo 82">
            <a:extLst>
              <a:ext uri="{FF2B5EF4-FFF2-40B4-BE49-F238E27FC236}">
                <a16:creationId xmlns:a16="http://schemas.microsoft.com/office/drawing/2014/main" id="{645B693C-587F-DA35-6F78-BCA8A508B14E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84" name="Rectángulo 83">
              <a:extLst>
                <a:ext uri="{FF2B5EF4-FFF2-40B4-BE49-F238E27FC236}">
                  <a16:creationId xmlns:a16="http://schemas.microsoft.com/office/drawing/2014/main" id="{1FBE3FC9-35B8-9333-025A-54DCAC8A1EBF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b="1" dirty="0">
                  <a:solidFill>
                    <a:srgbClr val="8B1B3F"/>
                  </a:solidFill>
                </a:rPr>
                <a:t>PROVIDER EVENTS (</a:t>
              </a:r>
              <a:r>
                <a:rPr lang="es-ES_tradnl" b="1" dirty="0" err="1">
                  <a:solidFill>
                    <a:srgbClr val="8B1B3F"/>
                  </a:solidFill>
                </a:rPr>
                <a:t>pe</a:t>
              </a:r>
              <a:r>
                <a:rPr lang="es-ES_tradnl" b="1" baseline="-25000" dirty="0" err="1">
                  <a:solidFill>
                    <a:srgbClr val="8B1B3F"/>
                  </a:solidFill>
                </a:rPr>
                <a:t>j</a:t>
              </a:r>
              <a:r>
                <a:rPr lang="es-ES_tradnl" b="1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85" name="Rectángulo 84">
              <a:extLst>
                <a:ext uri="{FF2B5EF4-FFF2-40B4-BE49-F238E27FC236}">
                  <a16:creationId xmlns:a16="http://schemas.microsoft.com/office/drawing/2014/main" id="{B736C254-8099-7AF4-CD39-CBF48F5368B7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>
                  <a:solidFill>
                    <a:srgbClr val="FF0000"/>
                  </a:solidFill>
                </a:rPr>
                <a:t>pe</a:t>
              </a:r>
              <a:r>
                <a:rPr lang="es-ES_tradnl" sz="2400" baseline="-25000" dirty="0">
                  <a:solidFill>
                    <a:srgbClr val="FF0000"/>
                  </a:solidFill>
                </a:rPr>
                <a:t>1 (new plan)</a:t>
              </a:r>
            </a:p>
          </p:txBody>
        </p:sp>
        <p:sp>
          <p:nvSpPr>
            <p:cNvPr id="86" name="Rectángulo 85">
              <a:extLst>
                <a:ext uri="{FF2B5EF4-FFF2-40B4-BE49-F238E27FC236}">
                  <a16:creationId xmlns:a16="http://schemas.microsoft.com/office/drawing/2014/main" id="{5CD91BB7-7AA1-F5C4-E8E7-D9D718981D26}"/>
                </a:ext>
              </a:extLst>
            </p:cNvPr>
            <p:cNvSpPr/>
            <p:nvPr/>
          </p:nvSpPr>
          <p:spPr>
            <a:xfrm>
              <a:off x="4642441" y="0"/>
              <a:ext cx="2292129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2 (new </a:t>
              </a:r>
              <a:r>
                <a:rPr lang="es-ES_tradnl" sz="2400" baseline="-25000" dirty="0" err="1"/>
                <a:t>feature</a:t>
              </a:r>
              <a:r>
                <a:rPr lang="es-ES_tradnl" sz="2400" baseline="-25000" dirty="0"/>
                <a:t>)</a:t>
              </a:r>
            </a:p>
          </p:txBody>
        </p:sp>
        <p:sp>
          <p:nvSpPr>
            <p:cNvPr id="87" name="Rectángulo 86">
              <a:extLst>
                <a:ext uri="{FF2B5EF4-FFF2-40B4-BE49-F238E27FC236}">
                  <a16:creationId xmlns:a16="http://schemas.microsoft.com/office/drawing/2014/main" id="{156919C1-8B95-0A1D-20F2-5B152EFC70F9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>
                  <a:solidFill>
                    <a:srgbClr val="FF0000"/>
                  </a:solidFill>
                </a:rPr>
                <a:t>pe</a:t>
              </a:r>
              <a:r>
                <a:rPr lang="es-ES_tradnl" sz="2400" baseline="-25000" dirty="0">
                  <a:solidFill>
                    <a:srgbClr val="FF0000"/>
                  </a:solidFill>
                </a:rPr>
                <a:t>3 (</a:t>
              </a:r>
              <a:r>
                <a:rPr lang="es-ES_tradnl" sz="2400" baseline="-25000" dirty="0" err="1">
                  <a:solidFill>
                    <a:srgbClr val="FF0000"/>
                  </a:solidFill>
                </a:rPr>
                <a:t>price</a:t>
              </a:r>
              <a:r>
                <a:rPr lang="es-ES_tradnl" sz="2400" baseline="-25000" dirty="0">
                  <a:solidFill>
                    <a:srgbClr val="FF0000"/>
                  </a:solidFill>
                </a:rPr>
                <a:t> </a:t>
              </a:r>
              <a:r>
                <a:rPr lang="es-ES_tradnl" sz="2400" baseline="-25000" dirty="0" err="1">
                  <a:solidFill>
                    <a:srgbClr val="FF0000"/>
                  </a:solidFill>
                </a:rPr>
                <a:t>change</a:t>
              </a:r>
              <a:r>
                <a:rPr lang="es-ES_tradnl" sz="2400" baseline="-25000" dirty="0">
                  <a:solidFill>
                    <a:srgbClr val="FF0000"/>
                  </a:solidFill>
                </a:rPr>
                <a:t>)</a:t>
              </a:r>
            </a:p>
          </p:txBody>
        </p:sp>
        <p:sp>
          <p:nvSpPr>
            <p:cNvPr id="88" name="Rectángulo 87">
              <a:extLst>
                <a:ext uri="{FF2B5EF4-FFF2-40B4-BE49-F238E27FC236}">
                  <a16:creationId xmlns:a16="http://schemas.microsoft.com/office/drawing/2014/main" id="{18A3CA19-0055-1C9C-1A98-67AC35BC476E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 err="1">
                  <a:solidFill>
                    <a:srgbClr val="FF0000"/>
                  </a:solidFill>
                </a:rPr>
                <a:t>pe</a:t>
              </a:r>
              <a:r>
                <a:rPr lang="es-ES_tradnl" sz="2400" baseline="-25000" dirty="0" err="1">
                  <a:solidFill>
                    <a:srgbClr val="FF0000"/>
                  </a:solidFill>
                </a:rPr>
                <a:t>j</a:t>
              </a:r>
              <a:r>
                <a:rPr lang="es-ES_tradnl" sz="2400" baseline="-25000" dirty="0">
                  <a:solidFill>
                    <a:srgbClr val="FF0000"/>
                  </a:solidFill>
                </a:rPr>
                <a:t> (</a:t>
              </a:r>
              <a:r>
                <a:rPr lang="es-ES_tradnl" sz="2400" baseline="-25000" dirty="0" err="1">
                  <a:solidFill>
                    <a:srgbClr val="FF0000"/>
                  </a:solidFill>
                </a:rPr>
                <a:t>feature</a:t>
              </a:r>
              <a:r>
                <a:rPr lang="es-ES_tradnl" sz="2400" baseline="-25000" dirty="0">
                  <a:solidFill>
                    <a:srgbClr val="FF0000"/>
                  </a:solidFill>
                </a:rPr>
                <a:t> </a:t>
              </a:r>
              <a:r>
                <a:rPr lang="es-ES_tradnl" sz="2400" baseline="-25000" dirty="0" err="1">
                  <a:solidFill>
                    <a:srgbClr val="FF0000"/>
                  </a:solidFill>
                </a:rPr>
                <a:t>reallocation</a:t>
              </a:r>
              <a:r>
                <a:rPr lang="es-ES_tradnl" sz="2400" baseline="-25000" dirty="0">
                  <a:solidFill>
                    <a:srgbClr val="FF0000"/>
                  </a:solidFill>
                </a:rPr>
                <a:t>)</a:t>
              </a:r>
            </a:p>
          </p:txBody>
        </p:sp>
      </p:grpSp>
      <p:cxnSp>
        <p:nvCxnSpPr>
          <p:cNvPr id="89" name="Conector recto 88">
            <a:extLst>
              <a:ext uri="{FF2B5EF4-FFF2-40B4-BE49-F238E27FC236}">
                <a16:creationId xmlns:a16="http://schemas.microsoft.com/office/drawing/2014/main" id="{BB39D75D-10D5-3FFD-049C-06B9D8EC5E8C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cto de flecha 89">
            <a:extLst>
              <a:ext uri="{FF2B5EF4-FFF2-40B4-BE49-F238E27FC236}">
                <a16:creationId xmlns:a16="http://schemas.microsoft.com/office/drawing/2014/main" id="{B1CC78FE-C9F1-30AD-9D76-02030DAB4645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Elipse 90">
            <a:extLst>
              <a:ext uri="{FF2B5EF4-FFF2-40B4-BE49-F238E27FC236}">
                <a16:creationId xmlns:a16="http://schemas.microsoft.com/office/drawing/2014/main" id="{BA5890D4-03E9-42DA-AEE2-B6B844B978DD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C17F6C42-9181-9AAB-85A6-9237F17EDBD7}"/>
              </a:ext>
            </a:extLst>
          </p:cNvPr>
          <p:cNvSpPr/>
          <p:nvPr/>
        </p:nvSpPr>
        <p:spPr>
          <a:xfrm>
            <a:off x="5662891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93" name="Elipse 92">
            <a:extLst>
              <a:ext uri="{FF2B5EF4-FFF2-40B4-BE49-F238E27FC236}">
                <a16:creationId xmlns:a16="http://schemas.microsoft.com/office/drawing/2014/main" id="{CCCA0B5C-816C-D484-AF6A-DE93ECFCCBCF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9BBB4183-F17B-4398-FC71-83AB4DA6328E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grpSp>
        <p:nvGrpSpPr>
          <p:cNvPr id="95" name="Grupo 94">
            <a:extLst>
              <a:ext uri="{FF2B5EF4-FFF2-40B4-BE49-F238E27FC236}">
                <a16:creationId xmlns:a16="http://schemas.microsoft.com/office/drawing/2014/main" id="{2C9CDACA-3E92-0C9C-8854-35E76DA1EA06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96" name="Elipse 95">
              <a:extLst>
                <a:ext uri="{FF2B5EF4-FFF2-40B4-BE49-F238E27FC236}">
                  <a16:creationId xmlns:a16="http://schemas.microsoft.com/office/drawing/2014/main" id="{BC9BBB92-7EEC-5096-E6D0-58D751A9ADFD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7" name="Elipse 96">
              <a:extLst>
                <a:ext uri="{FF2B5EF4-FFF2-40B4-BE49-F238E27FC236}">
                  <a16:creationId xmlns:a16="http://schemas.microsoft.com/office/drawing/2014/main" id="{9191AB7D-B201-44CB-664B-51A2D67079E5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8" name="Elipse 97">
              <a:extLst>
                <a:ext uri="{FF2B5EF4-FFF2-40B4-BE49-F238E27FC236}">
                  <a16:creationId xmlns:a16="http://schemas.microsoft.com/office/drawing/2014/main" id="{84D115D2-F003-C715-7BC4-7CF5D6E02FB2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99" name="Conector recto 98">
            <a:extLst>
              <a:ext uri="{FF2B5EF4-FFF2-40B4-BE49-F238E27FC236}">
                <a16:creationId xmlns:a16="http://schemas.microsoft.com/office/drawing/2014/main" id="{85EA19A4-9524-9EF2-3C4C-7C2C45C3C3D1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ítulo 1">
            <a:extLst>
              <a:ext uri="{FF2B5EF4-FFF2-40B4-BE49-F238E27FC236}">
                <a16:creationId xmlns:a16="http://schemas.microsoft.com/office/drawing/2014/main" id="{BD04D6D6-C69B-3FC8-7840-FD11574EA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Traditional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DevOps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life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cyle</a:t>
            </a:r>
            <a:endParaRPr lang="es-ES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E36CCF2-72BB-9BB1-974C-8C9E79CE7209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4955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4238A-9BC0-B4B3-F8FE-BDDC6C931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C0C444F-2599-F0C4-DBC1-E6D24EF221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4771" y="4945556"/>
            <a:ext cx="12224115" cy="1925985"/>
          </a:xfrm>
          <a:prstGeom prst="rect">
            <a:avLst/>
          </a:prstGeom>
        </p:spPr>
      </p:pic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id="{DC70727D-B569-A189-688A-B4F9AEE707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7" y="4939280"/>
            <a:ext cx="12183695" cy="1919617"/>
          </a:xfrm>
          <a:prstGeom prst="rect">
            <a:avLst/>
          </a:prstGeom>
        </p:spPr>
      </p:pic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BBBA6EE6-AA3B-3D4D-63DE-A5DF08488ECA}"/>
              </a:ext>
            </a:extLst>
          </p:cNvPr>
          <p:cNvSpPr/>
          <p:nvPr/>
        </p:nvSpPr>
        <p:spPr>
          <a:xfrm flipV="1">
            <a:off x="1631193" y="1746375"/>
            <a:ext cx="1236928" cy="2509500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08B32974-9E2B-DFAC-80AF-AC9D7D49404F}"/>
              </a:ext>
            </a:extLst>
          </p:cNvPr>
          <p:cNvSpPr/>
          <p:nvPr/>
        </p:nvSpPr>
        <p:spPr>
          <a:xfrm flipV="1">
            <a:off x="2276300" y="3776107"/>
            <a:ext cx="3110775" cy="1002488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B105D8D6-6E86-9193-2A3B-0A23E29E0931}"/>
              </a:ext>
            </a:extLst>
          </p:cNvPr>
          <p:cNvSpPr/>
          <p:nvPr/>
        </p:nvSpPr>
        <p:spPr>
          <a:xfrm flipV="1">
            <a:off x="4793189" y="1749697"/>
            <a:ext cx="2605286" cy="2501216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298;p32">
            <a:extLst>
              <a:ext uri="{FF2B5EF4-FFF2-40B4-BE49-F238E27FC236}">
                <a16:creationId xmlns:a16="http://schemas.microsoft.com/office/drawing/2014/main" id="{0BD63254-35DC-5460-DEFE-15260FB81DFB}"/>
              </a:ext>
            </a:extLst>
          </p:cNvPr>
          <p:cNvSpPr/>
          <p:nvPr/>
        </p:nvSpPr>
        <p:spPr>
          <a:xfrm flipV="1">
            <a:off x="6810759" y="1225317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F4F410F5-4267-D610-FC3B-EA9D98C9CF59}"/>
              </a:ext>
            </a:extLst>
          </p:cNvPr>
          <p:cNvSpPr/>
          <p:nvPr/>
        </p:nvSpPr>
        <p:spPr>
          <a:xfrm flipV="1">
            <a:off x="9333808" y="1749697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F215C10F-A98E-9D05-FD0A-DC41E476758C}"/>
              </a:ext>
            </a:extLst>
          </p:cNvPr>
          <p:cNvSpPr/>
          <p:nvPr/>
        </p:nvSpPr>
        <p:spPr>
          <a:xfrm flipV="1">
            <a:off x="6812850" y="3777744"/>
            <a:ext cx="3108682" cy="1000851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43F2BF89-FDA5-E0E6-1F70-CF9352713DEC}"/>
              </a:ext>
            </a:extLst>
          </p:cNvPr>
          <p:cNvSpPr/>
          <p:nvPr/>
        </p:nvSpPr>
        <p:spPr>
          <a:xfrm flipV="1">
            <a:off x="2278390" y="1226956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4314AF6D-955C-2456-8B0C-A77CF41C7D09}"/>
              </a:ext>
            </a:extLst>
          </p:cNvPr>
          <p:cNvSpPr/>
          <p:nvPr/>
        </p:nvSpPr>
        <p:spPr>
          <a:xfrm flipV="1">
            <a:off x="4797258" y="1749699"/>
            <a:ext cx="2605343" cy="2502899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C8BC7909-FC45-E74D-5997-2B6A55B3AD59}"/>
              </a:ext>
            </a:extLst>
          </p:cNvPr>
          <p:cNvSpPr/>
          <p:nvPr/>
        </p:nvSpPr>
        <p:spPr>
          <a:xfrm flipV="1">
            <a:off x="5066450" y="3837332"/>
            <a:ext cx="244547" cy="196893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20A0C06C-4026-B2BF-2B3E-AF15E4808608}"/>
              </a:ext>
            </a:extLst>
          </p:cNvPr>
          <p:cNvSpPr/>
          <p:nvPr/>
        </p:nvSpPr>
        <p:spPr>
          <a:xfrm flipV="1">
            <a:off x="7081985" y="1812587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305;p32">
            <a:extLst>
              <a:ext uri="{FF2B5EF4-FFF2-40B4-BE49-F238E27FC236}">
                <a16:creationId xmlns:a16="http://schemas.microsoft.com/office/drawing/2014/main" id="{DDED3EB2-56E8-7B4E-6B78-33E3B5380FC7}"/>
              </a:ext>
            </a:extLst>
          </p:cNvPr>
          <p:cNvSpPr/>
          <p:nvPr/>
        </p:nvSpPr>
        <p:spPr>
          <a:xfrm flipV="1">
            <a:off x="9600907" y="1968061"/>
            <a:ext cx="244547" cy="196893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436" y="0"/>
                </a:moveTo>
                <a:lnTo>
                  <a:pt x="182" y="73"/>
                </a:lnTo>
                <a:lnTo>
                  <a:pt x="0" y="509"/>
                </a:lnTo>
                <a:lnTo>
                  <a:pt x="146" y="691"/>
                </a:lnTo>
                <a:lnTo>
                  <a:pt x="3635" y="4180"/>
                </a:lnTo>
                <a:lnTo>
                  <a:pt x="3853" y="4325"/>
                </a:lnTo>
                <a:lnTo>
                  <a:pt x="4253" y="4144"/>
                </a:lnTo>
                <a:lnTo>
                  <a:pt x="4325" y="3889"/>
                </a:lnTo>
                <a:lnTo>
                  <a:pt x="4325" y="436"/>
                </a:lnTo>
                <a:lnTo>
                  <a:pt x="4289" y="255"/>
                </a:lnTo>
                <a:lnTo>
                  <a:pt x="4071" y="36"/>
                </a:lnTo>
                <a:lnTo>
                  <a:pt x="3926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A01662CB-EE3D-1E01-D6F5-841BC6027F6A}"/>
              </a:ext>
            </a:extLst>
          </p:cNvPr>
          <p:cNvSpPr/>
          <p:nvPr/>
        </p:nvSpPr>
        <p:spPr>
          <a:xfrm flipV="1">
            <a:off x="9409839" y="3996128"/>
            <a:ext cx="242457" cy="195254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11F09F36-B60D-FEAC-0CC6-6BD2EE1A28E4}"/>
              </a:ext>
            </a:extLst>
          </p:cNvPr>
          <p:cNvSpPr/>
          <p:nvPr/>
        </p:nvSpPr>
        <p:spPr>
          <a:xfrm flipV="1">
            <a:off x="6890916" y="3843932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C68DDCCB-326D-1BF6-3579-F97E6BC8E8D1}"/>
              </a:ext>
            </a:extLst>
          </p:cNvPr>
          <p:cNvSpPr/>
          <p:nvPr/>
        </p:nvSpPr>
        <p:spPr>
          <a:xfrm flipV="1">
            <a:off x="4875382" y="1815863"/>
            <a:ext cx="244547" cy="196939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309;p32">
            <a:extLst>
              <a:ext uri="{FF2B5EF4-FFF2-40B4-BE49-F238E27FC236}">
                <a16:creationId xmlns:a16="http://schemas.microsoft.com/office/drawing/2014/main" id="{4E76E03A-F7C4-250B-1D3A-009EC1A455B2}"/>
              </a:ext>
            </a:extLst>
          </p:cNvPr>
          <p:cNvSpPr/>
          <p:nvPr/>
        </p:nvSpPr>
        <p:spPr>
          <a:xfrm flipV="1">
            <a:off x="2354366" y="1964783"/>
            <a:ext cx="242511" cy="195210"/>
          </a:xfrm>
          <a:custGeom>
            <a:avLst/>
            <a:gdLst/>
            <a:ahLst/>
            <a:cxnLst/>
            <a:rect l="l" t="t" r="r" b="b"/>
            <a:pathLst>
              <a:path w="4290" h="4289" extrusionOk="0">
                <a:moveTo>
                  <a:pt x="255" y="0"/>
                </a:moveTo>
                <a:lnTo>
                  <a:pt x="1" y="218"/>
                </a:lnTo>
                <a:lnTo>
                  <a:pt x="1" y="400"/>
                </a:lnTo>
                <a:lnTo>
                  <a:pt x="1" y="3889"/>
                </a:lnTo>
                <a:lnTo>
                  <a:pt x="37" y="4107"/>
                </a:lnTo>
                <a:lnTo>
                  <a:pt x="473" y="4289"/>
                </a:lnTo>
                <a:lnTo>
                  <a:pt x="691" y="4144"/>
                </a:lnTo>
                <a:lnTo>
                  <a:pt x="4181" y="691"/>
                </a:lnTo>
                <a:lnTo>
                  <a:pt x="4290" y="473"/>
                </a:lnTo>
                <a:lnTo>
                  <a:pt x="4144" y="37"/>
                </a:lnTo>
                <a:lnTo>
                  <a:pt x="389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310;p32">
            <a:extLst>
              <a:ext uri="{FF2B5EF4-FFF2-40B4-BE49-F238E27FC236}">
                <a16:creationId xmlns:a16="http://schemas.microsoft.com/office/drawing/2014/main" id="{0A9DBF33-ED98-7E46-5918-A5BBB185248A}"/>
              </a:ext>
            </a:extLst>
          </p:cNvPr>
          <p:cNvSpPr/>
          <p:nvPr/>
        </p:nvSpPr>
        <p:spPr>
          <a:xfrm flipV="1">
            <a:off x="2547525" y="3997767"/>
            <a:ext cx="242511" cy="196893"/>
          </a:xfrm>
          <a:custGeom>
            <a:avLst/>
            <a:gdLst/>
            <a:ahLst/>
            <a:cxnLst/>
            <a:rect l="l" t="t" r="r" b="b"/>
            <a:pathLst>
              <a:path w="4290" h="4326" extrusionOk="0">
                <a:moveTo>
                  <a:pt x="437" y="0"/>
                </a:moveTo>
                <a:lnTo>
                  <a:pt x="182" y="73"/>
                </a:lnTo>
                <a:lnTo>
                  <a:pt x="0" y="473"/>
                </a:lnTo>
                <a:lnTo>
                  <a:pt x="146" y="691"/>
                </a:lnTo>
                <a:lnTo>
                  <a:pt x="3599" y="4180"/>
                </a:lnTo>
                <a:lnTo>
                  <a:pt x="3817" y="4325"/>
                </a:lnTo>
                <a:lnTo>
                  <a:pt x="4253" y="4143"/>
                </a:lnTo>
                <a:lnTo>
                  <a:pt x="4289" y="3889"/>
                </a:lnTo>
                <a:lnTo>
                  <a:pt x="4289" y="400"/>
                </a:lnTo>
                <a:lnTo>
                  <a:pt x="4289" y="254"/>
                </a:lnTo>
                <a:lnTo>
                  <a:pt x="4071" y="36"/>
                </a:lnTo>
                <a:lnTo>
                  <a:pt x="388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E4A5BC0-3E96-B2E2-0CB5-8EC76759E1C6}"/>
              </a:ext>
            </a:extLst>
          </p:cNvPr>
          <p:cNvSpPr txBox="1"/>
          <p:nvPr/>
        </p:nvSpPr>
        <p:spPr>
          <a:xfrm rot="18698352">
            <a:off x="5345226" y="2757589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1A896054-438F-47D8-882E-A68E25539AE2}"/>
              </a:ext>
            </a:extLst>
          </p:cNvPr>
          <p:cNvSpPr txBox="1"/>
          <p:nvPr/>
        </p:nvSpPr>
        <p:spPr>
          <a:xfrm rot="152627">
            <a:off x="7867217" y="1307653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64E1A869-9808-0E07-6A32-4D330698CF32}"/>
              </a:ext>
            </a:extLst>
          </p:cNvPr>
          <p:cNvSpPr txBox="1"/>
          <p:nvPr/>
        </p:nvSpPr>
        <p:spPr>
          <a:xfrm rot="5400000">
            <a:off x="9432199" y="2871843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C62F98EE-72CC-FEC8-40E1-3D1F761C614D}"/>
              </a:ext>
            </a:extLst>
          </p:cNvPr>
          <p:cNvSpPr txBox="1"/>
          <p:nvPr/>
        </p:nvSpPr>
        <p:spPr>
          <a:xfrm>
            <a:off x="7631166" y="4143282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99AE8C7C-6A4F-8E5A-EB09-3458DA6B4780}"/>
              </a:ext>
            </a:extLst>
          </p:cNvPr>
          <p:cNvSpPr txBox="1"/>
          <p:nvPr/>
        </p:nvSpPr>
        <p:spPr>
          <a:xfrm rot="2606566">
            <a:off x="5066031" y="2096584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FF08FF18-497D-007C-7ACF-CB3720D7E575}"/>
              </a:ext>
            </a:extLst>
          </p:cNvPr>
          <p:cNvSpPr txBox="1"/>
          <p:nvPr/>
        </p:nvSpPr>
        <p:spPr>
          <a:xfrm>
            <a:off x="3288143" y="1314122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5768AAD9-1E7A-948F-AB7C-632C9D72A29F}"/>
              </a:ext>
            </a:extLst>
          </p:cNvPr>
          <p:cNvSpPr txBox="1"/>
          <p:nvPr/>
        </p:nvSpPr>
        <p:spPr>
          <a:xfrm rot="16200000">
            <a:off x="1578682" y="2767872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C518A773-19FF-6271-8E1E-4607526A830D}"/>
              </a:ext>
            </a:extLst>
          </p:cNvPr>
          <p:cNvSpPr txBox="1"/>
          <p:nvPr/>
        </p:nvSpPr>
        <p:spPr>
          <a:xfrm>
            <a:off x="3494885" y="4146311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0CB6E67-CCF5-5DC7-CA9E-7C63452A3973}"/>
              </a:ext>
            </a:extLst>
          </p:cNvPr>
          <p:cNvSpPr txBox="1"/>
          <p:nvPr/>
        </p:nvSpPr>
        <p:spPr>
          <a:xfrm>
            <a:off x="2745410" y="2234369"/>
            <a:ext cx="227337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6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FFB588B2-E729-B24B-B188-C4AF286BBB20}"/>
              </a:ext>
            </a:extLst>
          </p:cNvPr>
          <p:cNvSpPr txBox="1"/>
          <p:nvPr/>
        </p:nvSpPr>
        <p:spPr>
          <a:xfrm>
            <a:off x="7202268" y="2234864"/>
            <a:ext cx="235994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96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9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00" name="Título 1">
            <a:extLst>
              <a:ext uri="{FF2B5EF4-FFF2-40B4-BE49-F238E27FC236}">
                <a16:creationId xmlns:a16="http://schemas.microsoft.com/office/drawing/2014/main" id="{934469A5-B7AA-6EF4-7B2B-A94B8AC2E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Traditional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DevOps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life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cyle</a:t>
            </a:r>
            <a:endParaRPr lang="es-ES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59A4A79-0DC6-D281-4B8B-2DC9AFF2B484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17486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9E166-F7CC-8542-5C19-199BD787D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B93F97C9-9A5D-FD67-776C-A676B7E4AACB}"/>
              </a:ext>
            </a:extLst>
          </p:cNvPr>
          <p:cNvSpPr/>
          <p:nvPr/>
        </p:nvSpPr>
        <p:spPr>
          <a:xfrm flipV="1">
            <a:off x="1590349" y="2373631"/>
            <a:ext cx="1236928" cy="2509499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786D6D17-B9FF-3EDB-63F9-0FD192D38953}"/>
              </a:ext>
            </a:extLst>
          </p:cNvPr>
          <p:cNvSpPr/>
          <p:nvPr/>
        </p:nvSpPr>
        <p:spPr>
          <a:xfrm flipV="1">
            <a:off x="2256476" y="4424378"/>
            <a:ext cx="3110775" cy="1002488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2E10AD3D-AC8C-0F98-4770-4750C5FEC3B6}"/>
              </a:ext>
            </a:extLst>
          </p:cNvPr>
          <p:cNvSpPr/>
          <p:nvPr/>
        </p:nvSpPr>
        <p:spPr>
          <a:xfrm flipV="1">
            <a:off x="4773366" y="2418990"/>
            <a:ext cx="2605286" cy="2501216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298;p32">
            <a:extLst>
              <a:ext uri="{FF2B5EF4-FFF2-40B4-BE49-F238E27FC236}">
                <a16:creationId xmlns:a16="http://schemas.microsoft.com/office/drawing/2014/main" id="{AB0DE7E6-279F-FD90-76FD-E9C5819097BC}"/>
              </a:ext>
            </a:extLst>
          </p:cNvPr>
          <p:cNvSpPr/>
          <p:nvPr/>
        </p:nvSpPr>
        <p:spPr>
          <a:xfrm flipV="1">
            <a:off x="6802512" y="1906186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7AC48050-9938-8AEF-C753-8CDA6F829ED6}"/>
              </a:ext>
            </a:extLst>
          </p:cNvPr>
          <p:cNvSpPr/>
          <p:nvPr/>
        </p:nvSpPr>
        <p:spPr>
          <a:xfrm flipV="1">
            <a:off x="9313984" y="2418990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C48C00D7-F057-AF6D-0C22-C336065A0D8C}"/>
              </a:ext>
            </a:extLst>
          </p:cNvPr>
          <p:cNvSpPr/>
          <p:nvPr/>
        </p:nvSpPr>
        <p:spPr>
          <a:xfrm flipV="1">
            <a:off x="6793026" y="4447036"/>
            <a:ext cx="3108682" cy="1000851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453A218D-5C2C-2B58-76A4-64AF588E729C}"/>
              </a:ext>
            </a:extLst>
          </p:cNvPr>
          <p:cNvSpPr/>
          <p:nvPr/>
        </p:nvSpPr>
        <p:spPr>
          <a:xfrm flipV="1">
            <a:off x="2227036" y="1864719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96EE081C-1018-2DAF-BAEC-361E437DB8F6}"/>
              </a:ext>
            </a:extLst>
          </p:cNvPr>
          <p:cNvSpPr/>
          <p:nvPr/>
        </p:nvSpPr>
        <p:spPr>
          <a:xfrm flipV="1">
            <a:off x="4777434" y="2418992"/>
            <a:ext cx="2605343" cy="2502899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3D6A793D-0E69-E9C4-133E-73F2148D433D}"/>
              </a:ext>
            </a:extLst>
          </p:cNvPr>
          <p:cNvSpPr/>
          <p:nvPr/>
        </p:nvSpPr>
        <p:spPr>
          <a:xfrm flipV="1">
            <a:off x="5046626" y="4538156"/>
            <a:ext cx="244547" cy="196893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2F560E4D-766F-967A-4F46-B4C615F02916}"/>
              </a:ext>
            </a:extLst>
          </p:cNvPr>
          <p:cNvSpPr/>
          <p:nvPr/>
        </p:nvSpPr>
        <p:spPr>
          <a:xfrm flipV="1">
            <a:off x="7062161" y="2502902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1C27F2BE-2C75-36CF-7B78-C6406507B476}"/>
              </a:ext>
            </a:extLst>
          </p:cNvPr>
          <p:cNvSpPr/>
          <p:nvPr/>
        </p:nvSpPr>
        <p:spPr>
          <a:xfrm flipV="1">
            <a:off x="9390015" y="4665421"/>
            <a:ext cx="242457" cy="195254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E8DFD8AE-5C11-42DF-26C0-5357B8C1EED8}"/>
              </a:ext>
            </a:extLst>
          </p:cNvPr>
          <p:cNvSpPr/>
          <p:nvPr/>
        </p:nvSpPr>
        <p:spPr>
          <a:xfrm flipV="1">
            <a:off x="6871092" y="4513224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60449C72-374C-08FA-31BF-F3D28F871795}"/>
              </a:ext>
            </a:extLst>
          </p:cNvPr>
          <p:cNvSpPr/>
          <p:nvPr/>
        </p:nvSpPr>
        <p:spPr>
          <a:xfrm flipV="1">
            <a:off x="4855558" y="2485155"/>
            <a:ext cx="244547" cy="196939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E7D8B132-2CCC-3A60-B98A-405E6A33102B}"/>
              </a:ext>
            </a:extLst>
          </p:cNvPr>
          <p:cNvSpPr txBox="1"/>
          <p:nvPr/>
        </p:nvSpPr>
        <p:spPr>
          <a:xfrm rot="18698352">
            <a:off x="5325402" y="3426881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8F6573EF-720E-D44F-DD71-5B04080164A0}"/>
              </a:ext>
            </a:extLst>
          </p:cNvPr>
          <p:cNvSpPr txBox="1"/>
          <p:nvPr/>
        </p:nvSpPr>
        <p:spPr>
          <a:xfrm rot="2875983">
            <a:off x="9034713" y="2597385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8FE79C1C-D026-6C25-064F-E4E6962E5FB5}"/>
              </a:ext>
            </a:extLst>
          </p:cNvPr>
          <p:cNvSpPr txBox="1"/>
          <p:nvPr/>
        </p:nvSpPr>
        <p:spPr>
          <a:xfrm>
            <a:off x="7611342" y="4812574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6C6703D1-43F4-6627-D47C-759DA7AC8277}"/>
              </a:ext>
            </a:extLst>
          </p:cNvPr>
          <p:cNvSpPr txBox="1"/>
          <p:nvPr/>
        </p:nvSpPr>
        <p:spPr>
          <a:xfrm rot="2606566">
            <a:off x="5046207" y="2765876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F95AC4C6-EFFE-0D61-DB5E-84763C71D1B9}"/>
              </a:ext>
            </a:extLst>
          </p:cNvPr>
          <p:cNvSpPr txBox="1"/>
          <p:nvPr/>
        </p:nvSpPr>
        <p:spPr>
          <a:xfrm rot="18717501">
            <a:off x="1837681" y="2426971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9CBB1040-0834-CF4F-4631-CAFB6A124D45}"/>
              </a:ext>
            </a:extLst>
          </p:cNvPr>
          <p:cNvSpPr txBox="1"/>
          <p:nvPr/>
        </p:nvSpPr>
        <p:spPr>
          <a:xfrm>
            <a:off x="3475061" y="4815603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BABAE25A-E249-EB5A-1422-C08F8847DB37}"/>
              </a:ext>
            </a:extLst>
          </p:cNvPr>
          <p:cNvSpPr txBox="1"/>
          <p:nvPr/>
        </p:nvSpPr>
        <p:spPr>
          <a:xfrm>
            <a:off x="2860367" y="2594278"/>
            <a:ext cx="22733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  <a:endParaRPr lang="es-ES_tradnl" sz="9600" b="1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6FF688D8-4B63-1F1C-9BB6-5260B7E2B3FD}"/>
              </a:ext>
            </a:extLst>
          </p:cNvPr>
          <p:cNvSpPr txBox="1"/>
          <p:nvPr/>
        </p:nvSpPr>
        <p:spPr>
          <a:xfrm>
            <a:off x="7378651" y="2557595"/>
            <a:ext cx="23599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9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CE08852-A12C-3815-E1A0-4AC9850757BE}"/>
              </a:ext>
            </a:extLst>
          </p:cNvPr>
          <p:cNvGrpSpPr/>
          <p:nvPr/>
        </p:nvGrpSpPr>
        <p:grpSpPr>
          <a:xfrm>
            <a:off x="6548538" y="2682461"/>
            <a:ext cx="480299" cy="46997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7A106393-BBF9-439C-1ACF-59493FCCF030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CA7D5CA4-62EA-523C-FB86-C17202FAEA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12F8EA40-DDA1-0C37-8B87-DD0AD74C01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68890" y="3759600"/>
            <a:ext cx="570213" cy="699807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25BD7A16-7C66-730E-D32E-4A6272B706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47450" y="3816077"/>
            <a:ext cx="581367" cy="713496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564810CC-B45E-A031-DD8C-4A9E904A10B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60350" y="3881034"/>
            <a:ext cx="613109" cy="61310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0E995A54-9670-5325-EEE6-D01D937541A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3868186" y="1971095"/>
            <a:ext cx="508932" cy="508932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FFCD304F-5B28-4AF4-C560-A2CA2501CEE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95953" y="1947110"/>
            <a:ext cx="562668" cy="562668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E3CD7C8E-53CE-29EB-BD26-6D9728ACC2F3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71860" y="3814615"/>
            <a:ext cx="554204" cy="554204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B8BB431A-DCD1-2969-FEE8-12C67F6D916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77566" y="4591945"/>
            <a:ext cx="475732" cy="475732"/>
          </a:xfrm>
          <a:prstGeom prst="rect">
            <a:avLst/>
          </a:prstGeom>
        </p:spPr>
      </p:pic>
      <p:sp>
        <p:nvSpPr>
          <p:cNvPr id="74" name="Título 1">
            <a:extLst>
              <a:ext uri="{FF2B5EF4-FFF2-40B4-BE49-F238E27FC236}">
                <a16:creationId xmlns:a16="http://schemas.microsoft.com/office/drawing/2014/main" id="{4250D683-67DC-01AF-074D-AAC40BC4D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SaaS</a:t>
            </a:r>
          </a:p>
        </p:txBody>
      </p:sp>
      <p:sp>
        <p:nvSpPr>
          <p:cNvPr id="24" name="Google Shape;295;p32">
            <a:extLst>
              <a:ext uri="{FF2B5EF4-FFF2-40B4-BE49-F238E27FC236}">
                <a16:creationId xmlns:a16="http://schemas.microsoft.com/office/drawing/2014/main" id="{9D60788A-CBED-5B46-DC1D-F2D8B35714F5}"/>
              </a:ext>
            </a:extLst>
          </p:cNvPr>
          <p:cNvSpPr/>
          <p:nvPr/>
        </p:nvSpPr>
        <p:spPr>
          <a:xfrm flipV="1">
            <a:off x="-3783065" y="656424"/>
            <a:ext cx="1236928" cy="2509500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01;p32">
            <a:extLst>
              <a:ext uri="{FF2B5EF4-FFF2-40B4-BE49-F238E27FC236}">
                <a16:creationId xmlns:a16="http://schemas.microsoft.com/office/drawing/2014/main" id="{65883460-2BD6-EEE4-AA21-3A9CFB5E83AB}"/>
              </a:ext>
            </a:extLst>
          </p:cNvPr>
          <p:cNvSpPr/>
          <p:nvPr/>
        </p:nvSpPr>
        <p:spPr>
          <a:xfrm flipV="1">
            <a:off x="-3135868" y="137005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98B9470-1CD2-824A-3A9A-870743845A91}"/>
              </a:ext>
            </a:extLst>
          </p:cNvPr>
          <p:cNvSpPr txBox="1"/>
          <p:nvPr/>
        </p:nvSpPr>
        <p:spPr>
          <a:xfrm>
            <a:off x="-2126115" y="224171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2A84C65-C87F-FC69-91E2-9612583EC293}"/>
              </a:ext>
            </a:extLst>
          </p:cNvPr>
          <p:cNvSpPr txBox="1"/>
          <p:nvPr/>
        </p:nvSpPr>
        <p:spPr>
          <a:xfrm rot="16200000">
            <a:off x="-3835576" y="1677921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Google Shape;298;p32">
            <a:extLst>
              <a:ext uri="{FF2B5EF4-FFF2-40B4-BE49-F238E27FC236}">
                <a16:creationId xmlns:a16="http://schemas.microsoft.com/office/drawing/2014/main" id="{5F38E54D-4F5F-E174-306F-56976033E952}"/>
              </a:ext>
            </a:extLst>
          </p:cNvPr>
          <p:cNvSpPr/>
          <p:nvPr/>
        </p:nvSpPr>
        <p:spPr>
          <a:xfrm flipV="1">
            <a:off x="12155884" y="124732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35" name="Google Shape;299;p32">
            <a:extLst>
              <a:ext uri="{FF2B5EF4-FFF2-40B4-BE49-F238E27FC236}">
                <a16:creationId xmlns:a16="http://schemas.microsoft.com/office/drawing/2014/main" id="{24552516-8254-4685-089E-7723D7AAB6E9}"/>
              </a:ext>
            </a:extLst>
          </p:cNvPr>
          <p:cNvSpPr/>
          <p:nvPr/>
        </p:nvSpPr>
        <p:spPr>
          <a:xfrm flipV="1">
            <a:off x="14678933" y="649112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B6DB922-1F8D-3368-86A5-C392A6EF6E0D}"/>
              </a:ext>
            </a:extLst>
          </p:cNvPr>
          <p:cNvSpPr txBox="1"/>
          <p:nvPr/>
        </p:nvSpPr>
        <p:spPr>
          <a:xfrm rot="152627">
            <a:off x="13212342" y="207068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3E195A99-FE98-95FD-7457-E7BD94DE2B0F}"/>
              </a:ext>
            </a:extLst>
          </p:cNvPr>
          <p:cNvSpPr txBox="1"/>
          <p:nvPr/>
        </p:nvSpPr>
        <p:spPr>
          <a:xfrm rot="5400000">
            <a:off x="14777324" y="1771258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6E27B03-0980-93A7-47C4-FEAFE3632A8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14">
              <a:alpha val="5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F560066C-226E-BC26-080C-6C4098E8284A}"/>
              </a:ext>
            </a:extLst>
          </p:cNvPr>
          <p:cNvGrpSpPr/>
          <p:nvPr/>
        </p:nvGrpSpPr>
        <p:grpSpPr>
          <a:xfrm>
            <a:off x="525194" y="1807781"/>
            <a:ext cx="11141612" cy="2818279"/>
            <a:chOff x="548640" y="2042396"/>
            <a:chExt cx="11141612" cy="2818279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47FF233D-0D16-2C2C-8F62-7B1E87DA4C8B}"/>
                </a:ext>
              </a:extLst>
            </p:cNvPr>
            <p:cNvSpPr/>
            <p:nvPr/>
          </p:nvSpPr>
          <p:spPr>
            <a:xfrm>
              <a:off x="548640" y="2042396"/>
              <a:ext cx="11141612" cy="281827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C1370EF1-755A-AAC3-2768-42917333430E}"/>
                </a:ext>
              </a:extLst>
            </p:cNvPr>
            <p:cNvGrpSpPr/>
            <p:nvPr/>
          </p:nvGrpSpPr>
          <p:grpSpPr>
            <a:xfrm>
              <a:off x="838200" y="2248219"/>
              <a:ext cx="10515600" cy="2361561"/>
              <a:chOff x="790558" y="2613785"/>
              <a:chExt cx="10515600" cy="2361561"/>
            </a:xfrm>
          </p:grpSpPr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id="{6EB454ED-06D8-27D6-4FE5-BDBD315DA378}"/>
                  </a:ext>
                </a:extLst>
              </p:cNvPr>
              <p:cNvSpPr txBox="1"/>
              <p:nvPr/>
            </p:nvSpPr>
            <p:spPr>
              <a:xfrm>
                <a:off x="790558" y="2644170"/>
                <a:ext cx="10515600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lnSpc>
                    <a:spcPct val="150000"/>
                  </a:lnSpc>
                </a:pPr>
                <a:r>
                  <a:rPr lang="es-ES_tradnl" sz="2400" b="1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  Pricing-driven Development and Operation of SaaS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is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an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alternative DevOps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cycle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aimed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at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optimizing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the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management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of pricing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events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–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specially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those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that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do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not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alter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service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functionalities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themselves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,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but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change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how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such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functionalities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can be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contracted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by</a:t>
                </a:r>
                <a:r>
                  <a:rPr lang="es-ES_tradnl" sz="24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</a:t>
                </a:r>
                <a:r>
                  <a:rPr lang="es-ES_tradnl" sz="2400" i="1" dirty="0" err="1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consumers</a:t>
                </a:r>
                <a:endParaRPr lang="es-ES_tradnl" sz="2400" i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EE8F6A2D-02C5-CF4B-B1BA-12D965B24603}"/>
                  </a:ext>
                </a:extLst>
              </p:cNvPr>
              <p:cNvSpPr txBox="1"/>
              <p:nvPr/>
            </p:nvSpPr>
            <p:spPr>
              <a:xfrm>
                <a:off x="7019778" y="4267460"/>
                <a:ext cx="365806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40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”</a:t>
                </a:r>
                <a:endParaRPr lang="es-ES_tradnl" sz="4000" dirty="0"/>
              </a:p>
            </p:txBody>
          </p:sp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5CD2227B-9EF4-8442-0736-2D995F0657B7}"/>
                  </a:ext>
                </a:extLst>
              </p:cNvPr>
              <p:cNvSpPr txBox="1"/>
              <p:nvPr/>
            </p:nvSpPr>
            <p:spPr>
              <a:xfrm>
                <a:off x="793384" y="2613785"/>
                <a:ext cx="362600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s-ES_tradnl" sz="4000" i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“</a:t>
                </a:r>
                <a:endParaRPr lang="es-ES_tradnl" sz="4000" dirty="0"/>
              </a:p>
            </p:txBody>
          </p:sp>
        </p:grpSp>
      </p:grp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5F5047D-FAD2-671B-2F30-758B62298B63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954852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F0015-AC4B-D304-80AA-C8943321C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01A2643D-FBF6-DE78-2466-D74065A7992E}"/>
              </a:ext>
            </a:extLst>
          </p:cNvPr>
          <p:cNvSpPr/>
          <p:nvPr/>
        </p:nvSpPr>
        <p:spPr>
          <a:xfrm flipV="1">
            <a:off x="1617781" y="1724940"/>
            <a:ext cx="1236928" cy="2509499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25365FED-3D97-8C9F-008D-3A91DC373F53}"/>
              </a:ext>
            </a:extLst>
          </p:cNvPr>
          <p:cNvSpPr/>
          <p:nvPr/>
        </p:nvSpPr>
        <p:spPr>
          <a:xfrm flipV="1">
            <a:off x="2283908" y="3775687"/>
            <a:ext cx="3110775" cy="1002488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29737A72-1CE6-EAC4-B429-4921337999CD}"/>
              </a:ext>
            </a:extLst>
          </p:cNvPr>
          <p:cNvSpPr/>
          <p:nvPr/>
        </p:nvSpPr>
        <p:spPr>
          <a:xfrm flipV="1">
            <a:off x="4800798" y="1770299"/>
            <a:ext cx="2605286" cy="2501216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298;p32">
            <a:extLst>
              <a:ext uri="{FF2B5EF4-FFF2-40B4-BE49-F238E27FC236}">
                <a16:creationId xmlns:a16="http://schemas.microsoft.com/office/drawing/2014/main" id="{BE4E24A0-92B9-8BF1-BD96-34684A33D257}"/>
              </a:ext>
            </a:extLst>
          </p:cNvPr>
          <p:cNvSpPr/>
          <p:nvPr/>
        </p:nvSpPr>
        <p:spPr>
          <a:xfrm flipV="1">
            <a:off x="6829944" y="1257495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B1D8AF95-19D1-F3D1-1148-DDD6B5A95124}"/>
              </a:ext>
            </a:extLst>
          </p:cNvPr>
          <p:cNvSpPr/>
          <p:nvPr/>
        </p:nvSpPr>
        <p:spPr>
          <a:xfrm flipV="1">
            <a:off x="9341416" y="1770299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1C82E8AD-BB82-73F2-8A69-74FC03B3CE89}"/>
              </a:ext>
            </a:extLst>
          </p:cNvPr>
          <p:cNvSpPr/>
          <p:nvPr/>
        </p:nvSpPr>
        <p:spPr>
          <a:xfrm flipV="1">
            <a:off x="6820458" y="3798345"/>
            <a:ext cx="3108682" cy="1000851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558F694A-75E0-3BC5-8AAE-B03D0DB14053}"/>
              </a:ext>
            </a:extLst>
          </p:cNvPr>
          <p:cNvSpPr/>
          <p:nvPr/>
        </p:nvSpPr>
        <p:spPr>
          <a:xfrm flipV="1">
            <a:off x="2254468" y="1216028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8696AD05-B003-EA42-184F-25A5FD5D3665}"/>
              </a:ext>
            </a:extLst>
          </p:cNvPr>
          <p:cNvSpPr/>
          <p:nvPr/>
        </p:nvSpPr>
        <p:spPr>
          <a:xfrm flipV="1">
            <a:off x="4804866" y="1770301"/>
            <a:ext cx="2605343" cy="2502899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C93D1ED8-C9F9-CD25-DC18-AE95C4FA0073}"/>
              </a:ext>
            </a:extLst>
          </p:cNvPr>
          <p:cNvSpPr/>
          <p:nvPr/>
        </p:nvSpPr>
        <p:spPr>
          <a:xfrm flipV="1">
            <a:off x="5074058" y="3889465"/>
            <a:ext cx="244547" cy="196893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CCC4F2BB-CC41-DF3C-E78B-0E0D130E6BCD}"/>
              </a:ext>
            </a:extLst>
          </p:cNvPr>
          <p:cNvSpPr/>
          <p:nvPr/>
        </p:nvSpPr>
        <p:spPr>
          <a:xfrm flipV="1">
            <a:off x="7089593" y="1854211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449D0CF2-D663-2FDB-FDA7-48FC0D317E62}"/>
              </a:ext>
            </a:extLst>
          </p:cNvPr>
          <p:cNvSpPr/>
          <p:nvPr/>
        </p:nvSpPr>
        <p:spPr>
          <a:xfrm flipV="1">
            <a:off x="9417447" y="4016730"/>
            <a:ext cx="242457" cy="195254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A5C05996-8621-F14B-CA61-81FDCC7366D5}"/>
              </a:ext>
            </a:extLst>
          </p:cNvPr>
          <p:cNvSpPr/>
          <p:nvPr/>
        </p:nvSpPr>
        <p:spPr>
          <a:xfrm flipV="1">
            <a:off x="6898524" y="3864533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93597BC0-5861-4776-9022-9AE874107784}"/>
              </a:ext>
            </a:extLst>
          </p:cNvPr>
          <p:cNvSpPr/>
          <p:nvPr/>
        </p:nvSpPr>
        <p:spPr>
          <a:xfrm flipV="1">
            <a:off x="4882990" y="1836464"/>
            <a:ext cx="244547" cy="196939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E0F77B8F-7440-63B5-23C3-F3153EA282C1}"/>
              </a:ext>
            </a:extLst>
          </p:cNvPr>
          <p:cNvSpPr txBox="1"/>
          <p:nvPr/>
        </p:nvSpPr>
        <p:spPr>
          <a:xfrm rot="18698352">
            <a:off x="5352834" y="2778190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33F3D1EF-C89E-989F-7E1A-3F489EE810E8}"/>
              </a:ext>
            </a:extLst>
          </p:cNvPr>
          <p:cNvSpPr txBox="1"/>
          <p:nvPr/>
        </p:nvSpPr>
        <p:spPr>
          <a:xfrm rot="2875983">
            <a:off x="9062145" y="1948694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06CF8197-D1A7-BCD8-E8BB-5194125AF91C}"/>
              </a:ext>
            </a:extLst>
          </p:cNvPr>
          <p:cNvSpPr txBox="1"/>
          <p:nvPr/>
        </p:nvSpPr>
        <p:spPr>
          <a:xfrm>
            <a:off x="7638774" y="4163883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2F87F2AE-60A6-73D1-272D-CD9BF4D3A756}"/>
              </a:ext>
            </a:extLst>
          </p:cNvPr>
          <p:cNvSpPr txBox="1"/>
          <p:nvPr/>
        </p:nvSpPr>
        <p:spPr>
          <a:xfrm rot="2606566">
            <a:off x="5073639" y="2117185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E1F88261-5555-04E0-5247-88DAD7D41A47}"/>
              </a:ext>
            </a:extLst>
          </p:cNvPr>
          <p:cNvSpPr txBox="1"/>
          <p:nvPr/>
        </p:nvSpPr>
        <p:spPr>
          <a:xfrm rot="18717501">
            <a:off x="1865113" y="1778280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2AB6F4E4-7997-795B-7634-C0B6A52DDC38}"/>
              </a:ext>
            </a:extLst>
          </p:cNvPr>
          <p:cNvSpPr txBox="1"/>
          <p:nvPr/>
        </p:nvSpPr>
        <p:spPr>
          <a:xfrm>
            <a:off x="3502493" y="4166912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0E602763-F2E8-DED8-514C-8AF584975CFE}"/>
              </a:ext>
            </a:extLst>
          </p:cNvPr>
          <p:cNvSpPr txBox="1"/>
          <p:nvPr/>
        </p:nvSpPr>
        <p:spPr>
          <a:xfrm>
            <a:off x="2887799" y="1945587"/>
            <a:ext cx="22733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  <a:endParaRPr lang="es-ES_tradnl" sz="9600" b="1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EF0EECDC-52C4-E9B3-11BD-76735AD89226}"/>
              </a:ext>
            </a:extLst>
          </p:cNvPr>
          <p:cNvSpPr txBox="1"/>
          <p:nvPr/>
        </p:nvSpPr>
        <p:spPr>
          <a:xfrm>
            <a:off x="7406083" y="1908904"/>
            <a:ext cx="23599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9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504BA3ED-2DE3-1F71-BB8D-EFD500B04E7D}"/>
              </a:ext>
            </a:extLst>
          </p:cNvPr>
          <p:cNvGrpSpPr/>
          <p:nvPr/>
        </p:nvGrpSpPr>
        <p:grpSpPr>
          <a:xfrm>
            <a:off x="6575970" y="2033770"/>
            <a:ext cx="480299" cy="46997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DE3A5BCC-1067-254E-22D6-4DB1D8EDA677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FD0504B8-C409-BD30-5048-7D0D4553EA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3CBE6C77-7B98-5740-A06C-CBBBCFF57C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6322" y="3110909"/>
            <a:ext cx="570213" cy="699807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5E3C1573-C413-1D5D-712F-C83D108A11B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4882" y="3167386"/>
            <a:ext cx="581367" cy="713496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FDEF6243-974A-12E5-2CA1-45EDEB983D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87782" y="3232343"/>
            <a:ext cx="613109" cy="61310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1F19A1DD-D80A-BCB6-82BC-007C2457AB9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3895618" y="1322404"/>
            <a:ext cx="508932" cy="508932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EFE2281B-8647-B46F-AEBE-FADDD1A4E8B1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23385" y="1298419"/>
            <a:ext cx="562668" cy="562668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213F7B89-722F-0DE3-3570-799E071ADAFD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99292" y="3165924"/>
            <a:ext cx="554204" cy="554204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1CAF8045-B9AF-2B01-0B59-258960E51E0F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04998" y="3943254"/>
            <a:ext cx="475732" cy="475732"/>
          </a:xfrm>
          <a:prstGeom prst="rect">
            <a:avLst/>
          </a:prstGeom>
        </p:spPr>
      </p:pic>
      <p:sp>
        <p:nvSpPr>
          <p:cNvPr id="74" name="Título 1">
            <a:extLst>
              <a:ext uri="{FF2B5EF4-FFF2-40B4-BE49-F238E27FC236}">
                <a16:creationId xmlns:a16="http://schemas.microsoft.com/office/drawing/2014/main" id="{643E3CA8-134D-41B2-652F-D2E736AEE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SaaS</a:t>
            </a:r>
          </a:p>
        </p:txBody>
      </p:sp>
      <p:sp>
        <p:nvSpPr>
          <p:cNvPr id="24" name="Google Shape;295;p32">
            <a:extLst>
              <a:ext uri="{FF2B5EF4-FFF2-40B4-BE49-F238E27FC236}">
                <a16:creationId xmlns:a16="http://schemas.microsoft.com/office/drawing/2014/main" id="{43D35D21-5D22-EA34-C725-3AF921ECBE95}"/>
              </a:ext>
            </a:extLst>
          </p:cNvPr>
          <p:cNvSpPr/>
          <p:nvPr/>
        </p:nvSpPr>
        <p:spPr>
          <a:xfrm flipV="1">
            <a:off x="-3783065" y="656424"/>
            <a:ext cx="1236928" cy="2509500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01;p32">
            <a:extLst>
              <a:ext uri="{FF2B5EF4-FFF2-40B4-BE49-F238E27FC236}">
                <a16:creationId xmlns:a16="http://schemas.microsoft.com/office/drawing/2014/main" id="{4A7B39E6-771B-40B2-8CEA-B2FDCD6C778E}"/>
              </a:ext>
            </a:extLst>
          </p:cNvPr>
          <p:cNvSpPr/>
          <p:nvPr/>
        </p:nvSpPr>
        <p:spPr>
          <a:xfrm flipV="1">
            <a:off x="-3135868" y="137005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CDA91784-BC04-A84B-B2DC-6A6D6C599722}"/>
              </a:ext>
            </a:extLst>
          </p:cNvPr>
          <p:cNvSpPr txBox="1"/>
          <p:nvPr/>
        </p:nvSpPr>
        <p:spPr>
          <a:xfrm>
            <a:off x="-2126115" y="224171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7E28434-4D33-A884-068B-5DD07E811D6D}"/>
              </a:ext>
            </a:extLst>
          </p:cNvPr>
          <p:cNvSpPr txBox="1"/>
          <p:nvPr/>
        </p:nvSpPr>
        <p:spPr>
          <a:xfrm rot="16200000">
            <a:off x="-3835576" y="1677921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Google Shape;298;p32">
            <a:extLst>
              <a:ext uri="{FF2B5EF4-FFF2-40B4-BE49-F238E27FC236}">
                <a16:creationId xmlns:a16="http://schemas.microsoft.com/office/drawing/2014/main" id="{78BCD9C0-799F-CA74-CF14-C5553964E890}"/>
              </a:ext>
            </a:extLst>
          </p:cNvPr>
          <p:cNvSpPr/>
          <p:nvPr/>
        </p:nvSpPr>
        <p:spPr>
          <a:xfrm flipV="1">
            <a:off x="12155884" y="124732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35" name="Google Shape;299;p32">
            <a:extLst>
              <a:ext uri="{FF2B5EF4-FFF2-40B4-BE49-F238E27FC236}">
                <a16:creationId xmlns:a16="http://schemas.microsoft.com/office/drawing/2014/main" id="{D21177CA-D39B-9BF8-4B1A-DD07D7488FDC}"/>
              </a:ext>
            </a:extLst>
          </p:cNvPr>
          <p:cNvSpPr/>
          <p:nvPr/>
        </p:nvSpPr>
        <p:spPr>
          <a:xfrm flipV="1">
            <a:off x="14678933" y="649112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962427DE-685F-AA31-06DF-583CD09A3AB4}"/>
              </a:ext>
            </a:extLst>
          </p:cNvPr>
          <p:cNvSpPr txBox="1"/>
          <p:nvPr/>
        </p:nvSpPr>
        <p:spPr>
          <a:xfrm rot="152627">
            <a:off x="13212342" y="207068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4DEBEA8C-4E57-7524-8F34-BF26B6185B52}"/>
              </a:ext>
            </a:extLst>
          </p:cNvPr>
          <p:cNvSpPr txBox="1"/>
          <p:nvPr/>
        </p:nvSpPr>
        <p:spPr>
          <a:xfrm rot="5400000">
            <a:off x="14777324" y="1771258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096B6A0-BF8A-0E25-9923-3032EC472D4F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</a:t>
            </a: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1097241E-B579-196A-02DC-E742B61FF918}"/>
              </a:ext>
            </a:extLst>
          </p:cNvPr>
          <p:cNvGrpSpPr/>
          <p:nvPr/>
        </p:nvGrpSpPr>
        <p:grpSpPr>
          <a:xfrm>
            <a:off x="1607825" y="1009012"/>
            <a:ext cx="4237363" cy="3678091"/>
            <a:chOff x="1607825" y="1009012"/>
            <a:chExt cx="4237363" cy="3678091"/>
          </a:xfrm>
        </p:grpSpPr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73798ABA-92E6-858F-CF68-B937BA82EB70}"/>
                </a:ext>
              </a:extLst>
            </p:cNvPr>
            <p:cNvGrpSpPr/>
            <p:nvPr/>
          </p:nvGrpSpPr>
          <p:grpSpPr>
            <a:xfrm>
              <a:off x="1607825" y="1219260"/>
              <a:ext cx="4183376" cy="3467843"/>
              <a:chOff x="1607825" y="1219260"/>
              <a:chExt cx="4183376" cy="3467843"/>
            </a:xfrm>
          </p:grpSpPr>
          <p:sp>
            <p:nvSpPr>
              <p:cNvPr id="9" name="Arco 8">
                <a:extLst>
                  <a:ext uri="{FF2B5EF4-FFF2-40B4-BE49-F238E27FC236}">
                    <a16:creationId xmlns:a16="http://schemas.microsoft.com/office/drawing/2014/main" id="{74092061-F8B3-BBE6-BD83-817080FCA70D}"/>
                  </a:ext>
                </a:extLst>
              </p:cNvPr>
              <p:cNvSpPr/>
              <p:nvPr/>
            </p:nvSpPr>
            <p:spPr>
              <a:xfrm rot="16200000">
                <a:off x="1976193" y="872096"/>
                <a:ext cx="3446639" cy="4183376"/>
              </a:xfrm>
              <a:prstGeom prst="arc">
                <a:avLst>
                  <a:gd name="adj1" fmla="val 13744688"/>
                  <a:gd name="adj2" fmla="val 20252264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0" name="Arco 9">
                <a:extLst>
                  <a:ext uri="{FF2B5EF4-FFF2-40B4-BE49-F238E27FC236}">
                    <a16:creationId xmlns:a16="http://schemas.microsoft.com/office/drawing/2014/main" id="{06A075FF-32E5-E137-6493-7769CA6B7EE2}"/>
                  </a:ext>
                </a:extLst>
              </p:cNvPr>
              <p:cNvSpPr/>
              <p:nvPr/>
            </p:nvSpPr>
            <p:spPr>
              <a:xfrm>
                <a:off x="2242646" y="1219260"/>
                <a:ext cx="3162923" cy="1719631"/>
              </a:xfrm>
              <a:prstGeom prst="arc">
                <a:avLst>
                  <a:gd name="adj1" fmla="val 13277609"/>
                  <a:gd name="adj2" fmla="val 1996048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13" name="Conector recto 12">
                <a:extLst>
                  <a:ext uri="{FF2B5EF4-FFF2-40B4-BE49-F238E27FC236}">
                    <a16:creationId xmlns:a16="http://schemas.microsoft.com/office/drawing/2014/main" id="{D136A63B-4F71-CAFB-4A16-91E14C8C9A0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65836" y="1733368"/>
                <a:ext cx="593100" cy="36931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ector recto 14">
                <a:extLst>
                  <a:ext uri="{FF2B5EF4-FFF2-40B4-BE49-F238E27FC236}">
                    <a16:creationId xmlns:a16="http://schemas.microsoft.com/office/drawing/2014/main" id="{C8BBEFF2-9139-FCDC-0CC5-9D7C9B795D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7491" y="1738238"/>
                <a:ext cx="0" cy="47206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Arco 18">
                <a:extLst>
                  <a:ext uri="{FF2B5EF4-FFF2-40B4-BE49-F238E27FC236}">
                    <a16:creationId xmlns:a16="http://schemas.microsoft.com/office/drawing/2014/main" id="{E95462CF-B835-6EBC-CE6E-0DCDE2739E3F}"/>
                  </a:ext>
                </a:extLst>
              </p:cNvPr>
              <p:cNvSpPr/>
              <p:nvPr/>
            </p:nvSpPr>
            <p:spPr>
              <a:xfrm rot="18535033">
                <a:off x="2363060" y="2114975"/>
                <a:ext cx="1777657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21" name="Arco 20">
                <a:extLst>
                  <a:ext uri="{FF2B5EF4-FFF2-40B4-BE49-F238E27FC236}">
                    <a16:creationId xmlns:a16="http://schemas.microsoft.com/office/drawing/2014/main" id="{9373EA5F-3A69-D497-370B-98468B12AAE5}"/>
                  </a:ext>
                </a:extLst>
              </p:cNvPr>
              <p:cNvSpPr/>
              <p:nvPr/>
            </p:nvSpPr>
            <p:spPr>
              <a:xfrm rot="19882459" flipH="1">
                <a:off x="2236350" y="2010387"/>
                <a:ext cx="2306154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22" name="Arco 21">
                <a:extLst>
                  <a:ext uri="{FF2B5EF4-FFF2-40B4-BE49-F238E27FC236}">
                    <a16:creationId xmlns:a16="http://schemas.microsoft.com/office/drawing/2014/main" id="{3DF1BB91-DBCD-7B75-2F6B-94F893A3C554}"/>
                  </a:ext>
                </a:extLst>
              </p:cNvPr>
              <p:cNvSpPr/>
              <p:nvPr/>
            </p:nvSpPr>
            <p:spPr>
              <a:xfrm rot="255342" flipH="1">
                <a:off x="2736490" y="1913495"/>
                <a:ext cx="2306154" cy="1451149"/>
              </a:xfrm>
              <a:prstGeom prst="arc">
                <a:avLst>
                  <a:gd name="adj1" fmla="val 12636715"/>
                  <a:gd name="adj2" fmla="val 1568851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23" name="Arco 22">
                <a:extLst>
                  <a:ext uri="{FF2B5EF4-FFF2-40B4-BE49-F238E27FC236}">
                    <a16:creationId xmlns:a16="http://schemas.microsoft.com/office/drawing/2014/main" id="{2C396CFC-EDD8-9285-8909-1439757B94D6}"/>
                  </a:ext>
                </a:extLst>
              </p:cNvPr>
              <p:cNvSpPr/>
              <p:nvPr/>
            </p:nvSpPr>
            <p:spPr>
              <a:xfrm rot="15457547">
                <a:off x="2285999" y="2260252"/>
                <a:ext cx="1777657" cy="1451149"/>
              </a:xfrm>
              <a:prstGeom prst="arc">
                <a:avLst>
                  <a:gd name="adj1" fmla="val 12903811"/>
                  <a:gd name="adj2" fmla="val 1561464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27" name="Conector recto 26">
                <a:extLst>
                  <a:ext uri="{FF2B5EF4-FFF2-40B4-BE49-F238E27FC236}">
                    <a16:creationId xmlns:a16="http://schemas.microsoft.com/office/drawing/2014/main" id="{7F8A4F3B-6555-A3CE-00C6-2E60D881E4C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45997" y="3726127"/>
                <a:ext cx="0" cy="508312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>
                <a:extLst>
                  <a:ext uri="{FF2B5EF4-FFF2-40B4-BE49-F238E27FC236}">
                    <a16:creationId xmlns:a16="http://schemas.microsoft.com/office/drawing/2014/main" id="{46A23174-22FF-7ED2-1C17-E1869C745E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4468" y="4203187"/>
                <a:ext cx="622580" cy="8797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Arco 38">
              <a:extLst>
                <a:ext uri="{FF2B5EF4-FFF2-40B4-BE49-F238E27FC236}">
                  <a16:creationId xmlns:a16="http://schemas.microsoft.com/office/drawing/2014/main" id="{0AA4E646-AB5D-30CF-1571-0A6DA5134A80}"/>
                </a:ext>
              </a:extLst>
            </p:cNvPr>
            <p:cNvSpPr/>
            <p:nvPr/>
          </p:nvSpPr>
          <p:spPr>
            <a:xfrm rot="2862842">
              <a:off x="3403911" y="1730658"/>
              <a:ext cx="3162923" cy="1719631"/>
            </a:xfrm>
            <a:prstGeom prst="arc">
              <a:avLst>
                <a:gd name="adj1" fmla="val 13277609"/>
                <a:gd name="adj2" fmla="val 14627991"/>
              </a:avLst>
            </a:prstGeom>
            <a:ln w="5715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DEFD11D6-6706-4A79-C453-384A24A694D8}"/>
              </a:ext>
            </a:extLst>
          </p:cNvPr>
          <p:cNvGrpSpPr/>
          <p:nvPr/>
        </p:nvGrpSpPr>
        <p:grpSpPr>
          <a:xfrm flipH="1">
            <a:off x="6365519" y="1066899"/>
            <a:ext cx="4237363" cy="3678091"/>
            <a:chOff x="1607825" y="1009012"/>
            <a:chExt cx="4237363" cy="3678091"/>
          </a:xfrm>
        </p:grpSpPr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66877374-A41B-C38D-F82E-E51D1049F521}"/>
                </a:ext>
              </a:extLst>
            </p:cNvPr>
            <p:cNvGrpSpPr/>
            <p:nvPr/>
          </p:nvGrpSpPr>
          <p:grpSpPr>
            <a:xfrm>
              <a:off x="1607825" y="1219260"/>
              <a:ext cx="4183376" cy="3467843"/>
              <a:chOff x="1607825" y="1219260"/>
              <a:chExt cx="4183376" cy="3467843"/>
            </a:xfrm>
          </p:grpSpPr>
          <p:sp>
            <p:nvSpPr>
              <p:cNvPr id="67" name="Arco 66">
                <a:extLst>
                  <a:ext uri="{FF2B5EF4-FFF2-40B4-BE49-F238E27FC236}">
                    <a16:creationId xmlns:a16="http://schemas.microsoft.com/office/drawing/2014/main" id="{67F211E6-DBC8-7388-6C1A-8B286326E749}"/>
                  </a:ext>
                </a:extLst>
              </p:cNvPr>
              <p:cNvSpPr/>
              <p:nvPr/>
            </p:nvSpPr>
            <p:spPr>
              <a:xfrm rot="16200000">
                <a:off x="1976193" y="872096"/>
                <a:ext cx="3446639" cy="4183376"/>
              </a:xfrm>
              <a:prstGeom prst="arc">
                <a:avLst>
                  <a:gd name="adj1" fmla="val 13744688"/>
                  <a:gd name="adj2" fmla="val 20252264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69" name="Arco 68">
                <a:extLst>
                  <a:ext uri="{FF2B5EF4-FFF2-40B4-BE49-F238E27FC236}">
                    <a16:creationId xmlns:a16="http://schemas.microsoft.com/office/drawing/2014/main" id="{B24A0D04-3C89-7517-8B65-DB132F5751E2}"/>
                  </a:ext>
                </a:extLst>
              </p:cNvPr>
              <p:cNvSpPr/>
              <p:nvPr/>
            </p:nvSpPr>
            <p:spPr>
              <a:xfrm>
                <a:off x="2242646" y="1219260"/>
                <a:ext cx="3162923" cy="1719631"/>
              </a:xfrm>
              <a:prstGeom prst="arc">
                <a:avLst>
                  <a:gd name="adj1" fmla="val 13277609"/>
                  <a:gd name="adj2" fmla="val 1996048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71" name="Conector recto 70">
                <a:extLst>
                  <a:ext uri="{FF2B5EF4-FFF2-40B4-BE49-F238E27FC236}">
                    <a16:creationId xmlns:a16="http://schemas.microsoft.com/office/drawing/2014/main" id="{7AB6D2B2-E957-3127-313B-78B1610E38A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65836" y="1677360"/>
                <a:ext cx="547037" cy="31295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ector recto 71">
                <a:extLst>
                  <a:ext uri="{FF2B5EF4-FFF2-40B4-BE49-F238E27FC236}">
                    <a16:creationId xmlns:a16="http://schemas.microsoft.com/office/drawing/2014/main" id="{EB2FFEAE-6419-A49A-38D7-FD1E8906753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77491" y="1675481"/>
                <a:ext cx="0" cy="534823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Arco 74">
                <a:extLst>
                  <a:ext uri="{FF2B5EF4-FFF2-40B4-BE49-F238E27FC236}">
                    <a16:creationId xmlns:a16="http://schemas.microsoft.com/office/drawing/2014/main" id="{4522C4AC-2DB8-08F0-D448-B2D74924BFB6}"/>
                  </a:ext>
                </a:extLst>
              </p:cNvPr>
              <p:cNvSpPr/>
              <p:nvPr/>
            </p:nvSpPr>
            <p:spPr>
              <a:xfrm rot="18535033">
                <a:off x="2363060" y="2114975"/>
                <a:ext cx="1777657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76" name="Arco 75">
                <a:extLst>
                  <a:ext uri="{FF2B5EF4-FFF2-40B4-BE49-F238E27FC236}">
                    <a16:creationId xmlns:a16="http://schemas.microsoft.com/office/drawing/2014/main" id="{AFD141F3-9556-B883-C49A-F0B7330B4A22}"/>
                  </a:ext>
                </a:extLst>
              </p:cNvPr>
              <p:cNvSpPr/>
              <p:nvPr/>
            </p:nvSpPr>
            <p:spPr>
              <a:xfrm rot="19882459" flipH="1">
                <a:off x="2236350" y="2010387"/>
                <a:ext cx="2306154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77" name="Arco 76">
                <a:extLst>
                  <a:ext uri="{FF2B5EF4-FFF2-40B4-BE49-F238E27FC236}">
                    <a16:creationId xmlns:a16="http://schemas.microsoft.com/office/drawing/2014/main" id="{247BC73B-5632-A1A9-677B-B2E8AE10831D}"/>
                  </a:ext>
                </a:extLst>
              </p:cNvPr>
              <p:cNvSpPr/>
              <p:nvPr/>
            </p:nvSpPr>
            <p:spPr>
              <a:xfrm rot="255342" flipH="1">
                <a:off x="2736490" y="1913495"/>
                <a:ext cx="2306154" cy="1451149"/>
              </a:xfrm>
              <a:prstGeom prst="arc">
                <a:avLst>
                  <a:gd name="adj1" fmla="val 12636715"/>
                  <a:gd name="adj2" fmla="val 1568851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78" name="Arco 77">
                <a:extLst>
                  <a:ext uri="{FF2B5EF4-FFF2-40B4-BE49-F238E27FC236}">
                    <a16:creationId xmlns:a16="http://schemas.microsoft.com/office/drawing/2014/main" id="{5F6FB21A-29F7-D1F0-CE8E-3E855E2E7672}"/>
                  </a:ext>
                </a:extLst>
              </p:cNvPr>
              <p:cNvSpPr/>
              <p:nvPr/>
            </p:nvSpPr>
            <p:spPr>
              <a:xfrm rot="15457547">
                <a:off x="2285999" y="2260252"/>
                <a:ext cx="1777657" cy="1451149"/>
              </a:xfrm>
              <a:prstGeom prst="arc">
                <a:avLst>
                  <a:gd name="adj1" fmla="val 12903811"/>
                  <a:gd name="adj2" fmla="val 1561464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79" name="Conector recto 78">
                <a:extLst>
                  <a:ext uri="{FF2B5EF4-FFF2-40B4-BE49-F238E27FC236}">
                    <a16:creationId xmlns:a16="http://schemas.microsoft.com/office/drawing/2014/main" id="{33169FDF-BC63-8921-E150-E5A99B7546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45997" y="3726127"/>
                <a:ext cx="0" cy="508312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Conector recto 80">
                <a:extLst>
                  <a:ext uri="{FF2B5EF4-FFF2-40B4-BE49-F238E27FC236}">
                    <a16:creationId xmlns:a16="http://schemas.microsoft.com/office/drawing/2014/main" id="{479A1348-6162-F478-5248-02833284EE0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4468" y="4203187"/>
                <a:ext cx="622580" cy="8797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Arco 62">
              <a:extLst>
                <a:ext uri="{FF2B5EF4-FFF2-40B4-BE49-F238E27FC236}">
                  <a16:creationId xmlns:a16="http://schemas.microsoft.com/office/drawing/2014/main" id="{10142582-C57B-AC8B-CC35-AA3B45938536}"/>
                </a:ext>
              </a:extLst>
            </p:cNvPr>
            <p:cNvSpPr/>
            <p:nvPr/>
          </p:nvSpPr>
          <p:spPr>
            <a:xfrm rot="2862842">
              <a:off x="3403911" y="1730658"/>
              <a:ext cx="3162923" cy="1719631"/>
            </a:xfrm>
            <a:prstGeom prst="arc">
              <a:avLst>
                <a:gd name="adj1" fmla="val 13277609"/>
                <a:gd name="adj2" fmla="val 14374384"/>
              </a:avLst>
            </a:prstGeom>
            <a:ln w="5715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4273E0A-8E39-8682-D6A2-09920D220CAA}"/>
              </a:ext>
            </a:extLst>
          </p:cNvPr>
          <p:cNvSpPr/>
          <p:nvPr/>
        </p:nvSpPr>
        <p:spPr>
          <a:xfrm>
            <a:off x="19236" y="0"/>
            <a:ext cx="12192000" cy="6858000"/>
          </a:xfrm>
          <a:prstGeom prst="rect">
            <a:avLst/>
          </a:prstGeom>
          <a:solidFill>
            <a:srgbClr val="141414">
              <a:alpha val="5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11" name="Grupo 10">
            <a:extLst>
              <a:ext uri="{FF2B5EF4-FFF2-40B4-BE49-F238E27FC236}">
                <a16:creationId xmlns:a16="http://schemas.microsoft.com/office/drawing/2014/main" id="{C6CB9128-EFD3-248F-DD77-0B8BB4B3DB7E}"/>
              </a:ext>
            </a:extLst>
          </p:cNvPr>
          <p:cNvGrpSpPr/>
          <p:nvPr/>
        </p:nvGrpSpPr>
        <p:grpSpPr>
          <a:xfrm>
            <a:off x="3155817" y="860203"/>
            <a:ext cx="5703256" cy="5029200"/>
            <a:chOff x="6067780" y="1057835"/>
            <a:chExt cx="5703256" cy="5029200"/>
          </a:xfrm>
        </p:grpSpPr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0764FD83-AF42-DB1B-D8EC-2FE8C9B10D56}"/>
                </a:ext>
              </a:extLst>
            </p:cNvPr>
            <p:cNvSpPr/>
            <p:nvPr/>
          </p:nvSpPr>
          <p:spPr>
            <a:xfrm>
              <a:off x="6067780" y="1057835"/>
              <a:ext cx="5703256" cy="50292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16" name="Imagen 15" descr="Una captura de pantalla de un celular con texto e imágenes&#10;&#10;El contenido generado por IA puede ser incorrecto.">
              <a:extLst>
                <a:ext uri="{FF2B5EF4-FFF2-40B4-BE49-F238E27FC236}">
                  <a16:creationId xmlns:a16="http://schemas.microsoft.com/office/drawing/2014/main" id="{AB29613F-2A19-027E-1FC2-5C68C7BE0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4902" t="-890" r="50716" b="-988"/>
            <a:stretch>
              <a:fillRect/>
            </a:stretch>
          </p:blipFill>
          <p:spPr>
            <a:xfrm>
              <a:off x="6163512" y="1095547"/>
              <a:ext cx="5040545" cy="49585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73895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6366F-BC91-467D-F683-73EC3016E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A582B565-C3CF-FB16-109E-EBB2ABB024F1}"/>
              </a:ext>
            </a:extLst>
          </p:cNvPr>
          <p:cNvSpPr/>
          <p:nvPr/>
        </p:nvSpPr>
        <p:spPr>
          <a:xfrm flipV="1">
            <a:off x="1617781" y="1724940"/>
            <a:ext cx="1236928" cy="2509499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85828D05-42E1-8AE5-B241-81D3E8D992E0}"/>
              </a:ext>
            </a:extLst>
          </p:cNvPr>
          <p:cNvSpPr/>
          <p:nvPr/>
        </p:nvSpPr>
        <p:spPr>
          <a:xfrm flipV="1">
            <a:off x="2283908" y="3775687"/>
            <a:ext cx="3110775" cy="1002488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B1918C90-64A3-6FC3-B9C8-527254355923}"/>
              </a:ext>
            </a:extLst>
          </p:cNvPr>
          <p:cNvSpPr/>
          <p:nvPr/>
        </p:nvSpPr>
        <p:spPr>
          <a:xfrm flipV="1">
            <a:off x="4800798" y="1770299"/>
            <a:ext cx="2605286" cy="2501216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298;p32">
            <a:extLst>
              <a:ext uri="{FF2B5EF4-FFF2-40B4-BE49-F238E27FC236}">
                <a16:creationId xmlns:a16="http://schemas.microsoft.com/office/drawing/2014/main" id="{F14508BB-7988-D2F0-F175-D76EC24E13B4}"/>
              </a:ext>
            </a:extLst>
          </p:cNvPr>
          <p:cNvSpPr/>
          <p:nvPr/>
        </p:nvSpPr>
        <p:spPr>
          <a:xfrm flipV="1">
            <a:off x="6829944" y="1257495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58820947-F226-CEA0-2A5E-F194DC37F76D}"/>
              </a:ext>
            </a:extLst>
          </p:cNvPr>
          <p:cNvSpPr/>
          <p:nvPr/>
        </p:nvSpPr>
        <p:spPr>
          <a:xfrm flipV="1">
            <a:off x="9341416" y="1770299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1E1D5A7C-1372-52CD-521D-7AF65137C28D}"/>
              </a:ext>
            </a:extLst>
          </p:cNvPr>
          <p:cNvSpPr/>
          <p:nvPr/>
        </p:nvSpPr>
        <p:spPr>
          <a:xfrm flipV="1">
            <a:off x="6820458" y="3798345"/>
            <a:ext cx="3108682" cy="1000851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8A32DEA5-C047-301A-9A0A-582AB1140136}"/>
              </a:ext>
            </a:extLst>
          </p:cNvPr>
          <p:cNvSpPr/>
          <p:nvPr/>
        </p:nvSpPr>
        <p:spPr>
          <a:xfrm flipV="1">
            <a:off x="2254468" y="1216028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BB2B0231-9D1F-F1E5-82AC-504D4717971F}"/>
              </a:ext>
            </a:extLst>
          </p:cNvPr>
          <p:cNvSpPr/>
          <p:nvPr/>
        </p:nvSpPr>
        <p:spPr>
          <a:xfrm flipV="1">
            <a:off x="4804866" y="1770301"/>
            <a:ext cx="2605343" cy="2502899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D79062DD-6258-79B0-10D3-DACBB4F84D07}"/>
              </a:ext>
            </a:extLst>
          </p:cNvPr>
          <p:cNvSpPr/>
          <p:nvPr/>
        </p:nvSpPr>
        <p:spPr>
          <a:xfrm flipV="1">
            <a:off x="5074058" y="3889465"/>
            <a:ext cx="244547" cy="196893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75D359C3-63C9-5D13-9757-4E3913323A6A}"/>
              </a:ext>
            </a:extLst>
          </p:cNvPr>
          <p:cNvSpPr/>
          <p:nvPr/>
        </p:nvSpPr>
        <p:spPr>
          <a:xfrm flipV="1">
            <a:off x="7089593" y="1854211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90E6F006-2DDF-C2A8-5B13-4DE97805EDCD}"/>
              </a:ext>
            </a:extLst>
          </p:cNvPr>
          <p:cNvSpPr/>
          <p:nvPr/>
        </p:nvSpPr>
        <p:spPr>
          <a:xfrm flipV="1">
            <a:off x="9417447" y="4016730"/>
            <a:ext cx="242457" cy="195254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5CF10C0F-D6D4-CD18-9E25-BE946589D032}"/>
              </a:ext>
            </a:extLst>
          </p:cNvPr>
          <p:cNvSpPr/>
          <p:nvPr/>
        </p:nvSpPr>
        <p:spPr>
          <a:xfrm flipV="1">
            <a:off x="6898524" y="3864533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97A3470F-782B-A82E-67E8-270269D1A6A3}"/>
              </a:ext>
            </a:extLst>
          </p:cNvPr>
          <p:cNvSpPr/>
          <p:nvPr/>
        </p:nvSpPr>
        <p:spPr>
          <a:xfrm flipV="1">
            <a:off x="4882990" y="1836464"/>
            <a:ext cx="244547" cy="196939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FC8DB28-7A30-DD72-368A-FCC5F47CFA96}"/>
              </a:ext>
            </a:extLst>
          </p:cNvPr>
          <p:cNvSpPr txBox="1"/>
          <p:nvPr/>
        </p:nvSpPr>
        <p:spPr>
          <a:xfrm rot="18698352">
            <a:off x="5352834" y="2778190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1897D61E-8EBD-B73A-E05A-5CCA5A19B500}"/>
              </a:ext>
            </a:extLst>
          </p:cNvPr>
          <p:cNvSpPr txBox="1"/>
          <p:nvPr/>
        </p:nvSpPr>
        <p:spPr>
          <a:xfrm rot="2875983">
            <a:off x="9062145" y="1948694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7E6C6481-B99D-AD78-DB40-1F8D617C4598}"/>
              </a:ext>
            </a:extLst>
          </p:cNvPr>
          <p:cNvSpPr txBox="1"/>
          <p:nvPr/>
        </p:nvSpPr>
        <p:spPr>
          <a:xfrm>
            <a:off x="7638774" y="4163883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01689055-3A12-3BBE-8EFE-BD82DC12BA13}"/>
              </a:ext>
            </a:extLst>
          </p:cNvPr>
          <p:cNvSpPr txBox="1"/>
          <p:nvPr/>
        </p:nvSpPr>
        <p:spPr>
          <a:xfrm rot="2606566">
            <a:off x="5073639" y="2117185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D2B73EC0-6E24-4CEE-1BE7-ADC7E899274B}"/>
              </a:ext>
            </a:extLst>
          </p:cNvPr>
          <p:cNvSpPr txBox="1"/>
          <p:nvPr/>
        </p:nvSpPr>
        <p:spPr>
          <a:xfrm rot="18717501">
            <a:off x="1865113" y="1778280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258F3904-6CC3-7A0C-8CE9-F519E9A54E3D}"/>
              </a:ext>
            </a:extLst>
          </p:cNvPr>
          <p:cNvSpPr txBox="1"/>
          <p:nvPr/>
        </p:nvSpPr>
        <p:spPr>
          <a:xfrm>
            <a:off x="3502493" y="4166912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46CBE019-1502-C801-B65A-7399FBAA6125}"/>
              </a:ext>
            </a:extLst>
          </p:cNvPr>
          <p:cNvSpPr txBox="1"/>
          <p:nvPr/>
        </p:nvSpPr>
        <p:spPr>
          <a:xfrm>
            <a:off x="2887799" y="1945587"/>
            <a:ext cx="22733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  <a:endParaRPr lang="es-ES_tradnl" sz="9600" b="1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8FB6706D-5FF9-E6C1-C0ED-962DCA7513A7}"/>
              </a:ext>
            </a:extLst>
          </p:cNvPr>
          <p:cNvSpPr txBox="1"/>
          <p:nvPr/>
        </p:nvSpPr>
        <p:spPr>
          <a:xfrm>
            <a:off x="7406083" y="1908904"/>
            <a:ext cx="23599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9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7FBC4377-91C7-9363-FD03-381B71E6D607}"/>
              </a:ext>
            </a:extLst>
          </p:cNvPr>
          <p:cNvGrpSpPr/>
          <p:nvPr/>
        </p:nvGrpSpPr>
        <p:grpSpPr>
          <a:xfrm>
            <a:off x="6575970" y="2033770"/>
            <a:ext cx="480299" cy="46997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DAB97A26-7008-AFE2-DB04-78C6AE9598C0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0592D6FE-BE60-69EF-7A3D-425E2ECCAB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4CABA388-AE26-150A-E8D4-72A135B47C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6322" y="3110909"/>
            <a:ext cx="570213" cy="699807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89F30E32-8940-B8DB-7E6C-E0C33D0E108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4882" y="3167386"/>
            <a:ext cx="581367" cy="713496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B20C6940-8261-6812-D22A-D08C57940F78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87782" y="3232343"/>
            <a:ext cx="613109" cy="61310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15817BA8-F645-B9D8-007F-19D31C8E5816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3895618" y="1322404"/>
            <a:ext cx="508932" cy="508932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8288F7C8-F934-9FC7-A50F-0A0AB8975B3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23385" y="1298419"/>
            <a:ext cx="562668" cy="562668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4B05C2DF-4573-B23C-8607-F3220D8A551C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99292" y="3165924"/>
            <a:ext cx="554204" cy="554204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AC683D65-F9D9-A8ED-0564-27E2059243D2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04998" y="3943254"/>
            <a:ext cx="475732" cy="475732"/>
          </a:xfrm>
          <a:prstGeom prst="rect">
            <a:avLst/>
          </a:prstGeom>
        </p:spPr>
      </p:pic>
      <p:sp>
        <p:nvSpPr>
          <p:cNvPr id="74" name="Título 1">
            <a:extLst>
              <a:ext uri="{FF2B5EF4-FFF2-40B4-BE49-F238E27FC236}">
                <a16:creationId xmlns:a16="http://schemas.microsoft.com/office/drawing/2014/main" id="{EAC1E9CE-9691-E84F-B8CA-3D4C16D739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SaaS</a:t>
            </a:r>
          </a:p>
        </p:txBody>
      </p:sp>
      <p:sp>
        <p:nvSpPr>
          <p:cNvPr id="24" name="Google Shape;295;p32">
            <a:extLst>
              <a:ext uri="{FF2B5EF4-FFF2-40B4-BE49-F238E27FC236}">
                <a16:creationId xmlns:a16="http://schemas.microsoft.com/office/drawing/2014/main" id="{48D52665-0C13-AC9F-44AF-A80B99F02405}"/>
              </a:ext>
            </a:extLst>
          </p:cNvPr>
          <p:cNvSpPr/>
          <p:nvPr/>
        </p:nvSpPr>
        <p:spPr>
          <a:xfrm flipV="1">
            <a:off x="-3783065" y="656424"/>
            <a:ext cx="1236928" cy="2509500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01;p32">
            <a:extLst>
              <a:ext uri="{FF2B5EF4-FFF2-40B4-BE49-F238E27FC236}">
                <a16:creationId xmlns:a16="http://schemas.microsoft.com/office/drawing/2014/main" id="{60A964AF-B1F5-E00B-1303-00DC78A9C7DF}"/>
              </a:ext>
            </a:extLst>
          </p:cNvPr>
          <p:cNvSpPr/>
          <p:nvPr/>
        </p:nvSpPr>
        <p:spPr>
          <a:xfrm flipV="1">
            <a:off x="-3135868" y="137005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7A959657-C370-5324-1D74-1A2BB650BB71}"/>
              </a:ext>
            </a:extLst>
          </p:cNvPr>
          <p:cNvSpPr txBox="1"/>
          <p:nvPr/>
        </p:nvSpPr>
        <p:spPr>
          <a:xfrm>
            <a:off x="-2126115" y="224171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E3C38B76-E3C1-D95B-15DC-674DE6AB71F2}"/>
              </a:ext>
            </a:extLst>
          </p:cNvPr>
          <p:cNvSpPr txBox="1"/>
          <p:nvPr/>
        </p:nvSpPr>
        <p:spPr>
          <a:xfrm rot="16200000">
            <a:off x="-3835576" y="1677921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Google Shape;298;p32">
            <a:extLst>
              <a:ext uri="{FF2B5EF4-FFF2-40B4-BE49-F238E27FC236}">
                <a16:creationId xmlns:a16="http://schemas.microsoft.com/office/drawing/2014/main" id="{284BD81F-F6AD-22B1-06DD-8F031B7BA663}"/>
              </a:ext>
            </a:extLst>
          </p:cNvPr>
          <p:cNvSpPr/>
          <p:nvPr/>
        </p:nvSpPr>
        <p:spPr>
          <a:xfrm flipV="1">
            <a:off x="12155884" y="124732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35" name="Google Shape;299;p32">
            <a:extLst>
              <a:ext uri="{FF2B5EF4-FFF2-40B4-BE49-F238E27FC236}">
                <a16:creationId xmlns:a16="http://schemas.microsoft.com/office/drawing/2014/main" id="{D2EA81BA-0D8F-86AF-E8E9-D1DBE4C61F37}"/>
              </a:ext>
            </a:extLst>
          </p:cNvPr>
          <p:cNvSpPr/>
          <p:nvPr/>
        </p:nvSpPr>
        <p:spPr>
          <a:xfrm flipV="1">
            <a:off x="14678933" y="649112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5559900-9B95-FA95-C580-7B09874663F0}"/>
              </a:ext>
            </a:extLst>
          </p:cNvPr>
          <p:cNvSpPr txBox="1"/>
          <p:nvPr/>
        </p:nvSpPr>
        <p:spPr>
          <a:xfrm rot="152627">
            <a:off x="13212342" y="207068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0D45CA35-68C7-6161-7C42-43D0B6858FC4}"/>
              </a:ext>
            </a:extLst>
          </p:cNvPr>
          <p:cNvSpPr txBox="1"/>
          <p:nvPr/>
        </p:nvSpPr>
        <p:spPr>
          <a:xfrm rot="5400000">
            <a:off x="14777324" y="1771258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5CC1425-2DAA-3439-7D8B-14760CBFF28B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</a:t>
            </a: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0290EC0D-8364-7B0C-D820-1070EFB166A0}"/>
              </a:ext>
            </a:extLst>
          </p:cNvPr>
          <p:cNvGrpSpPr/>
          <p:nvPr/>
        </p:nvGrpSpPr>
        <p:grpSpPr>
          <a:xfrm>
            <a:off x="1607825" y="1009012"/>
            <a:ext cx="4237363" cy="3678091"/>
            <a:chOff x="1607825" y="1009012"/>
            <a:chExt cx="4237363" cy="3678091"/>
          </a:xfrm>
        </p:grpSpPr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C01DF81C-F331-AAFE-D95D-FF99FFF787A9}"/>
                </a:ext>
              </a:extLst>
            </p:cNvPr>
            <p:cNvGrpSpPr/>
            <p:nvPr/>
          </p:nvGrpSpPr>
          <p:grpSpPr>
            <a:xfrm>
              <a:off x="1607825" y="1219260"/>
              <a:ext cx="4183376" cy="3467843"/>
              <a:chOff x="1607825" y="1219260"/>
              <a:chExt cx="4183376" cy="3467843"/>
            </a:xfrm>
          </p:grpSpPr>
          <p:sp>
            <p:nvSpPr>
              <p:cNvPr id="9" name="Arco 8">
                <a:extLst>
                  <a:ext uri="{FF2B5EF4-FFF2-40B4-BE49-F238E27FC236}">
                    <a16:creationId xmlns:a16="http://schemas.microsoft.com/office/drawing/2014/main" id="{61D08142-4B46-CB6F-51E3-E17230956EDC}"/>
                  </a:ext>
                </a:extLst>
              </p:cNvPr>
              <p:cNvSpPr/>
              <p:nvPr/>
            </p:nvSpPr>
            <p:spPr>
              <a:xfrm rot="16200000">
                <a:off x="1976193" y="872096"/>
                <a:ext cx="3446639" cy="4183376"/>
              </a:xfrm>
              <a:prstGeom prst="arc">
                <a:avLst>
                  <a:gd name="adj1" fmla="val 13744688"/>
                  <a:gd name="adj2" fmla="val 20252264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0" name="Arco 9">
                <a:extLst>
                  <a:ext uri="{FF2B5EF4-FFF2-40B4-BE49-F238E27FC236}">
                    <a16:creationId xmlns:a16="http://schemas.microsoft.com/office/drawing/2014/main" id="{F0F0DE09-689B-FCFC-1778-58087D44425A}"/>
                  </a:ext>
                </a:extLst>
              </p:cNvPr>
              <p:cNvSpPr/>
              <p:nvPr/>
            </p:nvSpPr>
            <p:spPr>
              <a:xfrm>
                <a:off x="2242646" y="1219260"/>
                <a:ext cx="3162923" cy="1719631"/>
              </a:xfrm>
              <a:prstGeom prst="arc">
                <a:avLst>
                  <a:gd name="adj1" fmla="val 13277609"/>
                  <a:gd name="adj2" fmla="val 1996048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13" name="Conector recto 12">
                <a:extLst>
                  <a:ext uri="{FF2B5EF4-FFF2-40B4-BE49-F238E27FC236}">
                    <a16:creationId xmlns:a16="http://schemas.microsoft.com/office/drawing/2014/main" id="{DA6535BC-8E72-7772-91B9-F68F201B1A7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65836" y="1733368"/>
                <a:ext cx="593100" cy="36931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ector recto 14">
                <a:extLst>
                  <a:ext uri="{FF2B5EF4-FFF2-40B4-BE49-F238E27FC236}">
                    <a16:creationId xmlns:a16="http://schemas.microsoft.com/office/drawing/2014/main" id="{8EBE23AE-0FBD-BE02-4F7A-94778BC1C3D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7491" y="1738238"/>
                <a:ext cx="0" cy="47206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Arco 18">
                <a:extLst>
                  <a:ext uri="{FF2B5EF4-FFF2-40B4-BE49-F238E27FC236}">
                    <a16:creationId xmlns:a16="http://schemas.microsoft.com/office/drawing/2014/main" id="{9870CFE0-0F52-AFDE-3595-C936F8095DC4}"/>
                  </a:ext>
                </a:extLst>
              </p:cNvPr>
              <p:cNvSpPr/>
              <p:nvPr/>
            </p:nvSpPr>
            <p:spPr>
              <a:xfrm rot="18535033">
                <a:off x="2363060" y="2114975"/>
                <a:ext cx="1777657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21" name="Arco 20">
                <a:extLst>
                  <a:ext uri="{FF2B5EF4-FFF2-40B4-BE49-F238E27FC236}">
                    <a16:creationId xmlns:a16="http://schemas.microsoft.com/office/drawing/2014/main" id="{547F26CF-F83A-0B0F-B7D4-611265C57A63}"/>
                  </a:ext>
                </a:extLst>
              </p:cNvPr>
              <p:cNvSpPr/>
              <p:nvPr/>
            </p:nvSpPr>
            <p:spPr>
              <a:xfrm rot="19882459" flipH="1">
                <a:off x="2236350" y="2010387"/>
                <a:ext cx="2306154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22" name="Arco 21">
                <a:extLst>
                  <a:ext uri="{FF2B5EF4-FFF2-40B4-BE49-F238E27FC236}">
                    <a16:creationId xmlns:a16="http://schemas.microsoft.com/office/drawing/2014/main" id="{527F9946-F04F-C186-D876-7C92B42B4C64}"/>
                  </a:ext>
                </a:extLst>
              </p:cNvPr>
              <p:cNvSpPr/>
              <p:nvPr/>
            </p:nvSpPr>
            <p:spPr>
              <a:xfrm rot="255342" flipH="1">
                <a:off x="2736490" y="1913495"/>
                <a:ext cx="2306154" cy="1451149"/>
              </a:xfrm>
              <a:prstGeom prst="arc">
                <a:avLst>
                  <a:gd name="adj1" fmla="val 12636715"/>
                  <a:gd name="adj2" fmla="val 1568851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23" name="Arco 22">
                <a:extLst>
                  <a:ext uri="{FF2B5EF4-FFF2-40B4-BE49-F238E27FC236}">
                    <a16:creationId xmlns:a16="http://schemas.microsoft.com/office/drawing/2014/main" id="{273D73EE-26E2-F84F-A7C2-7EF3B7D24B8E}"/>
                  </a:ext>
                </a:extLst>
              </p:cNvPr>
              <p:cNvSpPr/>
              <p:nvPr/>
            </p:nvSpPr>
            <p:spPr>
              <a:xfrm rot="15457547">
                <a:off x="2285999" y="2260252"/>
                <a:ext cx="1777657" cy="1451149"/>
              </a:xfrm>
              <a:prstGeom prst="arc">
                <a:avLst>
                  <a:gd name="adj1" fmla="val 12903811"/>
                  <a:gd name="adj2" fmla="val 1561464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27" name="Conector recto 26">
                <a:extLst>
                  <a:ext uri="{FF2B5EF4-FFF2-40B4-BE49-F238E27FC236}">
                    <a16:creationId xmlns:a16="http://schemas.microsoft.com/office/drawing/2014/main" id="{7E9D57EF-6C95-D60C-2D59-DD3E1AF23B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45997" y="3726127"/>
                <a:ext cx="0" cy="508312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>
                <a:extLst>
                  <a:ext uri="{FF2B5EF4-FFF2-40B4-BE49-F238E27FC236}">
                    <a16:creationId xmlns:a16="http://schemas.microsoft.com/office/drawing/2014/main" id="{C718B4AA-6E9F-7A17-25FA-85461A82180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4468" y="4203187"/>
                <a:ext cx="622580" cy="8797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Arco 38">
              <a:extLst>
                <a:ext uri="{FF2B5EF4-FFF2-40B4-BE49-F238E27FC236}">
                  <a16:creationId xmlns:a16="http://schemas.microsoft.com/office/drawing/2014/main" id="{06AF13E0-AB8A-2F2C-EC9C-29CE942E5A88}"/>
                </a:ext>
              </a:extLst>
            </p:cNvPr>
            <p:cNvSpPr/>
            <p:nvPr/>
          </p:nvSpPr>
          <p:spPr>
            <a:xfrm rot="2862842">
              <a:off x="3403911" y="1730658"/>
              <a:ext cx="3162923" cy="1719631"/>
            </a:xfrm>
            <a:prstGeom prst="arc">
              <a:avLst>
                <a:gd name="adj1" fmla="val 13277609"/>
                <a:gd name="adj2" fmla="val 14627991"/>
              </a:avLst>
            </a:prstGeom>
            <a:ln w="5715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40640C22-D7CA-0173-7705-DA13CC7E4B8B}"/>
              </a:ext>
            </a:extLst>
          </p:cNvPr>
          <p:cNvGrpSpPr/>
          <p:nvPr/>
        </p:nvGrpSpPr>
        <p:grpSpPr>
          <a:xfrm flipH="1">
            <a:off x="6365519" y="1066899"/>
            <a:ext cx="4237363" cy="3678091"/>
            <a:chOff x="1607825" y="1009012"/>
            <a:chExt cx="4237363" cy="3678091"/>
          </a:xfrm>
        </p:grpSpPr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729D2D00-96EE-53E7-B6CA-1E4DC6427F00}"/>
                </a:ext>
              </a:extLst>
            </p:cNvPr>
            <p:cNvGrpSpPr/>
            <p:nvPr/>
          </p:nvGrpSpPr>
          <p:grpSpPr>
            <a:xfrm>
              <a:off x="1607825" y="1219260"/>
              <a:ext cx="4183376" cy="3467843"/>
              <a:chOff x="1607825" y="1219260"/>
              <a:chExt cx="4183376" cy="3467843"/>
            </a:xfrm>
          </p:grpSpPr>
          <p:sp>
            <p:nvSpPr>
              <p:cNvPr id="67" name="Arco 66">
                <a:extLst>
                  <a:ext uri="{FF2B5EF4-FFF2-40B4-BE49-F238E27FC236}">
                    <a16:creationId xmlns:a16="http://schemas.microsoft.com/office/drawing/2014/main" id="{6C7EF422-DEAB-75DD-6FE9-3D431F250130}"/>
                  </a:ext>
                </a:extLst>
              </p:cNvPr>
              <p:cNvSpPr/>
              <p:nvPr/>
            </p:nvSpPr>
            <p:spPr>
              <a:xfrm rot="16200000">
                <a:off x="1976193" y="872096"/>
                <a:ext cx="3446639" cy="4183376"/>
              </a:xfrm>
              <a:prstGeom prst="arc">
                <a:avLst>
                  <a:gd name="adj1" fmla="val 13744688"/>
                  <a:gd name="adj2" fmla="val 20252264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69" name="Arco 68">
                <a:extLst>
                  <a:ext uri="{FF2B5EF4-FFF2-40B4-BE49-F238E27FC236}">
                    <a16:creationId xmlns:a16="http://schemas.microsoft.com/office/drawing/2014/main" id="{5A43A3A9-CDB2-DC9B-2D92-FCBF86B876D6}"/>
                  </a:ext>
                </a:extLst>
              </p:cNvPr>
              <p:cNvSpPr/>
              <p:nvPr/>
            </p:nvSpPr>
            <p:spPr>
              <a:xfrm>
                <a:off x="2242646" y="1219260"/>
                <a:ext cx="3162923" cy="1719631"/>
              </a:xfrm>
              <a:prstGeom prst="arc">
                <a:avLst>
                  <a:gd name="adj1" fmla="val 13277609"/>
                  <a:gd name="adj2" fmla="val 1996048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71" name="Conector recto 70">
                <a:extLst>
                  <a:ext uri="{FF2B5EF4-FFF2-40B4-BE49-F238E27FC236}">
                    <a16:creationId xmlns:a16="http://schemas.microsoft.com/office/drawing/2014/main" id="{2A05D76F-40F9-7981-B162-5045A2EC62E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65836" y="1677360"/>
                <a:ext cx="547037" cy="31295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ector recto 71">
                <a:extLst>
                  <a:ext uri="{FF2B5EF4-FFF2-40B4-BE49-F238E27FC236}">
                    <a16:creationId xmlns:a16="http://schemas.microsoft.com/office/drawing/2014/main" id="{A5BF9228-E1F9-6EB9-C0AA-A4E18DEE8E9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77491" y="1675481"/>
                <a:ext cx="0" cy="534823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Arco 74">
                <a:extLst>
                  <a:ext uri="{FF2B5EF4-FFF2-40B4-BE49-F238E27FC236}">
                    <a16:creationId xmlns:a16="http://schemas.microsoft.com/office/drawing/2014/main" id="{61DE93F3-C01D-9A05-692A-649BA6095299}"/>
                  </a:ext>
                </a:extLst>
              </p:cNvPr>
              <p:cNvSpPr/>
              <p:nvPr/>
            </p:nvSpPr>
            <p:spPr>
              <a:xfrm rot="18535033">
                <a:off x="2363060" y="2114975"/>
                <a:ext cx="1777657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76" name="Arco 75">
                <a:extLst>
                  <a:ext uri="{FF2B5EF4-FFF2-40B4-BE49-F238E27FC236}">
                    <a16:creationId xmlns:a16="http://schemas.microsoft.com/office/drawing/2014/main" id="{624A0E64-C0A5-DA08-72A7-166DC78115B9}"/>
                  </a:ext>
                </a:extLst>
              </p:cNvPr>
              <p:cNvSpPr/>
              <p:nvPr/>
            </p:nvSpPr>
            <p:spPr>
              <a:xfrm rot="19882459" flipH="1">
                <a:off x="2236350" y="2010387"/>
                <a:ext cx="2306154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77" name="Arco 76">
                <a:extLst>
                  <a:ext uri="{FF2B5EF4-FFF2-40B4-BE49-F238E27FC236}">
                    <a16:creationId xmlns:a16="http://schemas.microsoft.com/office/drawing/2014/main" id="{E8BECD97-043E-348F-AF45-981048C1B148}"/>
                  </a:ext>
                </a:extLst>
              </p:cNvPr>
              <p:cNvSpPr/>
              <p:nvPr/>
            </p:nvSpPr>
            <p:spPr>
              <a:xfrm rot="255342" flipH="1">
                <a:off x="2736490" y="1913495"/>
                <a:ext cx="2306154" cy="1451149"/>
              </a:xfrm>
              <a:prstGeom prst="arc">
                <a:avLst>
                  <a:gd name="adj1" fmla="val 12636715"/>
                  <a:gd name="adj2" fmla="val 1568851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78" name="Arco 77">
                <a:extLst>
                  <a:ext uri="{FF2B5EF4-FFF2-40B4-BE49-F238E27FC236}">
                    <a16:creationId xmlns:a16="http://schemas.microsoft.com/office/drawing/2014/main" id="{BAE0A8F8-CE0F-FD1F-48A7-E0B38988DCE5}"/>
                  </a:ext>
                </a:extLst>
              </p:cNvPr>
              <p:cNvSpPr/>
              <p:nvPr/>
            </p:nvSpPr>
            <p:spPr>
              <a:xfrm rot="15457547">
                <a:off x="2285999" y="2260252"/>
                <a:ext cx="1777657" cy="1451149"/>
              </a:xfrm>
              <a:prstGeom prst="arc">
                <a:avLst>
                  <a:gd name="adj1" fmla="val 12903811"/>
                  <a:gd name="adj2" fmla="val 1561464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79" name="Conector recto 78">
                <a:extLst>
                  <a:ext uri="{FF2B5EF4-FFF2-40B4-BE49-F238E27FC236}">
                    <a16:creationId xmlns:a16="http://schemas.microsoft.com/office/drawing/2014/main" id="{4A6BFDCA-1CDB-75C7-3F4C-60D287A58F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45997" y="3726127"/>
                <a:ext cx="0" cy="508312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Conector recto 80">
                <a:extLst>
                  <a:ext uri="{FF2B5EF4-FFF2-40B4-BE49-F238E27FC236}">
                    <a16:creationId xmlns:a16="http://schemas.microsoft.com/office/drawing/2014/main" id="{6D806F51-AA9D-3113-9EE4-B0AE5D4E562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4468" y="4203187"/>
                <a:ext cx="622580" cy="8797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Arco 62">
              <a:extLst>
                <a:ext uri="{FF2B5EF4-FFF2-40B4-BE49-F238E27FC236}">
                  <a16:creationId xmlns:a16="http://schemas.microsoft.com/office/drawing/2014/main" id="{A11B6BAD-41F0-C674-ACDE-E3CBE46921E3}"/>
                </a:ext>
              </a:extLst>
            </p:cNvPr>
            <p:cNvSpPr/>
            <p:nvPr/>
          </p:nvSpPr>
          <p:spPr>
            <a:xfrm rot="2862842">
              <a:off x="3403911" y="1730658"/>
              <a:ext cx="3162923" cy="1719631"/>
            </a:xfrm>
            <a:prstGeom prst="arc">
              <a:avLst>
                <a:gd name="adj1" fmla="val 13277609"/>
                <a:gd name="adj2" fmla="val 14374384"/>
              </a:avLst>
            </a:prstGeom>
            <a:ln w="5715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21A890B-D379-FDA8-2A4F-4E204189FD4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1414">
              <a:alpha val="50196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94A07D5D-41A0-AD1A-7603-36B1E34DF507}"/>
              </a:ext>
            </a:extLst>
          </p:cNvPr>
          <p:cNvGrpSpPr/>
          <p:nvPr/>
        </p:nvGrpSpPr>
        <p:grpSpPr>
          <a:xfrm>
            <a:off x="3198199" y="899890"/>
            <a:ext cx="5703256" cy="5029200"/>
            <a:chOff x="6067780" y="1057835"/>
            <a:chExt cx="5703256" cy="5029200"/>
          </a:xfrm>
        </p:grpSpPr>
        <p:sp>
          <p:nvSpPr>
            <p:cNvPr id="30" name="Rectángulo 29">
              <a:extLst>
                <a:ext uri="{FF2B5EF4-FFF2-40B4-BE49-F238E27FC236}">
                  <a16:creationId xmlns:a16="http://schemas.microsoft.com/office/drawing/2014/main" id="{D99319E3-D7E3-CC85-8776-77ADDA1195FD}"/>
                </a:ext>
              </a:extLst>
            </p:cNvPr>
            <p:cNvSpPr/>
            <p:nvPr/>
          </p:nvSpPr>
          <p:spPr>
            <a:xfrm>
              <a:off x="6067780" y="1057835"/>
              <a:ext cx="5703256" cy="5029200"/>
            </a:xfrm>
            <a:prstGeom prst="rect">
              <a:avLst/>
            </a:prstGeom>
            <a:solidFill>
              <a:schemeClr val="bg1"/>
            </a:solidFill>
            <a:ln w="28575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31" name="Imagen 30" descr="Una captura de pantalla de un celular con texto e imágenes&#10;&#10;El contenido generado por IA puede ser incorrecto.">
              <a:extLst>
                <a:ext uri="{FF2B5EF4-FFF2-40B4-BE49-F238E27FC236}">
                  <a16:creationId xmlns:a16="http://schemas.microsoft.com/office/drawing/2014/main" id="{3334C245-0077-9DAD-B62E-AF0453A628F6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534" b="13678"/>
            <a:stretch>
              <a:fillRect/>
            </a:stretch>
          </p:blipFill>
          <p:spPr>
            <a:xfrm>
              <a:off x="6163512" y="1095547"/>
              <a:ext cx="5430535" cy="49585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53523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A37DF-7340-CF72-AF08-839CA8372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DB2AAC31-DE62-1669-781D-0C804874A975}"/>
              </a:ext>
            </a:extLst>
          </p:cNvPr>
          <p:cNvSpPr/>
          <p:nvPr/>
        </p:nvSpPr>
        <p:spPr>
          <a:xfrm flipV="1">
            <a:off x="1617781" y="1724940"/>
            <a:ext cx="1236928" cy="2509499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A5374095-3FD7-8A11-493C-822063F9DF8A}"/>
              </a:ext>
            </a:extLst>
          </p:cNvPr>
          <p:cNvSpPr/>
          <p:nvPr/>
        </p:nvSpPr>
        <p:spPr>
          <a:xfrm flipV="1">
            <a:off x="2283908" y="3775687"/>
            <a:ext cx="3110775" cy="1002488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B513933B-070F-A237-8F3E-CD7090F32DF8}"/>
              </a:ext>
            </a:extLst>
          </p:cNvPr>
          <p:cNvSpPr/>
          <p:nvPr/>
        </p:nvSpPr>
        <p:spPr>
          <a:xfrm flipV="1">
            <a:off x="4800798" y="1770299"/>
            <a:ext cx="2605286" cy="2501216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298;p32">
            <a:extLst>
              <a:ext uri="{FF2B5EF4-FFF2-40B4-BE49-F238E27FC236}">
                <a16:creationId xmlns:a16="http://schemas.microsoft.com/office/drawing/2014/main" id="{BD6BC477-39A1-1B26-6832-63BAF9F93F21}"/>
              </a:ext>
            </a:extLst>
          </p:cNvPr>
          <p:cNvSpPr/>
          <p:nvPr/>
        </p:nvSpPr>
        <p:spPr>
          <a:xfrm flipV="1">
            <a:off x="6829944" y="1257495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EB2BC4B4-3459-6AB6-51D5-5D04CA5FC433}"/>
              </a:ext>
            </a:extLst>
          </p:cNvPr>
          <p:cNvSpPr/>
          <p:nvPr/>
        </p:nvSpPr>
        <p:spPr>
          <a:xfrm flipV="1">
            <a:off x="9341416" y="1770299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182FCC9E-A1A0-7575-1DE5-3069A9D6CE31}"/>
              </a:ext>
            </a:extLst>
          </p:cNvPr>
          <p:cNvSpPr/>
          <p:nvPr/>
        </p:nvSpPr>
        <p:spPr>
          <a:xfrm flipV="1">
            <a:off x="6820458" y="3798345"/>
            <a:ext cx="3108682" cy="1000851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106BC61A-44EE-BCB6-5F2F-181DBE6B40B9}"/>
              </a:ext>
            </a:extLst>
          </p:cNvPr>
          <p:cNvSpPr/>
          <p:nvPr/>
        </p:nvSpPr>
        <p:spPr>
          <a:xfrm flipV="1">
            <a:off x="2254468" y="1216028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05BBD1A5-9822-D94F-0D3E-D7197B9A127E}"/>
              </a:ext>
            </a:extLst>
          </p:cNvPr>
          <p:cNvSpPr/>
          <p:nvPr/>
        </p:nvSpPr>
        <p:spPr>
          <a:xfrm flipV="1">
            <a:off x="4804866" y="1770301"/>
            <a:ext cx="2605343" cy="2502899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937189D2-2CFB-7449-3585-DA2DD98A8013}"/>
              </a:ext>
            </a:extLst>
          </p:cNvPr>
          <p:cNvSpPr/>
          <p:nvPr/>
        </p:nvSpPr>
        <p:spPr>
          <a:xfrm flipV="1">
            <a:off x="5074058" y="3889465"/>
            <a:ext cx="244547" cy="196893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A53A5A12-FD9E-11D7-EA82-52D5B6EE8BB6}"/>
              </a:ext>
            </a:extLst>
          </p:cNvPr>
          <p:cNvSpPr/>
          <p:nvPr/>
        </p:nvSpPr>
        <p:spPr>
          <a:xfrm flipV="1">
            <a:off x="7089593" y="1854211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E45F47F5-1C74-DFC2-0A2B-18C56AE4FF60}"/>
              </a:ext>
            </a:extLst>
          </p:cNvPr>
          <p:cNvSpPr/>
          <p:nvPr/>
        </p:nvSpPr>
        <p:spPr>
          <a:xfrm flipV="1">
            <a:off x="9417447" y="4016730"/>
            <a:ext cx="242457" cy="195254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3D130CED-21CC-C066-18D6-8F918339C75E}"/>
              </a:ext>
            </a:extLst>
          </p:cNvPr>
          <p:cNvSpPr/>
          <p:nvPr/>
        </p:nvSpPr>
        <p:spPr>
          <a:xfrm flipV="1">
            <a:off x="6898524" y="3864533"/>
            <a:ext cx="242511" cy="195254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1FFF9F96-955D-819E-2870-6096C1F7DFEC}"/>
              </a:ext>
            </a:extLst>
          </p:cNvPr>
          <p:cNvSpPr/>
          <p:nvPr/>
        </p:nvSpPr>
        <p:spPr>
          <a:xfrm flipV="1">
            <a:off x="4882990" y="1836464"/>
            <a:ext cx="244547" cy="196939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F2FA11EC-B232-1830-1F64-8F7B61EFDAAE}"/>
              </a:ext>
            </a:extLst>
          </p:cNvPr>
          <p:cNvSpPr txBox="1"/>
          <p:nvPr/>
        </p:nvSpPr>
        <p:spPr>
          <a:xfrm rot="18698352">
            <a:off x="5352834" y="2778190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6160EDD3-485C-C943-4714-70888028BA40}"/>
              </a:ext>
            </a:extLst>
          </p:cNvPr>
          <p:cNvSpPr txBox="1"/>
          <p:nvPr/>
        </p:nvSpPr>
        <p:spPr>
          <a:xfrm rot="2875983">
            <a:off x="9062145" y="1948694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DBE4E1E7-DA89-155C-BE11-C9E5D14F7210}"/>
              </a:ext>
            </a:extLst>
          </p:cNvPr>
          <p:cNvSpPr txBox="1"/>
          <p:nvPr/>
        </p:nvSpPr>
        <p:spPr>
          <a:xfrm>
            <a:off x="7638774" y="4163883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0B2FD2E6-BF82-96AD-F7AC-322D65BC6DB5}"/>
              </a:ext>
            </a:extLst>
          </p:cNvPr>
          <p:cNvSpPr txBox="1"/>
          <p:nvPr/>
        </p:nvSpPr>
        <p:spPr>
          <a:xfrm rot="2606566">
            <a:off x="5073639" y="2117185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8F031C69-BAE6-F616-A761-D721A68DCF10}"/>
              </a:ext>
            </a:extLst>
          </p:cNvPr>
          <p:cNvSpPr txBox="1"/>
          <p:nvPr/>
        </p:nvSpPr>
        <p:spPr>
          <a:xfrm rot="18717501">
            <a:off x="1865113" y="1778280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55D4AFC8-2AE6-6EB1-C9A1-CC3F0EBC1554}"/>
              </a:ext>
            </a:extLst>
          </p:cNvPr>
          <p:cNvSpPr txBox="1"/>
          <p:nvPr/>
        </p:nvSpPr>
        <p:spPr>
          <a:xfrm>
            <a:off x="3502493" y="4166912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5DA15BF6-B888-9E82-30EB-F113A1ECECC6}"/>
              </a:ext>
            </a:extLst>
          </p:cNvPr>
          <p:cNvSpPr txBox="1"/>
          <p:nvPr/>
        </p:nvSpPr>
        <p:spPr>
          <a:xfrm>
            <a:off x="2887799" y="1945587"/>
            <a:ext cx="22733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  <a:endParaRPr lang="es-ES_tradnl" sz="9600" b="1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E54A24CB-E76D-1376-1189-CE51CAE57B7B}"/>
              </a:ext>
            </a:extLst>
          </p:cNvPr>
          <p:cNvSpPr txBox="1"/>
          <p:nvPr/>
        </p:nvSpPr>
        <p:spPr>
          <a:xfrm>
            <a:off x="7406083" y="1908904"/>
            <a:ext cx="23599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80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9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164F5752-A20E-CF8C-FA66-1849A3DC3BF6}"/>
              </a:ext>
            </a:extLst>
          </p:cNvPr>
          <p:cNvGrpSpPr/>
          <p:nvPr/>
        </p:nvGrpSpPr>
        <p:grpSpPr>
          <a:xfrm>
            <a:off x="6575970" y="2033770"/>
            <a:ext cx="480299" cy="46997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A26EA2FC-E1D4-C0A6-767F-0DB4ED6796A0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6BC999E7-0B6E-A2A8-F2EA-22A27E19481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7B971E22-B9A4-CA5D-43AF-31039DAECF6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96322" y="3110909"/>
            <a:ext cx="570213" cy="699807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28522C52-0E9F-3567-79B0-77984FA98BE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4882" y="3167386"/>
            <a:ext cx="581367" cy="713496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82EE2EAF-D336-14EB-9FD9-7932C51B06D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87782" y="3232343"/>
            <a:ext cx="613109" cy="61310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026E69DF-9EA6-415B-C6CB-B44A61B542CC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3895618" y="1322404"/>
            <a:ext cx="508932" cy="508932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EE561863-91CD-63AA-9DCC-9657ECBCAFE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023385" y="1298419"/>
            <a:ext cx="562668" cy="562668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611DF865-0570-771C-17AE-C5458B3B550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99292" y="3165924"/>
            <a:ext cx="554204" cy="554204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51E7A517-CE34-C627-B79D-AD2B661C66B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104998" y="3943254"/>
            <a:ext cx="475732" cy="475732"/>
          </a:xfrm>
          <a:prstGeom prst="rect">
            <a:avLst/>
          </a:prstGeom>
        </p:spPr>
      </p:pic>
      <p:sp>
        <p:nvSpPr>
          <p:cNvPr id="74" name="Título 1">
            <a:extLst>
              <a:ext uri="{FF2B5EF4-FFF2-40B4-BE49-F238E27FC236}">
                <a16:creationId xmlns:a16="http://schemas.microsoft.com/office/drawing/2014/main" id="{AF4DDC5B-D9ED-F884-7604-34223233E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b="1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" b="1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SaaS</a:t>
            </a:r>
          </a:p>
        </p:txBody>
      </p:sp>
      <p:grpSp>
        <p:nvGrpSpPr>
          <p:cNvPr id="86" name="Grupo 85">
            <a:extLst>
              <a:ext uri="{FF2B5EF4-FFF2-40B4-BE49-F238E27FC236}">
                <a16:creationId xmlns:a16="http://schemas.microsoft.com/office/drawing/2014/main" id="{E5807EDB-4530-1E87-BE09-64B1CF17CC2C}"/>
              </a:ext>
            </a:extLst>
          </p:cNvPr>
          <p:cNvGrpSpPr/>
          <p:nvPr/>
        </p:nvGrpSpPr>
        <p:grpSpPr>
          <a:xfrm>
            <a:off x="-4771" y="4945556"/>
            <a:ext cx="12224115" cy="1934352"/>
            <a:chOff x="-4771" y="4945556"/>
            <a:chExt cx="12224115" cy="1934352"/>
          </a:xfrm>
        </p:grpSpPr>
        <p:pic>
          <p:nvPicPr>
            <p:cNvPr id="5" name="Imagen 4">
              <a:extLst>
                <a:ext uri="{FF2B5EF4-FFF2-40B4-BE49-F238E27FC236}">
                  <a16:creationId xmlns:a16="http://schemas.microsoft.com/office/drawing/2014/main" id="{D75D99F1-D83E-1885-9D7C-8606BF2B7D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4771" y="4945556"/>
              <a:ext cx="12224115" cy="1925986"/>
            </a:xfrm>
            <a:prstGeom prst="rect">
              <a:avLst/>
            </a:prstGeom>
          </p:spPr>
        </p:pic>
        <p:grpSp>
          <p:nvGrpSpPr>
            <p:cNvPr id="12" name="Grupo 11">
              <a:extLst>
                <a:ext uri="{FF2B5EF4-FFF2-40B4-BE49-F238E27FC236}">
                  <a16:creationId xmlns:a16="http://schemas.microsoft.com/office/drawing/2014/main" id="{CBA14BD3-CF49-E3B1-68E7-7159F16EB3EF}"/>
                </a:ext>
              </a:extLst>
            </p:cNvPr>
            <p:cNvGrpSpPr/>
            <p:nvPr/>
          </p:nvGrpSpPr>
          <p:grpSpPr>
            <a:xfrm>
              <a:off x="2050742" y="6646555"/>
              <a:ext cx="2175029" cy="233353"/>
              <a:chOff x="2050742" y="6646555"/>
              <a:chExt cx="2175029" cy="233353"/>
            </a:xfrm>
          </p:grpSpPr>
          <p:sp>
            <p:nvSpPr>
              <p:cNvPr id="6" name="Rectángulo 5">
                <a:extLst>
                  <a:ext uri="{FF2B5EF4-FFF2-40B4-BE49-F238E27FC236}">
                    <a16:creationId xmlns:a16="http://schemas.microsoft.com/office/drawing/2014/main" id="{2CC6D53E-66EA-636A-BBB3-3CB43581B8E5}"/>
                  </a:ext>
                </a:extLst>
              </p:cNvPr>
              <p:cNvSpPr/>
              <p:nvPr/>
            </p:nvSpPr>
            <p:spPr>
              <a:xfrm>
                <a:off x="2050742" y="6662692"/>
                <a:ext cx="2175029" cy="2130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600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8" name="Imagen 7">
                <a:extLst>
                  <a:ext uri="{FF2B5EF4-FFF2-40B4-BE49-F238E27FC236}">
                    <a16:creationId xmlns:a16="http://schemas.microsoft.com/office/drawing/2014/main" id="{3A797B0C-1338-44A4-5583-7A670D36F20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8000"/>
              <a:stretch>
                <a:fillRect/>
              </a:stretch>
            </p:blipFill>
            <p:spPr>
              <a:xfrm>
                <a:off x="2736204" y="6646555"/>
                <a:ext cx="804103" cy="233353"/>
              </a:xfrm>
              <a:prstGeom prst="rect">
                <a:avLst/>
              </a:prstGeom>
            </p:spPr>
          </p:pic>
        </p:grpSp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D00A0D8D-E793-AF2D-A308-18DDA28D3C81}"/>
                </a:ext>
              </a:extLst>
            </p:cNvPr>
            <p:cNvGrpSpPr/>
            <p:nvPr/>
          </p:nvGrpSpPr>
          <p:grpSpPr>
            <a:xfrm>
              <a:off x="8174882" y="6644936"/>
              <a:ext cx="2399335" cy="213064"/>
              <a:chOff x="8174882" y="6644936"/>
              <a:chExt cx="2399335" cy="213064"/>
            </a:xfrm>
          </p:grpSpPr>
          <p:sp>
            <p:nvSpPr>
              <p:cNvPr id="18" name="Rectángulo 17">
                <a:extLst>
                  <a:ext uri="{FF2B5EF4-FFF2-40B4-BE49-F238E27FC236}">
                    <a16:creationId xmlns:a16="http://schemas.microsoft.com/office/drawing/2014/main" id="{FD21BFA7-B3CF-AADC-7B49-9692FBCF92E4}"/>
                  </a:ext>
                </a:extLst>
              </p:cNvPr>
              <p:cNvSpPr/>
              <p:nvPr/>
            </p:nvSpPr>
            <p:spPr>
              <a:xfrm>
                <a:off x="8174882" y="6644936"/>
                <a:ext cx="2399335" cy="21306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 sz="1600" b="1" dirty="0">
                  <a:solidFill>
                    <a:schemeClr val="tx1"/>
                  </a:solidFill>
                </a:endParaRPr>
              </a:p>
            </p:txBody>
          </p:sp>
          <p:pic>
            <p:nvPicPr>
              <p:cNvPr id="20" name="Imagen 19">
                <a:extLst>
                  <a:ext uri="{FF2B5EF4-FFF2-40B4-BE49-F238E27FC236}">
                    <a16:creationId xmlns:a16="http://schemas.microsoft.com/office/drawing/2014/main" id="{9E36C86F-6020-D1FA-DA08-0D14C1836E3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880261" y="6653794"/>
                <a:ext cx="799558" cy="195347"/>
              </a:xfrm>
              <a:prstGeom prst="rect">
                <a:avLst/>
              </a:prstGeom>
            </p:spPr>
          </p:pic>
        </p:grpSp>
      </p:grpSp>
      <p:sp>
        <p:nvSpPr>
          <p:cNvPr id="24" name="Google Shape;295;p32">
            <a:extLst>
              <a:ext uri="{FF2B5EF4-FFF2-40B4-BE49-F238E27FC236}">
                <a16:creationId xmlns:a16="http://schemas.microsoft.com/office/drawing/2014/main" id="{8F3A54B7-52C8-5A6C-6EF6-AAFCA4753A75}"/>
              </a:ext>
            </a:extLst>
          </p:cNvPr>
          <p:cNvSpPr/>
          <p:nvPr/>
        </p:nvSpPr>
        <p:spPr>
          <a:xfrm flipV="1">
            <a:off x="-3783065" y="656424"/>
            <a:ext cx="1236928" cy="2509500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301;p32">
            <a:extLst>
              <a:ext uri="{FF2B5EF4-FFF2-40B4-BE49-F238E27FC236}">
                <a16:creationId xmlns:a16="http://schemas.microsoft.com/office/drawing/2014/main" id="{8B58A7AA-4137-5819-01E2-E56E9221912E}"/>
              </a:ext>
            </a:extLst>
          </p:cNvPr>
          <p:cNvSpPr/>
          <p:nvPr/>
        </p:nvSpPr>
        <p:spPr>
          <a:xfrm flipV="1">
            <a:off x="-3135868" y="137005"/>
            <a:ext cx="3108682" cy="1002534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B9E451B-197E-BB5A-6A32-01846F78072A}"/>
              </a:ext>
            </a:extLst>
          </p:cNvPr>
          <p:cNvSpPr txBox="1"/>
          <p:nvPr/>
        </p:nvSpPr>
        <p:spPr>
          <a:xfrm>
            <a:off x="-2126115" y="224171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B66FAD60-C6F7-87B7-5504-E410E9403D77}"/>
              </a:ext>
            </a:extLst>
          </p:cNvPr>
          <p:cNvSpPr txBox="1"/>
          <p:nvPr/>
        </p:nvSpPr>
        <p:spPr>
          <a:xfrm rot="16200000">
            <a:off x="-3835576" y="1677921"/>
            <a:ext cx="9589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build</a:t>
            </a:r>
            <a:endParaRPr lang="es-ES_tradnl" sz="28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3" name="Google Shape;298;p32">
            <a:extLst>
              <a:ext uri="{FF2B5EF4-FFF2-40B4-BE49-F238E27FC236}">
                <a16:creationId xmlns:a16="http://schemas.microsoft.com/office/drawing/2014/main" id="{238E6996-B5AA-F440-D9DB-68BC5C1398F7}"/>
              </a:ext>
            </a:extLst>
          </p:cNvPr>
          <p:cNvSpPr/>
          <p:nvPr/>
        </p:nvSpPr>
        <p:spPr>
          <a:xfrm flipV="1">
            <a:off x="12155884" y="124732"/>
            <a:ext cx="3110775" cy="999212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35" name="Google Shape;299;p32">
            <a:extLst>
              <a:ext uri="{FF2B5EF4-FFF2-40B4-BE49-F238E27FC236}">
                <a16:creationId xmlns:a16="http://schemas.microsoft.com/office/drawing/2014/main" id="{F3565CA9-7BB5-0ECB-7F84-F290AE8AB79E}"/>
              </a:ext>
            </a:extLst>
          </p:cNvPr>
          <p:cNvSpPr/>
          <p:nvPr/>
        </p:nvSpPr>
        <p:spPr>
          <a:xfrm flipV="1">
            <a:off x="14678933" y="649112"/>
            <a:ext cx="1232802" cy="2504538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4D1D6BDA-9BF2-5EBA-7280-EE5B7EEE5163}"/>
              </a:ext>
            </a:extLst>
          </p:cNvPr>
          <p:cNvSpPr txBox="1"/>
          <p:nvPr/>
        </p:nvSpPr>
        <p:spPr>
          <a:xfrm rot="152627">
            <a:off x="13212342" y="207068"/>
            <a:ext cx="12410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deploy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7F2DB339-6789-4301-E020-F6366B295306}"/>
              </a:ext>
            </a:extLst>
          </p:cNvPr>
          <p:cNvSpPr txBox="1"/>
          <p:nvPr/>
        </p:nvSpPr>
        <p:spPr>
          <a:xfrm rot="5400000">
            <a:off x="14777324" y="1771258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28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28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BF9EC1B-5A11-DE58-96E5-7A849E232456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</a:t>
            </a:r>
          </a:p>
        </p:txBody>
      </p:sp>
      <p:grpSp>
        <p:nvGrpSpPr>
          <p:cNvPr id="55" name="Grupo 54">
            <a:extLst>
              <a:ext uri="{FF2B5EF4-FFF2-40B4-BE49-F238E27FC236}">
                <a16:creationId xmlns:a16="http://schemas.microsoft.com/office/drawing/2014/main" id="{5A0FFD8B-4FC6-EAC8-180A-C86D52200C94}"/>
              </a:ext>
            </a:extLst>
          </p:cNvPr>
          <p:cNvGrpSpPr/>
          <p:nvPr/>
        </p:nvGrpSpPr>
        <p:grpSpPr>
          <a:xfrm>
            <a:off x="1607825" y="1009012"/>
            <a:ext cx="4237363" cy="3678091"/>
            <a:chOff x="1607825" y="1009012"/>
            <a:chExt cx="4237363" cy="3678091"/>
          </a:xfrm>
        </p:grpSpPr>
        <p:grpSp>
          <p:nvGrpSpPr>
            <p:cNvPr id="54" name="Grupo 53">
              <a:extLst>
                <a:ext uri="{FF2B5EF4-FFF2-40B4-BE49-F238E27FC236}">
                  <a16:creationId xmlns:a16="http://schemas.microsoft.com/office/drawing/2014/main" id="{5F64F5F4-66D5-85E6-BB40-5CA90E1F5DE7}"/>
                </a:ext>
              </a:extLst>
            </p:cNvPr>
            <p:cNvGrpSpPr/>
            <p:nvPr/>
          </p:nvGrpSpPr>
          <p:grpSpPr>
            <a:xfrm>
              <a:off x="1607825" y="1219260"/>
              <a:ext cx="4183376" cy="3467843"/>
              <a:chOff x="1607825" y="1219260"/>
              <a:chExt cx="4183376" cy="3467843"/>
            </a:xfrm>
          </p:grpSpPr>
          <p:sp>
            <p:nvSpPr>
              <p:cNvPr id="9" name="Arco 8">
                <a:extLst>
                  <a:ext uri="{FF2B5EF4-FFF2-40B4-BE49-F238E27FC236}">
                    <a16:creationId xmlns:a16="http://schemas.microsoft.com/office/drawing/2014/main" id="{BB8A21CD-BFD5-98CF-BA2C-81E35A9D10D9}"/>
                  </a:ext>
                </a:extLst>
              </p:cNvPr>
              <p:cNvSpPr/>
              <p:nvPr/>
            </p:nvSpPr>
            <p:spPr>
              <a:xfrm rot="16200000">
                <a:off x="1976193" y="872096"/>
                <a:ext cx="3446639" cy="4183376"/>
              </a:xfrm>
              <a:prstGeom prst="arc">
                <a:avLst>
                  <a:gd name="adj1" fmla="val 13744688"/>
                  <a:gd name="adj2" fmla="val 20252264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10" name="Arco 9">
                <a:extLst>
                  <a:ext uri="{FF2B5EF4-FFF2-40B4-BE49-F238E27FC236}">
                    <a16:creationId xmlns:a16="http://schemas.microsoft.com/office/drawing/2014/main" id="{93A7BFAB-72AC-1C7F-D926-85775D414FE7}"/>
                  </a:ext>
                </a:extLst>
              </p:cNvPr>
              <p:cNvSpPr/>
              <p:nvPr/>
            </p:nvSpPr>
            <p:spPr>
              <a:xfrm>
                <a:off x="2242646" y="1219260"/>
                <a:ext cx="3162923" cy="1719631"/>
              </a:xfrm>
              <a:prstGeom prst="arc">
                <a:avLst>
                  <a:gd name="adj1" fmla="val 13277609"/>
                  <a:gd name="adj2" fmla="val 1996048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13" name="Conector recto 12">
                <a:extLst>
                  <a:ext uri="{FF2B5EF4-FFF2-40B4-BE49-F238E27FC236}">
                    <a16:creationId xmlns:a16="http://schemas.microsoft.com/office/drawing/2014/main" id="{BF48AC12-A064-6E62-CD8D-79DC667701A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65836" y="1733368"/>
                <a:ext cx="593100" cy="36931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Conector recto 14">
                <a:extLst>
                  <a:ext uri="{FF2B5EF4-FFF2-40B4-BE49-F238E27FC236}">
                    <a16:creationId xmlns:a16="http://schemas.microsoft.com/office/drawing/2014/main" id="{BB22CC8F-7D40-49D8-17D4-3C5BE1A50D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777491" y="1738238"/>
                <a:ext cx="0" cy="47206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Arco 18">
                <a:extLst>
                  <a:ext uri="{FF2B5EF4-FFF2-40B4-BE49-F238E27FC236}">
                    <a16:creationId xmlns:a16="http://schemas.microsoft.com/office/drawing/2014/main" id="{895F48EE-5031-9828-4DE2-EE245D426EC8}"/>
                  </a:ext>
                </a:extLst>
              </p:cNvPr>
              <p:cNvSpPr/>
              <p:nvPr/>
            </p:nvSpPr>
            <p:spPr>
              <a:xfrm rot="18535033">
                <a:off x="2363060" y="2114975"/>
                <a:ext cx="1777657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21" name="Arco 20">
                <a:extLst>
                  <a:ext uri="{FF2B5EF4-FFF2-40B4-BE49-F238E27FC236}">
                    <a16:creationId xmlns:a16="http://schemas.microsoft.com/office/drawing/2014/main" id="{BB8DEF70-DAA4-C03E-79FB-4BA50D184A97}"/>
                  </a:ext>
                </a:extLst>
              </p:cNvPr>
              <p:cNvSpPr/>
              <p:nvPr/>
            </p:nvSpPr>
            <p:spPr>
              <a:xfrm rot="19882459" flipH="1">
                <a:off x="2236350" y="2010387"/>
                <a:ext cx="2306154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22" name="Arco 21">
                <a:extLst>
                  <a:ext uri="{FF2B5EF4-FFF2-40B4-BE49-F238E27FC236}">
                    <a16:creationId xmlns:a16="http://schemas.microsoft.com/office/drawing/2014/main" id="{1BE6BD41-2EB2-FF99-A40F-A646EA416D30}"/>
                  </a:ext>
                </a:extLst>
              </p:cNvPr>
              <p:cNvSpPr/>
              <p:nvPr/>
            </p:nvSpPr>
            <p:spPr>
              <a:xfrm rot="255342" flipH="1">
                <a:off x="2736490" y="1913495"/>
                <a:ext cx="2306154" cy="1451149"/>
              </a:xfrm>
              <a:prstGeom prst="arc">
                <a:avLst>
                  <a:gd name="adj1" fmla="val 12636715"/>
                  <a:gd name="adj2" fmla="val 1568851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23" name="Arco 22">
                <a:extLst>
                  <a:ext uri="{FF2B5EF4-FFF2-40B4-BE49-F238E27FC236}">
                    <a16:creationId xmlns:a16="http://schemas.microsoft.com/office/drawing/2014/main" id="{A29AE4DA-485C-9BFF-1301-2725D3EDEE52}"/>
                  </a:ext>
                </a:extLst>
              </p:cNvPr>
              <p:cNvSpPr/>
              <p:nvPr/>
            </p:nvSpPr>
            <p:spPr>
              <a:xfrm rot="15457547">
                <a:off x="2285999" y="2260252"/>
                <a:ext cx="1777657" cy="1451149"/>
              </a:xfrm>
              <a:prstGeom prst="arc">
                <a:avLst>
                  <a:gd name="adj1" fmla="val 12903811"/>
                  <a:gd name="adj2" fmla="val 1561464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27" name="Conector recto 26">
                <a:extLst>
                  <a:ext uri="{FF2B5EF4-FFF2-40B4-BE49-F238E27FC236}">
                    <a16:creationId xmlns:a16="http://schemas.microsoft.com/office/drawing/2014/main" id="{5DA979A3-EA90-C947-D012-C1232B945A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45997" y="3726127"/>
                <a:ext cx="0" cy="508312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Conector recto 28">
                <a:extLst>
                  <a:ext uri="{FF2B5EF4-FFF2-40B4-BE49-F238E27FC236}">
                    <a16:creationId xmlns:a16="http://schemas.microsoft.com/office/drawing/2014/main" id="{E45FA02E-FC27-C9C0-6B4B-323499A3F79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4468" y="4203187"/>
                <a:ext cx="622580" cy="8797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9" name="Arco 38">
              <a:extLst>
                <a:ext uri="{FF2B5EF4-FFF2-40B4-BE49-F238E27FC236}">
                  <a16:creationId xmlns:a16="http://schemas.microsoft.com/office/drawing/2014/main" id="{67E493F2-CC57-35C9-24B3-57394C45BE30}"/>
                </a:ext>
              </a:extLst>
            </p:cNvPr>
            <p:cNvSpPr/>
            <p:nvPr/>
          </p:nvSpPr>
          <p:spPr>
            <a:xfrm rot="2862842">
              <a:off x="3403911" y="1730658"/>
              <a:ext cx="3162923" cy="1719631"/>
            </a:xfrm>
            <a:prstGeom prst="arc">
              <a:avLst>
                <a:gd name="adj1" fmla="val 13277609"/>
                <a:gd name="adj2" fmla="val 14627991"/>
              </a:avLst>
            </a:prstGeom>
            <a:ln w="5715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grpSp>
        <p:nvGrpSpPr>
          <p:cNvPr id="56" name="Grupo 55">
            <a:extLst>
              <a:ext uri="{FF2B5EF4-FFF2-40B4-BE49-F238E27FC236}">
                <a16:creationId xmlns:a16="http://schemas.microsoft.com/office/drawing/2014/main" id="{B8F2F3A1-6861-BCC9-5FEB-5C1149E16FEA}"/>
              </a:ext>
            </a:extLst>
          </p:cNvPr>
          <p:cNvGrpSpPr/>
          <p:nvPr/>
        </p:nvGrpSpPr>
        <p:grpSpPr>
          <a:xfrm flipH="1">
            <a:off x="6365519" y="1066899"/>
            <a:ext cx="4237363" cy="3678091"/>
            <a:chOff x="1607825" y="1009012"/>
            <a:chExt cx="4237363" cy="3678091"/>
          </a:xfrm>
        </p:grpSpPr>
        <p:grpSp>
          <p:nvGrpSpPr>
            <p:cNvPr id="58" name="Grupo 57">
              <a:extLst>
                <a:ext uri="{FF2B5EF4-FFF2-40B4-BE49-F238E27FC236}">
                  <a16:creationId xmlns:a16="http://schemas.microsoft.com/office/drawing/2014/main" id="{1AD5BB97-9A0C-FB68-9C2F-254B13D63B70}"/>
                </a:ext>
              </a:extLst>
            </p:cNvPr>
            <p:cNvGrpSpPr/>
            <p:nvPr/>
          </p:nvGrpSpPr>
          <p:grpSpPr>
            <a:xfrm>
              <a:off x="1607825" y="1219260"/>
              <a:ext cx="4183376" cy="3467843"/>
              <a:chOff x="1607825" y="1219260"/>
              <a:chExt cx="4183376" cy="3467843"/>
            </a:xfrm>
          </p:grpSpPr>
          <p:sp>
            <p:nvSpPr>
              <p:cNvPr id="67" name="Arco 66">
                <a:extLst>
                  <a:ext uri="{FF2B5EF4-FFF2-40B4-BE49-F238E27FC236}">
                    <a16:creationId xmlns:a16="http://schemas.microsoft.com/office/drawing/2014/main" id="{8AD35256-9F05-F5DE-82B5-5EA760C94CFD}"/>
                  </a:ext>
                </a:extLst>
              </p:cNvPr>
              <p:cNvSpPr/>
              <p:nvPr/>
            </p:nvSpPr>
            <p:spPr>
              <a:xfrm rot="16200000">
                <a:off x="1976193" y="872096"/>
                <a:ext cx="3446639" cy="4183376"/>
              </a:xfrm>
              <a:prstGeom prst="arc">
                <a:avLst>
                  <a:gd name="adj1" fmla="val 13744688"/>
                  <a:gd name="adj2" fmla="val 20252264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69" name="Arco 68">
                <a:extLst>
                  <a:ext uri="{FF2B5EF4-FFF2-40B4-BE49-F238E27FC236}">
                    <a16:creationId xmlns:a16="http://schemas.microsoft.com/office/drawing/2014/main" id="{F83F566C-2C85-40D7-173A-4C92EFF4D28B}"/>
                  </a:ext>
                </a:extLst>
              </p:cNvPr>
              <p:cNvSpPr/>
              <p:nvPr/>
            </p:nvSpPr>
            <p:spPr>
              <a:xfrm>
                <a:off x="2242646" y="1219260"/>
                <a:ext cx="3162923" cy="1719631"/>
              </a:xfrm>
              <a:prstGeom prst="arc">
                <a:avLst>
                  <a:gd name="adj1" fmla="val 13277609"/>
                  <a:gd name="adj2" fmla="val 1996048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71" name="Conector recto 70">
                <a:extLst>
                  <a:ext uri="{FF2B5EF4-FFF2-40B4-BE49-F238E27FC236}">
                    <a16:creationId xmlns:a16="http://schemas.microsoft.com/office/drawing/2014/main" id="{AD46198D-9E17-A8DA-467D-BE943A8389C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65836" y="1677360"/>
                <a:ext cx="547037" cy="31295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ector recto 71">
                <a:extLst>
                  <a:ext uri="{FF2B5EF4-FFF2-40B4-BE49-F238E27FC236}">
                    <a16:creationId xmlns:a16="http://schemas.microsoft.com/office/drawing/2014/main" id="{B1AA99A2-3C2F-F2AB-85E8-ACE28F0750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777491" y="1675481"/>
                <a:ext cx="0" cy="534823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" name="Arco 74">
                <a:extLst>
                  <a:ext uri="{FF2B5EF4-FFF2-40B4-BE49-F238E27FC236}">
                    <a16:creationId xmlns:a16="http://schemas.microsoft.com/office/drawing/2014/main" id="{EA70160F-D267-A398-34DC-A5527824161A}"/>
                  </a:ext>
                </a:extLst>
              </p:cNvPr>
              <p:cNvSpPr/>
              <p:nvPr/>
            </p:nvSpPr>
            <p:spPr>
              <a:xfrm rot="18535033">
                <a:off x="2363060" y="2114975"/>
                <a:ext cx="1777657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76" name="Arco 75">
                <a:extLst>
                  <a:ext uri="{FF2B5EF4-FFF2-40B4-BE49-F238E27FC236}">
                    <a16:creationId xmlns:a16="http://schemas.microsoft.com/office/drawing/2014/main" id="{2E674D55-C6FF-AE1A-1601-87FE40B29495}"/>
                  </a:ext>
                </a:extLst>
              </p:cNvPr>
              <p:cNvSpPr/>
              <p:nvPr/>
            </p:nvSpPr>
            <p:spPr>
              <a:xfrm rot="19882459" flipH="1">
                <a:off x="2236350" y="2010387"/>
                <a:ext cx="2306154" cy="1451149"/>
              </a:xfrm>
              <a:prstGeom prst="arc">
                <a:avLst>
                  <a:gd name="adj1" fmla="val 12098297"/>
                  <a:gd name="adj2" fmla="val 17299277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77" name="Arco 76">
                <a:extLst>
                  <a:ext uri="{FF2B5EF4-FFF2-40B4-BE49-F238E27FC236}">
                    <a16:creationId xmlns:a16="http://schemas.microsoft.com/office/drawing/2014/main" id="{8E48534F-3A39-975F-1ECF-7426719C6AC2}"/>
                  </a:ext>
                </a:extLst>
              </p:cNvPr>
              <p:cNvSpPr/>
              <p:nvPr/>
            </p:nvSpPr>
            <p:spPr>
              <a:xfrm rot="255342" flipH="1">
                <a:off x="2736490" y="1913495"/>
                <a:ext cx="2306154" cy="1451149"/>
              </a:xfrm>
              <a:prstGeom prst="arc">
                <a:avLst>
                  <a:gd name="adj1" fmla="val 12636715"/>
                  <a:gd name="adj2" fmla="val 1568851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sp>
            <p:nvSpPr>
              <p:cNvPr id="78" name="Arco 77">
                <a:extLst>
                  <a:ext uri="{FF2B5EF4-FFF2-40B4-BE49-F238E27FC236}">
                    <a16:creationId xmlns:a16="http://schemas.microsoft.com/office/drawing/2014/main" id="{4BFD4C7C-C0AF-4466-9A35-ACFAA4EF1698}"/>
                  </a:ext>
                </a:extLst>
              </p:cNvPr>
              <p:cNvSpPr/>
              <p:nvPr/>
            </p:nvSpPr>
            <p:spPr>
              <a:xfrm rot="15457547">
                <a:off x="2285999" y="2260252"/>
                <a:ext cx="1777657" cy="1451149"/>
              </a:xfrm>
              <a:prstGeom prst="arc">
                <a:avLst>
                  <a:gd name="adj1" fmla="val 12903811"/>
                  <a:gd name="adj2" fmla="val 15614645"/>
                </a:avLst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  <p:cxnSp>
            <p:nvCxnSpPr>
              <p:cNvPr id="79" name="Conector recto 78">
                <a:extLst>
                  <a:ext uri="{FF2B5EF4-FFF2-40B4-BE49-F238E27FC236}">
                    <a16:creationId xmlns:a16="http://schemas.microsoft.com/office/drawing/2014/main" id="{EBC48DE4-C16A-6933-0F79-4B393EE85D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845997" y="3726127"/>
                <a:ext cx="0" cy="508312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Conector recto 80">
                <a:extLst>
                  <a:ext uri="{FF2B5EF4-FFF2-40B4-BE49-F238E27FC236}">
                    <a16:creationId xmlns:a16="http://schemas.microsoft.com/office/drawing/2014/main" id="{87AAFB48-ACFD-6099-781B-FF9988EA992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254468" y="4203187"/>
                <a:ext cx="622580" cy="8797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3" name="Arco 62">
              <a:extLst>
                <a:ext uri="{FF2B5EF4-FFF2-40B4-BE49-F238E27FC236}">
                  <a16:creationId xmlns:a16="http://schemas.microsoft.com/office/drawing/2014/main" id="{52607CE9-656C-55BD-C83A-F9999DAF6E08}"/>
                </a:ext>
              </a:extLst>
            </p:cNvPr>
            <p:cNvSpPr/>
            <p:nvPr/>
          </p:nvSpPr>
          <p:spPr>
            <a:xfrm rot="2862842">
              <a:off x="3403911" y="1730658"/>
              <a:ext cx="3162923" cy="1719631"/>
            </a:xfrm>
            <a:prstGeom prst="arc">
              <a:avLst>
                <a:gd name="adj1" fmla="val 13277609"/>
                <a:gd name="adj2" fmla="val 14374384"/>
              </a:avLst>
            </a:prstGeom>
            <a:ln w="5715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</p:spTree>
    <p:extLst>
      <p:ext uri="{BB962C8B-B14F-4D97-AF65-F5344CB8AC3E}">
        <p14:creationId xmlns:p14="http://schemas.microsoft.com/office/powerpoint/2010/main" val="39239670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40880-8475-C0C4-6CA8-939F57D7F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8;p32">
            <a:extLst>
              <a:ext uri="{FF2B5EF4-FFF2-40B4-BE49-F238E27FC236}">
                <a16:creationId xmlns:a16="http://schemas.microsoft.com/office/drawing/2014/main" id="{7A53803E-BDB7-B971-7DC3-637F34C90006}"/>
              </a:ext>
            </a:extLst>
          </p:cNvPr>
          <p:cNvSpPr/>
          <p:nvPr/>
        </p:nvSpPr>
        <p:spPr>
          <a:xfrm flipV="1">
            <a:off x="9424725" y="2411446"/>
            <a:ext cx="1955894" cy="628253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58A6DF82-A3DC-B4CF-75D8-A97CBBFE017F}"/>
              </a:ext>
            </a:extLst>
          </p:cNvPr>
          <p:cNvSpPr/>
          <p:nvPr/>
        </p:nvSpPr>
        <p:spPr>
          <a:xfrm flipV="1">
            <a:off x="6147588" y="2705351"/>
            <a:ext cx="777716" cy="1577843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3D2BD16F-B91A-771F-A54D-995BEBC54745}"/>
              </a:ext>
            </a:extLst>
          </p:cNvPr>
          <p:cNvSpPr/>
          <p:nvPr/>
        </p:nvSpPr>
        <p:spPr>
          <a:xfrm flipV="1">
            <a:off x="6566414" y="3994755"/>
            <a:ext cx="1955894" cy="630312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ED15E8C6-0EB6-ACC5-0161-22D95D94287C}"/>
              </a:ext>
            </a:extLst>
          </p:cNvPr>
          <p:cNvSpPr/>
          <p:nvPr/>
        </p:nvSpPr>
        <p:spPr>
          <a:xfrm flipV="1">
            <a:off x="8148903" y="2733871"/>
            <a:ext cx="1638068" cy="1572635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A4B963FC-C8FC-44AE-8DAE-0D5DF5C36766}"/>
              </a:ext>
            </a:extLst>
          </p:cNvPr>
          <p:cNvSpPr/>
          <p:nvPr/>
        </p:nvSpPr>
        <p:spPr>
          <a:xfrm flipV="1">
            <a:off x="11003808" y="2733871"/>
            <a:ext cx="775122" cy="1574723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DD9A063F-8729-3DB4-BA87-F080A9648692}"/>
              </a:ext>
            </a:extLst>
          </p:cNvPr>
          <p:cNvSpPr/>
          <p:nvPr/>
        </p:nvSpPr>
        <p:spPr>
          <a:xfrm flipV="1">
            <a:off x="9418761" y="4009001"/>
            <a:ext cx="1954578" cy="629283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1A679F5F-A242-99D7-6F83-3E5FAD3EDFDC}"/>
              </a:ext>
            </a:extLst>
          </p:cNvPr>
          <p:cNvSpPr/>
          <p:nvPr/>
        </p:nvSpPr>
        <p:spPr>
          <a:xfrm flipV="1">
            <a:off x="6547904" y="2385374"/>
            <a:ext cx="1954578" cy="630341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99E08AC8-2066-76BE-45C6-68ADCE8064EE}"/>
              </a:ext>
            </a:extLst>
          </p:cNvPr>
          <p:cNvSpPr/>
          <p:nvPr/>
        </p:nvSpPr>
        <p:spPr>
          <a:xfrm flipV="1">
            <a:off x="8151462" y="2733872"/>
            <a:ext cx="1638104" cy="1573693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68436FF2-E194-99DC-74E2-55345232B242}"/>
              </a:ext>
            </a:extLst>
          </p:cNvPr>
          <p:cNvSpPr/>
          <p:nvPr/>
        </p:nvSpPr>
        <p:spPr>
          <a:xfrm flipV="1">
            <a:off x="8320716" y="4066293"/>
            <a:ext cx="153759" cy="123796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00277D6D-B76D-152C-8C45-985D4F940F54}"/>
              </a:ext>
            </a:extLst>
          </p:cNvPr>
          <p:cNvSpPr/>
          <p:nvPr/>
        </p:nvSpPr>
        <p:spPr>
          <a:xfrm flipV="1">
            <a:off x="9587979" y="2786631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B7070C6F-A7E8-2EA4-112F-E557890351F2}"/>
              </a:ext>
            </a:extLst>
          </p:cNvPr>
          <p:cNvSpPr/>
          <p:nvPr/>
        </p:nvSpPr>
        <p:spPr>
          <a:xfrm flipV="1">
            <a:off x="11051613" y="4146310"/>
            <a:ext cx="152444" cy="122765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C2639D14-CAC5-CA0F-205F-7DE380C647C8}"/>
              </a:ext>
            </a:extLst>
          </p:cNvPr>
          <p:cNvSpPr/>
          <p:nvPr/>
        </p:nvSpPr>
        <p:spPr>
          <a:xfrm flipV="1">
            <a:off x="9467845" y="4050617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BE202B5D-10D4-1E17-2BFD-33834299A3A6}"/>
              </a:ext>
            </a:extLst>
          </p:cNvPr>
          <p:cNvSpPr/>
          <p:nvPr/>
        </p:nvSpPr>
        <p:spPr>
          <a:xfrm flipV="1">
            <a:off x="8200582" y="2775472"/>
            <a:ext cx="153759" cy="123825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77A8EF05-A400-0374-F6CB-3A60211CD02A}"/>
              </a:ext>
            </a:extLst>
          </p:cNvPr>
          <p:cNvSpPr txBox="1"/>
          <p:nvPr/>
        </p:nvSpPr>
        <p:spPr>
          <a:xfrm rot="18698352">
            <a:off x="8495995" y="3362790"/>
            <a:ext cx="846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3B2B719A-AB02-27A6-F403-631BF76B6079}"/>
              </a:ext>
            </a:extLst>
          </p:cNvPr>
          <p:cNvSpPr txBox="1"/>
          <p:nvPr/>
        </p:nvSpPr>
        <p:spPr>
          <a:xfrm rot="2875983">
            <a:off x="10828217" y="2841246"/>
            <a:ext cx="885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A4A2BFF-3D75-4C4A-59A9-E2B12D099270}"/>
              </a:ext>
            </a:extLst>
          </p:cNvPr>
          <p:cNvSpPr txBox="1"/>
          <p:nvPr/>
        </p:nvSpPr>
        <p:spPr>
          <a:xfrm>
            <a:off x="9933275" y="4238832"/>
            <a:ext cx="901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8A2B9D3B-019D-0B96-2BFE-74E66FD1F80C}"/>
              </a:ext>
            </a:extLst>
          </p:cNvPr>
          <p:cNvSpPr txBox="1"/>
          <p:nvPr/>
        </p:nvSpPr>
        <p:spPr>
          <a:xfrm rot="2606566">
            <a:off x="8296423" y="3007500"/>
            <a:ext cx="720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2F5F6BE3-5167-15FC-8E5E-0BBB539279E0}"/>
              </a:ext>
            </a:extLst>
          </p:cNvPr>
          <p:cNvSpPr txBox="1"/>
          <p:nvPr/>
        </p:nvSpPr>
        <p:spPr>
          <a:xfrm rot="18717501">
            <a:off x="6287541" y="2699193"/>
            <a:ext cx="8407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  <a:endParaRPr lang="es-ES_tradnl" sz="16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B4AF4AF1-7661-4EAA-8767-D1E72465B896}"/>
              </a:ext>
            </a:extLst>
          </p:cNvPr>
          <p:cNvSpPr txBox="1"/>
          <p:nvPr/>
        </p:nvSpPr>
        <p:spPr>
          <a:xfrm>
            <a:off x="7332597" y="4240737"/>
            <a:ext cx="611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62EF20AD-E592-F92C-AFC0-A5AA96EB9E7F}"/>
              </a:ext>
            </a:extLst>
          </p:cNvPr>
          <p:cNvSpPr txBox="1"/>
          <p:nvPr/>
        </p:nvSpPr>
        <p:spPr>
          <a:xfrm>
            <a:off x="7014715" y="2926105"/>
            <a:ext cx="997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5575DF9E-32A8-C0D4-0F1D-D94DE816DA13}"/>
              </a:ext>
            </a:extLst>
          </p:cNvPr>
          <p:cNvSpPr txBox="1"/>
          <p:nvPr/>
        </p:nvSpPr>
        <p:spPr>
          <a:xfrm>
            <a:off x="9884305" y="2904424"/>
            <a:ext cx="1060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3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C10AD841-D0A9-FEFA-AFEF-74A8635FB05C}"/>
              </a:ext>
            </a:extLst>
          </p:cNvPr>
          <p:cNvGrpSpPr/>
          <p:nvPr/>
        </p:nvGrpSpPr>
        <p:grpSpPr>
          <a:xfrm>
            <a:off x="9265039" y="2899528"/>
            <a:ext cx="301987" cy="29549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0F2F934E-0524-4E77-CDAB-3FA7AD7AD9F9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CBE06B5F-C6C0-D529-E8BB-7B6D351A84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989B9F18-BED5-02F6-D02F-4D7D62DBCC7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1592" y="3576777"/>
            <a:ext cx="358520" cy="440002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55EEC1C2-4404-7F64-9E91-D35435319A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70352" y="3612287"/>
            <a:ext cx="365533" cy="448609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D69AA44F-3EE3-BD88-0E1F-9B1F1C5A94D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7351" y="3653128"/>
            <a:ext cx="385491" cy="385491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EEB2F05D-62CA-E72E-8569-359A41280FE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7579773" y="2452258"/>
            <a:ext cx="319990" cy="319990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14876CC2-77BB-BB85-AEDB-65C08F7FEDA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75099" y="2437177"/>
            <a:ext cx="353776" cy="353776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1A2397F8-984A-3E55-77BF-DF0EFA533631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291697" y="3611367"/>
            <a:ext cx="348455" cy="348455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A505F510-D36B-5C34-AF6C-986E8A59991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597665" y="4100112"/>
            <a:ext cx="299116" cy="299116"/>
          </a:xfrm>
          <a:prstGeom prst="rect">
            <a:avLst/>
          </a:prstGeom>
        </p:spPr>
      </p:pic>
      <p:sp>
        <p:nvSpPr>
          <p:cNvPr id="74" name="Título 1">
            <a:extLst>
              <a:ext uri="{FF2B5EF4-FFF2-40B4-BE49-F238E27FC236}">
                <a16:creationId xmlns:a16="http://schemas.microsoft.com/office/drawing/2014/main" id="{66105D55-0874-89BB-D2D4-495B344F4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</a:t>
            </a:r>
            <a:r>
              <a:rPr lang="es-ES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s-ES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SaaS</a:t>
            </a:r>
            <a:endParaRPr lang="es-ES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1A8E2E5C-A04F-CD6D-EF22-9EFA9F6552D9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C4CC6243-3D32-BD5D-A457-22BEA07DE4A5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b="1" dirty="0">
                  <a:solidFill>
                    <a:srgbClr val="8B1B3F"/>
                  </a:solidFill>
                </a:rPr>
                <a:t>PROVIDER EVENTS (</a:t>
              </a:r>
              <a:r>
                <a:rPr lang="es-ES_tradnl" b="1" dirty="0" err="1">
                  <a:solidFill>
                    <a:srgbClr val="8B1B3F"/>
                  </a:solidFill>
                </a:rPr>
                <a:t>pe</a:t>
              </a:r>
              <a:r>
                <a:rPr lang="es-ES_tradnl" b="1" baseline="-25000" dirty="0" err="1">
                  <a:solidFill>
                    <a:srgbClr val="8B1B3F"/>
                  </a:solidFill>
                </a:rPr>
                <a:t>j</a:t>
              </a:r>
              <a:r>
                <a:rPr lang="es-ES_tradnl" b="1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8EEC6B6A-6451-0B73-794B-E1706305E033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1 (new plan)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8EF16D5A-CEC5-F92C-52EB-857A0E14AE28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3 (</a:t>
              </a:r>
              <a:r>
                <a:rPr lang="es-ES_tradnl" sz="2400" baseline="-25000" dirty="0" err="1"/>
                <a:t>price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change</a:t>
              </a:r>
              <a:r>
                <a:rPr lang="es-ES_tradnl" sz="2400" baseline="-25000" dirty="0"/>
                <a:t>)</a:t>
              </a: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B10C10B6-7A27-0119-EE78-D4AFEE7C57F7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 err="1"/>
                <a:t>pe</a:t>
              </a:r>
              <a:r>
                <a:rPr lang="es-ES_tradnl" sz="2400" baseline="-25000" dirty="0" err="1"/>
                <a:t>j</a:t>
              </a:r>
              <a:r>
                <a:rPr lang="es-ES_tradnl" sz="2400" baseline="-25000" dirty="0"/>
                <a:t> (</a:t>
              </a:r>
              <a:r>
                <a:rPr lang="es-ES_tradnl" sz="2400" baseline="-25000" dirty="0" err="1"/>
                <a:t>feature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reallocation</a:t>
              </a:r>
              <a:r>
                <a:rPr lang="es-ES_tradnl" sz="2400" baseline="-25000" dirty="0"/>
                <a:t>)</a:t>
              </a:r>
            </a:p>
          </p:txBody>
        </p:sp>
      </p:grp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E240E65A-6B4A-7776-241C-7224FA76CF7E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7C55F2A-5726-95E5-DDCF-9325EB77E5F1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02607CB2-E5F9-024B-2C1D-CC24D9974B95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7A6B935F-2CAB-F52C-B7CD-A57FEA247219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606F901E-C135-7CEC-4A0D-9A501066DC5B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A3653A69-CD66-1B36-827F-F7331C05D2BF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195679F9-D6A8-2C99-BACA-965A886B9DEF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4A176055-6418-5ECF-4618-73A3EB43A0C2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8513B4CF-158D-DC41-F0F9-133482824E2E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5F2C0365-CC98-0DFA-8A4B-BD8649CA8309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8468F79C-B671-314B-CB94-72F135CC9173}"/>
              </a:ext>
            </a:extLst>
          </p:cNvPr>
          <p:cNvSpPr txBox="1"/>
          <p:nvPr/>
        </p:nvSpPr>
        <p:spPr>
          <a:xfrm>
            <a:off x="568888" y="2092986"/>
            <a:ext cx="42354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&amp;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Modeling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4CC23A6B-EC5C-39B5-FCB6-DED932FB6CFC}"/>
              </a:ext>
            </a:extLst>
          </p:cNvPr>
          <p:cNvSpPr txBox="1"/>
          <p:nvPr/>
        </p:nvSpPr>
        <p:spPr>
          <a:xfrm>
            <a:off x="568887" y="2664495"/>
            <a:ext cx="4073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Design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Methodologies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D2FF51F-F26E-B154-EA13-E7024447027D}"/>
              </a:ext>
            </a:extLst>
          </p:cNvPr>
          <p:cNvSpPr txBox="1"/>
          <p:nvPr/>
        </p:nvSpPr>
        <p:spPr>
          <a:xfrm>
            <a:off x="568887" y="3280048"/>
            <a:ext cx="4818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 SELF-ADAPTATION</a:t>
            </a:r>
            <a:endParaRPr lang="es-ES_tradnl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DDDFC8F-DA69-31E6-72B0-A905923F348C}"/>
              </a:ext>
            </a:extLst>
          </p:cNvPr>
          <p:cNvSpPr txBox="1"/>
          <p:nvPr/>
        </p:nvSpPr>
        <p:spPr>
          <a:xfrm>
            <a:off x="568886" y="3847387"/>
            <a:ext cx="4366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Testing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AD3474D-22AB-3A93-D8AD-652108073C18}"/>
              </a:ext>
            </a:extLst>
          </p:cNvPr>
          <p:cNvSpPr txBox="1"/>
          <p:nvPr/>
        </p:nvSpPr>
        <p:spPr>
          <a:xfrm>
            <a:off x="568886" y="4414726"/>
            <a:ext cx="417614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Automated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Pricings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5267FAA-74E3-3F33-5DB1-039B1ECC580E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8294552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8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BA70CA-3DEC-0E00-0DDA-8F935F87E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98;p32">
            <a:extLst>
              <a:ext uri="{FF2B5EF4-FFF2-40B4-BE49-F238E27FC236}">
                <a16:creationId xmlns:a16="http://schemas.microsoft.com/office/drawing/2014/main" id="{34C792C5-745B-9269-AA63-8D6F4A8C4FBC}"/>
              </a:ext>
            </a:extLst>
          </p:cNvPr>
          <p:cNvSpPr/>
          <p:nvPr/>
        </p:nvSpPr>
        <p:spPr>
          <a:xfrm flipV="1">
            <a:off x="9424725" y="2411446"/>
            <a:ext cx="1955894" cy="628253"/>
          </a:xfrm>
          <a:custGeom>
            <a:avLst/>
            <a:gdLst/>
            <a:ahLst/>
            <a:cxnLst/>
            <a:rect l="l" t="t" r="r" b="b"/>
            <a:pathLst>
              <a:path w="55029" h="21954" extrusionOk="0">
                <a:moveTo>
                  <a:pt x="10468" y="1"/>
                </a:moveTo>
                <a:lnTo>
                  <a:pt x="10468" y="9087"/>
                </a:lnTo>
                <a:lnTo>
                  <a:pt x="10432" y="9342"/>
                </a:lnTo>
                <a:lnTo>
                  <a:pt x="10250" y="9850"/>
                </a:lnTo>
                <a:lnTo>
                  <a:pt x="9850" y="10214"/>
                </a:lnTo>
                <a:lnTo>
                  <a:pt x="9378" y="10432"/>
                </a:lnTo>
                <a:lnTo>
                  <a:pt x="1" y="10432"/>
                </a:lnTo>
                <a:lnTo>
                  <a:pt x="546" y="10941"/>
                </a:lnTo>
                <a:lnTo>
                  <a:pt x="837" y="11195"/>
                </a:lnTo>
                <a:lnTo>
                  <a:pt x="1127" y="11450"/>
                </a:lnTo>
                <a:lnTo>
                  <a:pt x="2618" y="12758"/>
                </a:lnTo>
                <a:lnTo>
                  <a:pt x="5671" y="15084"/>
                </a:lnTo>
                <a:lnTo>
                  <a:pt x="8760" y="17083"/>
                </a:lnTo>
                <a:lnTo>
                  <a:pt x="11922" y="18719"/>
                </a:lnTo>
                <a:lnTo>
                  <a:pt x="15157" y="19991"/>
                </a:lnTo>
                <a:lnTo>
                  <a:pt x="18501" y="20972"/>
                </a:lnTo>
                <a:lnTo>
                  <a:pt x="21954" y="21590"/>
                </a:lnTo>
                <a:lnTo>
                  <a:pt x="25552" y="21917"/>
                </a:lnTo>
                <a:lnTo>
                  <a:pt x="27369" y="21953"/>
                </a:lnTo>
                <a:lnTo>
                  <a:pt x="27514" y="21953"/>
                </a:lnTo>
                <a:lnTo>
                  <a:pt x="29441" y="21917"/>
                </a:lnTo>
                <a:lnTo>
                  <a:pt x="33293" y="21517"/>
                </a:lnTo>
                <a:lnTo>
                  <a:pt x="37037" y="20754"/>
                </a:lnTo>
                <a:lnTo>
                  <a:pt x="40672" y="19627"/>
                </a:lnTo>
                <a:lnTo>
                  <a:pt x="44161" y="18174"/>
                </a:lnTo>
                <a:lnTo>
                  <a:pt x="47505" y="16356"/>
                </a:lnTo>
                <a:lnTo>
                  <a:pt x="50667" y="14212"/>
                </a:lnTo>
                <a:lnTo>
                  <a:pt x="53647" y="11777"/>
                </a:lnTo>
                <a:lnTo>
                  <a:pt x="55028" y="10432"/>
                </a:lnTo>
                <a:lnTo>
                  <a:pt x="55028" y="1345"/>
                </a:lnTo>
                <a:lnTo>
                  <a:pt x="54992" y="1055"/>
                </a:lnTo>
                <a:lnTo>
                  <a:pt x="54810" y="582"/>
                </a:lnTo>
                <a:lnTo>
                  <a:pt x="54447" y="219"/>
                </a:lnTo>
                <a:lnTo>
                  <a:pt x="53938" y="1"/>
                </a:lnTo>
                <a:lnTo>
                  <a:pt x="44633" y="1"/>
                </a:lnTo>
                <a:lnTo>
                  <a:pt x="44561" y="37"/>
                </a:lnTo>
                <a:lnTo>
                  <a:pt x="43688" y="873"/>
                </a:lnTo>
                <a:lnTo>
                  <a:pt x="41871" y="2400"/>
                </a:lnTo>
                <a:lnTo>
                  <a:pt x="39908" y="3708"/>
                </a:lnTo>
                <a:lnTo>
                  <a:pt x="37837" y="4835"/>
                </a:lnTo>
                <a:lnTo>
                  <a:pt x="35656" y="5743"/>
                </a:lnTo>
                <a:lnTo>
                  <a:pt x="33402" y="6434"/>
                </a:lnTo>
                <a:lnTo>
                  <a:pt x="31076" y="6906"/>
                </a:lnTo>
                <a:lnTo>
                  <a:pt x="28714" y="7124"/>
                </a:lnTo>
                <a:lnTo>
                  <a:pt x="27514" y="7161"/>
                </a:lnTo>
                <a:lnTo>
                  <a:pt x="26206" y="7161"/>
                </a:lnTo>
                <a:lnTo>
                  <a:pt x="23916" y="6943"/>
                </a:lnTo>
                <a:lnTo>
                  <a:pt x="21735" y="6507"/>
                </a:lnTo>
                <a:lnTo>
                  <a:pt x="19664" y="5889"/>
                </a:lnTo>
                <a:lnTo>
                  <a:pt x="17628" y="5053"/>
                </a:lnTo>
                <a:lnTo>
                  <a:pt x="15702" y="4035"/>
                </a:lnTo>
                <a:lnTo>
                  <a:pt x="13812" y="2763"/>
                </a:lnTo>
                <a:lnTo>
                  <a:pt x="11922" y="1309"/>
                </a:lnTo>
                <a:lnTo>
                  <a:pt x="10977" y="473"/>
                </a:lnTo>
                <a:lnTo>
                  <a:pt x="10468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0" name="Google Shape;295;p32">
            <a:extLst>
              <a:ext uri="{FF2B5EF4-FFF2-40B4-BE49-F238E27FC236}">
                <a16:creationId xmlns:a16="http://schemas.microsoft.com/office/drawing/2014/main" id="{6CAE8FA4-B0B2-F1CE-3366-15DE8B4B7E28}"/>
              </a:ext>
            </a:extLst>
          </p:cNvPr>
          <p:cNvSpPr/>
          <p:nvPr/>
        </p:nvSpPr>
        <p:spPr>
          <a:xfrm flipV="1">
            <a:off x="6147588" y="2705351"/>
            <a:ext cx="777716" cy="1577843"/>
          </a:xfrm>
          <a:custGeom>
            <a:avLst/>
            <a:gdLst/>
            <a:ahLst/>
            <a:cxnLst/>
            <a:rect l="l" t="t" r="r" b="b"/>
            <a:pathLst>
              <a:path w="21881" h="55137" extrusionOk="0">
                <a:moveTo>
                  <a:pt x="11413" y="0"/>
                </a:moveTo>
                <a:lnTo>
                  <a:pt x="10032" y="1454"/>
                </a:lnTo>
                <a:lnTo>
                  <a:pt x="7524" y="4507"/>
                </a:lnTo>
                <a:lnTo>
                  <a:pt x="5379" y="7742"/>
                </a:lnTo>
                <a:lnTo>
                  <a:pt x="3598" y="11158"/>
                </a:lnTo>
                <a:lnTo>
                  <a:pt x="2145" y="14684"/>
                </a:lnTo>
                <a:lnTo>
                  <a:pt x="1091" y="18282"/>
                </a:lnTo>
                <a:lnTo>
                  <a:pt x="364" y="21989"/>
                </a:lnTo>
                <a:lnTo>
                  <a:pt x="0" y="25697"/>
                </a:lnTo>
                <a:lnTo>
                  <a:pt x="0" y="29440"/>
                </a:lnTo>
                <a:lnTo>
                  <a:pt x="364" y="33184"/>
                </a:lnTo>
                <a:lnTo>
                  <a:pt x="1091" y="36855"/>
                </a:lnTo>
                <a:lnTo>
                  <a:pt x="2145" y="40489"/>
                </a:lnTo>
                <a:lnTo>
                  <a:pt x="3598" y="44015"/>
                </a:lnTo>
                <a:lnTo>
                  <a:pt x="5379" y="47395"/>
                </a:lnTo>
                <a:lnTo>
                  <a:pt x="7524" y="50630"/>
                </a:lnTo>
                <a:lnTo>
                  <a:pt x="10032" y="53683"/>
                </a:lnTo>
                <a:lnTo>
                  <a:pt x="11413" y="55137"/>
                </a:lnTo>
                <a:lnTo>
                  <a:pt x="11413" y="46050"/>
                </a:lnTo>
                <a:lnTo>
                  <a:pt x="11449" y="45759"/>
                </a:lnTo>
                <a:lnTo>
                  <a:pt x="11631" y="45287"/>
                </a:lnTo>
                <a:lnTo>
                  <a:pt x="12031" y="44887"/>
                </a:lnTo>
                <a:lnTo>
                  <a:pt x="12503" y="44705"/>
                </a:lnTo>
                <a:lnTo>
                  <a:pt x="12794" y="44669"/>
                </a:lnTo>
                <a:lnTo>
                  <a:pt x="21880" y="44669"/>
                </a:lnTo>
                <a:lnTo>
                  <a:pt x="21044" y="43797"/>
                </a:lnTo>
                <a:lnTo>
                  <a:pt x="19518" y="41979"/>
                </a:lnTo>
                <a:lnTo>
                  <a:pt x="18209" y="39980"/>
                </a:lnTo>
                <a:lnTo>
                  <a:pt x="17083" y="37909"/>
                </a:lnTo>
                <a:lnTo>
                  <a:pt x="16174" y="35728"/>
                </a:lnTo>
                <a:lnTo>
                  <a:pt x="15483" y="33438"/>
                </a:lnTo>
                <a:lnTo>
                  <a:pt x="15011" y="31112"/>
                </a:lnTo>
                <a:lnTo>
                  <a:pt x="14793" y="28750"/>
                </a:lnTo>
                <a:lnTo>
                  <a:pt x="14757" y="27550"/>
                </a:lnTo>
                <a:lnTo>
                  <a:pt x="14793" y="26351"/>
                </a:lnTo>
                <a:lnTo>
                  <a:pt x="15011" y="23952"/>
                </a:lnTo>
                <a:lnTo>
                  <a:pt x="15483" y="21626"/>
                </a:lnTo>
                <a:lnTo>
                  <a:pt x="16174" y="19372"/>
                </a:lnTo>
                <a:lnTo>
                  <a:pt x="17083" y="17192"/>
                </a:lnTo>
                <a:lnTo>
                  <a:pt x="18209" y="15084"/>
                </a:lnTo>
                <a:lnTo>
                  <a:pt x="19518" y="13121"/>
                </a:lnTo>
                <a:lnTo>
                  <a:pt x="21044" y="11267"/>
                </a:lnTo>
                <a:lnTo>
                  <a:pt x="21880" y="10431"/>
                </a:lnTo>
                <a:lnTo>
                  <a:pt x="21880" y="1381"/>
                </a:lnTo>
                <a:lnTo>
                  <a:pt x="21844" y="1091"/>
                </a:lnTo>
                <a:lnTo>
                  <a:pt x="21662" y="582"/>
                </a:lnTo>
                <a:lnTo>
                  <a:pt x="21262" y="218"/>
                </a:lnTo>
                <a:lnTo>
                  <a:pt x="20790" y="37"/>
                </a:lnTo>
                <a:lnTo>
                  <a:pt x="20499" y="0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296;p32">
            <a:extLst>
              <a:ext uri="{FF2B5EF4-FFF2-40B4-BE49-F238E27FC236}">
                <a16:creationId xmlns:a16="http://schemas.microsoft.com/office/drawing/2014/main" id="{F6BF427F-350D-1AEA-8DA3-6DCDDF1A58EB}"/>
              </a:ext>
            </a:extLst>
          </p:cNvPr>
          <p:cNvSpPr/>
          <p:nvPr/>
        </p:nvSpPr>
        <p:spPr>
          <a:xfrm flipV="1">
            <a:off x="6566414" y="3994755"/>
            <a:ext cx="1955894" cy="630312"/>
          </a:xfrm>
          <a:custGeom>
            <a:avLst/>
            <a:gdLst/>
            <a:ahLst/>
            <a:cxnLst/>
            <a:rect l="l" t="t" r="r" b="b"/>
            <a:pathLst>
              <a:path w="55029" h="22026" extrusionOk="0">
                <a:moveTo>
                  <a:pt x="27587" y="0"/>
                </a:moveTo>
                <a:lnTo>
                  <a:pt x="25661" y="36"/>
                </a:lnTo>
                <a:lnTo>
                  <a:pt x="21845" y="436"/>
                </a:lnTo>
                <a:lnTo>
                  <a:pt x="18065" y="1163"/>
                </a:lnTo>
                <a:lnTo>
                  <a:pt x="14430" y="2290"/>
                </a:lnTo>
                <a:lnTo>
                  <a:pt x="10904" y="3744"/>
                </a:lnTo>
                <a:lnTo>
                  <a:pt x="7561" y="5525"/>
                </a:lnTo>
                <a:lnTo>
                  <a:pt x="4362" y="7669"/>
                </a:lnTo>
                <a:lnTo>
                  <a:pt x="1418" y="10104"/>
                </a:lnTo>
                <a:lnTo>
                  <a:pt x="1" y="11449"/>
                </a:lnTo>
                <a:lnTo>
                  <a:pt x="9087" y="11449"/>
                </a:lnTo>
                <a:lnTo>
                  <a:pt x="9378" y="11485"/>
                </a:lnTo>
                <a:lnTo>
                  <a:pt x="9850" y="11667"/>
                </a:lnTo>
                <a:lnTo>
                  <a:pt x="10250" y="12067"/>
                </a:lnTo>
                <a:lnTo>
                  <a:pt x="10432" y="12539"/>
                </a:lnTo>
                <a:lnTo>
                  <a:pt x="10468" y="12830"/>
                </a:lnTo>
                <a:lnTo>
                  <a:pt x="10468" y="21916"/>
                </a:lnTo>
                <a:lnTo>
                  <a:pt x="11341" y="21081"/>
                </a:lnTo>
                <a:lnTo>
                  <a:pt x="13158" y="19554"/>
                </a:lnTo>
                <a:lnTo>
                  <a:pt x="15157" y="18209"/>
                </a:lnTo>
                <a:lnTo>
                  <a:pt x="17229" y="17119"/>
                </a:lnTo>
                <a:lnTo>
                  <a:pt x="19409" y="16210"/>
                </a:lnTo>
                <a:lnTo>
                  <a:pt x="21699" y="15520"/>
                </a:lnTo>
                <a:lnTo>
                  <a:pt x="24025" y="15047"/>
                </a:lnTo>
                <a:lnTo>
                  <a:pt x="26388" y="14829"/>
                </a:lnTo>
                <a:lnTo>
                  <a:pt x="27623" y="14793"/>
                </a:lnTo>
                <a:lnTo>
                  <a:pt x="28859" y="14829"/>
                </a:lnTo>
                <a:lnTo>
                  <a:pt x="31222" y="15047"/>
                </a:lnTo>
                <a:lnTo>
                  <a:pt x="33475" y="15483"/>
                </a:lnTo>
                <a:lnTo>
                  <a:pt x="35620" y="16174"/>
                </a:lnTo>
                <a:lnTo>
                  <a:pt x="37691" y="17046"/>
                </a:lnTo>
                <a:lnTo>
                  <a:pt x="39727" y="18209"/>
                </a:lnTo>
                <a:lnTo>
                  <a:pt x="41689" y="19554"/>
                </a:lnTo>
                <a:lnTo>
                  <a:pt x="43616" y="21153"/>
                </a:lnTo>
                <a:lnTo>
                  <a:pt x="44597" y="22025"/>
                </a:lnTo>
                <a:lnTo>
                  <a:pt x="53974" y="22025"/>
                </a:lnTo>
                <a:lnTo>
                  <a:pt x="54447" y="21807"/>
                </a:lnTo>
                <a:lnTo>
                  <a:pt x="54810" y="21444"/>
                </a:lnTo>
                <a:lnTo>
                  <a:pt x="55028" y="20935"/>
                </a:lnTo>
                <a:lnTo>
                  <a:pt x="55028" y="20681"/>
                </a:lnTo>
                <a:lnTo>
                  <a:pt x="55028" y="11594"/>
                </a:lnTo>
                <a:lnTo>
                  <a:pt x="54447" y="11049"/>
                </a:lnTo>
                <a:lnTo>
                  <a:pt x="53865" y="10504"/>
                </a:lnTo>
                <a:lnTo>
                  <a:pt x="52375" y="9195"/>
                </a:lnTo>
                <a:lnTo>
                  <a:pt x="49322" y="6869"/>
                </a:lnTo>
                <a:lnTo>
                  <a:pt x="46233" y="4870"/>
                </a:lnTo>
                <a:lnTo>
                  <a:pt x="43070" y="3235"/>
                </a:lnTo>
                <a:lnTo>
                  <a:pt x="39799" y="1963"/>
                </a:lnTo>
                <a:lnTo>
                  <a:pt x="36456" y="981"/>
                </a:lnTo>
                <a:lnTo>
                  <a:pt x="33003" y="363"/>
                </a:lnTo>
                <a:lnTo>
                  <a:pt x="29441" y="36"/>
                </a:lnTo>
                <a:lnTo>
                  <a:pt x="27587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297;p32">
            <a:extLst>
              <a:ext uri="{FF2B5EF4-FFF2-40B4-BE49-F238E27FC236}">
                <a16:creationId xmlns:a16="http://schemas.microsoft.com/office/drawing/2014/main" id="{AFD08FE1-75A2-24CD-649B-8A5438EF7EF7}"/>
              </a:ext>
            </a:extLst>
          </p:cNvPr>
          <p:cNvSpPr/>
          <p:nvPr/>
        </p:nvSpPr>
        <p:spPr>
          <a:xfrm flipV="1">
            <a:off x="8148903" y="2733871"/>
            <a:ext cx="1638068" cy="1572635"/>
          </a:xfrm>
          <a:custGeom>
            <a:avLst/>
            <a:gdLst/>
            <a:ahLst/>
            <a:cxnLst/>
            <a:rect l="l" t="t" r="r" b="b"/>
            <a:pathLst>
              <a:path w="46087" h="54955" extrusionOk="0">
                <a:moveTo>
                  <a:pt x="35619" y="0"/>
                </a:moveTo>
                <a:lnTo>
                  <a:pt x="35038" y="545"/>
                </a:lnTo>
                <a:lnTo>
                  <a:pt x="33475" y="2072"/>
                </a:lnTo>
                <a:lnTo>
                  <a:pt x="30458" y="5379"/>
                </a:lnTo>
                <a:lnTo>
                  <a:pt x="26024" y="10831"/>
                </a:lnTo>
                <a:lnTo>
                  <a:pt x="23080" y="14829"/>
                </a:lnTo>
                <a:lnTo>
                  <a:pt x="20499" y="18318"/>
                </a:lnTo>
                <a:lnTo>
                  <a:pt x="17882" y="21989"/>
                </a:lnTo>
                <a:lnTo>
                  <a:pt x="16247" y="24279"/>
                </a:lnTo>
                <a:lnTo>
                  <a:pt x="15084" y="25878"/>
                </a:lnTo>
                <a:lnTo>
                  <a:pt x="13993" y="27441"/>
                </a:lnTo>
                <a:lnTo>
                  <a:pt x="10104" y="32784"/>
                </a:lnTo>
                <a:lnTo>
                  <a:pt x="4907" y="39363"/>
                </a:lnTo>
                <a:lnTo>
                  <a:pt x="1599" y="42961"/>
                </a:lnTo>
                <a:lnTo>
                  <a:pt x="0" y="44524"/>
                </a:lnTo>
                <a:lnTo>
                  <a:pt x="0" y="53610"/>
                </a:lnTo>
                <a:lnTo>
                  <a:pt x="37" y="53865"/>
                </a:lnTo>
                <a:lnTo>
                  <a:pt x="218" y="54373"/>
                </a:lnTo>
                <a:lnTo>
                  <a:pt x="582" y="54737"/>
                </a:lnTo>
                <a:lnTo>
                  <a:pt x="1091" y="54955"/>
                </a:lnTo>
                <a:lnTo>
                  <a:pt x="10468" y="54955"/>
                </a:lnTo>
                <a:lnTo>
                  <a:pt x="12103" y="53356"/>
                </a:lnTo>
                <a:lnTo>
                  <a:pt x="15302" y="49939"/>
                </a:lnTo>
                <a:lnTo>
                  <a:pt x="19954" y="44269"/>
                </a:lnTo>
                <a:lnTo>
                  <a:pt x="23080" y="40053"/>
                </a:lnTo>
                <a:lnTo>
                  <a:pt x="25624" y="36564"/>
                </a:lnTo>
                <a:lnTo>
                  <a:pt x="28277" y="32893"/>
                </a:lnTo>
                <a:lnTo>
                  <a:pt x="29913" y="30603"/>
                </a:lnTo>
                <a:lnTo>
                  <a:pt x="32166" y="27441"/>
                </a:lnTo>
                <a:lnTo>
                  <a:pt x="35873" y="22353"/>
                </a:lnTo>
                <a:lnTo>
                  <a:pt x="40816" y="16065"/>
                </a:lnTo>
                <a:lnTo>
                  <a:pt x="43942" y="12503"/>
                </a:lnTo>
                <a:lnTo>
                  <a:pt x="45505" y="10977"/>
                </a:lnTo>
                <a:lnTo>
                  <a:pt x="45796" y="10722"/>
                </a:lnTo>
                <a:lnTo>
                  <a:pt x="46087" y="10431"/>
                </a:lnTo>
                <a:lnTo>
                  <a:pt x="36709" y="10431"/>
                </a:lnTo>
                <a:lnTo>
                  <a:pt x="36237" y="10213"/>
                </a:lnTo>
                <a:lnTo>
                  <a:pt x="35837" y="9850"/>
                </a:lnTo>
                <a:lnTo>
                  <a:pt x="35655" y="9341"/>
                </a:lnTo>
                <a:lnTo>
                  <a:pt x="35619" y="9087"/>
                </a:lnTo>
                <a:lnTo>
                  <a:pt x="35619" y="0"/>
                </a:lnTo>
                <a:close/>
              </a:path>
            </a:pathLst>
          </a:custGeom>
          <a:solidFill>
            <a:srgbClr val="183548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299;p32">
            <a:extLst>
              <a:ext uri="{FF2B5EF4-FFF2-40B4-BE49-F238E27FC236}">
                <a16:creationId xmlns:a16="http://schemas.microsoft.com/office/drawing/2014/main" id="{F8600247-BF82-3BAC-DBDE-C8DAD67655BB}"/>
              </a:ext>
            </a:extLst>
          </p:cNvPr>
          <p:cNvSpPr/>
          <p:nvPr/>
        </p:nvSpPr>
        <p:spPr>
          <a:xfrm flipV="1">
            <a:off x="11003808" y="2733871"/>
            <a:ext cx="775122" cy="1574723"/>
          </a:xfrm>
          <a:custGeom>
            <a:avLst/>
            <a:gdLst/>
            <a:ahLst/>
            <a:cxnLst/>
            <a:rect l="l" t="t" r="r" b="b"/>
            <a:pathLst>
              <a:path w="21808" h="55028" extrusionOk="0">
                <a:moveTo>
                  <a:pt x="1345" y="1"/>
                </a:moveTo>
                <a:lnTo>
                  <a:pt x="1054" y="37"/>
                </a:lnTo>
                <a:lnTo>
                  <a:pt x="582" y="219"/>
                </a:lnTo>
                <a:lnTo>
                  <a:pt x="218" y="618"/>
                </a:lnTo>
                <a:lnTo>
                  <a:pt x="0" y="1091"/>
                </a:lnTo>
                <a:lnTo>
                  <a:pt x="0" y="1382"/>
                </a:lnTo>
                <a:lnTo>
                  <a:pt x="0" y="10468"/>
                </a:lnTo>
                <a:lnTo>
                  <a:pt x="218" y="10723"/>
                </a:lnTo>
                <a:lnTo>
                  <a:pt x="473" y="10977"/>
                </a:lnTo>
                <a:lnTo>
                  <a:pt x="1309" y="11849"/>
                </a:lnTo>
                <a:lnTo>
                  <a:pt x="2763" y="13776"/>
                </a:lnTo>
                <a:lnTo>
                  <a:pt x="3998" y="15775"/>
                </a:lnTo>
                <a:lnTo>
                  <a:pt x="5052" y="17846"/>
                </a:lnTo>
                <a:lnTo>
                  <a:pt x="5852" y="20027"/>
                </a:lnTo>
                <a:lnTo>
                  <a:pt x="6470" y="22208"/>
                </a:lnTo>
                <a:lnTo>
                  <a:pt x="6870" y="24461"/>
                </a:lnTo>
                <a:lnTo>
                  <a:pt x="7051" y="26751"/>
                </a:lnTo>
                <a:lnTo>
                  <a:pt x="7015" y="29004"/>
                </a:lnTo>
                <a:lnTo>
                  <a:pt x="6761" y="31258"/>
                </a:lnTo>
                <a:lnTo>
                  <a:pt x="6288" y="33511"/>
                </a:lnTo>
                <a:lnTo>
                  <a:pt x="5634" y="35692"/>
                </a:lnTo>
                <a:lnTo>
                  <a:pt x="4762" y="37836"/>
                </a:lnTo>
                <a:lnTo>
                  <a:pt x="3671" y="39872"/>
                </a:lnTo>
                <a:lnTo>
                  <a:pt x="2363" y="41834"/>
                </a:lnTo>
                <a:lnTo>
                  <a:pt x="836" y="43688"/>
                </a:lnTo>
                <a:lnTo>
                  <a:pt x="0" y="44597"/>
                </a:lnTo>
                <a:lnTo>
                  <a:pt x="9341" y="44597"/>
                </a:lnTo>
                <a:lnTo>
                  <a:pt x="9850" y="44815"/>
                </a:lnTo>
                <a:lnTo>
                  <a:pt x="10213" y="45178"/>
                </a:lnTo>
                <a:lnTo>
                  <a:pt x="10432" y="45651"/>
                </a:lnTo>
                <a:lnTo>
                  <a:pt x="10432" y="45941"/>
                </a:lnTo>
                <a:lnTo>
                  <a:pt x="10432" y="55028"/>
                </a:lnTo>
                <a:lnTo>
                  <a:pt x="11776" y="53647"/>
                </a:lnTo>
                <a:lnTo>
                  <a:pt x="14211" y="50666"/>
                </a:lnTo>
                <a:lnTo>
                  <a:pt x="16320" y="47504"/>
                </a:lnTo>
                <a:lnTo>
                  <a:pt x="18100" y="44124"/>
                </a:lnTo>
                <a:lnTo>
                  <a:pt x="19554" y="40635"/>
                </a:lnTo>
                <a:lnTo>
                  <a:pt x="20645" y="37000"/>
                </a:lnTo>
                <a:lnTo>
                  <a:pt x="21372" y="33257"/>
                </a:lnTo>
                <a:lnTo>
                  <a:pt x="21771" y="29441"/>
                </a:lnTo>
                <a:lnTo>
                  <a:pt x="21808" y="27514"/>
                </a:lnTo>
                <a:lnTo>
                  <a:pt x="21771" y="25588"/>
                </a:lnTo>
                <a:lnTo>
                  <a:pt x="21372" y="21772"/>
                </a:lnTo>
                <a:lnTo>
                  <a:pt x="20645" y="18028"/>
                </a:lnTo>
                <a:lnTo>
                  <a:pt x="19554" y="14393"/>
                </a:lnTo>
                <a:lnTo>
                  <a:pt x="18100" y="10868"/>
                </a:lnTo>
                <a:lnTo>
                  <a:pt x="16320" y="7524"/>
                </a:lnTo>
                <a:lnTo>
                  <a:pt x="14211" y="4362"/>
                </a:lnTo>
                <a:lnTo>
                  <a:pt x="11776" y="13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9B702"/>
              </a:solidFill>
            </a:endParaRPr>
          </a:p>
        </p:txBody>
      </p:sp>
      <p:sp>
        <p:nvSpPr>
          <p:cNvPr id="45" name="Google Shape;300;p32">
            <a:extLst>
              <a:ext uri="{FF2B5EF4-FFF2-40B4-BE49-F238E27FC236}">
                <a16:creationId xmlns:a16="http://schemas.microsoft.com/office/drawing/2014/main" id="{87A19614-7EEA-A231-90E2-9B2443866F2D}"/>
              </a:ext>
            </a:extLst>
          </p:cNvPr>
          <p:cNvSpPr/>
          <p:nvPr/>
        </p:nvSpPr>
        <p:spPr>
          <a:xfrm flipV="1">
            <a:off x="9418761" y="4009001"/>
            <a:ext cx="1954578" cy="629283"/>
          </a:xfrm>
          <a:custGeom>
            <a:avLst/>
            <a:gdLst/>
            <a:ahLst/>
            <a:cxnLst/>
            <a:rect l="l" t="t" r="r" b="b"/>
            <a:pathLst>
              <a:path w="54992" h="21990" extrusionOk="0">
                <a:moveTo>
                  <a:pt x="27368" y="0"/>
                </a:moveTo>
                <a:lnTo>
                  <a:pt x="25515" y="36"/>
                </a:lnTo>
                <a:lnTo>
                  <a:pt x="21917" y="363"/>
                </a:lnTo>
                <a:lnTo>
                  <a:pt x="18464" y="981"/>
                </a:lnTo>
                <a:lnTo>
                  <a:pt x="15120" y="1963"/>
                </a:lnTo>
                <a:lnTo>
                  <a:pt x="11885" y="3235"/>
                </a:lnTo>
                <a:lnTo>
                  <a:pt x="8723" y="4870"/>
                </a:lnTo>
                <a:lnTo>
                  <a:pt x="5634" y="6869"/>
                </a:lnTo>
                <a:lnTo>
                  <a:pt x="2581" y="9195"/>
                </a:lnTo>
                <a:lnTo>
                  <a:pt x="1090" y="10504"/>
                </a:lnTo>
                <a:lnTo>
                  <a:pt x="545" y="11013"/>
                </a:lnTo>
                <a:lnTo>
                  <a:pt x="0" y="11522"/>
                </a:lnTo>
                <a:lnTo>
                  <a:pt x="0" y="20608"/>
                </a:lnTo>
                <a:lnTo>
                  <a:pt x="0" y="20899"/>
                </a:lnTo>
                <a:lnTo>
                  <a:pt x="218" y="21371"/>
                </a:lnTo>
                <a:lnTo>
                  <a:pt x="582" y="21735"/>
                </a:lnTo>
                <a:lnTo>
                  <a:pt x="1054" y="21953"/>
                </a:lnTo>
                <a:lnTo>
                  <a:pt x="10431" y="21953"/>
                </a:lnTo>
                <a:lnTo>
                  <a:pt x="11413" y="21081"/>
                </a:lnTo>
                <a:lnTo>
                  <a:pt x="13339" y="19518"/>
                </a:lnTo>
                <a:lnTo>
                  <a:pt x="15302" y="18173"/>
                </a:lnTo>
                <a:lnTo>
                  <a:pt x="17301" y="17046"/>
                </a:lnTo>
                <a:lnTo>
                  <a:pt x="19372" y="16137"/>
                </a:lnTo>
                <a:lnTo>
                  <a:pt x="21517" y="15483"/>
                </a:lnTo>
                <a:lnTo>
                  <a:pt x="23770" y="15047"/>
                </a:lnTo>
                <a:lnTo>
                  <a:pt x="26133" y="14829"/>
                </a:lnTo>
                <a:lnTo>
                  <a:pt x="27368" y="14793"/>
                </a:lnTo>
                <a:lnTo>
                  <a:pt x="27514" y="14793"/>
                </a:lnTo>
                <a:lnTo>
                  <a:pt x="28713" y="14829"/>
                </a:lnTo>
                <a:lnTo>
                  <a:pt x="31076" y="15083"/>
                </a:lnTo>
                <a:lnTo>
                  <a:pt x="33402" y="15556"/>
                </a:lnTo>
                <a:lnTo>
                  <a:pt x="35655" y="16247"/>
                </a:lnTo>
                <a:lnTo>
                  <a:pt x="37800" y="17155"/>
                </a:lnTo>
                <a:lnTo>
                  <a:pt x="39908" y="18282"/>
                </a:lnTo>
                <a:lnTo>
                  <a:pt x="41870" y="19627"/>
                </a:lnTo>
                <a:lnTo>
                  <a:pt x="43688" y="21153"/>
                </a:lnTo>
                <a:lnTo>
                  <a:pt x="44560" y="21989"/>
                </a:lnTo>
                <a:lnTo>
                  <a:pt x="44560" y="12903"/>
                </a:lnTo>
                <a:lnTo>
                  <a:pt x="44560" y="12612"/>
                </a:lnTo>
                <a:lnTo>
                  <a:pt x="44778" y="12139"/>
                </a:lnTo>
                <a:lnTo>
                  <a:pt x="45141" y="11740"/>
                </a:lnTo>
                <a:lnTo>
                  <a:pt x="45614" y="11558"/>
                </a:lnTo>
                <a:lnTo>
                  <a:pt x="45905" y="11522"/>
                </a:lnTo>
                <a:lnTo>
                  <a:pt x="54991" y="11522"/>
                </a:lnTo>
                <a:lnTo>
                  <a:pt x="53610" y="10177"/>
                </a:lnTo>
                <a:lnTo>
                  <a:pt x="50666" y="7742"/>
                </a:lnTo>
                <a:lnTo>
                  <a:pt x="47468" y="5597"/>
                </a:lnTo>
                <a:lnTo>
                  <a:pt x="44124" y="3780"/>
                </a:lnTo>
                <a:lnTo>
                  <a:pt x="40635" y="2326"/>
                </a:lnTo>
                <a:lnTo>
                  <a:pt x="37000" y="1199"/>
                </a:lnTo>
                <a:lnTo>
                  <a:pt x="33256" y="436"/>
                </a:lnTo>
                <a:lnTo>
                  <a:pt x="29440" y="36"/>
                </a:lnTo>
                <a:lnTo>
                  <a:pt x="27477" y="0"/>
                </a:lnTo>
                <a:close/>
              </a:path>
            </a:pathLst>
          </a:custGeom>
          <a:solidFill>
            <a:srgbClr val="FFC000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6" name="Google Shape;301;p32">
            <a:extLst>
              <a:ext uri="{FF2B5EF4-FFF2-40B4-BE49-F238E27FC236}">
                <a16:creationId xmlns:a16="http://schemas.microsoft.com/office/drawing/2014/main" id="{AD80C6F6-168A-319E-A799-74BF4B628A44}"/>
              </a:ext>
            </a:extLst>
          </p:cNvPr>
          <p:cNvSpPr/>
          <p:nvPr/>
        </p:nvSpPr>
        <p:spPr>
          <a:xfrm flipV="1">
            <a:off x="6547904" y="2385374"/>
            <a:ext cx="1954578" cy="630341"/>
          </a:xfrm>
          <a:custGeom>
            <a:avLst/>
            <a:gdLst/>
            <a:ahLst/>
            <a:cxnLst/>
            <a:rect l="l" t="t" r="r" b="b"/>
            <a:pathLst>
              <a:path w="54992" h="22027" extrusionOk="0">
                <a:moveTo>
                  <a:pt x="44524" y="1"/>
                </a:moveTo>
                <a:lnTo>
                  <a:pt x="43579" y="909"/>
                </a:lnTo>
                <a:lnTo>
                  <a:pt x="41616" y="2472"/>
                </a:lnTo>
                <a:lnTo>
                  <a:pt x="39653" y="3853"/>
                </a:lnTo>
                <a:lnTo>
                  <a:pt x="37654" y="4980"/>
                </a:lnTo>
                <a:lnTo>
                  <a:pt x="35583" y="5889"/>
                </a:lnTo>
                <a:lnTo>
                  <a:pt x="33438" y="6579"/>
                </a:lnTo>
                <a:lnTo>
                  <a:pt x="31185" y="7015"/>
                </a:lnTo>
                <a:lnTo>
                  <a:pt x="28822" y="7233"/>
                </a:lnTo>
                <a:lnTo>
                  <a:pt x="27586" y="7270"/>
                </a:lnTo>
                <a:lnTo>
                  <a:pt x="26423" y="7270"/>
                </a:lnTo>
                <a:lnTo>
                  <a:pt x="24134" y="7052"/>
                </a:lnTo>
                <a:lnTo>
                  <a:pt x="21917" y="6616"/>
                </a:lnTo>
                <a:lnTo>
                  <a:pt x="19736" y="5961"/>
                </a:lnTo>
                <a:lnTo>
                  <a:pt x="17628" y="5125"/>
                </a:lnTo>
                <a:lnTo>
                  <a:pt x="15592" y="4108"/>
                </a:lnTo>
                <a:lnTo>
                  <a:pt x="13702" y="2908"/>
                </a:lnTo>
                <a:lnTo>
                  <a:pt x="11885" y="1491"/>
                </a:lnTo>
                <a:lnTo>
                  <a:pt x="11013" y="728"/>
                </a:lnTo>
                <a:lnTo>
                  <a:pt x="10722" y="437"/>
                </a:lnTo>
                <a:lnTo>
                  <a:pt x="10431" y="146"/>
                </a:lnTo>
                <a:lnTo>
                  <a:pt x="1345" y="146"/>
                </a:lnTo>
                <a:lnTo>
                  <a:pt x="1090" y="182"/>
                </a:lnTo>
                <a:lnTo>
                  <a:pt x="582" y="364"/>
                </a:lnTo>
                <a:lnTo>
                  <a:pt x="218" y="764"/>
                </a:lnTo>
                <a:lnTo>
                  <a:pt x="0" y="1236"/>
                </a:lnTo>
                <a:lnTo>
                  <a:pt x="0" y="1527"/>
                </a:lnTo>
                <a:lnTo>
                  <a:pt x="0" y="10614"/>
                </a:lnTo>
                <a:lnTo>
                  <a:pt x="291" y="10904"/>
                </a:lnTo>
                <a:lnTo>
                  <a:pt x="582" y="11195"/>
                </a:lnTo>
                <a:lnTo>
                  <a:pt x="1963" y="12467"/>
                </a:lnTo>
                <a:lnTo>
                  <a:pt x="4870" y="14793"/>
                </a:lnTo>
                <a:lnTo>
                  <a:pt x="8033" y="16829"/>
                </a:lnTo>
                <a:lnTo>
                  <a:pt x="11304" y="18501"/>
                </a:lnTo>
                <a:lnTo>
                  <a:pt x="14756" y="19882"/>
                </a:lnTo>
                <a:lnTo>
                  <a:pt x="18318" y="20936"/>
                </a:lnTo>
                <a:lnTo>
                  <a:pt x="21953" y="21663"/>
                </a:lnTo>
                <a:lnTo>
                  <a:pt x="25697" y="21990"/>
                </a:lnTo>
                <a:lnTo>
                  <a:pt x="27586" y="22026"/>
                </a:lnTo>
                <a:lnTo>
                  <a:pt x="29404" y="21990"/>
                </a:lnTo>
                <a:lnTo>
                  <a:pt x="33002" y="21699"/>
                </a:lnTo>
                <a:lnTo>
                  <a:pt x="36455" y="21045"/>
                </a:lnTo>
                <a:lnTo>
                  <a:pt x="39799" y="20100"/>
                </a:lnTo>
                <a:lnTo>
                  <a:pt x="43033" y="18791"/>
                </a:lnTo>
                <a:lnTo>
                  <a:pt x="46196" y="17156"/>
                </a:lnTo>
                <a:lnTo>
                  <a:pt x="49285" y="15193"/>
                </a:lnTo>
                <a:lnTo>
                  <a:pt x="52338" y="12867"/>
                </a:lnTo>
                <a:lnTo>
                  <a:pt x="53828" y="11559"/>
                </a:lnTo>
                <a:lnTo>
                  <a:pt x="54446" y="11013"/>
                </a:lnTo>
                <a:lnTo>
                  <a:pt x="54991" y="10468"/>
                </a:lnTo>
                <a:lnTo>
                  <a:pt x="45905" y="10468"/>
                </a:lnTo>
                <a:lnTo>
                  <a:pt x="45614" y="10432"/>
                </a:lnTo>
                <a:lnTo>
                  <a:pt x="45141" y="10214"/>
                </a:lnTo>
                <a:lnTo>
                  <a:pt x="44742" y="9850"/>
                </a:lnTo>
                <a:lnTo>
                  <a:pt x="44560" y="9378"/>
                </a:lnTo>
                <a:lnTo>
                  <a:pt x="44524" y="9087"/>
                </a:lnTo>
                <a:lnTo>
                  <a:pt x="44524" y="1"/>
                </a:lnTo>
                <a:close/>
              </a:path>
            </a:pathLst>
          </a:custGeom>
          <a:solidFill>
            <a:srgbClr val="183548"/>
          </a:solidFill>
          <a:ln w="76200"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302;p32">
            <a:extLst>
              <a:ext uri="{FF2B5EF4-FFF2-40B4-BE49-F238E27FC236}">
                <a16:creationId xmlns:a16="http://schemas.microsoft.com/office/drawing/2014/main" id="{2DA8DC76-D45A-2963-B31A-9CF2E6B5B9F1}"/>
              </a:ext>
            </a:extLst>
          </p:cNvPr>
          <p:cNvSpPr/>
          <p:nvPr/>
        </p:nvSpPr>
        <p:spPr>
          <a:xfrm flipV="1">
            <a:off x="8151462" y="2733872"/>
            <a:ext cx="1638104" cy="1573693"/>
          </a:xfrm>
          <a:custGeom>
            <a:avLst/>
            <a:gdLst/>
            <a:ahLst/>
            <a:cxnLst/>
            <a:rect l="l" t="t" r="r" b="b"/>
            <a:pathLst>
              <a:path w="46088" h="54992" extrusionOk="0">
                <a:moveTo>
                  <a:pt x="10432" y="1"/>
                </a:moveTo>
                <a:lnTo>
                  <a:pt x="10432" y="9087"/>
                </a:lnTo>
                <a:lnTo>
                  <a:pt x="10432" y="9378"/>
                </a:lnTo>
                <a:lnTo>
                  <a:pt x="10214" y="9851"/>
                </a:lnTo>
                <a:lnTo>
                  <a:pt x="9851" y="10250"/>
                </a:lnTo>
                <a:lnTo>
                  <a:pt x="9342" y="10432"/>
                </a:lnTo>
                <a:lnTo>
                  <a:pt x="9087" y="10468"/>
                </a:lnTo>
                <a:lnTo>
                  <a:pt x="1" y="10468"/>
                </a:lnTo>
                <a:lnTo>
                  <a:pt x="582" y="11014"/>
                </a:lnTo>
                <a:lnTo>
                  <a:pt x="2109" y="12540"/>
                </a:lnTo>
                <a:lnTo>
                  <a:pt x="5235" y="16066"/>
                </a:lnTo>
                <a:lnTo>
                  <a:pt x="10214" y="22390"/>
                </a:lnTo>
                <a:lnTo>
                  <a:pt x="13921" y="27442"/>
                </a:lnTo>
                <a:lnTo>
                  <a:pt x="16175" y="30640"/>
                </a:lnTo>
                <a:lnTo>
                  <a:pt x="17810" y="32894"/>
                </a:lnTo>
                <a:lnTo>
                  <a:pt x="20427" y="36601"/>
                </a:lnTo>
                <a:lnTo>
                  <a:pt x="23008" y="40090"/>
                </a:lnTo>
                <a:lnTo>
                  <a:pt x="26134" y="44270"/>
                </a:lnTo>
                <a:lnTo>
                  <a:pt x="30786" y="49940"/>
                </a:lnTo>
                <a:lnTo>
                  <a:pt x="33984" y="53393"/>
                </a:lnTo>
                <a:lnTo>
                  <a:pt x="35620" y="54992"/>
                </a:lnTo>
                <a:lnTo>
                  <a:pt x="44706" y="54992"/>
                </a:lnTo>
                <a:lnTo>
                  <a:pt x="44997" y="54956"/>
                </a:lnTo>
                <a:lnTo>
                  <a:pt x="45469" y="54737"/>
                </a:lnTo>
                <a:lnTo>
                  <a:pt x="45869" y="54374"/>
                </a:lnTo>
                <a:lnTo>
                  <a:pt x="46051" y="53902"/>
                </a:lnTo>
                <a:lnTo>
                  <a:pt x="46087" y="53611"/>
                </a:lnTo>
                <a:lnTo>
                  <a:pt x="46087" y="44524"/>
                </a:lnTo>
                <a:lnTo>
                  <a:pt x="44488" y="42998"/>
                </a:lnTo>
                <a:lnTo>
                  <a:pt x="41181" y="39363"/>
                </a:lnTo>
                <a:lnTo>
                  <a:pt x="35983" y="32821"/>
                </a:lnTo>
                <a:lnTo>
                  <a:pt x="32094" y="27478"/>
                </a:lnTo>
                <a:lnTo>
                  <a:pt x="30967" y="25915"/>
                </a:lnTo>
                <a:lnTo>
                  <a:pt x="29841" y="24280"/>
                </a:lnTo>
                <a:lnTo>
                  <a:pt x="28205" y="22026"/>
                </a:lnTo>
                <a:lnTo>
                  <a:pt x="25552" y="18319"/>
                </a:lnTo>
                <a:lnTo>
                  <a:pt x="23008" y="14830"/>
                </a:lnTo>
                <a:lnTo>
                  <a:pt x="20027" y="10868"/>
                </a:lnTo>
                <a:lnTo>
                  <a:pt x="15593" y="5416"/>
                </a:lnTo>
                <a:lnTo>
                  <a:pt x="12577" y="2109"/>
                </a:lnTo>
                <a:lnTo>
                  <a:pt x="11050" y="582"/>
                </a:lnTo>
                <a:lnTo>
                  <a:pt x="10432" y="1"/>
                </a:lnTo>
                <a:close/>
              </a:path>
            </a:pathLst>
          </a:custGeom>
          <a:solidFill>
            <a:srgbClr val="19D65F"/>
          </a:solidFill>
          <a:ln w="76200">
            <a:solidFill>
              <a:schemeClr val="bg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F9B702"/>
              </a:solidFill>
            </a:endParaRPr>
          </a:p>
        </p:txBody>
      </p:sp>
      <p:sp>
        <p:nvSpPr>
          <p:cNvPr id="48" name="Google Shape;303;p32">
            <a:extLst>
              <a:ext uri="{FF2B5EF4-FFF2-40B4-BE49-F238E27FC236}">
                <a16:creationId xmlns:a16="http://schemas.microsoft.com/office/drawing/2014/main" id="{A1AC315B-12E4-CBAD-6097-8D00B327AC47}"/>
              </a:ext>
            </a:extLst>
          </p:cNvPr>
          <p:cNvSpPr/>
          <p:nvPr/>
        </p:nvSpPr>
        <p:spPr>
          <a:xfrm flipV="1">
            <a:off x="8320716" y="4066293"/>
            <a:ext cx="153759" cy="123796"/>
          </a:xfrm>
          <a:custGeom>
            <a:avLst/>
            <a:gdLst/>
            <a:ahLst/>
            <a:cxnLst/>
            <a:rect l="l" t="t" r="r" b="b"/>
            <a:pathLst>
              <a:path w="4326" h="4326" extrusionOk="0">
                <a:moveTo>
                  <a:pt x="3853" y="1"/>
                </a:moveTo>
                <a:lnTo>
                  <a:pt x="3635" y="146"/>
                </a:lnTo>
                <a:lnTo>
                  <a:pt x="146" y="3635"/>
                </a:lnTo>
                <a:lnTo>
                  <a:pt x="0" y="3853"/>
                </a:lnTo>
                <a:lnTo>
                  <a:pt x="182" y="4253"/>
                </a:lnTo>
                <a:lnTo>
                  <a:pt x="436" y="4326"/>
                </a:lnTo>
                <a:lnTo>
                  <a:pt x="3926" y="4326"/>
                </a:lnTo>
                <a:lnTo>
                  <a:pt x="4071" y="4289"/>
                </a:lnTo>
                <a:lnTo>
                  <a:pt x="4289" y="4071"/>
                </a:lnTo>
                <a:lnTo>
                  <a:pt x="4325" y="3926"/>
                </a:lnTo>
                <a:lnTo>
                  <a:pt x="4325" y="437"/>
                </a:lnTo>
                <a:lnTo>
                  <a:pt x="4253" y="182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304;p32">
            <a:extLst>
              <a:ext uri="{FF2B5EF4-FFF2-40B4-BE49-F238E27FC236}">
                <a16:creationId xmlns:a16="http://schemas.microsoft.com/office/drawing/2014/main" id="{EF93872F-F7F0-930B-B9BE-937B69F579F9}"/>
              </a:ext>
            </a:extLst>
          </p:cNvPr>
          <p:cNvSpPr/>
          <p:nvPr/>
        </p:nvSpPr>
        <p:spPr>
          <a:xfrm flipV="1">
            <a:off x="9587979" y="2786631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3817" y="1"/>
                </a:moveTo>
                <a:lnTo>
                  <a:pt x="3635" y="146"/>
                </a:lnTo>
                <a:lnTo>
                  <a:pt x="146" y="3599"/>
                </a:lnTo>
                <a:lnTo>
                  <a:pt x="0" y="3817"/>
                </a:lnTo>
                <a:lnTo>
                  <a:pt x="182" y="4253"/>
                </a:lnTo>
                <a:lnTo>
                  <a:pt x="437" y="4290"/>
                </a:lnTo>
                <a:lnTo>
                  <a:pt x="4071" y="4290"/>
                </a:lnTo>
                <a:lnTo>
                  <a:pt x="4289" y="4035"/>
                </a:lnTo>
                <a:lnTo>
                  <a:pt x="4289" y="3890"/>
                </a:lnTo>
                <a:lnTo>
                  <a:pt x="4289" y="401"/>
                </a:lnTo>
                <a:lnTo>
                  <a:pt x="4253" y="146"/>
                </a:lnTo>
                <a:lnTo>
                  <a:pt x="381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306;p32">
            <a:extLst>
              <a:ext uri="{FF2B5EF4-FFF2-40B4-BE49-F238E27FC236}">
                <a16:creationId xmlns:a16="http://schemas.microsoft.com/office/drawing/2014/main" id="{9BE0464B-A7E1-9627-CB12-4CDC2B37E01D}"/>
              </a:ext>
            </a:extLst>
          </p:cNvPr>
          <p:cNvSpPr/>
          <p:nvPr/>
        </p:nvSpPr>
        <p:spPr>
          <a:xfrm flipV="1">
            <a:off x="11051613" y="4146310"/>
            <a:ext cx="152444" cy="122765"/>
          </a:xfrm>
          <a:custGeom>
            <a:avLst/>
            <a:gdLst/>
            <a:ahLst/>
            <a:cxnLst/>
            <a:rect l="l" t="t" r="r" b="b"/>
            <a:pathLst>
              <a:path w="4289" h="4290" extrusionOk="0">
                <a:moveTo>
                  <a:pt x="400" y="1"/>
                </a:moveTo>
                <a:lnTo>
                  <a:pt x="218" y="37"/>
                </a:lnTo>
                <a:lnTo>
                  <a:pt x="0" y="255"/>
                </a:lnTo>
                <a:lnTo>
                  <a:pt x="0" y="401"/>
                </a:lnTo>
                <a:lnTo>
                  <a:pt x="0" y="3890"/>
                </a:lnTo>
                <a:lnTo>
                  <a:pt x="36" y="4108"/>
                </a:lnTo>
                <a:lnTo>
                  <a:pt x="473" y="4290"/>
                </a:lnTo>
                <a:lnTo>
                  <a:pt x="654" y="4180"/>
                </a:lnTo>
                <a:lnTo>
                  <a:pt x="4143" y="691"/>
                </a:lnTo>
                <a:lnTo>
                  <a:pt x="4289" y="473"/>
                </a:lnTo>
                <a:lnTo>
                  <a:pt x="4107" y="37"/>
                </a:lnTo>
                <a:lnTo>
                  <a:pt x="385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307;p32">
            <a:extLst>
              <a:ext uri="{FF2B5EF4-FFF2-40B4-BE49-F238E27FC236}">
                <a16:creationId xmlns:a16="http://schemas.microsoft.com/office/drawing/2014/main" id="{85BB268B-C3DC-C7E6-44CC-03D281D2FDAB}"/>
              </a:ext>
            </a:extLst>
          </p:cNvPr>
          <p:cNvSpPr/>
          <p:nvPr/>
        </p:nvSpPr>
        <p:spPr>
          <a:xfrm flipV="1">
            <a:off x="9467845" y="4050617"/>
            <a:ext cx="152479" cy="122765"/>
          </a:xfrm>
          <a:custGeom>
            <a:avLst/>
            <a:gdLst/>
            <a:ahLst/>
            <a:cxnLst/>
            <a:rect l="l" t="t" r="r" b="b"/>
            <a:pathLst>
              <a:path w="4290" h="4290" extrusionOk="0">
                <a:moveTo>
                  <a:pt x="473" y="1"/>
                </a:moveTo>
                <a:lnTo>
                  <a:pt x="37" y="182"/>
                </a:lnTo>
                <a:lnTo>
                  <a:pt x="0" y="437"/>
                </a:lnTo>
                <a:lnTo>
                  <a:pt x="0" y="3890"/>
                </a:lnTo>
                <a:lnTo>
                  <a:pt x="0" y="4071"/>
                </a:lnTo>
                <a:lnTo>
                  <a:pt x="218" y="4289"/>
                </a:lnTo>
                <a:lnTo>
                  <a:pt x="3889" y="4289"/>
                </a:lnTo>
                <a:lnTo>
                  <a:pt x="4107" y="4253"/>
                </a:lnTo>
                <a:lnTo>
                  <a:pt x="4289" y="3817"/>
                </a:lnTo>
                <a:lnTo>
                  <a:pt x="4180" y="3635"/>
                </a:lnTo>
                <a:lnTo>
                  <a:pt x="691" y="146"/>
                </a:lnTo>
                <a:lnTo>
                  <a:pt x="473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308;p32">
            <a:extLst>
              <a:ext uri="{FF2B5EF4-FFF2-40B4-BE49-F238E27FC236}">
                <a16:creationId xmlns:a16="http://schemas.microsoft.com/office/drawing/2014/main" id="{AAC9ECBE-999F-3FB5-AE2F-143652DC1FC6}"/>
              </a:ext>
            </a:extLst>
          </p:cNvPr>
          <p:cNvSpPr/>
          <p:nvPr/>
        </p:nvSpPr>
        <p:spPr>
          <a:xfrm flipV="1">
            <a:off x="8200582" y="2775472"/>
            <a:ext cx="153759" cy="123825"/>
          </a:xfrm>
          <a:custGeom>
            <a:avLst/>
            <a:gdLst/>
            <a:ahLst/>
            <a:cxnLst/>
            <a:rect l="l" t="t" r="r" b="b"/>
            <a:pathLst>
              <a:path w="4326" h="4327" extrusionOk="0">
                <a:moveTo>
                  <a:pt x="509" y="1"/>
                </a:moveTo>
                <a:lnTo>
                  <a:pt x="73" y="183"/>
                </a:lnTo>
                <a:lnTo>
                  <a:pt x="0" y="437"/>
                </a:lnTo>
                <a:lnTo>
                  <a:pt x="0" y="3926"/>
                </a:lnTo>
                <a:lnTo>
                  <a:pt x="36" y="4072"/>
                </a:lnTo>
                <a:lnTo>
                  <a:pt x="255" y="4290"/>
                </a:lnTo>
                <a:lnTo>
                  <a:pt x="400" y="4326"/>
                </a:lnTo>
                <a:lnTo>
                  <a:pt x="3889" y="4326"/>
                </a:lnTo>
                <a:lnTo>
                  <a:pt x="4143" y="4290"/>
                </a:lnTo>
                <a:lnTo>
                  <a:pt x="4325" y="3854"/>
                </a:lnTo>
                <a:lnTo>
                  <a:pt x="4180" y="3636"/>
                </a:lnTo>
                <a:lnTo>
                  <a:pt x="727" y="183"/>
                </a:lnTo>
                <a:lnTo>
                  <a:pt x="50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87EA5E57-99BD-860A-4C27-78BB85C97E61}"/>
              </a:ext>
            </a:extLst>
          </p:cNvPr>
          <p:cNvSpPr txBox="1"/>
          <p:nvPr/>
        </p:nvSpPr>
        <p:spPr>
          <a:xfrm rot="18698352">
            <a:off x="8495995" y="3362790"/>
            <a:ext cx="84682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C52EEEDE-D3DA-DBC4-4D72-817719FE579B}"/>
              </a:ext>
            </a:extLst>
          </p:cNvPr>
          <p:cNvSpPr txBox="1"/>
          <p:nvPr/>
        </p:nvSpPr>
        <p:spPr>
          <a:xfrm rot="2875983">
            <a:off x="10828217" y="2841246"/>
            <a:ext cx="8851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  <a:endParaRPr lang="es-ES_tradnl" sz="160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FEB23118-2BA7-1DAA-DC78-890B00F2E42D}"/>
              </a:ext>
            </a:extLst>
          </p:cNvPr>
          <p:cNvSpPr txBox="1"/>
          <p:nvPr/>
        </p:nvSpPr>
        <p:spPr>
          <a:xfrm>
            <a:off x="9933275" y="4238832"/>
            <a:ext cx="9012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3FE9691C-1C20-F719-B5FB-5E1CDDC8F129}"/>
              </a:ext>
            </a:extLst>
          </p:cNvPr>
          <p:cNvSpPr txBox="1"/>
          <p:nvPr/>
        </p:nvSpPr>
        <p:spPr>
          <a:xfrm rot="2606566">
            <a:off x="8296423" y="3007500"/>
            <a:ext cx="720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D771B31C-A783-4529-94C8-DAD4CF7C6A67}"/>
              </a:ext>
            </a:extLst>
          </p:cNvPr>
          <p:cNvSpPr txBox="1"/>
          <p:nvPr/>
        </p:nvSpPr>
        <p:spPr>
          <a:xfrm rot="18717501">
            <a:off x="6287541" y="2699193"/>
            <a:ext cx="84077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 err="1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  <a:endParaRPr lang="es-ES_tradnl" sz="160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5ACCC50E-96FE-BA38-C402-7D55FC7CE66F}"/>
              </a:ext>
            </a:extLst>
          </p:cNvPr>
          <p:cNvSpPr txBox="1"/>
          <p:nvPr/>
        </p:nvSpPr>
        <p:spPr>
          <a:xfrm>
            <a:off x="7332597" y="4240737"/>
            <a:ext cx="6114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160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5918454A-87F9-EBAB-21A2-E619F89E5E8C}"/>
              </a:ext>
            </a:extLst>
          </p:cNvPr>
          <p:cNvSpPr txBox="1"/>
          <p:nvPr/>
        </p:nvSpPr>
        <p:spPr>
          <a:xfrm>
            <a:off x="7014715" y="2926105"/>
            <a:ext cx="997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1B8BB922-B716-2085-A90A-8F81A7BEFE54}"/>
              </a:ext>
            </a:extLst>
          </p:cNvPr>
          <p:cNvSpPr txBox="1"/>
          <p:nvPr/>
        </p:nvSpPr>
        <p:spPr>
          <a:xfrm>
            <a:off x="9884305" y="2904424"/>
            <a:ext cx="1060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3600" b="1" dirty="0" err="1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s-ES_tradnl" sz="3600" b="1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379D8FAD-318B-AA61-A78C-9BE738FBC1DA}"/>
              </a:ext>
            </a:extLst>
          </p:cNvPr>
          <p:cNvGrpSpPr/>
          <p:nvPr/>
        </p:nvGrpSpPr>
        <p:grpSpPr>
          <a:xfrm>
            <a:off x="9265039" y="2899528"/>
            <a:ext cx="301987" cy="29549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A2DD1C8D-3A24-7169-5F5A-AA26EA4D53D0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761797A2-7F76-9DC5-1CA6-50B521AA08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D309DED7-EDA5-96FA-21CD-5D54FD3B05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91592" y="3576777"/>
            <a:ext cx="358520" cy="440002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669EC16F-191F-6D85-5B6F-9D24A41A0E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70352" y="3612287"/>
            <a:ext cx="365533" cy="448609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9510BA21-D970-E168-9D59-21D44988388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17351" y="3653128"/>
            <a:ext cx="385491" cy="385491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16DAB899-9B2B-64ED-E247-B0E09A57421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 rot="17370723">
            <a:off x="7579773" y="2452258"/>
            <a:ext cx="319990" cy="319990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24F1D4F4-725D-320E-52CD-E7D2706DF5B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175099" y="2437177"/>
            <a:ext cx="353776" cy="353776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DCBAECC8-E9C2-71AF-5911-EBCDF058084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291697" y="3611367"/>
            <a:ext cx="348455" cy="348455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5A9831C8-47C4-19A6-FCA2-F18A92034CA6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597665" y="4100112"/>
            <a:ext cx="299116" cy="299116"/>
          </a:xfrm>
          <a:prstGeom prst="rect">
            <a:avLst/>
          </a:prstGeom>
        </p:spPr>
      </p:pic>
      <p:sp>
        <p:nvSpPr>
          <p:cNvPr id="74" name="Título 1">
            <a:extLst>
              <a:ext uri="{FF2B5EF4-FFF2-40B4-BE49-F238E27FC236}">
                <a16:creationId xmlns:a16="http://schemas.microsoft.com/office/drawing/2014/main" id="{3257D5A6-1A9D-35F3-33A2-514301F19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s-ES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</a:t>
            </a:r>
            <a:r>
              <a:rPr lang="es-ES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Development</a:t>
            </a:r>
            <a:r>
              <a:rPr lang="es-ES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  <a:r>
              <a:rPr lang="es-ES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" dirty="0" err="1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SaaS</a:t>
            </a:r>
            <a:endParaRPr lang="es-ES" b="1" dirty="0">
              <a:solidFill>
                <a:srgbClr val="7E0029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E137336C-3051-82BA-9E1D-8C9AB250C6C6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ED0CA40-E314-0292-1618-3F9E42503471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b="1" dirty="0">
                  <a:solidFill>
                    <a:srgbClr val="8B1B3F"/>
                  </a:solidFill>
                </a:rPr>
                <a:t>PROVIDER EVENTS (</a:t>
              </a:r>
              <a:r>
                <a:rPr lang="es-ES_tradnl" b="1" dirty="0" err="1">
                  <a:solidFill>
                    <a:srgbClr val="8B1B3F"/>
                  </a:solidFill>
                </a:rPr>
                <a:t>pe</a:t>
              </a:r>
              <a:r>
                <a:rPr lang="es-ES_tradnl" b="1" baseline="-25000" dirty="0" err="1">
                  <a:solidFill>
                    <a:srgbClr val="8B1B3F"/>
                  </a:solidFill>
                </a:rPr>
                <a:t>j</a:t>
              </a:r>
              <a:r>
                <a:rPr lang="es-ES_tradnl" b="1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919EF5B1-9683-D2CA-FBAA-B798A80360AC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1 (new plan)</a:t>
              </a:r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D1AEF11-2C8A-3D33-7D62-2D43BBFA9841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/>
                <a:t>pe</a:t>
              </a:r>
              <a:r>
                <a:rPr lang="es-ES_tradnl" sz="2400" baseline="-25000" dirty="0"/>
                <a:t>3 (</a:t>
              </a:r>
              <a:r>
                <a:rPr lang="es-ES_tradnl" sz="2400" baseline="-25000" dirty="0" err="1"/>
                <a:t>price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change</a:t>
              </a:r>
              <a:r>
                <a:rPr lang="es-ES_tradnl" sz="2400" baseline="-25000" dirty="0"/>
                <a:t>)</a:t>
              </a:r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EDBCB071-44DC-C672-EC9D-A216AA6EDA32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s-ES_tradnl" sz="2400" dirty="0" err="1"/>
                <a:t>pe</a:t>
              </a:r>
              <a:r>
                <a:rPr lang="es-ES_tradnl" sz="2400" baseline="-25000" dirty="0" err="1"/>
                <a:t>j</a:t>
              </a:r>
              <a:r>
                <a:rPr lang="es-ES_tradnl" sz="2400" baseline="-25000" dirty="0"/>
                <a:t> (</a:t>
              </a:r>
              <a:r>
                <a:rPr lang="es-ES_tradnl" sz="2400" baseline="-25000" dirty="0" err="1"/>
                <a:t>feature</a:t>
              </a:r>
              <a:r>
                <a:rPr lang="es-ES_tradnl" sz="2400" baseline="-25000" dirty="0"/>
                <a:t> </a:t>
              </a:r>
              <a:r>
                <a:rPr lang="es-ES_tradnl" sz="2400" baseline="-25000" dirty="0" err="1"/>
                <a:t>reallocation</a:t>
              </a:r>
              <a:r>
                <a:rPr lang="es-ES_tradnl" sz="2400" baseline="-25000" dirty="0"/>
                <a:t>)</a:t>
              </a:r>
            </a:p>
          </p:txBody>
        </p:sp>
      </p:grp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8CF336B2-13DC-5032-BF14-08CFECA5A105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 recto de flecha 23">
            <a:extLst>
              <a:ext uri="{FF2B5EF4-FFF2-40B4-BE49-F238E27FC236}">
                <a16:creationId xmlns:a16="http://schemas.microsoft.com/office/drawing/2014/main" id="{37E413C5-9223-BBC9-6D26-95FD6C63AAFF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Elipse 24">
            <a:extLst>
              <a:ext uri="{FF2B5EF4-FFF2-40B4-BE49-F238E27FC236}">
                <a16:creationId xmlns:a16="http://schemas.microsoft.com/office/drawing/2014/main" id="{321B604D-7A27-1C60-528A-8C32A99BD737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0D7CBAE8-549C-D782-DF48-38F829E3DB8A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sp>
        <p:nvSpPr>
          <p:cNvPr id="32" name="Elipse 31">
            <a:extLst>
              <a:ext uri="{FF2B5EF4-FFF2-40B4-BE49-F238E27FC236}">
                <a16:creationId xmlns:a16="http://schemas.microsoft.com/office/drawing/2014/main" id="{16528A58-3FB0-247D-F864-686BF037ACAE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>
              <a:solidFill>
                <a:srgbClr val="8B1B3F"/>
              </a:solidFill>
            </a:endParaRPr>
          </a:p>
        </p:txBody>
      </p:sp>
      <p:grpSp>
        <p:nvGrpSpPr>
          <p:cNvPr id="33" name="Grupo 32">
            <a:extLst>
              <a:ext uri="{FF2B5EF4-FFF2-40B4-BE49-F238E27FC236}">
                <a16:creationId xmlns:a16="http://schemas.microsoft.com/office/drawing/2014/main" id="{12A9D2CA-2D26-7375-EAF3-72CD528D8DAB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35" name="Elipse 34">
              <a:extLst>
                <a:ext uri="{FF2B5EF4-FFF2-40B4-BE49-F238E27FC236}">
                  <a16:creationId xmlns:a16="http://schemas.microsoft.com/office/drawing/2014/main" id="{A4B0CAC9-877F-A73F-EADB-7A901C102248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917363C6-502F-43D1-CE13-B27CA7695211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B5FD609B-34A8-9D96-8295-305E3B0116B2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cxnSp>
        <p:nvCxnSpPr>
          <p:cNvPr id="50" name="Conector recto 49">
            <a:extLst>
              <a:ext uri="{FF2B5EF4-FFF2-40B4-BE49-F238E27FC236}">
                <a16:creationId xmlns:a16="http://schemas.microsoft.com/office/drawing/2014/main" id="{F16535CD-16B7-9683-BA78-F05A0AE06470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EFA9718-B02F-D7E3-4B68-444A78D88C5D}"/>
              </a:ext>
            </a:extLst>
          </p:cNvPr>
          <p:cNvSpPr txBox="1"/>
          <p:nvPr/>
        </p:nvSpPr>
        <p:spPr>
          <a:xfrm>
            <a:off x="568888" y="2092986"/>
            <a:ext cx="42354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&amp;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Modeling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F929317-0867-9247-9ECB-F048AD0BFC6B}"/>
              </a:ext>
            </a:extLst>
          </p:cNvPr>
          <p:cNvSpPr txBox="1"/>
          <p:nvPr/>
        </p:nvSpPr>
        <p:spPr>
          <a:xfrm>
            <a:off x="568887" y="2664495"/>
            <a:ext cx="40735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Design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Methodologies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72C3C8B-FC3D-612F-626D-B02B512B1880}"/>
              </a:ext>
            </a:extLst>
          </p:cNvPr>
          <p:cNvSpPr txBox="1"/>
          <p:nvPr/>
        </p:nvSpPr>
        <p:spPr>
          <a:xfrm>
            <a:off x="568887" y="3280048"/>
            <a:ext cx="48189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PRICING-DRIVEN SELF-ADAPTATION</a:t>
            </a:r>
            <a:endParaRPr lang="es-ES_tradnl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31155E4-5024-A058-0E9E-2492D9DF33A2}"/>
              </a:ext>
            </a:extLst>
          </p:cNvPr>
          <p:cNvSpPr txBox="1"/>
          <p:nvPr/>
        </p:nvSpPr>
        <p:spPr>
          <a:xfrm>
            <a:off x="568886" y="3847387"/>
            <a:ext cx="436690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Compliance</a:t>
            </a:r>
            <a:r>
              <a:rPr lang="es-ES_tradnl" sz="20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Testing</a:t>
            </a:r>
            <a:endParaRPr lang="es-ES_tradnl" sz="20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1612A94-6DDF-1692-338C-4C94C3EA4756}"/>
              </a:ext>
            </a:extLst>
          </p:cNvPr>
          <p:cNvSpPr txBox="1"/>
          <p:nvPr/>
        </p:nvSpPr>
        <p:spPr>
          <a:xfrm>
            <a:off x="568886" y="4414726"/>
            <a:ext cx="42338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3200" b="1" dirty="0">
                <a:solidFill>
                  <a:srgbClr val="8814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5.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Automated</a:t>
            </a:r>
            <a:r>
              <a:rPr lang="es-ES_tradnl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  <a:r>
              <a:rPr lang="es-ES_tradnl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sz="20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0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Pricings</a:t>
            </a:r>
            <a:endParaRPr lang="es-ES_tradnl" sz="20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60C2AB6-699B-2A72-EFA7-9A00F5679006}"/>
              </a:ext>
            </a:extLst>
          </p:cNvPr>
          <p:cNvSpPr txBox="1"/>
          <p:nvPr/>
        </p:nvSpPr>
        <p:spPr>
          <a:xfrm>
            <a:off x="11827004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4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0D4F1A5-4F69-14CD-D8E1-78D6B2378EBD}"/>
              </a:ext>
            </a:extLst>
          </p:cNvPr>
          <p:cNvSpPr/>
          <p:nvPr/>
        </p:nvSpPr>
        <p:spPr>
          <a:xfrm>
            <a:off x="5387835" y="1262743"/>
            <a:ext cx="6695308" cy="4865914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9" name="Imagen 8" descr="Gráfico&#10;&#10;Descripción generada automáticamente">
            <a:extLst>
              <a:ext uri="{FF2B5EF4-FFF2-40B4-BE49-F238E27FC236}">
                <a16:creationId xmlns:a16="http://schemas.microsoft.com/office/drawing/2014/main" id="{BEA1DBDA-87AD-50E8-ADFC-0B49831E5E7D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41" t="42136" b="12726"/>
          <a:stretch/>
        </p:blipFill>
        <p:spPr>
          <a:xfrm>
            <a:off x="6122505" y="1527173"/>
            <a:ext cx="5737859" cy="4438613"/>
          </a:xfrm>
          <a:prstGeom prst="rect">
            <a:avLst/>
          </a:prstGeom>
        </p:spPr>
      </p:pic>
      <p:grpSp>
        <p:nvGrpSpPr>
          <p:cNvPr id="30" name="Grupo 29">
            <a:extLst>
              <a:ext uri="{FF2B5EF4-FFF2-40B4-BE49-F238E27FC236}">
                <a16:creationId xmlns:a16="http://schemas.microsoft.com/office/drawing/2014/main" id="{7DDBB186-0760-EC95-2628-17506479038A}"/>
              </a:ext>
            </a:extLst>
          </p:cNvPr>
          <p:cNvGrpSpPr/>
          <p:nvPr/>
        </p:nvGrpSpPr>
        <p:grpSpPr>
          <a:xfrm>
            <a:off x="5830770" y="2497799"/>
            <a:ext cx="5976649" cy="2448337"/>
            <a:chOff x="5830770" y="2497799"/>
            <a:chExt cx="5976649" cy="2448337"/>
          </a:xfrm>
        </p:grpSpPr>
        <p:pic>
          <p:nvPicPr>
            <p:cNvPr id="22" name="Imagen 21" descr="Forma&#10;&#10;Descripción generada automáticamente">
              <a:extLst>
                <a:ext uri="{FF2B5EF4-FFF2-40B4-BE49-F238E27FC236}">
                  <a16:creationId xmlns:a16="http://schemas.microsoft.com/office/drawing/2014/main" id="{933F2128-5FDB-6CF6-3AC6-C136D8230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4959"/>
            <a:stretch/>
          </p:blipFill>
          <p:spPr>
            <a:xfrm>
              <a:off x="5830770" y="2497799"/>
              <a:ext cx="2412074" cy="2091165"/>
            </a:xfrm>
            <a:prstGeom prst="rect">
              <a:avLst/>
            </a:prstGeom>
          </p:spPr>
        </p:pic>
        <p:pic>
          <p:nvPicPr>
            <p:cNvPr id="27" name="Imagen 26" descr="Forma&#10;&#10;Descripción generada automáticamente">
              <a:extLst>
                <a:ext uri="{FF2B5EF4-FFF2-40B4-BE49-F238E27FC236}">
                  <a16:creationId xmlns:a16="http://schemas.microsoft.com/office/drawing/2014/main" id="{238F6EF6-BF12-83EC-46BE-31BAA864B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4959"/>
            <a:stretch/>
          </p:blipFill>
          <p:spPr>
            <a:xfrm>
              <a:off x="9034978" y="2497799"/>
              <a:ext cx="2412074" cy="2091165"/>
            </a:xfrm>
            <a:prstGeom prst="rect">
              <a:avLst/>
            </a:prstGeom>
          </p:spPr>
        </p:pic>
        <p:pic>
          <p:nvPicPr>
            <p:cNvPr id="28" name="Gráfico 27" descr="Pulgar hacia abajo con relleno sólido">
              <a:extLst>
                <a:ext uri="{FF2B5EF4-FFF2-40B4-BE49-F238E27FC236}">
                  <a16:creationId xmlns:a16="http://schemas.microsoft.com/office/drawing/2014/main" id="{0A88C5FA-F527-CF01-1BD3-0A975B02D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7724511" y="4031736"/>
              <a:ext cx="914400" cy="914400"/>
            </a:xfrm>
            <a:prstGeom prst="rect">
              <a:avLst/>
            </a:prstGeom>
          </p:spPr>
        </p:pic>
        <p:pic>
          <p:nvPicPr>
            <p:cNvPr id="29" name="Gráfico 28" descr="Señal de pulgar hacia arriba  con relleno sólido">
              <a:extLst>
                <a:ext uri="{FF2B5EF4-FFF2-40B4-BE49-F238E27FC236}">
                  <a16:creationId xmlns:a16="http://schemas.microsoft.com/office/drawing/2014/main" id="{B02B0FB3-6102-EE87-F8A6-5713591202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10893019" y="3932954"/>
              <a:ext cx="914400" cy="914400"/>
            </a:xfrm>
            <a:prstGeom prst="rect">
              <a:avLst/>
            </a:prstGeom>
          </p:spPr>
        </p:pic>
      </p:grpSp>
      <p:pic>
        <p:nvPicPr>
          <p:cNvPr id="39" name="Imagen 38" descr="Dibujo animado de una persona&#10;&#10;El contenido generado por IA puede ser incorrecto.">
            <a:extLst>
              <a:ext uri="{FF2B5EF4-FFF2-40B4-BE49-F238E27FC236}">
                <a16:creationId xmlns:a16="http://schemas.microsoft.com/office/drawing/2014/main" id="{48767637-1E5B-801C-898C-4D9D78412CD0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1038" y="1547893"/>
            <a:ext cx="4267879" cy="4354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4016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1934EF4-DC8D-DD2C-1FC7-B99A0316B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o 8">
            <a:extLst>
              <a:ext uri="{FF2B5EF4-FFF2-40B4-BE49-F238E27FC236}">
                <a16:creationId xmlns:a16="http://schemas.microsoft.com/office/drawing/2014/main" id="{6E9CC117-E115-EDCC-436D-B13D58E0CFBE}"/>
              </a:ext>
            </a:extLst>
          </p:cNvPr>
          <p:cNvGrpSpPr/>
          <p:nvPr/>
        </p:nvGrpSpPr>
        <p:grpSpPr>
          <a:xfrm>
            <a:off x="0" y="6351557"/>
            <a:ext cx="12181224" cy="466928"/>
            <a:chOff x="1" y="0"/>
            <a:chExt cx="12181224" cy="466928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164F5A9F-0469-6DA1-8613-98F7F7B23152}"/>
                </a:ext>
              </a:extLst>
            </p:cNvPr>
            <p:cNvSpPr/>
            <p:nvPr/>
          </p:nvSpPr>
          <p:spPr>
            <a:xfrm>
              <a:off x="1" y="0"/>
              <a:ext cx="2468947" cy="46692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b="1" noProof="0" dirty="0">
                  <a:solidFill>
                    <a:srgbClr val="8B1B3F"/>
                  </a:solidFill>
                </a:rPr>
                <a:t>PROVIDER EVENTS (</a:t>
              </a:r>
              <a:r>
                <a:rPr lang="en-US" b="1" noProof="0" dirty="0" err="1">
                  <a:solidFill>
                    <a:srgbClr val="8B1B3F"/>
                  </a:solidFill>
                </a:rPr>
                <a:t>pe</a:t>
              </a:r>
              <a:r>
                <a:rPr lang="en-US" b="1" baseline="-25000" noProof="0" dirty="0" err="1">
                  <a:solidFill>
                    <a:srgbClr val="8B1B3F"/>
                  </a:solidFill>
                </a:rPr>
                <a:t>j</a:t>
              </a:r>
              <a:r>
                <a:rPr lang="en-US" b="1" noProof="0" dirty="0">
                  <a:solidFill>
                    <a:srgbClr val="8B1B3F"/>
                  </a:solidFill>
                </a:rPr>
                <a:t>)</a:t>
              </a:r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6F9D59B0-9A60-B2CC-FCC1-3C68E3C9789C}"/>
                </a:ext>
              </a:extLst>
            </p:cNvPr>
            <p:cNvSpPr/>
            <p:nvPr/>
          </p:nvSpPr>
          <p:spPr>
            <a:xfrm>
              <a:off x="2393344" y="0"/>
              <a:ext cx="2249096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/>
                <a:t>pe</a:t>
              </a:r>
              <a:r>
                <a:rPr lang="en-US" sz="2400" baseline="-25000" noProof="0" dirty="0"/>
                <a:t>1 (new plan)</a:t>
              </a: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4C62F271-F0DC-121E-EA04-A6E30EB8AE3F}"/>
                </a:ext>
              </a:extLst>
            </p:cNvPr>
            <p:cNvSpPr/>
            <p:nvPr/>
          </p:nvSpPr>
          <p:spPr>
            <a:xfrm>
              <a:off x="693385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/>
                <a:t>pe</a:t>
              </a:r>
              <a:r>
                <a:rPr lang="en-US" sz="2400" baseline="-25000" noProof="0" dirty="0"/>
                <a:t>3 (price change)</a:t>
              </a:r>
            </a:p>
          </p:txBody>
        </p:sp>
        <p:sp>
          <p:nvSpPr>
            <p:cNvPr id="14" name="Rectángulo 13">
              <a:extLst>
                <a:ext uri="{FF2B5EF4-FFF2-40B4-BE49-F238E27FC236}">
                  <a16:creationId xmlns:a16="http://schemas.microsoft.com/office/drawing/2014/main" id="{99FDCBEE-D3BA-20DD-0350-A6B3EE46F814}"/>
                </a:ext>
              </a:extLst>
            </p:cNvPr>
            <p:cNvSpPr/>
            <p:nvPr/>
          </p:nvSpPr>
          <p:spPr>
            <a:xfrm>
              <a:off x="9556825" y="0"/>
              <a:ext cx="2624400" cy="46692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400" noProof="0" dirty="0" err="1"/>
                <a:t>pe</a:t>
              </a:r>
              <a:r>
                <a:rPr lang="en-US" sz="2400" baseline="-25000" noProof="0" dirty="0" err="1"/>
                <a:t>j</a:t>
              </a:r>
              <a:r>
                <a:rPr lang="en-US" sz="2400" baseline="-25000" noProof="0" dirty="0"/>
                <a:t> (feature reallocation)</a:t>
              </a:r>
            </a:p>
          </p:txBody>
        </p:sp>
      </p:grp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2F6913E0-0211-2628-6D5E-6B6A4F7727E1}"/>
              </a:ext>
            </a:extLst>
          </p:cNvPr>
          <p:cNvCxnSpPr>
            <a:cxnSpLocks/>
          </p:cNvCxnSpPr>
          <p:nvPr/>
        </p:nvCxnSpPr>
        <p:spPr>
          <a:xfrm>
            <a:off x="0" y="6360238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57529C68-C6FB-AE70-A147-48C0776E7E21}"/>
              </a:ext>
            </a:extLst>
          </p:cNvPr>
          <p:cNvCxnSpPr/>
          <p:nvPr/>
        </p:nvCxnSpPr>
        <p:spPr>
          <a:xfrm>
            <a:off x="0" y="6360238"/>
            <a:ext cx="12203896" cy="0"/>
          </a:xfrm>
          <a:prstGeom prst="straightConnector1">
            <a:avLst/>
          </a:prstGeom>
          <a:ln w="25400">
            <a:solidFill>
              <a:srgbClr val="8B1B3F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lipse 16">
            <a:extLst>
              <a:ext uri="{FF2B5EF4-FFF2-40B4-BE49-F238E27FC236}">
                <a16:creationId xmlns:a16="http://schemas.microsoft.com/office/drawing/2014/main" id="{30FF3E61-E60D-84C2-14F1-C0596721FF3C}"/>
              </a:ext>
            </a:extLst>
          </p:cNvPr>
          <p:cNvSpPr/>
          <p:nvPr/>
        </p:nvSpPr>
        <p:spPr>
          <a:xfrm>
            <a:off x="338453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38682D65-85F3-430F-08A4-0D046A098E2D}"/>
              </a:ext>
            </a:extLst>
          </p:cNvPr>
          <p:cNvSpPr/>
          <p:nvPr/>
        </p:nvSpPr>
        <p:spPr>
          <a:xfrm>
            <a:off x="8252964" y="6296705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F1133E01-34D8-6BB6-707F-C4904DB781AB}"/>
              </a:ext>
            </a:extLst>
          </p:cNvPr>
          <p:cNvSpPr/>
          <p:nvPr/>
        </p:nvSpPr>
        <p:spPr>
          <a:xfrm>
            <a:off x="10619563" y="6305791"/>
            <a:ext cx="144000" cy="144000"/>
          </a:xfrm>
          <a:prstGeom prst="ellipse">
            <a:avLst/>
          </a:prstGeom>
          <a:solidFill>
            <a:schemeClr val="bg1"/>
          </a:solidFill>
          <a:ln>
            <a:solidFill>
              <a:srgbClr val="8B1B3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rgbClr val="8B1B3F"/>
              </a:solidFill>
            </a:endParaRP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C4439144-9674-570E-A1BF-D6144A73FE13}"/>
              </a:ext>
            </a:extLst>
          </p:cNvPr>
          <p:cNvGrpSpPr/>
          <p:nvPr/>
        </p:nvGrpSpPr>
        <p:grpSpPr>
          <a:xfrm>
            <a:off x="9209850" y="6602889"/>
            <a:ext cx="357750" cy="72000"/>
            <a:chOff x="2825645" y="5031746"/>
            <a:chExt cx="357750" cy="72000"/>
          </a:xfrm>
          <a:solidFill>
            <a:schemeClr val="tx1"/>
          </a:solidFill>
        </p:grpSpPr>
        <p:sp>
          <p:nvSpPr>
            <p:cNvPr id="28" name="Elipse 27">
              <a:extLst>
                <a:ext uri="{FF2B5EF4-FFF2-40B4-BE49-F238E27FC236}">
                  <a16:creationId xmlns:a16="http://schemas.microsoft.com/office/drawing/2014/main" id="{96AA6B3C-34D8-51F0-917C-9BEED635400A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7832800A-88BF-19F8-A47C-FE1805259AAA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08F4242B-15C5-782F-F77E-B053743A3ECA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cxnSp>
        <p:nvCxnSpPr>
          <p:cNvPr id="31" name="Conector recto 30">
            <a:extLst>
              <a:ext uri="{FF2B5EF4-FFF2-40B4-BE49-F238E27FC236}">
                <a16:creationId xmlns:a16="http://schemas.microsoft.com/office/drawing/2014/main" id="{A36ED6A9-787A-A0F5-CE76-1C5799697EC9}"/>
              </a:ext>
            </a:extLst>
          </p:cNvPr>
          <p:cNvCxnSpPr>
            <a:cxnSpLocks/>
          </p:cNvCxnSpPr>
          <p:nvPr/>
        </p:nvCxnSpPr>
        <p:spPr>
          <a:xfrm>
            <a:off x="2510725" y="6351557"/>
            <a:ext cx="0" cy="506443"/>
          </a:xfrm>
          <a:prstGeom prst="line">
            <a:avLst/>
          </a:prstGeom>
          <a:ln w="28575">
            <a:solidFill>
              <a:srgbClr val="8B1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9" name="Google Shape;294;p32">
            <a:extLst>
              <a:ext uri="{FF2B5EF4-FFF2-40B4-BE49-F238E27FC236}">
                <a16:creationId xmlns:a16="http://schemas.microsoft.com/office/drawing/2014/main" id="{9A97E094-CAE5-4D3B-1DB2-2F371F3C82CE}"/>
              </a:ext>
            </a:extLst>
          </p:cNvPr>
          <p:cNvGrpSpPr/>
          <p:nvPr/>
        </p:nvGrpSpPr>
        <p:grpSpPr>
          <a:xfrm flipV="1">
            <a:off x="1617781" y="1806871"/>
            <a:ext cx="8956437" cy="3583168"/>
            <a:chOff x="2776287" y="1968226"/>
            <a:chExt cx="3427402" cy="1703060"/>
          </a:xfrm>
        </p:grpSpPr>
        <p:sp>
          <p:nvSpPr>
            <p:cNvPr id="40" name="Google Shape;295;p32">
              <a:extLst>
                <a:ext uri="{FF2B5EF4-FFF2-40B4-BE49-F238E27FC236}">
                  <a16:creationId xmlns:a16="http://schemas.microsoft.com/office/drawing/2014/main" id="{69D48DAA-6527-F225-1740-5ADFF50E0B75}"/>
                </a:ext>
              </a:extLst>
            </p:cNvPr>
            <p:cNvSpPr/>
            <p:nvPr/>
          </p:nvSpPr>
          <p:spPr>
            <a:xfrm>
              <a:off x="2776287" y="2236652"/>
              <a:ext cx="473341" cy="1192751"/>
            </a:xfrm>
            <a:custGeom>
              <a:avLst/>
              <a:gdLst/>
              <a:ahLst/>
              <a:cxnLst/>
              <a:rect l="l" t="t" r="r" b="b"/>
              <a:pathLst>
                <a:path w="21881" h="55137" extrusionOk="0">
                  <a:moveTo>
                    <a:pt x="11413" y="0"/>
                  </a:moveTo>
                  <a:lnTo>
                    <a:pt x="10032" y="1454"/>
                  </a:lnTo>
                  <a:lnTo>
                    <a:pt x="7524" y="4507"/>
                  </a:lnTo>
                  <a:lnTo>
                    <a:pt x="5379" y="7742"/>
                  </a:lnTo>
                  <a:lnTo>
                    <a:pt x="3598" y="11158"/>
                  </a:lnTo>
                  <a:lnTo>
                    <a:pt x="2145" y="14684"/>
                  </a:lnTo>
                  <a:lnTo>
                    <a:pt x="1091" y="18282"/>
                  </a:lnTo>
                  <a:lnTo>
                    <a:pt x="364" y="21989"/>
                  </a:lnTo>
                  <a:lnTo>
                    <a:pt x="0" y="25697"/>
                  </a:lnTo>
                  <a:lnTo>
                    <a:pt x="0" y="29440"/>
                  </a:lnTo>
                  <a:lnTo>
                    <a:pt x="364" y="33184"/>
                  </a:lnTo>
                  <a:lnTo>
                    <a:pt x="1091" y="36855"/>
                  </a:lnTo>
                  <a:lnTo>
                    <a:pt x="2145" y="40489"/>
                  </a:lnTo>
                  <a:lnTo>
                    <a:pt x="3598" y="44015"/>
                  </a:lnTo>
                  <a:lnTo>
                    <a:pt x="5379" y="47395"/>
                  </a:lnTo>
                  <a:lnTo>
                    <a:pt x="7524" y="50630"/>
                  </a:lnTo>
                  <a:lnTo>
                    <a:pt x="10032" y="53683"/>
                  </a:lnTo>
                  <a:lnTo>
                    <a:pt x="11413" y="55137"/>
                  </a:lnTo>
                  <a:lnTo>
                    <a:pt x="11413" y="46050"/>
                  </a:lnTo>
                  <a:lnTo>
                    <a:pt x="11449" y="45759"/>
                  </a:lnTo>
                  <a:lnTo>
                    <a:pt x="11631" y="45287"/>
                  </a:lnTo>
                  <a:lnTo>
                    <a:pt x="12031" y="44887"/>
                  </a:lnTo>
                  <a:lnTo>
                    <a:pt x="12503" y="44705"/>
                  </a:lnTo>
                  <a:lnTo>
                    <a:pt x="12794" y="44669"/>
                  </a:lnTo>
                  <a:lnTo>
                    <a:pt x="21880" y="44669"/>
                  </a:lnTo>
                  <a:lnTo>
                    <a:pt x="21044" y="43797"/>
                  </a:lnTo>
                  <a:lnTo>
                    <a:pt x="19518" y="41979"/>
                  </a:lnTo>
                  <a:lnTo>
                    <a:pt x="18209" y="39980"/>
                  </a:lnTo>
                  <a:lnTo>
                    <a:pt x="17083" y="37909"/>
                  </a:lnTo>
                  <a:lnTo>
                    <a:pt x="16174" y="35728"/>
                  </a:lnTo>
                  <a:lnTo>
                    <a:pt x="15483" y="33438"/>
                  </a:lnTo>
                  <a:lnTo>
                    <a:pt x="15011" y="31112"/>
                  </a:lnTo>
                  <a:lnTo>
                    <a:pt x="14793" y="28750"/>
                  </a:lnTo>
                  <a:lnTo>
                    <a:pt x="14757" y="27550"/>
                  </a:lnTo>
                  <a:lnTo>
                    <a:pt x="14793" y="26351"/>
                  </a:lnTo>
                  <a:lnTo>
                    <a:pt x="15011" y="23952"/>
                  </a:lnTo>
                  <a:lnTo>
                    <a:pt x="15483" y="21626"/>
                  </a:lnTo>
                  <a:lnTo>
                    <a:pt x="16174" y="19372"/>
                  </a:lnTo>
                  <a:lnTo>
                    <a:pt x="17083" y="17192"/>
                  </a:lnTo>
                  <a:lnTo>
                    <a:pt x="18209" y="15084"/>
                  </a:lnTo>
                  <a:lnTo>
                    <a:pt x="19518" y="13121"/>
                  </a:lnTo>
                  <a:lnTo>
                    <a:pt x="21044" y="11267"/>
                  </a:lnTo>
                  <a:lnTo>
                    <a:pt x="21880" y="10431"/>
                  </a:lnTo>
                  <a:lnTo>
                    <a:pt x="21880" y="1381"/>
                  </a:lnTo>
                  <a:lnTo>
                    <a:pt x="21844" y="1091"/>
                  </a:lnTo>
                  <a:lnTo>
                    <a:pt x="21662" y="582"/>
                  </a:lnTo>
                  <a:lnTo>
                    <a:pt x="21262" y="218"/>
                  </a:lnTo>
                  <a:lnTo>
                    <a:pt x="20790" y="37"/>
                  </a:lnTo>
                  <a:lnTo>
                    <a:pt x="2049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1" name="Google Shape;296;p32">
              <a:extLst>
                <a:ext uri="{FF2B5EF4-FFF2-40B4-BE49-F238E27FC236}">
                  <a16:creationId xmlns:a16="http://schemas.microsoft.com/office/drawing/2014/main" id="{077F8A4F-332C-5F43-C1E3-F92E60BA6EA7}"/>
                </a:ext>
              </a:extLst>
            </p:cNvPr>
            <p:cNvSpPr/>
            <p:nvPr/>
          </p:nvSpPr>
          <p:spPr>
            <a:xfrm>
              <a:off x="3031197" y="1978217"/>
              <a:ext cx="1190415" cy="476477"/>
            </a:xfrm>
            <a:custGeom>
              <a:avLst/>
              <a:gdLst/>
              <a:ahLst/>
              <a:cxnLst/>
              <a:rect l="l" t="t" r="r" b="b"/>
              <a:pathLst>
                <a:path w="55029" h="22026" extrusionOk="0">
                  <a:moveTo>
                    <a:pt x="27587" y="0"/>
                  </a:moveTo>
                  <a:lnTo>
                    <a:pt x="25661" y="36"/>
                  </a:lnTo>
                  <a:lnTo>
                    <a:pt x="21845" y="436"/>
                  </a:lnTo>
                  <a:lnTo>
                    <a:pt x="18065" y="1163"/>
                  </a:lnTo>
                  <a:lnTo>
                    <a:pt x="14430" y="2290"/>
                  </a:lnTo>
                  <a:lnTo>
                    <a:pt x="10904" y="3744"/>
                  </a:lnTo>
                  <a:lnTo>
                    <a:pt x="7561" y="5525"/>
                  </a:lnTo>
                  <a:lnTo>
                    <a:pt x="4362" y="7669"/>
                  </a:lnTo>
                  <a:lnTo>
                    <a:pt x="1418" y="10104"/>
                  </a:lnTo>
                  <a:lnTo>
                    <a:pt x="1" y="11449"/>
                  </a:lnTo>
                  <a:lnTo>
                    <a:pt x="9087" y="11449"/>
                  </a:lnTo>
                  <a:lnTo>
                    <a:pt x="9378" y="11485"/>
                  </a:lnTo>
                  <a:lnTo>
                    <a:pt x="9850" y="11667"/>
                  </a:lnTo>
                  <a:lnTo>
                    <a:pt x="10250" y="12067"/>
                  </a:lnTo>
                  <a:lnTo>
                    <a:pt x="10432" y="12539"/>
                  </a:lnTo>
                  <a:lnTo>
                    <a:pt x="10468" y="12830"/>
                  </a:lnTo>
                  <a:lnTo>
                    <a:pt x="10468" y="21916"/>
                  </a:lnTo>
                  <a:lnTo>
                    <a:pt x="11341" y="21081"/>
                  </a:lnTo>
                  <a:lnTo>
                    <a:pt x="13158" y="19554"/>
                  </a:lnTo>
                  <a:lnTo>
                    <a:pt x="15157" y="18209"/>
                  </a:lnTo>
                  <a:lnTo>
                    <a:pt x="17229" y="17119"/>
                  </a:lnTo>
                  <a:lnTo>
                    <a:pt x="19409" y="16210"/>
                  </a:lnTo>
                  <a:lnTo>
                    <a:pt x="21699" y="15520"/>
                  </a:lnTo>
                  <a:lnTo>
                    <a:pt x="24025" y="15047"/>
                  </a:lnTo>
                  <a:lnTo>
                    <a:pt x="26388" y="14829"/>
                  </a:lnTo>
                  <a:lnTo>
                    <a:pt x="27623" y="14793"/>
                  </a:lnTo>
                  <a:lnTo>
                    <a:pt x="28859" y="14829"/>
                  </a:lnTo>
                  <a:lnTo>
                    <a:pt x="31222" y="15047"/>
                  </a:lnTo>
                  <a:lnTo>
                    <a:pt x="33475" y="15483"/>
                  </a:lnTo>
                  <a:lnTo>
                    <a:pt x="35620" y="16174"/>
                  </a:lnTo>
                  <a:lnTo>
                    <a:pt x="37691" y="17046"/>
                  </a:lnTo>
                  <a:lnTo>
                    <a:pt x="39727" y="18209"/>
                  </a:lnTo>
                  <a:lnTo>
                    <a:pt x="41689" y="19554"/>
                  </a:lnTo>
                  <a:lnTo>
                    <a:pt x="43616" y="21153"/>
                  </a:lnTo>
                  <a:lnTo>
                    <a:pt x="44597" y="22025"/>
                  </a:lnTo>
                  <a:lnTo>
                    <a:pt x="53974" y="22025"/>
                  </a:lnTo>
                  <a:lnTo>
                    <a:pt x="54447" y="21807"/>
                  </a:lnTo>
                  <a:lnTo>
                    <a:pt x="54810" y="21444"/>
                  </a:lnTo>
                  <a:lnTo>
                    <a:pt x="55028" y="20935"/>
                  </a:lnTo>
                  <a:lnTo>
                    <a:pt x="55028" y="20681"/>
                  </a:lnTo>
                  <a:lnTo>
                    <a:pt x="55028" y="11594"/>
                  </a:lnTo>
                  <a:lnTo>
                    <a:pt x="54447" y="11049"/>
                  </a:lnTo>
                  <a:lnTo>
                    <a:pt x="53865" y="10504"/>
                  </a:lnTo>
                  <a:lnTo>
                    <a:pt x="52375" y="9195"/>
                  </a:lnTo>
                  <a:lnTo>
                    <a:pt x="49322" y="6869"/>
                  </a:lnTo>
                  <a:lnTo>
                    <a:pt x="46233" y="4870"/>
                  </a:lnTo>
                  <a:lnTo>
                    <a:pt x="43070" y="3235"/>
                  </a:lnTo>
                  <a:lnTo>
                    <a:pt x="39799" y="1963"/>
                  </a:lnTo>
                  <a:lnTo>
                    <a:pt x="36456" y="981"/>
                  </a:lnTo>
                  <a:lnTo>
                    <a:pt x="33003" y="363"/>
                  </a:lnTo>
                  <a:lnTo>
                    <a:pt x="29441" y="36"/>
                  </a:lnTo>
                  <a:lnTo>
                    <a:pt x="27587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2" name="Google Shape;297;p32">
              <a:extLst>
                <a:ext uri="{FF2B5EF4-FFF2-40B4-BE49-F238E27FC236}">
                  <a16:creationId xmlns:a16="http://schemas.microsoft.com/office/drawing/2014/main" id="{A1A72FD3-6C26-2837-B605-8684202032B0}"/>
                </a:ext>
              </a:extLst>
            </p:cNvPr>
            <p:cNvSpPr/>
            <p:nvPr/>
          </p:nvSpPr>
          <p:spPr>
            <a:xfrm>
              <a:off x="3994347" y="2219030"/>
              <a:ext cx="996977" cy="1188814"/>
            </a:xfrm>
            <a:custGeom>
              <a:avLst/>
              <a:gdLst/>
              <a:ahLst/>
              <a:cxnLst/>
              <a:rect l="l" t="t" r="r" b="b"/>
              <a:pathLst>
                <a:path w="46087" h="54955" extrusionOk="0">
                  <a:moveTo>
                    <a:pt x="35619" y="0"/>
                  </a:moveTo>
                  <a:lnTo>
                    <a:pt x="35038" y="545"/>
                  </a:lnTo>
                  <a:lnTo>
                    <a:pt x="33475" y="2072"/>
                  </a:lnTo>
                  <a:lnTo>
                    <a:pt x="30458" y="5379"/>
                  </a:lnTo>
                  <a:lnTo>
                    <a:pt x="26024" y="10831"/>
                  </a:lnTo>
                  <a:lnTo>
                    <a:pt x="23080" y="14829"/>
                  </a:lnTo>
                  <a:lnTo>
                    <a:pt x="20499" y="18318"/>
                  </a:lnTo>
                  <a:lnTo>
                    <a:pt x="17882" y="21989"/>
                  </a:lnTo>
                  <a:lnTo>
                    <a:pt x="16247" y="24279"/>
                  </a:lnTo>
                  <a:lnTo>
                    <a:pt x="15084" y="25878"/>
                  </a:lnTo>
                  <a:lnTo>
                    <a:pt x="13993" y="27441"/>
                  </a:lnTo>
                  <a:lnTo>
                    <a:pt x="10104" y="32784"/>
                  </a:lnTo>
                  <a:lnTo>
                    <a:pt x="4907" y="39363"/>
                  </a:lnTo>
                  <a:lnTo>
                    <a:pt x="1599" y="42961"/>
                  </a:lnTo>
                  <a:lnTo>
                    <a:pt x="0" y="44524"/>
                  </a:lnTo>
                  <a:lnTo>
                    <a:pt x="0" y="53610"/>
                  </a:lnTo>
                  <a:lnTo>
                    <a:pt x="37" y="53865"/>
                  </a:lnTo>
                  <a:lnTo>
                    <a:pt x="218" y="54373"/>
                  </a:lnTo>
                  <a:lnTo>
                    <a:pt x="582" y="54737"/>
                  </a:lnTo>
                  <a:lnTo>
                    <a:pt x="1091" y="54955"/>
                  </a:lnTo>
                  <a:lnTo>
                    <a:pt x="10468" y="54955"/>
                  </a:lnTo>
                  <a:lnTo>
                    <a:pt x="12103" y="53356"/>
                  </a:lnTo>
                  <a:lnTo>
                    <a:pt x="15302" y="49939"/>
                  </a:lnTo>
                  <a:lnTo>
                    <a:pt x="19954" y="44269"/>
                  </a:lnTo>
                  <a:lnTo>
                    <a:pt x="23080" y="40053"/>
                  </a:lnTo>
                  <a:lnTo>
                    <a:pt x="25624" y="36564"/>
                  </a:lnTo>
                  <a:lnTo>
                    <a:pt x="28277" y="32893"/>
                  </a:lnTo>
                  <a:lnTo>
                    <a:pt x="29913" y="30603"/>
                  </a:lnTo>
                  <a:lnTo>
                    <a:pt x="32166" y="27441"/>
                  </a:lnTo>
                  <a:lnTo>
                    <a:pt x="35873" y="22353"/>
                  </a:lnTo>
                  <a:lnTo>
                    <a:pt x="40816" y="16065"/>
                  </a:lnTo>
                  <a:lnTo>
                    <a:pt x="43942" y="12503"/>
                  </a:lnTo>
                  <a:lnTo>
                    <a:pt x="45505" y="10977"/>
                  </a:lnTo>
                  <a:lnTo>
                    <a:pt x="45796" y="10722"/>
                  </a:lnTo>
                  <a:lnTo>
                    <a:pt x="46087" y="10431"/>
                  </a:lnTo>
                  <a:lnTo>
                    <a:pt x="36709" y="10431"/>
                  </a:lnTo>
                  <a:lnTo>
                    <a:pt x="36237" y="10213"/>
                  </a:lnTo>
                  <a:lnTo>
                    <a:pt x="35837" y="9850"/>
                  </a:lnTo>
                  <a:lnTo>
                    <a:pt x="35655" y="9341"/>
                  </a:lnTo>
                  <a:lnTo>
                    <a:pt x="35619" y="9087"/>
                  </a:lnTo>
                  <a:lnTo>
                    <a:pt x="35619" y="0"/>
                  </a:lnTo>
                  <a:close/>
                </a:path>
              </a:pathLst>
            </a:custGeom>
            <a:solidFill>
              <a:srgbClr val="183548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3" name="Google Shape;298;p32">
              <a:extLst>
                <a:ext uri="{FF2B5EF4-FFF2-40B4-BE49-F238E27FC236}">
                  <a16:creationId xmlns:a16="http://schemas.microsoft.com/office/drawing/2014/main" id="{882E09B6-7610-3F35-6787-9F9139014BCA}"/>
                </a:ext>
              </a:extLst>
            </p:cNvPr>
            <p:cNvSpPr/>
            <p:nvPr/>
          </p:nvSpPr>
          <p:spPr>
            <a:xfrm>
              <a:off x="4770850" y="3176657"/>
              <a:ext cx="1190415" cy="474920"/>
            </a:xfrm>
            <a:custGeom>
              <a:avLst/>
              <a:gdLst/>
              <a:ahLst/>
              <a:cxnLst/>
              <a:rect l="l" t="t" r="r" b="b"/>
              <a:pathLst>
                <a:path w="55029" h="21954" extrusionOk="0">
                  <a:moveTo>
                    <a:pt x="10468" y="1"/>
                  </a:moveTo>
                  <a:lnTo>
                    <a:pt x="10468" y="9087"/>
                  </a:lnTo>
                  <a:lnTo>
                    <a:pt x="10432" y="9342"/>
                  </a:lnTo>
                  <a:lnTo>
                    <a:pt x="10250" y="9850"/>
                  </a:lnTo>
                  <a:lnTo>
                    <a:pt x="9850" y="10214"/>
                  </a:lnTo>
                  <a:lnTo>
                    <a:pt x="9378" y="10432"/>
                  </a:lnTo>
                  <a:lnTo>
                    <a:pt x="1" y="10432"/>
                  </a:lnTo>
                  <a:lnTo>
                    <a:pt x="546" y="10941"/>
                  </a:lnTo>
                  <a:lnTo>
                    <a:pt x="837" y="11195"/>
                  </a:lnTo>
                  <a:lnTo>
                    <a:pt x="1127" y="11450"/>
                  </a:lnTo>
                  <a:lnTo>
                    <a:pt x="2618" y="12758"/>
                  </a:lnTo>
                  <a:lnTo>
                    <a:pt x="5671" y="15084"/>
                  </a:lnTo>
                  <a:lnTo>
                    <a:pt x="8760" y="17083"/>
                  </a:lnTo>
                  <a:lnTo>
                    <a:pt x="11922" y="18719"/>
                  </a:lnTo>
                  <a:lnTo>
                    <a:pt x="15157" y="19991"/>
                  </a:lnTo>
                  <a:lnTo>
                    <a:pt x="18501" y="20972"/>
                  </a:lnTo>
                  <a:lnTo>
                    <a:pt x="21954" y="21590"/>
                  </a:lnTo>
                  <a:lnTo>
                    <a:pt x="25552" y="21917"/>
                  </a:lnTo>
                  <a:lnTo>
                    <a:pt x="27369" y="21953"/>
                  </a:lnTo>
                  <a:lnTo>
                    <a:pt x="27514" y="21953"/>
                  </a:lnTo>
                  <a:lnTo>
                    <a:pt x="29441" y="21917"/>
                  </a:lnTo>
                  <a:lnTo>
                    <a:pt x="33293" y="21517"/>
                  </a:lnTo>
                  <a:lnTo>
                    <a:pt x="37037" y="20754"/>
                  </a:lnTo>
                  <a:lnTo>
                    <a:pt x="40672" y="19627"/>
                  </a:lnTo>
                  <a:lnTo>
                    <a:pt x="44161" y="18174"/>
                  </a:lnTo>
                  <a:lnTo>
                    <a:pt x="47505" y="16356"/>
                  </a:lnTo>
                  <a:lnTo>
                    <a:pt x="50667" y="14212"/>
                  </a:lnTo>
                  <a:lnTo>
                    <a:pt x="53647" y="11777"/>
                  </a:lnTo>
                  <a:lnTo>
                    <a:pt x="55028" y="10432"/>
                  </a:lnTo>
                  <a:lnTo>
                    <a:pt x="55028" y="1345"/>
                  </a:lnTo>
                  <a:lnTo>
                    <a:pt x="54992" y="1055"/>
                  </a:lnTo>
                  <a:lnTo>
                    <a:pt x="54810" y="582"/>
                  </a:lnTo>
                  <a:lnTo>
                    <a:pt x="54447" y="219"/>
                  </a:lnTo>
                  <a:lnTo>
                    <a:pt x="53938" y="1"/>
                  </a:lnTo>
                  <a:lnTo>
                    <a:pt x="44633" y="1"/>
                  </a:lnTo>
                  <a:lnTo>
                    <a:pt x="44561" y="37"/>
                  </a:lnTo>
                  <a:lnTo>
                    <a:pt x="43688" y="873"/>
                  </a:lnTo>
                  <a:lnTo>
                    <a:pt x="41871" y="2400"/>
                  </a:lnTo>
                  <a:lnTo>
                    <a:pt x="39908" y="3708"/>
                  </a:lnTo>
                  <a:lnTo>
                    <a:pt x="37837" y="4835"/>
                  </a:lnTo>
                  <a:lnTo>
                    <a:pt x="35656" y="5743"/>
                  </a:lnTo>
                  <a:lnTo>
                    <a:pt x="33402" y="6434"/>
                  </a:lnTo>
                  <a:lnTo>
                    <a:pt x="31076" y="6906"/>
                  </a:lnTo>
                  <a:lnTo>
                    <a:pt x="28714" y="7124"/>
                  </a:lnTo>
                  <a:lnTo>
                    <a:pt x="27514" y="7161"/>
                  </a:lnTo>
                  <a:lnTo>
                    <a:pt x="26206" y="7161"/>
                  </a:lnTo>
                  <a:lnTo>
                    <a:pt x="23916" y="6943"/>
                  </a:lnTo>
                  <a:lnTo>
                    <a:pt x="21735" y="6507"/>
                  </a:lnTo>
                  <a:lnTo>
                    <a:pt x="19664" y="5889"/>
                  </a:lnTo>
                  <a:lnTo>
                    <a:pt x="17628" y="5053"/>
                  </a:lnTo>
                  <a:lnTo>
                    <a:pt x="15702" y="4035"/>
                  </a:lnTo>
                  <a:lnTo>
                    <a:pt x="13812" y="2763"/>
                  </a:lnTo>
                  <a:lnTo>
                    <a:pt x="11922" y="1309"/>
                  </a:lnTo>
                  <a:lnTo>
                    <a:pt x="10977" y="473"/>
                  </a:lnTo>
                  <a:lnTo>
                    <a:pt x="10468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4" name="Google Shape;299;p32">
              <a:extLst>
                <a:ext uri="{FF2B5EF4-FFF2-40B4-BE49-F238E27FC236}">
                  <a16:creationId xmlns:a16="http://schemas.microsoft.com/office/drawing/2014/main" id="{A6B1B6CD-4E21-9341-298A-DF470649EF61}"/>
                </a:ext>
              </a:extLst>
            </p:cNvPr>
            <p:cNvSpPr/>
            <p:nvPr/>
          </p:nvSpPr>
          <p:spPr>
            <a:xfrm>
              <a:off x="5731927" y="2217451"/>
              <a:ext cx="471762" cy="1190393"/>
            </a:xfrm>
            <a:custGeom>
              <a:avLst/>
              <a:gdLst/>
              <a:ahLst/>
              <a:cxnLst/>
              <a:rect l="l" t="t" r="r" b="b"/>
              <a:pathLst>
                <a:path w="21808" h="55028" extrusionOk="0">
                  <a:moveTo>
                    <a:pt x="1345" y="1"/>
                  </a:moveTo>
                  <a:lnTo>
                    <a:pt x="1054" y="37"/>
                  </a:lnTo>
                  <a:lnTo>
                    <a:pt x="582" y="219"/>
                  </a:lnTo>
                  <a:lnTo>
                    <a:pt x="218" y="618"/>
                  </a:lnTo>
                  <a:lnTo>
                    <a:pt x="0" y="1091"/>
                  </a:lnTo>
                  <a:lnTo>
                    <a:pt x="0" y="1382"/>
                  </a:lnTo>
                  <a:lnTo>
                    <a:pt x="0" y="10468"/>
                  </a:lnTo>
                  <a:lnTo>
                    <a:pt x="218" y="10723"/>
                  </a:lnTo>
                  <a:lnTo>
                    <a:pt x="473" y="10977"/>
                  </a:lnTo>
                  <a:lnTo>
                    <a:pt x="1309" y="11849"/>
                  </a:lnTo>
                  <a:lnTo>
                    <a:pt x="2763" y="13776"/>
                  </a:lnTo>
                  <a:lnTo>
                    <a:pt x="3998" y="15775"/>
                  </a:lnTo>
                  <a:lnTo>
                    <a:pt x="5052" y="17846"/>
                  </a:lnTo>
                  <a:lnTo>
                    <a:pt x="5852" y="20027"/>
                  </a:lnTo>
                  <a:lnTo>
                    <a:pt x="6470" y="22208"/>
                  </a:lnTo>
                  <a:lnTo>
                    <a:pt x="6870" y="24461"/>
                  </a:lnTo>
                  <a:lnTo>
                    <a:pt x="7051" y="26751"/>
                  </a:lnTo>
                  <a:lnTo>
                    <a:pt x="7015" y="29004"/>
                  </a:lnTo>
                  <a:lnTo>
                    <a:pt x="6761" y="31258"/>
                  </a:lnTo>
                  <a:lnTo>
                    <a:pt x="6288" y="33511"/>
                  </a:lnTo>
                  <a:lnTo>
                    <a:pt x="5634" y="35692"/>
                  </a:lnTo>
                  <a:lnTo>
                    <a:pt x="4762" y="37836"/>
                  </a:lnTo>
                  <a:lnTo>
                    <a:pt x="3671" y="39872"/>
                  </a:lnTo>
                  <a:lnTo>
                    <a:pt x="2363" y="41834"/>
                  </a:lnTo>
                  <a:lnTo>
                    <a:pt x="836" y="43688"/>
                  </a:lnTo>
                  <a:lnTo>
                    <a:pt x="0" y="44597"/>
                  </a:lnTo>
                  <a:lnTo>
                    <a:pt x="9341" y="44597"/>
                  </a:lnTo>
                  <a:lnTo>
                    <a:pt x="9850" y="44815"/>
                  </a:lnTo>
                  <a:lnTo>
                    <a:pt x="10213" y="45178"/>
                  </a:lnTo>
                  <a:lnTo>
                    <a:pt x="10432" y="45651"/>
                  </a:lnTo>
                  <a:lnTo>
                    <a:pt x="10432" y="45941"/>
                  </a:lnTo>
                  <a:lnTo>
                    <a:pt x="10432" y="55028"/>
                  </a:lnTo>
                  <a:lnTo>
                    <a:pt x="11776" y="53647"/>
                  </a:lnTo>
                  <a:lnTo>
                    <a:pt x="14211" y="50666"/>
                  </a:lnTo>
                  <a:lnTo>
                    <a:pt x="16320" y="47504"/>
                  </a:lnTo>
                  <a:lnTo>
                    <a:pt x="18100" y="44124"/>
                  </a:lnTo>
                  <a:lnTo>
                    <a:pt x="19554" y="40635"/>
                  </a:lnTo>
                  <a:lnTo>
                    <a:pt x="20645" y="37000"/>
                  </a:lnTo>
                  <a:lnTo>
                    <a:pt x="21372" y="33257"/>
                  </a:lnTo>
                  <a:lnTo>
                    <a:pt x="21771" y="29441"/>
                  </a:lnTo>
                  <a:lnTo>
                    <a:pt x="21808" y="27514"/>
                  </a:lnTo>
                  <a:lnTo>
                    <a:pt x="21771" y="25588"/>
                  </a:lnTo>
                  <a:lnTo>
                    <a:pt x="21372" y="21772"/>
                  </a:lnTo>
                  <a:lnTo>
                    <a:pt x="20645" y="18028"/>
                  </a:lnTo>
                  <a:lnTo>
                    <a:pt x="19554" y="14393"/>
                  </a:lnTo>
                  <a:lnTo>
                    <a:pt x="18100" y="10868"/>
                  </a:lnTo>
                  <a:lnTo>
                    <a:pt x="16320" y="7524"/>
                  </a:lnTo>
                  <a:lnTo>
                    <a:pt x="14211" y="4362"/>
                  </a:lnTo>
                  <a:lnTo>
                    <a:pt x="11776" y="13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5" name="Google Shape;300;p32">
              <a:extLst>
                <a:ext uri="{FF2B5EF4-FFF2-40B4-BE49-F238E27FC236}">
                  <a16:creationId xmlns:a16="http://schemas.microsoft.com/office/drawing/2014/main" id="{F7E37022-D132-024E-2F2C-76085E5B581E}"/>
                </a:ext>
              </a:extLst>
            </p:cNvPr>
            <p:cNvSpPr/>
            <p:nvPr/>
          </p:nvSpPr>
          <p:spPr>
            <a:xfrm>
              <a:off x="4767220" y="1968226"/>
              <a:ext cx="1189614" cy="475699"/>
            </a:xfrm>
            <a:custGeom>
              <a:avLst/>
              <a:gdLst/>
              <a:ahLst/>
              <a:cxnLst/>
              <a:rect l="l" t="t" r="r" b="b"/>
              <a:pathLst>
                <a:path w="54992" h="21990" extrusionOk="0">
                  <a:moveTo>
                    <a:pt x="27368" y="0"/>
                  </a:moveTo>
                  <a:lnTo>
                    <a:pt x="25515" y="36"/>
                  </a:lnTo>
                  <a:lnTo>
                    <a:pt x="21917" y="363"/>
                  </a:lnTo>
                  <a:lnTo>
                    <a:pt x="18464" y="981"/>
                  </a:lnTo>
                  <a:lnTo>
                    <a:pt x="15120" y="1963"/>
                  </a:lnTo>
                  <a:lnTo>
                    <a:pt x="11885" y="3235"/>
                  </a:lnTo>
                  <a:lnTo>
                    <a:pt x="8723" y="4870"/>
                  </a:lnTo>
                  <a:lnTo>
                    <a:pt x="5634" y="6869"/>
                  </a:lnTo>
                  <a:lnTo>
                    <a:pt x="2581" y="9195"/>
                  </a:lnTo>
                  <a:lnTo>
                    <a:pt x="1090" y="10504"/>
                  </a:lnTo>
                  <a:lnTo>
                    <a:pt x="545" y="11013"/>
                  </a:lnTo>
                  <a:lnTo>
                    <a:pt x="0" y="11522"/>
                  </a:lnTo>
                  <a:lnTo>
                    <a:pt x="0" y="20608"/>
                  </a:lnTo>
                  <a:lnTo>
                    <a:pt x="0" y="20899"/>
                  </a:lnTo>
                  <a:lnTo>
                    <a:pt x="218" y="21371"/>
                  </a:lnTo>
                  <a:lnTo>
                    <a:pt x="582" y="21735"/>
                  </a:lnTo>
                  <a:lnTo>
                    <a:pt x="1054" y="21953"/>
                  </a:lnTo>
                  <a:lnTo>
                    <a:pt x="10431" y="21953"/>
                  </a:lnTo>
                  <a:lnTo>
                    <a:pt x="11413" y="21081"/>
                  </a:lnTo>
                  <a:lnTo>
                    <a:pt x="13339" y="19518"/>
                  </a:lnTo>
                  <a:lnTo>
                    <a:pt x="15302" y="18173"/>
                  </a:lnTo>
                  <a:lnTo>
                    <a:pt x="17301" y="17046"/>
                  </a:lnTo>
                  <a:lnTo>
                    <a:pt x="19372" y="16137"/>
                  </a:lnTo>
                  <a:lnTo>
                    <a:pt x="21517" y="15483"/>
                  </a:lnTo>
                  <a:lnTo>
                    <a:pt x="23770" y="15047"/>
                  </a:lnTo>
                  <a:lnTo>
                    <a:pt x="26133" y="14829"/>
                  </a:lnTo>
                  <a:lnTo>
                    <a:pt x="27368" y="14793"/>
                  </a:lnTo>
                  <a:lnTo>
                    <a:pt x="27514" y="14793"/>
                  </a:lnTo>
                  <a:lnTo>
                    <a:pt x="28713" y="14829"/>
                  </a:lnTo>
                  <a:lnTo>
                    <a:pt x="31076" y="15083"/>
                  </a:lnTo>
                  <a:lnTo>
                    <a:pt x="33402" y="15556"/>
                  </a:lnTo>
                  <a:lnTo>
                    <a:pt x="35655" y="16247"/>
                  </a:lnTo>
                  <a:lnTo>
                    <a:pt x="37800" y="17155"/>
                  </a:lnTo>
                  <a:lnTo>
                    <a:pt x="39908" y="18282"/>
                  </a:lnTo>
                  <a:lnTo>
                    <a:pt x="41870" y="19627"/>
                  </a:lnTo>
                  <a:lnTo>
                    <a:pt x="43688" y="21153"/>
                  </a:lnTo>
                  <a:lnTo>
                    <a:pt x="44560" y="21989"/>
                  </a:lnTo>
                  <a:lnTo>
                    <a:pt x="44560" y="12903"/>
                  </a:lnTo>
                  <a:lnTo>
                    <a:pt x="44560" y="12612"/>
                  </a:lnTo>
                  <a:lnTo>
                    <a:pt x="44778" y="12139"/>
                  </a:lnTo>
                  <a:lnTo>
                    <a:pt x="45141" y="11740"/>
                  </a:lnTo>
                  <a:lnTo>
                    <a:pt x="45614" y="11558"/>
                  </a:lnTo>
                  <a:lnTo>
                    <a:pt x="45905" y="11522"/>
                  </a:lnTo>
                  <a:lnTo>
                    <a:pt x="54991" y="11522"/>
                  </a:lnTo>
                  <a:lnTo>
                    <a:pt x="53610" y="10177"/>
                  </a:lnTo>
                  <a:lnTo>
                    <a:pt x="50666" y="7742"/>
                  </a:lnTo>
                  <a:lnTo>
                    <a:pt x="47468" y="5597"/>
                  </a:lnTo>
                  <a:lnTo>
                    <a:pt x="44124" y="3780"/>
                  </a:lnTo>
                  <a:lnTo>
                    <a:pt x="40635" y="2326"/>
                  </a:lnTo>
                  <a:lnTo>
                    <a:pt x="37000" y="1199"/>
                  </a:lnTo>
                  <a:lnTo>
                    <a:pt x="33256" y="436"/>
                  </a:lnTo>
                  <a:lnTo>
                    <a:pt x="29440" y="36"/>
                  </a:lnTo>
                  <a:lnTo>
                    <a:pt x="27477" y="0"/>
                  </a:lnTo>
                  <a:close/>
                </a:path>
              </a:pathLst>
            </a:custGeom>
            <a:solidFill>
              <a:srgbClr val="FFC000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6" name="Google Shape;301;p32">
              <a:extLst>
                <a:ext uri="{FF2B5EF4-FFF2-40B4-BE49-F238E27FC236}">
                  <a16:creationId xmlns:a16="http://schemas.microsoft.com/office/drawing/2014/main" id="{B16ED892-5DFB-F7B7-E8BE-EF83697D8C91}"/>
                </a:ext>
              </a:extLst>
            </p:cNvPr>
            <p:cNvSpPr/>
            <p:nvPr/>
          </p:nvSpPr>
          <p:spPr>
            <a:xfrm>
              <a:off x="3019931" y="3194787"/>
              <a:ext cx="1189614" cy="476499"/>
            </a:xfrm>
            <a:custGeom>
              <a:avLst/>
              <a:gdLst/>
              <a:ahLst/>
              <a:cxnLst/>
              <a:rect l="l" t="t" r="r" b="b"/>
              <a:pathLst>
                <a:path w="54992" h="22027" extrusionOk="0">
                  <a:moveTo>
                    <a:pt x="44524" y="1"/>
                  </a:moveTo>
                  <a:lnTo>
                    <a:pt x="43579" y="909"/>
                  </a:lnTo>
                  <a:lnTo>
                    <a:pt x="41616" y="2472"/>
                  </a:lnTo>
                  <a:lnTo>
                    <a:pt x="39653" y="3853"/>
                  </a:lnTo>
                  <a:lnTo>
                    <a:pt x="37654" y="4980"/>
                  </a:lnTo>
                  <a:lnTo>
                    <a:pt x="35583" y="5889"/>
                  </a:lnTo>
                  <a:lnTo>
                    <a:pt x="33438" y="6579"/>
                  </a:lnTo>
                  <a:lnTo>
                    <a:pt x="31185" y="7015"/>
                  </a:lnTo>
                  <a:lnTo>
                    <a:pt x="28822" y="7233"/>
                  </a:lnTo>
                  <a:lnTo>
                    <a:pt x="27586" y="7270"/>
                  </a:lnTo>
                  <a:lnTo>
                    <a:pt x="26423" y="7270"/>
                  </a:lnTo>
                  <a:lnTo>
                    <a:pt x="24134" y="7052"/>
                  </a:lnTo>
                  <a:lnTo>
                    <a:pt x="21917" y="6616"/>
                  </a:lnTo>
                  <a:lnTo>
                    <a:pt x="19736" y="5961"/>
                  </a:lnTo>
                  <a:lnTo>
                    <a:pt x="17628" y="5125"/>
                  </a:lnTo>
                  <a:lnTo>
                    <a:pt x="15592" y="4108"/>
                  </a:lnTo>
                  <a:lnTo>
                    <a:pt x="13702" y="2908"/>
                  </a:lnTo>
                  <a:lnTo>
                    <a:pt x="11885" y="1491"/>
                  </a:lnTo>
                  <a:lnTo>
                    <a:pt x="11013" y="728"/>
                  </a:lnTo>
                  <a:lnTo>
                    <a:pt x="10722" y="437"/>
                  </a:lnTo>
                  <a:lnTo>
                    <a:pt x="10431" y="146"/>
                  </a:lnTo>
                  <a:lnTo>
                    <a:pt x="1345" y="146"/>
                  </a:lnTo>
                  <a:lnTo>
                    <a:pt x="1090" y="182"/>
                  </a:lnTo>
                  <a:lnTo>
                    <a:pt x="582" y="364"/>
                  </a:lnTo>
                  <a:lnTo>
                    <a:pt x="218" y="764"/>
                  </a:lnTo>
                  <a:lnTo>
                    <a:pt x="0" y="1236"/>
                  </a:lnTo>
                  <a:lnTo>
                    <a:pt x="0" y="1527"/>
                  </a:lnTo>
                  <a:lnTo>
                    <a:pt x="0" y="10614"/>
                  </a:lnTo>
                  <a:lnTo>
                    <a:pt x="291" y="10904"/>
                  </a:lnTo>
                  <a:lnTo>
                    <a:pt x="582" y="11195"/>
                  </a:lnTo>
                  <a:lnTo>
                    <a:pt x="1963" y="12467"/>
                  </a:lnTo>
                  <a:lnTo>
                    <a:pt x="4870" y="14793"/>
                  </a:lnTo>
                  <a:lnTo>
                    <a:pt x="8033" y="16829"/>
                  </a:lnTo>
                  <a:lnTo>
                    <a:pt x="11304" y="18501"/>
                  </a:lnTo>
                  <a:lnTo>
                    <a:pt x="14756" y="19882"/>
                  </a:lnTo>
                  <a:lnTo>
                    <a:pt x="18318" y="20936"/>
                  </a:lnTo>
                  <a:lnTo>
                    <a:pt x="21953" y="21663"/>
                  </a:lnTo>
                  <a:lnTo>
                    <a:pt x="25697" y="21990"/>
                  </a:lnTo>
                  <a:lnTo>
                    <a:pt x="27586" y="22026"/>
                  </a:lnTo>
                  <a:lnTo>
                    <a:pt x="29404" y="21990"/>
                  </a:lnTo>
                  <a:lnTo>
                    <a:pt x="33002" y="21699"/>
                  </a:lnTo>
                  <a:lnTo>
                    <a:pt x="36455" y="21045"/>
                  </a:lnTo>
                  <a:lnTo>
                    <a:pt x="39799" y="20100"/>
                  </a:lnTo>
                  <a:lnTo>
                    <a:pt x="43033" y="18791"/>
                  </a:lnTo>
                  <a:lnTo>
                    <a:pt x="46196" y="17156"/>
                  </a:lnTo>
                  <a:lnTo>
                    <a:pt x="49285" y="15193"/>
                  </a:lnTo>
                  <a:lnTo>
                    <a:pt x="52338" y="12867"/>
                  </a:lnTo>
                  <a:lnTo>
                    <a:pt x="53828" y="11559"/>
                  </a:lnTo>
                  <a:lnTo>
                    <a:pt x="54446" y="11013"/>
                  </a:lnTo>
                  <a:lnTo>
                    <a:pt x="54991" y="10468"/>
                  </a:lnTo>
                  <a:lnTo>
                    <a:pt x="45905" y="10468"/>
                  </a:lnTo>
                  <a:lnTo>
                    <a:pt x="45614" y="10432"/>
                  </a:lnTo>
                  <a:lnTo>
                    <a:pt x="45141" y="10214"/>
                  </a:lnTo>
                  <a:lnTo>
                    <a:pt x="44742" y="9850"/>
                  </a:lnTo>
                  <a:lnTo>
                    <a:pt x="44560" y="9378"/>
                  </a:lnTo>
                  <a:lnTo>
                    <a:pt x="44524" y="9087"/>
                  </a:lnTo>
                  <a:lnTo>
                    <a:pt x="44524" y="1"/>
                  </a:lnTo>
                  <a:close/>
                </a:path>
              </a:pathLst>
            </a:custGeom>
            <a:solidFill>
              <a:srgbClr val="183548"/>
            </a:solidFill>
            <a:ln w="76200"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7" name="Google Shape;302;p32">
              <a:extLst>
                <a:ext uri="{FF2B5EF4-FFF2-40B4-BE49-F238E27FC236}">
                  <a16:creationId xmlns:a16="http://schemas.microsoft.com/office/drawing/2014/main" id="{40A16AAE-9B4B-4567-7C1B-AEF51A3E1546}"/>
                </a:ext>
              </a:extLst>
            </p:cNvPr>
            <p:cNvSpPr/>
            <p:nvPr/>
          </p:nvSpPr>
          <p:spPr>
            <a:xfrm>
              <a:off x="3995904" y="2218229"/>
              <a:ext cx="996999" cy="1189614"/>
            </a:xfrm>
            <a:custGeom>
              <a:avLst/>
              <a:gdLst/>
              <a:ahLst/>
              <a:cxnLst/>
              <a:rect l="l" t="t" r="r" b="b"/>
              <a:pathLst>
                <a:path w="46088" h="54992" extrusionOk="0">
                  <a:moveTo>
                    <a:pt x="10432" y="1"/>
                  </a:moveTo>
                  <a:lnTo>
                    <a:pt x="10432" y="9087"/>
                  </a:lnTo>
                  <a:lnTo>
                    <a:pt x="10432" y="9378"/>
                  </a:lnTo>
                  <a:lnTo>
                    <a:pt x="10214" y="9851"/>
                  </a:lnTo>
                  <a:lnTo>
                    <a:pt x="9851" y="10250"/>
                  </a:lnTo>
                  <a:lnTo>
                    <a:pt x="9342" y="10432"/>
                  </a:lnTo>
                  <a:lnTo>
                    <a:pt x="9087" y="10468"/>
                  </a:lnTo>
                  <a:lnTo>
                    <a:pt x="1" y="10468"/>
                  </a:lnTo>
                  <a:lnTo>
                    <a:pt x="582" y="11014"/>
                  </a:lnTo>
                  <a:lnTo>
                    <a:pt x="2109" y="12540"/>
                  </a:lnTo>
                  <a:lnTo>
                    <a:pt x="5235" y="16066"/>
                  </a:lnTo>
                  <a:lnTo>
                    <a:pt x="10214" y="22390"/>
                  </a:lnTo>
                  <a:lnTo>
                    <a:pt x="13921" y="27442"/>
                  </a:lnTo>
                  <a:lnTo>
                    <a:pt x="16175" y="30640"/>
                  </a:lnTo>
                  <a:lnTo>
                    <a:pt x="17810" y="32894"/>
                  </a:lnTo>
                  <a:lnTo>
                    <a:pt x="20427" y="36601"/>
                  </a:lnTo>
                  <a:lnTo>
                    <a:pt x="23008" y="40090"/>
                  </a:lnTo>
                  <a:lnTo>
                    <a:pt x="26134" y="44270"/>
                  </a:lnTo>
                  <a:lnTo>
                    <a:pt x="30786" y="49940"/>
                  </a:lnTo>
                  <a:lnTo>
                    <a:pt x="33984" y="53393"/>
                  </a:lnTo>
                  <a:lnTo>
                    <a:pt x="35620" y="54992"/>
                  </a:lnTo>
                  <a:lnTo>
                    <a:pt x="44706" y="54992"/>
                  </a:lnTo>
                  <a:lnTo>
                    <a:pt x="44997" y="54956"/>
                  </a:lnTo>
                  <a:lnTo>
                    <a:pt x="45469" y="54737"/>
                  </a:lnTo>
                  <a:lnTo>
                    <a:pt x="45869" y="54374"/>
                  </a:lnTo>
                  <a:lnTo>
                    <a:pt x="46051" y="53902"/>
                  </a:lnTo>
                  <a:lnTo>
                    <a:pt x="46087" y="53611"/>
                  </a:lnTo>
                  <a:lnTo>
                    <a:pt x="46087" y="44524"/>
                  </a:lnTo>
                  <a:lnTo>
                    <a:pt x="44488" y="42998"/>
                  </a:lnTo>
                  <a:lnTo>
                    <a:pt x="41181" y="39363"/>
                  </a:lnTo>
                  <a:lnTo>
                    <a:pt x="35983" y="32821"/>
                  </a:lnTo>
                  <a:lnTo>
                    <a:pt x="32094" y="27478"/>
                  </a:lnTo>
                  <a:lnTo>
                    <a:pt x="30967" y="25915"/>
                  </a:lnTo>
                  <a:lnTo>
                    <a:pt x="29841" y="24280"/>
                  </a:lnTo>
                  <a:lnTo>
                    <a:pt x="28205" y="22026"/>
                  </a:lnTo>
                  <a:lnTo>
                    <a:pt x="25552" y="18319"/>
                  </a:lnTo>
                  <a:lnTo>
                    <a:pt x="23008" y="14830"/>
                  </a:lnTo>
                  <a:lnTo>
                    <a:pt x="20027" y="10868"/>
                  </a:lnTo>
                  <a:lnTo>
                    <a:pt x="15593" y="5416"/>
                  </a:lnTo>
                  <a:lnTo>
                    <a:pt x="12577" y="2109"/>
                  </a:lnTo>
                  <a:lnTo>
                    <a:pt x="11050" y="582"/>
                  </a:lnTo>
                  <a:lnTo>
                    <a:pt x="10432" y="1"/>
                  </a:lnTo>
                  <a:close/>
                </a:path>
              </a:pathLst>
            </a:custGeom>
            <a:solidFill>
              <a:srgbClr val="19D65F"/>
            </a:solidFill>
            <a:ln w="76200">
              <a:solidFill>
                <a:schemeClr val="bg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>
                <a:solidFill>
                  <a:srgbClr val="F9B702"/>
                </a:solidFill>
              </a:endParaRPr>
            </a:p>
          </p:txBody>
        </p:sp>
        <p:sp>
          <p:nvSpPr>
            <p:cNvPr id="48" name="Google Shape;303;p32">
              <a:extLst>
                <a:ext uri="{FF2B5EF4-FFF2-40B4-BE49-F238E27FC236}">
                  <a16:creationId xmlns:a16="http://schemas.microsoft.com/office/drawing/2014/main" id="{6D9957DE-3246-396D-5390-72E4E114815D}"/>
                </a:ext>
              </a:extLst>
            </p:cNvPr>
            <p:cNvSpPr/>
            <p:nvPr/>
          </p:nvSpPr>
          <p:spPr>
            <a:xfrm>
              <a:off x="4098917" y="2307034"/>
              <a:ext cx="93582" cy="93582"/>
            </a:xfrm>
            <a:custGeom>
              <a:avLst/>
              <a:gdLst/>
              <a:ahLst/>
              <a:cxnLst/>
              <a:rect l="l" t="t" r="r" b="b"/>
              <a:pathLst>
                <a:path w="4326" h="4326" extrusionOk="0">
                  <a:moveTo>
                    <a:pt x="3853" y="1"/>
                  </a:moveTo>
                  <a:lnTo>
                    <a:pt x="3635" y="146"/>
                  </a:lnTo>
                  <a:lnTo>
                    <a:pt x="146" y="3635"/>
                  </a:lnTo>
                  <a:lnTo>
                    <a:pt x="0" y="3853"/>
                  </a:lnTo>
                  <a:lnTo>
                    <a:pt x="182" y="4253"/>
                  </a:lnTo>
                  <a:lnTo>
                    <a:pt x="436" y="4326"/>
                  </a:lnTo>
                  <a:lnTo>
                    <a:pt x="3926" y="4326"/>
                  </a:lnTo>
                  <a:lnTo>
                    <a:pt x="4071" y="4289"/>
                  </a:lnTo>
                  <a:lnTo>
                    <a:pt x="4289" y="4071"/>
                  </a:lnTo>
                  <a:lnTo>
                    <a:pt x="4325" y="3926"/>
                  </a:lnTo>
                  <a:lnTo>
                    <a:pt x="4325" y="437"/>
                  </a:lnTo>
                  <a:lnTo>
                    <a:pt x="4253" y="182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49" name="Google Shape;304;p32">
              <a:extLst>
                <a:ext uri="{FF2B5EF4-FFF2-40B4-BE49-F238E27FC236}">
                  <a16:creationId xmlns:a16="http://schemas.microsoft.com/office/drawing/2014/main" id="{5841E2FD-D3A1-012A-7433-8DF0016306EB}"/>
                </a:ext>
              </a:extLst>
            </p:cNvPr>
            <p:cNvSpPr/>
            <p:nvPr/>
          </p:nvSpPr>
          <p:spPr>
            <a:xfrm>
              <a:off x="4870211" y="3275158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3817" y="1"/>
                  </a:moveTo>
                  <a:lnTo>
                    <a:pt x="3635" y="146"/>
                  </a:lnTo>
                  <a:lnTo>
                    <a:pt x="146" y="3599"/>
                  </a:lnTo>
                  <a:lnTo>
                    <a:pt x="0" y="3817"/>
                  </a:lnTo>
                  <a:lnTo>
                    <a:pt x="182" y="4253"/>
                  </a:lnTo>
                  <a:lnTo>
                    <a:pt x="437" y="4290"/>
                  </a:lnTo>
                  <a:lnTo>
                    <a:pt x="4071" y="4290"/>
                  </a:lnTo>
                  <a:lnTo>
                    <a:pt x="4289" y="4035"/>
                  </a:lnTo>
                  <a:lnTo>
                    <a:pt x="4289" y="3890"/>
                  </a:lnTo>
                  <a:lnTo>
                    <a:pt x="4289" y="401"/>
                  </a:lnTo>
                  <a:lnTo>
                    <a:pt x="4253" y="146"/>
                  </a:lnTo>
                  <a:lnTo>
                    <a:pt x="381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1" name="Google Shape;306;p32">
              <a:extLst>
                <a:ext uri="{FF2B5EF4-FFF2-40B4-BE49-F238E27FC236}">
                  <a16:creationId xmlns:a16="http://schemas.microsoft.com/office/drawing/2014/main" id="{14146B82-180F-9C09-283B-C71B0A34F250}"/>
                </a:ext>
              </a:extLst>
            </p:cNvPr>
            <p:cNvSpPr/>
            <p:nvPr/>
          </p:nvSpPr>
          <p:spPr>
            <a:xfrm>
              <a:off x="5761022" y="2247325"/>
              <a:ext cx="92782" cy="92803"/>
            </a:xfrm>
            <a:custGeom>
              <a:avLst/>
              <a:gdLst/>
              <a:ahLst/>
              <a:cxnLst/>
              <a:rect l="l" t="t" r="r" b="b"/>
              <a:pathLst>
                <a:path w="4289" h="4290" extrusionOk="0">
                  <a:moveTo>
                    <a:pt x="400" y="1"/>
                  </a:moveTo>
                  <a:lnTo>
                    <a:pt x="218" y="37"/>
                  </a:lnTo>
                  <a:lnTo>
                    <a:pt x="0" y="255"/>
                  </a:lnTo>
                  <a:lnTo>
                    <a:pt x="0" y="401"/>
                  </a:lnTo>
                  <a:lnTo>
                    <a:pt x="0" y="3890"/>
                  </a:lnTo>
                  <a:lnTo>
                    <a:pt x="36" y="4108"/>
                  </a:lnTo>
                  <a:lnTo>
                    <a:pt x="473" y="4290"/>
                  </a:lnTo>
                  <a:lnTo>
                    <a:pt x="654" y="4180"/>
                  </a:lnTo>
                  <a:lnTo>
                    <a:pt x="4143" y="691"/>
                  </a:lnTo>
                  <a:lnTo>
                    <a:pt x="4289" y="473"/>
                  </a:lnTo>
                  <a:lnTo>
                    <a:pt x="4107" y="37"/>
                  </a:lnTo>
                  <a:lnTo>
                    <a:pt x="385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2" name="Google Shape;307;p32">
              <a:extLst>
                <a:ext uri="{FF2B5EF4-FFF2-40B4-BE49-F238E27FC236}">
                  <a16:creationId xmlns:a16="http://schemas.microsoft.com/office/drawing/2014/main" id="{00C005D8-681C-1969-6B31-3FDEE0AB529F}"/>
                </a:ext>
              </a:extLst>
            </p:cNvPr>
            <p:cNvSpPr/>
            <p:nvPr/>
          </p:nvSpPr>
          <p:spPr>
            <a:xfrm>
              <a:off x="4797094" y="2319663"/>
              <a:ext cx="92803" cy="92803"/>
            </a:xfrm>
            <a:custGeom>
              <a:avLst/>
              <a:gdLst/>
              <a:ahLst/>
              <a:cxnLst/>
              <a:rect l="l" t="t" r="r" b="b"/>
              <a:pathLst>
                <a:path w="4290" h="4290" extrusionOk="0">
                  <a:moveTo>
                    <a:pt x="473" y="1"/>
                  </a:moveTo>
                  <a:lnTo>
                    <a:pt x="37" y="182"/>
                  </a:lnTo>
                  <a:lnTo>
                    <a:pt x="0" y="437"/>
                  </a:lnTo>
                  <a:lnTo>
                    <a:pt x="0" y="3890"/>
                  </a:lnTo>
                  <a:lnTo>
                    <a:pt x="0" y="4071"/>
                  </a:lnTo>
                  <a:lnTo>
                    <a:pt x="218" y="4289"/>
                  </a:lnTo>
                  <a:lnTo>
                    <a:pt x="3889" y="4289"/>
                  </a:lnTo>
                  <a:lnTo>
                    <a:pt x="4107" y="4253"/>
                  </a:lnTo>
                  <a:lnTo>
                    <a:pt x="4289" y="3817"/>
                  </a:lnTo>
                  <a:lnTo>
                    <a:pt x="4180" y="3635"/>
                  </a:lnTo>
                  <a:lnTo>
                    <a:pt x="691" y="146"/>
                  </a:lnTo>
                  <a:lnTo>
                    <a:pt x="473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  <p:sp>
          <p:nvSpPr>
            <p:cNvPr id="53" name="Google Shape;308;p32">
              <a:extLst>
                <a:ext uri="{FF2B5EF4-FFF2-40B4-BE49-F238E27FC236}">
                  <a16:creationId xmlns:a16="http://schemas.microsoft.com/office/drawing/2014/main" id="{25EF86DF-C4A0-DFEE-300C-B8A5FAE30911}"/>
                </a:ext>
              </a:extLst>
            </p:cNvPr>
            <p:cNvSpPr/>
            <p:nvPr/>
          </p:nvSpPr>
          <p:spPr>
            <a:xfrm>
              <a:off x="4025800" y="3282792"/>
              <a:ext cx="93582" cy="93604"/>
            </a:xfrm>
            <a:custGeom>
              <a:avLst/>
              <a:gdLst/>
              <a:ahLst/>
              <a:cxnLst/>
              <a:rect l="l" t="t" r="r" b="b"/>
              <a:pathLst>
                <a:path w="4326" h="4327" extrusionOk="0">
                  <a:moveTo>
                    <a:pt x="509" y="1"/>
                  </a:moveTo>
                  <a:lnTo>
                    <a:pt x="73" y="183"/>
                  </a:lnTo>
                  <a:lnTo>
                    <a:pt x="0" y="437"/>
                  </a:lnTo>
                  <a:lnTo>
                    <a:pt x="0" y="3926"/>
                  </a:lnTo>
                  <a:lnTo>
                    <a:pt x="36" y="4072"/>
                  </a:lnTo>
                  <a:lnTo>
                    <a:pt x="255" y="4290"/>
                  </a:lnTo>
                  <a:lnTo>
                    <a:pt x="400" y="4326"/>
                  </a:lnTo>
                  <a:lnTo>
                    <a:pt x="3889" y="4326"/>
                  </a:lnTo>
                  <a:lnTo>
                    <a:pt x="4143" y="4290"/>
                  </a:lnTo>
                  <a:lnTo>
                    <a:pt x="4325" y="3854"/>
                  </a:lnTo>
                  <a:lnTo>
                    <a:pt x="4180" y="3636"/>
                  </a:lnTo>
                  <a:lnTo>
                    <a:pt x="727" y="183"/>
                  </a:lnTo>
                  <a:lnTo>
                    <a:pt x="50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noProof="0" dirty="0"/>
            </a:p>
          </p:txBody>
        </p:sp>
      </p:grpSp>
      <p:sp>
        <p:nvSpPr>
          <p:cNvPr id="57" name="CuadroTexto 56">
            <a:extLst>
              <a:ext uri="{FF2B5EF4-FFF2-40B4-BE49-F238E27FC236}">
                <a16:creationId xmlns:a16="http://schemas.microsoft.com/office/drawing/2014/main" id="{39D3ED8F-FD3F-6738-992A-5C4094DE6AB0}"/>
              </a:ext>
            </a:extLst>
          </p:cNvPr>
          <p:cNvSpPr txBox="1"/>
          <p:nvPr/>
        </p:nvSpPr>
        <p:spPr>
          <a:xfrm rot="18698352">
            <a:off x="5352834" y="3369033"/>
            <a:ext cx="13468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release</a:t>
            </a:r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21E9889F-6D0F-36A1-0BF5-27AF0CDAEC3D}"/>
              </a:ext>
            </a:extLst>
          </p:cNvPr>
          <p:cNvSpPr txBox="1"/>
          <p:nvPr/>
        </p:nvSpPr>
        <p:spPr>
          <a:xfrm rot="2875983">
            <a:off x="9062145" y="2539537"/>
            <a:ext cx="14077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operate</a:t>
            </a: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3BCAD6DC-2AF3-FA58-2CFD-FF0515499B0F}"/>
              </a:ext>
            </a:extLst>
          </p:cNvPr>
          <p:cNvSpPr txBox="1"/>
          <p:nvPr/>
        </p:nvSpPr>
        <p:spPr>
          <a:xfrm>
            <a:off x="7638774" y="4754726"/>
            <a:ext cx="14334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monitor</a:t>
            </a:r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292A758A-6BB2-198E-6E74-B1D138DFA2D6}"/>
              </a:ext>
            </a:extLst>
          </p:cNvPr>
          <p:cNvSpPr txBox="1"/>
          <p:nvPr/>
        </p:nvSpPr>
        <p:spPr>
          <a:xfrm rot="2606566">
            <a:off x="5073639" y="2708028"/>
            <a:ext cx="867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plan</a:t>
            </a:r>
          </a:p>
        </p:txBody>
      </p:sp>
      <p:sp>
        <p:nvSpPr>
          <p:cNvPr id="62" name="CuadroTexto 61">
            <a:extLst>
              <a:ext uri="{FF2B5EF4-FFF2-40B4-BE49-F238E27FC236}">
                <a16:creationId xmlns:a16="http://schemas.microsoft.com/office/drawing/2014/main" id="{DA9920E3-67D4-96D3-7532-70F92F535BAB}"/>
              </a:ext>
            </a:extLst>
          </p:cNvPr>
          <p:cNvSpPr txBox="1"/>
          <p:nvPr/>
        </p:nvSpPr>
        <p:spPr>
          <a:xfrm rot="18717501">
            <a:off x="1865113" y="2369123"/>
            <a:ext cx="11879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toggle</a:t>
            </a:r>
          </a:p>
        </p:txBody>
      </p:sp>
      <p:sp>
        <p:nvSpPr>
          <p:cNvPr id="64" name="CuadroTexto 63">
            <a:extLst>
              <a:ext uri="{FF2B5EF4-FFF2-40B4-BE49-F238E27FC236}">
                <a16:creationId xmlns:a16="http://schemas.microsoft.com/office/drawing/2014/main" id="{45D8BCF0-C182-E4F7-3C73-C90C51DAA218}"/>
              </a:ext>
            </a:extLst>
          </p:cNvPr>
          <p:cNvSpPr txBox="1"/>
          <p:nvPr/>
        </p:nvSpPr>
        <p:spPr>
          <a:xfrm>
            <a:off x="3502493" y="4757755"/>
            <a:ext cx="795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test</a:t>
            </a:r>
          </a:p>
        </p:txBody>
      </p:sp>
      <p:sp>
        <p:nvSpPr>
          <p:cNvPr id="65" name="CuadroTexto 64">
            <a:extLst>
              <a:ext uri="{FF2B5EF4-FFF2-40B4-BE49-F238E27FC236}">
                <a16:creationId xmlns:a16="http://schemas.microsoft.com/office/drawing/2014/main" id="{0E3AD442-C394-A72D-968B-FB0B587A7023}"/>
              </a:ext>
            </a:extLst>
          </p:cNvPr>
          <p:cNvSpPr txBox="1"/>
          <p:nvPr/>
        </p:nvSpPr>
        <p:spPr>
          <a:xfrm>
            <a:off x="2887799" y="2536430"/>
            <a:ext cx="22733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0" dirty="0">
                <a:solidFill>
                  <a:srgbClr val="19D65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Dev</a:t>
            </a:r>
            <a:endParaRPr lang="en-US" sz="9600" b="1" noProof="0" dirty="0">
              <a:solidFill>
                <a:srgbClr val="19D65F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1D6095E8-9D60-BCB2-8D7A-F50BF3CC5A01}"/>
              </a:ext>
            </a:extLst>
          </p:cNvPr>
          <p:cNvSpPr txBox="1"/>
          <p:nvPr/>
        </p:nvSpPr>
        <p:spPr>
          <a:xfrm>
            <a:off x="7406083" y="2499747"/>
            <a:ext cx="23599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b="1" noProof="0" dirty="0">
                <a:solidFill>
                  <a:srgbClr val="18354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Ops</a:t>
            </a:r>
            <a:endParaRPr lang="en-US" sz="9600" b="1" noProof="0" dirty="0">
              <a:solidFill>
                <a:srgbClr val="183548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FDEF8976-F74E-4FAC-784A-AA145B268CD8}"/>
              </a:ext>
            </a:extLst>
          </p:cNvPr>
          <p:cNvGrpSpPr/>
          <p:nvPr/>
        </p:nvGrpSpPr>
        <p:grpSpPr>
          <a:xfrm>
            <a:off x="6575970" y="2624613"/>
            <a:ext cx="480299" cy="469978"/>
            <a:chOff x="4811734" y="1535585"/>
            <a:chExt cx="609172" cy="609172"/>
          </a:xfrm>
        </p:grpSpPr>
        <p:sp>
          <p:nvSpPr>
            <p:cNvPr id="2" name="Rectángulo redondeado 1">
              <a:extLst>
                <a:ext uri="{FF2B5EF4-FFF2-40B4-BE49-F238E27FC236}">
                  <a16:creationId xmlns:a16="http://schemas.microsoft.com/office/drawing/2014/main" id="{F723AFD0-7AF3-EE72-AC59-710A36E21F42}"/>
                </a:ext>
              </a:extLst>
            </p:cNvPr>
            <p:cNvSpPr/>
            <p:nvPr/>
          </p:nvSpPr>
          <p:spPr>
            <a:xfrm>
              <a:off x="4811734" y="1571625"/>
              <a:ext cx="592958" cy="547764"/>
            </a:xfrm>
            <a:prstGeom prst="roundRect">
              <a:avLst>
                <a:gd name="adj" fmla="val 2091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pic>
          <p:nvPicPr>
            <p:cNvPr id="73" name="Gráfico 72">
              <a:extLst>
                <a:ext uri="{FF2B5EF4-FFF2-40B4-BE49-F238E27FC236}">
                  <a16:creationId xmlns:a16="http://schemas.microsoft.com/office/drawing/2014/main" id="{7C9DC5FA-E84A-6755-DE7B-BB884481AA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811734" y="1535585"/>
              <a:ext cx="609172" cy="609172"/>
            </a:xfrm>
            <a:prstGeom prst="rect">
              <a:avLst/>
            </a:prstGeom>
          </p:spPr>
        </p:pic>
      </p:grpSp>
      <p:pic>
        <p:nvPicPr>
          <p:cNvPr id="80" name="Gráfico 79">
            <a:extLst>
              <a:ext uri="{FF2B5EF4-FFF2-40B4-BE49-F238E27FC236}">
                <a16:creationId xmlns:a16="http://schemas.microsoft.com/office/drawing/2014/main" id="{909CF251-8D67-6F45-533E-1E12B6ED99B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96322" y="3701752"/>
            <a:ext cx="570213" cy="699807"/>
          </a:xfrm>
          <a:prstGeom prst="rect">
            <a:avLst/>
          </a:prstGeom>
        </p:spPr>
      </p:pic>
      <p:pic>
        <p:nvPicPr>
          <p:cNvPr id="82" name="Gráfico 81">
            <a:extLst>
              <a:ext uri="{FF2B5EF4-FFF2-40B4-BE49-F238E27FC236}">
                <a16:creationId xmlns:a16="http://schemas.microsoft.com/office/drawing/2014/main" id="{E536DF4F-953E-2723-5CCE-8D34595705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74882" y="3758229"/>
            <a:ext cx="581367" cy="713496"/>
          </a:xfrm>
          <a:prstGeom prst="rect">
            <a:avLst/>
          </a:prstGeom>
        </p:spPr>
      </p:pic>
      <p:pic>
        <p:nvPicPr>
          <p:cNvPr id="34" name="Gráfico 33">
            <a:extLst>
              <a:ext uri="{FF2B5EF4-FFF2-40B4-BE49-F238E27FC236}">
                <a16:creationId xmlns:a16="http://schemas.microsoft.com/office/drawing/2014/main" id="{144F8E6D-98F1-799F-EE2D-3A7C9440DA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887782" y="3823186"/>
            <a:ext cx="613109" cy="61310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1A2B8867-F7D5-5649-64AD-BD5826515A2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7370723">
            <a:off x="3895618" y="1913247"/>
            <a:ext cx="508932" cy="508932"/>
          </a:xfrm>
          <a:prstGeom prst="rect">
            <a:avLst/>
          </a:prstGeom>
        </p:spPr>
      </p:pic>
      <p:pic>
        <p:nvPicPr>
          <p:cNvPr id="38" name="Gráfico 37">
            <a:extLst>
              <a:ext uri="{FF2B5EF4-FFF2-40B4-BE49-F238E27FC236}">
                <a16:creationId xmlns:a16="http://schemas.microsoft.com/office/drawing/2014/main" id="{59EDB365-5810-A477-7BCA-93655B29120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23385" y="1889262"/>
            <a:ext cx="562668" cy="562668"/>
          </a:xfrm>
          <a:prstGeom prst="rect">
            <a:avLst/>
          </a:prstGeom>
        </p:spPr>
      </p:pic>
      <p:pic>
        <p:nvPicPr>
          <p:cNvPr id="68" name="Gráfico 67">
            <a:extLst>
              <a:ext uri="{FF2B5EF4-FFF2-40B4-BE49-F238E27FC236}">
                <a16:creationId xmlns:a16="http://schemas.microsoft.com/office/drawing/2014/main" id="{F75F611F-3A5A-B566-082E-9F107F196704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799292" y="3756767"/>
            <a:ext cx="554204" cy="554204"/>
          </a:xfrm>
          <a:prstGeom prst="rect">
            <a:avLst/>
          </a:prstGeom>
        </p:spPr>
      </p:pic>
      <p:pic>
        <p:nvPicPr>
          <p:cNvPr id="70" name="Gráfico 69">
            <a:extLst>
              <a:ext uri="{FF2B5EF4-FFF2-40B4-BE49-F238E27FC236}">
                <a16:creationId xmlns:a16="http://schemas.microsoft.com/office/drawing/2014/main" id="{E5425F9B-2FCB-7850-6C76-AA3D651C71D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104998" y="4534097"/>
            <a:ext cx="475732" cy="475732"/>
          </a:xfrm>
          <a:prstGeom prst="rect">
            <a:avLst/>
          </a:prstGeom>
        </p:spPr>
      </p:pic>
      <p:sp>
        <p:nvSpPr>
          <p:cNvPr id="74" name="Título 1">
            <a:extLst>
              <a:ext uri="{FF2B5EF4-FFF2-40B4-BE49-F238E27FC236}">
                <a16:creationId xmlns:a16="http://schemas.microsoft.com/office/drawing/2014/main" id="{B7E09C02-564B-D77D-E3A5-41AFF724E4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558" y="18255"/>
            <a:ext cx="10515600" cy="1325563"/>
          </a:xfrm>
        </p:spPr>
        <p:txBody>
          <a:bodyPr/>
          <a:lstStyle/>
          <a:p>
            <a:r>
              <a:rPr lang="en-US" b="1" noProof="0" dirty="0">
                <a:solidFill>
                  <a:srgbClr val="7E00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Automated Analysis of Pricings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5A8F395-9DBD-9C72-247E-4D58965C5C8B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1254088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887F23-9AD9-F4AA-74EF-633248191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B47748C9-7D86-E7F5-6504-725B6CA85DB2}"/>
              </a:ext>
            </a:extLst>
          </p:cNvPr>
          <p:cNvSpPr/>
          <p:nvPr/>
        </p:nvSpPr>
        <p:spPr>
          <a:xfrm>
            <a:off x="-5029200" y="-751840"/>
            <a:ext cx="8514080" cy="8361680"/>
          </a:xfrm>
          <a:prstGeom prst="ellipse">
            <a:avLst/>
          </a:prstGeom>
          <a:noFill/>
          <a:ln w="762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10C30ABF-FD68-ADF3-7AF9-C3A8BFC8B399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1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9E5D6497-16E1-5B4A-5E7E-71E2CF3DCAF9}"/>
              </a:ext>
            </a:extLst>
          </p:cNvPr>
          <p:cNvSpPr/>
          <p:nvPr/>
        </p:nvSpPr>
        <p:spPr>
          <a:xfrm>
            <a:off x="2944880" y="1983240"/>
            <a:ext cx="1080000" cy="1080000"/>
          </a:xfrm>
          <a:prstGeom prst="ellipse">
            <a:avLst/>
          </a:prstGeom>
          <a:solidFill>
            <a:srgbClr val="C00000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chemeClr val="bg1"/>
                </a:solidFill>
              </a:rPr>
              <a:t>2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8AFD71C4-ADF6-CC8A-CD15-ED6F8BE1B4AD}"/>
              </a:ext>
            </a:extLst>
          </p:cNvPr>
          <p:cNvSpPr/>
          <p:nvPr/>
        </p:nvSpPr>
        <p:spPr>
          <a:xfrm>
            <a:off x="2944880" y="393421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3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F4813263-F2AB-C215-5CCB-836674B189AD}"/>
              </a:ext>
            </a:extLst>
          </p:cNvPr>
          <p:cNvSpPr/>
          <p:nvPr/>
        </p:nvSpPr>
        <p:spPr>
          <a:xfrm>
            <a:off x="2134880" y="561061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4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AF79DF23-AE6C-7AC0-E752-A27C32053920}"/>
              </a:ext>
            </a:extLst>
          </p:cNvPr>
          <p:cNvGrpSpPr/>
          <p:nvPr/>
        </p:nvGrpSpPr>
        <p:grpSpPr>
          <a:xfrm>
            <a:off x="3484880" y="258580"/>
            <a:ext cx="7191760" cy="1080000"/>
            <a:chOff x="3484880" y="258580"/>
            <a:chExt cx="7191760" cy="1080000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8785EF7C-DB73-E92F-E771-FB2CEF369A5A}"/>
                </a:ext>
              </a:extLst>
            </p:cNvPr>
            <p:cNvSpPr/>
            <p:nvPr/>
          </p:nvSpPr>
          <p:spPr>
            <a:xfrm>
              <a:off x="3484880" y="25858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INTRODUCTION</a:t>
              </a:r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626C75FA-FE45-D4FC-83AE-2390E1170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2967" y="356263"/>
              <a:ext cx="831665" cy="831665"/>
            </a:xfrm>
            <a:prstGeom prst="rect">
              <a:avLst/>
            </a:prstGeom>
          </p:spPr>
        </p:pic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8FBE04BE-0507-5F53-ECBF-7F063E1E12B0}"/>
              </a:ext>
            </a:extLst>
          </p:cNvPr>
          <p:cNvGrpSpPr/>
          <p:nvPr/>
        </p:nvGrpSpPr>
        <p:grpSpPr>
          <a:xfrm>
            <a:off x="4338320" y="1983240"/>
            <a:ext cx="7191760" cy="1080000"/>
            <a:chOff x="4338320" y="1983240"/>
            <a:chExt cx="7191760" cy="1080000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C9F50BD7-3E87-743E-AAF0-AF1844DC847B}"/>
                </a:ext>
              </a:extLst>
            </p:cNvPr>
            <p:cNvSpPr/>
            <p:nvPr/>
          </p:nvSpPr>
          <p:spPr>
            <a:xfrm>
              <a:off x="4338320" y="198324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PROPOSAL</a:t>
              </a:r>
              <a:endParaRPr lang="en-US" sz="4000" noProof="0" dirty="0"/>
            </a:p>
          </p:txBody>
        </p:sp>
        <p:pic>
          <p:nvPicPr>
            <p:cNvPr id="20" name="Imagen 8">
              <a:extLst>
                <a:ext uri="{FF2B5EF4-FFF2-40B4-BE49-F238E27FC236}">
                  <a16:creationId xmlns:a16="http://schemas.microsoft.com/office/drawing/2014/main" id="{A88EE6A9-4CD4-CE3C-09F1-562B9097F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878097" y="2107407"/>
              <a:ext cx="831665" cy="831665"/>
            </a:xfrm>
            <a:prstGeom prst="rect">
              <a:avLst/>
            </a:prstGeom>
          </p:spPr>
        </p:pic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23431563-7B43-FAEA-E019-981E1B5F2663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1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A9D5F651-A13F-A954-3D23-DCB168B86979}"/>
              </a:ext>
            </a:extLst>
          </p:cNvPr>
          <p:cNvGrpSpPr/>
          <p:nvPr/>
        </p:nvGrpSpPr>
        <p:grpSpPr>
          <a:xfrm>
            <a:off x="3484880" y="5610610"/>
            <a:ext cx="7191760" cy="1080000"/>
            <a:chOff x="3484880" y="5610610"/>
            <a:chExt cx="7191760" cy="1080000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EE34236E-06BB-5B4F-4EA8-F85691BE66A0}"/>
                </a:ext>
              </a:extLst>
            </p:cNvPr>
            <p:cNvSpPr/>
            <p:nvPr/>
          </p:nvSpPr>
          <p:spPr>
            <a:xfrm>
              <a:off x="3484880" y="56106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CONCLUSIONS</a:t>
              </a:r>
              <a:endParaRPr lang="en-US" sz="4000" noProof="0" dirty="0"/>
            </a:p>
          </p:txBody>
        </p:sp>
        <p:pic>
          <p:nvPicPr>
            <p:cNvPr id="2" name="Imagen 8">
              <a:extLst>
                <a:ext uri="{FF2B5EF4-FFF2-40B4-BE49-F238E27FC236}">
                  <a16:creationId xmlns:a16="http://schemas.microsoft.com/office/drawing/2014/main" id="{035D75BD-43EF-6EE8-51BC-0BCB78E41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30641" y="5742931"/>
              <a:ext cx="815357" cy="815357"/>
            </a:xfrm>
            <a:prstGeom prst="rect">
              <a:avLst/>
            </a:prstGeom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516A601B-59D4-A147-98E2-4F033AB9BA51}"/>
              </a:ext>
            </a:extLst>
          </p:cNvPr>
          <p:cNvGrpSpPr/>
          <p:nvPr/>
        </p:nvGrpSpPr>
        <p:grpSpPr>
          <a:xfrm>
            <a:off x="4338320" y="3934210"/>
            <a:ext cx="7191760" cy="1080000"/>
            <a:chOff x="4338320" y="3934210"/>
            <a:chExt cx="7191760" cy="1080000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DA680B97-98E5-E644-581D-66316178FA8D}"/>
                </a:ext>
              </a:extLst>
            </p:cNvPr>
            <p:cNvSpPr/>
            <p:nvPr/>
          </p:nvSpPr>
          <p:spPr>
            <a:xfrm>
              <a:off x="4338320" y="39342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EVALUATION</a:t>
              </a:r>
              <a:endParaRPr lang="en-US" noProof="0" dirty="0"/>
            </a:p>
          </p:txBody>
        </p:sp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416DC482-6935-9C78-8581-7E4C6108180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990743" y="4082559"/>
              <a:ext cx="783301" cy="783301"/>
            </a:xfrm>
            <a:prstGeom prst="rect">
              <a:avLst/>
            </a:prstGeom>
          </p:spPr>
        </p:pic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AFD87514-BB54-B9DB-5597-6836AA8EB1AE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5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859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" name="Google Shape;450;p24"/>
          <p:cNvGrpSpPr/>
          <p:nvPr/>
        </p:nvGrpSpPr>
        <p:grpSpPr>
          <a:xfrm>
            <a:off x="5" y="1589200"/>
            <a:ext cx="5530348" cy="5268885"/>
            <a:chOff x="3" y="1191900"/>
            <a:chExt cx="4147761" cy="3951664"/>
          </a:xfrm>
        </p:grpSpPr>
        <p:sp>
          <p:nvSpPr>
            <p:cNvPr id="451" name="Google Shape;451;p24"/>
            <p:cNvSpPr/>
            <p:nvPr/>
          </p:nvSpPr>
          <p:spPr>
            <a:xfrm>
              <a:off x="1938876" y="1554725"/>
              <a:ext cx="1514799" cy="2041743"/>
            </a:xfrm>
            <a:custGeom>
              <a:avLst/>
              <a:gdLst/>
              <a:ahLst/>
              <a:cxnLst/>
              <a:rect l="l" t="t" r="r" b="b"/>
              <a:pathLst>
                <a:path w="49114" h="66199" extrusionOk="0">
                  <a:moveTo>
                    <a:pt x="40434" y="0"/>
                  </a:moveTo>
                  <a:lnTo>
                    <a:pt x="34945" y="10013"/>
                  </a:lnTo>
                  <a:lnTo>
                    <a:pt x="34088" y="15990"/>
                  </a:lnTo>
                  <a:lnTo>
                    <a:pt x="23229" y="24967"/>
                  </a:lnTo>
                  <a:lnTo>
                    <a:pt x="0" y="29647"/>
                  </a:lnTo>
                  <a:lnTo>
                    <a:pt x="7132" y="58317"/>
                  </a:lnTo>
                  <a:lnTo>
                    <a:pt x="49113" y="66199"/>
                  </a:lnTo>
                  <a:lnTo>
                    <a:pt x="4043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  <p:sp>
          <p:nvSpPr>
            <p:cNvPr id="452" name="Google Shape;452;p24"/>
            <p:cNvSpPr/>
            <p:nvPr/>
          </p:nvSpPr>
          <p:spPr>
            <a:xfrm>
              <a:off x="1230501" y="2456576"/>
              <a:ext cx="893476" cy="474111"/>
            </a:xfrm>
            <a:custGeom>
              <a:avLst/>
              <a:gdLst/>
              <a:ahLst/>
              <a:cxnLst/>
              <a:rect l="l" t="t" r="r" b="b"/>
              <a:pathLst>
                <a:path w="28969" h="15372" extrusionOk="0">
                  <a:moveTo>
                    <a:pt x="3489" y="1"/>
                  </a:moveTo>
                  <a:lnTo>
                    <a:pt x="1" y="15372"/>
                  </a:lnTo>
                  <a:lnTo>
                    <a:pt x="1" y="15372"/>
                  </a:lnTo>
                  <a:lnTo>
                    <a:pt x="28969" y="11097"/>
                  </a:lnTo>
                  <a:lnTo>
                    <a:pt x="28969" y="4704"/>
                  </a:lnTo>
                  <a:lnTo>
                    <a:pt x="3489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  <p:sp>
          <p:nvSpPr>
            <p:cNvPr id="453" name="Google Shape;453;p24"/>
            <p:cNvSpPr/>
            <p:nvPr/>
          </p:nvSpPr>
          <p:spPr>
            <a:xfrm>
              <a:off x="1478377" y="2674351"/>
              <a:ext cx="1431092" cy="699940"/>
            </a:xfrm>
            <a:custGeom>
              <a:avLst/>
              <a:gdLst/>
              <a:ahLst/>
              <a:cxnLst/>
              <a:rect l="l" t="t" r="r" b="b"/>
              <a:pathLst>
                <a:path w="46400" h="22694" extrusionOk="0">
                  <a:moveTo>
                    <a:pt x="41851" y="0"/>
                  </a:moveTo>
                  <a:lnTo>
                    <a:pt x="7037" y="6620"/>
                  </a:lnTo>
                  <a:lnTo>
                    <a:pt x="1" y="16883"/>
                  </a:lnTo>
                  <a:lnTo>
                    <a:pt x="46399" y="22693"/>
                  </a:lnTo>
                  <a:lnTo>
                    <a:pt x="41851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  <p:sp>
          <p:nvSpPr>
            <p:cNvPr id="454" name="Google Shape;454;p24"/>
            <p:cNvSpPr/>
            <p:nvPr/>
          </p:nvSpPr>
          <p:spPr>
            <a:xfrm>
              <a:off x="2564596" y="3861892"/>
              <a:ext cx="1405369" cy="1281629"/>
            </a:xfrm>
            <a:custGeom>
              <a:avLst/>
              <a:gdLst/>
              <a:ahLst/>
              <a:cxnLst/>
              <a:rect l="l" t="t" r="r" b="b"/>
              <a:pathLst>
                <a:path w="45566" h="41554" extrusionOk="0">
                  <a:moveTo>
                    <a:pt x="38612" y="1"/>
                  </a:moveTo>
                  <a:lnTo>
                    <a:pt x="0" y="23968"/>
                  </a:lnTo>
                  <a:lnTo>
                    <a:pt x="0" y="41554"/>
                  </a:lnTo>
                  <a:lnTo>
                    <a:pt x="45565" y="41554"/>
                  </a:lnTo>
                  <a:lnTo>
                    <a:pt x="38612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  <p:sp>
          <p:nvSpPr>
            <p:cNvPr id="455" name="Google Shape;455;p24"/>
            <p:cNvSpPr/>
            <p:nvPr/>
          </p:nvSpPr>
          <p:spPr>
            <a:xfrm>
              <a:off x="523636" y="3088559"/>
              <a:ext cx="2171034" cy="1476616"/>
            </a:xfrm>
            <a:custGeom>
              <a:avLst/>
              <a:gdLst/>
              <a:ahLst/>
              <a:cxnLst/>
              <a:rect l="l" t="t" r="r" b="b"/>
              <a:pathLst>
                <a:path w="70391" h="47876" extrusionOk="0">
                  <a:moveTo>
                    <a:pt x="11133" y="0"/>
                  </a:moveTo>
                  <a:lnTo>
                    <a:pt x="0" y="47875"/>
                  </a:lnTo>
                  <a:lnTo>
                    <a:pt x="0" y="47875"/>
                  </a:lnTo>
                  <a:lnTo>
                    <a:pt x="70390" y="30552"/>
                  </a:lnTo>
                  <a:lnTo>
                    <a:pt x="59413" y="11049"/>
                  </a:lnTo>
                  <a:lnTo>
                    <a:pt x="11133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  <p:sp>
          <p:nvSpPr>
            <p:cNvPr id="456" name="Google Shape;456;p24"/>
            <p:cNvSpPr/>
            <p:nvPr/>
          </p:nvSpPr>
          <p:spPr>
            <a:xfrm>
              <a:off x="3" y="1191900"/>
              <a:ext cx="4147761" cy="3951664"/>
            </a:xfrm>
            <a:custGeom>
              <a:avLst/>
              <a:gdLst/>
              <a:ahLst/>
              <a:cxnLst/>
              <a:rect l="l" t="t" r="r" b="b"/>
              <a:pathLst>
                <a:path w="134482" h="128124" extrusionOk="0">
                  <a:moveTo>
                    <a:pt x="100155" y="1"/>
                  </a:moveTo>
                  <a:lnTo>
                    <a:pt x="90333" y="15003"/>
                  </a:lnTo>
                  <a:lnTo>
                    <a:pt x="90333" y="15003"/>
                  </a:lnTo>
                  <a:lnTo>
                    <a:pt x="97691" y="13371"/>
                  </a:lnTo>
                  <a:lnTo>
                    <a:pt x="97691" y="13371"/>
                  </a:lnTo>
                  <a:cubicBezTo>
                    <a:pt x="96786" y="29302"/>
                    <a:pt x="92833" y="35065"/>
                    <a:pt x="52542" y="37851"/>
                  </a:cubicBezTo>
                  <a:cubicBezTo>
                    <a:pt x="42077" y="38577"/>
                    <a:pt x="41970" y="41387"/>
                    <a:pt x="45160" y="43125"/>
                  </a:cubicBezTo>
                  <a:cubicBezTo>
                    <a:pt x="49709" y="45602"/>
                    <a:pt x="61329" y="47018"/>
                    <a:pt x="62865" y="47304"/>
                  </a:cubicBezTo>
                  <a:cubicBezTo>
                    <a:pt x="65199" y="47733"/>
                    <a:pt x="71259" y="48614"/>
                    <a:pt x="54971" y="50590"/>
                  </a:cubicBezTo>
                  <a:cubicBezTo>
                    <a:pt x="42291" y="52436"/>
                    <a:pt x="35183" y="54460"/>
                    <a:pt x="31349" y="56389"/>
                  </a:cubicBezTo>
                  <a:cubicBezTo>
                    <a:pt x="27277" y="58425"/>
                    <a:pt x="26908" y="64294"/>
                    <a:pt x="31004" y="66521"/>
                  </a:cubicBezTo>
                  <a:cubicBezTo>
                    <a:pt x="44779" y="74022"/>
                    <a:pt x="77736" y="72176"/>
                    <a:pt x="75140" y="81535"/>
                  </a:cubicBezTo>
                  <a:cubicBezTo>
                    <a:pt x="72140" y="92334"/>
                    <a:pt x="0" y="102704"/>
                    <a:pt x="0" y="102704"/>
                  </a:cubicBezTo>
                  <a:lnTo>
                    <a:pt x="0" y="128124"/>
                  </a:lnTo>
                  <a:lnTo>
                    <a:pt x="87904" y="128124"/>
                  </a:lnTo>
                  <a:cubicBezTo>
                    <a:pt x="87904" y="128124"/>
                    <a:pt x="134481" y="95822"/>
                    <a:pt x="118384" y="79225"/>
                  </a:cubicBezTo>
                  <a:cubicBezTo>
                    <a:pt x="102287" y="62639"/>
                    <a:pt x="62567" y="63770"/>
                    <a:pt x="54543" y="61604"/>
                  </a:cubicBezTo>
                  <a:cubicBezTo>
                    <a:pt x="46923" y="59544"/>
                    <a:pt x="72390" y="57020"/>
                    <a:pt x="83999" y="52317"/>
                  </a:cubicBezTo>
                  <a:cubicBezTo>
                    <a:pt x="103644" y="44363"/>
                    <a:pt x="67151" y="42363"/>
                    <a:pt x="67151" y="42363"/>
                  </a:cubicBezTo>
                  <a:cubicBezTo>
                    <a:pt x="66889" y="42280"/>
                    <a:pt x="66949" y="41887"/>
                    <a:pt x="67223" y="41887"/>
                  </a:cubicBezTo>
                  <a:cubicBezTo>
                    <a:pt x="67369" y="41888"/>
                    <a:pt x="67514" y="41888"/>
                    <a:pt x="67658" y="41888"/>
                  </a:cubicBezTo>
                  <a:cubicBezTo>
                    <a:pt x="106442" y="41888"/>
                    <a:pt x="103275" y="13372"/>
                    <a:pt x="103275" y="13371"/>
                  </a:cubicBezTo>
                  <a:lnTo>
                    <a:pt x="103275" y="13371"/>
                  </a:lnTo>
                  <a:lnTo>
                    <a:pt x="110311" y="15003"/>
                  </a:lnTo>
                  <a:lnTo>
                    <a:pt x="110311" y="15003"/>
                  </a:lnTo>
                  <a:lnTo>
                    <a:pt x="100155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</p:grpSp>
      <p:sp>
        <p:nvSpPr>
          <p:cNvPr id="457" name="Google Shape;457;p24"/>
          <p:cNvSpPr txBox="1">
            <a:spLocks noGrp="1"/>
          </p:cNvSpPr>
          <p:nvPr>
            <p:ph type="title"/>
          </p:nvPr>
        </p:nvSpPr>
        <p:spPr>
          <a:xfrm>
            <a:off x="609600" y="485121"/>
            <a:ext cx="10972800" cy="64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noProof="0" dirty="0"/>
              <a:t>Our Goals</a:t>
            </a:r>
          </a:p>
        </p:txBody>
      </p:sp>
      <p:grpSp>
        <p:nvGrpSpPr>
          <p:cNvPr id="470" name="Google Shape;470;p24"/>
          <p:cNvGrpSpPr/>
          <p:nvPr/>
        </p:nvGrpSpPr>
        <p:grpSpPr>
          <a:xfrm>
            <a:off x="3077329" y="5204268"/>
            <a:ext cx="5959236" cy="907752"/>
            <a:chOff x="2307997" y="3903199"/>
            <a:chExt cx="4469427" cy="680814"/>
          </a:xfrm>
        </p:grpSpPr>
        <p:cxnSp>
          <p:nvCxnSpPr>
            <p:cNvPr id="471" name="Google Shape;471;p24"/>
            <p:cNvCxnSpPr/>
            <p:nvPr/>
          </p:nvCxnSpPr>
          <p:spPr>
            <a:xfrm rot="10800000">
              <a:off x="2383713" y="4298188"/>
              <a:ext cx="2038500" cy="0"/>
            </a:xfrm>
            <a:prstGeom prst="straightConnector1">
              <a:avLst/>
            </a:prstGeom>
            <a:solidFill>
              <a:srgbClr val="FF0000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472" name="Google Shape;472;p24"/>
            <p:cNvSpPr/>
            <p:nvPr/>
          </p:nvSpPr>
          <p:spPr>
            <a:xfrm>
              <a:off x="4351878" y="4074438"/>
              <a:ext cx="447498" cy="447498"/>
            </a:xfrm>
            <a:custGeom>
              <a:avLst/>
              <a:gdLst/>
              <a:ahLst/>
              <a:cxnLst/>
              <a:rect l="l" t="t" r="r" b="b"/>
              <a:pathLst>
                <a:path w="18444" h="18444" extrusionOk="0">
                  <a:moveTo>
                    <a:pt x="9216" y="0"/>
                  </a:moveTo>
                  <a:cubicBezTo>
                    <a:pt x="4132" y="0"/>
                    <a:pt x="1" y="4132"/>
                    <a:pt x="1" y="9228"/>
                  </a:cubicBezTo>
                  <a:cubicBezTo>
                    <a:pt x="1" y="14312"/>
                    <a:pt x="4132" y="18443"/>
                    <a:pt x="9216" y="18443"/>
                  </a:cubicBezTo>
                  <a:cubicBezTo>
                    <a:pt x="14312" y="18443"/>
                    <a:pt x="18443" y="14312"/>
                    <a:pt x="18443" y="9228"/>
                  </a:cubicBezTo>
                  <a:cubicBezTo>
                    <a:pt x="18443" y="4132"/>
                    <a:pt x="14312" y="0"/>
                    <a:pt x="9216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-US" sz="2267" noProof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lang="en-US" sz="2400" noProof="0" dirty="0">
                <a:solidFill>
                  <a:srgbClr val="FFFFFF"/>
                </a:solidFill>
              </a:endParaRPr>
            </a:p>
          </p:txBody>
        </p:sp>
        <p:sp>
          <p:nvSpPr>
            <p:cNvPr id="474" name="Google Shape;474;p24"/>
            <p:cNvSpPr txBox="1"/>
            <p:nvPr/>
          </p:nvSpPr>
          <p:spPr>
            <a:xfrm>
              <a:off x="5040136" y="4012513"/>
              <a:ext cx="1737288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-US" sz="2267" noProof="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Validate Pricings</a:t>
              </a:r>
              <a:endParaRPr lang="en-US" sz="1600" noProof="0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" name="Google Shape;475;p24"/>
            <p:cNvSpPr/>
            <p:nvPr/>
          </p:nvSpPr>
          <p:spPr>
            <a:xfrm rot="8100000">
              <a:off x="2307997" y="3903199"/>
              <a:ext cx="229103" cy="229103"/>
            </a:xfrm>
            <a:prstGeom prst="teardrop">
              <a:avLst>
                <a:gd name="adj" fmla="val 10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40B84847-84B6-09E1-D1C1-8482FFAC1612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 descr="Hombre parado con un traje de color negro&#10;&#10;El contenido generado por IA puede ser incorrecto.">
            <a:extLst>
              <a:ext uri="{FF2B5EF4-FFF2-40B4-BE49-F238E27FC236}">
                <a16:creationId xmlns:a16="http://schemas.microsoft.com/office/drawing/2014/main" id="{A28DA935-68FF-844E-4C05-1054F9E04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58" t="19963"/>
          <a:stretch>
            <a:fillRect/>
          </a:stretch>
        </p:blipFill>
        <p:spPr>
          <a:xfrm flipH="1">
            <a:off x="100362" y="2152111"/>
            <a:ext cx="2743200" cy="4705889"/>
          </a:xfrm>
          <a:prstGeom prst="rect">
            <a:avLst/>
          </a:prstGeom>
        </p:spPr>
      </p:pic>
      <p:sp>
        <p:nvSpPr>
          <p:cNvPr id="31" name="Título 1">
            <a:extLst>
              <a:ext uri="{FF2B5EF4-FFF2-40B4-BE49-F238E27FC236}">
                <a16:creationId xmlns:a16="http://schemas.microsoft.com/office/drawing/2014/main" id="{E5C1EBEF-0D8C-E45C-7F68-3DEA4900A3A6}"/>
              </a:ext>
            </a:extLst>
          </p:cNvPr>
          <p:cNvSpPr txBox="1">
            <a:spLocks/>
          </p:cNvSpPr>
          <p:nvPr/>
        </p:nvSpPr>
        <p:spPr>
          <a:xfrm>
            <a:off x="0" y="438316"/>
            <a:ext cx="12191999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182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Common Cases of Invalid Pricings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4C94FB83-B936-16D7-D715-C6930205C9E5}"/>
              </a:ext>
            </a:extLst>
          </p:cNvPr>
          <p:cNvGrpSpPr/>
          <p:nvPr/>
        </p:nvGrpSpPr>
        <p:grpSpPr>
          <a:xfrm>
            <a:off x="3854914" y="1375056"/>
            <a:ext cx="2936178" cy="2591122"/>
            <a:chOff x="3854914" y="1375056"/>
            <a:chExt cx="2936178" cy="2591122"/>
          </a:xfrm>
        </p:grpSpPr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1AD6480B-ADEE-C3FB-A1A1-98F2FD38ECB4}"/>
                </a:ext>
              </a:extLst>
            </p:cNvPr>
            <p:cNvGrpSpPr/>
            <p:nvPr/>
          </p:nvGrpSpPr>
          <p:grpSpPr>
            <a:xfrm>
              <a:off x="3854914" y="1375056"/>
              <a:ext cx="2936178" cy="2065278"/>
              <a:chOff x="3854914" y="1616594"/>
              <a:chExt cx="2936178" cy="2065278"/>
            </a:xfrm>
          </p:grpSpPr>
          <p:pic>
            <p:nvPicPr>
              <p:cNvPr id="12" name="Imagen 11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C5302B77-E692-EFCA-559E-9B20840D39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54914" y="1616594"/>
                <a:ext cx="2936178" cy="2065278"/>
              </a:xfrm>
              <a:prstGeom prst="rect">
                <a:avLst/>
              </a:prstGeom>
            </p:spPr>
          </p:pic>
          <p:sp>
            <p:nvSpPr>
              <p:cNvPr id="22" name="Rectángulo 21">
                <a:extLst>
                  <a:ext uri="{FF2B5EF4-FFF2-40B4-BE49-F238E27FC236}">
                    <a16:creationId xmlns:a16="http://schemas.microsoft.com/office/drawing/2014/main" id="{3D30B744-0C2F-F079-A418-E4110744C91A}"/>
                  </a:ext>
                </a:extLst>
              </p:cNvPr>
              <p:cNvSpPr/>
              <p:nvPr/>
            </p:nvSpPr>
            <p:spPr>
              <a:xfrm>
                <a:off x="4817327" y="1616594"/>
                <a:ext cx="1973765" cy="357172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4B29ADB2-DC21-0844-040E-F35DEDF9F786}"/>
                </a:ext>
              </a:extLst>
            </p:cNvPr>
            <p:cNvSpPr txBox="1"/>
            <p:nvPr/>
          </p:nvSpPr>
          <p:spPr>
            <a:xfrm>
              <a:off x="3894566" y="3504513"/>
              <a:ext cx="285687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Inconsistent Prices</a:t>
              </a:r>
              <a:endParaRPr lang="en-US" sz="2400" b="1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17" name="Grupo 16">
            <a:extLst>
              <a:ext uri="{FF2B5EF4-FFF2-40B4-BE49-F238E27FC236}">
                <a16:creationId xmlns:a16="http://schemas.microsoft.com/office/drawing/2014/main" id="{38022225-7240-7B27-EFC1-3CEE4E755E54}"/>
              </a:ext>
            </a:extLst>
          </p:cNvPr>
          <p:cNvGrpSpPr/>
          <p:nvPr/>
        </p:nvGrpSpPr>
        <p:grpSpPr>
          <a:xfrm>
            <a:off x="7703203" y="1374982"/>
            <a:ext cx="2936178" cy="2591196"/>
            <a:chOff x="7703203" y="1374982"/>
            <a:chExt cx="2936178" cy="2591196"/>
          </a:xfrm>
        </p:grpSpPr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4933EE2D-E7C8-0D0C-F719-93E3802BB393}"/>
                </a:ext>
              </a:extLst>
            </p:cNvPr>
            <p:cNvGrpSpPr/>
            <p:nvPr/>
          </p:nvGrpSpPr>
          <p:grpSpPr>
            <a:xfrm>
              <a:off x="7703203" y="1374982"/>
              <a:ext cx="2936178" cy="2065352"/>
              <a:chOff x="7703203" y="1616520"/>
              <a:chExt cx="2936178" cy="2065352"/>
            </a:xfrm>
          </p:grpSpPr>
          <p:pic>
            <p:nvPicPr>
              <p:cNvPr id="21" name="Imagen 20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93F57088-42B7-D334-671F-A83026583F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03" y="1616594"/>
                <a:ext cx="2936178" cy="2065278"/>
              </a:xfrm>
              <a:prstGeom prst="rect">
                <a:avLst/>
              </a:prstGeom>
            </p:spPr>
          </p:pic>
          <p:sp>
            <p:nvSpPr>
              <p:cNvPr id="23" name="Rectángulo 22">
                <a:extLst>
                  <a:ext uri="{FF2B5EF4-FFF2-40B4-BE49-F238E27FC236}">
                    <a16:creationId xmlns:a16="http://schemas.microsoft.com/office/drawing/2014/main" id="{690A0047-4ABB-2EB8-B393-79E71D1D8FD5}"/>
                  </a:ext>
                </a:extLst>
              </p:cNvPr>
              <p:cNvSpPr/>
              <p:nvPr/>
            </p:nvSpPr>
            <p:spPr>
              <a:xfrm>
                <a:off x="7703204" y="1616520"/>
                <a:ext cx="972446" cy="2065278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85319056-5FB5-596E-031C-B381EB5F63C6}"/>
                </a:ext>
              </a:extLst>
            </p:cNvPr>
            <p:cNvSpPr txBox="1"/>
            <p:nvPr/>
          </p:nvSpPr>
          <p:spPr>
            <a:xfrm>
              <a:off x="8215740" y="3504513"/>
              <a:ext cx="191110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Empty Plans</a:t>
              </a:r>
            </a:p>
          </p:txBody>
        </p:sp>
      </p:grpSp>
      <p:sp>
        <p:nvSpPr>
          <p:cNvPr id="24" name="CuadroTexto 23">
            <a:extLst>
              <a:ext uri="{FF2B5EF4-FFF2-40B4-BE49-F238E27FC236}">
                <a16:creationId xmlns:a16="http://schemas.microsoft.com/office/drawing/2014/main" id="{F6C1F845-B898-0CE9-E3CC-6A67F234C086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7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7245742A-44AE-AF1A-6163-FDF8F38D23A4}"/>
              </a:ext>
            </a:extLst>
          </p:cNvPr>
          <p:cNvGrpSpPr/>
          <p:nvPr/>
        </p:nvGrpSpPr>
        <p:grpSpPr>
          <a:xfrm>
            <a:off x="5814018" y="4300354"/>
            <a:ext cx="2936178" cy="2557646"/>
            <a:chOff x="5814018" y="4300354"/>
            <a:chExt cx="2936178" cy="2557646"/>
          </a:xfrm>
        </p:grpSpPr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0CEC700C-869E-E277-C1B7-5DB64F8B139D}"/>
                </a:ext>
              </a:extLst>
            </p:cNvPr>
            <p:cNvGrpSpPr/>
            <p:nvPr/>
          </p:nvGrpSpPr>
          <p:grpSpPr>
            <a:xfrm>
              <a:off x="5814018" y="4300354"/>
              <a:ext cx="2936178" cy="2557646"/>
              <a:chOff x="5814018" y="4300354"/>
              <a:chExt cx="2936178" cy="2557646"/>
            </a:xfrm>
          </p:grpSpPr>
          <p:grpSp>
            <p:nvGrpSpPr>
              <p:cNvPr id="10" name="Grupo 9">
                <a:extLst>
                  <a:ext uri="{FF2B5EF4-FFF2-40B4-BE49-F238E27FC236}">
                    <a16:creationId xmlns:a16="http://schemas.microsoft.com/office/drawing/2014/main" id="{997E604F-E121-F537-BB9A-E2E8CDEF8A1B}"/>
                  </a:ext>
                </a:extLst>
              </p:cNvPr>
              <p:cNvGrpSpPr/>
              <p:nvPr/>
            </p:nvGrpSpPr>
            <p:grpSpPr>
              <a:xfrm>
                <a:off x="5814018" y="4300354"/>
                <a:ext cx="2936178" cy="2065278"/>
                <a:chOff x="7703203" y="4205996"/>
                <a:chExt cx="2936178" cy="2065278"/>
              </a:xfrm>
            </p:grpSpPr>
            <p:grpSp>
              <p:nvGrpSpPr>
                <p:cNvPr id="3" name="Grupo 2">
                  <a:extLst>
                    <a:ext uri="{FF2B5EF4-FFF2-40B4-BE49-F238E27FC236}">
                      <a16:creationId xmlns:a16="http://schemas.microsoft.com/office/drawing/2014/main" id="{F7D75C2D-6F81-8F1F-B4AC-7EFB566ABB7A}"/>
                    </a:ext>
                  </a:extLst>
                </p:cNvPr>
                <p:cNvGrpSpPr/>
                <p:nvPr/>
              </p:nvGrpSpPr>
              <p:grpSpPr>
                <a:xfrm>
                  <a:off x="7703203" y="4205996"/>
                  <a:ext cx="2936178" cy="2065278"/>
                  <a:chOff x="7703203" y="1616594"/>
                  <a:chExt cx="2936178" cy="2065278"/>
                </a:xfrm>
              </p:grpSpPr>
              <p:pic>
                <p:nvPicPr>
                  <p:cNvPr id="6" name="Imagen 5" descr="Forma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DE5F8C63-BFA9-48F5-8A99-72CE7B01888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7703203" y="1616594"/>
                    <a:ext cx="2936178" cy="2065278"/>
                  </a:xfrm>
                  <a:prstGeom prst="rect">
                    <a:avLst/>
                  </a:prstGeom>
                </p:spPr>
              </p:pic>
              <p:sp>
                <p:nvSpPr>
                  <p:cNvPr id="7" name="Rectángulo 6">
                    <a:extLst>
                      <a:ext uri="{FF2B5EF4-FFF2-40B4-BE49-F238E27FC236}">
                        <a16:creationId xmlns:a16="http://schemas.microsoft.com/office/drawing/2014/main" id="{ADB74237-C8DB-8F3E-9044-BE2B2CD70B59}"/>
                      </a:ext>
                    </a:extLst>
                  </p:cNvPr>
                  <p:cNvSpPr/>
                  <p:nvPr/>
                </p:nvSpPr>
                <p:spPr>
                  <a:xfrm>
                    <a:off x="7703203" y="3060900"/>
                    <a:ext cx="2936177" cy="620898"/>
                  </a:xfrm>
                  <a:prstGeom prst="rect">
                    <a:avLst/>
                  </a:prstGeom>
                  <a:noFill/>
                  <a:ln w="38100">
                    <a:solidFill>
                      <a:srgbClr val="FF0000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noProof="0" dirty="0"/>
                  </a:p>
                </p:txBody>
              </p:sp>
            </p:grpSp>
            <p:pic>
              <p:nvPicPr>
                <p:cNvPr id="9" name="Imagen 8" descr="Icono&#10;&#10;El contenido generado por IA puede ser incorrecto.">
                  <a:extLst>
                    <a:ext uri="{FF2B5EF4-FFF2-40B4-BE49-F238E27FC236}">
                      <a16:creationId xmlns:a16="http://schemas.microsoft.com/office/drawing/2014/main" id="{26B6078A-7B8C-ED9B-4529-B4FE425A0C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892715" y="5693432"/>
                  <a:ext cx="571461" cy="508958"/>
                </a:xfrm>
                <a:prstGeom prst="rect">
                  <a:avLst/>
                </a:prstGeom>
              </p:spPr>
            </p:pic>
          </p:grpSp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143340CE-6AB8-22A1-EFA1-4CD9B838424F}"/>
                  </a:ext>
                </a:extLst>
              </p:cNvPr>
              <p:cNvSpPr txBox="1"/>
              <p:nvPr/>
            </p:nvSpPr>
            <p:spPr>
              <a:xfrm>
                <a:off x="6191101" y="6396335"/>
                <a:ext cx="218200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b="1" noProof="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Dead Features</a:t>
                </a:r>
              </a:p>
            </p:txBody>
          </p:sp>
        </p:grpSp>
        <p:pic>
          <p:nvPicPr>
            <p:cNvPr id="4" name="Imagen 3" descr="Icono&#10;&#10;El contenido generado por IA puede ser incorrecto.">
              <a:extLst>
                <a:ext uri="{FF2B5EF4-FFF2-40B4-BE49-F238E27FC236}">
                  <a16:creationId xmlns:a16="http://schemas.microsoft.com/office/drawing/2014/main" id="{F7897D9D-1E36-B6A6-C98D-E98EF32FE0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83112" y="4702933"/>
              <a:ext cx="589844" cy="45372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510764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E6149-B034-1575-77D5-36E64B68E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 descr="Hombre parado con un traje de color negro&#10;&#10;El contenido generado por IA puede ser incorrecto.">
            <a:extLst>
              <a:ext uri="{FF2B5EF4-FFF2-40B4-BE49-F238E27FC236}">
                <a16:creationId xmlns:a16="http://schemas.microsoft.com/office/drawing/2014/main" id="{BA5D0952-4614-5C6A-EA48-59BC68412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58" t="19963"/>
          <a:stretch>
            <a:fillRect/>
          </a:stretch>
        </p:blipFill>
        <p:spPr>
          <a:xfrm flipH="1">
            <a:off x="100362" y="2152111"/>
            <a:ext cx="2743200" cy="4705889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4C5F8D50-8DEC-C0F4-6CC4-550A52103373}"/>
              </a:ext>
            </a:extLst>
          </p:cNvPr>
          <p:cNvSpPr txBox="1">
            <a:spLocks/>
          </p:cNvSpPr>
          <p:nvPr/>
        </p:nvSpPr>
        <p:spPr>
          <a:xfrm>
            <a:off x="0" y="438316"/>
            <a:ext cx="12191999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182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Common</a:t>
            </a:r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Cases of Invalid Pricings</a:t>
            </a:r>
          </a:p>
        </p:txBody>
      </p:sp>
      <p:pic>
        <p:nvPicPr>
          <p:cNvPr id="2" name="Imagen 1" descr="Aplicación&#10;&#10;El contenido generado por IA puede ser incorrecto.">
            <a:extLst>
              <a:ext uri="{FF2B5EF4-FFF2-40B4-BE49-F238E27FC236}">
                <a16:creationId xmlns:a16="http://schemas.microsoft.com/office/drawing/2014/main" id="{3DCE1A7F-4594-64DD-AC18-C23A67ADCB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326" y="1363113"/>
            <a:ext cx="7116352" cy="4128040"/>
          </a:xfrm>
          <a:prstGeom prst="rect">
            <a:avLst/>
          </a:prstGeom>
        </p:spPr>
      </p:pic>
      <p:pic>
        <p:nvPicPr>
          <p:cNvPr id="3" name="Imagen 2" descr="Texto, Icono&#10;&#10;El contenido generado por IA puede ser incorrecto.">
            <a:extLst>
              <a:ext uri="{FF2B5EF4-FFF2-40B4-BE49-F238E27FC236}">
                <a16:creationId xmlns:a16="http://schemas.microsoft.com/office/drawing/2014/main" id="{70C5A361-9359-2751-5F58-D4124F4AA9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8899" y="5285862"/>
            <a:ext cx="1403147" cy="191436"/>
          </a:xfrm>
          <a:prstGeom prst="rect">
            <a:avLst/>
          </a:prstGeom>
        </p:spPr>
      </p:pic>
      <p:pic>
        <p:nvPicPr>
          <p:cNvPr id="4" name="Imagen 3" descr="Texto, Icono&#10;&#10;El contenido generado por IA puede ser incorrecto.">
            <a:extLst>
              <a:ext uri="{FF2B5EF4-FFF2-40B4-BE49-F238E27FC236}">
                <a16:creationId xmlns:a16="http://schemas.microsoft.com/office/drawing/2014/main" id="{67984B13-4CD5-DDAF-F81C-BABE12E9F54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7"/>
          <a:stretch>
            <a:fillRect/>
          </a:stretch>
        </p:blipFill>
        <p:spPr>
          <a:xfrm>
            <a:off x="6727657" y="5285862"/>
            <a:ext cx="939319" cy="191436"/>
          </a:xfrm>
          <a:prstGeom prst="rect">
            <a:avLst/>
          </a:prstGeom>
        </p:spPr>
      </p:pic>
      <p:grpSp>
        <p:nvGrpSpPr>
          <p:cNvPr id="5" name="Grupo 4">
            <a:extLst>
              <a:ext uri="{FF2B5EF4-FFF2-40B4-BE49-F238E27FC236}">
                <a16:creationId xmlns:a16="http://schemas.microsoft.com/office/drawing/2014/main" id="{AF89D8DF-4D2B-7577-122D-14F2D8FE6932}"/>
              </a:ext>
            </a:extLst>
          </p:cNvPr>
          <p:cNvGrpSpPr/>
          <p:nvPr/>
        </p:nvGrpSpPr>
        <p:grpSpPr>
          <a:xfrm>
            <a:off x="4726186" y="5562301"/>
            <a:ext cx="2533596" cy="669073"/>
            <a:chOff x="1270510" y="4697390"/>
            <a:chExt cx="1508519" cy="669073"/>
          </a:xfrm>
        </p:grpSpPr>
        <p:sp>
          <p:nvSpPr>
            <p:cNvPr id="6" name="Flecha doblada hacia arriba 5">
              <a:extLst>
                <a:ext uri="{FF2B5EF4-FFF2-40B4-BE49-F238E27FC236}">
                  <a16:creationId xmlns:a16="http://schemas.microsoft.com/office/drawing/2014/main" id="{5B922579-7B78-07A9-54EE-26649F9D8E14}"/>
                </a:ext>
              </a:extLst>
            </p:cNvPr>
            <p:cNvSpPr/>
            <p:nvPr/>
          </p:nvSpPr>
          <p:spPr>
            <a:xfrm>
              <a:off x="1270510" y="4697390"/>
              <a:ext cx="1508519" cy="669073"/>
            </a:xfrm>
            <a:prstGeom prst="bentUpArrow">
              <a:avLst>
                <a:gd name="adj1" fmla="val 10000"/>
                <a:gd name="adj2" fmla="val 13333"/>
                <a:gd name="adj3" fmla="val 25000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7" name="Conector recto 6">
              <a:extLst>
                <a:ext uri="{FF2B5EF4-FFF2-40B4-BE49-F238E27FC236}">
                  <a16:creationId xmlns:a16="http://schemas.microsoft.com/office/drawing/2014/main" id="{F0AEF0AE-B618-27DA-AFF9-974AB13B1461}"/>
                </a:ext>
              </a:extLst>
            </p:cNvPr>
            <p:cNvCxnSpPr>
              <a:cxnSpLocks/>
            </p:cNvCxnSpPr>
            <p:nvPr/>
          </p:nvCxnSpPr>
          <p:spPr>
            <a:xfrm>
              <a:off x="1292812" y="4697390"/>
              <a:ext cx="0" cy="669072"/>
            </a:xfrm>
            <a:prstGeom prst="line">
              <a:avLst/>
            </a:prstGeom>
            <a:ln w="76200">
              <a:solidFill>
                <a:srgbClr val="00B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Imagen 7" descr="Texto, Icono&#10;&#10;El contenido generado por IA puede ser incorrecto.">
            <a:extLst>
              <a:ext uri="{FF2B5EF4-FFF2-40B4-BE49-F238E27FC236}">
                <a16:creationId xmlns:a16="http://schemas.microsoft.com/office/drawing/2014/main" id="{782D3BFE-2D06-C4F9-978A-A703DB9840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13" y="5285862"/>
            <a:ext cx="1403147" cy="191436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076C37B5-D5D6-5DD4-225D-469327DE4ADB}"/>
              </a:ext>
            </a:extLst>
          </p:cNvPr>
          <p:cNvSpPr/>
          <p:nvPr/>
        </p:nvSpPr>
        <p:spPr>
          <a:xfrm>
            <a:off x="9767021" y="5865541"/>
            <a:ext cx="2424978" cy="992459"/>
          </a:xfrm>
          <a:prstGeom prst="rect">
            <a:avLst/>
          </a:prstGeom>
          <a:solidFill>
            <a:schemeClr val="bg2"/>
          </a:solidFill>
          <a:ln w="38100">
            <a:solidFill>
              <a:srgbClr val="8B1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lecha derecha 9">
            <a:extLst>
              <a:ext uri="{FF2B5EF4-FFF2-40B4-BE49-F238E27FC236}">
                <a16:creationId xmlns:a16="http://schemas.microsoft.com/office/drawing/2014/main" id="{DA8A81AA-A523-E8CD-A347-A0A15D13A3DA}"/>
              </a:ext>
            </a:extLst>
          </p:cNvPr>
          <p:cNvSpPr/>
          <p:nvPr/>
        </p:nvSpPr>
        <p:spPr>
          <a:xfrm>
            <a:off x="9850711" y="5956244"/>
            <a:ext cx="724830" cy="278781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9A9C2D9-97C0-A25E-3DC1-BCB22699F668}"/>
              </a:ext>
            </a:extLst>
          </p:cNvPr>
          <p:cNvSpPr txBox="1"/>
          <p:nvPr/>
        </p:nvSpPr>
        <p:spPr>
          <a:xfrm>
            <a:off x="10748333" y="5910968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Depends on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BB0B24DB-E0C7-1C6D-2632-E0799E721AC0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8</a:t>
            </a:r>
          </a:p>
        </p:txBody>
      </p:sp>
      <p:sp>
        <p:nvSpPr>
          <p:cNvPr id="13" name="Multiplicación 12">
            <a:extLst>
              <a:ext uri="{FF2B5EF4-FFF2-40B4-BE49-F238E27FC236}">
                <a16:creationId xmlns:a16="http://schemas.microsoft.com/office/drawing/2014/main" id="{EDDB1487-DBED-1DD9-67E8-AC1C992A0E62}"/>
              </a:ext>
            </a:extLst>
          </p:cNvPr>
          <p:cNvSpPr/>
          <p:nvPr/>
        </p:nvSpPr>
        <p:spPr>
          <a:xfrm>
            <a:off x="4010758" y="5272007"/>
            <a:ext cx="505823" cy="191436"/>
          </a:xfrm>
          <a:prstGeom prst="mathMultiply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7847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EBDDBA-0E74-C7CA-F3BB-DDE9448BB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 descr="Hombre parado con un traje de color negro&#10;&#10;El contenido generado por IA puede ser incorrecto.">
            <a:extLst>
              <a:ext uri="{FF2B5EF4-FFF2-40B4-BE49-F238E27FC236}">
                <a16:creationId xmlns:a16="http://schemas.microsoft.com/office/drawing/2014/main" id="{E72594B7-FCBD-CF7D-B3DF-458E93554F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158" t="19963"/>
          <a:stretch>
            <a:fillRect/>
          </a:stretch>
        </p:blipFill>
        <p:spPr>
          <a:xfrm flipH="1">
            <a:off x="100362" y="2152111"/>
            <a:ext cx="2743200" cy="4705889"/>
          </a:xfrm>
          <a:prstGeom prst="rect">
            <a:avLst/>
          </a:prstGeom>
        </p:spPr>
      </p:pic>
      <p:sp>
        <p:nvSpPr>
          <p:cNvPr id="12" name="Título 1">
            <a:extLst>
              <a:ext uri="{FF2B5EF4-FFF2-40B4-BE49-F238E27FC236}">
                <a16:creationId xmlns:a16="http://schemas.microsoft.com/office/drawing/2014/main" id="{A9D5B139-0299-098E-B2EF-010BC767E27B}"/>
              </a:ext>
            </a:extLst>
          </p:cNvPr>
          <p:cNvSpPr txBox="1">
            <a:spLocks/>
          </p:cNvSpPr>
          <p:nvPr/>
        </p:nvSpPr>
        <p:spPr>
          <a:xfrm>
            <a:off x="0" y="438316"/>
            <a:ext cx="12191999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182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Complex</a:t>
            </a:r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Cases of Invalid Pricings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BF00FD6A-BDD9-3E43-73C8-ED38E4B8D16C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8</a:t>
            </a:r>
          </a:p>
        </p:txBody>
      </p:sp>
      <p:pic>
        <p:nvPicPr>
          <p:cNvPr id="2" name="Imagen 1" descr="Aplicación&#10;&#10;El contenido generado por IA puede ser incorrecto.">
            <a:extLst>
              <a:ext uri="{FF2B5EF4-FFF2-40B4-BE49-F238E27FC236}">
                <a16:creationId xmlns:a16="http://schemas.microsoft.com/office/drawing/2014/main" id="{0F405E73-F5D6-C789-F696-821DA84B9A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7326" y="1363113"/>
            <a:ext cx="7116352" cy="4128040"/>
          </a:xfrm>
          <a:prstGeom prst="rect">
            <a:avLst/>
          </a:prstGeom>
        </p:spPr>
      </p:pic>
      <p:pic>
        <p:nvPicPr>
          <p:cNvPr id="3" name="Imagen 2" descr="Texto, Icono&#10;&#10;El contenido generado por IA puede ser incorrecto.">
            <a:extLst>
              <a:ext uri="{FF2B5EF4-FFF2-40B4-BE49-F238E27FC236}">
                <a16:creationId xmlns:a16="http://schemas.microsoft.com/office/drawing/2014/main" id="{CFF1BFF3-11B2-3556-7EF1-2760AB52CD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8899" y="5285862"/>
            <a:ext cx="1403147" cy="191436"/>
          </a:xfrm>
          <a:prstGeom prst="rect">
            <a:avLst/>
          </a:prstGeom>
        </p:spPr>
      </p:pic>
      <p:pic>
        <p:nvPicPr>
          <p:cNvPr id="4" name="Imagen 3" descr="Texto, Icono&#10;&#10;El contenido generado por IA puede ser incorrecto.">
            <a:extLst>
              <a:ext uri="{FF2B5EF4-FFF2-40B4-BE49-F238E27FC236}">
                <a16:creationId xmlns:a16="http://schemas.microsoft.com/office/drawing/2014/main" id="{93AA782A-249C-9FE9-F0DB-599C4A6FEA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7"/>
          <a:stretch>
            <a:fillRect/>
          </a:stretch>
        </p:blipFill>
        <p:spPr>
          <a:xfrm>
            <a:off x="6727657" y="5285862"/>
            <a:ext cx="939319" cy="191436"/>
          </a:xfrm>
          <a:prstGeom prst="rect">
            <a:avLst/>
          </a:prstGeom>
        </p:spPr>
      </p:pic>
      <p:pic>
        <p:nvPicPr>
          <p:cNvPr id="5" name="Imagen 4" descr="Texto, Icono&#10;&#10;El contenido generado por IA puede ser incorrecto.">
            <a:extLst>
              <a:ext uri="{FF2B5EF4-FFF2-40B4-BE49-F238E27FC236}">
                <a16:creationId xmlns:a16="http://schemas.microsoft.com/office/drawing/2014/main" id="{BBBA04C6-6F77-39F0-4E4F-CA49C73B62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4613" y="5285862"/>
            <a:ext cx="1403147" cy="191436"/>
          </a:xfrm>
          <a:prstGeom prst="rect">
            <a:avLst/>
          </a:prstGeom>
        </p:spPr>
      </p:pic>
      <p:grpSp>
        <p:nvGrpSpPr>
          <p:cNvPr id="9" name="Grupo 8">
            <a:extLst>
              <a:ext uri="{FF2B5EF4-FFF2-40B4-BE49-F238E27FC236}">
                <a16:creationId xmlns:a16="http://schemas.microsoft.com/office/drawing/2014/main" id="{426CC17A-79CF-A84A-9D59-468F99A56C79}"/>
              </a:ext>
            </a:extLst>
          </p:cNvPr>
          <p:cNvGrpSpPr/>
          <p:nvPr/>
        </p:nvGrpSpPr>
        <p:grpSpPr>
          <a:xfrm>
            <a:off x="4929263" y="5568055"/>
            <a:ext cx="2205822" cy="669073"/>
            <a:chOff x="1270510" y="4697390"/>
            <a:chExt cx="1508519" cy="669073"/>
          </a:xfrm>
          <a:solidFill>
            <a:srgbClr val="FF0000"/>
          </a:solidFill>
        </p:grpSpPr>
        <p:sp>
          <p:nvSpPr>
            <p:cNvPr id="10" name="Flecha doblada hacia arriba 9">
              <a:extLst>
                <a:ext uri="{FF2B5EF4-FFF2-40B4-BE49-F238E27FC236}">
                  <a16:creationId xmlns:a16="http://schemas.microsoft.com/office/drawing/2014/main" id="{02CEDB93-078B-D084-42B9-6176F39C2400}"/>
                </a:ext>
              </a:extLst>
            </p:cNvPr>
            <p:cNvSpPr/>
            <p:nvPr/>
          </p:nvSpPr>
          <p:spPr>
            <a:xfrm>
              <a:off x="1270510" y="4697390"/>
              <a:ext cx="1508519" cy="669073"/>
            </a:xfrm>
            <a:prstGeom prst="bentUpArrow">
              <a:avLst>
                <a:gd name="adj1" fmla="val 10000"/>
                <a:gd name="adj2" fmla="val 13333"/>
                <a:gd name="adj3" fmla="val 25000"/>
              </a:avLst>
            </a:prstGeom>
            <a:grpFill/>
            <a:ln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1" name="Conector recto 10">
              <a:extLst>
                <a:ext uri="{FF2B5EF4-FFF2-40B4-BE49-F238E27FC236}">
                  <a16:creationId xmlns:a16="http://schemas.microsoft.com/office/drawing/2014/main" id="{83701C30-3C3E-3359-9E04-1E57B5549B7E}"/>
                </a:ext>
              </a:extLst>
            </p:cNvPr>
            <p:cNvCxnSpPr>
              <a:cxnSpLocks/>
            </p:cNvCxnSpPr>
            <p:nvPr/>
          </p:nvCxnSpPr>
          <p:spPr>
            <a:xfrm>
              <a:off x="1292812" y="4697390"/>
              <a:ext cx="0" cy="669072"/>
            </a:xfrm>
            <a:prstGeom prst="line">
              <a:avLst/>
            </a:prstGeom>
            <a:grpFill/>
            <a:ln w="7620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AEBA5BC3-4FCA-4BDB-2734-67D4CF07FFAA}"/>
              </a:ext>
            </a:extLst>
          </p:cNvPr>
          <p:cNvGrpSpPr/>
          <p:nvPr/>
        </p:nvGrpSpPr>
        <p:grpSpPr>
          <a:xfrm flipH="1">
            <a:off x="7342915" y="5566313"/>
            <a:ext cx="1842647" cy="669073"/>
            <a:chOff x="1270510" y="4697390"/>
            <a:chExt cx="1508519" cy="669073"/>
          </a:xfrm>
        </p:grpSpPr>
        <p:sp>
          <p:nvSpPr>
            <p:cNvPr id="14" name="Flecha doblada hacia arriba 13">
              <a:extLst>
                <a:ext uri="{FF2B5EF4-FFF2-40B4-BE49-F238E27FC236}">
                  <a16:creationId xmlns:a16="http://schemas.microsoft.com/office/drawing/2014/main" id="{18B09368-443D-A3D9-CAB2-6C2DE40DC53E}"/>
                </a:ext>
              </a:extLst>
            </p:cNvPr>
            <p:cNvSpPr/>
            <p:nvPr/>
          </p:nvSpPr>
          <p:spPr>
            <a:xfrm>
              <a:off x="1270510" y="4697390"/>
              <a:ext cx="1508519" cy="669073"/>
            </a:xfrm>
            <a:prstGeom prst="bentUpArrow">
              <a:avLst>
                <a:gd name="adj1" fmla="val 10000"/>
                <a:gd name="adj2" fmla="val 13333"/>
                <a:gd name="adj3" fmla="val 25000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5" name="Conector recto 14">
              <a:extLst>
                <a:ext uri="{FF2B5EF4-FFF2-40B4-BE49-F238E27FC236}">
                  <a16:creationId xmlns:a16="http://schemas.microsoft.com/office/drawing/2014/main" id="{C467DC6A-0B83-F45A-804A-8497EAAC32AF}"/>
                </a:ext>
              </a:extLst>
            </p:cNvPr>
            <p:cNvCxnSpPr>
              <a:cxnSpLocks/>
            </p:cNvCxnSpPr>
            <p:nvPr/>
          </p:nvCxnSpPr>
          <p:spPr>
            <a:xfrm>
              <a:off x="1292812" y="4697390"/>
              <a:ext cx="0" cy="669072"/>
            </a:xfrm>
            <a:prstGeom prst="line">
              <a:avLst/>
            </a:prstGeom>
            <a:ln w="76200">
              <a:solidFill>
                <a:srgbClr val="00B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" name="Grupo 15">
            <a:extLst>
              <a:ext uri="{FF2B5EF4-FFF2-40B4-BE49-F238E27FC236}">
                <a16:creationId xmlns:a16="http://schemas.microsoft.com/office/drawing/2014/main" id="{9C0FD732-EF64-0975-00C6-96B59A5379F7}"/>
              </a:ext>
            </a:extLst>
          </p:cNvPr>
          <p:cNvGrpSpPr/>
          <p:nvPr/>
        </p:nvGrpSpPr>
        <p:grpSpPr>
          <a:xfrm flipH="1">
            <a:off x="4445406" y="5566312"/>
            <a:ext cx="4947963" cy="853372"/>
            <a:chOff x="1270510" y="4697390"/>
            <a:chExt cx="1508519" cy="669073"/>
          </a:xfrm>
        </p:grpSpPr>
        <p:sp>
          <p:nvSpPr>
            <p:cNvPr id="17" name="Flecha doblada hacia arriba 16">
              <a:extLst>
                <a:ext uri="{FF2B5EF4-FFF2-40B4-BE49-F238E27FC236}">
                  <a16:creationId xmlns:a16="http://schemas.microsoft.com/office/drawing/2014/main" id="{FB50FA0B-E262-1CB4-2CB3-A25BA83D798D}"/>
                </a:ext>
              </a:extLst>
            </p:cNvPr>
            <p:cNvSpPr/>
            <p:nvPr/>
          </p:nvSpPr>
          <p:spPr>
            <a:xfrm>
              <a:off x="1270510" y="4697390"/>
              <a:ext cx="1508519" cy="669073"/>
            </a:xfrm>
            <a:prstGeom prst="bentUpArrow">
              <a:avLst>
                <a:gd name="adj1" fmla="val 7767"/>
                <a:gd name="adj2" fmla="val 11473"/>
                <a:gd name="adj3" fmla="val 19791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8" name="Conector recto 17">
              <a:extLst>
                <a:ext uri="{FF2B5EF4-FFF2-40B4-BE49-F238E27FC236}">
                  <a16:creationId xmlns:a16="http://schemas.microsoft.com/office/drawing/2014/main" id="{2963F4F0-DE91-2F41-57B9-03B1EC7B55D2}"/>
                </a:ext>
              </a:extLst>
            </p:cNvPr>
            <p:cNvCxnSpPr>
              <a:cxnSpLocks/>
            </p:cNvCxnSpPr>
            <p:nvPr/>
          </p:nvCxnSpPr>
          <p:spPr>
            <a:xfrm>
              <a:off x="1280662" y="4697390"/>
              <a:ext cx="0" cy="669072"/>
            </a:xfrm>
            <a:prstGeom prst="line">
              <a:avLst/>
            </a:prstGeom>
            <a:ln w="76200">
              <a:solidFill>
                <a:srgbClr val="00B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Rectángulo 18">
            <a:extLst>
              <a:ext uri="{FF2B5EF4-FFF2-40B4-BE49-F238E27FC236}">
                <a16:creationId xmlns:a16="http://schemas.microsoft.com/office/drawing/2014/main" id="{0B1D1213-0A2A-1DAE-D308-0C7479C11084}"/>
              </a:ext>
            </a:extLst>
          </p:cNvPr>
          <p:cNvSpPr/>
          <p:nvPr/>
        </p:nvSpPr>
        <p:spPr>
          <a:xfrm>
            <a:off x="9767022" y="5865541"/>
            <a:ext cx="2424978" cy="992459"/>
          </a:xfrm>
          <a:prstGeom prst="rect">
            <a:avLst/>
          </a:prstGeom>
          <a:solidFill>
            <a:schemeClr val="bg2"/>
          </a:solidFill>
          <a:ln w="38100">
            <a:solidFill>
              <a:srgbClr val="8B1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Flecha derecha 20">
            <a:extLst>
              <a:ext uri="{FF2B5EF4-FFF2-40B4-BE49-F238E27FC236}">
                <a16:creationId xmlns:a16="http://schemas.microsoft.com/office/drawing/2014/main" id="{0F90B66B-5325-BBD6-6064-A6141873C9C2}"/>
              </a:ext>
            </a:extLst>
          </p:cNvPr>
          <p:cNvSpPr/>
          <p:nvPr/>
        </p:nvSpPr>
        <p:spPr>
          <a:xfrm>
            <a:off x="9850711" y="5983235"/>
            <a:ext cx="724830" cy="278781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6084597-4B09-0419-D5B5-AF7F0ED783CC}"/>
              </a:ext>
            </a:extLst>
          </p:cNvPr>
          <p:cNvSpPr txBox="1"/>
          <p:nvPr/>
        </p:nvSpPr>
        <p:spPr>
          <a:xfrm>
            <a:off x="10748333" y="5937959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Depends on</a:t>
            </a:r>
          </a:p>
        </p:txBody>
      </p:sp>
      <p:sp>
        <p:nvSpPr>
          <p:cNvPr id="23" name="Flecha derecha 22">
            <a:extLst>
              <a:ext uri="{FF2B5EF4-FFF2-40B4-BE49-F238E27FC236}">
                <a16:creationId xmlns:a16="http://schemas.microsoft.com/office/drawing/2014/main" id="{FD1AF517-9846-2453-16ED-B9F5B0D31E29}"/>
              </a:ext>
            </a:extLst>
          </p:cNvPr>
          <p:cNvSpPr/>
          <p:nvPr/>
        </p:nvSpPr>
        <p:spPr>
          <a:xfrm>
            <a:off x="9850711" y="6479464"/>
            <a:ext cx="724830" cy="27878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F08AEF6-D1BF-F7F3-90D6-C6960EDFD01C}"/>
              </a:ext>
            </a:extLst>
          </p:cNvPr>
          <p:cNvSpPr txBox="1"/>
          <p:nvPr/>
        </p:nvSpPr>
        <p:spPr>
          <a:xfrm>
            <a:off x="10748333" y="6412556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Excludes</a:t>
            </a:r>
          </a:p>
        </p:txBody>
      </p:sp>
      <p:pic>
        <p:nvPicPr>
          <p:cNvPr id="25" name="Gráfico 24">
            <a:extLst>
              <a:ext uri="{FF2B5EF4-FFF2-40B4-BE49-F238E27FC236}">
                <a16:creationId xmlns:a16="http://schemas.microsoft.com/office/drawing/2014/main" id="{D67680A9-C3EE-0B4D-737F-42E2CB6707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89244" y="4799810"/>
            <a:ext cx="386297" cy="386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754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>
          <a:extLst>
            <a:ext uri="{FF2B5EF4-FFF2-40B4-BE49-F238E27FC236}">
              <a16:creationId xmlns:a16="http://schemas.microsoft.com/office/drawing/2014/main" id="{A38461E7-6F8D-14A7-6F2B-527CF1FB2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" name="Google Shape;450;p24">
            <a:extLst>
              <a:ext uri="{FF2B5EF4-FFF2-40B4-BE49-F238E27FC236}">
                <a16:creationId xmlns:a16="http://schemas.microsoft.com/office/drawing/2014/main" id="{749ABCB9-BCBF-23AA-91B4-4AEDD0B58F45}"/>
              </a:ext>
            </a:extLst>
          </p:cNvPr>
          <p:cNvGrpSpPr/>
          <p:nvPr/>
        </p:nvGrpSpPr>
        <p:grpSpPr>
          <a:xfrm>
            <a:off x="5" y="1589200"/>
            <a:ext cx="5530348" cy="5268885"/>
            <a:chOff x="3" y="1191900"/>
            <a:chExt cx="4147761" cy="3951664"/>
          </a:xfrm>
        </p:grpSpPr>
        <p:sp>
          <p:nvSpPr>
            <p:cNvPr id="451" name="Google Shape;451;p24">
              <a:extLst>
                <a:ext uri="{FF2B5EF4-FFF2-40B4-BE49-F238E27FC236}">
                  <a16:creationId xmlns:a16="http://schemas.microsoft.com/office/drawing/2014/main" id="{226E9C46-CB98-BB70-26C2-880A0FFC0359}"/>
                </a:ext>
              </a:extLst>
            </p:cNvPr>
            <p:cNvSpPr/>
            <p:nvPr/>
          </p:nvSpPr>
          <p:spPr>
            <a:xfrm>
              <a:off x="1938876" y="1554725"/>
              <a:ext cx="1514799" cy="2041743"/>
            </a:xfrm>
            <a:custGeom>
              <a:avLst/>
              <a:gdLst/>
              <a:ahLst/>
              <a:cxnLst/>
              <a:rect l="l" t="t" r="r" b="b"/>
              <a:pathLst>
                <a:path w="49114" h="66199" extrusionOk="0">
                  <a:moveTo>
                    <a:pt x="40434" y="0"/>
                  </a:moveTo>
                  <a:lnTo>
                    <a:pt x="34945" y="10013"/>
                  </a:lnTo>
                  <a:lnTo>
                    <a:pt x="34088" y="15990"/>
                  </a:lnTo>
                  <a:lnTo>
                    <a:pt x="23229" y="24967"/>
                  </a:lnTo>
                  <a:lnTo>
                    <a:pt x="0" y="29647"/>
                  </a:lnTo>
                  <a:lnTo>
                    <a:pt x="7132" y="58317"/>
                  </a:lnTo>
                  <a:lnTo>
                    <a:pt x="49113" y="66199"/>
                  </a:lnTo>
                  <a:lnTo>
                    <a:pt x="4043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  <p:sp>
          <p:nvSpPr>
            <p:cNvPr id="452" name="Google Shape;452;p24">
              <a:extLst>
                <a:ext uri="{FF2B5EF4-FFF2-40B4-BE49-F238E27FC236}">
                  <a16:creationId xmlns:a16="http://schemas.microsoft.com/office/drawing/2014/main" id="{673D46F1-7522-DBFC-299F-974B1EAB464A}"/>
                </a:ext>
              </a:extLst>
            </p:cNvPr>
            <p:cNvSpPr/>
            <p:nvPr/>
          </p:nvSpPr>
          <p:spPr>
            <a:xfrm>
              <a:off x="1230501" y="2456576"/>
              <a:ext cx="893476" cy="474111"/>
            </a:xfrm>
            <a:custGeom>
              <a:avLst/>
              <a:gdLst/>
              <a:ahLst/>
              <a:cxnLst/>
              <a:rect l="l" t="t" r="r" b="b"/>
              <a:pathLst>
                <a:path w="28969" h="15372" extrusionOk="0">
                  <a:moveTo>
                    <a:pt x="3489" y="1"/>
                  </a:moveTo>
                  <a:lnTo>
                    <a:pt x="1" y="15372"/>
                  </a:lnTo>
                  <a:lnTo>
                    <a:pt x="1" y="15372"/>
                  </a:lnTo>
                  <a:lnTo>
                    <a:pt x="28969" y="11097"/>
                  </a:lnTo>
                  <a:lnTo>
                    <a:pt x="28969" y="4704"/>
                  </a:lnTo>
                  <a:lnTo>
                    <a:pt x="3489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  <p:sp>
          <p:nvSpPr>
            <p:cNvPr id="453" name="Google Shape;453;p24">
              <a:extLst>
                <a:ext uri="{FF2B5EF4-FFF2-40B4-BE49-F238E27FC236}">
                  <a16:creationId xmlns:a16="http://schemas.microsoft.com/office/drawing/2014/main" id="{4C38C6C4-2CE1-B408-F075-EEE9C1FDE549}"/>
                </a:ext>
              </a:extLst>
            </p:cNvPr>
            <p:cNvSpPr/>
            <p:nvPr/>
          </p:nvSpPr>
          <p:spPr>
            <a:xfrm>
              <a:off x="1478377" y="2674351"/>
              <a:ext cx="1431092" cy="699940"/>
            </a:xfrm>
            <a:custGeom>
              <a:avLst/>
              <a:gdLst/>
              <a:ahLst/>
              <a:cxnLst/>
              <a:rect l="l" t="t" r="r" b="b"/>
              <a:pathLst>
                <a:path w="46400" h="22694" extrusionOk="0">
                  <a:moveTo>
                    <a:pt x="41851" y="0"/>
                  </a:moveTo>
                  <a:lnTo>
                    <a:pt x="7037" y="6620"/>
                  </a:lnTo>
                  <a:lnTo>
                    <a:pt x="1" y="16883"/>
                  </a:lnTo>
                  <a:lnTo>
                    <a:pt x="46399" y="22693"/>
                  </a:lnTo>
                  <a:lnTo>
                    <a:pt x="41851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  <p:sp>
          <p:nvSpPr>
            <p:cNvPr id="454" name="Google Shape;454;p24">
              <a:extLst>
                <a:ext uri="{FF2B5EF4-FFF2-40B4-BE49-F238E27FC236}">
                  <a16:creationId xmlns:a16="http://schemas.microsoft.com/office/drawing/2014/main" id="{C3D173C9-6FA5-9A8E-0247-1D514F20A4A8}"/>
                </a:ext>
              </a:extLst>
            </p:cNvPr>
            <p:cNvSpPr/>
            <p:nvPr/>
          </p:nvSpPr>
          <p:spPr>
            <a:xfrm>
              <a:off x="2564596" y="3861892"/>
              <a:ext cx="1405369" cy="1281629"/>
            </a:xfrm>
            <a:custGeom>
              <a:avLst/>
              <a:gdLst/>
              <a:ahLst/>
              <a:cxnLst/>
              <a:rect l="l" t="t" r="r" b="b"/>
              <a:pathLst>
                <a:path w="45566" h="41554" extrusionOk="0">
                  <a:moveTo>
                    <a:pt x="38612" y="1"/>
                  </a:moveTo>
                  <a:lnTo>
                    <a:pt x="0" y="23968"/>
                  </a:lnTo>
                  <a:lnTo>
                    <a:pt x="0" y="41554"/>
                  </a:lnTo>
                  <a:lnTo>
                    <a:pt x="45565" y="41554"/>
                  </a:lnTo>
                  <a:lnTo>
                    <a:pt x="38612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  <p:sp>
          <p:nvSpPr>
            <p:cNvPr id="455" name="Google Shape;455;p24">
              <a:extLst>
                <a:ext uri="{FF2B5EF4-FFF2-40B4-BE49-F238E27FC236}">
                  <a16:creationId xmlns:a16="http://schemas.microsoft.com/office/drawing/2014/main" id="{41D709E0-33F6-A805-9E1D-10FA11CDB2AC}"/>
                </a:ext>
              </a:extLst>
            </p:cNvPr>
            <p:cNvSpPr/>
            <p:nvPr/>
          </p:nvSpPr>
          <p:spPr>
            <a:xfrm>
              <a:off x="523636" y="3088559"/>
              <a:ext cx="2171034" cy="1476616"/>
            </a:xfrm>
            <a:custGeom>
              <a:avLst/>
              <a:gdLst/>
              <a:ahLst/>
              <a:cxnLst/>
              <a:rect l="l" t="t" r="r" b="b"/>
              <a:pathLst>
                <a:path w="70391" h="47876" extrusionOk="0">
                  <a:moveTo>
                    <a:pt x="11133" y="0"/>
                  </a:moveTo>
                  <a:lnTo>
                    <a:pt x="0" y="47875"/>
                  </a:lnTo>
                  <a:lnTo>
                    <a:pt x="0" y="47875"/>
                  </a:lnTo>
                  <a:lnTo>
                    <a:pt x="70390" y="30552"/>
                  </a:lnTo>
                  <a:lnTo>
                    <a:pt x="59413" y="11049"/>
                  </a:lnTo>
                  <a:lnTo>
                    <a:pt x="11133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  <p:sp>
          <p:nvSpPr>
            <p:cNvPr id="456" name="Google Shape;456;p24">
              <a:extLst>
                <a:ext uri="{FF2B5EF4-FFF2-40B4-BE49-F238E27FC236}">
                  <a16:creationId xmlns:a16="http://schemas.microsoft.com/office/drawing/2014/main" id="{D79DF165-C45D-1A0F-5C8A-2E66A42A2EFA}"/>
                </a:ext>
              </a:extLst>
            </p:cNvPr>
            <p:cNvSpPr/>
            <p:nvPr/>
          </p:nvSpPr>
          <p:spPr>
            <a:xfrm>
              <a:off x="3" y="1191900"/>
              <a:ext cx="4147761" cy="3951664"/>
            </a:xfrm>
            <a:custGeom>
              <a:avLst/>
              <a:gdLst/>
              <a:ahLst/>
              <a:cxnLst/>
              <a:rect l="l" t="t" r="r" b="b"/>
              <a:pathLst>
                <a:path w="134482" h="128124" extrusionOk="0">
                  <a:moveTo>
                    <a:pt x="100155" y="1"/>
                  </a:moveTo>
                  <a:lnTo>
                    <a:pt x="90333" y="15003"/>
                  </a:lnTo>
                  <a:lnTo>
                    <a:pt x="90333" y="15003"/>
                  </a:lnTo>
                  <a:lnTo>
                    <a:pt x="97691" y="13371"/>
                  </a:lnTo>
                  <a:lnTo>
                    <a:pt x="97691" y="13371"/>
                  </a:lnTo>
                  <a:cubicBezTo>
                    <a:pt x="96786" y="29302"/>
                    <a:pt x="92833" y="35065"/>
                    <a:pt x="52542" y="37851"/>
                  </a:cubicBezTo>
                  <a:cubicBezTo>
                    <a:pt x="42077" y="38577"/>
                    <a:pt x="41970" y="41387"/>
                    <a:pt x="45160" y="43125"/>
                  </a:cubicBezTo>
                  <a:cubicBezTo>
                    <a:pt x="49709" y="45602"/>
                    <a:pt x="61329" y="47018"/>
                    <a:pt x="62865" y="47304"/>
                  </a:cubicBezTo>
                  <a:cubicBezTo>
                    <a:pt x="65199" y="47733"/>
                    <a:pt x="71259" y="48614"/>
                    <a:pt x="54971" y="50590"/>
                  </a:cubicBezTo>
                  <a:cubicBezTo>
                    <a:pt x="42291" y="52436"/>
                    <a:pt x="35183" y="54460"/>
                    <a:pt x="31349" y="56389"/>
                  </a:cubicBezTo>
                  <a:cubicBezTo>
                    <a:pt x="27277" y="58425"/>
                    <a:pt x="26908" y="64294"/>
                    <a:pt x="31004" y="66521"/>
                  </a:cubicBezTo>
                  <a:cubicBezTo>
                    <a:pt x="44779" y="74022"/>
                    <a:pt x="77736" y="72176"/>
                    <a:pt x="75140" y="81535"/>
                  </a:cubicBezTo>
                  <a:cubicBezTo>
                    <a:pt x="72140" y="92334"/>
                    <a:pt x="0" y="102704"/>
                    <a:pt x="0" y="102704"/>
                  </a:cubicBezTo>
                  <a:lnTo>
                    <a:pt x="0" y="128124"/>
                  </a:lnTo>
                  <a:lnTo>
                    <a:pt x="87904" y="128124"/>
                  </a:lnTo>
                  <a:cubicBezTo>
                    <a:pt x="87904" y="128124"/>
                    <a:pt x="134481" y="95822"/>
                    <a:pt x="118384" y="79225"/>
                  </a:cubicBezTo>
                  <a:cubicBezTo>
                    <a:pt x="102287" y="62639"/>
                    <a:pt x="62567" y="63770"/>
                    <a:pt x="54543" y="61604"/>
                  </a:cubicBezTo>
                  <a:cubicBezTo>
                    <a:pt x="46923" y="59544"/>
                    <a:pt x="72390" y="57020"/>
                    <a:pt x="83999" y="52317"/>
                  </a:cubicBezTo>
                  <a:cubicBezTo>
                    <a:pt x="103644" y="44363"/>
                    <a:pt x="67151" y="42363"/>
                    <a:pt x="67151" y="42363"/>
                  </a:cubicBezTo>
                  <a:cubicBezTo>
                    <a:pt x="66889" y="42280"/>
                    <a:pt x="66949" y="41887"/>
                    <a:pt x="67223" y="41887"/>
                  </a:cubicBezTo>
                  <a:cubicBezTo>
                    <a:pt x="67369" y="41888"/>
                    <a:pt x="67514" y="41888"/>
                    <a:pt x="67658" y="41888"/>
                  </a:cubicBezTo>
                  <a:cubicBezTo>
                    <a:pt x="106442" y="41888"/>
                    <a:pt x="103275" y="13372"/>
                    <a:pt x="103275" y="13371"/>
                  </a:cubicBezTo>
                  <a:lnTo>
                    <a:pt x="103275" y="13371"/>
                  </a:lnTo>
                  <a:lnTo>
                    <a:pt x="110311" y="15003"/>
                  </a:lnTo>
                  <a:lnTo>
                    <a:pt x="110311" y="15003"/>
                  </a:lnTo>
                  <a:lnTo>
                    <a:pt x="100155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</p:grpSp>
      <p:sp>
        <p:nvSpPr>
          <p:cNvPr id="457" name="Google Shape;457;p24">
            <a:extLst>
              <a:ext uri="{FF2B5EF4-FFF2-40B4-BE49-F238E27FC236}">
                <a16:creationId xmlns:a16="http://schemas.microsoft.com/office/drawing/2014/main" id="{9412987D-8B52-A7A6-FFAC-567102E36C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485121"/>
            <a:ext cx="10972800" cy="64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noProof="0" dirty="0"/>
              <a:t>Our Goals</a:t>
            </a:r>
          </a:p>
        </p:txBody>
      </p:sp>
      <p:grpSp>
        <p:nvGrpSpPr>
          <p:cNvPr id="464" name="Google Shape;464;p24">
            <a:extLst>
              <a:ext uri="{FF2B5EF4-FFF2-40B4-BE49-F238E27FC236}">
                <a16:creationId xmlns:a16="http://schemas.microsoft.com/office/drawing/2014/main" id="{1721FA9D-D0D4-D5E4-C549-E3C9848F44CD}"/>
              </a:ext>
            </a:extLst>
          </p:cNvPr>
          <p:cNvGrpSpPr/>
          <p:nvPr/>
        </p:nvGrpSpPr>
        <p:grpSpPr>
          <a:xfrm>
            <a:off x="3455129" y="4072401"/>
            <a:ext cx="6268734" cy="907230"/>
            <a:chOff x="2591347" y="3054299"/>
            <a:chExt cx="4701551" cy="680422"/>
          </a:xfrm>
        </p:grpSpPr>
        <p:cxnSp>
          <p:nvCxnSpPr>
            <p:cNvPr id="465" name="Google Shape;465;p24">
              <a:extLst>
                <a:ext uri="{FF2B5EF4-FFF2-40B4-BE49-F238E27FC236}">
                  <a16:creationId xmlns:a16="http://schemas.microsoft.com/office/drawing/2014/main" id="{8B8659AA-5AD1-2DBE-FB6B-5DC89953BEE6}"/>
                </a:ext>
              </a:extLst>
            </p:cNvPr>
            <p:cNvCxnSpPr/>
            <p:nvPr/>
          </p:nvCxnSpPr>
          <p:spPr>
            <a:xfrm rot="10800000">
              <a:off x="2665713" y="3448912"/>
              <a:ext cx="1756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466" name="Google Shape;466;p24">
              <a:extLst>
                <a:ext uri="{FF2B5EF4-FFF2-40B4-BE49-F238E27FC236}">
                  <a16:creationId xmlns:a16="http://schemas.microsoft.com/office/drawing/2014/main" id="{A01F5703-22C6-C0B0-BD6E-2B9A505E37CB}"/>
                </a:ext>
              </a:extLst>
            </p:cNvPr>
            <p:cNvSpPr/>
            <p:nvPr/>
          </p:nvSpPr>
          <p:spPr>
            <a:xfrm>
              <a:off x="4351878" y="3225150"/>
              <a:ext cx="447498" cy="447498"/>
            </a:xfrm>
            <a:custGeom>
              <a:avLst/>
              <a:gdLst/>
              <a:ahLst/>
              <a:cxnLst/>
              <a:rect l="l" t="t" r="r" b="b"/>
              <a:pathLst>
                <a:path w="18444" h="18444" extrusionOk="0">
                  <a:moveTo>
                    <a:pt x="9216" y="0"/>
                  </a:moveTo>
                  <a:cubicBezTo>
                    <a:pt x="4132" y="0"/>
                    <a:pt x="1" y="4132"/>
                    <a:pt x="1" y="9228"/>
                  </a:cubicBezTo>
                  <a:cubicBezTo>
                    <a:pt x="1" y="14312"/>
                    <a:pt x="4132" y="18443"/>
                    <a:pt x="9216" y="18443"/>
                  </a:cubicBezTo>
                  <a:cubicBezTo>
                    <a:pt x="14312" y="18443"/>
                    <a:pt x="18443" y="14312"/>
                    <a:pt x="18443" y="9228"/>
                  </a:cubicBezTo>
                  <a:cubicBezTo>
                    <a:pt x="18443" y="4132"/>
                    <a:pt x="14312" y="0"/>
                    <a:pt x="92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-US" sz="2267" noProof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 lang="en-US" sz="2400" noProof="0" dirty="0">
                <a:solidFill>
                  <a:srgbClr val="FFFFFF"/>
                </a:solidFill>
              </a:endParaRPr>
            </a:p>
          </p:txBody>
        </p:sp>
        <p:sp>
          <p:nvSpPr>
            <p:cNvPr id="468" name="Google Shape;468;p24">
              <a:extLst>
                <a:ext uri="{FF2B5EF4-FFF2-40B4-BE49-F238E27FC236}">
                  <a16:creationId xmlns:a16="http://schemas.microsoft.com/office/drawing/2014/main" id="{708F777B-EF3B-669B-BA2C-A9684F35AF23}"/>
                </a:ext>
              </a:extLst>
            </p:cNvPr>
            <p:cNvSpPr txBox="1"/>
            <p:nvPr/>
          </p:nvSpPr>
          <p:spPr>
            <a:xfrm>
              <a:off x="5040136" y="3163221"/>
              <a:ext cx="2252762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-US" sz="2267" noProof="0" dirty="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Validate Subscriptions</a:t>
              </a:r>
              <a:endParaRPr lang="en-US" sz="1600" noProof="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9" name="Google Shape;469;p24">
              <a:extLst>
                <a:ext uri="{FF2B5EF4-FFF2-40B4-BE49-F238E27FC236}">
                  <a16:creationId xmlns:a16="http://schemas.microsoft.com/office/drawing/2014/main" id="{36BFAAAE-019F-36D1-D797-80667D3F02C1}"/>
                </a:ext>
              </a:extLst>
            </p:cNvPr>
            <p:cNvSpPr/>
            <p:nvPr/>
          </p:nvSpPr>
          <p:spPr>
            <a:xfrm rot="8100000">
              <a:off x="2591347" y="3054299"/>
              <a:ext cx="229103" cy="229103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</p:grpSp>
      <p:grpSp>
        <p:nvGrpSpPr>
          <p:cNvPr id="470" name="Google Shape;470;p24">
            <a:extLst>
              <a:ext uri="{FF2B5EF4-FFF2-40B4-BE49-F238E27FC236}">
                <a16:creationId xmlns:a16="http://schemas.microsoft.com/office/drawing/2014/main" id="{FD13AD8F-717C-2065-C927-30094C751732}"/>
              </a:ext>
            </a:extLst>
          </p:cNvPr>
          <p:cNvGrpSpPr/>
          <p:nvPr/>
        </p:nvGrpSpPr>
        <p:grpSpPr>
          <a:xfrm>
            <a:off x="3077329" y="5204268"/>
            <a:ext cx="5959236" cy="907752"/>
            <a:chOff x="2307997" y="3903199"/>
            <a:chExt cx="4469427" cy="680814"/>
          </a:xfrm>
        </p:grpSpPr>
        <p:cxnSp>
          <p:nvCxnSpPr>
            <p:cNvPr id="471" name="Google Shape;471;p24">
              <a:extLst>
                <a:ext uri="{FF2B5EF4-FFF2-40B4-BE49-F238E27FC236}">
                  <a16:creationId xmlns:a16="http://schemas.microsoft.com/office/drawing/2014/main" id="{7C47CB45-D0E4-1528-4E42-6F6226E2779F}"/>
                </a:ext>
              </a:extLst>
            </p:cNvPr>
            <p:cNvCxnSpPr/>
            <p:nvPr/>
          </p:nvCxnSpPr>
          <p:spPr>
            <a:xfrm rot="10800000">
              <a:off x="2383713" y="4298188"/>
              <a:ext cx="2038500" cy="0"/>
            </a:xfrm>
            <a:prstGeom prst="straightConnector1">
              <a:avLst/>
            </a:prstGeom>
            <a:solidFill>
              <a:srgbClr val="FF0000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472" name="Google Shape;472;p24">
              <a:extLst>
                <a:ext uri="{FF2B5EF4-FFF2-40B4-BE49-F238E27FC236}">
                  <a16:creationId xmlns:a16="http://schemas.microsoft.com/office/drawing/2014/main" id="{001425D2-7B55-5C2C-72F1-7595FF8FD65C}"/>
                </a:ext>
              </a:extLst>
            </p:cNvPr>
            <p:cNvSpPr/>
            <p:nvPr/>
          </p:nvSpPr>
          <p:spPr>
            <a:xfrm>
              <a:off x="4351878" y="4074438"/>
              <a:ext cx="447498" cy="447498"/>
            </a:xfrm>
            <a:custGeom>
              <a:avLst/>
              <a:gdLst/>
              <a:ahLst/>
              <a:cxnLst/>
              <a:rect l="l" t="t" r="r" b="b"/>
              <a:pathLst>
                <a:path w="18444" h="18444" extrusionOk="0">
                  <a:moveTo>
                    <a:pt x="9216" y="0"/>
                  </a:moveTo>
                  <a:cubicBezTo>
                    <a:pt x="4132" y="0"/>
                    <a:pt x="1" y="4132"/>
                    <a:pt x="1" y="9228"/>
                  </a:cubicBezTo>
                  <a:cubicBezTo>
                    <a:pt x="1" y="14312"/>
                    <a:pt x="4132" y="18443"/>
                    <a:pt x="9216" y="18443"/>
                  </a:cubicBezTo>
                  <a:cubicBezTo>
                    <a:pt x="14312" y="18443"/>
                    <a:pt x="18443" y="14312"/>
                    <a:pt x="18443" y="9228"/>
                  </a:cubicBezTo>
                  <a:cubicBezTo>
                    <a:pt x="18443" y="4132"/>
                    <a:pt x="14312" y="0"/>
                    <a:pt x="9216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-US" sz="2267" noProof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lang="en-US" sz="2400" noProof="0" dirty="0">
                <a:solidFill>
                  <a:srgbClr val="FFFFFF"/>
                </a:solidFill>
              </a:endParaRPr>
            </a:p>
          </p:txBody>
        </p:sp>
        <p:sp>
          <p:nvSpPr>
            <p:cNvPr id="474" name="Google Shape;474;p24">
              <a:extLst>
                <a:ext uri="{FF2B5EF4-FFF2-40B4-BE49-F238E27FC236}">
                  <a16:creationId xmlns:a16="http://schemas.microsoft.com/office/drawing/2014/main" id="{A8AE2D29-3307-383B-2626-DADF7E60A459}"/>
                </a:ext>
              </a:extLst>
            </p:cNvPr>
            <p:cNvSpPr txBox="1"/>
            <p:nvPr/>
          </p:nvSpPr>
          <p:spPr>
            <a:xfrm>
              <a:off x="5040136" y="4012513"/>
              <a:ext cx="1737288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-US" sz="2267" noProof="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Validate Pricings</a:t>
              </a:r>
              <a:endParaRPr lang="en-US" sz="1600" noProof="0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" name="Google Shape;475;p24">
              <a:extLst>
                <a:ext uri="{FF2B5EF4-FFF2-40B4-BE49-F238E27FC236}">
                  <a16:creationId xmlns:a16="http://schemas.microsoft.com/office/drawing/2014/main" id="{A212D689-729C-8AFF-0FC2-B4DF1E2306E9}"/>
                </a:ext>
              </a:extLst>
            </p:cNvPr>
            <p:cNvSpPr/>
            <p:nvPr/>
          </p:nvSpPr>
          <p:spPr>
            <a:xfrm rot="8100000">
              <a:off x="2307997" y="3903199"/>
              <a:ext cx="229103" cy="229103"/>
            </a:xfrm>
            <a:prstGeom prst="teardrop">
              <a:avLst>
                <a:gd name="adj" fmla="val 10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1C6D075C-075B-3983-03E6-0AA1D4FAAA14}"/>
              </a:ext>
            </a:extLst>
          </p:cNvPr>
          <p:cNvSpPr txBox="1"/>
          <p:nvPr/>
        </p:nvSpPr>
        <p:spPr>
          <a:xfrm>
            <a:off x="11824592" y="6334780"/>
            <a:ext cx="3481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9360341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1AE6149-B034-1575-77D5-36E64B68E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ítulo 1">
            <a:extLst>
              <a:ext uri="{FF2B5EF4-FFF2-40B4-BE49-F238E27FC236}">
                <a16:creationId xmlns:a16="http://schemas.microsoft.com/office/drawing/2014/main" id="{BD835F37-BE23-8596-692A-E1E5A95950B7}"/>
              </a:ext>
            </a:extLst>
          </p:cNvPr>
          <p:cNvSpPr txBox="1">
            <a:spLocks/>
          </p:cNvSpPr>
          <p:nvPr/>
        </p:nvSpPr>
        <p:spPr>
          <a:xfrm>
            <a:off x="879923" y="379976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182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Common Cases of Invalid Subscriptions </a:t>
            </a:r>
          </a:p>
        </p:txBody>
      </p:sp>
      <p:grpSp>
        <p:nvGrpSpPr>
          <p:cNvPr id="29" name="Grupo 28">
            <a:extLst>
              <a:ext uri="{FF2B5EF4-FFF2-40B4-BE49-F238E27FC236}">
                <a16:creationId xmlns:a16="http://schemas.microsoft.com/office/drawing/2014/main" id="{DBEED7F5-F422-8E4A-86FC-E609EE1A6208}"/>
              </a:ext>
            </a:extLst>
          </p:cNvPr>
          <p:cNvGrpSpPr/>
          <p:nvPr/>
        </p:nvGrpSpPr>
        <p:grpSpPr>
          <a:xfrm>
            <a:off x="416460" y="1950888"/>
            <a:ext cx="5757526" cy="3388479"/>
            <a:chOff x="0" y="1238422"/>
            <a:chExt cx="5757526" cy="3388479"/>
          </a:xfrm>
        </p:grpSpPr>
        <p:pic>
          <p:nvPicPr>
            <p:cNvPr id="2" name="Imagen 1" descr="Aplicación&#10;&#10;El contenido generado por IA puede ser incorrecto.">
              <a:extLst>
                <a:ext uri="{FF2B5EF4-FFF2-40B4-BE49-F238E27FC236}">
                  <a16:creationId xmlns:a16="http://schemas.microsoft.com/office/drawing/2014/main" id="{04B8EEDA-E496-AFE8-12BD-0C3786FCA2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238422"/>
              <a:ext cx="5757526" cy="3339815"/>
            </a:xfrm>
            <a:prstGeom prst="rect">
              <a:avLst/>
            </a:prstGeom>
          </p:spPr>
        </p:pic>
        <p:pic>
          <p:nvPicPr>
            <p:cNvPr id="11" name="Imagen 10" descr="Texto, Icono&#10;&#10;El contenido generado por IA puede ser incorrecto.">
              <a:extLst>
                <a:ext uri="{FF2B5EF4-FFF2-40B4-BE49-F238E27FC236}">
                  <a16:creationId xmlns:a16="http://schemas.microsoft.com/office/drawing/2014/main" id="{A5553FD4-28ED-582F-9ADB-B4FC9D0725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1678" y="4435465"/>
              <a:ext cx="1403147" cy="191436"/>
            </a:xfrm>
            <a:prstGeom prst="rect">
              <a:avLst/>
            </a:prstGeom>
          </p:spPr>
        </p:pic>
        <p:pic>
          <p:nvPicPr>
            <p:cNvPr id="12" name="Imagen 11" descr="Texto, Icono&#10;&#10;El contenido generado por IA puede ser incorrecto.">
              <a:extLst>
                <a:ext uri="{FF2B5EF4-FFF2-40B4-BE49-F238E27FC236}">
                  <a16:creationId xmlns:a16="http://schemas.microsoft.com/office/drawing/2014/main" id="{F11BBC49-53C2-C5F2-A1E0-3C7DBE9D4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57"/>
            <a:stretch>
              <a:fillRect/>
            </a:stretch>
          </p:blipFill>
          <p:spPr>
            <a:xfrm>
              <a:off x="2424978" y="4435465"/>
              <a:ext cx="939319" cy="191436"/>
            </a:xfrm>
            <a:prstGeom prst="rect">
              <a:avLst/>
            </a:prstGeom>
          </p:spPr>
        </p:pic>
        <p:pic>
          <p:nvPicPr>
            <p:cNvPr id="13" name="Imagen 12" descr="Texto, Icono&#10;&#10;El contenido generado por IA puede ser incorrecto.">
              <a:extLst>
                <a:ext uri="{FF2B5EF4-FFF2-40B4-BE49-F238E27FC236}">
                  <a16:creationId xmlns:a16="http://schemas.microsoft.com/office/drawing/2014/main" id="{CC34FCBE-43D6-4C9D-55CD-F70154D40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803" y="4435465"/>
              <a:ext cx="1403147" cy="191436"/>
            </a:xfrm>
            <a:prstGeom prst="rect">
              <a:avLst/>
            </a:prstGeom>
          </p:spPr>
        </p:pic>
      </p:grpSp>
      <p:grpSp>
        <p:nvGrpSpPr>
          <p:cNvPr id="19" name="Grupo 18">
            <a:extLst>
              <a:ext uri="{FF2B5EF4-FFF2-40B4-BE49-F238E27FC236}">
                <a16:creationId xmlns:a16="http://schemas.microsoft.com/office/drawing/2014/main" id="{0C41C151-3044-CD06-F643-5597FB574098}"/>
              </a:ext>
            </a:extLst>
          </p:cNvPr>
          <p:cNvGrpSpPr/>
          <p:nvPr/>
        </p:nvGrpSpPr>
        <p:grpSpPr>
          <a:xfrm>
            <a:off x="7384810" y="1631785"/>
            <a:ext cx="3795418" cy="3707582"/>
            <a:chOff x="1958763" y="3455366"/>
            <a:chExt cx="496027" cy="552754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D320BD7B-9713-9024-9008-27458C697258}"/>
                </a:ext>
              </a:extLst>
            </p:cNvPr>
            <p:cNvSpPr/>
            <p:nvPr/>
          </p:nvSpPr>
          <p:spPr>
            <a:xfrm>
              <a:off x="1977526" y="3484447"/>
              <a:ext cx="477264" cy="473874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8B1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1DAC8B0B-A157-C9F8-A58B-3A80B9293EAC}"/>
                </a:ext>
              </a:extLst>
            </p:cNvPr>
            <p:cNvGrpSpPr/>
            <p:nvPr/>
          </p:nvGrpSpPr>
          <p:grpSpPr>
            <a:xfrm>
              <a:off x="1958763" y="3455366"/>
              <a:ext cx="82662" cy="91373"/>
              <a:chOff x="5995438" y="3351671"/>
              <a:chExt cx="253270" cy="263963"/>
            </a:xfrm>
          </p:grpSpPr>
          <p:sp>
            <p:nvSpPr>
              <p:cNvPr id="27" name="Forma libre 26">
                <a:extLst>
                  <a:ext uri="{FF2B5EF4-FFF2-40B4-BE49-F238E27FC236}">
                    <a16:creationId xmlns:a16="http://schemas.microsoft.com/office/drawing/2014/main" id="{BBC00BEC-2020-FF5B-E993-984838011B59}"/>
                  </a:ext>
                </a:extLst>
              </p:cNvPr>
              <p:cNvSpPr/>
              <p:nvPr/>
            </p:nvSpPr>
            <p:spPr>
              <a:xfrm>
                <a:off x="5995438" y="3351671"/>
                <a:ext cx="253270" cy="263963"/>
              </a:xfrm>
              <a:custGeom>
                <a:avLst/>
                <a:gdLst>
                  <a:gd name="connsiteX0" fmla="*/ 661811 w 661811"/>
                  <a:gd name="connsiteY0" fmla="*/ 311997 h 623993"/>
                  <a:gd name="connsiteX1" fmla="*/ 330906 w 661811"/>
                  <a:gd name="connsiteY1" fmla="*/ 623993 h 623993"/>
                  <a:gd name="connsiteX2" fmla="*/ 0 w 661811"/>
                  <a:gd name="connsiteY2" fmla="*/ 311997 h 623993"/>
                  <a:gd name="connsiteX3" fmla="*/ 330906 w 661811"/>
                  <a:gd name="connsiteY3" fmla="*/ 0 h 623993"/>
                  <a:gd name="connsiteX4" fmla="*/ 661811 w 661811"/>
                  <a:gd name="connsiteY4" fmla="*/ 311997 h 623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1811" h="623993">
                    <a:moveTo>
                      <a:pt x="661811" y="311997"/>
                    </a:moveTo>
                    <a:cubicBezTo>
                      <a:pt x="661811" y="484308"/>
                      <a:pt x="513660" y="623993"/>
                      <a:pt x="330906" y="623993"/>
                    </a:cubicBezTo>
                    <a:cubicBezTo>
                      <a:pt x="148151" y="623993"/>
                      <a:pt x="0" y="484308"/>
                      <a:pt x="0" y="311997"/>
                    </a:cubicBezTo>
                    <a:cubicBezTo>
                      <a:pt x="0" y="139686"/>
                      <a:pt x="148151" y="0"/>
                      <a:pt x="330906" y="0"/>
                    </a:cubicBezTo>
                    <a:cubicBezTo>
                      <a:pt x="513660" y="0"/>
                      <a:pt x="661811" y="139686"/>
                      <a:pt x="661811" y="311997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28" name="Forma libre 27">
                <a:extLst>
                  <a:ext uri="{FF2B5EF4-FFF2-40B4-BE49-F238E27FC236}">
                    <a16:creationId xmlns:a16="http://schemas.microsoft.com/office/drawing/2014/main" id="{8D2F5E40-730C-2210-B9A3-FBFFA4CC812B}"/>
                  </a:ext>
                </a:extLst>
              </p:cNvPr>
              <p:cNvSpPr/>
              <p:nvPr/>
            </p:nvSpPr>
            <p:spPr>
              <a:xfrm>
                <a:off x="6049719" y="3403661"/>
                <a:ext cx="144725" cy="159977"/>
              </a:xfrm>
              <a:custGeom>
                <a:avLst/>
                <a:gdLst>
                  <a:gd name="connsiteX0" fmla="*/ 236361 w 378177"/>
                  <a:gd name="connsiteY0" fmla="*/ 252113 h 378177"/>
                  <a:gd name="connsiteX1" fmla="*/ 236361 w 378177"/>
                  <a:gd name="connsiteY1" fmla="*/ 220597 h 378177"/>
                  <a:gd name="connsiteX2" fmla="*/ 265859 w 378177"/>
                  <a:gd name="connsiteY2" fmla="*/ 174079 h 378177"/>
                  <a:gd name="connsiteX3" fmla="*/ 282782 w 378177"/>
                  <a:gd name="connsiteY3" fmla="*/ 148315 h 378177"/>
                  <a:gd name="connsiteX4" fmla="*/ 275313 w 378177"/>
                  <a:gd name="connsiteY4" fmla="*/ 129437 h 378177"/>
                  <a:gd name="connsiteX5" fmla="*/ 283633 w 378177"/>
                  <a:gd name="connsiteY5" fmla="*/ 94548 h 378177"/>
                  <a:gd name="connsiteX6" fmla="*/ 236361 w 378177"/>
                  <a:gd name="connsiteY6" fmla="*/ 23637 h 378177"/>
                  <a:gd name="connsiteX7" fmla="*/ 189089 w 378177"/>
                  <a:gd name="connsiteY7" fmla="*/ 0 h 378177"/>
                  <a:gd name="connsiteX8" fmla="*/ 94544 w 378177"/>
                  <a:gd name="connsiteY8" fmla="*/ 94548 h 378177"/>
                  <a:gd name="connsiteX9" fmla="*/ 102864 w 378177"/>
                  <a:gd name="connsiteY9" fmla="*/ 129437 h 378177"/>
                  <a:gd name="connsiteX10" fmla="*/ 95395 w 378177"/>
                  <a:gd name="connsiteY10" fmla="*/ 148315 h 378177"/>
                  <a:gd name="connsiteX11" fmla="*/ 112319 w 378177"/>
                  <a:gd name="connsiteY11" fmla="*/ 174079 h 378177"/>
                  <a:gd name="connsiteX12" fmla="*/ 141817 w 378177"/>
                  <a:gd name="connsiteY12" fmla="*/ 220597 h 378177"/>
                  <a:gd name="connsiteX13" fmla="*/ 141817 w 378177"/>
                  <a:gd name="connsiteY13" fmla="*/ 252113 h 378177"/>
                  <a:gd name="connsiteX14" fmla="*/ 0 w 378177"/>
                  <a:gd name="connsiteY14" fmla="*/ 378178 h 378177"/>
                  <a:gd name="connsiteX15" fmla="*/ 378178 w 378177"/>
                  <a:gd name="connsiteY15" fmla="*/ 378178 h 378177"/>
                  <a:gd name="connsiteX16" fmla="*/ 236361 w 378177"/>
                  <a:gd name="connsiteY16" fmla="*/ 252113 h 378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78177" h="378177">
                    <a:moveTo>
                      <a:pt x="236361" y="252113"/>
                    </a:moveTo>
                    <a:lnTo>
                      <a:pt x="236361" y="220597"/>
                    </a:lnTo>
                    <a:cubicBezTo>
                      <a:pt x="243452" y="217083"/>
                      <a:pt x="263732" y="192942"/>
                      <a:pt x="265859" y="174079"/>
                    </a:cubicBezTo>
                    <a:cubicBezTo>
                      <a:pt x="271437" y="173654"/>
                      <a:pt x="280199" y="168532"/>
                      <a:pt x="282782" y="148315"/>
                    </a:cubicBezTo>
                    <a:cubicBezTo>
                      <a:pt x="284169" y="137457"/>
                      <a:pt x="278654" y="131359"/>
                      <a:pt x="275313" y="129437"/>
                    </a:cubicBezTo>
                    <a:cubicBezTo>
                      <a:pt x="275313" y="129437"/>
                      <a:pt x="283633" y="113631"/>
                      <a:pt x="283633" y="94548"/>
                    </a:cubicBezTo>
                    <a:cubicBezTo>
                      <a:pt x="283633" y="56288"/>
                      <a:pt x="268617" y="23637"/>
                      <a:pt x="236361" y="23637"/>
                    </a:cubicBezTo>
                    <a:cubicBezTo>
                      <a:pt x="236361" y="23637"/>
                      <a:pt x="225158" y="0"/>
                      <a:pt x="189089" y="0"/>
                    </a:cubicBezTo>
                    <a:cubicBezTo>
                      <a:pt x="122246" y="0"/>
                      <a:pt x="94544" y="42878"/>
                      <a:pt x="94544" y="94548"/>
                    </a:cubicBezTo>
                    <a:cubicBezTo>
                      <a:pt x="94544" y="111945"/>
                      <a:pt x="102864" y="129437"/>
                      <a:pt x="102864" y="129437"/>
                    </a:cubicBezTo>
                    <a:cubicBezTo>
                      <a:pt x="99524" y="131359"/>
                      <a:pt x="94008" y="137473"/>
                      <a:pt x="95395" y="148315"/>
                    </a:cubicBezTo>
                    <a:cubicBezTo>
                      <a:pt x="97979" y="168532"/>
                      <a:pt x="106741" y="173654"/>
                      <a:pt x="112319" y="174079"/>
                    </a:cubicBezTo>
                    <a:cubicBezTo>
                      <a:pt x="114446" y="192942"/>
                      <a:pt x="134726" y="217083"/>
                      <a:pt x="141817" y="220597"/>
                    </a:cubicBezTo>
                    <a:lnTo>
                      <a:pt x="141817" y="252113"/>
                    </a:lnTo>
                    <a:cubicBezTo>
                      <a:pt x="126059" y="299387"/>
                      <a:pt x="0" y="267871"/>
                      <a:pt x="0" y="378178"/>
                    </a:cubicBezTo>
                    <a:lnTo>
                      <a:pt x="378178" y="378178"/>
                    </a:lnTo>
                    <a:cubicBezTo>
                      <a:pt x="378178" y="267871"/>
                      <a:pt x="252119" y="299387"/>
                      <a:pt x="236361" y="252113"/>
                    </a:cubicBezTo>
                    <a:close/>
                  </a:path>
                </a:pathLst>
              </a:custGeom>
              <a:solidFill>
                <a:schemeClr val="bg1"/>
              </a:solidFill>
              <a:ln w="9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</p:grp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7ED34F78-1445-478C-F6AA-DBF576AF6944}"/>
                </a:ext>
              </a:extLst>
            </p:cNvPr>
            <p:cNvSpPr/>
            <p:nvPr/>
          </p:nvSpPr>
          <p:spPr>
            <a:xfrm>
              <a:off x="2170198" y="3900777"/>
              <a:ext cx="94098" cy="10734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8B1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noProof="0" dirty="0">
                  <a:solidFill>
                    <a:srgbClr val="8B1B3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</a:t>
              </a:r>
              <a:endParaRPr lang="en-US" sz="3600" b="1" noProof="0" dirty="0">
                <a:solidFill>
                  <a:srgbClr val="8B1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99C8D74-183B-ACE6-D540-81AB26FF454B}"/>
              </a:ext>
            </a:extLst>
          </p:cNvPr>
          <p:cNvSpPr txBox="1"/>
          <p:nvPr/>
        </p:nvSpPr>
        <p:spPr>
          <a:xfrm>
            <a:off x="7686218" y="5536627"/>
            <a:ext cx="333617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Empty Subscription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E7B9B08-D020-6077-D839-4365A1743E4D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215222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C700F6A-CDBF-C56B-8CDE-25DA2D99B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ítulo 1">
            <a:extLst>
              <a:ext uri="{FF2B5EF4-FFF2-40B4-BE49-F238E27FC236}">
                <a16:creationId xmlns:a16="http://schemas.microsoft.com/office/drawing/2014/main" id="{CF3B2FBE-5560-C6B0-E581-2DFDA70E6D5E}"/>
              </a:ext>
            </a:extLst>
          </p:cNvPr>
          <p:cNvSpPr txBox="1">
            <a:spLocks/>
          </p:cNvSpPr>
          <p:nvPr/>
        </p:nvSpPr>
        <p:spPr>
          <a:xfrm>
            <a:off x="879923" y="379976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182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Common Cases of Invalid Subscriptions </a:t>
            </a:r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73229202-78E4-3396-7DD9-C7205B2C54E8}"/>
              </a:ext>
            </a:extLst>
          </p:cNvPr>
          <p:cNvGrpSpPr/>
          <p:nvPr/>
        </p:nvGrpSpPr>
        <p:grpSpPr>
          <a:xfrm>
            <a:off x="7390913" y="1628488"/>
            <a:ext cx="3795418" cy="3707582"/>
            <a:chOff x="1958763" y="3455366"/>
            <a:chExt cx="496027" cy="552754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F54502FC-D067-EE19-6981-43082094C108}"/>
                </a:ext>
              </a:extLst>
            </p:cNvPr>
            <p:cNvSpPr/>
            <p:nvPr/>
          </p:nvSpPr>
          <p:spPr>
            <a:xfrm>
              <a:off x="1977526" y="3484447"/>
              <a:ext cx="477264" cy="473874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8B1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274631A2-C128-CB01-FAFF-D6EE158367AF}"/>
                </a:ext>
              </a:extLst>
            </p:cNvPr>
            <p:cNvGrpSpPr/>
            <p:nvPr/>
          </p:nvGrpSpPr>
          <p:grpSpPr>
            <a:xfrm>
              <a:off x="1958763" y="3455366"/>
              <a:ext cx="82662" cy="91373"/>
              <a:chOff x="5995438" y="3351671"/>
              <a:chExt cx="253270" cy="263963"/>
            </a:xfrm>
          </p:grpSpPr>
          <p:sp>
            <p:nvSpPr>
              <p:cNvPr id="27" name="Forma libre 26">
                <a:extLst>
                  <a:ext uri="{FF2B5EF4-FFF2-40B4-BE49-F238E27FC236}">
                    <a16:creationId xmlns:a16="http://schemas.microsoft.com/office/drawing/2014/main" id="{14BDF4E7-3144-7FFE-7879-1227A8B1F094}"/>
                  </a:ext>
                </a:extLst>
              </p:cNvPr>
              <p:cNvSpPr/>
              <p:nvPr/>
            </p:nvSpPr>
            <p:spPr>
              <a:xfrm>
                <a:off x="5995438" y="3351671"/>
                <a:ext cx="253270" cy="263963"/>
              </a:xfrm>
              <a:custGeom>
                <a:avLst/>
                <a:gdLst>
                  <a:gd name="connsiteX0" fmla="*/ 661811 w 661811"/>
                  <a:gd name="connsiteY0" fmla="*/ 311997 h 623993"/>
                  <a:gd name="connsiteX1" fmla="*/ 330906 w 661811"/>
                  <a:gd name="connsiteY1" fmla="*/ 623993 h 623993"/>
                  <a:gd name="connsiteX2" fmla="*/ 0 w 661811"/>
                  <a:gd name="connsiteY2" fmla="*/ 311997 h 623993"/>
                  <a:gd name="connsiteX3" fmla="*/ 330906 w 661811"/>
                  <a:gd name="connsiteY3" fmla="*/ 0 h 623993"/>
                  <a:gd name="connsiteX4" fmla="*/ 661811 w 661811"/>
                  <a:gd name="connsiteY4" fmla="*/ 311997 h 623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1811" h="623993">
                    <a:moveTo>
                      <a:pt x="661811" y="311997"/>
                    </a:moveTo>
                    <a:cubicBezTo>
                      <a:pt x="661811" y="484308"/>
                      <a:pt x="513660" y="623993"/>
                      <a:pt x="330906" y="623993"/>
                    </a:cubicBezTo>
                    <a:cubicBezTo>
                      <a:pt x="148151" y="623993"/>
                      <a:pt x="0" y="484308"/>
                      <a:pt x="0" y="311997"/>
                    </a:cubicBezTo>
                    <a:cubicBezTo>
                      <a:pt x="0" y="139686"/>
                      <a:pt x="148151" y="0"/>
                      <a:pt x="330906" y="0"/>
                    </a:cubicBezTo>
                    <a:cubicBezTo>
                      <a:pt x="513660" y="0"/>
                      <a:pt x="661811" y="139686"/>
                      <a:pt x="661811" y="311997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28" name="Forma libre 27">
                <a:extLst>
                  <a:ext uri="{FF2B5EF4-FFF2-40B4-BE49-F238E27FC236}">
                    <a16:creationId xmlns:a16="http://schemas.microsoft.com/office/drawing/2014/main" id="{D9B3086B-BAD7-AC59-709D-96821020E334}"/>
                  </a:ext>
                </a:extLst>
              </p:cNvPr>
              <p:cNvSpPr/>
              <p:nvPr/>
            </p:nvSpPr>
            <p:spPr>
              <a:xfrm>
                <a:off x="6049719" y="3403661"/>
                <a:ext cx="144725" cy="159977"/>
              </a:xfrm>
              <a:custGeom>
                <a:avLst/>
                <a:gdLst>
                  <a:gd name="connsiteX0" fmla="*/ 236361 w 378177"/>
                  <a:gd name="connsiteY0" fmla="*/ 252113 h 378177"/>
                  <a:gd name="connsiteX1" fmla="*/ 236361 w 378177"/>
                  <a:gd name="connsiteY1" fmla="*/ 220597 h 378177"/>
                  <a:gd name="connsiteX2" fmla="*/ 265859 w 378177"/>
                  <a:gd name="connsiteY2" fmla="*/ 174079 h 378177"/>
                  <a:gd name="connsiteX3" fmla="*/ 282782 w 378177"/>
                  <a:gd name="connsiteY3" fmla="*/ 148315 h 378177"/>
                  <a:gd name="connsiteX4" fmla="*/ 275313 w 378177"/>
                  <a:gd name="connsiteY4" fmla="*/ 129437 h 378177"/>
                  <a:gd name="connsiteX5" fmla="*/ 283633 w 378177"/>
                  <a:gd name="connsiteY5" fmla="*/ 94548 h 378177"/>
                  <a:gd name="connsiteX6" fmla="*/ 236361 w 378177"/>
                  <a:gd name="connsiteY6" fmla="*/ 23637 h 378177"/>
                  <a:gd name="connsiteX7" fmla="*/ 189089 w 378177"/>
                  <a:gd name="connsiteY7" fmla="*/ 0 h 378177"/>
                  <a:gd name="connsiteX8" fmla="*/ 94544 w 378177"/>
                  <a:gd name="connsiteY8" fmla="*/ 94548 h 378177"/>
                  <a:gd name="connsiteX9" fmla="*/ 102864 w 378177"/>
                  <a:gd name="connsiteY9" fmla="*/ 129437 h 378177"/>
                  <a:gd name="connsiteX10" fmla="*/ 95395 w 378177"/>
                  <a:gd name="connsiteY10" fmla="*/ 148315 h 378177"/>
                  <a:gd name="connsiteX11" fmla="*/ 112319 w 378177"/>
                  <a:gd name="connsiteY11" fmla="*/ 174079 h 378177"/>
                  <a:gd name="connsiteX12" fmla="*/ 141817 w 378177"/>
                  <a:gd name="connsiteY12" fmla="*/ 220597 h 378177"/>
                  <a:gd name="connsiteX13" fmla="*/ 141817 w 378177"/>
                  <a:gd name="connsiteY13" fmla="*/ 252113 h 378177"/>
                  <a:gd name="connsiteX14" fmla="*/ 0 w 378177"/>
                  <a:gd name="connsiteY14" fmla="*/ 378178 h 378177"/>
                  <a:gd name="connsiteX15" fmla="*/ 378178 w 378177"/>
                  <a:gd name="connsiteY15" fmla="*/ 378178 h 378177"/>
                  <a:gd name="connsiteX16" fmla="*/ 236361 w 378177"/>
                  <a:gd name="connsiteY16" fmla="*/ 252113 h 378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78177" h="378177">
                    <a:moveTo>
                      <a:pt x="236361" y="252113"/>
                    </a:moveTo>
                    <a:lnTo>
                      <a:pt x="236361" y="220597"/>
                    </a:lnTo>
                    <a:cubicBezTo>
                      <a:pt x="243452" y="217083"/>
                      <a:pt x="263732" y="192942"/>
                      <a:pt x="265859" y="174079"/>
                    </a:cubicBezTo>
                    <a:cubicBezTo>
                      <a:pt x="271437" y="173654"/>
                      <a:pt x="280199" y="168532"/>
                      <a:pt x="282782" y="148315"/>
                    </a:cubicBezTo>
                    <a:cubicBezTo>
                      <a:pt x="284169" y="137457"/>
                      <a:pt x="278654" y="131359"/>
                      <a:pt x="275313" y="129437"/>
                    </a:cubicBezTo>
                    <a:cubicBezTo>
                      <a:pt x="275313" y="129437"/>
                      <a:pt x="283633" y="113631"/>
                      <a:pt x="283633" y="94548"/>
                    </a:cubicBezTo>
                    <a:cubicBezTo>
                      <a:pt x="283633" y="56288"/>
                      <a:pt x="268617" y="23637"/>
                      <a:pt x="236361" y="23637"/>
                    </a:cubicBezTo>
                    <a:cubicBezTo>
                      <a:pt x="236361" y="23637"/>
                      <a:pt x="225158" y="0"/>
                      <a:pt x="189089" y="0"/>
                    </a:cubicBezTo>
                    <a:cubicBezTo>
                      <a:pt x="122246" y="0"/>
                      <a:pt x="94544" y="42878"/>
                      <a:pt x="94544" y="94548"/>
                    </a:cubicBezTo>
                    <a:cubicBezTo>
                      <a:pt x="94544" y="111945"/>
                      <a:pt x="102864" y="129437"/>
                      <a:pt x="102864" y="129437"/>
                    </a:cubicBezTo>
                    <a:cubicBezTo>
                      <a:pt x="99524" y="131359"/>
                      <a:pt x="94008" y="137473"/>
                      <a:pt x="95395" y="148315"/>
                    </a:cubicBezTo>
                    <a:cubicBezTo>
                      <a:pt x="97979" y="168532"/>
                      <a:pt x="106741" y="173654"/>
                      <a:pt x="112319" y="174079"/>
                    </a:cubicBezTo>
                    <a:cubicBezTo>
                      <a:pt x="114446" y="192942"/>
                      <a:pt x="134726" y="217083"/>
                      <a:pt x="141817" y="220597"/>
                    </a:cubicBezTo>
                    <a:lnTo>
                      <a:pt x="141817" y="252113"/>
                    </a:lnTo>
                    <a:cubicBezTo>
                      <a:pt x="126059" y="299387"/>
                      <a:pt x="0" y="267871"/>
                      <a:pt x="0" y="378178"/>
                    </a:cubicBezTo>
                    <a:lnTo>
                      <a:pt x="378178" y="378178"/>
                    </a:lnTo>
                    <a:cubicBezTo>
                      <a:pt x="378178" y="267871"/>
                      <a:pt x="252119" y="299387"/>
                      <a:pt x="236361" y="252113"/>
                    </a:cubicBezTo>
                    <a:close/>
                  </a:path>
                </a:pathLst>
              </a:custGeom>
              <a:solidFill>
                <a:schemeClr val="bg1"/>
              </a:solidFill>
              <a:ln w="9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</p:grp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320ED731-BB0C-D555-978D-7F92B51D0CF1}"/>
                </a:ext>
              </a:extLst>
            </p:cNvPr>
            <p:cNvSpPr/>
            <p:nvPr/>
          </p:nvSpPr>
          <p:spPr>
            <a:xfrm>
              <a:off x="2170198" y="3900777"/>
              <a:ext cx="94098" cy="10734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8B1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noProof="0" dirty="0">
                  <a:solidFill>
                    <a:srgbClr val="8B1B3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</a:t>
              </a:r>
              <a:endParaRPr lang="en-US" sz="3600" b="1" noProof="0" dirty="0">
                <a:solidFill>
                  <a:srgbClr val="8B1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5" name="Rectángulo 4">
            <a:extLst>
              <a:ext uri="{FF2B5EF4-FFF2-40B4-BE49-F238E27FC236}">
                <a16:creationId xmlns:a16="http://schemas.microsoft.com/office/drawing/2014/main" id="{740C0888-EAB1-F5B6-62E7-90F41003D405}"/>
              </a:ext>
            </a:extLst>
          </p:cNvPr>
          <p:cNvSpPr/>
          <p:nvPr/>
        </p:nvSpPr>
        <p:spPr>
          <a:xfrm>
            <a:off x="8120684" y="2478123"/>
            <a:ext cx="2537460" cy="626761"/>
          </a:xfrm>
          <a:prstGeom prst="rect">
            <a:avLst/>
          </a:prstGeom>
          <a:solidFill>
            <a:srgbClr val="F1CFCD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2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</a:t>
            </a:r>
            <a:endParaRPr lang="es-ES_tradnl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8" name="Imagen 17" descr="Icono&#10;&#10;El contenido generado por IA puede ser incorrecto.">
            <a:extLst>
              <a:ext uri="{FF2B5EF4-FFF2-40B4-BE49-F238E27FC236}">
                <a16:creationId xmlns:a16="http://schemas.microsoft.com/office/drawing/2014/main" id="{D59A2536-1896-4BD1-BAE5-1E335126B4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9542" y="3429000"/>
            <a:ext cx="1999744" cy="967089"/>
          </a:xfrm>
          <a:prstGeom prst="rect">
            <a:avLst/>
          </a:prstGeom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F9C5027E-5B9D-A9B6-850B-BEDABDCA9D29}"/>
              </a:ext>
            </a:extLst>
          </p:cNvPr>
          <p:cNvGrpSpPr/>
          <p:nvPr/>
        </p:nvGrpSpPr>
        <p:grpSpPr>
          <a:xfrm>
            <a:off x="416460" y="1950888"/>
            <a:ext cx="5757526" cy="3388479"/>
            <a:chOff x="0" y="1238422"/>
            <a:chExt cx="5757526" cy="3388479"/>
          </a:xfrm>
        </p:grpSpPr>
        <p:pic>
          <p:nvPicPr>
            <p:cNvPr id="23" name="Imagen 22" descr="Aplicación&#10;&#10;El contenido generado por IA puede ser incorrecto.">
              <a:extLst>
                <a:ext uri="{FF2B5EF4-FFF2-40B4-BE49-F238E27FC236}">
                  <a16:creationId xmlns:a16="http://schemas.microsoft.com/office/drawing/2014/main" id="{F56FC6DE-5B95-F810-4722-CEE4A979F9D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238422"/>
              <a:ext cx="5757526" cy="3339815"/>
            </a:xfrm>
            <a:prstGeom prst="rect">
              <a:avLst/>
            </a:prstGeom>
          </p:spPr>
        </p:pic>
        <p:pic>
          <p:nvPicPr>
            <p:cNvPr id="29" name="Imagen 28" descr="Texto, Icono&#10;&#10;El contenido generado por IA puede ser incorrecto.">
              <a:extLst>
                <a:ext uri="{FF2B5EF4-FFF2-40B4-BE49-F238E27FC236}">
                  <a16:creationId xmlns:a16="http://schemas.microsoft.com/office/drawing/2014/main" id="{F19ED14B-CE03-F5E7-B6DA-041403F322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81678" y="4435465"/>
              <a:ext cx="1403147" cy="191436"/>
            </a:xfrm>
            <a:prstGeom prst="rect">
              <a:avLst/>
            </a:prstGeom>
          </p:spPr>
        </p:pic>
        <p:pic>
          <p:nvPicPr>
            <p:cNvPr id="30" name="Imagen 29" descr="Texto, Icono&#10;&#10;El contenido generado por IA puede ser incorrecto.">
              <a:extLst>
                <a:ext uri="{FF2B5EF4-FFF2-40B4-BE49-F238E27FC236}">
                  <a16:creationId xmlns:a16="http://schemas.microsoft.com/office/drawing/2014/main" id="{5F2F9CE7-03DA-58F2-1311-83EC5C5FD4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057"/>
            <a:stretch>
              <a:fillRect/>
            </a:stretch>
          </p:blipFill>
          <p:spPr>
            <a:xfrm>
              <a:off x="2424978" y="4435465"/>
              <a:ext cx="939319" cy="191436"/>
            </a:xfrm>
            <a:prstGeom prst="rect">
              <a:avLst/>
            </a:prstGeom>
          </p:spPr>
        </p:pic>
        <p:pic>
          <p:nvPicPr>
            <p:cNvPr id="35" name="Imagen 34" descr="Texto, Icono&#10;&#10;El contenido generado por IA puede ser incorrecto.">
              <a:extLst>
                <a:ext uri="{FF2B5EF4-FFF2-40B4-BE49-F238E27FC236}">
                  <a16:creationId xmlns:a16="http://schemas.microsoft.com/office/drawing/2014/main" id="{C13A6717-00DC-EB1D-D059-B31E60C3C3F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28803" y="4435465"/>
              <a:ext cx="1403147" cy="191436"/>
            </a:xfrm>
            <a:prstGeom prst="rect">
              <a:avLst/>
            </a:prstGeom>
          </p:spPr>
        </p:pic>
      </p:grpSp>
      <p:sp>
        <p:nvSpPr>
          <p:cNvPr id="44" name="CuadroTexto 43">
            <a:extLst>
              <a:ext uri="{FF2B5EF4-FFF2-40B4-BE49-F238E27FC236}">
                <a16:creationId xmlns:a16="http://schemas.microsoft.com/office/drawing/2014/main" id="{08F881B6-7F2B-D11D-8A8C-55578088A7F6}"/>
              </a:ext>
            </a:extLst>
          </p:cNvPr>
          <p:cNvSpPr txBox="1"/>
          <p:nvPr/>
        </p:nvSpPr>
        <p:spPr>
          <a:xfrm>
            <a:off x="7686218" y="5536627"/>
            <a:ext cx="35686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Add-on not Available</a:t>
            </a:r>
          </a:p>
        </p:txBody>
      </p:sp>
      <p:sp>
        <p:nvSpPr>
          <p:cNvPr id="46" name="CuadroTexto 45">
            <a:extLst>
              <a:ext uri="{FF2B5EF4-FFF2-40B4-BE49-F238E27FC236}">
                <a16:creationId xmlns:a16="http://schemas.microsoft.com/office/drawing/2014/main" id="{C88F2651-0DA6-2003-71C1-B0AD4A63494B}"/>
              </a:ext>
            </a:extLst>
          </p:cNvPr>
          <p:cNvSpPr txBox="1"/>
          <p:nvPr/>
        </p:nvSpPr>
        <p:spPr>
          <a:xfrm>
            <a:off x="11687941" y="6334780"/>
            <a:ext cx="490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1</a:t>
            </a:r>
            <a:r>
              <a:rPr lang="en-US" sz="2800" dirty="0">
                <a:solidFill>
                  <a:srgbClr val="7E0029"/>
                </a:solidFill>
              </a:rPr>
              <a:t>1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3331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94E4F187-C120-726E-94BC-5D9E172BF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1D2EA9DA-3B47-8D53-EA13-4404616143F3}"/>
              </a:ext>
            </a:extLst>
          </p:cNvPr>
          <p:cNvSpPr/>
          <p:nvPr/>
        </p:nvSpPr>
        <p:spPr>
          <a:xfrm>
            <a:off x="1" y="5865541"/>
            <a:ext cx="2424978" cy="992459"/>
          </a:xfrm>
          <a:prstGeom prst="rect">
            <a:avLst/>
          </a:prstGeom>
          <a:solidFill>
            <a:schemeClr val="bg2"/>
          </a:solidFill>
          <a:ln w="38100">
            <a:solidFill>
              <a:srgbClr val="8B1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lecha derecha 6">
            <a:extLst>
              <a:ext uri="{FF2B5EF4-FFF2-40B4-BE49-F238E27FC236}">
                <a16:creationId xmlns:a16="http://schemas.microsoft.com/office/drawing/2014/main" id="{8FE62228-99A3-742A-61D2-1C11E8BB1B2E}"/>
              </a:ext>
            </a:extLst>
          </p:cNvPr>
          <p:cNvSpPr/>
          <p:nvPr/>
        </p:nvSpPr>
        <p:spPr>
          <a:xfrm>
            <a:off x="83690" y="5983235"/>
            <a:ext cx="724830" cy="278781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7706B33-EE62-C257-D46A-F12B87A96E97}"/>
              </a:ext>
            </a:extLst>
          </p:cNvPr>
          <p:cNvSpPr txBox="1"/>
          <p:nvPr/>
        </p:nvSpPr>
        <p:spPr>
          <a:xfrm>
            <a:off x="981312" y="5937959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Depends on</a:t>
            </a:r>
          </a:p>
        </p:txBody>
      </p:sp>
      <p:sp>
        <p:nvSpPr>
          <p:cNvPr id="40" name="Título 1">
            <a:extLst>
              <a:ext uri="{FF2B5EF4-FFF2-40B4-BE49-F238E27FC236}">
                <a16:creationId xmlns:a16="http://schemas.microsoft.com/office/drawing/2014/main" id="{9A0B8BEC-C46C-DB56-AE33-5C932E71666B}"/>
              </a:ext>
            </a:extLst>
          </p:cNvPr>
          <p:cNvSpPr txBox="1">
            <a:spLocks/>
          </p:cNvSpPr>
          <p:nvPr/>
        </p:nvSpPr>
        <p:spPr>
          <a:xfrm>
            <a:off x="879923" y="379976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182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Common Cases of Invalid Subscriptions </a:t>
            </a:r>
          </a:p>
        </p:txBody>
      </p:sp>
      <p:pic>
        <p:nvPicPr>
          <p:cNvPr id="2" name="Imagen 1" descr="Aplicación&#10;&#10;El contenido generado por IA puede ser incorrecto.">
            <a:extLst>
              <a:ext uri="{FF2B5EF4-FFF2-40B4-BE49-F238E27FC236}">
                <a16:creationId xmlns:a16="http://schemas.microsoft.com/office/drawing/2014/main" id="{5C62DFF9-41ED-FD51-C9C6-A6EEF0339B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8422"/>
            <a:ext cx="5757526" cy="3339815"/>
          </a:xfrm>
          <a:prstGeom prst="rect">
            <a:avLst/>
          </a:prstGeom>
        </p:spPr>
      </p:pic>
      <p:pic>
        <p:nvPicPr>
          <p:cNvPr id="11" name="Imagen 10" descr="Texto, Icono&#10;&#10;El contenido generado por IA puede ser incorrecto.">
            <a:extLst>
              <a:ext uri="{FF2B5EF4-FFF2-40B4-BE49-F238E27FC236}">
                <a16:creationId xmlns:a16="http://schemas.microsoft.com/office/drawing/2014/main" id="{D97F70E9-50A5-9C58-5E79-929012BAC2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678" y="4435465"/>
            <a:ext cx="1403147" cy="191436"/>
          </a:xfrm>
          <a:prstGeom prst="rect">
            <a:avLst/>
          </a:prstGeom>
        </p:spPr>
      </p:pic>
      <p:pic>
        <p:nvPicPr>
          <p:cNvPr id="12" name="Imagen 11" descr="Texto, Icono&#10;&#10;El contenido generado por IA puede ser incorrecto.">
            <a:extLst>
              <a:ext uri="{FF2B5EF4-FFF2-40B4-BE49-F238E27FC236}">
                <a16:creationId xmlns:a16="http://schemas.microsoft.com/office/drawing/2014/main" id="{EA3A1C30-F7A2-5BF0-25BD-F10A520210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7"/>
          <a:stretch>
            <a:fillRect/>
          </a:stretch>
        </p:blipFill>
        <p:spPr>
          <a:xfrm>
            <a:off x="2424978" y="4435465"/>
            <a:ext cx="939319" cy="191436"/>
          </a:xfrm>
          <a:prstGeom prst="rect">
            <a:avLst/>
          </a:prstGeom>
        </p:spPr>
      </p:pic>
      <p:grpSp>
        <p:nvGrpSpPr>
          <p:cNvPr id="19" name="Grupo 18">
            <a:extLst>
              <a:ext uri="{FF2B5EF4-FFF2-40B4-BE49-F238E27FC236}">
                <a16:creationId xmlns:a16="http://schemas.microsoft.com/office/drawing/2014/main" id="{9817C56D-7323-ABCB-9CCB-2120E6A709B0}"/>
              </a:ext>
            </a:extLst>
          </p:cNvPr>
          <p:cNvGrpSpPr/>
          <p:nvPr/>
        </p:nvGrpSpPr>
        <p:grpSpPr>
          <a:xfrm>
            <a:off x="7076893" y="1828873"/>
            <a:ext cx="3795418" cy="3707582"/>
            <a:chOff x="1958763" y="3455366"/>
            <a:chExt cx="496027" cy="552754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E04EAED2-3E45-12C6-580A-619E4DECFE49}"/>
                </a:ext>
              </a:extLst>
            </p:cNvPr>
            <p:cNvSpPr/>
            <p:nvPr/>
          </p:nvSpPr>
          <p:spPr>
            <a:xfrm>
              <a:off x="1977526" y="3484447"/>
              <a:ext cx="477264" cy="473874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8B1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B7D16892-7286-1734-9802-B27EE1E5AE0C}"/>
                </a:ext>
              </a:extLst>
            </p:cNvPr>
            <p:cNvGrpSpPr/>
            <p:nvPr/>
          </p:nvGrpSpPr>
          <p:grpSpPr>
            <a:xfrm>
              <a:off x="1958763" y="3455366"/>
              <a:ext cx="82662" cy="91373"/>
              <a:chOff x="5995438" y="3351671"/>
              <a:chExt cx="253270" cy="263963"/>
            </a:xfrm>
          </p:grpSpPr>
          <p:sp>
            <p:nvSpPr>
              <p:cNvPr id="27" name="Forma libre 26">
                <a:extLst>
                  <a:ext uri="{FF2B5EF4-FFF2-40B4-BE49-F238E27FC236}">
                    <a16:creationId xmlns:a16="http://schemas.microsoft.com/office/drawing/2014/main" id="{20DC3AD0-21E0-7F45-8D79-52566746D766}"/>
                  </a:ext>
                </a:extLst>
              </p:cNvPr>
              <p:cNvSpPr/>
              <p:nvPr/>
            </p:nvSpPr>
            <p:spPr>
              <a:xfrm>
                <a:off x="5995438" y="3351671"/>
                <a:ext cx="253270" cy="263963"/>
              </a:xfrm>
              <a:custGeom>
                <a:avLst/>
                <a:gdLst>
                  <a:gd name="connsiteX0" fmla="*/ 661811 w 661811"/>
                  <a:gd name="connsiteY0" fmla="*/ 311997 h 623993"/>
                  <a:gd name="connsiteX1" fmla="*/ 330906 w 661811"/>
                  <a:gd name="connsiteY1" fmla="*/ 623993 h 623993"/>
                  <a:gd name="connsiteX2" fmla="*/ 0 w 661811"/>
                  <a:gd name="connsiteY2" fmla="*/ 311997 h 623993"/>
                  <a:gd name="connsiteX3" fmla="*/ 330906 w 661811"/>
                  <a:gd name="connsiteY3" fmla="*/ 0 h 623993"/>
                  <a:gd name="connsiteX4" fmla="*/ 661811 w 661811"/>
                  <a:gd name="connsiteY4" fmla="*/ 311997 h 623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1811" h="623993">
                    <a:moveTo>
                      <a:pt x="661811" y="311997"/>
                    </a:moveTo>
                    <a:cubicBezTo>
                      <a:pt x="661811" y="484308"/>
                      <a:pt x="513660" y="623993"/>
                      <a:pt x="330906" y="623993"/>
                    </a:cubicBezTo>
                    <a:cubicBezTo>
                      <a:pt x="148151" y="623993"/>
                      <a:pt x="0" y="484308"/>
                      <a:pt x="0" y="311997"/>
                    </a:cubicBezTo>
                    <a:cubicBezTo>
                      <a:pt x="0" y="139686"/>
                      <a:pt x="148151" y="0"/>
                      <a:pt x="330906" y="0"/>
                    </a:cubicBezTo>
                    <a:cubicBezTo>
                      <a:pt x="513660" y="0"/>
                      <a:pt x="661811" y="139686"/>
                      <a:pt x="661811" y="311997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28" name="Forma libre 27">
                <a:extLst>
                  <a:ext uri="{FF2B5EF4-FFF2-40B4-BE49-F238E27FC236}">
                    <a16:creationId xmlns:a16="http://schemas.microsoft.com/office/drawing/2014/main" id="{42F64C90-B3CE-A027-37D5-608D91889AD1}"/>
                  </a:ext>
                </a:extLst>
              </p:cNvPr>
              <p:cNvSpPr/>
              <p:nvPr/>
            </p:nvSpPr>
            <p:spPr>
              <a:xfrm>
                <a:off x="6049719" y="3403661"/>
                <a:ext cx="144725" cy="159977"/>
              </a:xfrm>
              <a:custGeom>
                <a:avLst/>
                <a:gdLst>
                  <a:gd name="connsiteX0" fmla="*/ 236361 w 378177"/>
                  <a:gd name="connsiteY0" fmla="*/ 252113 h 378177"/>
                  <a:gd name="connsiteX1" fmla="*/ 236361 w 378177"/>
                  <a:gd name="connsiteY1" fmla="*/ 220597 h 378177"/>
                  <a:gd name="connsiteX2" fmla="*/ 265859 w 378177"/>
                  <a:gd name="connsiteY2" fmla="*/ 174079 h 378177"/>
                  <a:gd name="connsiteX3" fmla="*/ 282782 w 378177"/>
                  <a:gd name="connsiteY3" fmla="*/ 148315 h 378177"/>
                  <a:gd name="connsiteX4" fmla="*/ 275313 w 378177"/>
                  <a:gd name="connsiteY4" fmla="*/ 129437 h 378177"/>
                  <a:gd name="connsiteX5" fmla="*/ 283633 w 378177"/>
                  <a:gd name="connsiteY5" fmla="*/ 94548 h 378177"/>
                  <a:gd name="connsiteX6" fmla="*/ 236361 w 378177"/>
                  <a:gd name="connsiteY6" fmla="*/ 23637 h 378177"/>
                  <a:gd name="connsiteX7" fmla="*/ 189089 w 378177"/>
                  <a:gd name="connsiteY7" fmla="*/ 0 h 378177"/>
                  <a:gd name="connsiteX8" fmla="*/ 94544 w 378177"/>
                  <a:gd name="connsiteY8" fmla="*/ 94548 h 378177"/>
                  <a:gd name="connsiteX9" fmla="*/ 102864 w 378177"/>
                  <a:gd name="connsiteY9" fmla="*/ 129437 h 378177"/>
                  <a:gd name="connsiteX10" fmla="*/ 95395 w 378177"/>
                  <a:gd name="connsiteY10" fmla="*/ 148315 h 378177"/>
                  <a:gd name="connsiteX11" fmla="*/ 112319 w 378177"/>
                  <a:gd name="connsiteY11" fmla="*/ 174079 h 378177"/>
                  <a:gd name="connsiteX12" fmla="*/ 141817 w 378177"/>
                  <a:gd name="connsiteY12" fmla="*/ 220597 h 378177"/>
                  <a:gd name="connsiteX13" fmla="*/ 141817 w 378177"/>
                  <a:gd name="connsiteY13" fmla="*/ 252113 h 378177"/>
                  <a:gd name="connsiteX14" fmla="*/ 0 w 378177"/>
                  <a:gd name="connsiteY14" fmla="*/ 378178 h 378177"/>
                  <a:gd name="connsiteX15" fmla="*/ 378178 w 378177"/>
                  <a:gd name="connsiteY15" fmla="*/ 378178 h 378177"/>
                  <a:gd name="connsiteX16" fmla="*/ 236361 w 378177"/>
                  <a:gd name="connsiteY16" fmla="*/ 252113 h 378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78177" h="378177">
                    <a:moveTo>
                      <a:pt x="236361" y="252113"/>
                    </a:moveTo>
                    <a:lnTo>
                      <a:pt x="236361" y="220597"/>
                    </a:lnTo>
                    <a:cubicBezTo>
                      <a:pt x="243452" y="217083"/>
                      <a:pt x="263732" y="192942"/>
                      <a:pt x="265859" y="174079"/>
                    </a:cubicBezTo>
                    <a:cubicBezTo>
                      <a:pt x="271437" y="173654"/>
                      <a:pt x="280199" y="168532"/>
                      <a:pt x="282782" y="148315"/>
                    </a:cubicBezTo>
                    <a:cubicBezTo>
                      <a:pt x="284169" y="137457"/>
                      <a:pt x="278654" y="131359"/>
                      <a:pt x="275313" y="129437"/>
                    </a:cubicBezTo>
                    <a:cubicBezTo>
                      <a:pt x="275313" y="129437"/>
                      <a:pt x="283633" y="113631"/>
                      <a:pt x="283633" y="94548"/>
                    </a:cubicBezTo>
                    <a:cubicBezTo>
                      <a:pt x="283633" y="56288"/>
                      <a:pt x="268617" y="23637"/>
                      <a:pt x="236361" y="23637"/>
                    </a:cubicBezTo>
                    <a:cubicBezTo>
                      <a:pt x="236361" y="23637"/>
                      <a:pt x="225158" y="0"/>
                      <a:pt x="189089" y="0"/>
                    </a:cubicBezTo>
                    <a:cubicBezTo>
                      <a:pt x="122246" y="0"/>
                      <a:pt x="94544" y="42878"/>
                      <a:pt x="94544" y="94548"/>
                    </a:cubicBezTo>
                    <a:cubicBezTo>
                      <a:pt x="94544" y="111945"/>
                      <a:pt x="102864" y="129437"/>
                      <a:pt x="102864" y="129437"/>
                    </a:cubicBezTo>
                    <a:cubicBezTo>
                      <a:pt x="99524" y="131359"/>
                      <a:pt x="94008" y="137473"/>
                      <a:pt x="95395" y="148315"/>
                    </a:cubicBezTo>
                    <a:cubicBezTo>
                      <a:pt x="97979" y="168532"/>
                      <a:pt x="106741" y="173654"/>
                      <a:pt x="112319" y="174079"/>
                    </a:cubicBezTo>
                    <a:cubicBezTo>
                      <a:pt x="114446" y="192942"/>
                      <a:pt x="134726" y="217083"/>
                      <a:pt x="141817" y="220597"/>
                    </a:cubicBezTo>
                    <a:lnTo>
                      <a:pt x="141817" y="252113"/>
                    </a:lnTo>
                    <a:cubicBezTo>
                      <a:pt x="126059" y="299387"/>
                      <a:pt x="0" y="267871"/>
                      <a:pt x="0" y="378178"/>
                    </a:cubicBezTo>
                    <a:lnTo>
                      <a:pt x="378178" y="378178"/>
                    </a:lnTo>
                    <a:cubicBezTo>
                      <a:pt x="378178" y="267871"/>
                      <a:pt x="252119" y="299387"/>
                      <a:pt x="236361" y="252113"/>
                    </a:cubicBezTo>
                    <a:close/>
                  </a:path>
                </a:pathLst>
              </a:custGeom>
              <a:solidFill>
                <a:schemeClr val="bg1"/>
              </a:solidFill>
              <a:ln w="9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</p:grp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2B199801-ECC0-75C1-7DA7-CE937E80C897}"/>
                </a:ext>
              </a:extLst>
            </p:cNvPr>
            <p:cNvSpPr/>
            <p:nvPr/>
          </p:nvSpPr>
          <p:spPr>
            <a:xfrm>
              <a:off x="2170198" y="3900777"/>
              <a:ext cx="94098" cy="10734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8B1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noProof="0" dirty="0">
                  <a:solidFill>
                    <a:srgbClr val="8B1B3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</a:t>
              </a:r>
              <a:endParaRPr lang="en-US" sz="3600" b="1" noProof="0" dirty="0">
                <a:solidFill>
                  <a:srgbClr val="8B1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B68A7C16-3D08-CD7C-4ED8-673D43861EE2}"/>
              </a:ext>
            </a:extLst>
          </p:cNvPr>
          <p:cNvSpPr/>
          <p:nvPr/>
        </p:nvSpPr>
        <p:spPr>
          <a:xfrm>
            <a:off x="7785989" y="2594948"/>
            <a:ext cx="2537460" cy="626761"/>
          </a:xfrm>
          <a:prstGeom prst="rect">
            <a:avLst/>
          </a:prstGeom>
          <a:solidFill>
            <a:srgbClr val="DDE8FA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2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$$$</a:t>
            </a:r>
            <a:endParaRPr lang="es-ES_tradnl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A801DE13-6249-157B-EAF9-127FC8CD9622}"/>
              </a:ext>
            </a:extLst>
          </p:cNvPr>
          <p:cNvGrpSpPr/>
          <p:nvPr/>
        </p:nvGrpSpPr>
        <p:grpSpPr>
          <a:xfrm>
            <a:off x="1270510" y="4697390"/>
            <a:ext cx="1508519" cy="669073"/>
            <a:chOff x="1270510" y="4697390"/>
            <a:chExt cx="1508519" cy="669073"/>
          </a:xfrm>
        </p:grpSpPr>
        <p:sp>
          <p:nvSpPr>
            <p:cNvPr id="16" name="Flecha doblada hacia arriba 15">
              <a:extLst>
                <a:ext uri="{FF2B5EF4-FFF2-40B4-BE49-F238E27FC236}">
                  <a16:creationId xmlns:a16="http://schemas.microsoft.com/office/drawing/2014/main" id="{D3E72046-5423-9BAD-A810-EC1022AB85ED}"/>
                </a:ext>
              </a:extLst>
            </p:cNvPr>
            <p:cNvSpPr/>
            <p:nvPr/>
          </p:nvSpPr>
          <p:spPr>
            <a:xfrm>
              <a:off x="1270510" y="4697390"/>
              <a:ext cx="1508519" cy="669073"/>
            </a:xfrm>
            <a:prstGeom prst="bentUpArrow">
              <a:avLst>
                <a:gd name="adj1" fmla="val 10000"/>
                <a:gd name="adj2" fmla="val 13333"/>
                <a:gd name="adj3" fmla="val 25000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826DBDF7-EFA5-4665-F9AB-72F852E0842D}"/>
                </a:ext>
              </a:extLst>
            </p:cNvPr>
            <p:cNvCxnSpPr>
              <a:cxnSpLocks/>
            </p:cNvCxnSpPr>
            <p:nvPr/>
          </p:nvCxnSpPr>
          <p:spPr>
            <a:xfrm>
              <a:off x="1292812" y="4697390"/>
              <a:ext cx="0" cy="669072"/>
            </a:xfrm>
            <a:prstGeom prst="line">
              <a:avLst/>
            </a:prstGeom>
            <a:ln w="76200">
              <a:solidFill>
                <a:srgbClr val="00B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Imagen 36" descr="Imagen que contiene dibujo, reloj&#10;&#10;El contenido generado por IA puede ser incorrecto.">
            <a:extLst>
              <a:ext uri="{FF2B5EF4-FFF2-40B4-BE49-F238E27FC236}">
                <a16:creationId xmlns:a16="http://schemas.microsoft.com/office/drawing/2014/main" id="{FF7DAB69-546F-D3C2-3052-A6E4EC6EF2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0619" y="3535708"/>
            <a:ext cx="2108200" cy="977900"/>
          </a:xfrm>
          <a:prstGeom prst="rect">
            <a:avLst/>
          </a:prstGeom>
        </p:spPr>
      </p:pic>
      <p:pic>
        <p:nvPicPr>
          <p:cNvPr id="38" name="Imagen 37" descr="Texto, Icono&#10;&#10;El contenido generado por IA puede ser incorrecto.">
            <a:extLst>
              <a:ext uri="{FF2B5EF4-FFF2-40B4-BE49-F238E27FC236}">
                <a16:creationId xmlns:a16="http://schemas.microsoft.com/office/drawing/2014/main" id="{C757C231-B282-5477-1B10-A14B933FB5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03" y="4435465"/>
            <a:ext cx="1403147" cy="191436"/>
          </a:xfrm>
          <a:prstGeom prst="rect">
            <a:avLst/>
          </a:prstGeom>
        </p:spPr>
      </p:pic>
      <p:sp>
        <p:nvSpPr>
          <p:cNvPr id="39" name="CuadroTexto 38">
            <a:extLst>
              <a:ext uri="{FF2B5EF4-FFF2-40B4-BE49-F238E27FC236}">
                <a16:creationId xmlns:a16="http://schemas.microsoft.com/office/drawing/2014/main" id="{01116CD3-8DFB-1723-0ACA-A611D6777A5F}"/>
              </a:ext>
            </a:extLst>
          </p:cNvPr>
          <p:cNvSpPr txBox="1"/>
          <p:nvPr/>
        </p:nvSpPr>
        <p:spPr>
          <a:xfrm>
            <a:off x="7622275" y="5645571"/>
            <a:ext cx="2864887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Required add-on</a:t>
            </a:r>
          </a:p>
          <a:p>
            <a:pPr algn="ctr"/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not contracted</a:t>
            </a:r>
            <a:endParaRPr lang="en-US" sz="2800" b="1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ACE75090-5ADF-6073-ECFE-22706C4FFED2}"/>
              </a:ext>
            </a:extLst>
          </p:cNvPr>
          <p:cNvSpPr txBox="1"/>
          <p:nvPr/>
        </p:nvSpPr>
        <p:spPr>
          <a:xfrm>
            <a:off x="11687941" y="6334780"/>
            <a:ext cx="4901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1</a:t>
            </a:r>
            <a:r>
              <a:rPr lang="en-US" sz="2800" dirty="0">
                <a:solidFill>
                  <a:srgbClr val="7E0029"/>
                </a:solidFill>
              </a:rPr>
              <a:t>1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0535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8F8B360-4C1E-EB69-E551-5FB5F3211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7D3E6E14-F48F-9262-4658-BF756141E64A}"/>
              </a:ext>
            </a:extLst>
          </p:cNvPr>
          <p:cNvSpPr/>
          <p:nvPr/>
        </p:nvSpPr>
        <p:spPr>
          <a:xfrm>
            <a:off x="1" y="5865541"/>
            <a:ext cx="2424978" cy="992459"/>
          </a:xfrm>
          <a:prstGeom prst="rect">
            <a:avLst/>
          </a:prstGeom>
          <a:solidFill>
            <a:schemeClr val="bg2"/>
          </a:solidFill>
          <a:ln w="38100">
            <a:solidFill>
              <a:srgbClr val="8B1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lecha derecha 6">
            <a:extLst>
              <a:ext uri="{FF2B5EF4-FFF2-40B4-BE49-F238E27FC236}">
                <a16:creationId xmlns:a16="http://schemas.microsoft.com/office/drawing/2014/main" id="{6052AE89-6493-1972-5FEB-3E970A465604}"/>
              </a:ext>
            </a:extLst>
          </p:cNvPr>
          <p:cNvSpPr/>
          <p:nvPr/>
        </p:nvSpPr>
        <p:spPr>
          <a:xfrm>
            <a:off x="83690" y="5983235"/>
            <a:ext cx="724830" cy="278781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1220888-5023-1824-EDDB-728D774F08D8}"/>
              </a:ext>
            </a:extLst>
          </p:cNvPr>
          <p:cNvSpPr txBox="1"/>
          <p:nvPr/>
        </p:nvSpPr>
        <p:spPr>
          <a:xfrm>
            <a:off x="981312" y="5937959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Depends on</a:t>
            </a:r>
          </a:p>
        </p:txBody>
      </p:sp>
      <p:sp>
        <p:nvSpPr>
          <p:cNvPr id="40" name="Título 1">
            <a:extLst>
              <a:ext uri="{FF2B5EF4-FFF2-40B4-BE49-F238E27FC236}">
                <a16:creationId xmlns:a16="http://schemas.microsoft.com/office/drawing/2014/main" id="{3399E01F-D879-3B51-B7DB-5BB69490A040}"/>
              </a:ext>
            </a:extLst>
          </p:cNvPr>
          <p:cNvSpPr txBox="1">
            <a:spLocks/>
          </p:cNvSpPr>
          <p:nvPr/>
        </p:nvSpPr>
        <p:spPr>
          <a:xfrm>
            <a:off x="879923" y="379976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182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Common Cases of Invalid Subscriptions </a:t>
            </a:r>
          </a:p>
        </p:txBody>
      </p:sp>
      <p:pic>
        <p:nvPicPr>
          <p:cNvPr id="2" name="Imagen 1" descr="Aplicación&#10;&#10;El contenido generado por IA puede ser incorrecto.">
            <a:extLst>
              <a:ext uri="{FF2B5EF4-FFF2-40B4-BE49-F238E27FC236}">
                <a16:creationId xmlns:a16="http://schemas.microsoft.com/office/drawing/2014/main" id="{4CE50A69-2ACF-ADDB-8D01-77FBFA44F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38422"/>
            <a:ext cx="5757526" cy="3339815"/>
          </a:xfrm>
          <a:prstGeom prst="rect">
            <a:avLst/>
          </a:prstGeom>
        </p:spPr>
      </p:pic>
      <p:pic>
        <p:nvPicPr>
          <p:cNvPr id="11" name="Imagen 10" descr="Texto, Icono&#10;&#10;El contenido generado por IA puede ser incorrecto.">
            <a:extLst>
              <a:ext uri="{FF2B5EF4-FFF2-40B4-BE49-F238E27FC236}">
                <a16:creationId xmlns:a16="http://schemas.microsoft.com/office/drawing/2014/main" id="{9722EF28-4655-8B6E-172E-F74232A6BB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1678" y="4435465"/>
            <a:ext cx="1403147" cy="191436"/>
          </a:xfrm>
          <a:prstGeom prst="rect">
            <a:avLst/>
          </a:prstGeom>
        </p:spPr>
      </p:pic>
      <p:pic>
        <p:nvPicPr>
          <p:cNvPr id="12" name="Imagen 11" descr="Texto, Icono&#10;&#10;El contenido generado por IA puede ser incorrecto.">
            <a:extLst>
              <a:ext uri="{FF2B5EF4-FFF2-40B4-BE49-F238E27FC236}">
                <a16:creationId xmlns:a16="http://schemas.microsoft.com/office/drawing/2014/main" id="{D3C1AF7B-878F-C575-174D-134C180388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7"/>
          <a:stretch>
            <a:fillRect/>
          </a:stretch>
        </p:blipFill>
        <p:spPr>
          <a:xfrm>
            <a:off x="2424978" y="4435465"/>
            <a:ext cx="939319" cy="191436"/>
          </a:xfrm>
          <a:prstGeom prst="rect">
            <a:avLst/>
          </a:prstGeom>
        </p:spPr>
      </p:pic>
      <p:grpSp>
        <p:nvGrpSpPr>
          <p:cNvPr id="19" name="Grupo 18">
            <a:extLst>
              <a:ext uri="{FF2B5EF4-FFF2-40B4-BE49-F238E27FC236}">
                <a16:creationId xmlns:a16="http://schemas.microsoft.com/office/drawing/2014/main" id="{931249FA-2628-6B2E-32DB-39E5549EC7F4}"/>
              </a:ext>
            </a:extLst>
          </p:cNvPr>
          <p:cNvGrpSpPr/>
          <p:nvPr/>
        </p:nvGrpSpPr>
        <p:grpSpPr>
          <a:xfrm>
            <a:off x="7076893" y="1828873"/>
            <a:ext cx="3795418" cy="3707582"/>
            <a:chOff x="1958763" y="3455366"/>
            <a:chExt cx="496027" cy="552754"/>
          </a:xfrm>
        </p:grpSpPr>
        <p:sp>
          <p:nvSpPr>
            <p:cNvPr id="21" name="Rectángulo redondeado 20">
              <a:extLst>
                <a:ext uri="{FF2B5EF4-FFF2-40B4-BE49-F238E27FC236}">
                  <a16:creationId xmlns:a16="http://schemas.microsoft.com/office/drawing/2014/main" id="{D11AAF5A-5683-B63B-F80A-776BFA11217C}"/>
                </a:ext>
              </a:extLst>
            </p:cNvPr>
            <p:cNvSpPr/>
            <p:nvPr/>
          </p:nvSpPr>
          <p:spPr>
            <a:xfrm>
              <a:off x="1977526" y="3484447"/>
              <a:ext cx="477264" cy="473874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8B1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22" name="Grupo 21">
              <a:extLst>
                <a:ext uri="{FF2B5EF4-FFF2-40B4-BE49-F238E27FC236}">
                  <a16:creationId xmlns:a16="http://schemas.microsoft.com/office/drawing/2014/main" id="{0ED0FD40-9337-AE25-7ECE-AE2198815AEB}"/>
                </a:ext>
              </a:extLst>
            </p:cNvPr>
            <p:cNvGrpSpPr/>
            <p:nvPr/>
          </p:nvGrpSpPr>
          <p:grpSpPr>
            <a:xfrm>
              <a:off x="1958763" y="3455366"/>
              <a:ext cx="82662" cy="91373"/>
              <a:chOff x="5995438" y="3351671"/>
              <a:chExt cx="253270" cy="263963"/>
            </a:xfrm>
          </p:grpSpPr>
          <p:sp>
            <p:nvSpPr>
              <p:cNvPr id="27" name="Forma libre 26">
                <a:extLst>
                  <a:ext uri="{FF2B5EF4-FFF2-40B4-BE49-F238E27FC236}">
                    <a16:creationId xmlns:a16="http://schemas.microsoft.com/office/drawing/2014/main" id="{034C48F8-F038-3457-3329-2C5B69B25915}"/>
                  </a:ext>
                </a:extLst>
              </p:cNvPr>
              <p:cNvSpPr/>
              <p:nvPr/>
            </p:nvSpPr>
            <p:spPr>
              <a:xfrm>
                <a:off x="5995438" y="3351671"/>
                <a:ext cx="253270" cy="263963"/>
              </a:xfrm>
              <a:custGeom>
                <a:avLst/>
                <a:gdLst>
                  <a:gd name="connsiteX0" fmla="*/ 661811 w 661811"/>
                  <a:gd name="connsiteY0" fmla="*/ 311997 h 623993"/>
                  <a:gd name="connsiteX1" fmla="*/ 330906 w 661811"/>
                  <a:gd name="connsiteY1" fmla="*/ 623993 h 623993"/>
                  <a:gd name="connsiteX2" fmla="*/ 0 w 661811"/>
                  <a:gd name="connsiteY2" fmla="*/ 311997 h 623993"/>
                  <a:gd name="connsiteX3" fmla="*/ 330906 w 661811"/>
                  <a:gd name="connsiteY3" fmla="*/ 0 h 623993"/>
                  <a:gd name="connsiteX4" fmla="*/ 661811 w 661811"/>
                  <a:gd name="connsiteY4" fmla="*/ 311997 h 6239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61811" h="623993">
                    <a:moveTo>
                      <a:pt x="661811" y="311997"/>
                    </a:moveTo>
                    <a:cubicBezTo>
                      <a:pt x="661811" y="484308"/>
                      <a:pt x="513660" y="623993"/>
                      <a:pt x="330906" y="623993"/>
                    </a:cubicBezTo>
                    <a:cubicBezTo>
                      <a:pt x="148151" y="623993"/>
                      <a:pt x="0" y="484308"/>
                      <a:pt x="0" y="311997"/>
                    </a:cubicBezTo>
                    <a:cubicBezTo>
                      <a:pt x="0" y="139686"/>
                      <a:pt x="148151" y="0"/>
                      <a:pt x="330906" y="0"/>
                    </a:cubicBezTo>
                    <a:cubicBezTo>
                      <a:pt x="513660" y="0"/>
                      <a:pt x="661811" y="139686"/>
                      <a:pt x="661811" y="311997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9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  <p:sp>
            <p:nvSpPr>
              <p:cNvPr id="28" name="Forma libre 27">
                <a:extLst>
                  <a:ext uri="{FF2B5EF4-FFF2-40B4-BE49-F238E27FC236}">
                    <a16:creationId xmlns:a16="http://schemas.microsoft.com/office/drawing/2014/main" id="{ED8B523A-83D9-BA3C-C5F7-D3C187A9A504}"/>
                  </a:ext>
                </a:extLst>
              </p:cNvPr>
              <p:cNvSpPr/>
              <p:nvPr/>
            </p:nvSpPr>
            <p:spPr>
              <a:xfrm>
                <a:off x="6049719" y="3403661"/>
                <a:ext cx="144725" cy="159977"/>
              </a:xfrm>
              <a:custGeom>
                <a:avLst/>
                <a:gdLst>
                  <a:gd name="connsiteX0" fmla="*/ 236361 w 378177"/>
                  <a:gd name="connsiteY0" fmla="*/ 252113 h 378177"/>
                  <a:gd name="connsiteX1" fmla="*/ 236361 w 378177"/>
                  <a:gd name="connsiteY1" fmla="*/ 220597 h 378177"/>
                  <a:gd name="connsiteX2" fmla="*/ 265859 w 378177"/>
                  <a:gd name="connsiteY2" fmla="*/ 174079 h 378177"/>
                  <a:gd name="connsiteX3" fmla="*/ 282782 w 378177"/>
                  <a:gd name="connsiteY3" fmla="*/ 148315 h 378177"/>
                  <a:gd name="connsiteX4" fmla="*/ 275313 w 378177"/>
                  <a:gd name="connsiteY4" fmla="*/ 129437 h 378177"/>
                  <a:gd name="connsiteX5" fmla="*/ 283633 w 378177"/>
                  <a:gd name="connsiteY5" fmla="*/ 94548 h 378177"/>
                  <a:gd name="connsiteX6" fmla="*/ 236361 w 378177"/>
                  <a:gd name="connsiteY6" fmla="*/ 23637 h 378177"/>
                  <a:gd name="connsiteX7" fmla="*/ 189089 w 378177"/>
                  <a:gd name="connsiteY7" fmla="*/ 0 h 378177"/>
                  <a:gd name="connsiteX8" fmla="*/ 94544 w 378177"/>
                  <a:gd name="connsiteY8" fmla="*/ 94548 h 378177"/>
                  <a:gd name="connsiteX9" fmla="*/ 102864 w 378177"/>
                  <a:gd name="connsiteY9" fmla="*/ 129437 h 378177"/>
                  <a:gd name="connsiteX10" fmla="*/ 95395 w 378177"/>
                  <a:gd name="connsiteY10" fmla="*/ 148315 h 378177"/>
                  <a:gd name="connsiteX11" fmla="*/ 112319 w 378177"/>
                  <a:gd name="connsiteY11" fmla="*/ 174079 h 378177"/>
                  <a:gd name="connsiteX12" fmla="*/ 141817 w 378177"/>
                  <a:gd name="connsiteY12" fmla="*/ 220597 h 378177"/>
                  <a:gd name="connsiteX13" fmla="*/ 141817 w 378177"/>
                  <a:gd name="connsiteY13" fmla="*/ 252113 h 378177"/>
                  <a:gd name="connsiteX14" fmla="*/ 0 w 378177"/>
                  <a:gd name="connsiteY14" fmla="*/ 378178 h 378177"/>
                  <a:gd name="connsiteX15" fmla="*/ 378178 w 378177"/>
                  <a:gd name="connsiteY15" fmla="*/ 378178 h 378177"/>
                  <a:gd name="connsiteX16" fmla="*/ 236361 w 378177"/>
                  <a:gd name="connsiteY16" fmla="*/ 252113 h 3781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378177" h="378177">
                    <a:moveTo>
                      <a:pt x="236361" y="252113"/>
                    </a:moveTo>
                    <a:lnTo>
                      <a:pt x="236361" y="220597"/>
                    </a:lnTo>
                    <a:cubicBezTo>
                      <a:pt x="243452" y="217083"/>
                      <a:pt x="263732" y="192942"/>
                      <a:pt x="265859" y="174079"/>
                    </a:cubicBezTo>
                    <a:cubicBezTo>
                      <a:pt x="271437" y="173654"/>
                      <a:pt x="280199" y="168532"/>
                      <a:pt x="282782" y="148315"/>
                    </a:cubicBezTo>
                    <a:cubicBezTo>
                      <a:pt x="284169" y="137457"/>
                      <a:pt x="278654" y="131359"/>
                      <a:pt x="275313" y="129437"/>
                    </a:cubicBezTo>
                    <a:cubicBezTo>
                      <a:pt x="275313" y="129437"/>
                      <a:pt x="283633" y="113631"/>
                      <a:pt x="283633" y="94548"/>
                    </a:cubicBezTo>
                    <a:cubicBezTo>
                      <a:pt x="283633" y="56288"/>
                      <a:pt x="268617" y="23637"/>
                      <a:pt x="236361" y="23637"/>
                    </a:cubicBezTo>
                    <a:cubicBezTo>
                      <a:pt x="236361" y="23637"/>
                      <a:pt x="225158" y="0"/>
                      <a:pt x="189089" y="0"/>
                    </a:cubicBezTo>
                    <a:cubicBezTo>
                      <a:pt x="122246" y="0"/>
                      <a:pt x="94544" y="42878"/>
                      <a:pt x="94544" y="94548"/>
                    </a:cubicBezTo>
                    <a:cubicBezTo>
                      <a:pt x="94544" y="111945"/>
                      <a:pt x="102864" y="129437"/>
                      <a:pt x="102864" y="129437"/>
                    </a:cubicBezTo>
                    <a:cubicBezTo>
                      <a:pt x="99524" y="131359"/>
                      <a:pt x="94008" y="137473"/>
                      <a:pt x="95395" y="148315"/>
                    </a:cubicBezTo>
                    <a:cubicBezTo>
                      <a:pt x="97979" y="168532"/>
                      <a:pt x="106741" y="173654"/>
                      <a:pt x="112319" y="174079"/>
                    </a:cubicBezTo>
                    <a:cubicBezTo>
                      <a:pt x="114446" y="192942"/>
                      <a:pt x="134726" y="217083"/>
                      <a:pt x="141817" y="220597"/>
                    </a:cubicBezTo>
                    <a:lnTo>
                      <a:pt x="141817" y="252113"/>
                    </a:lnTo>
                    <a:cubicBezTo>
                      <a:pt x="126059" y="299387"/>
                      <a:pt x="0" y="267871"/>
                      <a:pt x="0" y="378178"/>
                    </a:cubicBezTo>
                    <a:lnTo>
                      <a:pt x="378178" y="378178"/>
                    </a:lnTo>
                    <a:cubicBezTo>
                      <a:pt x="378178" y="267871"/>
                      <a:pt x="252119" y="299387"/>
                      <a:pt x="236361" y="252113"/>
                    </a:cubicBezTo>
                    <a:close/>
                  </a:path>
                </a:pathLst>
              </a:custGeom>
              <a:solidFill>
                <a:schemeClr val="bg1"/>
              </a:solidFill>
              <a:ln w="941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noProof="0" dirty="0"/>
              </a:p>
            </p:txBody>
          </p:sp>
        </p:grpSp>
        <p:sp>
          <p:nvSpPr>
            <p:cNvPr id="26" name="Elipse 25">
              <a:extLst>
                <a:ext uri="{FF2B5EF4-FFF2-40B4-BE49-F238E27FC236}">
                  <a16:creationId xmlns:a16="http://schemas.microsoft.com/office/drawing/2014/main" id="{BBD030C9-801C-3176-037F-EFD8FE9DDF4E}"/>
                </a:ext>
              </a:extLst>
            </p:cNvPr>
            <p:cNvSpPr/>
            <p:nvPr/>
          </p:nvSpPr>
          <p:spPr>
            <a:xfrm>
              <a:off x="2170198" y="3900777"/>
              <a:ext cx="94098" cy="107343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8B1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noProof="0" dirty="0">
                  <a:solidFill>
                    <a:srgbClr val="8B1B3F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</a:t>
              </a:r>
              <a:endParaRPr lang="en-US" sz="3600" b="1" noProof="0" dirty="0">
                <a:solidFill>
                  <a:srgbClr val="8B1B3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3" name="Rectángulo 2">
            <a:extLst>
              <a:ext uri="{FF2B5EF4-FFF2-40B4-BE49-F238E27FC236}">
                <a16:creationId xmlns:a16="http://schemas.microsoft.com/office/drawing/2014/main" id="{40BE66BA-BFAE-ADF2-7027-D42F6C4F0F82}"/>
              </a:ext>
            </a:extLst>
          </p:cNvPr>
          <p:cNvSpPr/>
          <p:nvPr/>
        </p:nvSpPr>
        <p:spPr>
          <a:xfrm>
            <a:off x="7785989" y="2594948"/>
            <a:ext cx="2537460" cy="626761"/>
          </a:xfrm>
          <a:prstGeom prst="rect">
            <a:avLst/>
          </a:prstGeom>
          <a:solidFill>
            <a:srgbClr val="DDE8FA"/>
          </a:solidFill>
          <a:ln w="19050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32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$$$</a:t>
            </a:r>
            <a:endParaRPr lang="es-ES_tradnl" b="1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30" name="Grupo 29">
            <a:extLst>
              <a:ext uri="{FF2B5EF4-FFF2-40B4-BE49-F238E27FC236}">
                <a16:creationId xmlns:a16="http://schemas.microsoft.com/office/drawing/2014/main" id="{2B7C9ED7-F618-9BA4-2539-80E5618BA1ED}"/>
              </a:ext>
            </a:extLst>
          </p:cNvPr>
          <p:cNvGrpSpPr/>
          <p:nvPr/>
        </p:nvGrpSpPr>
        <p:grpSpPr>
          <a:xfrm>
            <a:off x="1270510" y="4697390"/>
            <a:ext cx="1508519" cy="669073"/>
            <a:chOff x="1270510" y="4697390"/>
            <a:chExt cx="1508519" cy="669073"/>
          </a:xfrm>
          <a:solidFill>
            <a:srgbClr val="FF0000"/>
          </a:solidFill>
        </p:grpSpPr>
        <p:sp>
          <p:nvSpPr>
            <p:cNvPr id="16" name="Flecha doblada hacia arriba 15">
              <a:extLst>
                <a:ext uri="{FF2B5EF4-FFF2-40B4-BE49-F238E27FC236}">
                  <a16:creationId xmlns:a16="http://schemas.microsoft.com/office/drawing/2014/main" id="{B3EEFCCF-4963-2677-7CD9-76AA7D7CDB40}"/>
                </a:ext>
              </a:extLst>
            </p:cNvPr>
            <p:cNvSpPr/>
            <p:nvPr/>
          </p:nvSpPr>
          <p:spPr>
            <a:xfrm>
              <a:off x="1270510" y="4697390"/>
              <a:ext cx="1508519" cy="669073"/>
            </a:xfrm>
            <a:prstGeom prst="bentUpArrow">
              <a:avLst>
                <a:gd name="adj1" fmla="val 10000"/>
                <a:gd name="adj2" fmla="val 13333"/>
                <a:gd name="adj3" fmla="val 25000"/>
              </a:avLst>
            </a:prstGeom>
            <a:grpFill/>
            <a:ln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2B436870-3510-A29B-BACD-F428A3C9BFC6}"/>
                </a:ext>
              </a:extLst>
            </p:cNvPr>
            <p:cNvCxnSpPr>
              <a:cxnSpLocks/>
            </p:cNvCxnSpPr>
            <p:nvPr/>
          </p:nvCxnSpPr>
          <p:spPr>
            <a:xfrm>
              <a:off x="1292812" y="4697390"/>
              <a:ext cx="0" cy="669072"/>
            </a:xfrm>
            <a:prstGeom prst="line">
              <a:avLst/>
            </a:prstGeom>
            <a:grpFill/>
            <a:ln w="7620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7" name="Imagen 36" descr="Imagen que contiene dibujo, reloj&#10;&#10;El contenido generado por IA puede ser incorrecto.">
            <a:extLst>
              <a:ext uri="{FF2B5EF4-FFF2-40B4-BE49-F238E27FC236}">
                <a16:creationId xmlns:a16="http://schemas.microsoft.com/office/drawing/2014/main" id="{26AB5055-F718-A455-47B4-75938C6FC0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143" y="3762430"/>
            <a:ext cx="1552208" cy="720000"/>
          </a:xfrm>
          <a:prstGeom prst="rect">
            <a:avLst/>
          </a:prstGeom>
        </p:spPr>
      </p:pic>
      <p:pic>
        <p:nvPicPr>
          <p:cNvPr id="38" name="Imagen 37" descr="Texto, Icono&#10;&#10;El contenido generado por IA puede ser incorrecto.">
            <a:extLst>
              <a:ext uri="{FF2B5EF4-FFF2-40B4-BE49-F238E27FC236}">
                <a16:creationId xmlns:a16="http://schemas.microsoft.com/office/drawing/2014/main" id="{DC17DC73-4F5E-975C-8B42-724FE6FD33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803" y="4435465"/>
            <a:ext cx="1403147" cy="191436"/>
          </a:xfrm>
          <a:prstGeom prst="rect">
            <a:avLst/>
          </a:prstGeom>
        </p:spPr>
      </p:pic>
      <p:sp>
        <p:nvSpPr>
          <p:cNvPr id="4" name="Flecha derecha 3">
            <a:extLst>
              <a:ext uri="{FF2B5EF4-FFF2-40B4-BE49-F238E27FC236}">
                <a16:creationId xmlns:a16="http://schemas.microsoft.com/office/drawing/2014/main" id="{46EAD93A-B207-D7D5-0766-BCB0E5E988E0}"/>
              </a:ext>
            </a:extLst>
          </p:cNvPr>
          <p:cNvSpPr/>
          <p:nvPr/>
        </p:nvSpPr>
        <p:spPr>
          <a:xfrm>
            <a:off x="83690" y="6479464"/>
            <a:ext cx="724830" cy="27878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B1F8798D-3F4D-8FD9-749E-DB8AC0F369DC}"/>
              </a:ext>
            </a:extLst>
          </p:cNvPr>
          <p:cNvSpPr txBox="1"/>
          <p:nvPr/>
        </p:nvSpPr>
        <p:spPr>
          <a:xfrm>
            <a:off x="981312" y="6412556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Excludes</a:t>
            </a:r>
          </a:p>
        </p:txBody>
      </p:sp>
      <p:pic>
        <p:nvPicPr>
          <p:cNvPr id="8" name="Imagen 7" descr="Icono&#10;&#10;El contenido generado por IA puede ser incorrecto.">
            <a:extLst>
              <a:ext uri="{FF2B5EF4-FFF2-40B4-BE49-F238E27FC236}">
                <a16:creationId xmlns:a16="http://schemas.microsoft.com/office/drawing/2014/main" id="{7DB1BEB6-F030-E598-AF9B-6707C148DCA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5234" y="3784808"/>
            <a:ext cx="1552208" cy="750658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32ACE471-D0EE-D619-4664-A53324055A89}"/>
              </a:ext>
            </a:extLst>
          </p:cNvPr>
          <p:cNvSpPr txBox="1"/>
          <p:nvPr/>
        </p:nvSpPr>
        <p:spPr>
          <a:xfrm>
            <a:off x="7614260" y="5645571"/>
            <a:ext cx="288091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Excluded add-on</a:t>
            </a:r>
          </a:p>
          <a:p>
            <a:pPr algn="ctr"/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contracted</a:t>
            </a:r>
            <a:endParaRPr lang="en-US" sz="2800" b="1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CD3D8B7-790F-0834-B87C-FC0679DE1264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1</a:t>
            </a:r>
            <a:r>
              <a:rPr lang="en-US" sz="2800" dirty="0">
                <a:solidFill>
                  <a:srgbClr val="7E0029"/>
                </a:solidFill>
              </a:rPr>
              <a:t>2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25908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B4FCBE59-5F22-57BA-4860-39B86B6ED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0F8A55-BAC2-91F8-5656-51A6DD6FF164}"/>
              </a:ext>
            </a:extLst>
          </p:cNvPr>
          <p:cNvSpPr/>
          <p:nvPr/>
        </p:nvSpPr>
        <p:spPr>
          <a:xfrm>
            <a:off x="1" y="5865541"/>
            <a:ext cx="2424978" cy="992459"/>
          </a:xfrm>
          <a:prstGeom prst="rect">
            <a:avLst/>
          </a:prstGeom>
          <a:solidFill>
            <a:schemeClr val="bg2"/>
          </a:solidFill>
          <a:ln w="38100">
            <a:solidFill>
              <a:srgbClr val="8B1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lecha derecha 6">
            <a:extLst>
              <a:ext uri="{FF2B5EF4-FFF2-40B4-BE49-F238E27FC236}">
                <a16:creationId xmlns:a16="http://schemas.microsoft.com/office/drawing/2014/main" id="{4CF0FFBC-2206-06B9-0436-CC8C3C8B0F48}"/>
              </a:ext>
            </a:extLst>
          </p:cNvPr>
          <p:cNvSpPr/>
          <p:nvPr/>
        </p:nvSpPr>
        <p:spPr>
          <a:xfrm>
            <a:off x="83690" y="5983235"/>
            <a:ext cx="724830" cy="278781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lecha derecha 7">
            <a:extLst>
              <a:ext uri="{FF2B5EF4-FFF2-40B4-BE49-F238E27FC236}">
                <a16:creationId xmlns:a16="http://schemas.microsoft.com/office/drawing/2014/main" id="{92CB7E9F-78CE-E69A-EF2E-0F0A4D9BAA1C}"/>
              </a:ext>
            </a:extLst>
          </p:cNvPr>
          <p:cNvSpPr/>
          <p:nvPr/>
        </p:nvSpPr>
        <p:spPr>
          <a:xfrm>
            <a:off x="83690" y="6479464"/>
            <a:ext cx="724830" cy="27878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DC18427-54EA-D211-6C0C-4108E0501073}"/>
              </a:ext>
            </a:extLst>
          </p:cNvPr>
          <p:cNvSpPr txBox="1"/>
          <p:nvPr/>
        </p:nvSpPr>
        <p:spPr>
          <a:xfrm>
            <a:off x="981312" y="5937959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Depends on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A9AF5B0-134A-992F-4B10-42DA07B43E2E}"/>
              </a:ext>
            </a:extLst>
          </p:cNvPr>
          <p:cNvSpPr txBox="1"/>
          <p:nvPr/>
        </p:nvSpPr>
        <p:spPr>
          <a:xfrm>
            <a:off x="981312" y="6412556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Excludes</a:t>
            </a:r>
          </a:p>
        </p:txBody>
      </p:sp>
      <p:sp>
        <p:nvSpPr>
          <p:cNvPr id="40" name="Título 1">
            <a:extLst>
              <a:ext uri="{FF2B5EF4-FFF2-40B4-BE49-F238E27FC236}">
                <a16:creationId xmlns:a16="http://schemas.microsoft.com/office/drawing/2014/main" id="{738F1205-514D-97EE-6D07-3746EA00BDDD}"/>
              </a:ext>
            </a:extLst>
          </p:cNvPr>
          <p:cNvSpPr txBox="1">
            <a:spLocks/>
          </p:cNvSpPr>
          <p:nvPr/>
        </p:nvSpPr>
        <p:spPr>
          <a:xfrm>
            <a:off x="879923" y="379976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182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Common Cases of Invalid </a:t>
            </a:r>
            <a:r>
              <a:rPr lang="en-US" noProof="0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</a:p>
        </p:txBody>
      </p:sp>
      <p:pic>
        <p:nvPicPr>
          <p:cNvPr id="2" name="Imagen 1" descr="Aplicación&#10;&#10;El contenido generado por IA puede ser incorrecto.">
            <a:extLst>
              <a:ext uri="{FF2B5EF4-FFF2-40B4-BE49-F238E27FC236}">
                <a16:creationId xmlns:a16="http://schemas.microsoft.com/office/drawing/2014/main" id="{89752516-A7AA-FC89-6B67-703375969F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6290" y="1639925"/>
            <a:ext cx="5757526" cy="3339815"/>
          </a:xfrm>
          <a:prstGeom prst="rect">
            <a:avLst/>
          </a:prstGeom>
        </p:spPr>
      </p:pic>
      <p:pic>
        <p:nvPicPr>
          <p:cNvPr id="11" name="Imagen 10" descr="Texto, Icono&#10;&#10;El contenido generado por IA puede ser incorrecto.">
            <a:extLst>
              <a:ext uri="{FF2B5EF4-FFF2-40B4-BE49-F238E27FC236}">
                <a16:creationId xmlns:a16="http://schemas.microsoft.com/office/drawing/2014/main" id="{BAFA5F1F-1E53-97E6-393A-7F80216173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7968" y="4836968"/>
            <a:ext cx="1403147" cy="191436"/>
          </a:xfrm>
          <a:prstGeom prst="rect">
            <a:avLst/>
          </a:prstGeom>
        </p:spPr>
      </p:pic>
      <p:pic>
        <p:nvPicPr>
          <p:cNvPr id="12" name="Imagen 11" descr="Texto, Icono&#10;&#10;El contenido generado por IA puede ser incorrecto.">
            <a:extLst>
              <a:ext uri="{FF2B5EF4-FFF2-40B4-BE49-F238E27FC236}">
                <a16:creationId xmlns:a16="http://schemas.microsoft.com/office/drawing/2014/main" id="{5ADA9DF1-2093-26B6-B3DB-62398B0348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7"/>
          <a:stretch>
            <a:fillRect/>
          </a:stretch>
        </p:blipFill>
        <p:spPr>
          <a:xfrm>
            <a:off x="5831268" y="4836968"/>
            <a:ext cx="939319" cy="191436"/>
          </a:xfrm>
          <a:prstGeom prst="rect">
            <a:avLst/>
          </a:prstGeom>
        </p:spPr>
      </p:pic>
      <p:pic>
        <p:nvPicPr>
          <p:cNvPr id="13" name="Imagen 12" descr="Texto, Icono&#10;&#10;El contenido generado por IA puede ser incorrecto.">
            <a:extLst>
              <a:ext uri="{FF2B5EF4-FFF2-40B4-BE49-F238E27FC236}">
                <a16:creationId xmlns:a16="http://schemas.microsoft.com/office/drawing/2014/main" id="{BE9957AC-D3DD-DDCA-5DC8-2F67806867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093" y="4836968"/>
            <a:ext cx="1403147" cy="191436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84A0F2B8-783B-3D51-92F4-D38F6EDEA26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68250" y="4394488"/>
            <a:ext cx="386297" cy="386297"/>
          </a:xfrm>
          <a:prstGeom prst="rect">
            <a:avLst/>
          </a:prstGeom>
        </p:spPr>
      </p:pic>
      <p:grpSp>
        <p:nvGrpSpPr>
          <p:cNvPr id="4" name="Grupo 3">
            <a:extLst>
              <a:ext uri="{FF2B5EF4-FFF2-40B4-BE49-F238E27FC236}">
                <a16:creationId xmlns:a16="http://schemas.microsoft.com/office/drawing/2014/main" id="{01DC91CF-2F2D-EC0D-0BC6-2D069C324EC0}"/>
              </a:ext>
            </a:extLst>
          </p:cNvPr>
          <p:cNvGrpSpPr/>
          <p:nvPr/>
        </p:nvGrpSpPr>
        <p:grpSpPr>
          <a:xfrm>
            <a:off x="4677331" y="5072475"/>
            <a:ext cx="1508519" cy="669073"/>
            <a:chOff x="1270510" y="4697390"/>
            <a:chExt cx="1508519" cy="669073"/>
          </a:xfrm>
          <a:solidFill>
            <a:srgbClr val="FF0000"/>
          </a:solidFill>
        </p:grpSpPr>
        <p:sp>
          <p:nvSpPr>
            <p:cNvPr id="5" name="Flecha doblada hacia arriba 4">
              <a:extLst>
                <a:ext uri="{FF2B5EF4-FFF2-40B4-BE49-F238E27FC236}">
                  <a16:creationId xmlns:a16="http://schemas.microsoft.com/office/drawing/2014/main" id="{EEE8296E-3445-33C5-C041-332843AEE80E}"/>
                </a:ext>
              </a:extLst>
            </p:cNvPr>
            <p:cNvSpPr/>
            <p:nvPr/>
          </p:nvSpPr>
          <p:spPr>
            <a:xfrm>
              <a:off x="1270510" y="4697390"/>
              <a:ext cx="1508519" cy="669073"/>
            </a:xfrm>
            <a:prstGeom prst="bentUpArrow">
              <a:avLst>
                <a:gd name="adj1" fmla="val 10000"/>
                <a:gd name="adj2" fmla="val 13333"/>
                <a:gd name="adj3" fmla="val 25000"/>
              </a:avLst>
            </a:prstGeom>
            <a:grpFill/>
            <a:ln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4" name="Conector recto 13">
              <a:extLst>
                <a:ext uri="{FF2B5EF4-FFF2-40B4-BE49-F238E27FC236}">
                  <a16:creationId xmlns:a16="http://schemas.microsoft.com/office/drawing/2014/main" id="{31298649-2C70-6E7D-A148-AED44CE523DE}"/>
                </a:ext>
              </a:extLst>
            </p:cNvPr>
            <p:cNvCxnSpPr>
              <a:cxnSpLocks/>
            </p:cNvCxnSpPr>
            <p:nvPr/>
          </p:nvCxnSpPr>
          <p:spPr>
            <a:xfrm>
              <a:off x="1292812" y="4697390"/>
              <a:ext cx="0" cy="669072"/>
            </a:xfrm>
            <a:prstGeom prst="line">
              <a:avLst/>
            </a:prstGeom>
            <a:grpFill/>
            <a:ln w="76200">
              <a:solidFill>
                <a:srgbClr val="FF000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upo 17">
            <a:extLst>
              <a:ext uri="{FF2B5EF4-FFF2-40B4-BE49-F238E27FC236}">
                <a16:creationId xmlns:a16="http://schemas.microsoft.com/office/drawing/2014/main" id="{4C496F22-01EC-DEAC-8A55-B4A7BCF24B67}"/>
              </a:ext>
            </a:extLst>
          </p:cNvPr>
          <p:cNvGrpSpPr/>
          <p:nvPr/>
        </p:nvGrpSpPr>
        <p:grpSpPr>
          <a:xfrm flipH="1">
            <a:off x="6512310" y="5084588"/>
            <a:ext cx="1508518" cy="669073"/>
            <a:chOff x="1270510" y="4697390"/>
            <a:chExt cx="1508519" cy="669073"/>
          </a:xfrm>
        </p:grpSpPr>
        <p:sp>
          <p:nvSpPr>
            <p:cNvPr id="20" name="Flecha doblada hacia arriba 19">
              <a:extLst>
                <a:ext uri="{FF2B5EF4-FFF2-40B4-BE49-F238E27FC236}">
                  <a16:creationId xmlns:a16="http://schemas.microsoft.com/office/drawing/2014/main" id="{B8EE483E-943A-232E-D66B-9CAD77C8B218}"/>
                </a:ext>
              </a:extLst>
            </p:cNvPr>
            <p:cNvSpPr/>
            <p:nvPr/>
          </p:nvSpPr>
          <p:spPr>
            <a:xfrm>
              <a:off x="1270510" y="4697390"/>
              <a:ext cx="1508519" cy="669073"/>
            </a:xfrm>
            <a:prstGeom prst="bentUpArrow">
              <a:avLst>
                <a:gd name="adj1" fmla="val 10000"/>
                <a:gd name="adj2" fmla="val 13333"/>
                <a:gd name="adj3" fmla="val 25000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23" name="Conector recto 22">
              <a:extLst>
                <a:ext uri="{FF2B5EF4-FFF2-40B4-BE49-F238E27FC236}">
                  <a16:creationId xmlns:a16="http://schemas.microsoft.com/office/drawing/2014/main" id="{6A92BD15-4D47-AEE1-FC27-58895F333211}"/>
                </a:ext>
              </a:extLst>
            </p:cNvPr>
            <p:cNvCxnSpPr>
              <a:cxnSpLocks/>
            </p:cNvCxnSpPr>
            <p:nvPr/>
          </p:nvCxnSpPr>
          <p:spPr>
            <a:xfrm>
              <a:off x="1292812" y="4697390"/>
              <a:ext cx="0" cy="669072"/>
            </a:xfrm>
            <a:prstGeom prst="line">
              <a:avLst/>
            </a:prstGeom>
            <a:ln w="76200">
              <a:solidFill>
                <a:srgbClr val="00B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upo 28">
            <a:extLst>
              <a:ext uri="{FF2B5EF4-FFF2-40B4-BE49-F238E27FC236}">
                <a16:creationId xmlns:a16="http://schemas.microsoft.com/office/drawing/2014/main" id="{9A6CC7C8-29BA-E60C-41C7-47FEAFF63860}"/>
              </a:ext>
            </a:extLst>
          </p:cNvPr>
          <p:cNvGrpSpPr/>
          <p:nvPr/>
        </p:nvGrpSpPr>
        <p:grpSpPr>
          <a:xfrm flipH="1">
            <a:off x="4193475" y="5084587"/>
            <a:ext cx="4153813" cy="853372"/>
            <a:chOff x="1270510" y="4697390"/>
            <a:chExt cx="1508519" cy="669073"/>
          </a:xfrm>
        </p:grpSpPr>
        <p:sp>
          <p:nvSpPr>
            <p:cNvPr id="30" name="Flecha doblada hacia arriba 29">
              <a:extLst>
                <a:ext uri="{FF2B5EF4-FFF2-40B4-BE49-F238E27FC236}">
                  <a16:creationId xmlns:a16="http://schemas.microsoft.com/office/drawing/2014/main" id="{BE709F07-30F7-CAF0-02E8-6D2ACFCC9683}"/>
                </a:ext>
              </a:extLst>
            </p:cNvPr>
            <p:cNvSpPr/>
            <p:nvPr/>
          </p:nvSpPr>
          <p:spPr>
            <a:xfrm>
              <a:off x="1270510" y="4697390"/>
              <a:ext cx="1508519" cy="669073"/>
            </a:xfrm>
            <a:prstGeom prst="bentUpArrow">
              <a:avLst>
                <a:gd name="adj1" fmla="val 7767"/>
                <a:gd name="adj2" fmla="val 11473"/>
                <a:gd name="adj3" fmla="val 19791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35" name="Conector recto 34">
              <a:extLst>
                <a:ext uri="{FF2B5EF4-FFF2-40B4-BE49-F238E27FC236}">
                  <a16:creationId xmlns:a16="http://schemas.microsoft.com/office/drawing/2014/main" id="{29B00B5E-174A-EBA8-2A89-ACCF1B95F625}"/>
                </a:ext>
              </a:extLst>
            </p:cNvPr>
            <p:cNvCxnSpPr>
              <a:cxnSpLocks/>
            </p:cNvCxnSpPr>
            <p:nvPr/>
          </p:nvCxnSpPr>
          <p:spPr>
            <a:xfrm>
              <a:off x="1280662" y="4697390"/>
              <a:ext cx="0" cy="669072"/>
            </a:xfrm>
            <a:prstGeom prst="line">
              <a:avLst/>
            </a:prstGeom>
            <a:ln w="76200">
              <a:solidFill>
                <a:srgbClr val="00B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CuadroTexto 36">
            <a:extLst>
              <a:ext uri="{FF2B5EF4-FFF2-40B4-BE49-F238E27FC236}">
                <a16:creationId xmlns:a16="http://schemas.microsoft.com/office/drawing/2014/main" id="{C5F74920-85F4-3BAE-11F8-2D93F4B2714D}"/>
              </a:ext>
            </a:extLst>
          </p:cNvPr>
          <p:cNvSpPr txBox="1"/>
          <p:nvPr/>
        </p:nvSpPr>
        <p:spPr>
          <a:xfrm>
            <a:off x="5130413" y="6189763"/>
            <a:ext cx="22381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Dead add-on</a:t>
            </a:r>
            <a:endParaRPr lang="en-US" sz="2800" b="1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2645D5BC-F457-1B64-CE40-A6400D23D397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1</a:t>
            </a:r>
            <a:r>
              <a:rPr lang="en-US" sz="2800" dirty="0">
                <a:solidFill>
                  <a:srgbClr val="7E0029"/>
                </a:solidFill>
              </a:rPr>
              <a:t>3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5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>
          <a:extLst>
            <a:ext uri="{FF2B5EF4-FFF2-40B4-BE49-F238E27FC236}">
              <a16:creationId xmlns:a16="http://schemas.microsoft.com/office/drawing/2014/main" id="{45F6848A-308D-BD46-36DA-6E9DE5A23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" name="Google Shape;450;p24">
            <a:extLst>
              <a:ext uri="{FF2B5EF4-FFF2-40B4-BE49-F238E27FC236}">
                <a16:creationId xmlns:a16="http://schemas.microsoft.com/office/drawing/2014/main" id="{83B898D4-8497-BD81-977D-B0D7CE39A3B2}"/>
              </a:ext>
            </a:extLst>
          </p:cNvPr>
          <p:cNvGrpSpPr/>
          <p:nvPr/>
        </p:nvGrpSpPr>
        <p:grpSpPr>
          <a:xfrm>
            <a:off x="5" y="1589200"/>
            <a:ext cx="5530348" cy="5268885"/>
            <a:chOff x="3" y="1191900"/>
            <a:chExt cx="4147761" cy="3951664"/>
          </a:xfrm>
        </p:grpSpPr>
        <p:sp>
          <p:nvSpPr>
            <p:cNvPr id="451" name="Google Shape;451;p24">
              <a:extLst>
                <a:ext uri="{FF2B5EF4-FFF2-40B4-BE49-F238E27FC236}">
                  <a16:creationId xmlns:a16="http://schemas.microsoft.com/office/drawing/2014/main" id="{E018A441-99F1-518D-1371-95ED1443769F}"/>
                </a:ext>
              </a:extLst>
            </p:cNvPr>
            <p:cNvSpPr/>
            <p:nvPr/>
          </p:nvSpPr>
          <p:spPr>
            <a:xfrm>
              <a:off x="1938876" y="1554725"/>
              <a:ext cx="1514799" cy="2041743"/>
            </a:xfrm>
            <a:custGeom>
              <a:avLst/>
              <a:gdLst/>
              <a:ahLst/>
              <a:cxnLst/>
              <a:rect l="l" t="t" r="r" b="b"/>
              <a:pathLst>
                <a:path w="49114" h="66199" extrusionOk="0">
                  <a:moveTo>
                    <a:pt x="40434" y="0"/>
                  </a:moveTo>
                  <a:lnTo>
                    <a:pt x="34945" y="10013"/>
                  </a:lnTo>
                  <a:lnTo>
                    <a:pt x="34088" y="15990"/>
                  </a:lnTo>
                  <a:lnTo>
                    <a:pt x="23229" y="24967"/>
                  </a:lnTo>
                  <a:lnTo>
                    <a:pt x="0" y="29647"/>
                  </a:lnTo>
                  <a:lnTo>
                    <a:pt x="7132" y="58317"/>
                  </a:lnTo>
                  <a:lnTo>
                    <a:pt x="49113" y="66199"/>
                  </a:lnTo>
                  <a:lnTo>
                    <a:pt x="4043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  <p:sp>
          <p:nvSpPr>
            <p:cNvPr id="452" name="Google Shape;452;p24">
              <a:extLst>
                <a:ext uri="{FF2B5EF4-FFF2-40B4-BE49-F238E27FC236}">
                  <a16:creationId xmlns:a16="http://schemas.microsoft.com/office/drawing/2014/main" id="{BA681391-885F-F6EF-44DE-8C6378F53B2D}"/>
                </a:ext>
              </a:extLst>
            </p:cNvPr>
            <p:cNvSpPr/>
            <p:nvPr/>
          </p:nvSpPr>
          <p:spPr>
            <a:xfrm>
              <a:off x="1230501" y="2456576"/>
              <a:ext cx="893476" cy="474111"/>
            </a:xfrm>
            <a:custGeom>
              <a:avLst/>
              <a:gdLst/>
              <a:ahLst/>
              <a:cxnLst/>
              <a:rect l="l" t="t" r="r" b="b"/>
              <a:pathLst>
                <a:path w="28969" h="15372" extrusionOk="0">
                  <a:moveTo>
                    <a:pt x="3489" y="1"/>
                  </a:moveTo>
                  <a:lnTo>
                    <a:pt x="1" y="15372"/>
                  </a:lnTo>
                  <a:lnTo>
                    <a:pt x="1" y="15372"/>
                  </a:lnTo>
                  <a:lnTo>
                    <a:pt x="28969" y="11097"/>
                  </a:lnTo>
                  <a:lnTo>
                    <a:pt x="28969" y="4704"/>
                  </a:lnTo>
                  <a:lnTo>
                    <a:pt x="3489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  <p:sp>
          <p:nvSpPr>
            <p:cNvPr id="453" name="Google Shape;453;p24">
              <a:extLst>
                <a:ext uri="{FF2B5EF4-FFF2-40B4-BE49-F238E27FC236}">
                  <a16:creationId xmlns:a16="http://schemas.microsoft.com/office/drawing/2014/main" id="{6FBEF260-7625-85EF-51C7-99BFAC81BBD6}"/>
                </a:ext>
              </a:extLst>
            </p:cNvPr>
            <p:cNvSpPr/>
            <p:nvPr/>
          </p:nvSpPr>
          <p:spPr>
            <a:xfrm>
              <a:off x="1478377" y="2674351"/>
              <a:ext cx="1431092" cy="699940"/>
            </a:xfrm>
            <a:custGeom>
              <a:avLst/>
              <a:gdLst/>
              <a:ahLst/>
              <a:cxnLst/>
              <a:rect l="l" t="t" r="r" b="b"/>
              <a:pathLst>
                <a:path w="46400" h="22694" extrusionOk="0">
                  <a:moveTo>
                    <a:pt x="41851" y="0"/>
                  </a:moveTo>
                  <a:lnTo>
                    <a:pt x="7037" y="6620"/>
                  </a:lnTo>
                  <a:lnTo>
                    <a:pt x="1" y="16883"/>
                  </a:lnTo>
                  <a:lnTo>
                    <a:pt x="46399" y="22693"/>
                  </a:lnTo>
                  <a:lnTo>
                    <a:pt x="41851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  <p:sp>
          <p:nvSpPr>
            <p:cNvPr id="454" name="Google Shape;454;p24">
              <a:extLst>
                <a:ext uri="{FF2B5EF4-FFF2-40B4-BE49-F238E27FC236}">
                  <a16:creationId xmlns:a16="http://schemas.microsoft.com/office/drawing/2014/main" id="{C58B4A1A-E523-EF7E-D41F-C7B5A29DBC07}"/>
                </a:ext>
              </a:extLst>
            </p:cNvPr>
            <p:cNvSpPr/>
            <p:nvPr/>
          </p:nvSpPr>
          <p:spPr>
            <a:xfrm>
              <a:off x="2564596" y="3861892"/>
              <a:ext cx="1405369" cy="1281629"/>
            </a:xfrm>
            <a:custGeom>
              <a:avLst/>
              <a:gdLst/>
              <a:ahLst/>
              <a:cxnLst/>
              <a:rect l="l" t="t" r="r" b="b"/>
              <a:pathLst>
                <a:path w="45566" h="41554" extrusionOk="0">
                  <a:moveTo>
                    <a:pt x="38612" y="1"/>
                  </a:moveTo>
                  <a:lnTo>
                    <a:pt x="0" y="23968"/>
                  </a:lnTo>
                  <a:lnTo>
                    <a:pt x="0" y="41554"/>
                  </a:lnTo>
                  <a:lnTo>
                    <a:pt x="45565" y="41554"/>
                  </a:lnTo>
                  <a:lnTo>
                    <a:pt x="38612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  <p:sp>
          <p:nvSpPr>
            <p:cNvPr id="455" name="Google Shape;455;p24">
              <a:extLst>
                <a:ext uri="{FF2B5EF4-FFF2-40B4-BE49-F238E27FC236}">
                  <a16:creationId xmlns:a16="http://schemas.microsoft.com/office/drawing/2014/main" id="{456BEB8A-5BC6-E304-3429-3C7CD3A23E5B}"/>
                </a:ext>
              </a:extLst>
            </p:cNvPr>
            <p:cNvSpPr/>
            <p:nvPr/>
          </p:nvSpPr>
          <p:spPr>
            <a:xfrm>
              <a:off x="523636" y="3088559"/>
              <a:ext cx="2171034" cy="1476616"/>
            </a:xfrm>
            <a:custGeom>
              <a:avLst/>
              <a:gdLst/>
              <a:ahLst/>
              <a:cxnLst/>
              <a:rect l="l" t="t" r="r" b="b"/>
              <a:pathLst>
                <a:path w="70391" h="47876" extrusionOk="0">
                  <a:moveTo>
                    <a:pt x="11133" y="0"/>
                  </a:moveTo>
                  <a:lnTo>
                    <a:pt x="0" y="47875"/>
                  </a:lnTo>
                  <a:lnTo>
                    <a:pt x="0" y="47875"/>
                  </a:lnTo>
                  <a:lnTo>
                    <a:pt x="70390" y="30552"/>
                  </a:lnTo>
                  <a:lnTo>
                    <a:pt x="59413" y="11049"/>
                  </a:lnTo>
                  <a:lnTo>
                    <a:pt x="11133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  <p:sp>
          <p:nvSpPr>
            <p:cNvPr id="456" name="Google Shape;456;p24">
              <a:extLst>
                <a:ext uri="{FF2B5EF4-FFF2-40B4-BE49-F238E27FC236}">
                  <a16:creationId xmlns:a16="http://schemas.microsoft.com/office/drawing/2014/main" id="{94D2DF5C-6910-CE99-94BB-FBDFF7909F6A}"/>
                </a:ext>
              </a:extLst>
            </p:cNvPr>
            <p:cNvSpPr/>
            <p:nvPr/>
          </p:nvSpPr>
          <p:spPr>
            <a:xfrm>
              <a:off x="3" y="1191900"/>
              <a:ext cx="4147761" cy="3951664"/>
            </a:xfrm>
            <a:custGeom>
              <a:avLst/>
              <a:gdLst/>
              <a:ahLst/>
              <a:cxnLst/>
              <a:rect l="l" t="t" r="r" b="b"/>
              <a:pathLst>
                <a:path w="134482" h="128124" extrusionOk="0">
                  <a:moveTo>
                    <a:pt x="100155" y="1"/>
                  </a:moveTo>
                  <a:lnTo>
                    <a:pt x="90333" y="15003"/>
                  </a:lnTo>
                  <a:lnTo>
                    <a:pt x="90333" y="15003"/>
                  </a:lnTo>
                  <a:lnTo>
                    <a:pt x="97691" y="13371"/>
                  </a:lnTo>
                  <a:lnTo>
                    <a:pt x="97691" y="13371"/>
                  </a:lnTo>
                  <a:cubicBezTo>
                    <a:pt x="96786" y="29302"/>
                    <a:pt x="92833" y="35065"/>
                    <a:pt x="52542" y="37851"/>
                  </a:cubicBezTo>
                  <a:cubicBezTo>
                    <a:pt x="42077" y="38577"/>
                    <a:pt x="41970" y="41387"/>
                    <a:pt x="45160" y="43125"/>
                  </a:cubicBezTo>
                  <a:cubicBezTo>
                    <a:pt x="49709" y="45602"/>
                    <a:pt x="61329" y="47018"/>
                    <a:pt x="62865" y="47304"/>
                  </a:cubicBezTo>
                  <a:cubicBezTo>
                    <a:pt x="65199" y="47733"/>
                    <a:pt x="71259" y="48614"/>
                    <a:pt x="54971" y="50590"/>
                  </a:cubicBezTo>
                  <a:cubicBezTo>
                    <a:pt x="42291" y="52436"/>
                    <a:pt x="35183" y="54460"/>
                    <a:pt x="31349" y="56389"/>
                  </a:cubicBezTo>
                  <a:cubicBezTo>
                    <a:pt x="27277" y="58425"/>
                    <a:pt x="26908" y="64294"/>
                    <a:pt x="31004" y="66521"/>
                  </a:cubicBezTo>
                  <a:cubicBezTo>
                    <a:pt x="44779" y="74022"/>
                    <a:pt x="77736" y="72176"/>
                    <a:pt x="75140" y="81535"/>
                  </a:cubicBezTo>
                  <a:cubicBezTo>
                    <a:pt x="72140" y="92334"/>
                    <a:pt x="0" y="102704"/>
                    <a:pt x="0" y="102704"/>
                  </a:cubicBezTo>
                  <a:lnTo>
                    <a:pt x="0" y="128124"/>
                  </a:lnTo>
                  <a:lnTo>
                    <a:pt x="87904" y="128124"/>
                  </a:lnTo>
                  <a:cubicBezTo>
                    <a:pt x="87904" y="128124"/>
                    <a:pt x="134481" y="95822"/>
                    <a:pt x="118384" y="79225"/>
                  </a:cubicBezTo>
                  <a:cubicBezTo>
                    <a:pt x="102287" y="62639"/>
                    <a:pt x="62567" y="63770"/>
                    <a:pt x="54543" y="61604"/>
                  </a:cubicBezTo>
                  <a:cubicBezTo>
                    <a:pt x="46923" y="59544"/>
                    <a:pt x="72390" y="57020"/>
                    <a:pt x="83999" y="52317"/>
                  </a:cubicBezTo>
                  <a:cubicBezTo>
                    <a:pt x="103644" y="44363"/>
                    <a:pt x="67151" y="42363"/>
                    <a:pt x="67151" y="42363"/>
                  </a:cubicBezTo>
                  <a:cubicBezTo>
                    <a:pt x="66889" y="42280"/>
                    <a:pt x="66949" y="41887"/>
                    <a:pt x="67223" y="41887"/>
                  </a:cubicBezTo>
                  <a:cubicBezTo>
                    <a:pt x="67369" y="41888"/>
                    <a:pt x="67514" y="41888"/>
                    <a:pt x="67658" y="41888"/>
                  </a:cubicBezTo>
                  <a:cubicBezTo>
                    <a:pt x="106442" y="41888"/>
                    <a:pt x="103275" y="13372"/>
                    <a:pt x="103275" y="13371"/>
                  </a:cubicBezTo>
                  <a:lnTo>
                    <a:pt x="103275" y="13371"/>
                  </a:lnTo>
                  <a:lnTo>
                    <a:pt x="110311" y="15003"/>
                  </a:lnTo>
                  <a:lnTo>
                    <a:pt x="110311" y="15003"/>
                  </a:lnTo>
                  <a:lnTo>
                    <a:pt x="100155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</p:grpSp>
      <p:sp>
        <p:nvSpPr>
          <p:cNvPr id="457" name="Google Shape;457;p24">
            <a:extLst>
              <a:ext uri="{FF2B5EF4-FFF2-40B4-BE49-F238E27FC236}">
                <a16:creationId xmlns:a16="http://schemas.microsoft.com/office/drawing/2014/main" id="{F2FF9E39-1609-4BD4-488D-3DB8A60A46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485121"/>
            <a:ext cx="10972800" cy="64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noProof="0" dirty="0"/>
              <a:t>Our Goals</a:t>
            </a:r>
          </a:p>
        </p:txBody>
      </p:sp>
      <p:grpSp>
        <p:nvGrpSpPr>
          <p:cNvPr id="458" name="Google Shape;458;p24">
            <a:extLst>
              <a:ext uri="{FF2B5EF4-FFF2-40B4-BE49-F238E27FC236}">
                <a16:creationId xmlns:a16="http://schemas.microsoft.com/office/drawing/2014/main" id="{6B6C4D89-B2BB-DCAE-849E-AA55A1A87B9B}"/>
              </a:ext>
            </a:extLst>
          </p:cNvPr>
          <p:cNvGrpSpPr/>
          <p:nvPr/>
        </p:nvGrpSpPr>
        <p:grpSpPr>
          <a:xfrm>
            <a:off x="2794729" y="2941500"/>
            <a:ext cx="9331753" cy="905740"/>
            <a:chOff x="2096047" y="2206124"/>
            <a:chExt cx="6998815" cy="679305"/>
          </a:xfrm>
        </p:grpSpPr>
        <p:cxnSp>
          <p:nvCxnSpPr>
            <p:cNvPr id="459" name="Google Shape;459;p24">
              <a:extLst>
                <a:ext uri="{FF2B5EF4-FFF2-40B4-BE49-F238E27FC236}">
                  <a16:creationId xmlns:a16="http://schemas.microsoft.com/office/drawing/2014/main" id="{88A673EA-BE1E-F366-BEB3-48B69D244710}"/>
                </a:ext>
              </a:extLst>
            </p:cNvPr>
            <p:cNvCxnSpPr/>
            <p:nvPr/>
          </p:nvCxnSpPr>
          <p:spPr>
            <a:xfrm rot="10800000">
              <a:off x="2171013" y="2599650"/>
              <a:ext cx="22512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460" name="Google Shape;460;p24">
              <a:extLst>
                <a:ext uri="{FF2B5EF4-FFF2-40B4-BE49-F238E27FC236}">
                  <a16:creationId xmlns:a16="http://schemas.microsoft.com/office/drawing/2014/main" id="{50CE6E80-931B-EF92-6DE5-8A7B14A13183}"/>
                </a:ext>
              </a:extLst>
            </p:cNvPr>
            <p:cNvSpPr/>
            <p:nvPr/>
          </p:nvSpPr>
          <p:spPr>
            <a:xfrm>
              <a:off x="4351878" y="2375900"/>
              <a:ext cx="447498" cy="447498"/>
            </a:xfrm>
            <a:custGeom>
              <a:avLst/>
              <a:gdLst/>
              <a:ahLst/>
              <a:cxnLst/>
              <a:rect l="l" t="t" r="r" b="b"/>
              <a:pathLst>
                <a:path w="18444" h="18444" extrusionOk="0">
                  <a:moveTo>
                    <a:pt x="9216" y="0"/>
                  </a:moveTo>
                  <a:cubicBezTo>
                    <a:pt x="4132" y="0"/>
                    <a:pt x="1" y="4132"/>
                    <a:pt x="1" y="9228"/>
                  </a:cubicBezTo>
                  <a:cubicBezTo>
                    <a:pt x="1" y="14312"/>
                    <a:pt x="4132" y="18443"/>
                    <a:pt x="9216" y="18443"/>
                  </a:cubicBezTo>
                  <a:cubicBezTo>
                    <a:pt x="14312" y="18443"/>
                    <a:pt x="18443" y="14312"/>
                    <a:pt x="18443" y="9228"/>
                  </a:cubicBezTo>
                  <a:cubicBezTo>
                    <a:pt x="18443" y="4132"/>
                    <a:pt x="14312" y="0"/>
                    <a:pt x="92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-US" sz="2267" noProof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 lang="en-US" sz="2400" noProof="0" dirty="0">
                <a:solidFill>
                  <a:srgbClr val="FFFFFF"/>
                </a:solidFill>
              </a:endParaRPr>
            </a:p>
          </p:txBody>
        </p:sp>
        <p:sp>
          <p:nvSpPr>
            <p:cNvPr id="462" name="Google Shape;462;p24">
              <a:extLst>
                <a:ext uri="{FF2B5EF4-FFF2-40B4-BE49-F238E27FC236}">
                  <a16:creationId xmlns:a16="http://schemas.microsoft.com/office/drawing/2014/main" id="{286B624F-080B-B82E-494E-546CB53DE976}"/>
                </a:ext>
              </a:extLst>
            </p:cNvPr>
            <p:cNvSpPr txBox="1"/>
            <p:nvPr/>
          </p:nvSpPr>
          <p:spPr>
            <a:xfrm>
              <a:off x="5040135" y="2313929"/>
              <a:ext cx="4054727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-US" sz="2267" noProof="0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Quantify the </a:t>
              </a:r>
              <a:r>
                <a:rPr lang="en-US" sz="2267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S</a:t>
              </a:r>
              <a:r>
                <a:rPr lang="en-US" sz="2267" noProof="0" dirty="0" err="1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ize</a:t>
              </a:r>
              <a:r>
                <a:rPr lang="en-US" sz="2267" noProof="0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 of the Configuration Space</a:t>
              </a:r>
              <a:endParaRPr lang="en-US" sz="1600" noProof="0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3" name="Google Shape;463;p24">
              <a:extLst>
                <a:ext uri="{FF2B5EF4-FFF2-40B4-BE49-F238E27FC236}">
                  <a16:creationId xmlns:a16="http://schemas.microsoft.com/office/drawing/2014/main" id="{90BDC886-52AB-DF99-039C-B54DD0B12A55}"/>
                </a:ext>
              </a:extLst>
            </p:cNvPr>
            <p:cNvSpPr/>
            <p:nvPr/>
          </p:nvSpPr>
          <p:spPr>
            <a:xfrm rot="8100000">
              <a:off x="2096047" y="2206124"/>
              <a:ext cx="229103" cy="229103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</p:grpSp>
      <p:grpSp>
        <p:nvGrpSpPr>
          <p:cNvPr id="464" name="Google Shape;464;p24">
            <a:extLst>
              <a:ext uri="{FF2B5EF4-FFF2-40B4-BE49-F238E27FC236}">
                <a16:creationId xmlns:a16="http://schemas.microsoft.com/office/drawing/2014/main" id="{3E1B21AF-18DA-A1C6-4BE7-348148AA29B6}"/>
              </a:ext>
            </a:extLst>
          </p:cNvPr>
          <p:cNvGrpSpPr/>
          <p:nvPr/>
        </p:nvGrpSpPr>
        <p:grpSpPr>
          <a:xfrm>
            <a:off x="3455129" y="4072401"/>
            <a:ext cx="6268734" cy="907230"/>
            <a:chOff x="2591347" y="3054299"/>
            <a:chExt cx="4701551" cy="680422"/>
          </a:xfrm>
        </p:grpSpPr>
        <p:cxnSp>
          <p:nvCxnSpPr>
            <p:cNvPr id="465" name="Google Shape;465;p24">
              <a:extLst>
                <a:ext uri="{FF2B5EF4-FFF2-40B4-BE49-F238E27FC236}">
                  <a16:creationId xmlns:a16="http://schemas.microsoft.com/office/drawing/2014/main" id="{1B25285F-2905-837A-EF5F-FC03F549F721}"/>
                </a:ext>
              </a:extLst>
            </p:cNvPr>
            <p:cNvCxnSpPr/>
            <p:nvPr/>
          </p:nvCxnSpPr>
          <p:spPr>
            <a:xfrm rot="10800000">
              <a:off x="2665713" y="3448912"/>
              <a:ext cx="1756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466" name="Google Shape;466;p24">
              <a:extLst>
                <a:ext uri="{FF2B5EF4-FFF2-40B4-BE49-F238E27FC236}">
                  <a16:creationId xmlns:a16="http://schemas.microsoft.com/office/drawing/2014/main" id="{129A6932-C164-B80D-19B5-D65F013A1278}"/>
                </a:ext>
              </a:extLst>
            </p:cNvPr>
            <p:cNvSpPr/>
            <p:nvPr/>
          </p:nvSpPr>
          <p:spPr>
            <a:xfrm>
              <a:off x="4351878" y="3225150"/>
              <a:ext cx="447498" cy="447498"/>
            </a:xfrm>
            <a:custGeom>
              <a:avLst/>
              <a:gdLst/>
              <a:ahLst/>
              <a:cxnLst/>
              <a:rect l="l" t="t" r="r" b="b"/>
              <a:pathLst>
                <a:path w="18444" h="18444" extrusionOk="0">
                  <a:moveTo>
                    <a:pt x="9216" y="0"/>
                  </a:moveTo>
                  <a:cubicBezTo>
                    <a:pt x="4132" y="0"/>
                    <a:pt x="1" y="4132"/>
                    <a:pt x="1" y="9228"/>
                  </a:cubicBezTo>
                  <a:cubicBezTo>
                    <a:pt x="1" y="14312"/>
                    <a:pt x="4132" y="18443"/>
                    <a:pt x="9216" y="18443"/>
                  </a:cubicBezTo>
                  <a:cubicBezTo>
                    <a:pt x="14312" y="18443"/>
                    <a:pt x="18443" y="14312"/>
                    <a:pt x="18443" y="9228"/>
                  </a:cubicBezTo>
                  <a:cubicBezTo>
                    <a:pt x="18443" y="4132"/>
                    <a:pt x="14312" y="0"/>
                    <a:pt x="92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-US" sz="2267" noProof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 lang="en-US" sz="2400" noProof="0" dirty="0">
                <a:solidFill>
                  <a:srgbClr val="FFFFFF"/>
                </a:solidFill>
              </a:endParaRPr>
            </a:p>
          </p:txBody>
        </p:sp>
        <p:sp>
          <p:nvSpPr>
            <p:cNvPr id="468" name="Google Shape;468;p24">
              <a:extLst>
                <a:ext uri="{FF2B5EF4-FFF2-40B4-BE49-F238E27FC236}">
                  <a16:creationId xmlns:a16="http://schemas.microsoft.com/office/drawing/2014/main" id="{9352460C-AFC5-1DD2-8D81-62BBFEF25DFA}"/>
                </a:ext>
              </a:extLst>
            </p:cNvPr>
            <p:cNvSpPr txBox="1"/>
            <p:nvPr/>
          </p:nvSpPr>
          <p:spPr>
            <a:xfrm>
              <a:off x="5040136" y="3163221"/>
              <a:ext cx="2252762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-US" sz="2267" noProof="0" dirty="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Validate Subscriptions</a:t>
              </a:r>
              <a:endParaRPr lang="en-US" sz="1600" noProof="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9" name="Google Shape;469;p24">
              <a:extLst>
                <a:ext uri="{FF2B5EF4-FFF2-40B4-BE49-F238E27FC236}">
                  <a16:creationId xmlns:a16="http://schemas.microsoft.com/office/drawing/2014/main" id="{9E81712A-9D5E-9F48-6881-7F459475419A}"/>
                </a:ext>
              </a:extLst>
            </p:cNvPr>
            <p:cNvSpPr/>
            <p:nvPr/>
          </p:nvSpPr>
          <p:spPr>
            <a:xfrm rot="8100000">
              <a:off x="2591347" y="3054299"/>
              <a:ext cx="229103" cy="229103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</p:grpSp>
      <p:grpSp>
        <p:nvGrpSpPr>
          <p:cNvPr id="470" name="Google Shape;470;p24">
            <a:extLst>
              <a:ext uri="{FF2B5EF4-FFF2-40B4-BE49-F238E27FC236}">
                <a16:creationId xmlns:a16="http://schemas.microsoft.com/office/drawing/2014/main" id="{CE834BD9-5DDA-9137-AF5F-9EDC866FA447}"/>
              </a:ext>
            </a:extLst>
          </p:cNvPr>
          <p:cNvGrpSpPr/>
          <p:nvPr/>
        </p:nvGrpSpPr>
        <p:grpSpPr>
          <a:xfrm>
            <a:off x="3077329" y="5204268"/>
            <a:ext cx="5959236" cy="907752"/>
            <a:chOff x="2307997" y="3903199"/>
            <a:chExt cx="4469427" cy="680814"/>
          </a:xfrm>
        </p:grpSpPr>
        <p:cxnSp>
          <p:nvCxnSpPr>
            <p:cNvPr id="471" name="Google Shape;471;p24">
              <a:extLst>
                <a:ext uri="{FF2B5EF4-FFF2-40B4-BE49-F238E27FC236}">
                  <a16:creationId xmlns:a16="http://schemas.microsoft.com/office/drawing/2014/main" id="{B274E7BD-0831-CB3D-9017-802468778C13}"/>
                </a:ext>
              </a:extLst>
            </p:cNvPr>
            <p:cNvCxnSpPr/>
            <p:nvPr/>
          </p:nvCxnSpPr>
          <p:spPr>
            <a:xfrm rot="10800000">
              <a:off x="2383713" y="4298188"/>
              <a:ext cx="2038500" cy="0"/>
            </a:xfrm>
            <a:prstGeom prst="straightConnector1">
              <a:avLst/>
            </a:prstGeom>
            <a:solidFill>
              <a:srgbClr val="FF0000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472" name="Google Shape;472;p24">
              <a:extLst>
                <a:ext uri="{FF2B5EF4-FFF2-40B4-BE49-F238E27FC236}">
                  <a16:creationId xmlns:a16="http://schemas.microsoft.com/office/drawing/2014/main" id="{330C6C6A-078F-D31E-EC61-E8299A7CB1CB}"/>
                </a:ext>
              </a:extLst>
            </p:cNvPr>
            <p:cNvSpPr/>
            <p:nvPr/>
          </p:nvSpPr>
          <p:spPr>
            <a:xfrm>
              <a:off x="4351878" y="4074438"/>
              <a:ext cx="447498" cy="447498"/>
            </a:xfrm>
            <a:custGeom>
              <a:avLst/>
              <a:gdLst/>
              <a:ahLst/>
              <a:cxnLst/>
              <a:rect l="l" t="t" r="r" b="b"/>
              <a:pathLst>
                <a:path w="18444" h="18444" extrusionOk="0">
                  <a:moveTo>
                    <a:pt x="9216" y="0"/>
                  </a:moveTo>
                  <a:cubicBezTo>
                    <a:pt x="4132" y="0"/>
                    <a:pt x="1" y="4132"/>
                    <a:pt x="1" y="9228"/>
                  </a:cubicBezTo>
                  <a:cubicBezTo>
                    <a:pt x="1" y="14312"/>
                    <a:pt x="4132" y="18443"/>
                    <a:pt x="9216" y="18443"/>
                  </a:cubicBezTo>
                  <a:cubicBezTo>
                    <a:pt x="14312" y="18443"/>
                    <a:pt x="18443" y="14312"/>
                    <a:pt x="18443" y="9228"/>
                  </a:cubicBezTo>
                  <a:cubicBezTo>
                    <a:pt x="18443" y="4132"/>
                    <a:pt x="14312" y="0"/>
                    <a:pt x="9216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-US" sz="2267" noProof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lang="en-US" sz="2400" noProof="0" dirty="0">
                <a:solidFill>
                  <a:srgbClr val="FFFFFF"/>
                </a:solidFill>
              </a:endParaRPr>
            </a:p>
          </p:txBody>
        </p:sp>
        <p:sp>
          <p:nvSpPr>
            <p:cNvPr id="474" name="Google Shape;474;p24">
              <a:extLst>
                <a:ext uri="{FF2B5EF4-FFF2-40B4-BE49-F238E27FC236}">
                  <a16:creationId xmlns:a16="http://schemas.microsoft.com/office/drawing/2014/main" id="{F76E2548-87CD-2FD8-38D5-5BCB2C0BC7D2}"/>
                </a:ext>
              </a:extLst>
            </p:cNvPr>
            <p:cNvSpPr txBox="1"/>
            <p:nvPr/>
          </p:nvSpPr>
          <p:spPr>
            <a:xfrm>
              <a:off x="5040136" y="4012513"/>
              <a:ext cx="1737288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-US" sz="2267" noProof="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Validate Pricings</a:t>
              </a:r>
              <a:endParaRPr lang="en-US" sz="1600" noProof="0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" name="Google Shape;475;p24">
              <a:extLst>
                <a:ext uri="{FF2B5EF4-FFF2-40B4-BE49-F238E27FC236}">
                  <a16:creationId xmlns:a16="http://schemas.microsoft.com/office/drawing/2014/main" id="{7019F62A-B89F-74BF-4AB7-09B78087A70C}"/>
                </a:ext>
              </a:extLst>
            </p:cNvPr>
            <p:cNvSpPr/>
            <p:nvPr/>
          </p:nvSpPr>
          <p:spPr>
            <a:xfrm rot="8100000">
              <a:off x="2307997" y="3903199"/>
              <a:ext cx="229103" cy="229103"/>
            </a:xfrm>
            <a:prstGeom prst="teardrop">
              <a:avLst>
                <a:gd name="adj" fmla="val 10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B3B8FEB4-A6A8-333C-D5DD-B4B460567619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1</a:t>
            </a:r>
            <a:r>
              <a:rPr lang="en-US" sz="2800" dirty="0">
                <a:solidFill>
                  <a:srgbClr val="7E0029"/>
                </a:solidFill>
              </a:rPr>
              <a:t>4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363383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9">
          <a:extLst>
            <a:ext uri="{FF2B5EF4-FFF2-40B4-BE49-F238E27FC236}">
              <a16:creationId xmlns:a16="http://schemas.microsoft.com/office/drawing/2014/main" id="{B0DA06EB-ECD3-61A1-E068-47E8D099B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0" name="Google Shape;450;p24">
            <a:extLst>
              <a:ext uri="{FF2B5EF4-FFF2-40B4-BE49-F238E27FC236}">
                <a16:creationId xmlns:a16="http://schemas.microsoft.com/office/drawing/2014/main" id="{2846D0D5-39BA-36C1-BF10-21CF3CC13E10}"/>
              </a:ext>
            </a:extLst>
          </p:cNvPr>
          <p:cNvGrpSpPr/>
          <p:nvPr/>
        </p:nvGrpSpPr>
        <p:grpSpPr>
          <a:xfrm>
            <a:off x="5" y="1589200"/>
            <a:ext cx="5530348" cy="5268885"/>
            <a:chOff x="3" y="1191900"/>
            <a:chExt cx="4147761" cy="3951664"/>
          </a:xfrm>
        </p:grpSpPr>
        <p:sp>
          <p:nvSpPr>
            <p:cNvPr id="451" name="Google Shape;451;p24">
              <a:extLst>
                <a:ext uri="{FF2B5EF4-FFF2-40B4-BE49-F238E27FC236}">
                  <a16:creationId xmlns:a16="http://schemas.microsoft.com/office/drawing/2014/main" id="{6465C62E-8AF9-B11D-017F-51F1629ECF60}"/>
                </a:ext>
              </a:extLst>
            </p:cNvPr>
            <p:cNvSpPr/>
            <p:nvPr/>
          </p:nvSpPr>
          <p:spPr>
            <a:xfrm>
              <a:off x="1938876" y="1554725"/>
              <a:ext cx="1514799" cy="2041743"/>
            </a:xfrm>
            <a:custGeom>
              <a:avLst/>
              <a:gdLst/>
              <a:ahLst/>
              <a:cxnLst/>
              <a:rect l="l" t="t" r="r" b="b"/>
              <a:pathLst>
                <a:path w="49114" h="66199" extrusionOk="0">
                  <a:moveTo>
                    <a:pt x="40434" y="0"/>
                  </a:moveTo>
                  <a:lnTo>
                    <a:pt x="34945" y="10013"/>
                  </a:lnTo>
                  <a:lnTo>
                    <a:pt x="34088" y="15990"/>
                  </a:lnTo>
                  <a:lnTo>
                    <a:pt x="23229" y="24967"/>
                  </a:lnTo>
                  <a:lnTo>
                    <a:pt x="0" y="29647"/>
                  </a:lnTo>
                  <a:lnTo>
                    <a:pt x="7132" y="58317"/>
                  </a:lnTo>
                  <a:lnTo>
                    <a:pt x="49113" y="66199"/>
                  </a:lnTo>
                  <a:lnTo>
                    <a:pt x="40434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  <p:sp>
          <p:nvSpPr>
            <p:cNvPr id="452" name="Google Shape;452;p24">
              <a:extLst>
                <a:ext uri="{FF2B5EF4-FFF2-40B4-BE49-F238E27FC236}">
                  <a16:creationId xmlns:a16="http://schemas.microsoft.com/office/drawing/2014/main" id="{232BBAD8-993C-F397-77F7-A85CDE45BCB8}"/>
                </a:ext>
              </a:extLst>
            </p:cNvPr>
            <p:cNvSpPr/>
            <p:nvPr/>
          </p:nvSpPr>
          <p:spPr>
            <a:xfrm>
              <a:off x="1230501" y="2456576"/>
              <a:ext cx="893476" cy="474111"/>
            </a:xfrm>
            <a:custGeom>
              <a:avLst/>
              <a:gdLst/>
              <a:ahLst/>
              <a:cxnLst/>
              <a:rect l="l" t="t" r="r" b="b"/>
              <a:pathLst>
                <a:path w="28969" h="15372" extrusionOk="0">
                  <a:moveTo>
                    <a:pt x="3489" y="1"/>
                  </a:moveTo>
                  <a:lnTo>
                    <a:pt x="1" y="15372"/>
                  </a:lnTo>
                  <a:lnTo>
                    <a:pt x="1" y="15372"/>
                  </a:lnTo>
                  <a:lnTo>
                    <a:pt x="28969" y="11097"/>
                  </a:lnTo>
                  <a:lnTo>
                    <a:pt x="28969" y="4704"/>
                  </a:lnTo>
                  <a:lnTo>
                    <a:pt x="3489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  <p:sp>
          <p:nvSpPr>
            <p:cNvPr id="453" name="Google Shape;453;p24">
              <a:extLst>
                <a:ext uri="{FF2B5EF4-FFF2-40B4-BE49-F238E27FC236}">
                  <a16:creationId xmlns:a16="http://schemas.microsoft.com/office/drawing/2014/main" id="{0F55FF96-65C7-AD6A-020F-BB68C56D3C3B}"/>
                </a:ext>
              </a:extLst>
            </p:cNvPr>
            <p:cNvSpPr/>
            <p:nvPr/>
          </p:nvSpPr>
          <p:spPr>
            <a:xfrm>
              <a:off x="1478377" y="2674351"/>
              <a:ext cx="1431092" cy="699940"/>
            </a:xfrm>
            <a:custGeom>
              <a:avLst/>
              <a:gdLst/>
              <a:ahLst/>
              <a:cxnLst/>
              <a:rect l="l" t="t" r="r" b="b"/>
              <a:pathLst>
                <a:path w="46400" h="22694" extrusionOk="0">
                  <a:moveTo>
                    <a:pt x="41851" y="0"/>
                  </a:moveTo>
                  <a:lnTo>
                    <a:pt x="7037" y="6620"/>
                  </a:lnTo>
                  <a:lnTo>
                    <a:pt x="1" y="16883"/>
                  </a:lnTo>
                  <a:lnTo>
                    <a:pt x="46399" y="22693"/>
                  </a:lnTo>
                  <a:lnTo>
                    <a:pt x="41851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  <p:sp>
          <p:nvSpPr>
            <p:cNvPr id="454" name="Google Shape;454;p24">
              <a:extLst>
                <a:ext uri="{FF2B5EF4-FFF2-40B4-BE49-F238E27FC236}">
                  <a16:creationId xmlns:a16="http://schemas.microsoft.com/office/drawing/2014/main" id="{A7BDD267-4309-6FD9-304C-7F357884B80C}"/>
                </a:ext>
              </a:extLst>
            </p:cNvPr>
            <p:cNvSpPr/>
            <p:nvPr/>
          </p:nvSpPr>
          <p:spPr>
            <a:xfrm>
              <a:off x="2564596" y="3861892"/>
              <a:ext cx="1405369" cy="1281629"/>
            </a:xfrm>
            <a:custGeom>
              <a:avLst/>
              <a:gdLst/>
              <a:ahLst/>
              <a:cxnLst/>
              <a:rect l="l" t="t" r="r" b="b"/>
              <a:pathLst>
                <a:path w="45566" h="41554" extrusionOk="0">
                  <a:moveTo>
                    <a:pt x="38612" y="1"/>
                  </a:moveTo>
                  <a:lnTo>
                    <a:pt x="0" y="23968"/>
                  </a:lnTo>
                  <a:lnTo>
                    <a:pt x="0" y="41554"/>
                  </a:lnTo>
                  <a:lnTo>
                    <a:pt x="45565" y="41554"/>
                  </a:lnTo>
                  <a:lnTo>
                    <a:pt x="38612" y="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  <p:sp>
          <p:nvSpPr>
            <p:cNvPr id="455" name="Google Shape;455;p24">
              <a:extLst>
                <a:ext uri="{FF2B5EF4-FFF2-40B4-BE49-F238E27FC236}">
                  <a16:creationId xmlns:a16="http://schemas.microsoft.com/office/drawing/2014/main" id="{9A150892-6DBA-C7C4-A1AA-C369C876BB09}"/>
                </a:ext>
              </a:extLst>
            </p:cNvPr>
            <p:cNvSpPr/>
            <p:nvPr/>
          </p:nvSpPr>
          <p:spPr>
            <a:xfrm>
              <a:off x="523636" y="3088559"/>
              <a:ext cx="2171034" cy="1476616"/>
            </a:xfrm>
            <a:custGeom>
              <a:avLst/>
              <a:gdLst/>
              <a:ahLst/>
              <a:cxnLst/>
              <a:rect l="l" t="t" r="r" b="b"/>
              <a:pathLst>
                <a:path w="70391" h="47876" extrusionOk="0">
                  <a:moveTo>
                    <a:pt x="11133" y="0"/>
                  </a:moveTo>
                  <a:lnTo>
                    <a:pt x="0" y="47875"/>
                  </a:lnTo>
                  <a:lnTo>
                    <a:pt x="0" y="47875"/>
                  </a:lnTo>
                  <a:lnTo>
                    <a:pt x="70390" y="30552"/>
                  </a:lnTo>
                  <a:lnTo>
                    <a:pt x="59413" y="11049"/>
                  </a:lnTo>
                  <a:lnTo>
                    <a:pt x="11133" y="0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  <p:sp>
          <p:nvSpPr>
            <p:cNvPr id="456" name="Google Shape;456;p24">
              <a:extLst>
                <a:ext uri="{FF2B5EF4-FFF2-40B4-BE49-F238E27FC236}">
                  <a16:creationId xmlns:a16="http://schemas.microsoft.com/office/drawing/2014/main" id="{DA0E82DB-6136-9E0D-BD3A-874874F94C6F}"/>
                </a:ext>
              </a:extLst>
            </p:cNvPr>
            <p:cNvSpPr/>
            <p:nvPr/>
          </p:nvSpPr>
          <p:spPr>
            <a:xfrm>
              <a:off x="3" y="1191900"/>
              <a:ext cx="4147761" cy="3951664"/>
            </a:xfrm>
            <a:custGeom>
              <a:avLst/>
              <a:gdLst/>
              <a:ahLst/>
              <a:cxnLst/>
              <a:rect l="l" t="t" r="r" b="b"/>
              <a:pathLst>
                <a:path w="134482" h="128124" extrusionOk="0">
                  <a:moveTo>
                    <a:pt x="100155" y="1"/>
                  </a:moveTo>
                  <a:lnTo>
                    <a:pt x="90333" y="15003"/>
                  </a:lnTo>
                  <a:lnTo>
                    <a:pt x="90333" y="15003"/>
                  </a:lnTo>
                  <a:lnTo>
                    <a:pt x="97691" y="13371"/>
                  </a:lnTo>
                  <a:lnTo>
                    <a:pt x="97691" y="13371"/>
                  </a:lnTo>
                  <a:cubicBezTo>
                    <a:pt x="96786" y="29302"/>
                    <a:pt x="92833" y="35065"/>
                    <a:pt x="52542" y="37851"/>
                  </a:cubicBezTo>
                  <a:cubicBezTo>
                    <a:pt x="42077" y="38577"/>
                    <a:pt x="41970" y="41387"/>
                    <a:pt x="45160" y="43125"/>
                  </a:cubicBezTo>
                  <a:cubicBezTo>
                    <a:pt x="49709" y="45602"/>
                    <a:pt x="61329" y="47018"/>
                    <a:pt x="62865" y="47304"/>
                  </a:cubicBezTo>
                  <a:cubicBezTo>
                    <a:pt x="65199" y="47733"/>
                    <a:pt x="71259" y="48614"/>
                    <a:pt x="54971" y="50590"/>
                  </a:cubicBezTo>
                  <a:cubicBezTo>
                    <a:pt x="42291" y="52436"/>
                    <a:pt x="35183" y="54460"/>
                    <a:pt x="31349" y="56389"/>
                  </a:cubicBezTo>
                  <a:cubicBezTo>
                    <a:pt x="27277" y="58425"/>
                    <a:pt x="26908" y="64294"/>
                    <a:pt x="31004" y="66521"/>
                  </a:cubicBezTo>
                  <a:cubicBezTo>
                    <a:pt x="44779" y="74022"/>
                    <a:pt x="77736" y="72176"/>
                    <a:pt x="75140" y="81535"/>
                  </a:cubicBezTo>
                  <a:cubicBezTo>
                    <a:pt x="72140" y="92334"/>
                    <a:pt x="0" y="102704"/>
                    <a:pt x="0" y="102704"/>
                  </a:cubicBezTo>
                  <a:lnTo>
                    <a:pt x="0" y="128124"/>
                  </a:lnTo>
                  <a:lnTo>
                    <a:pt x="87904" y="128124"/>
                  </a:lnTo>
                  <a:cubicBezTo>
                    <a:pt x="87904" y="128124"/>
                    <a:pt x="134481" y="95822"/>
                    <a:pt x="118384" y="79225"/>
                  </a:cubicBezTo>
                  <a:cubicBezTo>
                    <a:pt x="102287" y="62639"/>
                    <a:pt x="62567" y="63770"/>
                    <a:pt x="54543" y="61604"/>
                  </a:cubicBezTo>
                  <a:cubicBezTo>
                    <a:pt x="46923" y="59544"/>
                    <a:pt x="72390" y="57020"/>
                    <a:pt x="83999" y="52317"/>
                  </a:cubicBezTo>
                  <a:cubicBezTo>
                    <a:pt x="103644" y="44363"/>
                    <a:pt x="67151" y="42363"/>
                    <a:pt x="67151" y="42363"/>
                  </a:cubicBezTo>
                  <a:cubicBezTo>
                    <a:pt x="66889" y="42280"/>
                    <a:pt x="66949" y="41887"/>
                    <a:pt x="67223" y="41887"/>
                  </a:cubicBezTo>
                  <a:cubicBezTo>
                    <a:pt x="67369" y="41888"/>
                    <a:pt x="67514" y="41888"/>
                    <a:pt x="67658" y="41888"/>
                  </a:cubicBezTo>
                  <a:cubicBezTo>
                    <a:pt x="106442" y="41888"/>
                    <a:pt x="103275" y="13372"/>
                    <a:pt x="103275" y="13371"/>
                  </a:cubicBezTo>
                  <a:lnTo>
                    <a:pt x="103275" y="13371"/>
                  </a:lnTo>
                  <a:lnTo>
                    <a:pt x="110311" y="15003"/>
                  </a:lnTo>
                  <a:lnTo>
                    <a:pt x="110311" y="15003"/>
                  </a:lnTo>
                  <a:lnTo>
                    <a:pt x="100155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</p:grpSp>
      <p:sp>
        <p:nvSpPr>
          <p:cNvPr id="457" name="Google Shape;457;p24">
            <a:extLst>
              <a:ext uri="{FF2B5EF4-FFF2-40B4-BE49-F238E27FC236}">
                <a16:creationId xmlns:a16="http://schemas.microsoft.com/office/drawing/2014/main" id="{82593547-6C3B-BB85-BF60-1F458DAD5A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485121"/>
            <a:ext cx="10972800" cy="641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noProof="0" dirty="0"/>
              <a:t>Our Goals</a:t>
            </a:r>
          </a:p>
        </p:txBody>
      </p:sp>
      <p:grpSp>
        <p:nvGrpSpPr>
          <p:cNvPr id="458" name="Google Shape;458;p24">
            <a:extLst>
              <a:ext uri="{FF2B5EF4-FFF2-40B4-BE49-F238E27FC236}">
                <a16:creationId xmlns:a16="http://schemas.microsoft.com/office/drawing/2014/main" id="{C8B27A1E-CC99-4BAD-91DE-EA916630ADAA}"/>
              </a:ext>
            </a:extLst>
          </p:cNvPr>
          <p:cNvGrpSpPr/>
          <p:nvPr/>
        </p:nvGrpSpPr>
        <p:grpSpPr>
          <a:xfrm>
            <a:off x="2794729" y="2941500"/>
            <a:ext cx="9455798" cy="905740"/>
            <a:chOff x="2096047" y="2206124"/>
            <a:chExt cx="7091849" cy="679305"/>
          </a:xfrm>
        </p:grpSpPr>
        <p:cxnSp>
          <p:nvCxnSpPr>
            <p:cNvPr id="459" name="Google Shape;459;p24">
              <a:extLst>
                <a:ext uri="{FF2B5EF4-FFF2-40B4-BE49-F238E27FC236}">
                  <a16:creationId xmlns:a16="http://schemas.microsoft.com/office/drawing/2014/main" id="{606E9902-0E4F-D866-0FC5-ECEAA06C8E2F}"/>
                </a:ext>
              </a:extLst>
            </p:cNvPr>
            <p:cNvCxnSpPr/>
            <p:nvPr/>
          </p:nvCxnSpPr>
          <p:spPr>
            <a:xfrm rot="10800000">
              <a:off x="2171013" y="2599650"/>
              <a:ext cx="22512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460" name="Google Shape;460;p24">
              <a:extLst>
                <a:ext uri="{FF2B5EF4-FFF2-40B4-BE49-F238E27FC236}">
                  <a16:creationId xmlns:a16="http://schemas.microsoft.com/office/drawing/2014/main" id="{44004612-BF6D-CEB7-DAC3-CA59BB2E9A12}"/>
                </a:ext>
              </a:extLst>
            </p:cNvPr>
            <p:cNvSpPr/>
            <p:nvPr/>
          </p:nvSpPr>
          <p:spPr>
            <a:xfrm>
              <a:off x="4351878" y="2375900"/>
              <a:ext cx="447498" cy="447498"/>
            </a:xfrm>
            <a:custGeom>
              <a:avLst/>
              <a:gdLst/>
              <a:ahLst/>
              <a:cxnLst/>
              <a:rect l="l" t="t" r="r" b="b"/>
              <a:pathLst>
                <a:path w="18444" h="18444" extrusionOk="0">
                  <a:moveTo>
                    <a:pt x="9216" y="0"/>
                  </a:moveTo>
                  <a:cubicBezTo>
                    <a:pt x="4132" y="0"/>
                    <a:pt x="1" y="4132"/>
                    <a:pt x="1" y="9228"/>
                  </a:cubicBezTo>
                  <a:cubicBezTo>
                    <a:pt x="1" y="14312"/>
                    <a:pt x="4132" y="18443"/>
                    <a:pt x="9216" y="18443"/>
                  </a:cubicBezTo>
                  <a:cubicBezTo>
                    <a:pt x="14312" y="18443"/>
                    <a:pt x="18443" y="14312"/>
                    <a:pt x="18443" y="9228"/>
                  </a:cubicBezTo>
                  <a:cubicBezTo>
                    <a:pt x="18443" y="4132"/>
                    <a:pt x="14312" y="0"/>
                    <a:pt x="9216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-US" sz="2267" noProof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03</a:t>
              </a:r>
              <a:endParaRPr lang="en-US" sz="2400" noProof="0" dirty="0">
                <a:solidFill>
                  <a:srgbClr val="FFFFFF"/>
                </a:solidFill>
              </a:endParaRPr>
            </a:p>
          </p:txBody>
        </p:sp>
        <p:sp>
          <p:nvSpPr>
            <p:cNvPr id="462" name="Google Shape;462;p24">
              <a:extLst>
                <a:ext uri="{FF2B5EF4-FFF2-40B4-BE49-F238E27FC236}">
                  <a16:creationId xmlns:a16="http://schemas.microsoft.com/office/drawing/2014/main" id="{643DC2B6-79E9-C014-CD37-8237DA572576}"/>
                </a:ext>
              </a:extLst>
            </p:cNvPr>
            <p:cNvSpPr txBox="1"/>
            <p:nvPr/>
          </p:nvSpPr>
          <p:spPr>
            <a:xfrm>
              <a:off x="5040135" y="2313929"/>
              <a:ext cx="4147761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-US" sz="2267" dirty="0">
                  <a:solidFill>
                    <a:schemeClr val="accent3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Quantify the Size of the Configuration Space</a:t>
              </a:r>
              <a:endParaRPr lang="en-US" sz="1600" dirty="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3" name="Google Shape;463;p24">
              <a:extLst>
                <a:ext uri="{FF2B5EF4-FFF2-40B4-BE49-F238E27FC236}">
                  <a16:creationId xmlns:a16="http://schemas.microsoft.com/office/drawing/2014/main" id="{841CE7F4-33B6-9210-EF73-27B545076F3B}"/>
                </a:ext>
              </a:extLst>
            </p:cNvPr>
            <p:cNvSpPr/>
            <p:nvPr/>
          </p:nvSpPr>
          <p:spPr>
            <a:xfrm rot="8100000">
              <a:off x="2096047" y="2206124"/>
              <a:ext cx="229103" cy="229103"/>
            </a:xfrm>
            <a:prstGeom prst="teardrop">
              <a:avLst>
                <a:gd name="adj" fmla="val 10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</p:grpSp>
      <p:grpSp>
        <p:nvGrpSpPr>
          <p:cNvPr id="464" name="Google Shape;464;p24">
            <a:extLst>
              <a:ext uri="{FF2B5EF4-FFF2-40B4-BE49-F238E27FC236}">
                <a16:creationId xmlns:a16="http://schemas.microsoft.com/office/drawing/2014/main" id="{9DAB87EF-41AA-5E89-E914-ABB615D8B797}"/>
              </a:ext>
            </a:extLst>
          </p:cNvPr>
          <p:cNvGrpSpPr/>
          <p:nvPr/>
        </p:nvGrpSpPr>
        <p:grpSpPr>
          <a:xfrm>
            <a:off x="3455129" y="4072401"/>
            <a:ext cx="6268734" cy="907230"/>
            <a:chOff x="2591347" y="3054299"/>
            <a:chExt cx="4701551" cy="680422"/>
          </a:xfrm>
        </p:grpSpPr>
        <p:cxnSp>
          <p:nvCxnSpPr>
            <p:cNvPr id="465" name="Google Shape;465;p24">
              <a:extLst>
                <a:ext uri="{FF2B5EF4-FFF2-40B4-BE49-F238E27FC236}">
                  <a16:creationId xmlns:a16="http://schemas.microsoft.com/office/drawing/2014/main" id="{B59C2664-6C10-3265-040D-A8E591EC4A20}"/>
                </a:ext>
              </a:extLst>
            </p:cNvPr>
            <p:cNvCxnSpPr/>
            <p:nvPr/>
          </p:nvCxnSpPr>
          <p:spPr>
            <a:xfrm rot="10800000">
              <a:off x="2665713" y="3448912"/>
              <a:ext cx="1756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466" name="Google Shape;466;p24">
              <a:extLst>
                <a:ext uri="{FF2B5EF4-FFF2-40B4-BE49-F238E27FC236}">
                  <a16:creationId xmlns:a16="http://schemas.microsoft.com/office/drawing/2014/main" id="{8226B85C-E7BE-D275-D94F-C365EDC673E6}"/>
                </a:ext>
              </a:extLst>
            </p:cNvPr>
            <p:cNvSpPr/>
            <p:nvPr/>
          </p:nvSpPr>
          <p:spPr>
            <a:xfrm>
              <a:off x="4351878" y="3225150"/>
              <a:ext cx="447498" cy="447498"/>
            </a:xfrm>
            <a:custGeom>
              <a:avLst/>
              <a:gdLst/>
              <a:ahLst/>
              <a:cxnLst/>
              <a:rect l="l" t="t" r="r" b="b"/>
              <a:pathLst>
                <a:path w="18444" h="18444" extrusionOk="0">
                  <a:moveTo>
                    <a:pt x="9216" y="0"/>
                  </a:moveTo>
                  <a:cubicBezTo>
                    <a:pt x="4132" y="0"/>
                    <a:pt x="1" y="4132"/>
                    <a:pt x="1" y="9228"/>
                  </a:cubicBezTo>
                  <a:cubicBezTo>
                    <a:pt x="1" y="14312"/>
                    <a:pt x="4132" y="18443"/>
                    <a:pt x="9216" y="18443"/>
                  </a:cubicBezTo>
                  <a:cubicBezTo>
                    <a:pt x="14312" y="18443"/>
                    <a:pt x="18443" y="14312"/>
                    <a:pt x="18443" y="9228"/>
                  </a:cubicBezTo>
                  <a:cubicBezTo>
                    <a:pt x="18443" y="4132"/>
                    <a:pt x="14312" y="0"/>
                    <a:pt x="92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-US" sz="2267" noProof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02</a:t>
              </a:r>
              <a:endParaRPr lang="en-US" sz="2400" noProof="0" dirty="0">
                <a:solidFill>
                  <a:srgbClr val="FFFFFF"/>
                </a:solidFill>
              </a:endParaRPr>
            </a:p>
          </p:txBody>
        </p:sp>
        <p:sp>
          <p:nvSpPr>
            <p:cNvPr id="468" name="Google Shape;468;p24">
              <a:extLst>
                <a:ext uri="{FF2B5EF4-FFF2-40B4-BE49-F238E27FC236}">
                  <a16:creationId xmlns:a16="http://schemas.microsoft.com/office/drawing/2014/main" id="{CA12D8E4-FE80-54D5-69C4-50830F140FB8}"/>
                </a:ext>
              </a:extLst>
            </p:cNvPr>
            <p:cNvSpPr txBox="1"/>
            <p:nvPr/>
          </p:nvSpPr>
          <p:spPr>
            <a:xfrm>
              <a:off x="5040136" y="3163221"/>
              <a:ext cx="2252762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-US" sz="2267" noProof="0" dirty="0">
                  <a:solidFill>
                    <a:schemeClr val="accent2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Validate Subscriptions</a:t>
              </a:r>
              <a:endParaRPr lang="en-US" sz="1600" noProof="0" dirty="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69" name="Google Shape;469;p24">
              <a:extLst>
                <a:ext uri="{FF2B5EF4-FFF2-40B4-BE49-F238E27FC236}">
                  <a16:creationId xmlns:a16="http://schemas.microsoft.com/office/drawing/2014/main" id="{4044E9C0-C1AD-1F1E-3BC4-9574C109C34B}"/>
                </a:ext>
              </a:extLst>
            </p:cNvPr>
            <p:cNvSpPr/>
            <p:nvPr/>
          </p:nvSpPr>
          <p:spPr>
            <a:xfrm rot="8100000">
              <a:off x="2591347" y="3054299"/>
              <a:ext cx="229103" cy="229103"/>
            </a:xfrm>
            <a:prstGeom prst="teardrop">
              <a:avLst>
                <a:gd name="adj" fmla="val 10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</p:grpSp>
      <p:grpSp>
        <p:nvGrpSpPr>
          <p:cNvPr id="470" name="Google Shape;470;p24">
            <a:extLst>
              <a:ext uri="{FF2B5EF4-FFF2-40B4-BE49-F238E27FC236}">
                <a16:creationId xmlns:a16="http://schemas.microsoft.com/office/drawing/2014/main" id="{D48A031C-AE3B-E56A-17D1-4BA2D4EA0B94}"/>
              </a:ext>
            </a:extLst>
          </p:cNvPr>
          <p:cNvGrpSpPr/>
          <p:nvPr/>
        </p:nvGrpSpPr>
        <p:grpSpPr>
          <a:xfrm>
            <a:off x="3077329" y="5204268"/>
            <a:ext cx="5959236" cy="907752"/>
            <a:chOff x="2307997" y="3903199"/>
            <a:chExt cx="4469427" cy="680814"/>
          </a:xfrm>
        </p:grpSpPr>
        <p:cxnSp>
          <p:nvCxnSpPr>
            <p:cNvPr id="471" name="Google Shape;471;p24">
              <a:extLst>
                <a:ext uri="{FF2B5EF4-FFF2-40B4-BE49-F238E27FC236}">
                  <a16:creationId xmlns:a16="http://schemas.microsoft.com/office/drawing/2014/main" id="{C72364F6-A0CC-F3CB-59DE-29F62F083433}"/>
                </a:ext>
              </a:extLst>
            </p:cNvPr>
            <p:cNvCxnSpPr/>
            <p:nvPr/>
          </p:nvCxnSpPr>
          <p:spPr>
            <a:xfrm rot="10800000">
              <a:off x="2383713" y="4298188"/>
              <a:ext cx="2038500" cy="0"/>
            </a:xfrm>
            <a:prstGeom prst="straightConnector1">
              <a:avLst/>
            </a:prstGeom>
            <a:solidFill>
              <a:srgbClr val="FF0000"/>
            </a:solidFill>
            <a:ln w="19050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472" name="Google Shape;472;p24">
              <a:extLst>
                <a:ext uri="{FF2B5EF4-FFF2-40B4-BE49-F238E27FC236}">
                  <a16:creationId xmlns:a16="http://schemas.microsoft.com/office/drawing/2014/main" id="{6DD7C640-1989-C660-27BF-A28BE664DC19}"/>
                </a:ext>
              </a:extLst>
            </p:cNvPr>
            <p:cNvSpPr/>
            <p:nvPr/>
          </p:nvSpPr>
          <p:spPr>
            <a:xfrm>
              <a:off x="4351878" y="4074438"/>
              <a:ext cx="447498" cy="447498"/>
            </a:xfrm>
            <a:custGeom>
              <a:avLst/>
              <a:gdLst/>
              <a:ahLst/>
              <a:cxnLst/>
              <a:rect l="l" t="t" r="r" b="b"/>
              <a:pathLst>
                <a:path w="18444" h="18444" extrusionOk="0">
                  <a:moveTo>
                    <a:pt x="9216" y="0"/>
                  </a:moveTo>
                  <a:cubicBezTo>
                    <a:pt x="4132" y="0"/>
                    <a:pt x="1" y="4132"/>
                    <a:pt x="1" y="9228"/>
                  </a:cubicBezTo>
                  <a:cubicBezTo>
                    <a:pt x="1" y="14312"/>
                    <a:pt x="4132" y="18443"/>
                    <a:pt x="9216" y="18443"/>
                  </a:cubicBezTo>
                  <a:cubicBezTo>
                    <a:pt x="14312" y="18443"/>
                    <a:pt x="18443" y="14312"/>
                    <a:pt x="18443" y="9228"/>
                  </a:cubicBezTo>
                  <a:cubicBezTo>
                    <a:pt x="18443" y="4132"/>
                    <a:pt x="14312" y="0"/>
                    <a:pt x="9216" y="0"/>
                  </a:cubicBezTo>
                  <a:close/>
                </a:path>
              </a:pathLst>
            </a:custGeom>
            <a:solidFill>
              <a:srgbClr val="FF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-US" sz="2267" noProof="0" dirty="0">
                  <a:solidFill>
                    <a:srgbClr val="FFFFFF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01</a:t>
              </a:r>
              <a:endParaRPr lang="en-US" sz="2400" noProof="0" dirty="0">
                <a:solidFill>
                  <a:srgbClr val="FFFFFF"/>
                </a:solidFill>
              </a:endParaRPr>
            </a:p>
          </p:txBody>
        </p:sp>
        <p:sp>
          <p:nvSpPr>
            <p:cNvPr id="474" name="Google Shape;474;p24">
              <a:extLst>
                <a:ext uri="{FF2B5EF4-FFF2-40B4-BE49-F238E27FC236}">
                  <a16:creationId xmlns:a16="http://schemas.microsoft.com/office/drawing/2014/main" id="{BB41EC1E-1E1C-1A51-138F-9FB1FE09C344}"/>
                </a:ext>
              </a:extLst>
            </p:cNvPr>
            <p:cNvSpPr txBox="1"/>
            <p:nvPr/>
          </p:nvSpPr>
          <p:spPr>
            <a:xfrm>
              <a:off x="5040136" y="4012513"/>
              <a:ext cx="1737288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SzPts val="1100"/>
              </a:pPr>
              <a:r>
                <a:rPr lang="en-US" sz="2267" noProof="0" dirty="0">
                  <a:solidFill>
                    <a:schemeClr val="accen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Validate Pricings</a:t>
              </a:r>
              <a:endParaRPr lang="en-US" sz="1600" noProof="0" dirty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75" name="Google Shape;475;p24">
              <a:extLst>
                <a:ext uri="{FF2B5EF4-FFF2-40B4-BE49-F238E27FC236}">
                  <a16:creationId xmlns:a16="http://schemas.microsoft.com/office/drawing/2014/main" id="{6183042C-BBC6-FFC7-E0D5-5D679ACA8B47}"/>
                </a:ext>
              </a:extLst>
            </p:cNvPr>
            <p:cNvSpPr/>
            <p:nvPr/>
          </p:nvSpPr>
          <p:spPr>
            <a:xfrm rot="8100000">
              <a:off x="2307997" y="3903199"/>
              <a:ext cx="229103" cy="229103"/>
            </a:xfrm>
            <a:prstGeom prst="teardrop">
              <a:avLst>
                <a:gd name="adj" fmla="val 100000"/>
              </a:avLst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</p:grpSp>
      <p:grpSp>
        <p:nvGrpSpPr>
          <p:cNvPr id="476" name="Google Shape;476;p24">
            <a:extLst>
              <a:ext uri="{FF2B5EF4-FFF2-40B4-BE49-F238E27FC236}">
                <a16:creationId xmlns:a16="http://schemas.microsoft.com/office/drawing/2014/main" id="{44FB0EF3-7430-4FB2-4D90-50D1575515A4}"/>
              </a:ext>
            </a:extLst>
          </p:cNvPr>
          <p:cNvGrpSpPr/>
          <p:nvPr/>
        </p:nvGrpSpPr>
        <p:grpSpPr>
          <a:xfrm>
            <a:off x="3985330" y="1769933"/>
            <a:ext cx="8206664" cy="944919"/>
            <a:chOff x="2988997" y="1327449"/>
            <a:chExt cx="6154998" cy="708689"/>
          </a:xfrm>
        </p:grpSpPr>
        <p:cxnSp>
          <p:nvCxnSpPr>
            <p:cNvPr id="477" name="Google Shape;477;p24">
              <a:extLst>
                <a:ext uri="{FF2B5EF4-FFF2-40B4-BE49-F238E27FC236}">
                  <a16:creationId xmlns:a16="http://schemas.microsoft.com/office/drawing/2014/main" id="{5A49271A-4EF7-5F58-678A-867113E7DCDD}"/>
                </a:ext>
              </a:extLst>
            </p:cNvPr>
            <p:cNvCxnSpPr/>
            <p:nvPr/>
          </p:nvCxnSpPr>
          <p:spPr>
            <a:xfrm rot="10800000">
              <a:off x="3066213" y="1724938"/>
              <a:ext cx="13560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oval" w="med" len="med"/>
            </a:ln>
          </p:spPr>
        </p:cxnSp>
        <p:sp>
          <p:nvSpPr>
            <p:cNvPr id="478" name="Google Shape;478;p24">
              <a:extLst>
                <a:ext uri="{FF2B5EF4-FFF2-40B4-BE49-F238E27FC236}">
                  <a16:creationId xmlns:a16="http://schemas.microsoft.com/office/drawing/2014/main" id="{3F8535E9-5758-1B29-7EDF-FBB566B5927F}"/>
                </a:ext>
              </a:extLst>
            </p:cNvPr>
            <p:cNvSpPr/>
            <p:nvPr/>
          </p:nvSpPr>
          <p:spPr>
            <a:xfrm>
              <a:off x="4351878" y="1526613"/>
              <a:ext cx="447498" cy="447498"/>
            </a:xfrm>
            <a:custGeom>
              <a:avLst/>
              <a:gdLst/>
              <a:ahLst/>
              <a:cxnLst/>
              <a:rect l="l" t="t" r="r" b="b"/>
              <a:pathLst>
                <a:path w="18444" h="18444" extrusionOk="0">
                  <a:moveTo>
                    <a:pt x="9216" y="0"/>
                  </a:moveTo>
                  <a:cubicBezTo>
                    <a:pt x="4132" y="0"/>
                    <a:pt x="1" y="4132"/>
                    <a:pt x="1" y="9228"/>
                  </a:cubicBezTo>
                  <a:cubicBezTo>
                    <a:pt x="1" y="14312"/>
                    <a:pt x="4132" y="18443"/>
                    <a:pt x="9216" y="18443"/>
                  </a:cubicBezTo>
                  <a:cubicBezTo>
                    <a:pt x="14312" y="18443"/>
                    <a:pt x="18443" y="14312"/>
                    <a:pt x="18443" y="9228"/>
                  </a:cubicBezTo>
                  <a:cubicBezTo>
                    <a:pt x="18443" y="4132"/>
                    <a:pt x="14312" y="0"/>
                    <a:pt x="921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>
                <a:buClr>
                  <a:srgbClr val="000000"/>
                </a:buClr>
                <a:buSzPts val="1100"/>
              </a:pPr>
              <a:r>
                <a:rPr lang="en-US" sz="2267" noProof="0" dirty="0">
                  <a:solidFill>
                    <a:schemeClr val="lt1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04</a:t>
              </a:r>
              <a:endParaRPr lang="en-US" sz="2400" noProof="0" dirty="0">
                <a:solidFill>
                  <a:schemeClr val="lt1"/>
                </a:solidFill>
              </a:endParaRPr>
            </a:p>
          </p:txBody>
        </p:sp>
        <p:sp>
          <p:nvSpPr>
            <p:cNvPr id="480" name="Google Shape;480;p24">
              <a:extLst>
                <a:ext uri="{FF2B5EF4-FFF2-40B4-BE49-F238E27FC236}">
                  <a16:creationId xmlns:a16="http://schemas.microsoft.com/office/drawing/2014/main" id="{B9003727-A399-1F6F-95F8-0797CB42F640}"/>
                </a:ext>
              </a:extLst>
            </p:cNvPr>
            <p:cNvSpPr txBox="1"/>
            <p:nvPr/>
          </p:nvSpPr>
          <p:spPr>
            <a:xfrm>
              <a:off x="5040135" y="1464638"/>
              <a:ext cx="410386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r>
                <a:rPr lang="en-US" sz="2267" noProof="0" dirty="0">
                  <a:solidFill>
                    <a:schemeClr val="accent5"/>
                  </a:solidFill>
                  <a:latin typeface="Fira Sans Extra Condensed Medium"/>
                  <a:ea typeface="Fira Sans Extra Condensed Medium"/>
                  <a:cs typeface="Fira Sans Extra Condensed Medium"/>
                  <a:sym typeface="Fira Sans Extra Condensed Medium"/>
                </a:rPr>
                <a:t>Find the best subscription given a set of requirements</a:t>
              </a:r>
              <a:endParaRPr lang="en-US" sz="1600" noProof="0" dirty="0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481" name="Google Shape;481;p24">
              <a:extLst>
                <a:ext uri="{FF2B5EF4-FFF2-40B4-BE49-F238E27FC236}">
                  <a16:creationId xmlns:a16="http://schemas.microsoft.com/office/drawing/2014/main" id="{BA94A06E-7892-96B7-BBD9-A3DE76468C21}"/>
                </a:ext>
              </a:extLst>
            </p:cNvPr>
            <p:cNvSpPr/>
            <p:nvPr/>
          </p:nvSpPr>
          <p:spPr>
            <a:xfrm rot="8100000">
              <a:off x="2988997" y="1327449"/>
              <a:ext cx="229103" cy="229103"/>
            </a:xfrm>
            <a:prstGeom prst="teardrop">
              <a:avLst>
                <a:gd name="adj" fmla="val 10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lang="en-US" sz="2400" noProof="0" dirty="0"/>
            </a:p>
          </p:txBody>
        </p:sp>
      </p:grpSp>
      <p:sp>
        <p:nvSpPr>
          <p:cNvPr id="2" name="CuadroTexto 1">
            <a:extLst>
              <a:ext uri="{FF2B5EF4-FFF2-40B4-BE49-F238E27FC236}">
                <a16:creationId xmlns:a16="http://schemas.microsoft.com/office/drawing/2014/main" id="{FB8ABE42-651E-423D-583D-7E26C1DDD9FE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3974089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7C7F7E92-D906-54C0-8656-ECF9BE75A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Aplicación&#10;&#10;El contenido generado por IA puede ser incorrecto.">
            <a:extLst>
              <a:ext uri="{FF2B5EF4-FFF2-40B4-BE49-F238E27FC236}">
                <a16:creationId xmlns:a16="http://schemas.microsoft.com/office/drawing/2014/main" id="{12B21F69-2386-FFE3-2FCB-862951A06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289" y="2085278"/>
            <a:ext cx="6830635" cy="3334525"/>
          </a:xfrm>
          <a:prstGeom prst="rect">
            <a:avLst/>
          </a:prstGeom>
        </p:spPr>
      </p:pic>
      <p:pic>
        <p:nvPicPr>
          <p:cNvPr id="12" name="Gráfico 11">
            <a:extLst>
              <a:ext uri="{FF2B5EF4-FFF2-40B4-BE49-F238E27FC236}">
                <a16:creationId xmlns:a16="http://schemas.microsoft.com/office/drawing/2014/main" id="{F0039869-690A-007C-AF02-6712D3A503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21769" t="14824" r="20478" b="15071"/>
          <a:stretch>
            <a:fillRect/>
          </a:stretch>
        </p:blipFill>
        <p:spPr>
          <a:xfrm flipH="1">
            <a:off x="-2" y="2085278"/>
            <a:ext cx="3612995" cy="4772722"/>
          </a:xfrm>
          <a:prstGeom prst="rect">
            <a:avLst/>
          </a:prstGeom>
        </p:spPr>
      </p:pic>
      <p:grpSp>
        <p:nvGrpSpPr>
          <p:cNvPr id="47" name="Grupo 46">
            <a:extLst>
              <a:ext uri="{FF2B5EF4-FFF2-40B4-BE49-F238E27FC236}">
                <a16:creationId xmlns:a16="http://schemas.microsoft.com/office/drawing/2014/main" id="{019B7C73-AF8C-8198-D85C-5FBDAD095817}"/>
              </a:ext>
            </a:extLst>
          </p:cNvPr>
          <p:cNvGrpSpPr/>
          <p:nvPr/>
        </p:nvGrpSpPr>
        <p:grpSpPr>
          <a:xfrm>
            <a:off x="115406" y="399824"/>
            <a:ext cx="2334222" cy="2334222"/>
            <a:chOff x="1358898" y="534194"/>
            <a:chExt cx="2334222" cy="2334222"/>
          </a:xfrm>
        </p:grpSpPr>
        <p:pic>
          <p:nvPicPr>
            <p:cNvPr id="19" name="Gráfico 18">
              <a:extLst>
                <a:ext uri="{FF2B5EF4-FFF2-40B4-BE49-F238E27FC236}">
                  <a16:creationId xmlns:a16="http://schemas.microsoft.com/office/drawing/2014/main" id="{FED62F6A-0E0B-1EBE-F7B2-29AE15F618B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358898" y="534194"/>
              <a:ext cx="2334222" cy="2334222"/>
            </a:xfrm>
            <a:prstGeom prst="rect">
              <a:avLst/>
            </a:prstGeom>
          </p:spPr>
        </p:pic>
        <p:pic>
          <p:nvPicPr>
            <p:cNvPr id="35" name="Imagen 34" descr="Imagen que contiene dibujo&#10;&#10;El contenido generado por IA puede ser incorrecto.">
              <a:extLst>
                <a:ext uri="{FF2B5EF4-FFF2-40B4-BE49-F238E27FC236}">
                  <a16:creationId xmlns:a16="http://schemas.microsoft.com/office/drawing/2014/main" id="{4540E251-DEFB-E524-C45C-20BDA36826F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02390" y="955956"/>
              <a:ext cx="832635" cy="832635"/>
            </a:xfrm>
            <a:prstGeom prst="rect">
              <a:avLst/>
            </a:prstGeom>
          </p:spPr>
        </p:pic>
        <p:pic>
          <p:nvPicPr>
            <p:cNvPr id="38" name="Imagen 37" descr="Un dibujo de un animal&#10;&#10;El contenido generado por IA puede ser incorrecto.">
              <a:extLst>
                <a:ext uri="{FF2B5EF4-FFF2-40B4-BE49-F238E27FC236}">
                  <a16:creationId xmlns:a16="http://schemas.microsoft.com/office/drawing/2014/main" id="{382A339D-E95E-CEF4-D623-C5D3B8CA9A3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99568" y="975476"/>
              <a:ext cx="873253" cy="917807"/>
            </a:xfrm>
            <a:prstGeom prst="rect">
              <a:avLst/>
            </a:prstGeom>
          </p:spPr>
        </p:pic>
      </p:grpSp>
      <p:sp>
        <p:nvSpPr>
          <p:cNvPr id="48" name="Rectángulo 47">
            <a:extLst>
              <a:ext uri="{FF2B5EF4-FFF2-40B4-BE49-F238E27FC236}">
                <a16:creationId xmlns:a16="http://schemas.microsoft.com/office/drawing/2014/main" id="{5815817C-C847-1AAB-B566-6E305437F819}"/>
              </a:ext>
            </a:extLst>
          </p:cNvPr>
          <p:cNvSpPr/>
          <p:nvPr/>
        </p:nvSpPr>
        <p:spPr>
          <a:xfrm>
            <a:off x="5928842" y="2085278"/>
            <a:ext cx="1453266" cy="3055434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0" name="Título 1">
            <a:extLst>
              <a:ext uri="{FF2B5EF4-FFF2-40B4-BE49-F238E27FC236}">
                <a16:creationId xmlns:a16="http://schemas.microsoft.com/office/drawing/2014/main" id="{7461C3B5-D2A8-4EE8-5AE8-7E36AF8D384C}"/>
              </a:ext>
            </a:extLst>
          </p:cNvPr>
          <p:cNvSpPr txBox="1">
            <a:spLocks/>
          </p:cNvSpPr>
          <p:nvPr/>
        </p:nvSpPr>
        <p:spPr>
          <a:xfrm>
            <a:off x="769257" y="41836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182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Optimization of Subscriptions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82DADE8C-B345-8034-CDAF-2212A7F29CBA}"/>
              </a:ext>
            </a:extLst>
          </p:cNvPr>
          <p:cNvSpPr/>
          <p:nvPr/>
        </p:nvSpPr>
        <p:spPr>
          <a:xfrm>
            <a:off x="9767022" y="5858068"/>
            <a:ext cx="2424978" cy="992459"/>
          </a:xfrm>
          <a:prstGeom prst="rect">
            <a:avLst/>
          </a:prstGeom>
          <a:solidFill>
            <a:schemeClr val="bg2"/>
          </a:solidFill>
          <a:ln w="38100">
            <a:solidFill>
              <a:srgbClr val="8B1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Flecha derecha 5">
            <a:extLst>
              <a:ext uri="{FF2B5EF4-FFF2-40B4-BE49-F238E27FC236}">
                <a16:creationId xmlns:a16="http://schemas.microsoft.com/office/drawing/2014/main" id="{A1599F22-D800-4614-F279-2ECE70A8613D}"/>
              </a:ext>
            </a:extLst>
          </p:cNvPr>
          <p:cNvSpPr/>
          <p:nvPr/>
        </p:nvSpPr>
        <p:spPr>
          <a:xfrm>
            <a:off x="9850711" y="5975762"/>
            <a:ext cx="724830" cy="278781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142BC9-3516-15D6-78A5-69C0A29EE854}"/>
              </a:ext>
            </a:extLst>
          </p:cNvPr>
          <p:cNvSpPr txBox="1"/>
          <p:nvPr/>
        </p:nvSpPr>
        <p:spPr>
          <a:xfrm>
            <a:off x="10748333" y="5930486"/>
            <a:ext cx="14045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Depends on</a:t>
            </a:r>
          </a:p>
        </p:txBody>
      </p:sp>
      <p:sp>
        <p:nvSpPr>
          <p:cNvPr id="8" name="Flecha derecha 7">
            <a:extLst>
              <a:ext uri="{FF2B5EF4-FFF2-40B4-BE49-F238E27FC236}">
                <a16:creationId xmlns:a16="http://schemas.microsoft.com/office/drawing/2014/main" id="{28A9EA07-586B-E2FD-3F96-7B7481AE453C}"/>
              </a:ext>
            </a:extLst>
          </p:cNvPr>
          <p:cNvSpPr/>
          <p:nvPr/>
        </p:nvSpPr>
        <p:spPr>
          <a:xfrm>
            <a:off x="9850711" y="6471991"/>
            <a:ext cx="724830" cy="278781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573F46D-9558-0296-6B14-13C9531E842E}"/>
              </a:ext>
            </a:extLst>
          </p:cNvPr>
          <p:cNvSpPr txBox="1"/>
          <p:nvPr/>
        </p:nvSpPr>
        <p:spPr>
          <a:xfrm>
            <a:off x="10748333" y="6405083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Excludes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229B517E-18D5-15F6-407E-325A33CB0369}"/>
              </a:ext>
            </a:extLst>
          </p:cNvPr>
          <p:cNvGrpSpPr/>
          <p:nvPr/>
        </p:nvGrpSpPr>
        <p:grpSpPr>
          <a:xfrm rot="16200000">
            <a:off x="10898202" y="4051223"/>
            <a:ext cx="1508518" cy="669073"/>
            <a:chOff x="1270510" y="4697390"/>
            <a:chExt cx="1508519" cy="669073"/>
          </a:xfrm>
        </p:grpSpPr>
        <p:sp>
          <p:nvSpPr>
            <p:cNvPr id="11" name="Flecha doblada hacia arriba 10">
              <a:extLst>
                <a:ext uri="{FF2B5EF4-FFF2-40B4-BE49-F238E27FC236}">
                  <a16:creationId xmlns:a16="http://schemas.microsoft.com/office/drawing/2014/main" id="{C16B84D5-EBFC-B556-6C3B-16252C59AD48}"/>
                </a:ext>
              </a:extLst>
            </p:cNvPr>
            <p:cNvSpPr/>
            <p:nvPr/>
          </p:nvSpPr>
          <p:spPr>
            <a:xfrm>
              <a:off x="1270510" y="4697390"/>
              <a:ext cx="1508519" cy="669073"/>
            </a:xfrm>
            <a:prstGeom prst="bentUpArrow">
              <a:avLst>
                <a:gd name="adj1" fmla="val 10000"/>
                <a:gd name="adj2" fmla="val 13333"/>
                <a:gd name="adj3" fmla="val 25000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5962841F-CB4F-5EF9-A5DB-9A78D0C1B5C8}"/>
                </a:ext>
              </a:extLst>
            </p:cNvPr>
            <p:cNvCxnSpPr>
              <a:cxnSpLocks/>
            </p:cNvCxnSpPr>
            <p:nvPr/>
          </p:nvCxnSpPr>
          <p:spPr>
            <a:xfrm>
              <a:off x="1292812" y="4697390"/>
              <a:ext cx="0" cy="669072"/>
            </a:xfrm>
            <a:prstGeom prst="line">
              <a:avLst/>
            </a:prstGeom>
            <a:ln w="76200">
              <a:solidFill>
                <a:srgbClr val="00B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Rectángulo 48">
            <a:extLst>
              <a:ext uri="{FF2B5EF4-FFF2-40B4-BE49-F238E27FC236}">
                <a16:creationId xmlns:a16="http://schemas.microsoft.com/office/drawing/2014/main" id="{9F0F041F-110D-AD2E-9C5B-D384352A7E7C}"/>
              </a:ext>
            </a:extLst>
          </p:cNvPr>
          <p:cNvSpPr/>
          <p:nvPr/>
        </p:nvSpPr>
        <p:spPr>
          <a:xfrm>
            <a:off x="8903699" y="3130704"/>
            <a:ext cx="2503820" cy="2362612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1ACEBE2-BADF-2AD8-766A-C0B997E66925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930779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FE5E3-F094-4055-E898-52E0F5B31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7975CAE4-9AF5-D739-FFE8-C4E00464B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169444"/>
            <a:ext cx="10972800" cy="519112"/>
          </a:xfrm>
        </p:spPr>
        <p:txBody>
          <a:bodyPr/>
          <a:lstStyle/>
          <a:p>
            <a:r>
              <a:rPr lang="es-ES_tradnl" sz="36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</a:t>
            </a:r>
            <a:r>
              <a:rPr lang="es-ES_tradnl" sz="3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can </a:t>
            </a:r>
            <a:r>
              <a:rPr lang="es-ES_tradnl" sz="36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we</a:t>
            </a:r>
            <a:r>
              <a:rPr lang="es-ES_tradnl" sz="3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do </a:t>
            </a:r>
            <a:r>
              <a:rPr lang="es-ES_tradnl" sz="3600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this</a:t>
            </a:r>
            <a:r>
              <a:rPr lang="es-ES_tradnl" sz="36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?</a:t>
            </a:r>
            <a:endParaRPr lang="es-ES_tradnl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AA604A-754B-1B77-92DF-50414C7BF9EF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164428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B8E47-1309-6CDA-3275-92B1B4B6B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25109564-8827-FBCC-02C6-24D487D4D6FC}"/>
              </a:ext>
            </a:extLst>
          </p:cNvPr>
          <p:cNvSpPr txBox="1"/>
          <p:nvPr/>
        </p:nvSpPr>
        <p:spPr>
          <a:xfrm>
            <a:off x="3040516" y="2321004"/>
            <a:ext cx="611096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38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 S O P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970E862-75B2-99C4-E08C-9787C4FEAAF2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20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1578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FB169-454B-D8CE-469F-BBF5ACAA8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DBA427D-595C-19BC-9F5B-0573B096DAE6}"/>
              </a:ext>
            </a:extLst>
          </p:cNvPr>
          <p:cNvSpPr txBox="1"/>
          <p:nvPr/>
        </p:nvSpPr>
        <p:spPr>
          <a:xfrm>
            <a:off x="3040516" y="501805"/>
            <a:ext cx="6110968" cy="221599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13800" b="1" dirty="0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 S O P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28D42CF-0CD6-B934-45A2-597F2955E495}"/>
              </a:ext>
            </a:extLst>
          </p:cNvPr>
          <p:cNvSpPr txBox="1"/>
          <p:nvPr/>
        </p:nvSpPr>
        <p:spPr>
          <a:xfrm>
            <a:off x="0" y="4329775"/>
            <a:ext cx="28328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b="1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</a:t>
            </a:r>
            <a:r>
              <a:rPr lang="es-ES_tradnl" sz="4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onstraint</a:t>
            </a:r>
            <a:endParaRPr lang="es-ES_tradnl" sz="5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450CDA9-BE22-1CE0-DF6A-42F0972CC7FD}"/>
              </a:ext>
            </a:extLst>
          </p:cNvPr>
          <p:cNvSpPr txBox="1"/>
          <p:nvPr/>
        </p:nvSpPr>
        <p:spPr>
          <a:xfrm>
            <a:off x="2832827" y="4329775"/>
            <a:ext cx="3235181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b="1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</a:t>
            </a:r>
            <a:r>
              <a:rPr lang="es-ES_tradnl" sz="4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atisfaction</a:t>
            </a:r>
            <a:endParaRPr lang="es-ES_tradnl" sz="5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0195CB8-7747-541C-9E1D-29730069BBC6}"/>
              </a:ext>
            </a:extLst>
          </p:cNvPr>
          <p:cNvSpPr txBox="1"/>
          <p:nvPr/>
        </p:nvSpPr>
        <p:spPr>
          <a:xfrm>
            <a:off x="6068008" y="4329774"/>
            <a:ext cx="343235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b="1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</a:t>
            </a:r>
            <a:r>
              <a:rPr lang="es-ES_tradnl" sz="4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ptimization</a:t>
            </a:r>
            <a:endParaRPr lang="es-ES_tradnl" sz="5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0140D195-A3E0-6549-859A-FC2089223F0A}"/>
              </a:ext>
            </a:extLst>
          </p:cNvPr>
          <p:cNvSpPr txBox="1"/>
          <p:nvPr/>
        </p:nvSpPr>
        <p:spPr>
          <a:xfrm>
            <a:off x="9500358" y="4329773"/>
            <a:ext cx="262443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4400" b="1" dirty="0" err="1">
                <a:solidFill>
                  <a:srgbClr val="FF000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</a:t>
            </a:r>
            <a:r>
              <a:rPr lang="es-ES_tradnl" sz="4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roblems</a:t>
            </a:r>
            <a:endParaRPr lang="es-ES_tradnl" sz="5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198D70E4-1CEA-2488-93EA-4D7863944574}"/>
              </a:ext>
            </a:extLst>
          </p:cNvPr>
          <p:cNvCxnSpPr>
            <a:cxnSpLocks/>
          </p:cNvCxnSpPr>
          <p:nvPr/>
        </p:nvCxnSpPr>
        <p:spPr>
          <a:xfrm flipH="1">
            <a:off x="490654" y="2141034"/>
            <a:ext cx="2743200" cy="2330605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E803AB98-5649-FA77-3A5C-86438F5DC140}"/>
              </a:ext>
            </a:extLst>
          </p:cNvPr>
          <p:cNvCxnSpPr>
            <a:cxnSpLocks/>
          </p:cNvCxnSpPr>
          <p:nvPr/>
        </p:nvCxnSpPr>
        <p:spPr>
          <a:xfrm flipH="1">
            <a:off x="3233854" y="2297151"/>
            <a:ext cx="1806497" cy="217448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cto de flecha 15">
            <a:extLst>
              <a:ext uri="{FF2B5EF4-FFF2-40B4-BE49-F238E27FC236}">
                <a16:creationId xmlns:a16="http://schemas.microsoft.com/office/drawing/2014/main" id="{A3EF4F46-C727-2AE2-256A-83C678DF6B9A}"/>
              </a:ext>
            </a:extLst>
          </p:cNvPr>
          <p:cNvCxnSpPr>
            <a:cxnSpLocks/>
          </p:cNvCxnSpPr>
          <p:nvPr/>
        </p:nvCxnSpPr>
        <p:spPr>
          <a:xfrm flipH="1">
            <a:off x="6423102" y="2386361"/>
            <a:ext cx="345688" cy="208527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ector recto de flecha 18">
            <a:extLst>
              <a:ext uri="{FF2B5EF4-FFF2-40B4-BE49-F238E27FC236}">
                <a16:creationId xmlns:a16="http://schemas.microsoft.com/office/drawing/2014/main" id="{601C6B67-736D-E611-7477-53F54E77E234}"/>
              </a:ext>
            </a:extLst>
          </p:cNvPr>
          <p:cNvCxnSpPr>
            <a:cxnSpLocks/>
          </p:cNvCxnSpPr>
          <p:nvPr/>
        </p:nvCxnSpPr>
        <p:spPr>
          <a:xfrm>
            <a:off x="8541834" y="2297151"/>
            <a:ext cx="1115122" cy="217448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uadroTexto 2">
            <a:extLst>
              <a:ext uri="{FF2B5EF4-FFF2-40B4-BE49-F238E27FC236}">
                <a16:creationId xmlns:a16="http://schemas.microsoft.com/office/drawing/2014/main" id="{851AB7D4-EB5A-84D2-50D8-7177AA94350F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20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380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31747-C7B9-C73A-6C20-5D254053E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4BF54A-08D2-D3E2-01F9-846D68795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Our Proposal</a:t>
            </a:r>
          </a:p>
        </p:txBody>
      </p:sp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A7A086B2-94D2-9807-6C71-80A7D9A12A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805" y="1445478"/>
            <a:ext cx="8440389" cy="483978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75CECF47-AF4A-F29F-F894-C312A18B6FF3}"/>
              </a:ext>
            </a:extLst>
          </p:cNvPr>
          <p:cNvSpPr/>
          <p:nvPr/>
        </p:nvSpPr>
        <p:spPr>
          <a:xfrm>
            <a:off x="6958361" y="1282390"/>
            <a:ext cx="3512634" cy="2865864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806CDCA1-A957-F72C-361A-59C57D032FD8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21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2929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A79F14-982F-3817-2672-677DAD87D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04DC2A-13D8-B715-D57C-0A4161342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Our Proposal</a:t>
            </a:r>
          </a:p>
        </p:txBody>
      </p:sp>
      <p:pic>
        <p:nvPicPr>
          <p:cNvPr id="4" name="Imagen 3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4474CC02-D0A3-3FDC-8477-91797F15E1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5805" y="1445478"/>
            <a:ext cx="8440389" cy="483978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582B1F87-7997-EB9C-816E-D43765F10E96}"/>
              </a:ext>
            </a:extLst>
          </p:cNvPr>
          <p:cNvSpPr/>
          <p:nvPr/>
        </p:nvSpPr>
        <p:spPr>
          <a:xfrm>
            <a:off x="1761891" y="3635297"/>
            <a:ext cx="8653348" cy="2865864"/>
          </a:xfrm>
          <a:prstGeom prst="rect">
            <a:avLst/>
          </a:prstGeom>
          <a:noFill/>
          <a:ln w="381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62A4B39-BA4C-ACF5-2D31-67AE2B79B556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21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33136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CE8CE-2A4B-1493-3478-D1D6C9F63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upo 32">
            <a:extLst>
              <a:ext uri="{FF2B5EF4-FFF2-40B4-BE49-F238E27FC236}">
                <a16:creationId xmlns:a16="http://schemas.microsoft.com/office/drawing/2014/main" id="{5EE446D0-DCB8-1593-EE18-6542D24F1BA6}"/>
              </a:ext>
            </a:extLst>
          </p:cNvPr>
          <p:cNvGrpSpPr/>
          <p:nvPr/>
        </p:nvGrpSpPr>
        <p:grpSpPr>
          <a:xfrm>
            <a:off x="10448169" y="1385825"/>
            <a:ext cx="1743831" cy="2126809"/>
            <a:chOff x="10448169" y="1385825"/>
            <a:chExt cx="1743831" cy="2126809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21A2FC64-72F0-C74E-D55B-5577A7F35573}"/>
                </a:ext>
              </a:extLst>
            </p:cNvPr>
            <p:cNvSpPr/>
            <p:nvPr/>
          </p:nvSpPr>
          <p:spPr>
            <a:xfrm>
              <a:off x="10448169" y="1385825"/>
              <a:ext cx="1743831" cy="2126809"/>
            </a:xfrm>
            <a:prstGeom prst="rect">
              <a:avLst/>
            </a:prstGeom>
            <a:solidFill>
              <a:schemeClr val="bg2"/>
            </a:solidFill>
            <a:ln w="38100">
              <a:solidFill>
                <a:srgbClr val="8B1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9C3ADC90-6520-C71D-C897-7F8DD532FD4C}"/>
                </a:ext>
              </a:extLst>
            </p:cNvPr>
            <p:cNvSpPr txBox="1"/>
            <p:nvPr/>
          </p:nvSpPr>
          <p:spPr>
            <a:xfrm>
              <a:off x="10997101" y="2944435"/>
              <a:ext cx="931418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Core</a:t>
              </a:r>
            </a:p>
          </p:txBody>
        </p:sp>
        <p:sp>
          <p:nvSpPr>
            <p:cNvPr id="25" name="Rectángulo 24">
              <a:extLst>
                <a:ext uri="{FF2B5EF4-FFF2-40B4-BE49-F238E27FC236}">
                  <a16:creationId xmlns:a16="http://schemas.microsoft.com/office/drawing/2014/main" id="{6C2FDEE2-4869-D165-4455-8F1BA6902AA0}"/>
                </a:ext>
              </a:extLst>
            </p:cNvPr>
            <p:cNvSpPr/>
            <p:nvPr/>
          </p:nvSpPr>
          <p:spPr>
            <a:xfrm>
              <a:off x="10539020" y="2875936"/>
              <a:ext cx="413999" cy="413999"/>
            </a:xfrm>
            <a:prstGeom prst="rect">
              <a:avLst/>
            </a:prstGeom>
            <a:solidFill>
              <a:srgbClr val="F8CECC"/>
            </a:solidFill>
            <a:ln w="28575">
              <a:solidFill>
                <a:srgbClr val="8B1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EEB1E58-E0E9-62AD-970B-0CC0511497C0}"/>
              </a:ext>
            </a:extLst>
          </p:cNvPr>
          <p:cNvSpPr/>
          <p:nvPr/>
        </p:nvSpPr>
        <p:spPr>
          <a:xfrm rot="16200000">
            <a:off x="5171708" y="1165176"/>
            <a:ext cx="1873399" cy="1706400"/>
          </a:xfrm>
          <a:prstGeom prst="rect">
            <a:avLst/>
          </a:prstGeom>
          <a:solidFill>
            <a:srgbClr val="D5E8D4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FILTERED</a:t>
            </a:r>
          </a:p>
          <a:p>
            <a:pPr algn="ctr"/>
            <a:r>
              <a:rPr lang="en-US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CARDINALITY</a:t>
            </a:r>
            <a:endParaRPr lang="en-US" noProof="0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0849B9F3-F2A3-6C3E-A9BF-CFE3F596E2E6}"/>
              </a:ext>
            </a:extLst>
          </p:cNvPr>
          <p:cNvSpPr/>
          <p:nvPr/>
        </p:nvSpPr>
        <p:spPr>
          <a:xfrm rot="16200000">
            <a:off x="6872138" y="1165173"/>
            <a:ext cx="1873399" cy="1706400"/>
          </a:xfrm>
          <a:prstGeom prst="rect">
            <a:avLst/>
          </a:prstGeom>
          <a:solidFill>
            <a:srgbClr val="D5E8D4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FILTERED</a:t>
            </a:r>
          </a:p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CHEAPEST</a:t>
            </a:r>
          </a:p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endParaRPr lang="en-US" sz="1700" noProof="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C240AFD-0EFF-757B-3E3D-D6A1E22526C2}"/>
              </a:ext>
            </a:extLst>
          </p:cNvPr>
          <p:cNvSpPr/>
          <p:nvPr/>
        </p:nvSpPr>
        <p:spPr>
          <a:xfrm rot="16200000">
            <a:off x="8578143" y="1165167"/>
            <a:ext cx="1873399" cy="1706400"/>
          </a:xfrm>
          <a:prstGeom prst="rect">
            <a:avLst/>
          </a:prstGeom>
          <a:solidFill>
            <a:srgbClr val="D5E8D4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FILTERED</a:t>
            </a:r>
          </a:p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MOST</a:t>
            </a:r>
          </a:p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EXPENSIVE</a:t>
            </a:r>
          </a:p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endParaRPr lang="en-US" sz="1700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D603C8-E034-8217-80F7-7FC452866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Our Proposal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Imagen 5" descr="Imagen que contiene dibujo, plato&#10;&#10;El contenido generado por IA puede ser incorrecto.">
            <a:extLst>
              <a:ext uri="{FF2B5EF4-FFF2-40B4-BE49-F238E27FC236}">
                <a16:creationId xmlns:a16="http://schemas.microsoft.com/office/drawing/2014/main" id="{8928F614-3E74-5B6F-954B-7BDA2C8C52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8610" y="3823013"/>
            <a:ext cx="1663390" cy="1663390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281F4E87-2B84-17FB-8BE3-D7A4A11BFF26}"/>
              </a:ext>
            </a:extLst>
          </p:cNvPr>
          <p:cNvSpPr/>
          <p:nvPr/>
        </p:nvSpPr>
        <p:spPr>
          <a:xfrm>
            <a:off x="122664" y="4922683"/>
            <a:ext cx="10247971" cy="519112"/>
          </a:xfrm>
          <a:prstGeom prst="rect">
            <a:avLst/>
          </a:prstGeom>
          <a:solidFill>
            <a:srgbClr val="F8CECC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 MODEL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8640123-A700-5199-1698-4B0A2A8AF93F}"/>
              </a:ext>
            </a:extLst>
          </p:cNvPr>
          <p:cNvSpPr/>
          <p:nvPr/>
        </p:nvSpPr>
        <p:spPr>
          <a:xfrm>
            <a:off x="122663" y="4403571"/>
            <a:ext cx="10247971" cy="519112"/>
          </a:xfrm>
          <a:prstGeom prst="rect">
            <a:avLst/>
          </a:prstGeom>
          <a:solidFill>
            <a:srgbClr val="F8CECC"/>
          </a:solidFill>
          <a:ln w="190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VALID PRICING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409CAA4E-26FF-4D0D-E3FB-DADAC0AABE3A}"/>
              </a:ext>
            </a:extLst>
          </p:cNvPr>
          <p:cNvSpPr/>
          <p:nvPr/>
        </p:nvSpPr>
        <p:spPr>
          <a:xfrm rot="16200000">
            <a:off x="-419957" y="1624287"/>
            <a:ext cx="2802790" cy="1717550"/>
          </a:xfrm>
          <a:prstGeom prst="rect">
            <a:avLst/>
          </a:prstGeom>
          <a:solidFill>
            <a:srgbClr val="D5E8D4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wrap="square" rtlCol="0" anchor="ctr"/>
          <a:lstStyle/>
          <a:p>
            <a:pPr algn="ctr"/>
            <a:r>
              <a:rPr lang="en-US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CARDINALITY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D0C1AFC-6E8E-709A-AE5D-2F9D058DC339}"/>
              </a:ext>
            </a:extLst>
          </p:cNvPr>
          <p:cNvSpPr/>
          <p:nvPr/>
        </p:nvSpPr>
        <p:spPr>
          <a:xfrm rot="16200000">
            <a:off x="1297199" y="1629859"/>
            <a:ext cx="2802790" cy="1706400"/>
          </a:xfrm>
          <a:prstGeom prst="rect">
            <a:avLst/>
          </a:prstGeom>
          <a:solidFill>
            <a:srgbClr val="D5E8D4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CHEAPEST</a:t>
            </a:r>
          </a:p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endParaRPr lang="en-US" sz="1700" noProof="0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A7F0E6A5-A910-6AFE-1929-BD4CA7BBE0FA}"/>
              </a:ext>
            </a:extLst>
          </p:cNvPr>
          <p:cNvSpPr/>
          <p:nvPr/>
        </p:nvSpPr>
        <p:spPr>
          <a:xfrm>
            <a:off x="5252225" y="2955073"/>
            <a:ext cx="5118409" cy="929386"/>
          </a:xfrm>
          <a:prstGeom prst="rect">
            <a:avLst/>
          </a:prstGeom>
          <a:solidFill>
            <a:srgbClr val="FFF2CC"/>
          </a:solidFill>
          <a:ln w="19050">
            <a:solidFill>
              <a:srgbClr val="FFC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FILTER</a:t>
            </a:r>
            <a:endParaRPr lang="en-US" sz="2800" b="1" noProof="0" dirty="0">
              <a:solidFill>
                <a:schemeClr val="tx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765DE6C8-7315-5458-9C65-7CEFAB5AAEDA}"/>
              </a:ext>
            </a:extLst>
          </p:cNvPr>
          <p:cNvSpPr/>
          <p:nvPr/>
        </p:nvSpPr>
        <p:spPr>
          <a:xfrm rot="16200000">
            <a:off x="3003204" y="1629853"/>
            <a:ext cx="2802790" cy="1706400"/>
          </a:xfrm>
          <a:prstGeom prst="rect">
            <a:avLst/>
          </a:prstGeom>
          <a:solidFill>
            <a:srgbClr val="D5E8D4"/>
          </a:solidFill>
          <a:ln w="1905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MOST</a:t>
            </a:r>
          </a:p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EXPENSIVE</a:t>
            </a:r>
          </a:p>
          <a:p>
            <a:pPr algn="ctr"/>
            <a:r>
              <a:rPr lang="en-US" sz="17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SUBSCRIPTION</a:t>
            </a:r>
            <a:endParaRPr lang="en-US" sz="1700" noProof="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FBA04861-66F2-8574-F134-8853D3569BD3}"/>
              </a:ext>
            </a:extLst>
          </p:cNvPr>
          <p:cNvSpPr/>
          <p:nvPr/>
        </p:nvSpPr>
        <p:spPr>
          <a:xfrm>
            <a:off x="122663" y="3884459"/>
            <a:ext cx="10247971" cy="519112"/>
          </a:xfrm>
          <a:prstGeom prst="rect">
            <a:avLst/>
          </a:prstGeom>
          <a:solidFill>
            <a:srgbClr val="F8CECC"/>
          </a:solidFill>
          <a:ln w="1905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noProof="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VALID SUBSCRIPTION</a:t>
            </a:r>
          </a:p>
        </p:txBody>
      </p:sp>
      <p:grpSp>
        <p:nvGrpSpPr>
          <p:cNvPr id="35" name="Grupo 34">
            <a:extLst>
              <a:ext uri="{FF2B5EF4-FFF2-40B4-BE49-F238E27FC236}">
                <a16:creationId xmlns:a16="http://schemas.microsoft.com/office/drawing/2014/main" id="{3E8ED1D4-D258-4BB5-B83D-865350890579}"/>
              </a:ext>
            </a:extLst>
          </p:cNvPr>
          <p:cNvGrpSpPr/>
          <p:nvPr/>
        </p:nvGrpSpPr>
        <p:grpSpPr>
          <a:xfrm>
            <a:off x="10539021" y="2210740"/>
            <a:ext cx="1615153" cy="553998"/>
            <a:chOff x="10539021" y="2210740"/>
            <a:chExt cx="1615153" cy="553998"/>
          </a:xfrm>
        </p:grpSpPr>
        <p:sp>
          <p:nvSpPr>
            <p:cNvPr id="24" name="Rectángulo 23">
              <a:extLst>
                <a:ext uri="{FF2B5EF4-FFF2-40B4-BE49-F238E27FC236}">
                  <a16:creationId xmlns:a16="http://schemas.microsoft.com/office/drawing/2014/main" id="{4C0ACCB6-715F-06BC-C7FD-2C21D25FC511}"/>
                </a:ext>
              </a:extLst>
            </p:cNvPr>
            <p:cNvSpPr/>
            <p:nvPr/>
          </p:nvSpPr>
          <p:spPr>
            <a:xfrm>
              <a:off x="10539021" y="2257356"/>
              <a:ext cx="413999" cy="413999"/>
            </a:xfrm>
            <a:prstGeom prst="rect">
              <a:avLst/>
            </a:prstGeom>
            <a:solidFill>
              <a:srgbClr val="FFF2CC"/>
            </a:solidFill>
            <a:ln w="28575">
              <a:solidFill>
                <a:srgbClr val="8B1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CuadroTexto 25">
              <a:extLst>
                <a:ext uri="{FF2B5EF4-FFF2-40B4-BE49-F238E27FC236}">
                  <a16:creationId xmlns:a16="http://schemas.microsoft.com/office/drawing/2014/main" id="{667445A4-A3CD-80A6-7BA8-217A6CC27345}"/>
                </a:ext>
              </a:extLst>
            </p:cNvPr>
            <p:cNvSpPr txBox="1"/>
            <p:nvPr/>
          </p:nvSpPr>
          <p:spPr>
            <a:xfrm>
              <a:off x="11012251" y="2210740"/>
              <a:ext cx="1141923" cy="55399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On</a:t>
              </a:r>
            </a:p>
            <a:p>
              <a:r>
                <a:rPr lang="en-US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demand</a:t>
              </a:r>
            </a:p>
          </p:txBody>
        </p:sp>
      </p:grpSp>
      <p:grpSp>
        <p:nvGrpSpPr>
          <p:cNvPr id="34" name="Grupo 33">
            <a:extLst>
              <a:ext uri="{FF2B5EF4-FFF2-40B4-BE49-F238E27FC236}">
                <a16:creationId xmlns:a16="http://schemas.microsoft.com/office/drawing/2014/main" id="{19D2EE75-9897-679D-584F-FC6A8BC5E61F}"/>
              </a:ext>
            </a:extLst>
          </p:cNvPr>
          <p:cNvGrpSpPr/>
          <p:nvPr/>
        </p:nvGrpSpPr>
        <p:grpSpPr>
          <a:xfrm>
            <a:off x="10539022" y="1639229"/>
            <a:ext cx="1842786" cy="413999"/>
            <a:chOff x="10539022" y="1639229"/>
            <a:chExt cx="1842786" cy="413999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0C012398-0F11-B0C2-8093-27A957A7E897}"/>
                </a:ext>
              </a:extLst>
            </p:cNvPr>
            <p:cNvSpPr/>
            <p:nvPr/>
          </p:nvSpPr>
          <p:spPr>
            <a:xfrm>
              <a:off x="10539022" y="1639229"/>
              <a:ext cx="413999" cy="413999"/>
            </a:xfrm>
            <a:prstGeom prst="rect">
              <a:avLst/>
            </a:prstGeom>
            <a:solidFill>
              <a:srgbClr val="D5E8D4"/>
            </a:solidFill>
            <a:ln w="28575">
              <a:solidFill>
                <a:srgbClr val="8B1B3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7" name="CuadroTexto 26">
              <a:extLst>
                <a:ext uri="{FF2B5EF4-FFF2-40B4-BE49-F238E27FC236}">
                  <a16:creationId xmlns:a16="http://schemas.microsoft.com/office/drawing/2014/main" id="{234BA530-E5F7-3F90-3B08-F1769AE4E22C}"/>
                </a:ext>
              </a:extLst>
            </p:cNvPr>
            <p:cNvSpPr txBox="1"/>
            <p:nvPr/>
          </p:nvSpPr>
          <p:spPr>
            <a:xfrm>
              <a:off x="10989948" y="1711867"/>
              <a:ext cx="1391860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Operations</a:t>
              </a:r>
            </a:p>
          </p:txBody>
        </p:sp>
      </p:grpSp>
      <p:sp>
        <p:nvSpPr>
          <p:cNvPr id="29" name="Flecha doblada hacia arriba 28">
            <a:extLst>
              <a:ext uri="{FF2B5EF4-FFF2-40B4-BE49-F238E27FC236}">
                <a16:creationId xmlns:a16="http://schemas.microsoft.com/office/drawing/2014/main" id="{7C98C291-4CBB-CCD3-10F3-304FB9B49355}"/>
              </a:ext>
            </a:extLst>
          </p:cNvPr>
          <p:cNvSpPr/>
          <p:nvPr/>
        </p:nvSpPr>
        <p:spPr>
          <a:xfrm>
            <a:off x="2542478" y="5590602"/>
            <a:ext cx="2865863" cy="780585"/>
          </a:xfrm>
          <a:prstGeom prst="bentUpArrow">
            <a:avLst/>
          </a:prstGeom>
          <a:solidFill>
            <a:srgbClr val="8B1B3F"/>
          </a:solidFill>
          <a:ln>
            <a:solidFill>
              <a:srgbClr val="8B1B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8B38576D-DF6D-7EC4-949E-2130E44DA2B2}"/>
              </a:ext>
            </a:extLst>
          </p:cNvPr>
          <p:cNvGrpSpPr/>
          <p:nvPr/>
        </p:nvGrpSpPr>
        <p:grpSpPr>
          <a:xfrm>
            <a:off x="482174" y="5486403"/>
            <a:ext cx="2031852" cy="1247205"/>
            <a:chOff x="482174" y="5486403"/>
            <a:chExt cx="2031852" cy="1247205"/>
          </a:xfrm>
        </p:grpSpPr>
        <p:sp>
          <p:nvSpPr>
            <p:cNvPr id="31" name="CuadroTexto 30">
              <a:extLst>
                <a:ext uri="{FF2B5EF4-FFF2-40B4-BE49-F238E27FC236}">
                  <a16:creationId xmlns:a16="http://schemas.microsoft.com/office/drawing/2014/main" id="{6F2913DE-61F5-60A6-1341-67485DBCE9FB}"/>
                </a:ext>
              </a:extLst>
            </p:cNvPr>
            <p:cNvSpPr txBox="1"/>
            <p:nvPr/>
          </p:nvSpPr>
          <p:spPr>
            <a:xfrm>
              <a:off x="482174" y="6001855"/>
              <a:ext cx="98296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b="1" noProof="0" dirty="0" err="1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iPricing</a:t>
              </a:r>
              <a:endParaRPr lang="en-US" b="1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7" name="Gráfico 6">
              <a:extLst>
                <a:ext uri="{FF2B5EF4-FFF2-40B4-BE49-F238E27FC236}">
                  <a16:creationId xmlns:a16="http://schemas.microsoft.com/office/drawing/2014/main" id="{CDF56B98-0583-84EE-3308-0618D974C3B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493586" y="5486403"/>
              <a:ext cx="1020440" cy="1247205"/>
            </a:xfrm>
            <a:prstGeom prst="rect">
              <a:avLst/>
            </a:prstGeom>
          </p:spPr>
        </p:pic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2F4EAE3D-5C35-156C-4802-7D81A44167BD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22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607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900" decel="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900" decel="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900" decel="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900" decel="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900" decel="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900" decel="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8" grpId="0" animBg="1"/>
      <p:bldP spid="9" grpId="0" animBg="1"/>
      <p:bldP spid="12" grpId="0" animBg="1"/>
      <p:bldP spid="13" grpId="0" animBg="1"/>
      <p:bldP spid="11" grpId="0" animBg="1"/>
      <p:bldP spid="14" grpId="0" animBg="1"/>
      <p:bldP spid="10" grpId="0" animBg="1"/>
      <p:bldP spid="29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143BB3-9985-6427-8BA4-4929D47E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E175F55-8547-9D71-E47F-6B18AD807AE1}"/>
              </a:ext>
            </a:extLst>
          </p:cNvPr>
          <p:cNvSpPr/>
          <p:nvPr/>
        </p:nvSpPr>
        <p:spPr>
          <a:xfrm>
            <a:off x="-5029200" y="-751840"/>
            <a:ext cx="8514080" cy="8361680"/>
          </a:xfrm>
          <a:prstGeom prst="ellipse">
            <a:avLst/>
          </a:prstGeom>
          <a:noFill/>
          <a:ln w="762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DA8F129-4014-1EF9-EFEC-342F740885A8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1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77042D4D-8EA8-0EBE-3B83-C3FA43851F72}"/>
              </a:ext>
            </a:extLst>
          </p:cNvPr>
          <p:cNvSpPr/>
          <p:nvPr/>
        </p:nvSpPr>
        <p:spPr>
          <a:xfrm>
            <a:off x="2944880" y="198324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2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F97179B3-8CAF-956E-FE8B-76E6F84586F3}"/>
              </a:ext>
            </a:extLst>
          </p:cNvPr>
          <p:cNvSpPr/>
          <p:nvPr/>
        </p:nvSpPr>
        <p:spPr>
          <a:xfrm>
            <a:off x="2944880" y="3934210"/>
            <a:ext cx="1080000" cy="1080000"/>
          </a:xfrm>
          <a:prstGeom prst="ellipse">
            <a:avLst/>
          </a:prstGeom>
          <a:solidFill>
            <a:srgbClr val="C00000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chemeClr val="bg1"/>
                </a:solidFill>
              </a:rPr>
              <a:t>3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B4AA78EB-8B2F-990C-8208-94F753CDD1C0}"/>
              </a:ext>
            </a:extLst>
          </p:cNvPr>
          <p:cNvSpPr/>
          <p:nvPr/>
        </p:nvSpPr>
        <p:spPr>
          <a:xfrm>
            <a:off x="2134880" y="561061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4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94A2C5C9-57F8-859F-1662-648A5E5A5AF4}"/>
              </a:ext>
            </a:extLst>
          </p:cNvPr>
          <p:cNvGrpSpPr/>
          <p:nvPr/>
        </p:nvGrpSpPr>
        <p:grpSpPr>
          <a:xfrm>
            <a:off x="3484880" y="258580"/>
            <a:ext cx="7191760" cy="1080000"/>
            <a:chOff x="3484880" y="258580"/>
            <a:chExt cx="7191760" cy="1080000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FD961DD9-1500-B779-195E-2184880CA5E6}"/>
                </a:ext>
              </a:extLst>
            </p:cNvPr>
            <p:cNvSpPr/>
            <p:nvPr/>
          </p:nvSpPr>
          <p:spPr>
            <a:xfrm>
              <a:off x="3484880" y="25858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INTRODUCTION</a:t>
              </a:r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B36FFE30-7A33-69B5-0CB9-06F917F554F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2967" y="356263"/>
              <a:ext cx="831665" cy="831665"/>
            </a:xfrm>
            <a:prstGeom prst="rect">
              <a:avLst/>
            </a:prstGeom>
          </p:spPr>
        </p:pic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F67E6A00-E2F1-9A80-B9E6-C988E5115515}"/>
              </a:ext>
            </a:extLst>
          </p:cNvPr>
          <p:cNvGrpSpPr/>
          <p:nvPr/>
        </p:nvGrpSpPr>
        <p:grpSpPr>
          <a:xfrm>
            <a:off x="4338320" y="1983240"/>
            <a:ext cx="7191760" cy="1080000"/>
            <a:chOff x="4338320" y="1983240"/>
            <a:chExt cx="7191760" cy="1080000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53FD115A-A5C3-33C3-3FFB-FFB7B9189C22}"/>
                </a:ext>
              </a:extLst>
            </p:cNvPr>
            <p:cNvSpPr/>
            <p:nvPr/>
          </p:nvSpPr>
          <p:spPr>
            <a:xfrm>
              <a:off x="4338320" y="198324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PROPOSAL</a:t>
              </a:r>
              <a:endParaRPr lang="en-US" sz="4000" noProof="0" dirty="0"/>
            </a:p>
          </p:txBody>
        </p:sp>
        <p:pic>
          <p:nvPicPr>
            <p:cNvPr id="20" name="Imagen 8">
              <a:extLst>
                <a:ext uri="{FF2B5EF4-FFF2-40B4-BE49-F238E27FC236}">
                  <a16:creationId xmlns:a16="http://schemas.microsoft.com/office/drawing/2014/main" id="{83CE835E-58AD-052D-A90A-29C10E207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878097" y="2107407"/>
              <a:ext cx="831665" cy="831665"/>
            </a:xfrm>
            <a:prstGeom prst="rect">
              <a:avLst/>
            </a:prstGeom>
          </p:spPr>
        </p:pic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30450CF3-8DE9-56D4-0D43-A9ED60B444ED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1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DA394A8F-7CE6-1C7B-01A0-E13F623857AB}"/>
              </a:ext>
            </a:extLst>
          </p:cNvPr>
          <p:cNvGrpSpPr/>
          <p:nvPr/>
        </p:nvGrpSpPr>
        <p:grpSpPr>
          <a:xfrm>
            <a:off x="3484880" y="5610610"/>
            <a:ext cx="7191760" cy="1080000"/>
            <a:chOff x="3484880" y="5610610"/>
            <a:chExt cx="7191760" cy="1080000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FA307CAB-71CA-E707-6DBF-CD14FAFCFDFC}"/>
                </a:ext>
              </a:extLst>
            </p:cNvPr>
            <p:cNvSpPr/>
            <p:nvPr/>
          </p:nvSpPr>
          <p:spPr>
            <a:xfrm>
              <a:off x="3484880" y="56106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CONCLUSIONS</a:t>
              </a:r>
              <a:endParaRPr lang="en-US" sz="4000" noProof="0" dirty="0"/>
            </a:p>
          </p:txBody>
        </p:sp>
        <p:pic>
          <p:nvPicPr>
            <p:cNvPr id="2" name="Imagen 8">
              <a:extLst>
                <a:ext uri="{FF2B5EF4-FFF2-40B4-BE49-F238E27FC236}">
                  <a16:creationId xmlns:a16="http://schemas.microsoft.com/office/drawing/2014/main" id="{6B8AC570-A2B3-EC05-6A22-7B46B75603F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30641" y="5742931"/>
              <a:ext cx="815357" cy="815357"/>
            </a:xfrm>
            <a:prstGeom prst="rect">
              <a:avLst/>
            </a:prstGeom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8DB018CB-92BE-2F51-0C6B-1C7EC6AC821C}"/>
              </a:ext>
            </a:extLst>
          </p:cNvPr>
          <p:cNvGrpSpPr/>
          <p:nvPr/>
        </p:nvGrpSpPr>
        <p:grpSpPr>
          <a:xfrm>
            <a:off x="4338320" y="3934210"/>
            <a:ext cx="7191760" cy="1080000"/>
            <a:chOff x="4338320" y="3934210"/>
            <a:chExt cx="7191760" cy="1080000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C5F10A20-FE96-9D92-5FD0-46293117D680}"/>
                </a:ext>
              </a:extLst>
            </p:cNvPr>
            <p:cNvSpPr/>
            <p:nvPr/>
          </p:nvSpPr>
          <p:spPr>
            <a:xfrm>
              <a:off x="4338320" y="39342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EVALUATION</a:t>
              </a:r>
              <a:endParaRPr lang="en-US" noProof="0" dirty="0"/>
            </a:p>
          </p:txBody>
        </p:sp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BF20B952-20FC-6BB4-339A-7F4064897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990743" y="4082559"/>
              <a:ext cx="783301" cy="783301"/>
            </a:xfrm>
            <a:prstGeom prst="rect">
              <a:avLst/>
            </a:prstGeom>
          </p:spPr>
        </p:pic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744E363-452C-3A67-39AC-8AD714895FA1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23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489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upo 35">
            <a:extLst>
              <a:ext uri="{FF2B5EF4-FFF2-40B4-BE49-F238E27FC236}">
                <a16:creationId xmlns:a16="http://schemas.microsoft.com/office/drawing/2014/main" id="{63550DE0-99ED-F363-8848-F4FA2A74759C}"/>
              </a:ext>
            </a:extLst>
          </p:cNvPr>
          <p:cNvGrpSpPr/>
          <p:nvPr/>
        </p:nvGrpSpPr>
        <p:grpSpPr>
          <a:xfrm>
            <a:off x="2349870" y="1629915"/>
            <a:ext cx="7346130" cy="3999593"/>
            <a:chOff x="2349870" y="1629915"/>
            <a:chExt cx="7346130" cy="3999593"/>
          </a:xfrm>
        </p:grpSpPr>
        <p:sp>
          <p:nvSpPr>
            <p:cNvPr id="6" name="Arco 5">
              <a:extLst>
                <a:ext uri="{FF2B5EF4-FFF2-40B4-BE49-F238E27FC236}">
                  <a16:creationId xmlns:a16="http://schemas.microsoft.com/office/drawing/2014/main" id="{6919F6D4-3F02-4D02-815E-A9DA88A3007E}"/>
                </a:ext>
              </a:extLst>
            </p:cNvPr>
            <p:cNvSpPr/>
            <p:nvPr/>
          </p:nvSpPr>
          <p:spPr>
            <a:xfrm>
              <a:off x="2496000" y="1836220"/>
              <a:ext cx="3600000" cy="3600000"/>
            </a:xfrm>
            <a:prstGeom prst="arc">
              <a:avLst>
                <a:gd name="adj1" fmla="val 5228238"/>
                <a:gd name="adj2" fmla="val 185089"/>
              </a:avLst>
            </a:prstGeom>
            <a:ln w="152400">
              <a:solidFill>
                <a:srgbClr val="00B050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7" name="Arco 6">
              <a:extLst>
                <a:ext uri="{FF2B5EF4-FFF2-40B4-BE49-F238E27FC236}">
                  <a16:creationId xmlns:a16="http://schemas.microsoft.com/office/drawing/2014/main" id="{62B66CDC-470A-6A4A-24A8-7D0435376D72}"/>
                </a:ext>
              </a:extLst>
            </p:cNvPr>
            <p:cNvSpPr/>
            <p:nvPr/>
          </p:nvSpPr>
          <p:spPr>
            <a:xfrm flipH="1" flipV="1">
              <a:off x="6096000" y="1836220"/>
              <a:ext cx="3600000" cy="3600000"/>
            </a:xfrm>
            <a:prstGeom prst="arc">
              <a:avLst>
                <a:gd name="adj1" fmla="val 5228238"/>
                <a:gd name="adj2" fmla="val 21548950"/>
              </a:avLst>
            </a:prstGeom>
            <a:ln w="152400" cmpd="sng">
              <a:solidFill>
                <a:srgbClr val="002060"/>
              </a:solidFill>
              <a:prstDash val="solid"/>
              <a:head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9" name="Arco 8">
              <a:extLst>
                <a:ext uri="{FF2B5EF4-FFF2-40B4-BE49-F238E27FC236}">
                  <a16:creationId xmlns:a16="http://schemas.microsoft.com/office/drawing/2014/main" id="{6270E0D6-362C-2E8E-D263-2AC4F593364E}"/>
                </a:ext>
              </a:extLst>
            </p:cNvPr>
            <p:cNvSpPr/>
            <p:nvPr/>
          </p:nvSpPr>
          <p:spPr>
            <a:xfrm>
              <a:off x="2496000" y="1836220"/>
              <a:ext cx="3600000" cy="3600000"/>
            </a:xfrm>
            <a:prstGeom prst="arc">
              <a:avLst>
                <a:gd name="adj1" fmla="val 20251234"/>
                <a:gd name="adj2" fmla="val 185089"/>
              </a:avLst>
            </a:prstGeom>
            <a:ln w="152400">
              <a:solidFill>
                <a:schemeClr val="bg1">
                  <a:lumMod val="75000"/>
                </a:schemeClr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0" name="Arco 9">
              <a:extLst>
                <a:ext uri="{FF2B5EF4-FFF2-40B4-BE49-F238E27FC236}">
                  <a16:creationId xmlns:a16="http://schemas.microsoft.com/office/drawing/2014/main" id="{35BE9915-961D-E614-6215-04CC8272F1D9}"/>
                </a:ext>
              </a:extLst>
            </p:cNvPr>
            <p:cNvSpPr/>
            <p:nvPr/>
          </p:nvSpPr>
          <p:spPr>
            <a:xfrm flipH="1" flipV="1">
              <a:off x="6096000" y="1836220"/>
              <a:ext cx="3600000" cy="3600000"/>
            </a:xfrm>
            <a:prstGeom prst="arc">
              <a:avLst>
                <a:gd name="adj1" fmla="val 19777555"/>
                <a:gd name="adj2" fmla="val 21548950"/>
              </a:avLst>
            </a:prstGeom>
            <a:ln w="152400" cmpd="sng">
              <a:solidFill>
                <a:schemeClr val="bg1">
                  <a:lumMod val="75000"/>
                </a:schemeClr>
              </a:solidFill>
              <a:prstDash val="solid"/>
              <a:head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cxnSp>
          <p:nvCxnSpPr>
            <p:cNvPr id="12" name="Conector recto 11">
              <a:extLst>
                <a:ext uri="{FF2B5EF4-FFF2-40B4-BE49-F238E27FC236}">
                  <a16:creationId xmlns:a16="http://schemas.microsoft.com/office/drawing/2014/main" id="{F97FC781-E376-BA73-32EC-D150AE2B90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1405" y="4546906"/>
              <a:ext cx="288074" cy="267629"/>
            </a:xfrm>
            <a:prstGeom prst="line">
              <a:avLst/>
            </a:prstGeom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1AC1CCD7-4A3F-F83E-782C-4B66EF0C7B9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49870" y="3008964"/>
              <a:ext cx="403287" cy="96644"/>
            </a:xfrm>
            <a:prstGeom prst="line">
              <a:avLst/>
            </a:prstGeom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ector recto 16">
              <a:extLst>
                <a:ext uri="{FF2B5EF4-FFF2-40B4-BE49-F238E27FC236}">
                  <a16:creationId xmlns:a16="http://schemas.microsoft.com/office/drawing/2014/main" id="{E86E03BD-B70E-30C4-AF4B-FDC93DB6C0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6288" y="1629915"/>
              <a:ext cx="0" cy="444212"/>
            </a:xfrm>
            <a:prstGeom prst="line">
              <a:avLst/>
            </a:prstGeom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7C0E2558-E8E4-F065-7B2D-0A2498DE6B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4004" y="2877015"/>
              <a:ext cx="351732" cy="131949"/>
            </a:xfrm>
            <a:prstGeom prst="line">
              <a:avLst/>
            </a:prstGeom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ector recto 21">
              <a:extLst>
                <a:ext uri="{FF2B5EF4-FFF2-40B4-BE49-F238E27FC236}">
                  <a16:creationId xmlns:a16="http://schemas.microsoft.com/office/drawing/2014/main" id="{366429D2-D2DC-308D-1BDE-F01B76879B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42130" y="4493941"/>
              <a:ext cx="175866" cy="105931"/>
            </a:xfrm>
            <a:prstGeom prst="line">
              <a:avLst/>
            </a:prstGeom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ector recto 23">
              <a:extLst>
                <a:ext uri="{FF2B5EF4-FFF2-40B4-BE49-F238E27FC236}">
                  <a16:creationId xmlns:a16="http://schemas.microsoft.com/office/drawing/2014/main" id="{D766F815-52DB-896B-4B27-97FAE61FE0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8420" y="5242932"/>
              <a:ext cx="0" cy="386576"/>
            </a:xfrm>
            <a:prstGeom prst="line">
              <a:avLst/>
            </a:prstGeom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ector recto 27">
              <a:extLst>
                <a:ext uri="{FF2B5EF4-FFF2-40B4-BE49-F238E27FC236}">
                  <a16:creationId xmlns:a16="http://schemas.microsoft.com/office/drawing/2014/main" id="{F2919124-EF44-B131-D7EA-123E0B46501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232521" y="4382429"/>
              <a:ext cx="445064" cy="217443"/>
            </a:xfrm>
            <a:prstGeom prst="line">
              <a:avLst/>
            </a:prstGeom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ector recto 31">
              <a:extLst>
                <a:ext uri="{FF2B5EF4-FFF2-40B4-BE49-F238E27FC236}">
                  <a16:creationId xmlns:a16="http://schemas.microsoft.com/office/drawing/2014/main" id="{D0E2F16C-ACB7-A69C-EAA7-B4BA9DA620E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237136" y="2653992"/>
              <a:ext cx="333207" cy="223023"/>
            </a:xfrm>
            <a:prstGeom prst="line">
              <a:avLst/>
            </a:prstGeom>
            <a:ln w="571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Elipse 36">
            <a:extLst>
              <a:ext uri="{FF2B5EF4-FFF2-40B4-BE49-F238E27FC236}">
                <a16:creationId xmlns:a16="http://schemas.microsoft.com/office/drawing/2014/main" id="{E9ADB1B2-2047-F7E7-889B-B957D2D19459}"/>
              </a:ext>
            </a:extLst>
          </p:cNvPr>
          <p:cNvSpPr/>
          <p:nvPr/>
        </p:nvSpPr>
        <p:spPr>
          <a:xfrm>
            <a:off x="2856000" y="2196220"/>
            <a:ext cx="2880000" cy="2880000"/>
          </a:xfrm>
          <a:prstGeom prst="ellipse">
            <a:avLst/>
          </a:prstGeom>
          <a:solidFill>
            <a:srgbClr val="B2FC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8" name="Elipse 37">
            <a:extLst>
              <a:ext uri="{FF2B5EF4-FFF2-40B4-BE49-F238E27FC236}">
                <a16:creationId xmlns:a16="http://schemas.microsoft.com/office/drawing/2014/main" id="{7E80C09E-B41C-9406-1CD4-D776ADBE22B1}"/>
              </a:ext>
            </a:extLst>
          </p:cNvPr>
          <p:cNvSpPr/>
          <p:nvPr/>
        </p:nvSpPr>
        <p:spPr>
          <a:xfrm>
            <a:off x="6470868" y="2201796"/>
            <a:ext cx="2880000" cy="2880000"/>
          </a:xfrm>
          <a:prstGeom prst="ellipse">
            <a:avLst/>
          </a:prstGeom>
          <a:solidFill>
            <a:srgbClr val="D4E3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337F61CD-9FEA-2A93-BE7E-1522979BE76D}"/>
              </a:ext>
            </a:extLst>
          </p:cNvPr>
          <p:cNvSpPr txBox="1"/>
          <p:nvPr/>
        </p:nvSpPr>
        <p:spPr>
          <a:xfrm>
            <a:off x="1262973" y="1115617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b="1" dirty="0" err="1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Stage</a:t>
            </a:r>
            <a:r>
              <a:rPr lang="es-ES_tradnl" sz="2400" b="1" dirty="0">
                <a:solidFill>
                  <a:srgbClr val="00B05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01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005468E9-F83D-E0F9-2C02-9E5012E08D0E}"/>
              </a:ext>
            </a:extLst>
          </p:cNvPr>
          <p:cNvSpPr txBox="1"/>
          <p:nvPr/>
        </p:nvSpPr>
        <p:spPr>
          <a:xfrm>
            <a:off x="1262973" y="1577282"/>
            <a:ext cx="202331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Verify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validity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</a:t>
            </a:r>
          </a:p>
          <a:p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results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endParaRPr lang="es-ES_tradnl" dirty="0">
              <a:solidFill>
                <a:schemeClr val="bg1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state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</a:t>
            </a:r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</a:t>
            </a:r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-art</a:t>
            </a:r>
          </a:p>
          <a:p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dataset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CB9F47F7-826B-1DA9-602F-D14D7F947F5D}"/>
              </a:ext>
            </a:extLst>
          </p:cNvPr>
          <p:cNvSpPr txBox="1"/>
          <p:nvPr/>
        </p:nvSpPr>
        <p:spPr>
          <a:xfrm>
            <a:off x="9232521" y="489626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b="1" dirty="0" err="1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Stage</a:t>
            </a:r>
            <a:r>
              <a:rPr lang="es-ES_tradnl" sz="2400" b="1" dirty="0">
                <a:solidFill>
                  <a:srgbClr val="002060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02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DF207E9-81CC-5E4B-9DEE-5842C1FC03DE}"/>
              </a:ext>
            </a:extLst>
          </p:cNvPr>
          <p:cNvSpPr txBox="1"/>
          <p:nvPr/>
        </p:nvSpPr>
        <p:spPr>
          <a:xfrm>
            <a:off x="9232521" y="5357930"/>
            <a:ext cx="303961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b="1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Design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</a:t>
            </a:r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benchmark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inconsistencies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and </a:t>
            </a:r>
          </a:p>
          <a:p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evaluate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many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our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</a:p>
          <a:p>
            <a:r>
              <a:rPr lang="es-ES_tradnl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solution</a:t>
            </a:r>
            <a:r>
              <a:rPr lang="es-ES_tradnl" dirty="0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can </a:t>
            </a:r>
            <a:r>
              <a:rPr lang="es-ES_tradnl" b="1" dirty="0" err="1">
                <a:solidFill>
                  <a:schemeClr val="bg1">
                    <a:lumMod val="5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detect</a:t>
            </a:r>
            <a:endParaRPr lang="es-ES_tradnl" b="1" dirty="0">
              <a:solidFill>
                <a:schemeClr val="bg1">
                  <a:lumMod val="50000"/>
                </a:schemeClr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43" name="Título 1">
            <a:extLst>
              <a:ext uri="{FF2B5EF4-FFF2-40B4-BE49-F238E27FC236}">
                <a16:creationId xmlns:a16="http://schemas.microsoft.com/office/drawing/2014/main" id="{D4B34BAF-5302-7FC2-6257-ABFAFD5E4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Evaluation Process</a:t>
            </a:r>
            <a:endParaRPr lang="en-US" noProof="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47" name="Gráfico 46">
            <a:extLst>
              <a:ext uri="{FF2B5EF4-FFF2-40B4-BE49-F238E27FC236}">
                <a16:creationId xmlns:a16="http://schemas.microsoft.com/office/drawing/2014/main" id="{A96EEF1E-D61E-091E-7788-231C2762C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34506" y="2715323"/>
            <a:ext cx="1512729" cy="1944937"/>
          </a:xfrm>
          <a:prstGeom prst="rect">
            <a:avLst/>
          </a:prstGeom>
        </p:spPr>
      </p:pic>
      <p:pic>
        <p:nvPicPr>
          <p:cNvPr id="49" name="Gráfico 48">
            <a:extLst>
              <a:ext uri="{FF2B5EF4-FFF2-40B4-BE49-F238E27FC236}">
                <a16:creationId xmlns:a16="http://schemas.microsoft.com/office/drawing/2014/main" id="{881E573A-2433-2FBA-1544-B6CB09B7DA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9894" y="2693021"/>
            <a:ext cx="1611105" cy="1944937"/>
          </a:xfrm>
          <a:prstGeom prst="rect">
            <a:avLst/>
          </a:prstGeom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7C05C315-D80B-5143-0BF2-D9DC1FE02AA8}"/>
              </a:ext>
            </a:extLst>
          </p:cNvPr>
          <p:cNvSpPr txBox="1"/>
          <p:nvPr/>
        </p:nvSpPr>
        <p:spPr>
          <a:xfrm>
            <a:off x="0" y="6322295"/>
            <a:ext cx="85037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400" dirty="0"/>
              <a:t>García-Fernández, A., Parejo, J. A., Cavero, F. J., &amp; Ruiz-Cortés, A. (2024, </a:t>
            </a:r>
            <a:r>
              <a:rPr lang="es-ES" sz="1400" dirty="0" err="1"/>
              <a:t>December</a:t>
            </a:r>
            <a:r>
              <a:rPr lang="es-ES" sz="1400" dirty="0"/>
              <a:t>). Racing </a:t>
            </a:r>
            <a:r>
              <a:rPr lang="es-ES" sz="1400" dirty="0" err="1"/>
              <a:t>the</a:t>
            </a:r>
            <a:r>
              <a:rPr lang="es-ES" sz="1400" dirty="0"/>
              <a:t> </a:t>
            </a:r>
            <a:r>
              <a:rPr lang="es-ES" sz="1400" dirty="0" err="1"/>
              <a:t>market</a:t>
            </a:r>
            <a:r>
              <a:rPr lang="es-ES" sz="1400" dirty="0"/>
              <a:t>: </a:t>
            </a:r>
            <a:r>
              <a:rPr lang="es-ES" sz="1400" dirty="0" err="1"/>
              <a:t>An</a:t>
            </a:r>
            <a:r>
              <a:rPr lang="es-ES" sz="1400" dirty="0"/>
              <a:t> </a:t>
            </a:r>
            <a:r>
              <a:rPr lang="es-ES" sz="1400" dirty="0" err="1"/>
              <a:t>industry</a:t>
            </a:r>
            <a:r>
              <a:rPr lang="es-ES" sz="1400" dirty="0"/>
              <a:t> </a:t>
            </a:r>
            <a:r>
              <a:rPr lang="es-ES" sz="1400" dirty="0" err="1"/>
              <a:t>support</a:t>
            </a:r>
            <a:r>
              <a:rPr lang="es-ES" sz="1400" dirty="0"/>
              <a:t> </a:t>
            </a:r>
          </a:p>
          <a:p>
            <a:r>
              <a:rPr lang="es-ES" sz="1400" dirty="0" err="1"/>
              <a:t>analysis</a:t>
            </a:r>
            <a:r>
              <a:rPr lang="es-ES" sz="1400" dirty="0"/>
              <a:t> </a:t>
            </a:r>
            <a:r>
              <a:rPr lang="es-ES" sz="1400" dirty="0" err="1"/>
              <a:t>for</a:t>
            </a:r>
            <a:r>
              <a:rPr lang="es-ES" sz="1400" dirty="0"/>
              <a:t> </a:t>
            </a:r>
            <a:r>
              <a:rPr lang="es-ES" sz="1400" dirty="0" err="1"/>
              <a:t>pricing-driven</a:t>
            </a:r>
            <a:r>
              <a:rPr lang="es-ES" sz="1400" dirty="0"/>
              <a:t> </a:t>
            </a:r>
            <a:r>
              <a:rPr lang="es-ES" sz="1400" dirty="0" err="1"/>
              <a:t>devops</a:t>
            </a:r>
            <a:r>
              <a:rPr lang="es-ES" sz="1400" dirty="0"/>
              <a:t> in SaaS. In </a:t>
            </a:r>
            <a:r>
              <a:rPr lang="es-ES" sz="1400" i="1" dirty="0"/>
              <a:t>International </a:t>
            </a:r>
            <a:r>
              <a:rPr lang="es-ES" sz="1400" i="1" dirty="0" err="1"/>
              <a:t>Conference</a:t>
            </a:r>
            <a:r>
              <a:rPr lang="es-ES" sz="1400" i="1" dirty="0"/>
              <a:t> </a:t>
            </a:r>
            <a:r>
              <a:rPr lang="es-ES" sz="1400" i="1" dirty="0" err="1"/>
              <a:t>on</a:t>
            </a:r>
            <a:r>
              <a:rPr lang="es-ES" sz="1400" i="1" dirty="0"/>
              <a:t> </a:t>
            </a:r>
            <a:r>
              <a:rPr lang="es-ES" sz="1400" i="1" dirty="0" err="1"/>
              <a:t>Service-Oriented</a:t>
            </a:r>
            <a:r>
              <a:rPr lang="es-ES" sz="1400" i="1" dirty="0"/>
              <a:t> Computing</a:t>
            </a:r>
            <a:r>
              <a:rPr lang="es-ES" sz="1400" dirty="0"/>
              <a:t> (pp. 260-275). </a:t>
            </a:r>
            <a:endParaRPr lang="es-ES_tradnl" sz="1400" dirty="0"/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21A496EF-8D16-6B78-465D-447D8B23948D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24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60996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BC4F6A-9F73-837C-4383-D2DCDE733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73309B17-6A4F-5E97-75B7-675B581CCEEF}"/>
              </a:ext>
            </a:extLst>
          </p:cNvPr>
          <p:cNvSpPr/>
          <p:nvPr/>
        </p:nvSpPr>
        <p:spPr>
          <a:xfrm>
            <a:off x="6272403" y="10199"/>
            <a:ext cx="5919596" cy="6858000"/>
          </a:xfrm>
          <a:prstGeom prst="rect">
            <a:avLst/>
          </a:prstGeom>
          <a:solidFill>
            <a:srgbClr val="F8D0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0BBF021-520B-22A0-E6FA-19F0055D2CED}"/>
              </a:ext>
            </a:extLst>
          </p:cNvPr>
          <p:cNvSpPr/>
          <p:nvPr/>
        </p:nvSpPr>
        <p:spPr>
          <a:xfrm>
            <a:off x="1" y="0"/>
            <a:ext cx="6272402" cy="6858000"/>
          </a:xfrm>
          <a:prstGeom prst="rect">
            <a:avLst/>
          </a:prstGeom>
          <a:solidFill>
            <a:srgbClr val="FFF1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3D79A502-E680-4546-C722-7A87CBF6CD86}"/>
              </a:ext>
            </a:extLst>
          </p:cNvPr>
          <p:cNvGrpSpPr/>
          <p:nvPr/>
        </p:nvGrpSpPr>
        <p:grpSpPr>
          <a:xfrm>
            <a:off x="737642" y="1513682"/>
            <a:ext cx="1440000" cy="1440000"/>
            <a:chOff x="737642" y="1513682"/>
            <a:chExt cx="1440000" cy="1440000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0AEC3BC6-BF50-5034-4D2B-C30A9916D51A}"/>
                </a:ext>
              </a:extLst>
            </p:cNvPr>
            <p:cNvSpPr/>
            <p:nvPr/>
          </p:nvSpPr>
          <p:spPr>
            <a:xfrm>
              <a:off x="737642" y="1513682"/>
              <a:ext cx="1440000" cy="1440000"/>
            </a:xfrm>
            <a:prstGeom prst="ellipse">
              <a:avLst/>
            </a:prstGeom>
            <a:solidFill>
              <a:srgbClr val="FFE18B"/>
            </a:solidFill>
            <a:ln>
              <a:solidFill>
                <a:srgbClr val="FAB7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0BE6E4C9-1D7F-793E-D2FC-66E53AB308A1}"/>
                </a:ext>
              </a:extLst>
            </p:cNvPr>
            <p:cNvSpPr/>
            <p:nvPr/>
          </p:nvSpPr>
          <p:spPr>
            <a:xfrm>
              <a:off x="946731" y="1864350"/>
              <a:ext cx="102182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30</a:t>
              </a:r>
            </a:p>
            <a:p>
              <a:pPr algn="ctr"/>
              <a:r>
                <a:rPr lang="en-US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SaaS</a:t>
              </a:r>
              <a:endParaRPr lang="en-US" sz="2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EA319396-27CD-8E52-A3C4-608D7E2905F7}"/>
              </a:ext>
            </a:extLst>
          </p:cNvPr>
          <p:cNvGrpSpPr/>
          <p:nvPr/>
        </p:nvGrpSpPr>
        <p:grpSpPr>
          <a:xfrm>
            <a:off x="3386566" y="1633945"/>
            <a:ext cx="1800000" cy="1800000"/>
            <a:chOff x="3822812" y="2711339"/>
            <a:chExt cx="1800000" cy="1800000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323DEC72-D241-4049-F59E-2B63D3C0890C}"/>
                </a:ext>
              </a:extLst>
            </p:cNvPr>
            <p:cNvSpPr/>
            <p:nvPr/>
          </p:nvSpPr>
          <p:spPr>
            <a:xfrm>
              <a:off x="3822812" y="2711339"/>
              <a:ext cx="1800000" cy="1800000"/>
            </a:xfrm>
            <a:prstGeom prst="ellipse">
              <a:avLst/>
            </a:prstGeom>
            <a:solidFill>
              <a:srgbClr val="FFE18B"/>
            </a:solidFill>
            <a:ln>
              <a:solidFill>
                <a:srgbClr val="FAB7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0BDFE381-718E-0473-15CC-E771F61F2D71}"/>
                </a:ext>
              </a:extLst>
            </p:cNvPr>
            <p:cNvSpPr/>
            <p:nvPr/>
          </p:nvSpPr>
          <p:spPr>
            <a:xfrm>
              <a:off x="4124240" y="3161503"/>
              <a:ext cx="1197144" cy="892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3200" b="1" noProof="0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162</a:t>
              </a:r>
              <a:endParaRPr lang="en-US" sz="2400" b="1" noProof="0" dirty="0">
                <a:solidFill>
                  <a:srgbClr val="89153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ctr"/>
              <a:r>
                <a:rPr lang="en-US" sz="2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pricings</a:t>
              </a:r>
              <a:endParaRPr lang="en-US" sz="2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A14C4C9A-9DB5-3F5B-B00D-C32AF5996F50}"/>
              </a:ext>
            </a:extLst>
          </p:cNvPr>
          <p:cNvGrpSpPr/>
          <p:nvPr/>
        </p:nvGrpSpPr>
        <p:grpSpPr>
          <a:xfrm>
            <a:off x="1457642" y="3486641"/>
            <a:ext cx="1440000" cy="1440000"/>
            <a:chOff x="737642" y="3606394"/>
            <a:chExt cx="1440000" cy="1440000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E0B68422-C474-9879-7B4C-FC0491D0BAB7}"/>
                </a:ext>
              </a:extLst>
            </p:cNvPr>
            <p:cNvSpPr/>
            <p:nvPr/>
          </p:nvSpPr>
          <p:spPr>
            <a:xfrm>
              <a:off x="737642" y="3606394"/>
              <a:ext cx="1440000" cy="1440000"/>
            </a:xfrm>
            <a:prstGeom prst="ellipse">
              <a:avLst/>
            </a:prstGeom>
            <a:solidFill>
              <a:srgbClr val="FFE18B"/>
            </a:solidFill>
            <a:ln>
              <a:solidFill>
                <a:srgbClr val="FAB7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D8E91FF6-ABB1-DCB3-8C27-BDA7B2C434B1}"/>
                </a:ext>
              </a:extLst>
            </p:cNvPr>
            <p:cNvSpPr/>
            <p:nvPr/>
          </p:nvSpPr>
          <p:spPr>
            <a:xfrm>
              <a:off x="953666" y="3922687"/>
              <a:ext cx="102182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6</a:t>
              </a:r>
              <a:endParaRPr lang="en-US" sz="2400" b="1" noProof="0" dirty="0">
                <a:solidFill>
                  <a:srgbClr val="89153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ctr"/>
              <a:r>
                <a:rPr lang="en-US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years</a:t>
              </a:r>
              <a:endParaRPr lang="en-US" sz="2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99E096D3-5200-5B44-4D34-88EB74141DCD}"/>
              </a:ext>
            </a:extLst>
          </p:cNvPr>
          <p:cNvGrpSpPr/>
          <p:nvPr/>
        </p:nvGrpSpPr>
        <p:grpSpPr>
          <a:xfrm>
            <a:off x="3453334" y="3846642"/>
            <a:ext cx="2160000" cy="2160000"/>
            <a:chOff x="2897205" y="4324055"/>
            <a:chExt cx="2160000" cy="2160000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8E1E6CC2-FF90-92B4-0CAA-33CEB5A28D19}"/>
                </a:ext>
              </a:extLst>
            </p:cNvPr>
            <p:cNvSpPr/>
            <p:nvPr/>
          </p:nvSpPr>
          <p:spPr>
            <a:xfrm>
              <a:off x="2897205" y="4324055"/>
              <a:ext cx="2160000" cy="2160000"/>
            </a:xfrm>
            <a:prstGeom prst="ellipse">
              <a:avLst/>
            </a:prstGeom>
            <a:solidFill>
              <a:srgbClr val="FFE18B"/>
            </a:solidFill>
            <a:ln>
              <a:solidFill>
                <a:srgbClr val="FAB7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9997458A-6296-2FD5-720C-C62F4A3C27DA}"/>
                </a:ext>
              </a:extLst>
            </p:cNvPr>
            <p:cNvSpPr/>
            <p:nvPr/>
          </p:nvSpPr>
          <p:spPr>
            <a:xfrm>
              <a:off x="3053855" y="4927001"/>
              <a:ext cx="1846700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3600" b="1" noProof="0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24223</a:t>
              </a:r>
              <a:endParaRPr lang="en-US" sz="2400" b="1" noProof="0" dirty="0">
                <a:solidFill>
                  <a:srgbClr val="89153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ctr"/>
              <a:r>
                <a:rPr lang="en-US" sz="2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configurations</a:t>
              </a:r>
              <a:endParaRPr lang="en-US" sz="2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pic>
        <p:nvPicPr>
          <p:cNvPr id="28" name="Imagen 27" descr="Dibujo en fondo negro&#10;&#10;El contenido generado por IA puede ser incorrecto.">
            <a:extLst>
              <a:ext uri="{FF2B5EF4-FFF2-40B4-BE49-F238E27FC236}">
                <a16:creationId xmlns:a16="http://schemas.microsoft.com/office/drawing/2014/main" id="{42C4B810-ECC6-53A8-EEB5-5D20EF5A0A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51" y="6440323"/>
            <a:ext cx="1255891" cy="282575"/>
          </a:xfrm>
          <a:prstGeom prst="rect">
            <a:avLst/>
          </a:prstGeom>
        </p:spPr>
      </p:pic>
      <p:pic>
        <p:nvPicPr>
          <p:cNvPr id="30" name="Imagen 29" descr="Logotipo&#10;&#10;El contenido generado por IA puede ser incorrecto.">
            <a:extLst>
              <a:ext uri="{FF2B5EF4-FFF2-40B4-BE49-F238E27FC236}">
                <a16:creationId xmlns:a16="http://schemas.microsoft.com/office/drawing/2014/main" id="{6DBFD847-ECBC-D013-8EC6-342715E04EC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666" y="6348021"/>
            <a:ext cx="1440000" cy="467177"/>
          </a:xfrm>
          <a:prstGeom prst="rect">
            <a:avLst/>
          </a:prstGeom>
        </p:spPr>
      </p:pic>
      <p:pic>
        <p:nvPicPr>
          <p:cNvPr id="32" name="Imagen 31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A6D0A639-9F11-E0FC-47AE-FE4660EB6A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923" y="6360789"/>
            <a:ext cx="1440000" cy="362109"/>
          </a:xfrm>
          <a:prstGeom prst="rect">
            <a:avLst/>
          </a:prstGeom>
        </p:spPr>
      </p:pic>
      <p:pic>
        <p:nvPicPr>
          <p:cNvPr id="34" name="Imagen 33" descr="Logotipo&#10;&#10;El contenido generado por IA puede ser incorrecto.">
            <a:extLst>
              <a:ext uri="{FF2B5EF4-FFF2-40B4-BE49-F238E27FC236}">
                <a16:creationId xmlns:a16="http://schemas.microsoft.com/office/drawing/2014/main" id="{1D504C0E-2FE6-7FFF-80DB-B29FAFFF2C7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960" y="5705152"/>
            <a:ext cx="1926765" cy="714187"/>
          </a:xfrm>
          <a:prstGeom prst="rect">
            <a:avLst/>
          </a:prstGeom>
        </p:spPr>
      </p:pic>
      <p:pic>
        <p:nvPicPr>
          <p:cNvPr id="42" name="Imagen 41" descr="Logotipo&#10;&#10;El contenido generado por IA puede ser incorrecto.">
            <a:extLst>
              <a:ext uri="{FF2B5EF4-FFF2-40B4-BE49-F238E27FC236}">
                <a16:creationId xmlns:a16="http://schemas.microsoft.com/office/drawing/2014/main" id="{4A052DFF-0D14-E3F7-B011-E6A3B36867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0" y="5758915"/>
            <a:ext cx="1926765" cy="495453"/>
          </a:xfrm>
          <a:prstGeom prst="rect">
            <a:avLst/>
          </a:prstGeom>
        </p:spPr>
      </p:pic>
      <p:pic>
        <p:nvPicPr>
          <p:cNvPr id="44" name="Imagen 43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B74B1B26-83E9-CF1E-B64D-5102FCF508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220" y="5993203"/>
            <a:ext cx="1050244" cy="735171"/>
          </a:xfrm>
          <a:prstGeom prst="rect">
            <a:avLst/>
          </a:prstGeom>
        </p:spPr>
      </p:pic>
      <p:pic>
        <p:nvPicPr>
          <p:cNvPr id="48" name="Imagen 47" descr="Icono&#10;&#10;El contenido generado por IA puede ser incorrecto.">
            <a:extLst>
              <a:ext uri="{FF2B5EF4-FFF2-40B4-BE49-F238E27FC236}">
                <a16:creationId xmlns:a16="http://schemas.microsoft.com/office/drawing/2014/main" id="{E17B2B60-BDDB-5CB3-FD2E-DE3EFE9D611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42" y="5167865"/>
            <a:ext cx="1260938" cy="494485"/>
          </a:xfrm>
          <a:prstGeom prst="rect">
            <a:avLst/>
          </a:prstGeom>
        </p:spPr>
      </p:pic>
      <p:sp>
        <p:nvSpPr>
          <p:cNvPr id="20" name="Título 1">
            <a:extLst>
              <a:ext uri="{FF2B5EF4-FFF2-40B4-BE49-F238E27FC236}">
                <a16:creationId xmlns:a16="http://schemas.microsoft.com/office/drawing/2014/main" id="{BAFA47E6-FF03-A3C4-53D8-23569F629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Evaluating Pricing Validity on a State-of-the-art Dataset</a:t>
            </a: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8A8E4F4D-E7A1-CEEF-C084-462D1FF1E7EE}"/>
              </a:ext>
            </a:extLst>
          </p:cNvPr>
          <p:cNvSpPr txBox="1">
            <a:spLocks/>
          </p:cNvSpPr>
          <p:nvPr/>
        </p:nvSpPr>
        <p:spPr>
          <a:xfrm>
            <a:off x="609600" y="707629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182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(Stage one)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6CC08E84-3F4F-8FEC-C830-0A705303115F}"/>
              </a:ext>
            </a:extLst>
          </p:cNvPr>
          <p:cNvSpPr txBox="1"/>
          <p:nvPr/>
        </p:nvSpPr>
        <p:spPr>
          <a:xfrm>
            <a:off x="6646651" y="1513973"/>
            <a:ext cx="526935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6600" b="1" dirty="0">
                <a:solidFill>
                  <a:srgbClr val="8915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+20% </a:t>
            </a:r>
            <a:r>
              <a:rPr lang="es-ES_tradnl" sz="32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contain</a:t>
            </a:r>
            <a:r>
              <a:rPr lang="es-ES_tradnl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32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errors</a:t>
            </a:r>
            <a:endParaRPr lang="es-ES_tradnl" sz="6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54EACE3D-ABF3-A4EB-AE16-C5172C3F0C8F}"/>
              </a:ext>
            </a:extLst>
          </p:cNvPr>
          <p:cNvSpPr txBox="1"/>
          <p:nvPr/>
        </p:nvSpPr>
        <p:spPr>
          <a:xfrm>
            <a:off x="6767814" y="2730660"/>
            <a:ext cx="52693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_tradnl" sz="44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25</a:t>
            </a:r>
            <a:r>
              <a:rPr lang="es-ES_tradnl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linked</a:t>
            </a:r>
            <a:r>
              <a:rPr lang="es-ES_tradnl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features</a:t>
            </a:r>
            <a:r>
              <a:rPr lang="es-ES_tradnl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mismatches</a:t>
            </a:r>
            <a:endParaRPr lang="es-ES_tradnl" sz="6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82563358-72E1-26BF-4D73-0A45F0B2F45F}"/>
              </a:ext>
            </a:extLst>
          </p:cNvPr>
          <p:cNvSpPr txBox="1"/>
          <p:nvPr/>
        </p:nvSpPr>
        <p:spPr>
          <a:xfrm>
            <a:off x="6790249" y="3545930"/>
            <a:ext cx="52693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_tradnl" sz="44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</a:t>
            </a:r>
            <a:r>
              <a:rPr lang="es-ES_tradnl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incorrect</a:t>
            </a:r>
            <a:r>
              <a:rPr lang="es-ES_tradnl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feature</a:t>
            </a:r>
            <a:r>
              <a:rPr lang="es-ES_tradnl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definitions</a:t>
            </a:r>
            <a:endParaRPr lang="es-ES_tradnl" sz="6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E153D507-DE8B-0ECB-46C0-35CD26F5AFB6}"/>
              </a:ext>
            </a:extLst>
          </p:cNvPr>
          <p:cNvSpPr txBox="1"/>
          <p:nvPr/>
        </p:nvSpPr>
        <p:spPr>
          <a:xfrm>
            <a:off x="6790249" y="4325570"/>
            <a:ext cx="52693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_tradnl" sz="44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es-ES_tradnl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future </a:t>
            </a:r>
            <a:r>
              <a:rPr lang="es-ES_tradnl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</a:t>
            </a:r>
            <a:r>
              <a:rPr lang="es-ES_tradnl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date</a:t>
            </a:r>
            <a:endParaRPr lang="es-ES_tradnl" sz="6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A9B0CC9B-5E38-BE8A-5959-3F3EAD5DB632}"/>
              </a:ext>
            </a:extLst>
          </p:cNvPr>
          <p:cNvSpPr txBox="1"/>
          <p:nvPr/>
        </p:nvSpPr>
        <p:spPr>
          <a:xfrm>
            <a:off x="6813549" y="5095011"/>
            <a:ext cx="52693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_tradnl" sz="44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es-ES_tradnl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without</a:t>
            </a:r>
            <a:r>
              <a:rPr lang="es-ES_tradnl" sz="24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prices</a:t>
            </a:r>
            <a:endParaRPr lang="es-ES_tradnl" sz="6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cxnSp>
        <p:nvCxnSpPr>
          <p:cNvPr id="39" name="Conector recto 38">
            <a:extLst>
              <a:ext uri="{FF2B5EF4-FFF2-40B4-BE49-F238E27FC236}">
                <a16:creationId xmlns:a16="http://schemas.microsoft.com/office/drawing/2014/main" id="{D3B56337-AFF6-0862-F329-3F49ED096F42}"/>
              </a:ext>
            </a:extLst>
          </p:cNvPr>
          <p:cNvCxnSpPr/>
          <p:nvPr/>
        </p:nvCxnSpPr>
        <p:spPr>
          <a:xfrm>
            <a:off x="7281746" y="3486641"/>
            <a:ext cx="463425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ector recto 39">
            <a:extLst>
              <a:ext uri="{FF2B5EF4-FFF2-40B4-BE49-F238E27FC236}">
                <a16:creationId xmlns:a16="http://schemas.microsoft.com/office/drawing/2014/main" id="{35F7ECF0-3DB2-22C2-DE7E-4FA9E403C791}"/>
              </a:ext>
            </a:extLst>
          </p:cNvPr>
          <p:cNvCxnSpPr>
            <a:cxnSpLocks/>
          </p:cNvCxnSpPr>
          <p:nvPr/>
        </p:nvCxnSpPr>
        <p:spPr>
          <a:xfrm>
            <a:off x="7281746" y="4315371"/>
            <a:ext cx="4300654" cy="101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recto 40">
            <a:extLst>
              <a:ext uri="{FF2B5EF4-FFF2-40B4-BE49-F238E27FC236}">
                <a16:creationId xmlns:a16="http://schemas.microsoft.com/office/drawing/2014/main" id="{4DB16E1E-FBE9-4A9A-8CA1-152C4A40501F}"/>
              </a:ext>
            </a:extLst>
          </p:cNvPr>
          <p:cNvCxnSpPr>
            <a:cxnSpLocks/>
          </p:cNvCxnSpPr>
          <p:nvPr/>
        </p:nvCxnSpPr>
        <p:spPr>
          <a:xfrm>
            <a:off x="7281746" y="5095011"/>
            <a:ext cx="33788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CuadroTexto 46">
            <a:extLst>
              <a:ext uri="{FF2B5EF4-FFF2-40B4-BE49-F238E27FC236}">
                <a16:creationId xmlns:a16="http://schemas.microsoft.com/office/drawing/2014/main" id="{EA875F50-B5D7-D76B-7FCD-A7874124EC6E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25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71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31" grpId="0"/>
      <p:bldP spid="35" grpId="0"/>
      <p:bldP spid="36" grpId="0"/>
      <p:bldP spid="37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0C0A2-619B-BD78-BB1D-C00D9BA1E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2870529B-992C-BB47-C147-8D3D31452E78}"/>
              </a:ext>
            </a:extLst>
          </p:cNvPr>
          <p:cNvSpPr/>
          <p:nvPr/>
        </p:nvSpPr>
        <p:spPr>
          <a:xfrm>
            <a:off x="6272403" y="10199"/>
            <a:ext cx="5919596" cy="6858000"/>
          </a:xfrm>
          <a:prstGeom prst="rect">
            <a:avLst/>
          </a:prstGeom>
          <a:solidFill>
            <a:srgbClr val="F8D0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2741E834-1564-5A89-F476-D74E2560EBB2}"/>
              </a:ext>
            </a:extLst>
          </p:cNvPr>
          <p:cNvSpPr/>
          <p:nvPr/>
        </p:nvSpPr>
        <p:spPr>
          <a:xfrm>
            <a:off x="1" y="0"/>
            <a:ext cx="6272402" cy="6858000"/>
          </a:xfrm>
          <a:prstGeom prst="rect">
            <a:avLst/>
          </a:prstGeom>
          <a:solidFill>
            <a:srgbClr val="FFF1C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upo 23">
            <a:extLst>
              <a:ext uri="{FF2B5EF4-FFF2-40B4-BE49-F238E27FC236}">
                <a16:creationId xmlns:a16="http://schemas.microsoft.com/office/drawing/2014/main" id="{8C8D04A7-E3C8-4BEE-4BA3-2AA0324A5350}"/>
              </a:ext>
            </a:extLst>
          </p:cNvPr>
          <p:cNvGrpSpPr/>
          <p:nvPr/>
        </p:nvGrpSpPr>
        <p:grpSpPr>
          <a:xfrm>
            <a:off x="737642" y="1513682"/>
            <a:ext cx="1440000" cy="1440000"/>
            <a:chOff x="737642" y="1513682"/>
            <a:chExt cx="1440000" cy="1440000"/>
          </a:xfrm>
        </p:grpSpPr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378FF714-289B-FAF2-326B-EB1AB84954C1}"/>
                </a:ext>
              </a:extLst>
            </p:cNvPr>
            <p:cNvSpPr/>
            <p:nvPr/>
          </p:nvSpPr>
          <p:spPr>
            <a:xfrm>
              <a:off x="737642" y="1513682"/>
              <a:ext cx="1440000" cy="1440000"/>
            </a:xfrm>
            <a:prstGeom prst="ellipse">
              <a:avLst/>
            </a:prstGeom>
            <a:solidFill>
              <a:srgbClr val="FFE18B"/>
            </a:solidFill>
            <a:ln>
              <a:solidFill>
                <a:srgbClr val="FAB7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F0116EED-312E-340B-AD9C-5C7C6F71E7BA}"/>
                </a:ext>
              </a:extLst>
            </p:cNvPr>
            <p:cNvSpPr/>
            <p:nvPr/>
          </p:nvSpPr>
          <p:spPr>
            <a:xfrm>
              <a:off x="946731" y="1864350"/>
              <a:ext cx="102182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noProof="0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30</a:t>
              </a:r>
            </a:p>
            <a:p>
              <a:pPr algn="ctr"/>
              <a:r>
                <a:rPr lang="en-US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SaaS</a:t>
              </a:r>
              <a:endParaRPr lang="en-US" sz="2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86651339-FE48-396B-6D73-F3894EDE5668}"/>
              </a:ext>
            </a:extLst>
          </p:cNvPr>
          <p:cNvGrpSpPr/>
          <p:nvPr/>
        </p:nvGrpSpPr>
        <p:grpSpPr>
          <a:xfrm>
            <a:off x="3386566" y="1633945"/>
            <a:ext cx="1800000" cy="1800000"/>
            <a:chOff x="3822812" y="2711339"/>
            <a:chExt cx="1800000" cy="1800000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AB79D021-5D24-825D-1691-D216EEE68B45}"/>
                </a:ext>
              </a:extLst>
            </p:cNvPr>
            <p:cNvSpPr/>
            <p:nvPr/>
          </p:nvSpPr>
          <p:spPr>
            <a:xfrm>
              <a:off x="3822812" y="2711339"/>
              <a:ext cx="1800000" cy="1800000"/>
            </a:xfrm>
            <a:prstGeom prst="ellipse">
              <a:avLst/>
            </a:prstGeom>
            <a:solidFill>
              <a:srgbClr val="FFE18B"/>
            </a:solidFill>
            <a:ln>
              <a:solidFill>
                <a:srgbClr val="FAB7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EE378B5C-012A-64C8-8B2D-2B1D93C18853}"/>
                </a:ext>
              </a:extLst>
            </p:cNvPr>
            <p:cNvSpPr/>
            <p:nvPr/>
          </p:nvSpPr>
          <p:spPr>
            <a:xfrm>
              <a:off x="4124240" y="3161503"/>
              <a:ext cx="1197144" cy="89255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3200" b="1" noProof="0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162</a:t>
              </a:r>
              <a:endParaRPr lang="en-US" sz="2400" b="1" noProof="0" dirty="0">
                <a:solidFill>
                  <a:srgbClr val="89153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ctr"/>
              <a:r>
                <a:rPr lang="en-US" sz="2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pricings</a:t>
              </a:r>
              <a:endParaRPr lang="en-US" sz="2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25" name="Grupo 24">
            <a:extLst>
              <a:ext uri="{FF2B5EF4-FFF2-40B4-BE49-F238E27FC236}">
                <a16:creationId xmlns:a16="http://schemas.microsoft.com/office/drawing/2014/main" id="{DC60A385-5799-7712-2E18-4D7E50182CC9}"/>
              </a:ext>
            </a:extLst>
          </p:cNvPr>
          <p:cNvGrpSpPr/>
          <p:nvPr/>
        </p:nvGrpSpPr>
        <p:grpSpPr>
          <a:xfrm>
            <a:off x="1457642" y="3486641"/>
            <a:ext cx="1440000" cy="1440000"/>
            <a:chOff x="737642" y="3606394"/>
            <a:chExt cx="1440000" cy="1440000"/>
          </a:xfrm>
        </p:grpSpPr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097296D8-066D-9DE1-6C20-DEE8B43E2C46}"/>
                </a:ext>
              </a:extLst>
            </p:cNvPr>
            <p:cNvSpPr/>
            <p:nvPr/>
          </p:nvSpPr>
          <p:spPr>
            <a:xfrm>
              <a:off x="737642" y="3606394"/>
              <a:ext cx="1440000" cy="1440000"/>
            </a:xfrm>
            <a:prstGeom prst="ellipse">
              <a:avLst/>
            </a:prstGeom>
            <a:solidFill>
              <a:srgbClr val="FFE18B"/>
            </a:solidFill>
            <a:ln>
              <a:solidFill>
                <a:srgbClr val="FAB7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C3E74E00-89FA-2583-AC77-F32C6729B617}"/>
                </a:ext>
              </a:extLst>
            </p:cNvPr>
            <p:cNvSpPr/>
            <p:nvPr/>
          </p:nvSpPr>
          <p:spPr>
            <a:xfrm>
              <a:off x="953666" y="3922687"/>
              <a:ext cx="1021822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6</a:t>
              </a:r>
              <a:endParaRPr lang="en-US" sz="2400" b="1" noProof="0" dirty="0">
                <a:solidFill>
                  <a:srgbClr val="89153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ctr"/>
              <a:r>
                <a:rPr lang="en-US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years</a:t>
              </a:r>
              <a:endParaRPr lang="en-US" sz="2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23" name="Grupo 22">
            <a:extLst>
              <a:ext uri="{FF2B5EF4-FFF2-40B4-BE49-F238E27FC236}">
                <a16:creationId xmlns:a16="http://schemas.microsoft.com/office/drawing/2014/main" id="{2FB21A94-DE1C-3B0C-2321-23923265ABFE}"/>
              </a:ext>
            </a:extLst>
          </p:cNvPr>
          <p:cNvGrpSpPr/>
          <p:nvPr/>
        </p:nvGrpSpPr>
        <p:grpSpPr>
          <a:xfrm>
            <a:off x="3453334" y="3846642"/>
            <a:ext cx="2160000" cy="2160000"/>
            <a:chOff x="2897205" y="4324055"/>
            <a:chExt cx="2160000" cy="2160000"/>
          </a:xfrm>
        </p:grpSpPr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BF6773C2-1297-5253-AD87-D9E45FE5B3E2}"/>
                </a:ext>
              </a:extLst>
            </p:cNvPr>
            <p:cNvSpPr/>
            <p:nvPr/>
          </p:nvSpPr>
          <p:spPr>
            <a:xfrm>
              <a:off x="2897205" y="4324055"/>
              <a:ext cx="2160000" cy="2160000"/>
            </a:xfrm>
            <a:prstGeom prst="ellipse">
              <a:avLst/>
            </a:prstGeom>
            <a:solidFill>
              <a:srgbClr val="FFE18B"/>
            </a:solidFill>
            <a:ln>
              <a:solidFill>
                <a:srgbClr val="FAB7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2" name="Rectángulo 21">
              <a:extLst>
                <a:ext uri="{FF2B5EF4-FFF2-40B4-BE49-F238E27FC236}">
                  <a16:creationId xmlns:a16="http://schemas.microsoft.com/office/drawing/2014/main" id="{BBBFDD94-6FBF-2F1F-7AD5-8225868552B4}"/>
                </a:ext>
              </a:extLst>
            </p:cNvPr>
            <p:cNvSpPr/>
            <p:nvPr/>
          </p:nvSpPr>
          <p:spPr>
            <a:xfrm>
              <a:off x="3053855" y="4927001"/>
              <a:ext cx="1846700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sz="3600" b="1" noProof="0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24223</a:t>
              </a:r>
              <a:endParaRPr lang="en-US" sz="2400" b="1" noProof="0" dirty="0">
                <a:solidFill>
                  <a:srgbClr val="891536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  <a:p>
              <a:pPr algn="ctr"/>
              <a:r>
                <a:rPr lang="en-US" sz="2000" noProof="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Roboto" panose="02000000000000000000" pitchFamily="2" charset="0"/>
                  <a:ea typeface="Roboto" panose="02000000000000000000" pitchFamily="2" charset="0"/>
                </a:rPr>
                <a:t>configurations</a:t>
              </a:r>
              <a:endParaRPr lang="en-US" sz="2400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pic>
        <p:nvPicPr>
          <p:cNvPr id="28" name="Imagen 27" descr="Dibujo en fondo negro&#10;&#10;El contenido generado por IA puede ser incorrecto.">
            <a:extLst>
              <a:ext uri="{FF2B5EF4-FFF2-40B4-BE49-F238E27FC236}">
                <a16:creationId xmlns:a16="http://schemas.microsoft.com/office/drawing/2014/main" id="{CDC7B782-B197-E77D-CE02-C836AECA0B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751" y="6440323"/>
            <a:ext cx="1255891" cy="282575"/>
          </a:xfrm>
          <a:prstGeom prst="rect">
            <a:avLst/>
          </a:prstGeom>
        </p:spPr>
      </p:pic>
      <p:pic>
        <p:nvPicPr>
          <p:cNvPr id="30" name="Imagen 29" descr="Logotipo&#10;&#10;El contenido generado por IA puede ser incorrecto.">
            <a:extLst>
              <a:ext uri="{FF2B5EF4-FFF2-40B4-BE49-F238E27FC236}">
                <a16:creationId xmlns:a16="http://schemas.microsoft.com/office/drawing/2014/main" id="{36AF95CC-99CE-4479-ACCB-D01A595E2FA4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666" y="6348021"/>
            <a:ext cx="1440000" cy="467177"/>
          </a:xfrm>
          <a:prstGeom prst="rect">
            <a:avLst/>
          </a:prstGeom>
        </p:spPr>
      </p:pic>
      <p:pic>
        <p:nvPicPr>
          <p:cNvPr id="32" name="Imagen 31" descr="Un dibujo animado con letras&#10;&#10;El contenido generado por IA puede ser incorrecto.">
            <a:extLst>
              <a:ext uri="{FF2B5EF4-FFF2-40B4-BE49-F238E27FC236}">
                <a16:creationId xmlns:a16="http://schemas.microsoft.com/office/drawing/2014/main" id="{67EFB832-B2E9-B07D-28B4-18C80744AA2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0923" y="6360789"/>
            <a:ext cx="1440000" cy="362109"/>
          </a:xfrm>
          <a:prstGeom prst="rect">
            <a:avLst/>
          </a:prstGeom>
        </p:spPr>
      </p:pic>
      <p:pic>
        <p:nvPicPr>
          <p:cNvPr id="34" name="Imagen 33" descr="Logotipo&#10;&#10;El contenido generado por IA puede ser incorrecto.">
            <a:extLst>
              <a:ext uri="{FF2B5EF4-FFF2-40B4-BE49-F238E27FC236}">
                <a16:creationId xmlns:a16="http://schemas.microsoft.com/office/drawing/2014/main" id="{F809B913-A84D-ECE9-5FC4-519E290B8B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960" y="5705152"/>
            <a:ext cx="1926765" cy="714187"/>
          </a:xfrm>
          <a:prstGeom prst="rect">
            <a:avLst/>
          </a:prstGeom>
        </p:spPr>
      </p:pic>
      <p:pic>
        <p:nvPicPr>
          <p:cNvPr id="42" name="Imagen 41" descr="Logotipo&#10;&#10;El contenido generado por IA puede ser incorrecto.">
            <a:extLst>
              <a:ext uri="{FF2B5EF4-FFF2-40B4-BE49-F238E27FC236}">
                <a16:creationId xmlns:a16="http://schemas.microsoft.com/office/drawing/2014/main" id="{1752A628-3F0C-7111-BE77-7BB50B432D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20" y="5758915"/>
            <a:ext cx="1926765" cy="495453"/>
          </a:xfrm>
          <a:prstGeom prst="rect">
            <a:avLst/>
          </a:prstGeom>
        </p:spPr>
      </p:pic>
      <p:pic>
        <p:nvPicPr>
          <p:cNvPr id="44" name="Imagen 43" descr="Imagen que contiene Icono&#10;&#10;El contenido generado por IA puede ser incorrecto.">
            <a:extLst>
              <a:ext uri="{FF2B5EF4-FFF2-40B4-BE49-F238E27FC236}">
                <a16:creationId xmlns:a16="http://schemas.microsoft.com/office/drawing/2014/main" id="{B5492CBE-41A5-89B2-8949-65AC9F4C995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3220" y="5993203"/>
            <a:ext cx="1050244" cy="735171"/>
          </a:xfrm>
          <a:prstGeom prst="rect">
            <a:avLst/>
          </a:prstGeom>
        </p:spPr>
      </p:pic>
      <p:pic>
        <p:nvPicPr>
          <p:cNvPr id="48" name="Imagen 47" descr="Icono&#10;&#10;El contenido generado por IA puede ser incorrecto.">
            <a:extLst>
              <a:ext uri="{FF2B5EF4-FFF2-40B4-BE49-F238E27FC236}">
                <a16:creationId xmlns:a16="http://schemas.microsoft.com/office/drawing/2014/main" id="{D157DA56-47D6-C076-AFC0-854BBB24DECA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642" y="5167865"/>
            <a:ext cx="1260938" cy="494485"/>
          </a:xfrm>
          <a:prstGeom prst="rect">
            <a:avLst/>
          </a:prstGeom>
        </p:spPr>
      </p:pic>
      <p:sp>
        <p:nvSpPr>
          <p:cNvPr id="20" name="Título 1">
            <a:extLst>
              <a:ext uri="{FF2B5EF4-FFF2-40B4-BE49-F238E27FC236}">
                <a16:creationId xmlns:a16="http://schemas.microsoft.com/office/drawing/2014/main" id="{5F958748-F594-76F6-D1CB-8D003F53E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</p:spPr>
        <p:txBody>
          <a:bodyPr/>
          <a:lstStyle/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</a:t>
            </a:r>
            <a:r>
              <a:rPr lang="en-US" noProof="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omparing</a:t>
            </a:r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Configuration Space Metrics with State-of-the-art</a:t>
            </a:r>
          </a:p>
        </p:txBody>
      </p:sp>
      <p:sp>
        <p:nvSpPr>
          <p:cNvPr id="27" name="Título 1">
            <a:extLst>
              <a:ext uri="{FF2B5EF4-FFF2-40B4-BE49-F238E27FC236}">
                <a16:creationId xmlns:a16="http://schemas.microsoft.com/office/drawing/2014/main" id="{BDC85304-6EFB-3F4A-602E-6BF8A64CA473}"/>
              </a:ext>
            </a:extLst>
          </p:cNvPr>
          <p:cNvSpPr txBox="1">
            <a:spLocks/>
          </p:cNvSpPr>
          <p:nvPr/>
        </p:nvSpPr>
        <p:spPr>
          <a:xfrm>
            <a:off x="609600" y="707629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182" rtl="0" eaLnBrk="1" latinLnBrk="0" hangingPunct="1">
              <a:spcBef>
                <a:spcPct val="0"/>
              </a:spcBef>
              <a:buNone/>
              <a:defRPr sz="2800" b="1" kern="120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(Stage one)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04B481B8-465A-CCFA-2BB7-21935CDE5867}"/>
              </a:ext>
            </a:extLst>
          </p:cNvPr>
          <p:cNvGrpSpPr/>
          <p:nvPr/>
        </p:nvGrpSpPr>
        <p:grpSpPr>
          <a:xfrm>
            <a:off x="8023109" y="1864350"/>
            <a:ext cx="2495225" cy="3693234"/>
            <a:chOff x="8023109" y="1864350"/>
            <a:chExt cx="2495225" cy="3693234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97595D08-BDB6-8D6A-01F3-E8AF4880355B}"/>
                </a:ext>
              </a:extLst>
            </p:cNvPr>
            <p:cNvSpPr txBox="1"/>
            <p:nvPr/>
          </p:nvSpPr>
          <p:spPr>
            <a:xfrm>
              <a:off x="8185086" y="4449588"/>
              <a:ext cx="233324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6600" b="1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100%</a:t>
              </a:r>
              <a:endParaRPr lang="es-ES_tradnl" sz="6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90FFA5B1-ACF1-1EDE-79B2-96141B4C0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8023109" y="1864350"/>
              <a:ext cx="2495225" cy="2495225"/>
            </a:xfrm>
            <a:prstGeom prst="rect">
              <a:avLst/>
            </a:prstGeom>
          </p:spPr>
        </p:pic>
      </p:grpSp>
      <p:sp>
        <p:nvSpPr>
          <p:cNvPr id="9" name="CuadroTexto 8">
            <a:extLst>
              <a:ext uri="{FF2B5EF4-FFF2-40B4-BE49-F238E27FC236}">
                <a16:creationId xmlns:a16="http://schemas.microsoft.com/office/drawing/2014/main" id="{AF1C5220-5AC4-FA9F-62EF-A1B7203B28EF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25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1359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79C67FAF-C430-55A2-58C8-790D19B95A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6478"/>
            <a:ext cx="10972800" cy="972170"/>
          </a:xfrm>
        </p:spPr>
        <p:txBody>
          <a:bodyPr/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Design of Pricing Inconsistencies Benchmark</a:t>
            </a:r>
            <a:b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(Stage two) 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FE0C5B76-A872-EB19-B33F-60AE8F1F5C0A}"/>
              </a:ext>
            </a:extLst>
          </p:cNvPr>
          <p:cNvGrpSpPr/>
          <p:nvPr/>
        </p:nvGrpSpPr>
        <p:grpSpPr>
          <a:xfrm>
            <a:off x="382912" y="1475343"/>
            <a:ext cx="1557400" cy="1393370"/>
            <a:chOff x="3806337" y="1374982"/>
            <a:chExt cx="1557400" cy="1393370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8F510F19-B9CA-B572-E9CF-14C01C58A2A5}"/>
                </a:ext>
              </a:extLst>
            </p:cNvPr>
            <p:cNvGrpSpPr/>
            <p:nvPr/>
          </p:nvGrpSpPr>
          <p:grpSpPr>
            <a:xfrm>
              <a:off x="3854914" y="1374982"/>
              <a:ext cx="1508823" cy="1085544"/>
              <a:chOff x="3854914" y="1616520"/>
              <a:chExt cx="1508823" cy="1085544"/>
            </a:xfrm>
          </p:grpSpPr>
          <p:pic>
            <p:nvPicPr>
              <p:cNvPr id="8" name="Imagen 7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5CE39CA4-07D8-B3A5-F6A8-C3DBB4C1DA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54914" y="1616594"/>
                <a:ext cx="1508823" cy="1061291"/>
              </a:xfrm>
              <a:prstGeom prst="rect">
                <a:avLst/>
              </a:prstGeom>
            </p:spPr>
          </p:pic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A15E849C-EA10-A104-AAA7-0794312A6B62}"/>
                  </a:ext>
                </a:extLst>
              </p:cNvPr>
              <p:cNvSpPr/>
              <p:nvPr/>
            </p:nvSpPr>
            <p:spPr>
              <a:xfrm>
                <a:off x="4371838" y="1616520"/>
                <a:ext cx="491767" cy="1085544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44FE82F9-81A1-2729-2D31-5FD0B5A86204}"/>
                </a:ext>
              </a:extLst>
            </p:cNvPr>
            <p:cNvSpPr txBox="1"/>
            <p:nvPr/>
          </p:nvSpPr>
          <p:spPr>
            <a:xfrm>
              <a:off x="3806337" y="2460575"/>
              <a:ext cx="154241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Subsumed Plans</a:t>
              </a:r>
              <a:endParaRPr lang="en-US" sz="1400" b="1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986DA513-5A1E-820D-4185-50492A632CC5}"/>
              </a:ext>
            </a:extLst>
          </p:cNvPr>
          <p:cNvGrpSpPr/>
          <p:nvPr/>
        </p:nvGrpSpPr>
        <p:grpSpPr>
          <a:xfrm>
            <a:off x="2696527" y="1795992"/>
            <a:ext cx="1508823" cy="1437720"/>
            <a:chOff x="7703203" y="1374982"/>
            <a:chExt cx="2936178" cy="2919462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83FDC90F-E698-9F2E-8A02-DA3853D91903}"/>
                </a:ext>
              </a:extLst>
            </p:cNvPr>
            <p:cNvGrpSpPr/>
            <p:nvPr/>
          </p:nvGrpSpPr>
          <p:grpSpPr>
            <a:xfrm>
              <a:off x="7703203" y="1374982"/>
              <a:ext cx="2936178" cy="2065352"/>
              <a:chOff x="7703203" y="1616520"/>
              <a:chExt cx="2936178" cy="2065352"/>
            </a:xfrm>
          </p:grpSpPr>
          <p:pic>
            <p:nvPicPr>
              <p:cNvPr id="13" name="Imagen 12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51F53120-61C4-53AB-EAB4-F88C6E7C1F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03" y="1616594"/>
                <a:ext cx="2936178" cy="2065278"/>
              </a:xfrm>
              <a:prstGeom prst="rect">
                <a:avLst/>
              </a:prstGeom>
            </p:spPr>
          </p:pic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79019BA2-6284-0BFC-07A9-22F24EFF0E42}"/>
                  </a:ext>
                </a:extLst>
              </p:cNvPr>
              <p:cNvSpPr/>
              <p:nvPr/>
            </p:nvSpPr>
            <p:spPr>
              <a:xfrm>
                <a:off x="7703204" y="1616520"/>
                <a:ext cx="972446" cy="2065278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C654858D-C1C9-6483-5838-47E60E982C25}"/>
                </a:ext>
              </a:extLst>
            </p:cNvPr>
            <p:cNvSpPr txBox="1"/>
            <p:nvPr/>
          </p:nvSpPr>
          <p:spPr>
            <a:xfrm>
              <a:off x="7959471" y="3669466"/>
              <a:ext cx="2423641" cy="6249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Empty Plans</a:t>
              </a: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5C99EBB5-8044-086B-841D-68BCAEF094BB}"/>
              </a:ext>
            </a:extLst>
          </p:cNvPr>
          <p:cNvGrpSpPr/>
          <p:nvPr/>
        </p:nvGrpSpPr>
        <p:grpSpPr>
          <a:xfrm>
            <a:off x="431487" y="3315870"/>
            <a:ext cx="1954874" cy="1808145"/>
            <a:chOff x="5814018" y="4300354"/>
            <a:chExt cx="2936178" cy="2728398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FAC9C59D-7889-35EB-3521-586176CD7526}"/>
                </a:ext>
              </a:extLst>
            </p:cNvPr>
            <p:cNvGrpSpPr/>
            <p:nvPr/>
          </p:nvGrpSpPr>
          <p:grpSpPr>
            <a:xfrm>
              <a:off x="5814018" y="4300354"/>
              <a:ext cx="2936178" cy="2065278"/>
              <a:chOff x="7703203" y="4205996"/>
              <a:chExt cx="2936178" cy="2065278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DA70C3EA-D001-6700-904C-DBD0F08C101F}"/>
                  </a:ext>
                </a:extLst>
              </p:cNvPr>
              <p:cNvGrpSpPr/>
              <p:nvPr/>
            </p:nvGrpSpPr>
            <p:grpSpPr>
              <a:xfrm>
                <a:off x="7703203" y="4205996"/>
                <a:ext cx="2936178" cy="2065278"/>
                <a:chOff x="7703203" y="1616594"/>
                <a:chExt cx="2936178" cy="2065278"/>
              </a:xfrm>
            </p:grpSpPr>
            <p:pic>
              <p:nvPicPr>
                <p:cNvPr id="20" name="Imagen 19" descr="Forma&#10;&#10;El contenido generado por IA puede ser incorrecto.">
                  <a:extLst>
                    <a:ext uri="{FF2B5EF4-FFF2-40B4-BE49-F238E27FC236}">
                      <a16:creationId xmlns:a16="http://schemas.microsoft.com/office/drawing/2014/main" id="{4B2D300C-688F-EDF8-B457-9A5F112581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3203" y="1616594"/>
                  <a:ext cx="2936178" cy="2065278"/>
                </a:xfrm>
                <a:prstGeom prst="rect">
                  <a:avLst/>
                </a:prstGeom>
              </p:spPr>
            </p:pic>
            <p:sp>
              <p:nvSpPr>
                <p:cNvPr id="21" name="Rectángulo 20">
                  <a:extLst>
                    <a:ext uri="{FF2B5EF4-FFF2-40B4-BE49-F238E27FC236}">
                      <a16:creationId xmlns:a16="http://schemas.microsoft.com/office/drawing/2014/main" id="{85102B27-75E6-D041-F954-2189BB6BCFFF}"/>
                    </a:ext>
                  </a:extLst>
                </p:cNvPr>
                <p:cNvSpPr/>
                <p:nvPr/>
              </p:nvSpPr>
              <p:spPr>
                <a:xfrm>
                  <a:off x="7703203" y="3060900"/>
                  <a:ext cx="2936177" cy="620898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</p:grpSp>
          <p:pic>
            <p:nvPicPr>
              <p:cNvPr id="19" name="Imagen 18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980446CB-FDCC-19A3-5FBF-0A1C431ED6D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92715" y="5693432"/>
                <a:ext cx="571461" cy="508958"/>
              </a:xfrm>
              <a:prstGeom prst="rect">
                <a:avLst/>
              </a:prstGeom>
            </p:spPr>
          </p:pic>
        </p:grp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6CFEE0CF-F74B-F3F8-B164-9DD2323B34D9}"/>
                </a:ext>
              </a:extLst>
            </p:cNvPr>
            <p:cNvSpPr txBox="1"/>
            <p:nvPr/>
          </p:nvSpPr>
          <p:spPr>
            <a:xfrm>
              <a:off x="5982677" y="6517891"/>
              <a:ext cx="2598859" cy="510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Dead Features</a:t>
              </a:r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0466C65F-8C44-F12B-38DF-F5E09731311C}"/>
              </a:ext>
            </a:extLst>
          </p:cNvPr>
          <p:cNvGrpSpPr/>
          <p:nvPr/>
        </p:nvGrpSpPr>
        <p:grpSpPr>
          <a:xfrm>
            <a:off x="5819654" y="4829184"/>
            <a:ext cx="2133918" cy="1901338"/>
            <a:chOff x="7242698" y="1375056"/>
            <a:chExt cx="3890975" cy="3565662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13034EB8-B220-3C61-9CFD-041FF8053DA2}"/>
                </a:ext>
              </a:extLst>
            </p:cNvPr>
            <p:cNvGrpSpPr/>
            <p:nvPr/>
          </p:nvGrpSpPr>
          <p:grpSpPr>
            <a:xfrm>
              <a:off x="7242698" y="1375056"/>
              <a:ext cx="3890975" cy="3565662"/>
              <a:chOff x="7242698" y="1375056"/>
              <a:chExt cx="3890975" cy="3565662"/>
            </a:xfrm>
          </p:grpSpPr>
          <p:grpSp>
            <p:nvGrpSpPr>
              <p:cNvPr id="53" name="Grupo 52">
                <a:extLst>
                  <a:ext uri="{FF2B5EF4-FFF2-40B4-BE49-F238E27FC236}">
                    <a16:creationId xmlns:a16="http://schemas.microsoft.com/office/drawing/2014/main" id="{75C4B828-7DD9-887A-401E-8CA5C5132CC5}"/>
                  </a:ext>
                </a:extLst>
              </p:cNvPr>
              <p:cNvGrpSpPr/>
              <p:nvPr/>
            </p:nvGrpSpPr>
            <p:grpSpPr>
              <a:xfrm>
                <a:off x="7703203" y="1375056"/>
                <a:ext cx="2936178" cy="2784349"/>
                <a:chOff x="7703203" y="1616594"/>
                <a:chExt cx="2936178" cy="2784349"/>
              </a:xfrm>
            </p:grpSpPr>
            <p:pic>
              <p:nvPicPr>
                <p:cNvPr id="55" name="Imagen 54" descr="Forma&#10;&#10;El contenido generado por IA puede ser incorrecto.">
                  <a:extLst>
                    <a:ext uri="{FF2B5EF4-FFF2-40B4-BE49-F238E27FC236}">
                      <a16:creationId xmlns:a16="http://schemas.microsoft.com/office/drawing/2014/main" id="{9B21D647-FF17-6AA1-206A-892588CBF4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3203" y="1616594"/>
                  <a:ext cx="2936178" cy="2065278"/>
                </a:xfrm>
                <a:prstGeom prst="rect">
                  <a:avLst/>
                </a:prstGeom>
              </p:spPr>
            </p:pic>
            <p:sp>
              <p:nvSpPr>
                <p:cNvPr id="56" name="Rectángulo 55">
                  <a:extLst>
                    <a:ext uri="{FF2B5EF4-FFF2-40B4-BE49-F238E27FC236}">
                      <a16:creationId xmlns:a16="http://schemas.microsoft.com/office/drawing/2014/main" id="{D0BE5DBB-D07D-48FA-95CF-7A38D7B667F4}"/>
                    </a:ext>
                  </a:extLst>
                </p:cNvPr>
                <p:cNvSpPr/>
                <p:nvPr/>
              </p:nvSpPr>
              <p:spPr>
                <a:xfrm>
                  <a:off x="9640619" y="3681872"/>
                  <a:ext cx="972446" cy="719071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</p:grpSp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AC4A48EE-DE17-AC25-B110-5B02ED569F00}"/>
                  </a:ext>
                </a:extLst>
              </p:cNvPr>
              <p:cNvSpPr txBox="1"/>
              <p:nvPr/>
            </p:nvSpPr>
            <p:spPr>
              <a:xfrm>
                <a:off x="7242698" y="4305813"/>
                <a:ext cx="3890975" cy="6349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noProof="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Non-existent Feature</a:t>
                </a:r>
              </a:p>
            </p:txBody>
          </p:sp>
        </p:grpSp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F7761486-C3D3-0000-3971-48B03876D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06787" y="3586742"/>
              <a:ext cx="440110" cy="440110"/>
            </a:xfrm>
            <a:prstGeom prst="rect">
              <a:avLst/>
            </a:prstGeom>
          </p:spPr>
        </p:pic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5B05DBCF-6094-0514-FD10-FE5455248BD6}"/>
              </a:ext>
            </a:extLst>
          </p:cNvPr>
          <p:cNvGrpSpPr/>
          <p:nvPr/>
        </p:nvGrpSpPr>
        <p:grpSpPr>
          <a:xfrm>
            <a:off x="228613" y="5151644"/>
            <a:ext cx="1481443" cy="1595938"/>
            <a:chOff x="5710111" y="2632311"/>
            <a:chExt cx="1861407" cy="2014938"/>
          </a:xfrm>
        </p:grpSpPr>
        <p:grpSp>
          <p:nvGrpSpPr>
            <p:cNvPr id="57" name="Grupo 56">
              <a:extLst>
                <a:ext uri="{FF2B5EF4-FFF2-40B4-BE49-F238E27FC236}">
                  <a16:creationId xmlns:a16="http://schemas.microsoft.com/office/drawing/2014/main" id="{4800FC2C-B03F-EF1E-60C7-FC051D3E59BC}"/>
                </a:ext>
              </a:extLst>
            </p:cNvPr>
            <p:cNvGrpSpPr/>
            <p:nvPr/>
          </p:nvGrpSpPr>
          <p:grpSpPr>
            <a:xfrm>
              <a:off x="5731143" y="2632311"/>
              <a:ext cx="1790939" cy="1368688"/>
              <a:chOff x="5804209" y="4203078"/>
              <a:chExt cx="2936178" cy="2070967"/>
            </a:xfrm>
          </p:grpSpPr>
          <p:pic>
            <p:nvPicPr>
              <p:cNvPr id="58" name="Imagen 57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C1A6B9F0-A81D-86EB-69EC-6EE8EAACD0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04209" y="4208767"/>
                <a:ext cx="2936178" cy="2065278"/>
              </a:xfrm>
              <a:prstGeom prst="rect">
                <a:avLst/>
              </a:prstGeom>
            </p:spPr>
          </p:pic>
          <p:sp>
            <p:nvSpPr>
              <p:cNvPr id="59" name="Rectángulo 58">
                <a:extLst>
                  <a:ext uri="{FF2B5EF4-FFF2-40B4-BE49-F238E27FC236}">
                    <a16:creationId xmlns:a16="http://schemas.microsoft.com/office/drawing/2014/main" id="{CE1AEAA0-C70E-76F0-B540-2DB8FF3AC1B1}"/>
                  </a:ext>
                </a:extLst>
              </p:cNvPr>
              <p:cNvSpPr/>
              <p:nvPr/>
            </p:nvSpPr>
            <p:spPr>
              <a:xfrm>
                <a:off x="6766622" y="4203078"/>
                <a:ext cx="1973765" cy="357172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</p:grp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14D8E427-3B9D-9DD4-E08D-F7B238A427D7}"/>
                </a:ext>
              </a:extLst>
            </p:cNvPr>
            <p:cNvSpPr txBox="1"/>
            <p:nvPr/>
          </p:nvSpPr>
          <p:spPr>
            <a:xfrm>
              <a:off x="5710111" y="4062474"/>
              <a:ext cx="186140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Different Features</a:t>
              </a:r>
            </a:p>
            <a:p>
              <a:pPr algn="ctr"/>
              <a:r>
                <a:rPr lang="en-US" sz="16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Same Prices</a:t>
              </a:r>
              <a:endParaRPr lang="en-US" sz="1600" b="1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72" name="Grupo 71">
            <a:extLst>
              <a:ext uri="{FF2B5EF4-FFF2-40B4-BE49-F238E27FC236}">
                <a16:creationId xmlns:a16="http://schemas.microsoft.com/office/drawing/2014/main" id="{A8CF3CD3-8D85-BA37-C257-004C09799F69}"/>
              </a:ext>
            </a:extLst>
          </p:cNvPr>
          <p:cNvGrpSpPr/>
          <p:nvPr/>
        </p:nvGrpSpPr>
        <p:grpSpPr>
          <a:xfrm>
            <a:off x="10034495" y="1011530"/>
            <a:ext cx="1700677" cy="1735935"/>
            <a:chOff x="10034495" y="1011530"/>
            <a:chExt cx="1700677" cy="1735935"/>
          </a:xfrm>
        </p:grpSpPr>
        <p:grpSp>
          <p:nvGrpSpPr>
            <p:cNvPr id="64" name="Grupo 63">
              <a:extLst>
                <a:ext uri="{FF2B5EF4-FFF2-40B4-BE49-F238E27FC236}">
                  <a16:creationId xmlns:a16="http://schemas.microsoft.com/office/drawing/2014/main" id="{95F7FA3B-F57E-D776-7B98-69DC4BB79ECF}"/>
                </a:ext>
              </a:extLst>
            </p:cNvPr>
            <p:cNvGrpSpPr/>
            <p:nvPr/>
          </p:nvGrpSpPr>
          <p:grpSpPr>
            <a:xfrm>
              <a:off x="10034495" y="1011530"/>
              <a:ext cx="1700677" cy="1735935"/>
              <a:chOff x="5493618" y="4300284"/>
              <a:chExt cx="3309527" cy="3058191"/>
            </a:xfrm>
          </p:grpSpPr>
          <p:grpSp>
            <p:nvGrpSpPr>
              <p:cNvPr id="67" name="Grupo 66">
                <a:extLst>
                  <a:ext uri="{FF2B5EF4-FFF2-40B4-BE49-F238E27FC236}">
                    <a16:creationId xmlns:a16="http://schemas.microsoft.com/office/drawing/2014/main" id="{4A801805-FB37-9594-4389-FC06370A3BCA}"/>
                  </a:ext>
                </a:extLst>
              </p:cNvPr>
              <p:cNvGrpSpPr/>
              <p:nvPr/>
            </p:nvGrpSpPr>
            <p:grpSpPr>
              <a:xfrm>
                <a:off x="5814018" y="4300284"/>
                <a:ext cx="2936178" cy="2065348"/>
                <a:chOff x="7703203" y="1616524"/>
                <a:chExt cx="2936178" cy="2065348"/>
              </a:xfrm>
            </p:grpSpPr>
            <p:pic>
              <p:nvPicPr>
                <p:cNvPr id="69" name="Imagen 68" descr="Forma&#10;&#10;El contenido generado por IA puede ser incorrecto.">
                  <a:extLst>
                    <a:ext uri="{FF2B5EF4-FFF2-40B4-BE49-F238E27FC236}">
                      <a16:creationId xmlns:a16="http://schemas.microsoft.com/office/drawing/2014/main" id="{229060A4-60F0-80C3-6CC0-40055BE95B9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3203" y="1616594"/>
                  <a:ext cx="2936178" cy="2065278"/>
                </a:xfrm>
                <a:prstGeom prst="rect">
                  <a:avLst/>
                </a:prstGeom>
              </p:spPr>
            </p:pic>
            <p:sp>
              <p:nvSpPr>
                <p:cNvPr id="70" name="Rectángulo 69">
                  <a:extLst>
                    <a:ext uri="{FF2B5EF4-FFF2-40B4-BE49-F238E27FC236}">
                      <a16:creationId xmlns:a16="http://schemas.microsoft.com/office/drawing/2014/main" id="{A81ACF8D-2FFE-8BB9-87E0-B5C0563CAC88}"/>
                    </a:ext>
                  </a:extLst>
                </p:cNvPr>
                <p:cNvSpPr/>
                <p:nvPr/>
              </p:nvSpPr>
              <p:spPr>
                <a:xfrm>
                  <a:off x="8683569" y="1616524"/>
                  <a:ext cx="1955808" cy="2065276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</p:grpSp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8602EE31-162E-F553-5CC0-75A93EB5C523}"/>
                  </a:ext>
                </a:extLst>
              </p:cNvPr>
              <p:cNvSpPr txBox="1"/>
              <p:nvPr/>
            </p:nvSpPr>
            <p:spPr>
              <a:xfrm>
                <a:off x="5493618" y="6436720"/>
                <a:ext cx="3309527" cy="921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Same Features</a:t>
                </a:r>
                <a:r>
                  <a:rPr lang="en-US" sz="1400" b="1" noProof="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Different Prices</a:t>
                </a:r>
              </a:p>
            </p:txBody>
          </p:sp>
        </p:grpSp>
        <p:pic>
          <p:nvPicPr>
            <p:cNvPr id="71" name="Imagen 70" descr="Icono&#10;&#10;El contenido generado por IA puede ser incorrecto.">
              <a:extLst>
                <a:ext uri="{FF2B5EF4-FFF2-40B4-BE49-F238E27FC236}">
                  <a16:creationId xmlns:a16="http://schemas.microsoft.com/office/drawing/2014/main" id="{DA5C50C6-3087-F395-74D3-3EC671AEF44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43" t="11306" r="10596" b="7211"/>
            <a:stretch>
              <a:fillRect/>
            </a:stretch>
          </p:blipFill>
          <p:spPr>
            <a:xfrm>
              <a:off x="10845616" y="1887125"/>
              <a:ext cx="215870" cy="231523"/>
            </a:xfrm>
            <a:prstGeom prst="rect">
              <a:avLst/>
            </a:prstGeom>
          </p:spPr>
        </p:pic>
      </p:grpSp>
      <p:grpSp>
        <p:nvGrpSpPr>
          <p:cNvPr id="96" name="Grupo 95">
            <a:extLst>
              <a:ext uri="{FF2B5EF4-FFF2-40B4-BE49-F238E27FC236}">
                <a16:creationId xmlns:a16="http://schemas.microsoft.com/office/drawing/2014/main" id="{56BB2F24-2D29-CC0A-2AC4-34EE225E9046}"/>
              </a:ext>
            </a:extLst>
          </p:cNvPr>
          <p:cNvGrpSpPr/>
          <p:nvPr/>
        </p:nvGrpSpPr>
        <p:grpSpPr>
          <a:xfrm>
            <a:off x="4988464" y="1626947"/>
            <a:ext cx="3870300" cy="2663254"/>
            <a:chOff x="4988464" y="1626947"/>
            <a:chExt cx="3870300" cy="2663254"/>
          </a:xfrm>
        </p:grpSpPr>
        <p:grpSp>
          <p:nvGrpSpPr>
            <p:cNvPr id="90" name="Grupo 89">
              <a:extLst>
                <a:ext uri="{FF2B5EF4-FFF2-40B4-BE49-F238E27FC236}">
                  <a16:creationId xmlns:a16="http://schemas.microsoft.com/office/drawing/2014/main" id="{2A9F3614-21A9-15AB-27C5-FFD29C9EC0E9}"/>
                </a:ext>
              </a:extLst>
            </p:cNvPr>
            <p:cNvGrpSpPr/>
            <p:nvPr/>
          </p:nvGrpSpPr>
          <p:grpSpPr>
            <a:xfrm>
              <a:off x="4988464" y="1626947"/>
              <a:ext cx="3870300" cy="2663254"/>
              <a:chOff x="4988464" y="1626947"/>
              <a:chExt cx="3870300" cy="2663254"/>
            </a:xfrm>
          </p:grpSpPr>
          <p:grpSp>
            <p:nvGrpSpPr>
              <p:cNvPr id="80" name="Grupo 79">
                <a:extLst>
                  <a:ext uri="{FF2B5EF4-FFF2-40B4-BE49-F238E27FC236}">
                    <a16:creationId xmlns:a16="http://schemas.microsoft.com/office/drawing/2014/main" id="{E61D4B50-78CC-7EB0-A3EC-0895CE39D52B}"/>
                  </a:ext>
                </a:extLst>
              </p:cNvPr>
              <p:cNvGrpSpPr/>
              <p:nvPr/>
            </p:nvGrpSpPr>
            <p:grpSpPr>
              <a:xfrm>
                <a:off x="4988464" y="1626947"/>
                <a:ext cx="3870300" cy="2663254"/>
                <a:chOff x="1889239" y="3820250"/>
                <a:chExt cx="3870300" cy="2663254"/>
              </a:xfrm>
            </p:grpSpPr>
            <p:grpSp>
              <p:nvGrpSpPr>
                <p:cNvPr id="81" name="Grupo 80">
                  <a:extLst>
                    <a:ext uri="{FF2B5EF4-FFF2-40B4-BE49-F238E27FC236}">
                      <a16:creationId xmlns:a16="http://schemas.microsoft.com/office/drawing/2014/main" id="{33BF83AA-D12D-DBA8-C6F5-64171C0C7D5C}"/>
                    </a:ext>
                  </a:extLst>
                </p:cNvPr>
                <p:cNvGrpSpPr/>
                <p:nvPr/>
              </p:nvGrpSpPr>
              <p:grpSpPr>
                <a:xfrm>
                  <a:off x="1889239" y="3820250"/>
                  <a:ext cx="3870300" cy="2148493"/>
                  <a:chOff x="2862982" y="1877098"/>
                  <a:chExt cx="7772400" cy="4583561"/>
                </a:xfrm>
              </p:grpSpPr>
              <p:pic>
                <p:nvPicPr>
                  <p:cNvPr id="83" name="Imagen 82" descr="Aplicación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8DE2190B-649D-D6D8-3FF9-A1C4341DC5B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862982" y="1877098"/>
                    <a:ext cx="7772400" cy="4508599"/>
                  </a:xfrm>
                  <a:prstGeom prst="rect">
                    <a:avLst/>
                  </a:prstGeom>
                </p:spPr>
              </p:pic>
              <p:pic>
                <p:nvPicPr>
                  <p:cNvPr id="84" name="Imagen 83" descr="Texto, Icono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5ECC95F1-F4C7-A408-C54D-DCD66F2C2F7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338936" y="6158338"/>
                    <a:ext cx="2215887" cy="302321"/>
                  </a:xfrm>
                  <a:prstGeom prst="rect">
                    <a:avLst/>
                  </a:prstGeom>
                </p:spPr>
              </p:pic>
              <p:pic>
                <p:nvPicPr>
                  <p:cNvPr id="85" name="Imagen 84" descr="Texto, Icono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FF4C8043-85FE-954A-5CCD-7E0E18D5F2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33057"/>
                  <a:stretch>
                    <a:fillRect/>
                  </a:stretch>
                </p:blipFill>
                <p:spPr>
                  <a:xfrm>
                    <a:off x="6109083" y="6158337"/>
                    <a:ext cx="1483398" cy="30232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82" name="CuadroTexto 81">
                  <a:extLst>
                    <a:ext uri="{FF2B5EF4-FFF2-40B4-BE49-F238E27FC236}">
                      <a16:creationId xmlns:a16="http://schemas.microsoft.com/office/drawing/2014/main" id="{9253DCB5-93CD-6BF3-2C72-F401F60AC369}"/>
                    </a:ext>
                  </a:extLst>
                </p:cNvPr>
                <p:cNvSpPr txBox="1"/>
                <p:nvPr/>
              </p:nvSpPr>
              <p:spPr>
                <a:xfrm>
                  <a:off x="2810712" y="6114172"/>
                  <a:ext cx="18053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b="1" noProof="0" dirty="0"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Dummy Add-on</a:t>
                  </a:r>
                </a:p>
              </p:txBody>
            </p:sp>
          </p:grpSp>
          <p:pic>
            <p:nvPicPr>
              <p:cNvPr id="87" name="Imagen 86" descr="Texto, Icono&#10;&#10;El contenido generado por IA puede ser incorrecto.">
                <a:extLst>
                  <a:ext uri="{FF2B5EF4-FFF2-40B4-BE49-F238E27FC236}">
                    <a16:creationId xmlns:a16="http://schemas.microsoft.com/office/drawing/2014/main" id="{8787C6F9-48E7-F8A1-12FB-8FEFDA7014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057" r="33309"/>
              <a:stretch>
                <a:fillRect/>
              </a:stretch>
            </p:blipFill>
            <p:spPr>
              <a:xfrm>
                <a:off x="5448527" y="3631100"/>
                <a:ext cx="371127" cy="141710"/>
              </a:xfrm>
              <a:prstGeom prst="rect">
                <a:avLst/>
              </a:prstGeom>
            </p:spPr>
          </p:pic>
          <p:pic>
            <p:nvPicPr>
              <p:cNvPr id="89" name="Imagen 88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29868AF6-9414-BB73-FA02-0C2050E604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878" t="5910" r="10905" b="6363"/>
              <a:stretch>
                <a:fillRect/>
              </a:stretch>
            </p:blipFill>
            <p:spPr>
              <a:xfrm>
                <a:off x="5448526" y="3263839"/>
                <a:ext cx="371127" cy="336223"/>
              </a:xfrm>
              <a:prstGeom prst="rect">
                <a:avLst/>
              </a:prstGeom>
            </p:spPr>
          </p:pic>
        </p:grp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2C7AEAED-50C7-1F34-567E-4914A918321D}"/>
                </a:ext>
              </a:extLst>
            </p:cNvPr>
            <p:cNvSpPr/>
            <p:nvPr/>
          </p:nvSpPr>
          <p:spPr>
            <a:xfrm>
              <a:off x="5011233" y="3148642"/>
              <a:ext cx="1245622" cy="70135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3" name="Rectángulo 92">
              <a:extLst>
                <a:ext uri="{FF2B5EF4-FFF2-40B4-BE49-F238E27FC236}">
                  <a16:creationId xmlns:a16="http://schemas.microsoft.com/office/drawing/2014/main" id="{45CFA27E-A6D4-FC53-21E3-5E1298D43AB2}"/>
                </a:ext>
              </a:extLst>
            </p:cNvPr>
            <p:cNvSpPr/>
            <p:nvPr/>
          </p:nvSpPr>
          <p:spPr>
            <a:xfrm>
              <a:off x="6542050" y="1627785"/>
              <a:ext cx="738664" cy="149118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95" name="Grupo 94">
            <a:extLst>
              <a:ext uri="{FF2B5EF4-FFF2-40B4-BE49-F238E27FC236}">
                <a16:creationId xmlns:a16="http://schemas.microsoft.com/office/drawing/2014/main" id="{A472C01C-8D8B-AF5B-1867-6D40FDA3C9D6}"/>
              </a:ext>
            </a:extLst>
          </p:cNvPr>
          <p:cNvGrpSpPr/>
          <p:nvPr/>
        </p:nvGrpSpPr>
        <p:grpSpPr>
          <a:xfrm>
            <a:off x="1882841" y="3820250"/>
            <a:ext cx="3876698" cy="2687476"/>
            <a:chOff x="1882841" y="3820250"/>
            <a:chExt cx="3876698" cy="2687476"/>
          </a:xfrm>
        </p:grpSpPr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25213FB4-7568-C401-8E12-22A7A6E74C6D}"/>
                </a:ext>
              </a:extLst>
            </p:cNvPr>
            <p:cNvGrpSpPr/>
            <p:nvPr/>
          </p:nvGrpSpPr>
          <p:grpSpPr>
            <a:xfrm>
              <a:off x="1889239" y="3820250"/>
              <a:ext cx="3870300" cy="2687476"/>
              <a:chOff x="1889239" y="3820250"/>
              <a:chExt cx="3870300" cy="2687476"/>
            </a:xfrm>
          </p:grpSpPr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AF09A3A7-EC9D-0F2A-7B9F-493C4CBBE703}"/>
                  </a:ext>
                </a:extLst>
              </p:cNvPr>
              <p:cNvGrpSpPr/>
              <p:nvPr/>
            </p:nvGrpSpPr>
            <p:grpSpPr>
              <a:xfrm>
                <a:off x="1889239" y="3820250"/>
                <a:ext cx="3870300" cy="2148493"/>
                <a:chOff x="2862982" y="1877098"/>
                <a:chExt cx="7772400" cy="4583561"/>
              </a:xfrm>
            </p:grpSpPr>
            <p:pic>
              <p:nvPicPr>
                <p:cNvPr id="22" name="Imagen 21" descr="Aplicación&#10;&#10;El contenido generado por IA puede ser incorrecto.">
                  <a:extLst>
                    <a:ext uri="{FF2B5EF4-FFF2-40B4-BE49-F238E27FC236}">
                      <a16:creationId xmlns:a16="http://schemas.microsoft.com/office/drawing/2014/main" id="{D16C7C1B-D9AF-0EE8-DE50-C5D941DADC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62982" y="1877098"/>
                  <a:ext cx="7772400" cy="4508599"/>
                </a:xfrm>
                <a:prstGeom prst="rect">
                  <a:avLst/>
                </a:prstGeom>
              </p:spPr>
            </p:pic>
            <p:pic>
              <p:nvPicPr>
                <p:cNvPr id="23" name="Imagen 22" descr="Texto, Icono&#10;&#10;El contenido generado por IA puede ser incorrecto.">
                  <a:extLst>
                    <a:ext uri="{FF2B5EF4-FFF2-40B4-BE49-F238E27FC236}">
                      <a16:creationId xmlns:a16="http://schemas.microsoft.com/office/drawing/2014/main" id="{E470F171-A599-4A1F-1B85-ED8AB354052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8936" y="6158338"/>
                  <a:ext cx="2215887" cy="302321"/>
                </a:xfrm>
                <a:prstGeom prst="rect">
                  <a:avLst/>
                </a:prstGeom>
              </p:spPr>
            </p:pic>
            <p:pic>
              <p:nvPicPr>
                <p:cNvPr id="24" name="Imagen 23" descr="Texto, Icono&#10;&#10;El contenido generado por IA puede ser incorrecto.">
                  <a:extLst>
                    <a:ext uri="{FF2B5EF4-FFF2-40B4-BE49-F238E27FC236}">
                      <a16:creationId xmlns:a16="http://schemas.microsoft.com/office/drawing/2014/main" id="{E9D830BA-40D2-DF1C-0D36-E6E1632C66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3057"/>
                <a:stretch>
                  <a:fillRect/>
                </a:stretch>
              </p:blipFill>
              <p:spPr>
                <a:xfrm>
                  <a:off x="6109083" y="6158337"/>
                  <a:ext cx="1483398" cy="302321"/>
                </a:xfrm>
                <a:prstGeom prst="rect">
                  <a:avLst/>
                </a:prstGeom>
              </p:spPr>
            </p:pic>
            <p:pic>
              <p:nvPicPr>
                <p:cNvPr id="25" name="Gráfico 24">
                  <a:extLst>
                    <a:ext uri="{FF2B5EF4-FFF2-40B4-BE49-F238E27FC236}">
                      <a16:creationId xmlns:a16="http://schemas.microsoft.com/office/drawing/2014/main" id="{F6962CF1-A55E-A3EA-7EF1-FC6DB0D1ACE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03561" y="5529378"/>
                  <a:ext cx="460842" cy="460842"/>
                </a:xfrm>
                <a:prstGeom prst="rect">
                  <a:avLst/>
                </a:prstGeom>
              </p:spPr>
            </p:pic>
          </p:grpSp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8F72C34E-001B-9DFD-FFE7-D0C964767E1E}"/>
                  </a:ext>
                </a:extLst>
              </p:cNvPr>
              <p:cNvSpPr txBox="1"/>
              <p:nvPr/>
            </p:nvSpPr>
            <p:spPr>
              <a:xfrm>
                <a:off x="2046027" y="6046061"/>
                <a:ext cx="320312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b="1" noProof="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Non-available Add-on</a:t>
                </a:r>
              </a:p>
            </p:txBody>
          </p:sp>
        </p:grpSp>
        <p:sp>
          <p:nvSpPr>
            <p:cNvPr id="94" name="Rectángulo 93">
              <a:extLst>
                <a:ext uri="{FF2B5EF4-FFF2-40B4-BE49-F238E27FC236}">
                  <a16:creationId xmlns:a16="http://schemas.microsoft.com/office/drawing/2014/main" id="{CF34FD20-6C42-5402-91B3-1EB8EEDB4BE4}"/>
                </a:ext>
              </a:extLst>
            </p:cNvPr>
            <p:cNvSpPr/>
            <p:nvPr/>
          </p:nvSpPr>
          <p:spPr>
            <a:xfrm>
              <a:off x="1882841" y="5338609"/>
              <a:ext cx="1316398" cy="6424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573527C2-9E8B-B769-8577-5B138D5CD8C9}"/>
              </a:ext>
            </a:extLst>
          </p:cNvPr>
          <p:cNvGrpSpPr/>
          <p:nvPr/>
        </p:nvGrpSpPr>
        <p:grpSpPr>
          <a:xfrm>
            <a:off x="8212555" y="3026913"/>
            <a:ext cx="3878591" cy="3728025"/>
            <a:chOff x="8212555" y="3026913"/>
            <a:chExt cx="3878591" cy="3728025"/>
          </a:xfrm>
        </p:grpSpPr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05127CEB-A66F-78C3-7F84-015C56147FDB}"/>
                </a:ext>
              </a:extLst>
            </p:cNvPr>
            <p:cNvGrpSpPr/>
            <p:nvPr/>
          </p:nvGrpSpPr>
          <p:grpSpPr>
            <a:xfrm>
              <a:off x="8212555" y="3026913"/>
              <a:ext cx="3773931" cy="3728025"/>
              <a:chOff x="5860723" y="1563804"/>
              <a:chExt cx="5757526" cy="5870423"/>
            </a:xfrm>
          </p:grpSpPr>
          <p:pic>
            <p:nvPicPr>
              <p:cNvPr id="28" name="Imagen 27" descr="Aplicación&#10;&#10;El contenido generado por IA puede ser incorrecto.">
                <a:extLst>
                  <a:ext uri="{FF2B5EF4-FFF2-40B4-BE49-F238E27FC236}">
                    <a16:creationId xmlns:a16="http://schemas.microsoft.com/office/drawing/2014/main" id="{0AEE82CB-A13A-12EB-E92A-B9B3B97DFA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60723" y="1563804"/>
                <a:ext cx="5757526" cy="3339815"/>
              </a:xfrm>
              <a:prstGeom prst="rect">
                <a:avLst/>
              </a:prstGeom>
            </p:spPr>
          </p:pic>
          <p:pic>
            <p:nvPicPr>
              <p:cNvPr id="29" name="Imagen 28" descr="Texto, Icono&#10;&#10;El contenido generado por IA puede ser incorrecto.">
                <a:extLst>
                  <a:ext uri="{FF2B5EF4-FFF2-40B4-BE49-F238E27FC236}">
                    <a16:creationId xmlns:a16="http://schemas.microsoft.com/office/drawing/2014/main" id="{B84B587C-DB67-0F69-5222-6AC0C679F8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42401" y="4760847"/>
                <a:ext cx="1403147" cy="191436"/>
              </a:xfrm>
              <a:prstGeom prst="rect">
                <a:avLst/>
              </a:prstGeom>
            </p:spPr>
          </p:pic>
          <p:pic>
            <p:nvPicPr>
              <p:cNvPr id="30" name="Imagen 29" descr="Texto, Icono&#10;&#10;El contenido generado por IA puede ser incorrecto.">
                <a:extLst>
                  <a:ext uri="{FF2B5EF4-FFF2-40B4-BE49-F238E27FC236}">
                    <a16:creationId xmlns:a16="http://schemas.microsoft.com/office/drawing/2014/main" id="{8360F39A-0C20-3FD8-D8B4-AD0B920E58E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057"/>
              <a:stretch>
                <a:fillRect/>
              </a:stretch>
            </p:blipFill>
            <p:spPr>
              <a:xfrm>
                <a:off x="8285701" y="4760847"/>
                <a:ext cx="939319" cy="191436"/>
              </a:xfrm>
              <a:prstGeom prst="rect">
                <a:avLst/>
              </a:prstGeom>
            </p:spPr>
          </p:pic>
          <p:pic>
            <p:nvPicPr>
              <p:cNvPr id="31" name="Imagen 30" descr="Texto, Icono&#10;&#10;El contenido generado por IA puede ser incorrecto.">
                <a:extLst>
                  <a:ext uri="{FF2B5EF4-FFF2-40B4-BE49-F238E27FC236}">
                    <a16:creationId xmlns:a16="http://schemas.microsoft.com/office/drawing/2014/main" id="{681FA2C7-2D45-E1C5-1B70-45C0FE0D78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9526" y="4760847"/>
                <a:ext cx="1403147" cy="191436"/>
              </a:xfrm>
              <a:prstGeom prst="rect">
                <a:avLst/>
              </a:prstGeom>
            </p:spPr>
          </p:pic>
          <p:pic>
            <p:nvPicPr>
              <p:cNvPr id="32" name="Gráfico 31">
                <a:extLst>
                  <a:ext uri="{FF2B5EF4-FFF2-40B4-BE49-F238E27FC236}">
                    <a16:creationId xmlns:a16="http://schemas.microsoft.com/office/drawing/2014/main" id="{C6584ABD-01C1-47A3-4E6F-234CD9E014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1122683" y="4318367"/>
                <a:ext cx="386297" cy="386297"/>
              </a:xfrm>
              <a:prstGeom prst="rect">
                <a:avLst/>
              </a:prstGeom>
            </p:spPr>
          </p:pic>
          <p:grpSp>
            <p:nvGrpSpPr>
              <p:cNvPr id="33" name="Grupo 32">
                <a:extLst>
                  <a:ext uri="{FF2B5EF4-FFF2-40B4-BE49-F238E27FC236}">
                    <a16:creationId xmlns:a16="http://schemas.microsoft.com/office/drawing/2014/main" id="{0E766CEC-A45C-DA53-3F29-8EF9BE6D9C88}"/>
                  </a:ext>
                </a:extLst>
              </p:cNvPr>
              <p:cNvGrpSpPr/>
              <p:nvPr/>
            </p:nvGrpSpPr>
            <p:grpSpPr>
              <a:xfrm>
                <a:off x="7131764" y="4996354"/>
                <a:ext cx="1508519" cy="669073"/>
                <a:chOff x="1270510" y="4697390"/>
                <a:chExt cx="1508519" cy="669073"/>
              </a:xfrm>
              <a:solidFill>
                <a:srgbClr val="FF0000"/>
              </a:solidFill>
            </p:grpSpPr>
            <p:sp>
              <p:nvSpPr>
                <p:cNvPr id="34" name="Flecha doblada hacia arriba 33">
                  <a:extLst>
                    <a:ext uri="{FF2B5EF4-FFF2-40B4-BE49-F238E27FC236}">
                      <a16:creationId xmlns:a16="http://schemas.microsoft.com/office/drawing/2014/main" id="{AED94505-7011-8BA9-80B8-0C5CAEB8CC31}"/>
                    </a:ext>
                  </a:extLst>
                </p:cNvPr>
                <p:cNvSpPr/>
                <p:nvPr/>
              </p:nvSpPr>
              <p:spPr>
                <a:xfrm>
                  <a:off x="1270510" y="4697390"/>
                  <a:ext cx="1508519" cy="669073"/>
                </a:xfrm>
                <a:prstGeom prst="bentUpArrow">
                  <a:avLst>
                    <a:gd name="adj1" fmla="val 10000"/>
                    <a:gd name="adj2" fmla="val 13333"/>
                    <a:gd name="adj3" fmla="val 25000"/>
                  </a:avLst>
                </a:prstGeom>
                <a:grpFill/>
                <a:ln>
                  <a:solidFill>
                    <a:srgbClr val="FF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cxnSp>
              <p:nvCxnSpPr>
                <p:cNvPr id="35" name="Conector recto 34">
                  <a:extLst>
                    <a:ext uri="{FF2B5EF4-FFF2-40B4-BE49-F238E27FC236}">
                      <a16:creationId xmlns:a16="http://schemas.microsoft.com/office/drawing/2014/main" id="{42841E3C-86AA-0353-8EE0-9B00604E31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2812" y="4697390"/>
                  <a:ext cx="0" cy="669072"/>
                </a:xfrm>
                <a:prstGeom prst="line">
                  <a:avLst/>
                </a:prstGeom>
                <a:grpFill/>
                <a:ln w="76200">
                  <a:solidFill>
                    <a:srgbClr val="FF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Grupo 35">
                <a:extLst>
                  <a:ext uri="{FF2B5EF4-FFF2-40B4-BE49-F238E27FC236}">
                    <a16:creationId xmlns:a16="http://schemas.microsoft.com/office/drawing/2014/main" id="{33E33556-4F03-9293-755B-1E3A901BC5EB}"/>
                  </a:ext>
                </a:extLst>
              </p:cNvPr>
              <p:cNvGrpSpPr/>
              <p:nvPr/>
            </p:nvGrpSpPr>
            <p:grpSpPr>
              <a:xfrm flipH="1">
                <a:off x="8966743" y="5008467"/>
                <a:ext cx="1508518" cy="669073"/>
                <a:chOff x="1270510" y="4697390"/>
                <a:chExt cx="1508519" cy="669073"/>
              </a:xfrm>
            </p:grpSpPr>
            <p:sp>
              <p:nvSpPr>
                <p:cNvPr id="37" name="Flecha doblada hacia arriba 36">
                  <a:extLst>
                    <a:ext uri="{FF2B5EF4-FFF2-40B4-BE49-F238E27FC236}">
                      <a16:creationId xmlns:a16="http://schemas.microsoft.com/office/drawing/2014/main" id="{7D62F426-BCA9-39E3-5CBB-840865517BE8}"/>
                    </a:ext>
                  </a:extLst>
                </p:cNvPr>
                <p:cNvSpPr/>
                <p:nvPr/>
              </p:nvSpPr>
              <p:spPr>
                <a:xfrm>
                  <a:off x="1270510" y="4697390"/>
                  <a:ext cx="1508519" cy="669073"/>
                </a:xfrm>
                <a:prstGeom prst="bentUpArrow">
                  <a:avLst>
                    <a:gd name="adj1" fmla="val 10000"/>
                    <a:gd name="adj2" fmla="val 13333"/>
                    <a:gd name="adj3" fmla="val 25000"/>
                  </a:avLst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cxnSp>
              <p:nvCxnSpPr>
                <p:cNvPr id="38" name="Conector recto 37">
                  <a:extLst>
                    <a:ext uri="{FF2B5EF4-FFF2-40B4-BE49-F238E27FC236}">
                      <a16:creationId xmlns:a16="http://schemas.microsoft.com/office/drawing/2014/main" id="{14B9A6C7-910B-85D7-7E38-19A83CE466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2812" y="4697390"/>
                  <a:ext cx="0" cy="669072"/>
                </a:xfrm>
                <a:prstGeom prst="line">
                  <a:avLst/>
                </a:prstGeom>
                <a:ln w="76200">
                  <a:solidFill>
                    <a:srgbClr val="00B05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9" name="Grupo 38">
                <a:extLst>
                  <a:ext uri="{FF2B5EF4-FFF2-40B4-BE49-F238E27FC236}">
                    <a16:creationId xmlns:a16="http://schemas.microsoft.com/office/drawing/2014/main" id="{93A2C35A-FD24-D625-DFDF-435D8190CF80}"/>
                  </a:ext>
                </a:extLst>
              </p:cNvPr>
              <p:cNvGrpSpPr/>
              <p:nvPr/>
            </p:nvGrpSpPr>
            <p:grpSpPr>
              <a:xfrm flipH="1">
                <a:off x="6647908" y="5008466"/>
                <a:ext cx="4153813" cy="853372"/>
                <a:chOff x="1270510" y="4697390"/>
                <a:chExt cx="1508519" cy="669073"/>
              </a:xfrm>
            </p:grpSpPr>
            <p:sp>
              <p:nvSpPr>
                <p:cNvPr id="40" name="Flecha doblada hacia arriba 39">
                  <a:extLst>
                    <a:ext uri="{FF2B5EF4-FFF2-40B4-BE49-F238E27FC236}">
                      <a16:creationId xmlns:a16="http://schemas.microsoft.com/office/drawing/2014/main" id="{9CCD4309-5B6B-4EA9-2C64-67B8A808D289}"/>
                    </a:ext>
                  </a:extLst>
                </p:cNvPr>
                <p:cNvSpPr/>
                <p:nvPr/>
              </p:nvSpPr>
              <p:spPr>
                <a:xfrm>
                  <a:off x="1270510" y="4697390"/>
                  <a:ext cx="1508519" cy="669073"/>
                </a:xfrm>
                <a:prstGeom prst="bentUpArrow">
                  <a:avLst>
                    <a:gd name="adj1" fmla="val 7767"/>
                    <a:gd name="adj2" fmla="val 11473"/>
                    <a:gd name="adj3" fmla="val 19791"/>
                  </a:avLst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cxnSp>
              <p:nvCxnSpPr>
                <p:cNvPr id="41" name="Conector recto 40">
                  <a:extLst>
                    <a:ext uri="{FF2B5EF4-FFF2-40B4-BE49-F238E27FC236}">
                      <a16:creationId xmlns:a16="http://schemas.microsoft.com/office/drawing/2014/main" id="{844EE86F-10FE-7B42-717B-10FB0EA65C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0662" y="4697390"/>
                  <a:ext cx="0" cy="669072"/>
                </a:xfrm>
                <a:prstGeom prst="line">
                  <a:avLst/>
                </a:prstGeom>
                <a:ln w="76200">
                  <a:solidFill>
                    <a:srgbClr val="00B05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BDE9F13B-EB0C-A9CA-D9DE-13E71F0CA61C}"/>
                  </a:ext>
                </a:extLst>
              </p:cNvPr>
              <p:cNvSpPr txBox="1"/>
              <p:nvPr/>
            </p:nvSpPr>
            <p:spPr>
              <a:xfrm>
                <a:off x="6874522" y="6125678"/>
                <a:ext cx="3761672" cy="1308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Cyclic Add-on Dependencies</a:t>
                </a:r>
                <a:endParaRPr lang="en-US" sz="2400" b="1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p:grpSp>
        <p:sp>
          <p:nvSpPr>
            <p:cNvPr id="97" name="Rectángulo 96">
              <a:extLst>
                <a:ext uri="{FF2B5EF4-FFF2-40B4-BE49-F238E27FC236}">
                  <a16:creationId xmlns:a16="http://schemas.microsoft.com/office/drawing/2014/main" id="{E9B20411-B2ED-8CD5-74DC-3B7C4B380DB4}"/>
                </a:ext>
              </a:extLst>
            </p:cNvPr>
            <p:cNvSpPr/>
            <p:nvPr/>
          </p:nvSpPr>
          <p:spPr>
            <a:xfrm>
              <a:off x="10774748" y="4589211"/>
              <a:ext cx="1316398" cy="6424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00" name="CuadroTexto 99">
            <a:extLst>
              <a:ext uri="{FF2B5EF4-FFF2-40B4-BE49-F238E27FC236}">
                <a16:creationId xmlns:a16="http://schemas.microsoft.com/office/drawing/2014/main" id="{4B6DB386-A64A-316A-B7A0-26EF8A18B7B0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26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7804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0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E54FB-F8F9-6847-459F-478B64DC4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Flecha derecha 106">
            <a:extLst>
              <a:ext uri="{FF2B5EF4-FFF2-40B4-BE49-F238E27FC236}">
                <a16:creationId xmlns:a16="http://schemas.microsoft.com/office/drawing/2014/main" id="{F41D3156-D55F-8C39-85F7-CBD52B6C5078}"/>
              </a:ext>
            </a:extLst>
          </p:cNvPr>
          <p:cNvSpPr/>
          <p:nvPr/>
        </p:nvSpPr>
        <p:spPr>
          <a:xfrm rot="19876849" flipV="1">
            <a:off x="5160907" y="3045018"/>
            <a:ext cx="1976734" cy="683612"/>
          </a:xfrm>
          <a:prstGeom prst="rightArrow">
            <a:avLst/>
          </a:prstGeom>
          <a:solidFill>
            <a:srgbClr val="7E0229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627F8A61-B877-7CD6-8EBD-F0AA09CB9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6478"/>
            <a:ext cx="10972800" cy="972170"/>
          </a:xfrm>
        </p:spPr>
        <p:txBody>
          <a:bodyPr/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Detection of Pricing Inconsistencies in Benchmark</a:t>
            </a:r>
            <a:b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(Stage two) 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DAA9FC7A-34BB-5175-EC49-721FC48A1E76}"/>
              </a:ext>
            </a:extLst>
          </p:cNvPr>
          <p:cNvGrpSpPr/>
          <p:nvPr/>
        </p:nvGrpSpPr>
        <p:grpSpPr>
          <a:xfrm>
            <a:off x="723877" y="2935253"/>
            <a:ext cx="2289409" cy="1450945"/>
            <a:chOff x="3464620" y="1374982"/>
            <a:chExt cx="2289409" cy="1450945"/>
          </a:xfrm>
        </p:grpSpPr>
        <p:grpSp>
          <p:nvGrpSpPr>
            <p:cNvPr id="6" name="Grupo 5">
              <a:extLst>
                <a:ext uri="{FF2B5EF4-FFF2-40B4-BE49-F238E27FC236}">
                  <a16:creationId xmlns:a16="http://schemas.microsoft.com/office/drawing/2014/main" id="{4ABE1043-C1E8-4CBB-E09C-5AC2695731F9}"/>
                </a:ext>
              </a:extLst>
            </p:cNvPr>
            <p:cNvGrpSpPr/>
            <p:nvPr/>
          </p:nvGrpSpPr>
          <p:grpSpPr>
            <a:xfrm>
              <a:off x="3854914" y="1374982"/>
              <a:ext cx="1508824" cy="1061365"/>
              <a:chOff x="3854914" y="1616520"/>
              <a:chExt cx="1508824" cy="1061365"/>
            </a:xfrm>
          </p:grpSpPr>
          <p:pic>
            <p:nvPicPr>
              <p:cNvPr id="8" name="Imagen 7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6D467175-2B2D-4D75-B0CB-E675E35A03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854914" y="1616594"/>
                <a:ext cx="1508823" cy="1061291"/>
              </a:xfrm>
              <a:prstGeom prst="rect">
                <a:avLst/>
              </a:prstGeom>
            </p:spPr>
          </p:pic>
          <p:sp>
            <p:nvSpPr>
              <p:cNvPr id="9" name="Rectángulo 8">
                <a:extLst>
                  <a:ext uri="{FF2B5EF4-FFF2-40B4-BE49-F238E27FC236}">
                    <a16:creationId xmlns:a16="http://schemas.microsoft.com/office/drawing/2014/main" id="{B5ABCFCA-F15B-A234-046C-8DFBE39FF287}"/>
                  </a:ext>
                </a:extLst>
              </p:cNvPr>
              <p:cNvSpPr/>
              <p:nvPr/>
            </p:nvSpPr>
            <p:spPr>
              <a:xfrm>
                <a:off x="4371838" y="1616520"/>
                <a:ext cx="991900" cy="186189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F7F2425A-270E-1527-B514-79A846FB0186}"/>
                </a:ext>
              </a:extLst>
            </p:cNvPr>
            <p:cNvSpPr txBox="1"/>
            <p:nvPr/>
          </p:nvSpPr>
          <p:spPr>
            <a:xfrm>
              <a:off x="3464620" y="2518150"/>
              <a:ext cx="22894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Higher Plan – Lower Price</a:t>
              </a:r>
              <a:endParaRPr lang="en-US" sz="1400" b="1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A2B62FED-5902-F103-1718-9AD4BF317678}"/>
              </a:ext>
            </a:extLst>
          </p:cNvPr>
          <p:cNvGrpSpPr/>
          <p:nvPr/>
        </p:nvGrpSpPr>
        <p:grpSpPr>
          <a:xfrm>
            <a:off x="1209019" y="3107946"/>
            <a:ext cx="1508823" cy="1437720"/>
            <a:chOff x="7703203" y="1374982"/>
            <a:chExt cx="2936178" cy="2919462"/>
          </a:xfrm>
        </p:grpSpPr>
        <p:grpSp>
          <p:nvGrpSpPr>
            <p:cNvPr id="11" name="Grupo 10">
              <a:extLst>
                <a:ext uri="{FF2B5EF4-FFF2-40B4-BE49-F238E27FC236}">
                  <a16:creationId xmlns:a16="http://schemas.microsoft.com/office/drawing/2014/main" id="{61F08147-434C-5E26-73E2-49670033A81B}"/>
                </a:ext>
              </a:extLst>
            </p:cNvPr>
            <p:cNvGrpSpPr/>
            <p:nvPr/>
          </p:nvGrpSpPr>
          <p:grpSpPr>
            <a:xfrm>
              <a:off x="7703203" y="1374982"/>
              <a:ext cx="2936178" cy="2065352"/>
              <a:chOff x="7703203" y="1616520"/>
              <a:chExt cx="2936178" cy="2065352"/>
            </a:xfrm>
          </p:grpSpPr>
          <p:pic>
            <p:nvPicPr>
              <p:cNvPr id="13" name="Imagen 12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18C50EC7-B541-5C60-7C13-25494F631C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703203" y="1616594"/>
                <a:ext cx="2936178" cy="2065278"/>
              </a:xfrm>
              <a:prstGeom prst="rect">
                <a:avLst/>
              </a:prstGeom>
            </p:spPr>
          </p:pic>
          <p:sp>
            <p:nvSpPr>
              <p:cNvPr id="14" name="Rectángulo 13">
                <a:extLst>
                  <a:ext uri="{FF2B5EF4-FFF2-40B4-BE49-F238E27FC236}">
                    <a16:creationId xmlns:a16="http://schemas.microsoft.com/office/drawing/2014/main" id="{719930EA-2498-718F-1887-7CF7BB3D9D61}"/>
                  </a:ext>
                </a:extLst>
              </p:cNvPr>
              <p:cNvSpPr/>
              <p:nvPr/>
            </p:nvSpPr>
            <p:spPr>
              <a:xfrm>
                <a:off x="7703204" y="1616520"/>
                <a:ext cx="972446" cy="2065278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12" name="CuadroTexto 11">
              <a:extLst>
                <a:ext uri="{FF2B5EF4-FFF2-40B4-BE49-F238E27FC236}">
                  <a16:creationId xmlns:a16="http://schemas.microsoft.com/office/drawing/2014/main" id="{85F4CBC8-604F-91CC-3961-41E6D4C78B65}"/>
                </a:ext>
              </a:extLst>
            </p:cNvPr>
            <p:cNvSpPr txBox="1"/>
            <p:nvPr/>
          </p:nvSpPr>
          <p:spPr>
            <a:xfrm>
              <a:off x="7959471" y="3669466"/>
              <a:ext cx="2423641" cy="62497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Empty Plans</a:t>
              </a:r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245ADC5B-F0A7-6289-FB86-3F390213EFB5}"/>
              </a:ext>
            </a:extLst>
          </p:cNvPr>
          <p:cNvGrpSpPr/>
          <p:nvPr/>
        </p:nvGrpSpPr>
        <p:grpSpPr>
          <a:xfrm>
            <a:off x="919235" y="2890378"/>
            <a:ext cx="1954874" cy="1808145"/>
            <a:chOff x="5814018" y="4300354"/>
            <a:chExt cx="2936178" cy="2728398"/>
          </a:xfrm>
        </p:grpSpPr>
        <p:grpSp>
          <p:nvGrpSpPr>
            <p:cNvPr id="16" name="Grupo 15">
              <a:extLst>
                <a:ext uri="{FF2B5EF4-FFF2-40B4-BE49-F238E27FC236}">
                  <a16:creationId xmlns:a16="http://schemas.microsoft.com/office/drawing/2014/main" id="{701C7A8C-CA98-0D97-3913-1B760C5796BC}"/>
                </a:ext>
              </a:extLst>
            </p:cNvPr>
            <p:cNvGrpSpPr/>
            <p:nvPr/>
          </p:nvGrpSpPr>
          <p:grpSpPr>
            <a:xfrm>
              <a:off x="5814018" y="4300354"/>
              <a:ext cx="2936178" cy="2065278"/>
              <a:chOff x="7703203" y="4205996"/>
              <a:chExt cx="2936178" cy="2065278"/>
            </a:xfrm>
          </p:grpSpPr>
          <p:grpSp>
            <p:nvGrpSpPr>
              <p:cNvPr id="18" name="Grupo 17">
                <a:extLst>
                  <a:ext uri="{FF2B5EF4-FFF2-40B4-BE49-F238E27FC236}">
                    <a16:creationId xmlns:a16="http://schemas.microsoft.com/office/drawing/2014/main" id="{84B9EBC3-F112-DF2D-E17B-2B36E5088653}"/>
                  </a:ext>
                </a:extLst>
              </p:cNvPr>
              <p:cNvGrpSpPr/>
              <p:nvPr/>
            </p:nvGrpSpPr>
            <p:grpSpPr>
              <a:xfrm>
                <a:off x="7703203" y="4205996"/>
                <a:ext cx="2936178" cy="2065278"/>
                <a:chOff x="7703203" y="1616594"/>
                <a:chExt cx="2936178" cy="2065278"/>
              </a:xfrm>
            </p:grpSpPr>
            <p:pic>
              <p:nvPicPr>
                <p:cNvPr id="20" name="Imagen 19" descr="Forma&#10;&#10;El contenido generado por IA puede ser incorrecto.">
                  <a:extLst>
                    <a:ext uri="{FF2B5EF4-FFF2-40B4-BE49-F238E27FC236}">
                      <a16:creationId xmlns:a16="http://schemas.microsoft.com/office/drawing/2014/main" id="{4FB8192F-5535-6069-D16D-DA068890E55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3203" y="1616594"/>
                  <a:ext cx="2936178" cy="2065278"/>
                </a:xfrm>
                <a:prstGeom prst="rect">
                  <a:avLst/>
                </a:prstGeom>
              </p:spPr>
            </p:pic>
            <p:sp>
              <p:nvSpPr>
                <p:cNvPr id="21" name="Rectángulo 20">
                  <a:extLst>
                    <a:ext uri="{FF2B5EF4-FFF2-40B4-BE49-F238E27FC236}">
                      <a16:creationId xmlns:a16="http://schemas.microsoft.com/office/drawing/2014/main" id="{6FB65C19-B2FE-D360-DF26-DBE90AF69AC5}"/>
                    </a:ext>
                  </a:extLst>
                </p:cNvPr>
                <p:cNvSpPr/>
                <p:nvPr/>
              </p:nvSpPr>
              <p:spPr>
                <a:xfrm>
                  <a:off x="7703203" y="3060900"/>
                  <a:ext cx="2936177" cy="620898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</p:grpSp>
          <p:pic>
            <p:nvPicPr>
              <p:cNvPr id="19" name="Imagen 18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2932FEA3-B722-F0DB-628F-C73BA42324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892715" y="5693432"/>
                <a:ext cx="571461" cy="508958"/>
              </a:xfrm>
              <a:prstGeom prst="rect">
                <a:avLst/>
              </a:prstGeom>
            </p:spPr>
          </p:pic>
        </p:grpSp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3D6EEAA4-27F9-DD98-24A4-646D1F75FE16}"/>
                </a:ext>
              </a:extLst>
            </p:cNvPr>
            <p:cNvSpPr txBox="1"/>
            <p:nvPr/>
          </p:nvSpPr>
          <p:spPr>
            <a:xfrm>
              <a:off x="5982677" y="6517891"/>
              <a:ext cx="2598859" cy="5108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Dead Features</a:t>
              </a:r>
            </a:p>
          </p:txBody>
        </p:sp>
      </p:grpSp>
      <p:grpSp>
        <p:nvGrpSpPr>
          <p:cNvPr id="50" name="Grupo 49">
            <a:extLst>
              <a:ext uri="{FF2B5EF4-FFF2-40B4-BE49-F238E27FC236}">
                <a16:creationId xmlns:a16="http://schemas.microsoft.com/office/drawing/2014/main" id="{77203CEF-562C-6C7C-9284-DA9966F7D013}"/>
              </a:ext>
            </a:extLst>
          </p:cNvPr>
          <p:cNvGrpSpPr/>
          <p:nvPr/>
        </p:nvGrpSpPr>
        <p:grpSpPr>
          <a:xfrm>
            <a:off x="885766" y="2935495"/>
            <a:ext cx="2133918" cy="1901338"/>
            <a:chOff x="7242698" y="1375056"/>
            <a:chExt cx="3890975" cy="3565662"/>
          </a:xfrm>
        </p:grpSpPr>
        <p:grpSp>
          <p:nvGrpSpPr>
            <p:cNvPr id="51" name="Grupo 50">
              <a:extLst>
                <a:ext uri="{FF2B5EF4-FFF2-40B4-BE49-F238E27FC236}">
                  <a16:creationId xmlns:a16="http://schemas.microsoft.com/office/drawing/2014/main" id="{48B085D8-6A57-B694-D17A-5D17B0A13166}"/>
                </a:ext>
              </a:extLst>
            </p:cNvPr>
            <p:cNvGrpSpPr/>
            <p:nvPr/>
          </p:nvGrpSpPr>
          <p:grpSpPr>
            <a:xfrm>
              <a:off x="7242698" y="1375056"/>
              <a:ext cx="3890975" cy="3565662"/>
              <a:chOff x="7242698" y="1375056"/>
              <a:chExt cx="3890975" cy="3565662"/>
            </a:xfrm>
          </p:grpSpPr>
          <p:grpSp>
            <p:nvGrpSpPr>
              <p:cNvPr id="53" name="Grupo 52">
                <a:extLst>
                  <a:ext uri="{FF2B5EF4-FFF2-40B4-BE49-F238E27FC236}">
                    <a16:creationId xmlns:a16="http://schemas.microsoft.com/office/drawing/2014/main" id="{1B159DC5-64F3-B765-908D-27C5AA30FB7D}"/>
                  </a:ext>
                </a:extLst>
              </p:cNvPr>
              <p:cNvGrpSpPr/>
              <p:nvPr/>
            </p:nvGrpSpPr>
            <p:grpSpPr>
              <a:xfrm>
                <a:off x="7703203" y="1375056"/>
                <a:ext cx="2936178" cy="2784349"/>
                <a:chOff x="7703203" y="1616594"/>
                <a:chExt cx="2936178" cy="2784349"/>
              </a:xfrm>
            </p:grpSpPr>
            <p:pic>
              <p:nvPicPr>
                <p:cNvPr id="55" name="Imagen 54" descr="Forma&#10;&#10;El contenido generado por IA puede ser incorrecto.">
                  <a:extLst>
                    <a:ext uri="{FF2B5EF4-FFF2-40B4-BE49-F238E27FC236}">
                      <a16:creationId xmlns:a16="http://schemas.microsoft.com/office/drawing/2014/main" id="{591598D5-E094-A8A9-CC71-5D1DB57C59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3203" y="1616594"/>
                  <a:ext cx="2936178" cy="2065278"/>
                </a:xfrm>
                <a:prstGeom prst="rect">
                  <a:avLst/>
                </a:prstGeom>
              </p:spPr>
            </p:pic>
            <p:sp>
              <p:nvSpPr>
                <p:cNvPr id="56" name="Rectángulo 55">
                  <a:extLst>
                    <a:ext uri="{FF2B5EF4-FFF2-40B4-BE49-F238E27FC236}">
                      <a16:creationId xmlns:a16="http://schemas.microsoft.com/office/drawing/2014/main" id="{ADDEEC32-6A18-2D6B-2321-B90E7D39ADA9}"/>
                    </a:ext>
                  </a:extLst>
                </p:cNvPr>
                <p:cNvSpPr/>
                <p:nvPr/>
              </p:nvSpPr>
              <p:spPr>
                <a:xfrm>
                  <a:off x="9640619" y="3681872"/>
                  <a:ext cx="972446" cy="719071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</p:grpSp>
          <p:sp>
            <p:nvSpPr>
              <p:cNvPr id="54" name="CuadroTexto 53">
                <a:extLst>
                  <a:ext uri="{FF2B5EF4-FFF2-40B4-BE49-F238E27FC236}">
                    <a16:creationId xmlns:a16="http://schemas.microsoft.com/office/drawing/2014/main" id="{E2CBB131-D58D-B56A-37C5-36577364BC54}"/>
                  </a:ext>
                </a:extLst>
              </p:cNvPr>
              <p:cNvSpPr txBox="1"/>
              <p:nvPr/>
            </p:nvSpPr>
            <p:spPr>
              <a:xfrm>
                <a:off x="7242698" y="4305813"/>
                <a:ext cx="3890975" cy="6349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b="1" noProof="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Non-existent Feature</a:t>
                </a:r>
              </a:p>
            </p:txBody>
          </p:sp>
        </p:grpSp>
        <p:pic>
          <p:nvPicPr>
            <p:cNvPr id="52" name="Imagen 51">
              <a:extLst>
                <a:ext uri="{FF2B5EF4-FFF2-40B4-BE49-F238E27FC236}">
                  <a16:creationId xmlns:a16="http://schemas.microsoft.com/office/drawing/2014/main" id="{CA5CDF44-3C1B-52D8-A284-9928BF45318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06787" y="3586742"/>
              <a:ext cx="440110" cy="440110"/>
            </a:xfrm>
            <a:prstGeom prst="rect">
              <a:avLst/>
            </a:prstGeom>
          </p:spPr>
        </p:pic>
      </p:grpSp>
      <p:grpSp>
        <p:nvGrpSpPr>
          <p:cNvPr id="63" name="Grupo 62">
            <a:extLst>
              <a:ext uri="{FF2B5EF4-FFF2-40B4-BE49-F238E27FC236}">
                <a16:creationId xmlns:a16="http://schemas.microsoft.com/office/drawing/2014/main" id="{AF525BC5-5555-A761-3923-9E5200FF5CB6}"/>
              </a:ext>
            </a:extLst>
          </p:cNvPr>
          <p:cNvGrpSpPr/>
          <p:nvPr/>
        </p:nvGrpSpPr>
        <p:grpSpPr>
          <a:xfrm>
            <a:off x="927854" y="2979847"/>
            <a:ext cx="1481443" cy="1595938"/>
            <a:chOff x="5710111" y="2632311"/>
            <a:chExt cx="1861407" cy="2014938"/>
          </a:xfrm>
        </p:grpSpPr>
        <p:grpSp>
          <p:nvGrpSpPr>
            <p:cNvPr id="57" name="Grupo 56">
              <a:extLst>
                <a:ext uri="{FF2B5EF4-FFF2-40B4-BE49-F238E27FC236}">
                  <a16:creationId xmlns:a16="http://schemas.microsoft.com/office/drawing/2014/main" id="{4D398115-D08F-D7ED-3BD3-703716078583}"/>
                </a:ext>
              </a:extLst>
            </p:cNvPr>
            <p:cNvGrpSpPr/>
            <p:nvPr/>
          </p:nvGrpSpPr>
          <p:grpSpPr>
            <a:xfrm>
              <a:off x="5731143" y="2632311"/>
              <a:ext cx="1790939" cy="1368688"/>
              <a:chOff x="5804209" y="4203078"/>
              <a:chExt cx="2936178" cy="2070967"/>
            </a:xfrm>
          </p:grpSpPr>
          <p:pic>
            <p:nvPicPr>
              <p:cNvPr id="58" name="Imagen 57" descr="Forma&#10;&#10;El contenido generado por IA puede ser incorrecto.">
                <a:extLst>
                  <a:ext uri="{FF2B5EF4-FFF2-40B4-BE49-F238E27FC236}">
                    <a16:creationId xmlns:a16="http://schemas.microsoft.com/office/drawing/2014/main" id="{25CAD6BF-B01A-71E6-4368-AD1566ABBE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04209" y="4208767"/>
                <a:ext cx="2936178" cy="2065278"/>
              </a:xfrm>
              <a:prstGeom prst="rect">
                <a:avLst/>
              </a:prstGeom>
            </p:spPr>
          </p:pic>
          <p:sp>
            <p:nvSpPr>
              <p:cNvPr id="59" name="Rectángulo 58">
                <a:extLst>
                  <a:ext uri="{FF2B5EF4-FFF2-40B4-BE49-F238E27FC236}">
                    <a16:creationId xmlns:a16="http://schemas.microsoft.com/office/drawing/2014/main" id="{EAAC5E2D-8E99-5173-697D-EEC342A88DA5}"/>
                  </a:ext>
                </a:extLst>
              </p:cNvPr>
              <p:cNvSpPr/>
              <p:nvPr/>
            </p:nvSpPr>
            <p:spPr>
              <a:xfrm>
                <a:off x="6766622" y="4203078"/>
                <a:ext cx="1973765" cy="357172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ES_tradnl"/>
              </a:p>
            </p:txBody>
          </p:sp>
        </p:grpSp>
        <p:sp>
          <p:nvSpPr>
            <p:cNvPr id="60" name="CuadroTexto 59">
              <a:extLst>
                <a:ext uri="{FF2B5EF4-FFF2-40B4-BE49-F238E27FC236}">
                  <a16:creationId xmlns:a16="http://schemas.microsoft.com/office/drawing/2014/main" id="{23AC603F-1F21-E32B-E75F-D8B134EC797B}"/>
                </a:ext>
              </a:extLst>
            </p:cNvPr>
            <p:cNvSpPr txBox="1"/>
            <p:nvPr/>
          </p:nvSpPr>
          <p:spPr>
            <a:xfrm>
              <a:off x="5710111" y="4062474"/>
              <a:ext cx="186140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Different Features</a:t>
              </a:r>
            </a:p>
            <a:p>
              <a:pPr algn="ctr"/>
              <a:r>
                <a:rPr lang="en-US" sz="1600" b="1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Same Prices</a:t>
              </a:r>
              <a:endParaRPr lang="en-US" sz="1600" b="1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72" name="Grupo 71">
            <a:extLst>
              <a:ext uri="{FF2B5EF4-FFF2-40B4-BE49-F238E27FC236}">
                <a16:creationId xmlns:a16="http://schemas.microsoft.com/office/drawing/2014/main" id="{D5E80814-99C2-F12F-E5A7-4C77965E008F}"/>
              </a:ext>
            </a:extLst>
          </p:cNvPr>
          <p:cNvGrpSpPr/>
          <p:nvPr/>
        </p:nvGrpSpPr>
        <p:grpSpPr>
          <a:xfrm>
            <a:off x="1074547" y="2920104"/>
            <a:ext cx="1700677" cy="1735935"/>
            <a:chOff x="10034495" y="1011530"/>
            <a:chExt cx="1700677" cy="1735935"/>
          </a:xfrm>
        </p:grpSpPr>
        <p:grpSp>
          <p:nvGrpSpPr>
            <p:cNvPr id="64" name="Grupo 63">
              <a:extLst>
                <a:ext uri="{FF2B5EF4-FFF2-40B4-BE49-F238E27FC236}">
                  <a16:creationId xmlns:a16="http://schemas.microsoft.com/office/drawing/2014/main" id="{6B5AEAEC-F0E1-47E3-6E58-A16CDDC5DD12}"/>
                </a:ext>
              </a:extLst>
            </p:cNvPr>
            <p:cNvGrpSpPr/>
            <p:nvPr/>
          </p:nvGrpSpPr>
          <p:grpSpPr>
            <a:xfrm>
              <a:off x="10034495" y="1011530"/>
              <a:ext cx="1700677" cy="1735935"/>
              <a:chOff x="5493618" y="4300284"/>
              <a:chExt cx="3309527" cy="3058191"/>
            </a:xfrm>
          </p:grpSpPr>
          <p:grpSp>
            <p:nvGrpSpPr>
              <p:cNvPr id="67" name="Grupo 66">
                <a:extLst>
                  <a:ext uri="{FF2B5EF4-FFF2-40B4-BE49-F238E27FC236}">
                    <a16:creationId xmlns:a16="http://schemas.microsoft.com/office/drawing/2014/main" id="{CCD5C87E-1D04-5A42-5DA1-0555C5B0A9A5}"/>
                  </a:ext>
                </a:extLst>
              </p:cNvPr>
              <p:cNvGrpSpPr/>
              <p:nvPr/>
            </p:nvGrpSpPr>
            <p:grpSpPr>
              <a:xfrm>
                <a:off x="5814018" y="4300284"/>
                <a:ext cx="2936178" cy="2065348"/>
                <a:chOff x="7703203" y="1616524"/>
                <a:chExt cx="2936178" cy="2065348"/>
              </a:xfrm>
            </p:grpSpPr>
            <p:pic>
              <p:nvPicPr>
                <p:cNvPr id="69" name="Imagen 68" descr="Forma&#10;&#10;El contenido generado por IA puede ser incorrecto.">
                  <a:extLst>
                    <a:ext uri="{FF2B5EF4-FFF2-40B4-BE49-F238E27FC236}">
                      <a16:creationId xmlns:a16="http://schemas.microsoft.com/office/drawing/2014/main" id="{C329BA37-3AC0-A5CF-F84E-7EF4B76CD0A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03203" y="1616594"/>
                  <a:ext cx="2936178" cy="2065278"/>
                </a:xfrm>
                <a:prstGeom prst="rect">
                  <a:avLst/>
                </a:prstGeom>
              </p:spPr>
            </p:pic>
            <p:sp>
              <p:nvSpPr>
                <p:cNvPr id="70" name="Rectángulo 69">
                  <a:extLst>
                    <a:ext uri="{FF2B5EF4-FFF2-40B4-BE49-F238E27FC236}">
                      <a16:creationId xmlns:a16="http://schemas.microsoft.com/office/drawing/2014/main" id="{676783D0-2EA5-D760-8051-E6AED98E8102}"/>
                    </a:ext>
                  </a:extLst>
                </p:cNvPr>
                <p:cNvSpPr/>
                <p:nvPr/>
              </p:nvSpPr>
              <p:spPr>
                <a:xfrm>
                  <a:off x="8683569" y="1616524"/>
                  <a:ext cx="1955808" cy="2065276"/>
                </a:xfrm>
                <a:prstGeom prst="rect">
                  <a:avLst/>
                </a:prstGeom>
                <a:noFill/>
                <a:ln w="38100">
                  <a:solidFill>
                    <a:srgbClr val="FF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</p:grpSp>
          <p:sp>
            <p:nvSpPr>
              <p:cNvPr id="66" name="CuadroTexto 65">
                <a:extLst>
                  <a:ext uri="{FF2B5EF4-FFF2-40B4-BE49-F238E27FC236}">
                    <a16:creationId xmlns:a16="http://schemas.microsoft.com/office/drawing/2014/main" id="{9CCB528B-48A8-A46A-D9FD-F7523E02CD3F}"/>
                  </a:ext>
                </a:extLst>
              </p:cNvPr>
              <p:cNvSpPr txBox="1"/>
              <p:nvPr/>
            </p:nvSpPr>
            <p:spPr>
              <a:xfrm>
                <a:off x="5493618" y="6436720"/>
                <a:ext cx="3309527" cy="9217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Same Features</a:t>
                </a:r>
                <a:r>
                  <a:rPr lang="en-US" sz="1400" b="1" noProof="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 Different Prices</a:t>
                </a:r>
              </a:p>
            </p:txBody>
          </p:sp>
        </p:grpSp>
        <p:pic>
          <p:nvPicPr>
            <p:cNvPr id="71" name="Imagen 70" descr="Icono&#10;&#10;El contenido generado por IA puede ser incorrecto.">
              <a:extLst>
                <a:ext uri="{FF2B5EF4-FFF2-40B4-BE49-F238E27FC236}">
                  <a16:creationId xmlns:a16="http://schemas.microsoft.com/office/drawing/2014/main" id="{FB4D0A71-3979-F642-BE6B-B5C47C80A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4643" t="11306" r="10596" b="7211"/>
            <a:stretch>
              <a:fillRect/>
            </a:stretch>
          </p:blipFill>
          <p:spPr>
            <a:xfrm>
              <a:off x="10845616" y="1887125"/>
              <a:ext cx="215870" cy="231523"/>
            </a:xfrm>
            <a:prstGeom prst="rect">
              <a:avLst/>
            </a:prstGeom>
          </p:spPr>
        </p:pic>
      </p:grpSp>
      <p:grpSp>
        <p:nvGrpSpPr>
          <p:cNvPr id="96" name="Grupo 95">
            <a:extLst>
              <a:ext uri="{FF2B5EF4-FFF2-40B4-BE49-F238E27FC236}">
                <a16:creationId xmlns:a16="http://schemas.microsoft.com/office/drawing/2014/main" id="{A6912B2B-FF96-355F-032E-58169151E60C}"/>
              </a:ext>
            </a:extLst>
          </p:cNvPr>
          <p:cNvGrpSpPr/>
          <p:nvPr/>
        </p:nvGrpSpPr>
        <p:grpSpPr>
          <a:xfrm>
            <a:off x="-62341" y="2692348"/>
            <a:ext cx="3870300" cy="2663254"/>
            <a:chOff x="4988464" y="1626947"/>
            <a:chExt cx="3870300" cy="2663254"/>
          </a:xfrm>
        </p:grpSpPr>
        <p:grpSp>
          <p:nvGrpSpPr>
            <p:cNvPr id="90" name="Grupo 89">
              <a:extLst>
                <a:ext uri="{FF2B5EF4-FFF2-40B4-BE49-F238E27FC236}">
                  <a16:creationId xmlns:a16="http://schemas.microsoft.com/office/drawing/2014/main" id="{FEF2247F-D1D0-D776-31E8-EA1F004CE594}"/>
                </a:ext>
              </a:extLst>
            </p:cNvPr>
            <p:cNvGrpSpPr/>
            <p:nvPr/>
          </p:nvGrpSpPr>
          <p:grpSpPr>
            <a:xfrm>
              <a:off x="4988464" y="1626947"/>
              <a:ext cx="3870300" cy="2663254"/>
              <a:chOff x="4988464" y="1626947"/>
              <a:chExt cx="3870300" cy="2663254"/>
            </a:xfrm>
          </p:grpSpPr>
          <p:grpSp>
            <p:nvGrpSpPr>
              <p:cNvPr id="80" name="Grupo 79">
                <a:extLst>
                  <a:ext uri="{FF2B5EF4-FFF2-40B4-BE49-F238E27FC236}">
                    <a16:creationId xmlns:a16="http://schemas.microsoft.com/office/drawing/2014/main" id="{B45637B6-37D9-E212-B238-489705CC3536}"/>
                  </a:ext>
                </a:extLst>
              </p:cNvPr>
              <p:cNvGrpSpPr/>
              <p:nvPr/>
            </p:nvGrpSpPr>
            <p:grpSpPr>
              <a:xfrm>
                <a:off x="4988464" y="1626947"/>
                <a:ext cx="3870300" cy="2663254"/>
                <a:chOff x="1889239" y="3820250"/>
                <a:chExt cx="3870300" cy="2663254"/>
              </a:xfrm>
            </p:grpSpPr>
            <p:grpSp>
              <p:nvGrpSpPr>
                <p:cNvPr id="81" name="Grupo 80">
                  <a:extLst>
                    <a:ext uri="{FF2B5EF4-FFF2-40B4-BE49-F238E27FC236}">
                      <a16:creationId xmlns:a16="http://schemas.microsoft.com/office/drawing/2014/main" id="{F133BE29-F42C-1717-B95B-4EB5CF3126F2}"/>
                    </a:ext>
                  </a:extLst>
                </p:cNvPr>
                <p:cNvGrpSpPr/>
                <p:nvPr/>
              </p:nvGrpSpPr>
              <p:grpSpPr>
                <a:xfrm>
                  <a:off x="1889239" y="3820250"/>
                  <a:ext cx="3870300" cy="2148493"/>
                  <a:chOff x="2862982" y="1877098"/>
                  <a:chExt cx="7772400" cy="4583561"/>
                </a:xfrm>
              </p:grpSpPr>
              <p:pic>
                <p:nvPicPr>
                  <p:cNvPr id="83" name="Imagen 82" descr="Aplicación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B73F3ED2-4314-0486-3F9D-E35E4AFC7B6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8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862982" y="1877098"/>
                    <a:ext cx="7772400" cy="4508599"/>
                  </a:xfrm>
                  <a:prstGeom prst="rect">
                    <a:avLst/>
                  </a:prstGeom>
                </p:spPr>
              </p:pic>
              <p:pic>
                <p:nvPicPr>
                  <p:cNvPr id="84" name="Imagen 83" descr="Texto, Icono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13B5AD45-602C-98C6-97B2-3618223F4AE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338936" y="6158338"/>
                    <a:ext cx="2215887" cy="302321"/>
                  </a:xfrm>
                  <a:prstGeom prst="rect">
                    <a:avLst/>
                  </a:prstGeom>
                </p:spPr>
              </p:pic>
              <p:pic>
                <p:nvPicPr>
                  <p:cNvPr id="85" name="Imagen 84" descr="Texto, Icono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89683A26-BA2F-F2C5-2F29-DF16797EA9C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9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33057"/>
                  <a:stretch>
                    <a:fillRect/>
                  </a:stretch>
                </p:blipFill>
                <p:spPr>
                  <a:xfrm>
                    <a:off x="6109083" y="6158337"/>
                    <a:ext cx="1483398" cy="30232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82" name="CuadroTexto 81">
                  <a:extLst>
                    <a:ext uri="{FF2B5EF4-FFF2-40B4-BE49-F238E27FC236}">
                      <a16:creationId xmlns:a16="http://schemas.microsoft.com/office/drawing/2014/main" id="{E2AF4FA7-CA30-D759-1A29-BB1E9B53B7E1}"/>
                    </a:ext>
                  </a:extLst>
                </p:cNvPr>
                <p:cNvSpPr txBox="1"/>
                <p:nvPr/>
              </p:nvSpPr>
              <p:spPr>
                <a:xfrm>
                  <a:off x="2810712" y="6114172"/>
                  <a:ext cx="18053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b="1" noProof="0" dirty="0"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Dummy Add-on</a:t>
                  </a:r>
                </a:p>
              </p:txBody>
            </p:sp>
          </p:grpSp>
          <p:pic>
            <p:nvPicPr>
              <p:cNvPr id="87" name="Imagen 86" descr="Texto, Icono&#10;&#10;El contenido generado por IA puede ser incorrecto.">
                <a:extLst>
                  <a:ext uri="{FF2B5EF4-FFF2-40B4-BE49-F238E27FC236}">
                    <a16:creationId xmlns:a16="http://schemas.microsoft.com/office/drawing/2014/main" id="{5B8247DB-24CC-230A-0CBA-53534EFA1F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057" r="33309"/>
              <a:stretch>
                <a:fillRect/>
              </a:stretch>
            </p:blipFill>
            <p:spPr>
              <a:xfrm>
                <a:off x="5448527" y="3631100"/>
                <a:ext cx="371127" cy="141710"/>
              </a:xfrm>
              <a:prstGeom prst="rect">
                <a:avLst/>
              </a:prstGeom>
            </p:spPr>
          </p:pic>
          <p:pic>
            <p:nvPicPr>
              <p:cNvPr id="89" name="Imagen 88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CE1985ED-777F-A825-C16A-80486CC3DA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878" t="5910" r="10905" b="6363"/>
              <a:stretch>
                <a:fillRect/>
              </a:stretch>
            </p:blipFill>
            <p:spPr>
              <a:xfrm>
                <a:off x="5448526" y="3263839"/>
                <a:ext cx="371127" cy="336223"/>
              </a:xfrm>
              <a:prstGeom prst="rect">
                <a:avLst/>
              </a:prstGeom>
            </p:spPr>
          </p:pic>
        </p:grpSp>
        <p:sp>
          <p:nvSpPr>
            <p:cNvPr id="92" name="Rectángulo 91">
              <a:extLst>
                <a:ext uri="{FF2B5EF4-FFF2-40B4-BE49-F238E27FC236}">
                  <a16:creationId xmlns:a16="http://schemas.microsoft.com/office/drawing/2014/main" id="{A545951B-5D66-576C-769A-2026CF2D6E77}"/>
                </a:ext>
              </a:extLst>
            </p:cNvPr>
            <p:cNvSpPr/>
            <p:nvPr/>
          </p:nvSpPr>
          <p:spPr>
            <a:xfrm>
              <a:off x="5011233" y="3148642"/>
              <a:ext cx="1245622" cy="70135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3" name="Rectángulo 92">
              <a:extLst>
                <a:ext uri="{FF2B5EF4-FFF2-40B4-BE49-F238E27FC236}">
                  <a16:creationId xmlns:a16="http://schemas.microsoft.com/office/drawing/2014/main" id="{902EACED-7B4B-814D-5135-E33535753F4F}"/>
                </a:ext>
              </a:extLst>
            </p:cNvPr>
            <p:cNvSpPr/>
            <p:nvPr/>
          </p:nvSpPr>
          <p:spPr>
            <a:xfrm>
              <a:off x="6542050" y="1627785"/>
              <a:ext cx="738664" cy="149118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95" name="Grupo 94">
            <a:extLst>
              <a:ext uri="{FF2B5EF4-FFF2-40B4-BE49-F238E27FC236}">
                <a16:creationId xmlns:a16="http://schemas.microsoft.com/office/drawing/2014/main" id="{79296A62-EE43-01D2-756A-35F8608BE81F}"/>
              </a:ext>
            </a:extLst>
          </p:cNvPr>
          <p:cNvGrpSpPr/>
          <p:nvPr/>
        </p:nvGrpSpPr>
        <p:grpSpPr>
          <a:xfrm>
            <a:off x="-112965" y="2692348"/>
            <a:ext cx="3876698" cy="2687476"/>
            <a:chOff x="1882841" y="3820250"/>
            <a:chExt cx="3876698" cy="2687476"/>
          </a:xfrm>
        </p:grpSpPr>
        <p:grpSp>
          <p:nvGrpSpPr>
            <p:cNvPr id="44" name="Grupo 43">
              <a:extLst>
                <a:ext uri="{FF2B5EF4-FFF2-40B4-BE49-F238E27FC236}">
                  <a16:creationId xmlns:a16="http://schemas.microsoft.com/office/drawing/2014/main" id="{2894BEEB-96DF-438A-8E3E-3D54CA40CC3B}"/>
                </a:ext>
              </a:extLst>
            </p:cNvPr>
            <p:cNvGrpSpPr/>
            <p:nvPr/>
          </p:nvGrpSpPr>
          <p:grpSpPr>
            <a:xfrm>
              <a:off x="1889239" y="3820250"/>
              <a:ext cx="3870300" cy="2687476"/>
              <a:chOff x="1889239" y="3820250"/>
              <a:chExt cx="3870300" cy="2687476"/>
            </a:xfrm>
          </p:grpSpPr>
          <p:grpSp>
            <p:nvGrpSpPr>
              <p:cNvPr id="27" name="Grupo 26">
                <a:extLst>
                  <a:ext uri="{FF2B5EF4-FFF2-40B4-BE49-F238E27FC236}">
                    <a16:creationId xmlns:a16="http://schemas.microsoft.com/office/drawing/2014/main" id="{5F0C2419-5AD0-5E3A-5754-FB01AA2A9361}"/>
                  </a:ext>
                </a:extLst>
              </p:cNvPr>
              <p:cNvGrpSpPr/>
              <p:nvPr/>
            </p:nvGrpSpPr>
            <p:grpSpPr>
              <a:xfrm>
                <a:off x="1889239" y="3820250"/>
                <a:ext cx="3870300" cy="2148493"/>
                <a:chOff x="2862982" y="1877098"/>
                <a:chExt cx="7772400" cy="4583561"/>
              </a:xfrm>
            </p:grpSpPr>
            <p:pic>
              <p:nvPicPr>
                <p:cNvPr id="22" name="Imagen 21" descr="Aplicación&#10;&#10;El contenido generado por IA puede ser incorrecto.">
                  <a:extLst>
                    <a:ext uri="{FF2B5EF4-FFF2-40B4-BE49-F238E27FC236}">
                      <a16:creationId xmlns:a16="http://schemas.microsoft.com/office/drawing/2014/main" id="{CC8F4F92-4895-94FB-E06C-FA2CCAED1A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62982" y="1877098"/>
                  <a:ext cx="7772400" cy="4508599"/>
                </a:xfrm>
                <a:prstGeom prst="rect">
                  <a:avLst/>
                </a:prstGeom>
              </p:spPr>
            </p:pic>
            <p:pic>
              <p:nvPicPr>
                <p:cNvPr id="23" name="Imagen 22" descr="Texto, Icono&#10;&#10;El contenido generado por IA puede ser incorrecto.">
                  <a:extLst>
                    <a:ext uri="{FF2B5EF4-FFF2-40B4-BE49-F238E27FC236}">
                      <a16:creationId xmlns:a16="http://schemas.microsoft.com/office/drawing/2014/main" id="{C23E2159-02C3-7FCD-CA97-27D00E88F2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338936" y="6158338"/>
                  <a:ext cx="2215887" cy="302321"/>
                </a:xfrm>
                <a:prstGeom prst="rect">
                  <a:avLst/>
                </a:prstGeom>
              </p:spPr>
            </p:pic>
            <p:pic>
              <p:nvPicPr>
                <p:cNvPr id="24" name="Imagen 23" descr="Texto, Icono&#10;&#10;El contenido generado por IA puede ser incorrecto.">
                  <a:extLst>
                    <a:ext uri="{FF2B5EF4-FFF2-40B4-BE49-F238E27FC236}">
                      <a16:creationId xmlns:a16="http://schemas.microsoft.com/office/drawing/2014/main" id="{CA4FDF3A-78D9-1D58-4D79-1091C90D6CF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33057"/>
                <a:stretch>
                  <a:fillRect/>
                </a:stretch>
              </p:blipFill>
              <p:spPr>
                <a:xfrm>
                  <a:off x="6109083" y="6158337"/>
                  <a:ext cx="1483398" cy="302321"/>
                </a:xfrm>
                <a:prstGeom prst="rect">
                  <a:avLst/>
                </a:prstGeom>
              </p:spPr>
            </p:pic>
            <p:pic>
              <p:nvPicPr>
                <p:cNvPr id="25" name="Gráfico 24">
                  <a:extLst>
                    <a:ext uri="{FF2B5EF4-FFF2-40B4-BE49-F238E27FC236}">
                      <a16:creationId xmlns:a16="http://schemas.microsoft.com/office/drawing/2014/main" id="{E9EE4ACE-837B-57E9-13A7-4830E8A398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1">
                  <a:extLst>
                    <a:ext uri="{96DAC541-7B7A-43D3-8B79-37D633B846F1}">
                      <asvg:svgBlip xmlns:asvg="http://schemas.microsoft.com/office/drawing/2016/SVG/main" r:embed="rId1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703561" y="5529378"/>
                  <a:ext cx="460842" cy="460842"/>
                </a:xfrm>
                <a:prstGeom prst="rect">
                  <a:avLst/>
                </a:prstGeom>
              </p:spPr>
            </p:pic>
          </p:grpSp>
          <p:sp>
            <p:nvSpPr>
              <p:cNvPr id="26" name="CuadroTexto 25">
                <a:extLst>
                  <a:ext uri="{FF2B5EF4-FFF2-40B4-BE49-F238E27FC236}">
                    <a16:creationId xmlns:a16="http://schemas.microsoft.com/office/drawing/2014/main" id="{72B6C569-9A14-D462-6C52-507762503556}"/>
                  </a:ext>
                </a:extLst>
              </p:cNvPr>
              <p:cNvSpPr txBox="1"/>
              <p:nvPr/>
            </p:nvSpPr>
            <p:spPr>
              <a:xfrm>
                <a:off x="2046027" y="6046061"/>
                <a:ext cx="320312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b="1" noProof="0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Non-available Add-on</a:t>
                </a:r>
              </a:p>
            </p:txBody>
          </p:sp>
        </p:grpSp>
        <p:sp>
          <p:nvSpPr>
            <p:cNvPr id="94" name="Rectángulo 93">
              <a:extLst>
                <a:ext uri="{FF2B5EF4-FFF2-40B4-BE49-F238E27FC236}">
                  <a16:creationId xmlns:a16="http://schemas.microsoft.com/office/drawing/2014/main" id="{DE172785-4D10-562C-1471-855A9566ADE7}"/>
                </a:ext>
              </a:extLst>
            </p:cNvPr>
            <p:cNvSpPr/>
            <p:nvPr/>
          </p:nvSpPr>
          <p:spPr>
            <a:xfrm>
              <a:off x="1882841" y="5338609"/>
              <a:ext cx="1316398" cy="6424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98" name="Grupo 97">
            <a:extLst>
              <a:ext uri="{FF2B5EF4-FFF2-40B4-BE49-F238E27FC236}">
                <a16:creationId xmlns:a16="http://schemas.microsoft.com/office/drawing/2014/main" id="{20D3A9DA-3173-26CC-3CE7-43F7E013C9A3}"/>
              </a:ext>
            </a:extLst>
          </p:cNvPr>
          <p:cNvGrpSpPr/>
          <p:nvPr/>
        </p:nvGrpSpPr>
        <p:grpSpPr>
          <a:xfrm>
            <a:off x="-188981" y="2633338"/>
            <a:ext cx="3878591" cy="3728025"/>
            <a:chOff x="8212555" y="3026913"/>
            <a:chExt cx="3878591" cy="3728025"/>
          </a:xfrm>
        </p:grpSpPr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31831F82-F8F3-B6D0-C05B-8937A0B866BA}"/>
                </a:ext>
              </a:extLst>
            </p:cNvPr>
            <p:cNvGrpSpPr/>
            <p:nvPr/>
          </p:nvGrpSpPr>
          <p:grpSpPr>
            <a:xfrm>
              <a:off x="8212555" y="3026913"/>
              <a:ext cx="3773931" cy="3728025"/>
              <a:chOff x="5860723" y="1563804"/>
              <a:chExt cx="5757526" cy="5870423"/>
            </a:xfrm>
          </p:grpSpPr>
          <p:pic>
            <p:nvPicPr>
              <p:cNvPr id="28" name="Imagen 27" descr="Aplicación&#10;&#10;El contenido generado por IA puede ser incorrecto.">
                <a:extLst>
                  <a:ext uri="{FF2B5EF4-FFF2-40B4-BE49-F238E27FC236}">
                    <a16:creationId xmlns:a16="http://schemas.microsoft.com/office/drawing/2014/main" id="{1A9B737C-5FDA-8F95-1EE4-73C794B39D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60723" y="1563804"/>
                <a:ext cx="5757526" cy="3339815"/>
              </a:xfrm>
              <a:prstGeom prst="rect">
                <a:avLst/>
              </a:prstGeom>
            </p:spPr>
          </p:pic>
          <p:pic>
            <p:nvPicPr>
              <p:cNvPr id="29" name="Imagen 28" descr="Texto, Icono&#10;&#10;El contenido generado por IA puede ser incorrecto.">
                <a:extLst>
                  <a:ext uri="{FF2B5EF4-FFF2-40B4-BE49-F238E27FC236}">
                    <a16:creationId xmlns:a16="http://schemas.microsoft.com/office/drawing/2014/main" id="{5C66AEB3-249F-FB9D-F435-82D2227D9C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42401" y="4760847"/>
                <a:ext cx="1403147" cy="191436"/>
              </a:xfrm>
              <a:prstGeom prst="rect">
                <a:avLst/>
              </a:prstGeom>
            </p:spPr>
          </p:pic>
          <p:pic>
            <p:nvPicPr>
              <p:cNvPr id="30" name="Imagen 29" descr="Texto, Icono&#10;&#10;El contenido generado por IA puede ser incorrecto.">
                <a:extLst>
                  <a:ext uri="{FF2B5EF4-FFF2-40B4-BE49-F238E27FC236}">
                    <a16:creationId xmlns:a16="http://schemas.microsoft.com/office/drawing/2014/main" id="{CDEF3091-2A77-9B80-6F12-13D8C922DB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057"/>
              <a:stretch>
                <a:fillRect/>
              </a:stretch>
            </p:blipFill>
            <p:spPr>
              <a:xfrm>
                <a:off x="8285701" y="4760847"/>
                <a:ext cx="939319" cy="191436"/>
              </a:xfrm>
              <a:prstGeom prst="rect">
                <a:avLst/>
              </a:prstGeom>
            </p:spPr>
          </p:pic>
          <p:pic>
            <p:nvPicPr>
              <p:cNvPr id="31" name="Imagen 30" descr="Texto, Icono&#10;&#10;El contenido generado por IA puede ser incorrecto.">
                <a:extLst>
                  <a:ext uri="{FF2B5EF4-FFF2-40B4-BE49-F238E27FC236}">
                    <a16:creationId xmlns:a16="http://schemas.microsoft.com/office/drawing/2014/main" id="{F48EEE16-6894-993B-C35C-E0842B07B6D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9526" y="4760847"/>
                <a:ext cx="1403147" cy="191436"/>
              </a:xfrm>
              <a:prstGeom prst="rect">
                <a:avLst/>
              </a:prstGeom>
            </p:spPr>
          </p:pic>
          <p:pic>
            <p:nvPicPr>
              <p:cNvPr id="32" name="Gráfico 31">
                <a:extLst>
                  <a:ext uri="{FF2B5EF4-FFF2-40B4-BE49-F238E27FC236}">
                    <a16:creationId xmlns:a16="http://schemas.microsoft.com/office/drawing/2014/main" id="{60D2CD9D-95F1-BE4C-2CE9-512C71F305A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11122683" y="4318367"/>
                <a:ext cx="386297" cy="386297"/>
              </a:xfrm>
              <a:prstGeom prst="rect">
                <a:avLst/>
              </a:prstGeom>
            </p:spPr>
          </p:pic>
          <p:grpSp>
            <p:nvGrpSpPr>
              <p:cNvPr id="33" name="Grupo 32">
                <a:extLst>
                  <a:ext uri="{FF2B5EF4-FFF2-40B4-BE49-F238E27FC236}">
                    <a16:creationId xmlns:a16="http://schemas.microsoft.com/office/drawing/2014/main" id="{69575CB5-92E4-454F-C81B-24CCC01BB78C}"/>
                  </a:ext>
                </a:extLst>
              </p:cNvPr>
              <p:cNvGrpSpPr/>
              <p:nvPr/>
            </p:nvGrpSpPr>
            <p:grpSpPr>
              <a:xfrm>
                <a:off x="7131764" y="4996354"/>
                <a:ext cx="1508519" cy="669073"/>
                <a:chOff x="1270510" y="4697390"/>
                <a:chExt cx="1508519" cy="669073"/>
              </a:xfrm>
              <a:solidFill>
                <a:srgbClr val="FF0000"/>
              </a:solidFill>
            </p:grpSpPr>
            <p:sp>
              <p:nvSpPr>
                <p:cNvPr id="34" name="Flecha doblada hacia arriba 33">
                  <a:extLst>
                    <a:ext uri="{FF2B5EF4-FFF2-40B4-BE49-F238E27FC236}">
                      <a16:creationId xmlns:a16="http://schemas.microsoft.com/office/drawing/2014/main" id="{295D7D5E-3F2E-2FAE-3D76-9D9E76BE0C48}"/>
                    </a:ext>
                  </a:extLst>
                </p:cNvPr>
                <p:cNvSpPr/>
                <p:nvPr/>
              </p:nvSpPr>
              <p:spPr>
                <a:xfrm>
                  <a:off x="1270510" y="4697390"/>
                  <a:ext cx="1508519" cy="669073"/>
                </a:xfrm>
                <a:prstGeom prst="bentUpArrow">
                  <a:avLst>
                    <a:gd name="adj1" fmla="val 10000"/>
                    <a:gd name="adj2" fmla="val 13333"/>
                    <a:gd name="adj3" fmla="val 25000"/>
                  </a:avLst>
                </a:prstGeom>
                <a:grpFill/>
                <a:ln>
                  <a:solidFill>
                    <a:srgbClr val="FF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cxnSp>
              <p:nvCxnSpPr>
                <p:cNvPr id="35" name="Conector recto 34">
                  <a:extLst>
                    <a:ext uri="{FF2B5EF4-FFF2-40B4-BE49-F238E27FC236}">
                      <a16:creationId xmlns:a16="http://schemas.microsoft.com/office/drawing/2014/main" id="{7F05B14D-A54F-372E-6681-E71787742D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2812" y="4697390"/>
                  <a:ext cx="0" cy="669072"/>
                </a:xfrm>
                <a:prstGeom prst="line">
                  <a:avLst/>
                </a:prstGeom>
                <a:grpFill/>
                <a:ln w="76200">
                  <a:solidFill>
                    <a:srgbClr val="FF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6" name="Grupo 35">
                <a:extLst>
                  <a:ext uri="{FF2B5EF4-FFF2-40B4-BE49-F238E27FC236}">
                    <a16:creationId xmlns:a16="http://schemas.microsoft.com/office/drawing/2014/main" id="{1E3111B0-E3AA-E02B-7E22-AED322B6CDBD}"/>
                  </a:ext>
                </a:extLst>
              </p:cNvPr>
              <p:cNvGrpSpPr/>
              <p:nvPr/>
            </p:nvGrpSpPr>
            <p:grpSpPr>
              <a:xfrm flipH="1">
                <a:off x="8966743" y="5008467"/>
                <a:ext cx="1508518" cy="669073"/>
                <a:chOff x="1270510" y="4697390"/>
                <a:chExt cx="1508519" cy="669073"/>
              </a:xfrm>
            </p:grpSpPr>
            <p:sp>
              <p:nvSpPr>
                <p:cNvPr id="37" name="Flecha doblada hacia arriba 36">
                  <a:extLst>
                    <a:ext uri="{FF2B5EF4-FFF2-40B4-BE49-F238E27FC236}">
                      <a16:creationId xmlns:a16="http://schemas.microsoft.com/office/drawing/2014/main" id="{34117E5F-CFD4-D07D-82CF-98859E1EBC70}"/>
                    </a:ext>
                  </a:extLst>
                </p:cNvPr>
                <p:cNvSpPr/>
                <p:nvPr/>
              </p:nvSpPr>
              <p:spPr>
                <a:xfrm>
                  <a:off x="1270510" y="4697390"/>
                  <a:ext cx="1508519" cy="669073"/>
                </a:xfrm>
                <a:prstGeom prst="bentUpArrow">
                  <a:avLst>
                    <a:gd name="adj1" fmla="val 10000"/>
                    <a:gd name="adj2" fmla="val 13333"/>
                    <a:gd name="adj3" fmla="val 25000"/>
                  </a:avLst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cxnSp>
              <p:nvCxnSpPr>
                <p:cNvPr id="38" name="Conector recto 37">
                  <a:extLst>
                    <a:ext uri="{FF2B5EF4-FFF2-40B4-BE49-F238E27FC236}">
                      <a16:creationId xmlns:a16="http://schemas.microsoft.com/office/drawing/2014/main" id="{505B9F46-16C2-38DE-B182-E62CEA6B80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2812" y="4697390"/>
                  <a:ext cx="0" cy="669072"/>
                </a:xfrm>
                <a:prstGeom prst="line">
                  <a:avLst/>
                </a:prstGeom>
                <a:ln w="76200">
                  <a:solidFill>
                    <a:srgbClr val="00B05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9" name="Grupo 38">
                <a:extLst>
                  <a:ext uri="{FF2B5EF4-FFF2-40B4-BE49-F238E27FC236}">
                    <a16:creationId xmlns:a16="http://schemas.microsoft.com/office/drawing/2014/main" id="{029B57BA-FD5C-7DE2-B139-122AA645163E}"/>
                  </a:ext>
                </a:extLst>
              </p:cNvPr>
              <p:cNvGrpSpPr/>
              <p:nvPr/>
            </p:nvGrpSpPr>
            <p:grpSpPr>
              <a:xfrm flipH="1">
                <a:off x="6647908" y="5008466"/>
                <a:ext cx="4153813" cy="853372"/>
                <a:chOff x="1270510" y="4697390"/>
                <a:chExt cx="1508519" cy="669073"/>
              </a:xfrm>
            </p:grpSpPr>
            <p:sp>
              <p:nvSpPr>
                <p:cNvPr id="40" name="Flecha doblada hacia arriba 39">
                  <a:extLst>
                    <a:ext uri="{FF2B5EF4-FFF2-40B4-BE49-F238E27FC236}">
                      <a16:creationId xmlns:a16="http://schemas.microsoft.com/office/drawing/2014/main" id="{B1AA0760-AFC4-0390-CE86-FEA81F9B7831}"/>
                    </a:ext>
                  </a:extLst>
                </p:cNvPr>
                <p:cNvSpPr/>
                <p:nvPr/>
              </p:nvSpPr>
              <p:spPr>
                <a:xfrm>
                  <a:off x="1270510" y="4697390"/>
                  <a:ext cx="1508519" cy="669073"/>
                </a:xfrm>
                <a:prstGeom prst="bentUpArrow">
                  <a:avLst>
                    <a:gd name="adj1" fmla="val 7767"/>
                    <a:gd name="adj2" fmla="val 11473"/>
                    <a:gd name="adj3" fmla="val 19791"/>
                  </a:avLst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cxnSp>
              <p:nvCxnSpPr>
                <p:cNvPr id="41" name="Conector recto 40">
                  <a:extLst>
                    <a:ext uri="{FF2B5EF4-FFF2-40B4-BE49-F238E27FC236}">
                      <a16:creationId xmlns:a16="http://schemas.microsoft.com/office/drawing/2014/main" id="{3AD108A8-D0F0-BE26-112C-2285D3482C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0662" y="4697390"/>
                  <a:ext cx="0" cy="669072"/>
                </a:xfrm>
                <a:prstGeom prst="line">
                  <a:avLst/>
                </a:prstGeom>
                <a:ln w="76200">
                  <a:solidFill>
                    <a:srgbClr val="00B05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2" name="CuadroTexto 41">
                <a:extLst>
                  <a:ext uri="{FF2B5EF4-FFF2-40B4-BE49-F238E27FC236}">
                    <a16:creationId xmlns:a16="http://schemas.microsoft.com/office/drawing/2014/main" id="{724182D3-F968-7B42-885B-0050D364858C}"/>
                  </a:ext>
                </a:extLst>
              </p:cNvPr>
              <p:cNvSpPr txBox="1"/>
              <p:nvPr/>
            </p:nvSpPr>
            <p:spPr>
              <a:xfrm>
                <a:off x="6874522" y="6125678"/>
                <a:ext cx="3761672" cy="13085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400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Cyclic Add-on Dependencies</a:t>
                </a:r>
                <a:endParaRPr lang="en-US" sz="2400" b="1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p:grpSp>
        <p:sp>
          <p:nvSpPr>
            <p:cNvPr id="97" name="Rectángulo 96">
              <a:extLst>
                <a:ext uri="{FF2B5EF4-FFF2-40B4-BE49-F238E27FC236}">
                  <a16:creationId xmlns:a16="http://schemas.microsoft.com/office/drawing/2014/main" id="{894C66E1-7373-AB44-8088-2B628BF43635}"/>
                </a:ext>
              </a:extLst>
            </p:cNvPr>
            <p:cNvSpPr/>
            <p:nvPr/>
          </p:nvSpPr>
          <p:spPr>
            <a:xfrm>
              <a:off x="10774748" y="4589211"/>
              <a:ext cx="1316398" cy="6424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Rectángulo 1">
            <a:extLst>
              <a:ext uri="{FF2B5EF4-FFF2-40B4-BE49-F238E27FC236}">
                <a16:creationId xmlns:a16="http://schemas.microsoft.com/office/drawing/2014/main" id="{238AAA85-029B-AD6B-91A2-D11DEDEDBC96}"/>
              </a:ext>
            </a:extLst>
          </p:cNvPr>
          <p:cNvSpPr/>
          <p:nvPr/>
        </p:nvSpPr>
        <p:spPr>
          <a:xfrm>
            <a:off x="-533672" y="1684496"/>
            <a:ext cx="4954264" cy="50222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grpSp>
        <p:nvGrpSpPr>
          <p:cNvPr id="88" name="Grupo 87">
            <a:extLst>
              <a:ext uri="{FF2B5EF4-FFF2-40B4-BE49-F238E27FC236}">
                <a16:creationId xmlns:a16="http://schemas.microsoft.com/office/drawing/2014/main" id="{35729554-9A08-4577-EA12-E4F8EAD9261D}"/>
              </a:ext>
            </a:extLst>
          </p:cNvPr>
          <p:cNvGrpSpPr/>
          <p:nvPr/>
        </p:nvGrpSpPr>
        <p:grpSpPr>
          <a:xfrm>
            <a:off x="318692" y="2806397"/>
            <a:ext cx="1520183" cy="1757417"/>
            <a:chOff x="1427402" y="2806397"/>
            <a:chExt cx="1520183" cy="1757417"/>
          </a:xfrm>
        </p:grpSpPr>
        <p:grpSp>
          <p:nvGrpSpPr>
            <p:cNvPr id="78" name="Grupo 77">
              <a:extLst>
                <a:ext uri="{FF2B5EF4-FFF2-40B4-BE49-F238E27FC236}">
                  <a16:creationId xmlns:a16="http://schemas.microsoft.com/office/drawing/2014/main" id="{179AAB8F-4246-9303-529D-F985842199AE}"/>
                </a:ext>
              </a:extLst>
            </p:cNvPr>
            <p:cNvGrpSpPr/>
            <p:nvPr/>
          </p:nvGrpSpPr>
          <p:grpSpPr>
            <a:xfrm>
              <a:off x="1427402" y="2806397"/>
              <a:ext cx="1517400" cy="1757417"/>
              <a:chOff x="9962540" y="3468823"/>
              <a:chExt cx="1517400" cy="1757417"/>
            </a:xfrm>
          </p:grpSpPr>
          <p:pic>
            <p:nvPicPr>
              <p:cNvPr id="3" name="Gráfico 2">
                <a:extLst>
                  <a:ext uri="{FF2B5EF4-FFF2-40B4-BE49-F238E27FC236}">
                    <a16:creationId xmlns:a16="http://schemas.microsoft.com/office/drawing/2014/main" id="{950A4322-6ADC-E200-0408-826E7362DC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9962540" y="3468823"/>
                <a:ext cx="1020440" cy="1247205"/>
              </a:xfrm>
              <a:prstGeom prst="rect">
                <a:avLst/>
              </a:prstGeom>
            </p:spPr>
          </p:pic>
          <p:pic>
            <p:nvPicPr>
              <p:cNvPr id="61" name="Gráfico 60">
                <a:extLst>
                  <a:ext uri="{FF2B5EF4-FFF2-40B4-BE49-F238E27FC236}">
                    <a16:creationId xmlns:a16="http://schemas.microsoft.com/office/drawing/2014/main" id="{6B364BF6-7878-491C-8A69-94F60FC13B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0061932" y="3568215"/>
                <a:ext cx="1020440" cy="1247205"/>
              </a:xfrm>
              <a:prstGeom prst="rect">
                <a:avLst/>
              </a:prstGeom>
            </p:spPr>
          </p:pic>
          <p:pic>
            <p:nvPicPr>
              <p:cNvPr id="62" name="Gráfico 61">
                <a:extLst>
                  <a:ext uri="{FF2B5EF4-FFF2-40B4-BE49-F238E27FC236}">
                    <a16:creationId xmlns:a16="http://schemas.microsoft.com/office/drawing/2014/main" id="{F9D975F8-F3B7-B5E8-C0F2-FB784916E2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0161324" y="3667607"/>
                <a:ext cx="1020440" cy="1247205"/>
              </a:xfrm>
              <a:prstGeom prst="rect">
                <a:avLst/>
              </a:prstGeom>
            </p:spPr>
          </p:pic>
          <p:pic>
            <p:nvPicPr>
              <p:cNvPr id="75" name="Gráfico 74">
                <a:extLst>
                  <a:ext uri="{FF2B5EF4-FFF2-40B4-BE49-F238E27FC236}">
                    <a16:creationId xmlns:a16="http://schemas.microsoft.com/office/drawing/2014/main" id="{DF2916F7-AA1C-060B-F925-757BD3539A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0260716" y="3766999"/>
                <a:ext cx="1020440" cy="1247205"/>
              </a:xfrm>
              <a:prstGeom prst="rect">
                <a:avLst/>
              </a:prstGeom>
            </p:spPr>
          </p:pic>
          <p:pic>
            <p:nvPicPr>
              <p:cNvPr id="76" name="Gráfico 75">
                <a:extLst>
                  <a:ext uri="{FF2B5EF4-FFF2-40B4-BE49-F238E27FC236}">
                    <a16:creationId xmlns:a16="http://schemas.microsoft.com/office/drawing/2014/main" id="{DB890BCE-3499-96DC-76F1-7C002DAC85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0360108" y="3866391"/>
                <a:ext cx="1020440" cy="1247205"/>
              </a:xfrm>
              <a:prstGeom prst="rect">
                <a:avLst/>
              </a:prstGeom>
            </p:spPr>
          </p:pic>
          <p:pic>
            <p:nvPicPr>
              <p:cNvPr id="77" name="Gráfico 76">
                <a:extLst>
                  <a:ext uri="{FF2B5EF4-FFF2-40B4-BE49-F238E27FC236}">
                    <a16:creationId xmlns:a16="http://schemas.microsoft.com/office/drawing/2014/main" id="{1E8480B7-FBF3-805A-3FFE-A7E2737665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10459500" y="3979035"/>
                <a:ext cx="1020440" cy="1247205"/>
              </a:xfrm>
              <a:prstGeom prst="rect">
                <a:avLst/>
              </a:prstGeom>
            </p:spPr>
          </p:pic>
        </p:grpSp>
        <p:pic>
          <p:nvPicPr>
            <p:cNvPr id="86" name="Gráfico 85">
              <a:extLst>
                <a:ext uri="{FF2B5EF4-FFF2-40B4-BE49-F238E27FC236}">
                  <a16:creationId xmlns:a16="http://schemas.microsoft.com/office/drawing/2014/main" id="{29EB0ADE-084F-C21A-D8CE-4B64A047F9D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1935096" y="3325277"/>
              <a:ext cx="1012489" cy="1237487"/>
            </a:xfrm>
            <a:prstGeom prst="rect">
              <a:avLst/>
            </a:prstGeom>
          </p:spPr>
        </p:pic>
      </p:grpSp>
      <p:pic>
        <p:nvPicPr>
          <p:cNvPr id="91" name="Imagen 90" descr="Imagen que contiene dibujo, plato&#10;&#10;El contenido generado por IA puede ser incorrecto.">
            <a:extLst>
              <a:ext uri="{FF2B5EF4-FFF2-40B4-BE49-F238E27FC236}">
                <a16:creationId xmlns:a16="http://schemas.microsoft.com/office/drawing/2014/main" id="{54BE357E-700C-B0FB-7ACF-1615251D5F7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882" y="2964558"/>
            <a:ext cx="1663390" cy="1663390"/>
          </a:xfrm>
          <a:prstGeom prst="rect">
            <a:avLst/>
          </a:prstGeom>
        </p:spPr>
      </p:pic>
      <p:sp>
        <p:nvSpPr>
          <p:cNvPr id="99" name="Flecha derecha 98">
            <a:extLst>
              <a:ext uri="{FF2B5EF4-FFF2-40B4-BE49-F238E27FC236}">
                <a16:creationId xmlns:a16="http://schemas.microsoft.com/office/drawing/2014/main" id="{306EC9C5-7224-F70D-0BDD-016024712F24}"/>
              </a:ext>
            </a:extLst>
          </p:cNvPr>
          <p:cNvSpPr/>
          <p:nvPr/>
        </p:nvSpPr>
        <p:spPr>
          <a:xfrm>
            <a:off x="2170597" y="3461988"/>
            <a:ext cx="758225" cy="683612"/>
          </a:xfrm>
          <a:prstGeom prst="rightArrow">
            <a:avLst/>
          </a:prstGeom>
          <a:solidFill>
            <a:srgbClr val="7E0229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5" name="Flecha derecha 104">
            <a:extLst>
              <a:ext uri="{FF2B5EF4-FFF2-40B4-BE49-F238E27FC236}">
                <a16:creationId xmlns:a16="http://schemas.microsoft.com/office/drawing/2014/main" id="{C3F799E9-4AA9-2904-FA6C-9A39AC439016}"/>
              </a:ext>
            </a:extLst>
          </p:cNvPr>
          <p:cNvSpPr/>
          <p:nvPr/>
        </p:nvSpPr>
        <p:spPr>
          <a:xfrm rot="1723151">
            <a:off x="5168568" y="4163572"/>
            <a:ext cx="1976734" cy="683612"/>
          </a:xfrm>
          <a:prstGeom prst="rightArrow">
            <a:avLst/>
          </a:prstGeom>
          <a:solidFill>
            <a:srgbClr val="7E0229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6" name="Rectángulo 105">
            <a:extLst>
              <a:ext uri="{FF2B5EF4-FFF2-40B4-BE49-F238E27FC236}">
                <a16:creationId xmlns:a16="http://schemas.microsoft.com/office/drawing/2014/main" id="{E313EF3D-A042-E585-C52B-FA7A6E75093F}"/>
              </a:ext>
            </a:extLst>
          </p:cNvPr>
          <p:cNvSpPr/>
          <p:nvPr/>
        </p:nvSpPr>
        <p:spPr>
          <a:xfrm>
            <a:off x="5213752" y="3717229"/>
            <a:ext cx="284078" cy="435765"/>
          </a:xfrm>
          <a:prstGeom prst="rect">
            <a:avLst/>
          </a:prstGeom>
          <a:solidFill>
            <a:srgbClr val="7E0229"/>
          </a:solidFill>
          <a:ln>
            <a:solidFill>
              <a:srgbClr val="7E022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3" name="CuadroTexto 102">
            <a:extLst>
              <a:ext uri="{FF2B5EF4-FFF2-40B4-BE49-F238E27FC236}">
                <a16:creationId xmlns:a16="http://schemas.microsoft.com/office/drawing/2014/main" id="{D8037B8C-2905-870B-5240-4132AE89D197}"/>
              </a:ext>
            </a:extLst>
          </p:cNvPr>
          <p:cNvSpPr txBox="1"/>
          <p:nvPr/>
        </p:nvSpPr>
        <p:spPr>
          <a:xfrm>
            <a:off x="6824916" y="4724413"/>
            <a:ext cx="233324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_tradnl" sz="6600" b="1" dirty="0">
                <a:solidFill>
                  <a:srgbClr val="89153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35%</a:t>
            </a:r>
            <a:endParaRPr lang="es-ES_tradnl" sz="66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09" name="Gráfico 108">
            <a:extLst>
              <a:ext uri="{FF2B5EF4-FFF2-40B4-BE49-F238E27FC236}">
                <a16:creationId xmlns:a16="http://schemas.microsoft.com/office/drawing/2014/main" id="{6F8154AA-6D2D-5D76-4C0B-068433DB4D2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124830" y="4620328"/>
            <a:ext cx="1387916" cy="1387916"/>
          </a:xfrm>
          <a:prstGeom prst="rect">
            <a:avLst/>
          </a:prstGeom>
        </p:spPr>
      </p:pic>
      <p:grpSp>
        <p:nvGrpSpPr>
          <p:cNvPr id="114" name="Grupo 113">
            <a:extLst>
              <a:ext uri="{FF2B5EF4-FFF2-40B4-BE49-F238E27FC236}">
                <a16:creationId xmlns:a16="http://schemas.microsoft.com/office/drawing/2014/main" id="{832D52FE-20B8-4E6E-EF2A-3AB4C69AAA27}"/>
              </a:ext>
            </a:extLst>
          </p:cNvPr>
          <p:cNvGrpSpPr/>
          <p:nvPr/>
        </p:nvGrpSpPr>
        <p:grpSpPr>
          <a:xfrm>
            <a:off x="6824916" y="1697285"/>
            <a:ext cx="3955290" cy="1725424"/>
            <a:chOff x="6824916" y="1697285"/>
            <a:chExt cx="3955290" cy="1725424"/>
          </a:xfrm>
        </p:grpSpPr>
        <p:sp>
          <p:nvSpPr>
            <p:cNvPr id="102" name="CuadroTexto 101">
              <a:extLst>
                <a:ext uri="{FF2B5EF4-FFF2-40B4-BE49-F238E27FC236}">
                  <a16:creationId xmlns:a16="http://schemas.microsoft.com/office/drawing/2014/main" id="{3F1F207E-53ED-5481-EABB-1D3D5841ABE8}"/>
                </a:ext>
              </a:extLst>
            </p:cNvPr>
            <p:cNvSpPr txBox="1"/>
            <p:nvPr/>
          </p:nvSpPr>
          <p:spPr>
            <a:xfrm>
              <a:off x="6824916" y="2058139"/>
              <a:ext cx="2333248" cy="11079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_tradnl" sz="6600" b="1" dirty="0">
                  <a:solidFill>
                    <a:srgbClr val="891536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65%</a:t>
              </a:r>
              <a:endParaRPr lang="es-ES_tradnl" sz="66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  <p:pic>
          <p:nvPicPr>
            <p:cNvPr id="111" name="Gráfico 110">
              <a:extLst>
                <a:ext uri="{FF2B5EF4-FFF2-40B4-BE49-F238E27FC236}">
                  <a16:creationId xmlns:a16="http://schemas.microsoft.com/office/drawing/2014/main" id="{5F78ECA7-A712-5020-097A-027FB0985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054782" y="1697285"/>
              <a:ext cx="1725424" cy="1725424"/>
            </a:xfrm>
            <a:prstGeom prst="rect">
              <a:avLst/>
            </a:prstGeom>
          </p:spPr>
        </p:pic>
      </p:grpSp>
      <p:sp>
        <p:nvSpPr>
          <p:cNvPr id="113" name="CuadroTexto 112">
            <a:extLst>
              <a:ext uri="{FF2B5EF4-FFF2-40B4-BE49-F238E27FC236}">
                <a16:creationId xmlns:a16="http://schemas.microsoft.com/office/drawing/2014/main" id="{54A83EBF-CBBC-E25D-8F29-DF6F1E2A779C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27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75765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3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99" grpId="0" animBg="1"/>
      <p:bldP spid="105" grpId="0" animBg="1"/>
      <p:bldP spid="106" grpId="0" animBg="1"/>
      <p:bldP spid="10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B6A10-CCAA-CCAA-7A8C-1A65E19AD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464A95FF-081B-8F70-B8E6-E089E40C7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6478"/>
            <a:ext cx="10972800" cy="972170"/>
          </a:xfrm>
        </p:spPr>
        <p:txBody>
          <a:bodyPr/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Detection of Pricing Inconsistencies in Benchmark</a:t>
            </a:r>
            <a:b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(Stage two) </a:t>
            </a:r>
          </a:p>
        </p:txBody>
      </p:sp>
      <p:pic>
        <p:nvPicPr>
          <p:cNvPr id="109" name="Gráfico 108">
            <a:extLst>
              <a:ext uri="{FF2B5EF4-FFF2-40B4-BE49-F238E27FC236}">
                <a16:creationId xmlns:a16="http://schemas.microsoft.com/office/drawing/2014/main" id="{2F336E59-F668-A995-B0F8-237A0956E7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94850" y="1648528"/>
            <a:ext cx="2202300" cy="2202300"/>
          </a:xfrm>
          <a:prstGeom prst="rect">
            <a:avLst/>
          </a:prstGeom>
        </p:spPr>
      </p:pic>
      <p:grpSp>
        <p:nvGrpSpPr>
          <p:cNvPr id="45" name="Grupo 44">
            <a:extLst>
              <a:ext uri="{FF2B5EF4-FFF2-40B4-BE49-F238E27FC236}">
                <a16:creationId xmlns:a16="http://schemas.microsoft.com/office/drawing/2014/main" id="{1CAA3A28-8002-65FB-C6DA-3B6930E72EAA}"/>
              </a:ext>
            </a:extLst>
          </p:cNvPr>
          <p:cNvGrpSpPr/>
          <p:nvPr/>
        </p:nvGrpSpPr>
        <p:grpSpPr>
          <a:xfrm>
            <a:off x="374283" y="3777100"/>
            <a:ext cx="3870300" cy="2663254"/>
            <a:chOff x="4988464" y="1626947"/>
            <a:chExt cx="3870300" cy="2663254"/>
          </a:xfrm>
        </p:grpSpPr>
        <p:grpSp>
          <p:nvGrpSpPr>
            <p:cNvPr id="46" name="Grupo 45">
              <a:extLst>
                <a:ext uri="{FF2B5EF4-FFF2-40B4-BE49-F238E27FC236}">
                  <a16:creationId xmlns:a16="http://schemas.microsoft.com/office/drawing/2014/main" id="{76F5508C-C17C-3183-292C-FF48F2C7BE24}"/>
                </a:ext>
              </a:extLst>
            </p:cNvPr>
            <p:cNvGrpSpPr/>
            <p:nvPr/>
          </p:nvGrpSpPr>
          <p:grpSpPr>
            <a:xfrm>
              <a:off x="4988464" y="1626947"/>
              <a:ext cx="3870300" cy="2663254"/>
              <a:chOff x="4988464" y="1626947"/>
              <a:chExt cx="3870300" cy="2663254"/>
            </a:xfrm>
          </p:grpSpPr>
          <p:grpSp>
            <p:nvGrpSpPr>
              <p:cNvPr id="49" name="Grupo 48">
                <a:extLst>
                  <a:ext uri="{FF2B5EF4-FFF2-40B4-BE49-F238E27FC236}">
                    <a16:creationId xmlns:a16="http://schemas.microsoft.com/office/drawing/2014/main" id="{9B5446E6-0898-12D8-D428-D72228DECD66}"/>
                  </a:ext>
                </a:extLst>
              </p:cNvPr>
              <p:cNvGrpSpPr/>
              <p:nvPr/>
            </p:nvGrpSpPr>
            <p:grpSpPr>
              <a:xfrm>
                <a:off x="4988464" y="1626947"/>
                <a:ext cx="3870300" cy="2663254"/>
                <a:chOff x="1889239" y="3820250"/>
                <a:chExt cx="3870300" cy="2663254"/>
              </a:xfrm>
            </p:grpSpPr>
            <p:grpSp>
              <p:nvGrpSpPr>
                <p:cNvPr id="73" name="Grupo 72">
                  <a:extLst>
                    <a:ext uri="{FF2B5EF4-FFF2-40B4-BE49-F238E27FC236}">
                      <a16:creationId xmlns:a16="http://schemas.microsoft.com/office/drawing/2014/main" id="{F9F59EC7-C814-D9FC-9310-2D2404618FE9}"/>
                    </a:ext>
                  </a:extLst>
                </p:cNvPr>
                <p:cNvGrpSpPr/>
                <p:nvPr/>
              </p:nvGrpSpPr>
              <p:grpSpPr>
                <a:xfrm>
                  <a:off x="1889239" y="3820250"/>
                  <a:ext cx="3870300" cy="2148493"/>
                  <a:chOff x="2862982" y="1877098"/>
                  <a:chExt cx="7772400" cy="4583561"/>
                </a:xfrm>
              </p:grpSpPr>
              <p:pic>
                <p:nvPicPr>
                  <p:cNvPr id="79" name="Imagen 78" descr="Aplicación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953D8634-4638-47EA-3245-3C6546CDAC9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2862982" y="1877098"/>
                    <a:ext cx="7772400" cy="4508599"/>
                  </a:xfrm>
                  <a:prstGeom prst="rect">
                    <a:avLst/>
                  </a:prstGeom>
                </p:spPr>
              </p:pic>
              <p:pic>
                <p:nvPicPr>
                  <p:cNvPr id="100" name="Imagen 99" descr="Texto, Icono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51D23DE9-E36B-5377-4AAB-CA2F808ACA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8338936" y="6158338"/>
                    <a:ext cx="2215887" cy="302321"/>
                  </a:xfrm>
                  <a:prstGeom prst="rect">
                    <a:avLst/>
                  </a:prstGeom>
                </p:spPr>
              </p:pic>
              <p:pic>
                <p:nvPicPr>
                  <p:cNvPr id="101" name="Imagen 100" descr="Texto, Icono&#10;&#10;El contenido generado por IA puede ser incorrecto.">
                    <a:extLst>
                      <a:ext uri="{FF2B5EF4-FFF2-40B4-BE49-F238E27FC236}">
                        <a16:creationId xmlns:a16="http://schemas.microsoft.com/office/drawing/2014/main" id="{B74910BE-416D-CD7D-379E-7C8B117871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6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33057"/>
                  <a:stretch>
                    <a:fillRect/>
                  </a:stretch>
                </p:blipFill>
                <p:spPr>
                  <a:xfrm>
                    <a:off x="6109083" y="6158337"/>
                    <a:ext cx="1483398" cy="302321"/>
                  </a:xfrm>
                  <a:prstGeom prst="rect">
                    <a:avLst/>
                  </a:prstGeom>
                </p:spPr>
              </p:pic>
            </p:grpSp>
            <p:sp>
              <p:nvSpPr>
                <p:cNvPr id="74" name="CuadroTexto 73">
                  <a:extLst>
                    <a:ext uri="{FF2B5EF4-FFF2-40B4-BE49-F238E27FC236}">
                      <a16:creationId xmlns:a16="http://schemas.microsoft.com/office/drawing/2014/main" id="{B2F48714-A843-9C5E-4777-BEB691D2F776}"/>
                    </a:ext>
                  </a:extLst>
                </p:cNvPr>
                <p:cNvSpPr txBox="1"/>
                <p:nvPr/>
              </p:nvSpPr>
              <p:spPr>
                <a:xfrm>
                  <a:off x="2810712" y="6114172"/>
                  <a:ext cx="18053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b="1" noProof="0" dirty="0">
                      <a:latin typeface="Roboto" panose="02000000000000000000" pitchFamily="2" charset="0"/>
                      <a:ea typeface="Roboto" panose="02000000000000000000" pitchFamily="2" charset="0"/>
                      <a:cs typeface="Roboto" panose="02000000000000000000" pitchFamily="2" charset="0"/>
                    </a:rPr>
                    <a:t>Dummy Add-on</a:t>
                  </a:r>
                </a:p>
              </p:txBody>
            </p:sp>
          </p:grpSp>
          <p:pic>
            <p:nvPicPr>
              <p:cNvPr id="65" name="Imagen 64" descr="Texto, Icono&#10;&#10;El contenido generado por IA puede ser incorrecto.">
                <a:extLst>
                  <a:ext uri="{FF2B5EF4-FFF2-40B4-BE49-F238E27FC236}">
                    <a16:creationId xmlns:a16="http://schemas.microsoft.com/office/drawing/2014/main" id="{826A56AF-8E1B-5F55-FFD9-6AA586363A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057" r="33309"/>
              <a:stretch>
                <a:fillRect/>
              </a:stretch>
            </p:blipFill>
            <p:spPr>
              <a:xfrm>
                <a:off x="5448527" y="3631100"/>
                <a:ext cx="371127" cy="141710"/>
              </a:xfrm>
              <a:prstGeom prst="rect">
                <a:avLst/>
              </a:prstGeom>
            </p:spPr>
          </p:pic>
          <p:pic>
            <p:nvPicPr>
              <p:cNvPr id="68" name="Imagen 67" descr="Icono&#10;&#10;El contenido generado por IA puede ser incorrecto.">
                <a:extLst>
                  <a:ext uri="{FF2B5EF4-FFF2-40B4-BE49-F238E27FC236}">
                    <a16:creationId xmlns:a16="http://schemas.microsoft.com/office/drawing/2014/main" id="{B234AE65-F985-39E3-2731-66A4A6FD18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878" t="5910" r="10905" b="6363"/>
              <a:stretch>
                <a:fillRect/>
              </a:stretch>
            </p:blipFill>
            <p:spPr>
              <a:xfrm>
                <a:off x="5448526" y="3263839"/>
                <a:ext cx="371127" cy="336223"/>
              </a:xfrm>
              <a:prstGeom prst="rect">
                <a:avLst/>
              </a:prstGeom>
            </p:spPr>
          </p:pic>
        </p:grpSp>
        <p:sp>
          <p:nvSpPr>
            <p:cNvPr id="47" name="Rectángulo 46">
              <a:extLst>
                <a:ext uri="{FF2B5EF4-FFF2-40B4-BE49-F238E27FC236}">
                  <a16:creationId xmlns:a16="http://schemas.microsoft.com/office/drawing/2014/main" id="{3CA7A916-0FF2-6F05-9489-8205C89877D9}"/>
                </a:ext>
              </a:extLst>
            </p:cNvPr>
            <p:cNvSpPr/>
            <p:nvPr/>
          </p:nvSpPr>
          <p:spPr>
            <a:xfrm>
              <a:off x="5011233" y="3148642"/>
              <a:ext cx="1245622" cy="70135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48" name="Rectángulo 47">
              <a:extLst>
                <a:ext uri="{FF2B5EF4-FFF2-40B4-BE49-F238E27FC236}">
                  <a16:creationId xmlns:a16="http://schemas.microsoft.com/office/drawing/2014/main" id="{490184AE-1B83-14A2-B066-30F7FD268406}"/>
                </a:ext>
              </a:extLst>
            </p:cNvPr>
            <p:cNvSpPr/>
            <p:nvPr/>
          </p:nvSpPr>
          <p:spPr>
            <a:xfrm>
              <a:off x="6542050" y="1627785"/>
              <a:ext cx="738664" cy="149118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04" name="Grupo 103">
            <a:extLst>
              <a:ext uri="{FF2B5EF4-FFF2-40B4-BE49-F238E27FC236}">
                <a16:creationId xmlns:a16="http://schemas.microsoft.com/office/drawing/2014/main" id="{F2241529-A873-B270-2436-077FC630A629}"/>
              </a:ext>
            </a:extLst>
          </p:cNvPr>
          <p:cNvGrpSpPr/>
          <p:nvPr/>
        </p:nvGrpSpPr>
        <p:grpSpPr>
          <a:xfrm>
            <a:off x="7809350" y="3244386"/>
            <a:ext cx="3878591" cy="3543359"/>
            <a:chOff x="8212555" y="3026913"/>
            <a:chExt cx="3878591" cy="3543359"/>
          </a:xfrm>
        </p:grpSpPr>
        <p:grpSp>
          <p:nvGrpSpPr>
            <p:cNvPr id="108" name="Grupo 107">
              <a:extLst>
                <a:ext uri="{FF2B5EF4-FFF2-40B4-BE49-F238E27FC236}">
                  <a16:creationId xmlns:a16="http://schemas.microsoft.com/office/drawing/2014/main" id="{E08D37ED-E4EB-F5D2-91DA-F6224B3012F7}"/>
                </a:ext>
              </a:extLst>
            </p:cNvPr>
            <p:cNvGrpSpPr/>
            <p:nvPr/>
          </p:nvGrpSpPr>
          <p:grpSpPr>
            <a:xfrm>
              <a:off x="8212555" y="3026913"/>
              <a:ext cx="3773931" cy="3543359"/>
              <a:chOff x="5860723" y="1563804"/>
              <a:chExt cx="5757526" cy="5579634"/>
            </a:xfrm>
          </p:grpSpPr>
          <p:pic>
            <p:nvPicPr>
              <p:cNvPr id="112" name="Imagen 111" descr="Aplicación&#10;&#10;El contenido generado por IA puede ser incorrecto.">
                <a:extLst>
                  <a:ext uri="{FF2B5EF4-FFF2-40B4-BE49-F238E27FC236}">
                    <a16:creationId xmlns:a16="http://schemas.microsoft.com/office/drawing/2014/main" id="{D7E90CE0-A1DA-A224-0C68-C5C19E78DD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60723" y="1563804"/>
                <a:ext cx="5757526" cy="3339815"/>
              </a:xfrm>
              <a:prstGeom prst="rect">
                <a:avLst/>
              </a:prstGeom>
            </p:spPr>
          </p:pic>
          <p:pic>
            <p:nvPicPr>
              <p:cNvPr id="113" name="Imagen 112" descr="Texto, Icono&#10;&#10;El contenido generado por IA puede ser incorrecto.">
                <a:extLst>
                  <a:ext uri="{FF2B5EF4-FFF2-40B4-BE49-F238E27FC236}">
                    <a16:creationId xmlns:a16="http://schemas.microsoft.com/office/drawing/2014/main" id="{6C9340C2-316B-CFBC-D5A4-D0E6825D67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042401" y="4760847"/>
                <a:ext cx="1403147" cy="191436"/>
              </a:xfrm>
              <a:prstGeom prst="rect">
                <a:avLst/>
              </a:prstGeom>
            </p:spPr>
          </p:pic>
          <p:pic>
            <p:nvPicPr>
              <p:cNvPr id="114" name="Imagen 113" descr="Texto, Icono&#10;&#10;El contenido generado por IA puede ser incorrecto.">
                <a:extLst>
                  <a:ext uri="{FF2B5EF4-FFF2-40B4-BE49-F238E27FC236}">
                    <a16:creationId xmlns:a16="http://schemas.microsoft.com/office/drawing/2014/main" id="{9683AD96-FB40-1A51-F8DA-2A8CA18F2E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3057"/>
              <a:stretch>
                <a:fillRect/>
              </a:stretch>
            </p:blipFill>
            <p:spPr>
              <a:xfrm>
                <a:off x="8285701" y="4760847"/>
                <a:ext cx="939319" cy="191436"/>
              </a:xfrm>
              <a:prstGeom prst="rect">
                <a:avLst/>
              </a:prstGeom>
            </p:spPr>
          </p:pic>
          <p:pic>
            <p:nvPicPr>
              <p:cNvPr id="115" name="Imagen 114" descr="Texto, Icono&#10;&#10;El contenido generado por IA puede ser incorrecto.">
                <a:extLst>
                  <a:ext uri="{FF2B5EF4-FFF2-40B4-BE49-F238E27FC236}">
                    <a16:creationId xmlns:a16="http://schemas.microsoft.com/office/drawing/2014/main" id="{B5CF9813-00CC-F9BD-51E0-E49050C182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089526" y="4760847"/>
                <a:ext cx="1403147" cy="191436"/>
              </a:xfrm>
              <a:prstGeom prst="rect">
                <a:avLst/>
              </a:prstGeom>
            </p:spPr>
          </p:pic>
          <p:pic>
            <p:nvPicPr>
              <p:cNvPr id="116" name="Gráfico 115">
                <a:extLst>
                  <a:ext uri="{FF2B5EF4-FFF2-40B4-BE49-F238E27FC236}">
                    <a16:creationId xmlns:a16="http://schemas.microsoft.com/office/drawing/2014/main" id="{0F75A092-94A9-1FD0-B53A-569814EE0A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11122683" y="4318367"/>
                <a:ext cx="386297" cy="386297"/>
              </a:xfrm>
              <a:prstGeom prst="rect">
                <a:avLst/>
              </a:prstGeom>
            </p:spPr>
          </p:pic>
          <p:grpSp>
            <p:nvGrpSpPr>
              <p:cNvPr id="117" name="Grupo 116">
                <a:extLst>
                  <a:ext uri="{FF2B5EF4-FFF2-40B4-BE49-F238E27FC236}">
                    <a16:creationId xmlns:a16="http://schemas.microsoft.com/office/drawing/2014/main" id="{38F6EABB-79DE-893E-1F68-B3EDF2593307}"/>
                  </a:ext>
                </a:extLst>
              </p:cNvPr>
              <p:cNvGrpSpPr/>
              <p:nvPr/>
            </p:nvGrpSpPr>
            <p:grpSpPr>
              <a:xfrm>
                <a:off x="7131764" y="4996354"/>
                <a:ext cx="1508519" cy="669073"/>
                <a:chOff x="1270510" y="4697390"/>
                <a:chExt cx="1508519" cy="669073"/>
              </a:xfrm>
              <a:solidFill>
                <a:srgbClr val="FF0000"/>
              </a:solidFill>
            </p:grpSpPr>
            <p:sp>
              <p:nvSpPr>
                <p:cNvPr id="125" name="Flecha doblada hacia arriba 124">
                  <a:extLst>
                    <a:ext uri="{FF2B5EF4-FFF2-40B4-BE49-F238E27FC236}">
                      <a16:creationId xmlns:a16="http://schemas.microsoft.com/office/drawing/2014/main" id="{BE5616E7-30AF-A90B-6E52-240602CBEB93}"/>
                    </a:ext>
                  </a:extLst>
                </p:cNvPr>
                <p:cNvSpPr/>
                <p:nvPr/>
              </p:nvSpPr>
              <p:spPr>
                <a:xfrm>
                  <a:off x="1270510" y="4697390"/>
                  <a:ext cx="1508519" cy="669073"/>
                </a:xfrm>
                <a:prstGeom prst="bentUpArrow">
                  <a:avLst>
                    <a:gd name="adj1" fmla="val 10000"/>
                    <a:gd name="adj2" fmla="val 13333"/>
                    <a:gd name="adj3" fmla="val 25000"/>
                  </a:avLst>
                </a:prstGeom>
                <a:grpFill/>
                <a:ln>
                  <a:solidFill>
                    <a:srgbClr val="FF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cxnSp>
              <p:nvCxnSpPr>
                <p:cNvPr id="126" name="Conector recto 125">
                  <a:extLst>
                    <a:ext uri="{FF2B5EF4-FFF2-40B4-BE49-F238E27FC236}">
                      <a16:creationId xmlns:a16="http://schemas.microsoft.com/office/drawing/2014/main" id="{B87A52ED-582C-614A-23EC-D03A58AB7B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2812" y="4697390"/>
                  <a:ext cx="0" cy="669072"/>
                </a:xfrm>
                <a:prstGeom prst="line">
                  <a:avLst/>
                </a:prstGeom>
                <a:grpFill/>
                <a:ln w="76200">
                  <a:solidFill>
                    <a:srgbClr val="FF000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8" name="Grupo 117">
                <a:extLst>
                  <a:ext uri="{FF2B5EF4-FFF2-40B4-BE49-F238E27FC236}">
                    <a16:creationId xmlns:a16="http://schemas.microsoft.com/office/drawing/2014/main" id="{BF0E61E5-CFD4-5824-9A42-2CDBFBABCF6A}"/>
                  </a:ext>
                </a:extLst>
              </p:cNvPr>
              <p:cNvGrpSpPr/>
              <p:nvPr/>
            </p:nvGrpSpPr>
            <p:grpSpPr>
              <a:xfrm flipH="1">
                <a:off x="8966743" y="5008467"/>
                <a:ext cx="1508518" cy="669073"/>
                <a:chOff x="1270510" y="4697390"/>
                <a:chExt cx="1508519" cy="669073"/>
              </a:xfrm>
            </p:grpSpPr>
            <p:sp>
              <p:nvSpPr>
                <p:cNvPr id="123" name="Flecha doblada hacia arriba 122">
                  <a:extLst>
                    <a:ext uri="{FF2B5EF4-FFF2-40B4-BE49-F238E27FC236}">
                      <a16:creationId xmlns:a16="http://schemas.microsoft.com/office/drawing/2014/main" id="{0C56D391-CC36-2745-F612-0769D09FB592}"/>
                    </a:ext>
                  </a:extLst>
                </p:cNvPr>
                <p:cNvSpPr/>
                <p:nvPr/>
              </p:nvSpPr>
              <p:spPr>
                <a:xfrm>
                  <a:off x="1270510" y="4697390"/>
                  <a:ext cx="1508519" cy="669073"/>
                </a:xfrm>
                <a:prstGeom prst="bentUpArrow">
                  <a:avLst>
                    <a:gd name="adj1" fmla="val 10000"/>
                    <a:gd name="adj2" fmla="val 13333"/>
                    <a:gd name="adj3" fmla="val 25000"/>
                  </a:avLst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cxnSp>
              <p:nvCxnSpPr>
                <p:cNvPr id="124" name="Conector recto 123">
                  <a:extLst>
                    <a:ext uri="{FF2B5EF4-FFF2-40B4-BE49-F238E27FC236}">
                      <a16:creationId xmlns:a16="http://schemas.microsoft.com/office/drawing/2014/main" id="{12600CDD-AA7B-1DD7-284B-93A0156F3C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92812" y="4697390"/>
                  <a:ext cx="0" cy="669072"/>
                </a:xfrm>
                <a:prstGeom prst="line">
                  <a:avLst/>
                </a:prstGeom>
                <a:ln w="76200">
                  <a:solidFill>
                    <a:srgbClr val="00B05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9" name="Grupo 118">
                <a:extLst>
                  <a:ext uri="{FF2B5EF4-FFF2-40B4-BE49-F238E27FC236}">
                    <a16:creationId xmlns:a16="http://schemas.microsoft.com/office/drawing/2014/main" id="{FC17FC84-6BBC-AA5C-9664-F5EAEF2A5429}"/>
                  </a:ext>
                </a:extLst>
              </p:cNvPr>
              <p:cNvGrpSpPr/>
              <p:nvPr/>
            </p:nvGrpSpPr>
            <p:grpSpPr>
              <a:xfrm flipH="1">
                <a:off x="6647908" y="5008466"/>
                <a:ext cx="4153813" cy="853372"/>
                <a:chOff x="1270510" y="4697390"/>
                <a:chExt cx="1508519" cy="669073"/>
              </a:xfrm>
            </p:grpSpPr>
            <p:sp>
              <p:nvSpPr>
                <p:cNvPr id="121" name="Flecha doblada hacia arriba 120">
                  <a:extLst>
                    <a:ext uri="{FF2B5EF4-FFF2-40B4-BE49-F238E27FC236}">
                      <a16:creationId xmlns:a16="http://schemas.microsoft.com/office/drawing/2014/main" id="{E436DFF8-A68E-A730-0A80-FC52CDDECDC9}"/>
                    </a:ext>
                  </a:extLst>
                </p:cNvPr>
                <p:cNvSpPr/>
                <p:nvPr/>
              </p:nvSpPr>
              <p:spPr>
                <a:xfrm>
                  <a:off x="1270510" y="4697390"/>
                  <a:ext cx="1508519" cy="669073"/>
                </a:xfrm>
                <a:prstGeom prst="bentUpArrow">
                  <a:avLst>
                    <a:gd name="adj1" fmla="val 7767"/>
                    <a:gd name="adj2" fmla="val 11473"/>
                    <a:gd name="adj3" fmla="val 19791"/>
                  </a:avLst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noProof="0" dirty="0"/>
                </a:p>
              </p:txBody>
            </p:sp>
            <p:cxnSp>
              <p:nvCxnSpPr>
                <p:cNvPr id="122" name="Conector recto 121">
                  <a:extLst>
                    <a:ext uri="{FF2B5EF4-FFF2-40B4-BE49-F238E27FC236}">
                      <a16:creationId xmlns:a16="http://schemas.microsoft.com/office/drawing/2014/main" id="{0207F82D-2F24-4EED-F012-A7A9E0C596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80662" y="4697390"/>
                  <a:ext cx="0" cy="669072"/>
                </a:xfrm>
                <a:prstGeom prst="line">
                  <a:avLst/>
                </a:prstGeom>
                <a:ln w="76200">
                  <a:solidFill>
                    <a:srgbClr val="00B050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20" name="CuadroTexto 119">
                <a:extLst>
                  <a:ext uri="{FF2B5EF4-FFF2-40B4-BE49-F238E27FC236}">
                    <a16:creationId xmlns:a16="http://schemas.microsoft.com/office/drawing/2014/main" id="{56F50AFA-8745-CDA0-AD0D-6C26BD27826F}"/>
                  </a:ext>
                </a:extLst>
              </p:cNvPr>
              <p:cNvSpPr txBox="1"/>
              <p:nvPr/>
            </p:nvSpPr>
            <p:spPr>
              <a:xfrm>
                <a:off x="6874522" y="6125678"/>
                <a:ext cx="3761672" cy="10177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b="1" dirty="0">
                    <a:latin typeface="Roboto" panose="02000000000000000000" pitchFamily="2" charset="0"/>
                    <a:ea typeface="Roboto" panose="02000000000000000000" pitchFamily="2" charset="0"/>
                    <a:cs typeface="Roboto" panose="02000000000000000000" pitchFamily="2" charset="0"/>
                  </a:rPr>
                  <a:t>Cyclic Add-on Dependencies</a:t>
                </a:r>
                <a:endParaRPr lang="en-US" b="1" noProof="0" dirty="0"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endParaRPr>
              </a:p>
            </p:txBody>
          </p:sp>
        </p:grpSp>
        <p:sp>
          <p:nvSpPr>
            <p:cNvPr id="110" name="Rectángulo 109">
              <a:extLst>
                <a:ext uri="{FF2B5EF4-FFF2-40B4-BE49-F238E27FC236}">
                  <a16:creationId xmlns:a16="http://schemas.microsoft.com/office/drawing/2014/main" id="{3AB6A769-15E2-A49A-855F-9F295A47C9D4}"/>
                </a:ext>
              </a:extLst>
            </p:cNvPr>
            <p:cNvSpPr/>
            <p:nvPr/>
          </p:nvSpPr>
          <p:spPr>
            <a:xfrm>
              <a:off x="10774748" y="4589211"/>
              <a:ext cx="1316398" cy="642435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38" name="Grupo 137">
            <a:extLst>
              <a:ext uri="{FF2B5EF4-FFF2-40B4-BE49-F238E27FC236}">
                <a16:creationId xmlns:a16="http://schemas.microsoft.com/office/drawing/2014/main" id="{4142221D-FFBE-5E9D-FE89-381A854A94A4}"/>
              </a:ext>
            </a:extLst>
          </p:cNvPr>
          <p:cNvGrpSpPr/>
          <p:nvPr/>
        </p:nvGrpSpPr>
        <p:grpSpPr>
          <a:xfrm flipH="1">
            <a:off x="5657128" y="5016066"/>
            <a:ext cx="877743" cy="203580"/>
            <a:chOff x="2825645" y="5031746"/>
            <a:chExt cx="357750" cy="72000"/>
          </a:xfrm>
        </p:grpSpPr>
        <p:sp>
          <p:nvSpPr>
            <p:cNvPr id="139" name="Elipse 138">
              <a:extLst>
                <a:ext uri="{FF2B5EF4-FFF2-40B4-BE49-F238E27FC236}">
                  <a16:creationId xmlns:a16="http://schemas.microsoft.com/office/drawing/2014/main" id="{7A626695-73CA-11F6-5A3C-5ABDD0363FDC}"/>
                </a:ext>
              </a:extLst>
            </p:cNvPr>
            <p:cNvSpPr/>
            <p:nvPr/>
          </p:nvSpPr>
          <p:spPr>
            <a:xfrm>
              <a:off x="2825645" y="5031746"/>
              <a:ext cx="72000" cy="72000"/>
            </a:xfrm>
            <a:prstGeom prst="ellipse">
              <a:avLst/>
            </a:prstGeom>
            <a:solidFill>
              <a:srgbClr val="8B1B3F"/>
            </a:solidFill>
            <a:ln>
              <a:solidFill>
                <a:srgbClr val="8B1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40" name="Elipse 139">
              <a:extLst>
                <a:ext uri="{FF2B5EF4-FFF2-40B4-BE49-F238E27FC236}">
                  <a16:creationId xmlns:a16="http://schemas.microsoft.com/office/drawing/2014/main" id="{B89CB2D8-E9F1-CCB3-3FDA-EE1437C3D44F}"/>
                </a:ext>
              </a:extLst>
            </p:cNvPr>
            <p:cNvSpPr/>
            <p:nvPr/>
          </p:nvSpPr>
          <p:spPr>
            <a:xfrm>
              <a:off x="2968520" y="5031746"/>
              <a:ext cx="72000" cy="72000"/>
            </a:xfrm>
            <a:prstGeom prst="ellipse">
              <a:avLst/>
            </a:prstGeom>
            <a:solidFill>
              <a:srgbClr val="8B1B3F"/>
            </a:solidFill>
            <a:ln>
              <a:solidFill>
                <a:srgbClr val="8B1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  <p:sp>
          <p:nvSpPr>
            <p:cNvPr id="141" name="Elipse 140">
              <a:extLst>
                <a:ext uri="{FF2B5EF4-FFF2-40B4-BE49-F238E27FC236}">
                  <a16:creationId xmlns:a16="http://schemas.microsoft.com/office/drawing/2014/main" id="{F1E47D92-FC8C-5359-6481-CE80D30382DE}"/>
                </a:ext>
              </a:extLst>
            </p:cNvPr>
            <p:cNvSpPr/>
            <p:nvPr/>
          </p:nvSpPr>
          <p:spPr>
            <a:xfrm>
              <a:off x="3111395" y="5031746"/>
              <a:ext cx="72000" cy="72000"/>
            </a:xfrm>
            <a:prstGeom prst="ellipse">
              <a:avLst/>
            </a:prstGeom>
            <a:solidFill>
              <a:srgbClr val="8B1B3F"/>
            </a:solidFill>
            <a:ln>
              <a:solidFill>
                <a:srgbClr val="8B1B3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_tradnl"/>
            </a:p>
          </p:txBody>
        </p:sp>
      </p:grpSp>
      <p:sp>
        <p:nvSpPr>
          <p:cNvPr id="143" name="CuadroTexto 142">
            <a:extLst>
              <a:ext uri="{FF2B5EF4-FFF2-40B4-BE49-F238E27FC236}">
                <a16:creationId xmlns:a16="http://schemas.microsoft.com/office/drawing/2014/main" id="{C3CF7136-4BD1-9DE2-4C14-5AEBE2E89398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28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9468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B3415D-55D4-ED80-7E72-1171E7B05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52C3AD6C-B012-B5B0-8306-8BF1C4400172}"/>
              </a:ext>
            </a:extLst>
          </p:cNvPr>
          <p:cNvSpPr/>
          <p:nvPr/>
        </p:nvSpPr>
        <p:spPr>
          <a:xfrm>
            <a:off x="-5029200" y="-751840"/>
            <a:ext cx="8514080" cy="8361680"/>
          </a:xfrm>
          <a:prstGeom prst="ellipse">
            <a:avLst/>
          </a:prstGeom>
          <a:noFill/>
          <a:ln w="762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07AEA25E-1853-D815-0CA7-C65B917CC5AE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1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A72B92F-2BEA-8A0E-A6A6-5DE04994C8EE}"/>
              </a:ext>
            </a:extLst>
          </p:cNvPr>
          <p:cNvSpPr/>
          <p:nvPr/>
        </p:nvSpPr>
        <p:spPr>
          <a:xfrm>
            <a:off x="2944880" y="198324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2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CE2E4780-B455-CCD2-B280-9E614913C039}"/>
              </a:ext>
            </a:extLst>
          </p:cNvPr>
          <p:cNvSpPr/>
          <p:nvPr/>
        </p:nvSpPr>
        <p:spPr>
          <a:xfrm>
            <a:off x="2944880" y="3934210"/>
            <a:ext cx="1080000" cy="1080000"/>
          </a:xfrm>
          <a:prstGeom prst="ellipse">
            <a:avLst/>
          </a:prstGeom>
          <a:solidFill>
            <a:schemeClr val="bg1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3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C6949A4A-2FF1-8AD9-8894-D5E2AB0B9DA3}"/>
              </a:ext>
            </a:extLst>
          </p:cNvPr>
          <p:cNvSpPr/>
          <p:nvPr/>
        </p:nvSpPr>
        <p:spPr>
          <a:xfrm>
            <a:off x="2134880" y="5610610"/>
            <a:ext cx="1080000" cy="1080000"/>
          </a:xfrm>
          <a:prstGeom prst="ellipse">
            <a:avLst/>
          </a:prstGeom>
          <a:solidFill>
            <a:srgbClr val="C00000"/>
          </a:solidFill>
          <a:ln w="38100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chemeClr val="bg1"/>
                </a:solidFill>
              </a:rPr>
              <a:t>4</a:t>
            </a:r>
            <a:endParaRPr lang="en-US" b="1" noProof="0" dirty="0">
              <a:solidFill>
                <a:schemeClr val="bg1"/>
              </a:solidFill>
            </a:endParaRPr>
          </a:p>
        </p:txBody>
      </p:sp>
      <p:grpSp>
        <p:nvGrpSpPr>
          <p:cNvPr id="23" name="Grupo 22">
            <a:extLst>
              <a:ext uri="{FF2B5EF4-FFF2-40B4-BE49-F238E27FC236}">
                <a16:creationId xmlns:a16="http://schemas.microsoft.com/office/drawing/2014/main" id="{33B198F6-89D0-989F-5F3A-5CE8A2DC4C6E}"/>
              </a:ext>
            </a:extLst>
          </p:cNvPr>
          <p:cNvGrpSpPr/>
          <p:nvPr/>
        </p:nvGrpSpPr>
        <p:grpSpPr>
          <a:xfrm>
            <a:off x="3484880" y="258580"/>
            <a:ext cx="7191760" cy="1080000"/>
            <a:chOff x="3484880" y="258580"/>
            <a:chExt cx="7191760" cy="1080000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72FC4D19-1797-B43F-5AB5-11254935895D}"/>
                </a:ext>
              </a:extLst>
            </p:cNvPr>
            <p:cNvSpPr/>
            <p:nvPr/>
          </p:nvSpPr>
          <p:spPr>
            <a:xfrm>
              <a:off x="3484880" y="25858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INTRODUCTION</a:t>
              </a:r>
            </a:p>
          </p:txBody>
        </p:sp>
        <p:pic>
          <p:nvPicPr>
            <p:cNvPr id="19" name="Imagen 18">
              <a:extLst>
                <a:ext uri="{FF2B5EF4-FFF2-40B4-BE49-F238E27FC236}">
                  <a16:creationId xmlns:a16="http://schemas.microsoft.com/office/drawing/2014/main" id="{0D65F804-0CEF-7753-5BE9-7BE0F33B952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52967" y="356263"/>
              <a:ext cx="831665" cy="831665"/>
            </a:xfrm>
            <a:prstGeom prst="rect">
              <a:avLst/>
            </a:prstGeom>
          </p:spPr>
        </p:pic>
      </p:grpSp>
      <p:grpSp>
        <p:nvGrpSpPr>
          <p:cNvPr id="24" name="Grupo 23">
            <a:extLst>
              <a:ext uri="{FF2B5EF4-FFF2-40B4-BE49-F238E27FC236}">
                <a16:creationId xmlns:a16="http://schemas.microsoft.com/office/drawing/2014/main" id="{7F0C7630-3373-D2A0-1EA6-76FFDE066188}"/>
              </a:ext>
            </a:extLst>
          </p:cNvPr>
          <p:cNvGrpSpPr/>
          <p:nvPr/>
        </p:nvGrpSpPr>
        <p:grpSpPr>
          <a:xfrm>
            <a:off x="4338320" y="1983240"/>
            <a:ext cx="7191760" cy="1080000"/>
            <a:chOff x="4338320" y="1983240"/>
            <a:chExt cx="7191760" cy="1080000"/>
          </a:xfrm>
        </p:grpSpPr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8CC5FEB8-0502-4B62-2B4A-0779CF308842}"/>
                </a:ext>
              </a:extLst>
            </p:cNvPr>
            <p:cNvSpPr/>
            <p:nvPr/>
          </p:nvSpPr>
          <p:spPr>
            <a:xfrm>
              <a:off x="4338320" y="198324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PROPOSAL</a:t>
              </a:r>
              <a:endParaRPr lang="en-US" sz="4000" noProof="0" dirty="0"/>
            </a:p>
          </p:txBody>
        </p:sp>
        <p:pic>
          <p:nvPicPr>
            <p:cNvPr id="20" name="Imagen 8">
              <a:extLst>
                <a:ext uri="{FF2B5EF4-FFF2-40B4-BE49-F238E27FC236}">
                  <a16:creationId xmlns:a16="http://schemas.microsoft.com/office/drawing/2014/main" id="{7F2E1E4E-F776-7896-789F-1BF212627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4878097" y="2107407"/>
              <a:ext cx="831665" cy="831665"/>
            </a:xfrm>
            <a:prstGeom prst="rect">
              <a:avLst/>
            </a:prstGeom>
          </p:spPr>
        </p:pic>
      </p:grpSp>
      <p:sp>
        <p:nvSpPr>
          <p:cNvPr id="27" name="Elipse 26">
            <a:extLst>
              <a:ext uri="{FF2B5EF4-FFF2-40B4-BE49-F238E27FC236}">
                <a16:creationId xmlns:a16="http://schemas.microsoft.com/office/drawing/2014/main" id="{C606EB9B-5858-4BB7-6B36-E4EC12989714}"/>
              </a:ext>
            </a:extLst>
          </p:cNvPr>
          <p:cNvSpPr/>
          <p:nvPr/>
        </p:nvSpPr>
        <p:spPr>
          <a:xfrm>
            <a:off x="2134880" y="258580"/>
            <a:ext cx="1080000" cy="1080000"/>
          </a:xfrm>
          <a:prstGeom prst="ellipse">
            <a:avLst/>
          </a:prstGeom>
          <a:solidFill>
            <a:schemeClr val="bg1"/>
          </a:solidFill>
          <a:ln w="38100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noProof="0" dirty="0">
                <a:solidFill>
                  <a:srgbClr val="C00000"/>
                </a:solidFill>
              </a:rPr>
              <a:t>1</a:t>
            </a:r>
            <a:endParaRPr lang="en-US" b="1" noProof="0" dirty="0">
              <a:solidFill>
                <a:srgbClr val="C00000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93BF0A88-12E7-809D-7100-4EA9C6B4404F}"/>
              </a:ext>
            </a:extLst>
          </p:cNvPr>
          <p:cNvGrpSpPr/>
          <p:nvPr/>
        </p:nvGrpSpPr>
        <p:grpSpPr>
          <a:xfrm>
            <a:off x="3484880" y="5610610"/>
            <a:ext cx="7191760" cy="1080000"/>
            <a:chOff x="3484880" y="5610610"/>
            <a:chExt cx="7191760" cy="1080000"/>
          </a:xfrm>
        </p:grpSpPr>
        <p:sp>
          <p:nvSpPr>
            <p:cNvPr id="29" name="Rectángulo 28">
              <a:extLst>
                <a:ext uri="{FF2B5EF4-FFF2-40B4-BE49-F238E27FC236}">
                  <a16:creationId xmlns:a16="http://schemas.microsoft.com/office/drawing/2014/main" id="{3E1B29E4-BF43-C342-B119-D138164A7F31}"/>
                </a:ext>
              </a:extLst>
            </p:cNvPr>
            <p:cNvSpPr/>
            <p:nvPr/>
          </p:nvSpPr>
          <p:spPr>
            <a:xfrm>
              <a:off x="3484880" y="56106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CONCLUSIONS</a:t>
              </a:r>
              <a:endParaRPr lang="en-US" sz="4000" noProof="0" dirty="0"/>
            </a:p>
          </p:txBody>
        </p:sp>
        <p:pic>
          <p:nvPicPr>
            <p:cNvPr id="2" name="Imagen 8">
              <a:extLst>
                <a:ext uri="{FF2B5EF4-FFF2-40B4-BE49-F238E27FC236}">
                  <a16:creationId xmlns:a16="http://schemas.microsoft.com/office/drawing/2014/main" id="{8FECDC17-EB42-CB21-4AFA-0124FAC1EF7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3930641" y="5742931"/>
              <a:ext cx="815357" cy="815357"/>
            </a:xfrm>
            <a:prstGeom prst="rect">
              <a:avLst/>
            </a:prstGeom>
          </p:spPr>
        </p:pic>
      </p:grpSp>
      <p:grpSp>
        <p:nvGrpSpPr>
          <p:cNvPr id="11" name="Grupo 10">
            <a:extLst>
              <a:ext uri="{FF2B5EF4-FFF2-40B4-BE49-F238E27FC236}">
                <a16:creationId xmlns:a16="http://schemas.microsoft.com/office/drawing/2014/main" id="{9075CB4A-7083-7D8D-48A8-EB70B6592DDD}"/>
              </a:ext>
            </a:extLst>
          </p:cNvPr>
          <p:cNvGrpSpPr/>
          <p:nvPr/>
        </p:nvGrpSpPr>
        <p:grpSpPr>
          <a:xfrm>
            <a:off x="4338320" y="3934210"/>
            <a:ext cx="7191760" cy="1080000"/>
            <a:chOff x="4338320" y="3934210"/>
            <a:chExt cx="7191760" cy="1080000"/>
          </a:xfrm>
        </p:grpSpPr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6FB8D38C-F4AE-18C3-6BD2-2D6F5CD876DA}"/>
                </a:ext>
              </a:extLst>
            </p:cNvPr>
            <p:cNvSpPr/>
            <p:nvPr/>
          </p:nvSpPr>
          <p:spPr>
            <a:xfrm>
              <a:off x="4338320" y="3934210"/>
              <a:ext cx="7191760" cy="108000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4000" b="1" noProof="0" dirty="0">
                  <a:solidFill>
                    <a:schemeClr val="tx1"/>
                  </a:solidFill>
                </a:rPr>
                <a:t>		EVALUATION</a:t>
              </a:r>
              <a:endParaRPr lang="en-US" noProof="0" dirty="0"/>
            </a:p>
          </p:txBody>
        </p:sp>
        <p:pic>
          <p:nvPicPr>
            <p:cNvPr id="5" name="Gráfico 4">
              <a:extLst>
                <a:ext uri="{FF2B5EF4-FFF2-40B4-BE49-F238E27FC236}">
                  <a16:creationId xmlns:a16="http://schemas.microsoft.com/office/drawing/2014/main" id="{C5B22EE2-AC57-7808-B81D-B2A9EAD1E41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4990743" y="4082559"/>
              <a:ext cx="783301" cy="783301"/>
            </a:xfrm>
            <a:prstGeom prst="rect">
              <a:avLst/>
            </a:prstGeom>
          </p:spPr>
        </p:pic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98792C0-9F6F-0260-86FB-3388FFCB602F}"/>
              </a:ext>
            </a:extLst>
          </p:cNvPr>
          <p:cNvSpPr txBox="1"/>
          <p:nvPr/>
        </p:nvSpPr>
        <p:spPr>
          <a:xfrm>
            <a:off x="11687941" y="633478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7E0029"/>
                </a:solidFill>
              </a:rPr>
              <a:t>29</a:t>
            </a:r>
            <a:endParaRPr lang="en-US" sz="2800" noProof="0" dirty="0">
              <a:solidFill>
                <a:srgbClr val="7E0029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7495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255E1-8068-9883-7EB4-8E6CFF446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A6F54AF7-79B2-4105-0D8E-84DB182821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6" r="12906"/>
          <a:stretch>
            <a:fillRect/>
          </a:stretch>
        </p:blipFill>
        <p:spPr>
          <a:xfrm>
            <a:off x="5115455" y="1228648"/>
            <a:ext cx="6874615" cy="5240638"/>
          </a:xfrm>
          <a:prstGeom prst="rect">
            <a:avLst/>
          </a:prstGeom>
          <a:ln w="28575">
            <a:solidFill>
              <a:srgbClr val="7E0229"/>
            </a:solidFill>
          </a:ln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6E37E7B9-BD4C-8530-EBE2-1B7A9D5F9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6478"/>
            <a:ext cx="10972800" cy="972170"/>
          </a:xfrm>
        </p:spPr>
        <p:txBody>
          <a:bodyPr/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Conclusions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390851BB-C5CD-CBF1-B82F-C09DB6D3A145}"/>
              </a:ext>
            </a:extLst>
          </p:cNvPr>
          <p:cNvSpPr/>
          <p:nvPr/>
        </p:nvSpPr>
        <p:spPr>
          <a:xfrm>
            <a:off x="5115455" y="1228648"/>
            <a:ext cx="6874614" cy="2097482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DB9671B3-1DDB-119B-3614-C63869D524BF}"/>
              </a:ext>
            </a:extLst>
          </p:cNvPr>
          <p:cNvSpPr/>
          <p:nvPr/>
        </p:nvSpPr>
        <p:spPr>
          <a:xfrm>
            <a:off x="5115454" y="3326130"/>
            <a:ext cx="4154271" cy="3143156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702A99E-FAAC-7E6B-376C-19202D0A8EE2}"/>
              </a:ext>
            </a:extLst>
          </p:cNvPr>
          <p:cNvSpPr/>
          <p:nvPr/>
        </p:nvSpPr>
        <p:spPr>
          <a:xfrm>
            <a:off x="9269725" y="4354830"/>
            <a:ext cx="2720344" cy="2114456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007CB9DD-82EF-07C7-BA52-CEA165EEA447}"/>
              </a:ext>
            </a:extLst>
          </p:cNvPr>
          <p:cNvSpPr/>
          <p:nvPr/>
        </p:nvSpPr>
        <p:spPr>
          <a:xfrm>
            <a:off x="10172702" y="3326129"/>
            <a:ext cx="1817366" cy="1028700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1197CE00-6120-95A7-8D83-FC4CC3F742CE}"/>
              </a:ext>
            </a:extLst>
          </p:cNvPr>
          <p:cNvSpPr/>
          <p:nvPr/>
        </p:nvSpPr>
        <p:spPr>
          <a:xfrm>
            <a:off x="9269728" y="3326130"/>
            <a:ext cx="902974" cy="102870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081B40F4-453C-D191-7BF3-9C0C279E189E}"/>
              </a:ext>
            </a:extLst>
          </p:cNvPr>
          <p:cNvSpPr txBox="1"/>
          <p:nvPr/>
        </p:nvSpPr>
        <p:spPr>
          <a:xfrm>
            <a:off x="11687941" y="642622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30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D2E3B7D-2273-986D-82ED-ECA953BF7B25}"/>
              </a:ext>
            </a:extLst>
          </p:cNvPr>
          <p:cNvSpPr txBox="1"/>
          <p:nvPr/>
        </p:nvSpPr>
        <p:spPr>
          <a:xfrm>
            <a:off x="51021" y="1262718"/>
            <a:ext cx="5101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generic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CSOP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representation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of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17719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42AD0-B612-885C-F578-B4609A705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8AE3B268-380C-C4C8-9FC5-C5CFF449B3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6" r="12906"/>
          <a:stretch>
            <a:fillRect/>
          </a:stretch>
        </p:blipFill>
        <p:spPr>
          <a:xfrm>
            <a:off x="5115455" y="1228648"/>
            <a:ext cx="6874615" cy="5240638"/>
          </a:xfrm>
          <a:prstGeom prst="rect">
            <a:avLst/>
          </a:prstGeom>
          <a:ln w="28575">
            <a:solidFill>
              <a:srgbClr val="7E0229"/>
            </a:solidFill>
          </a:ln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EDEDF6A0-5B1F-88B9-305D-A922B1564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6478"/>
            <a:ext cx="10972800" cy="972170"/>
          </a:xfrm>
        </p:spPr>
        <p:txBody>
          <a:bodyPr/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Conclusions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1E1845D2-F14A-D599-9557-E936075E3DD1}"/>
              </a:ext>
            </a:extLst>
          </p:cNvPr>
          <p:cNvSpPr/>
          <p:nvPr/>
        </p:nvSpPr>
        <p:spPr>
          <a:xfrm>
            <a:off x="5115455" y="1228648"/>
            <a:ext cx="6874614" cy="943052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16969D2-45F9-48A7-9310-4DD31322253F}"/>
              </a:ext>
            </a:extLst>
          </p:cNvPr>
          <p:cNvSpPr/>
          <p:nvPr/>
        </p:nvSpPr>
        <p:spPr>
          <a:xfrm>
            <a:off x="5115455" y="2171700"/>
            <a:ext cx="393804" cy="4297586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AEADAB7D-F096-C4B2-DDED-A28B560F7932}"/>
              </a:ext>
            </a:extLst>
          </p:cNvPr>
          <p:cNvSpPr/>
          <p:nvPr/>
        </p:nvSpPr>
        <p:spPr>
          <a:xfrm>
            <a:off x="5509259" y="4354830"/>
            <a:ext cx="6480810" cy="2114456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90347831-BAD2-8BBD-4E87-F0A4BBE17EA9}"/>
              </a:ext>
            </a:extLst>
          </p:cNvPr>
          <p:cNvSpPr/>
          <p:nvPr/>
        </p:nvSpPr>
        <p:spPr>
          <a:xfrm>
            <a:off x="11898630" y="2171700"/>
            <a:ext cx="91438" cy="2183130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C415A34B-A881-A77B-C92E-91591AE0CA8F}"/>
              </a:ext>
            </a:extLst>
          </p:cNvPr>
          <p:cNvSpPr/>
          <p:nvPr/>
        </p:nvSpPr>
        <p:spPr>
          <a:xfrm>
            <a:off x="5509260" y="2171700"/>
            <a:ext cx="6389370" cy="218313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95A4691A-B538-52E6-EA74-7BF53D1A14BD}"/>
              </a:ext>
            </a:extLst>
          </p:cNvPr>
          <p:cNvSpPr txBox="1"/>
          <p:nvPr/>
        </p:nvSpPr>
        <p:spPr>
          <a:xfrm>
            <a:off x="11687941" y="642622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30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93339F4-495E-754B-9E38-0A764D311DD9}"/>
              </a:ext>
            </a:extLst>
          </p:cNvPr>
          <p:cNvSpPr txBox="1"/>
          <p:nvPr/>
        </p:nvSpPr>
        <p:spPr>
          <a:xfrm>
            <a:off x="51021" y="1262718"/>
            <a:ext cx="5101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generic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CSOP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representation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of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38F3DAA-8FE4-C03E-4A36-6C5FA0C5BBAA}"/>
              </a:ext>
            </a:extLst>
          </p:cNvPr>
          <p:cNvSpPr txBox="1"/>
          <p:nvPr/>
        </p:nvSpPr>
        <p:spPr>
          <a:xfrm>
            <a:off x="51021" y="1917461"/>
            <a:ext cx="482208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mapping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of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into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CSOP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datafiles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which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combined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generic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creates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CSOP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whose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solutions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define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iPricing’s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space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34893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83107">
        <p159:morph option="byObject"/>
      </p:transition>
    </mc:Choice>
    <mc:Fallback xmlns="">
      <p:transition spd="slow" advTm="83107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048C3-53CB-2870-EBF4-920CFFFAF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n 12" descr="Diagrama&#10;&#10;El contenido generado por IA puede ser incorrecto.">
            <a:extLst>
              <a:ext uri="{FF2B5EF4-FFF2-40B4-BE49-F238E27FC236}">
                <a16:creationId xmlns:a16="http://schemas.microsoft.com/office/drawing/2014/main" id="{89FF45A7-56D5-FCB0-C82A-1D04BC40DC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06" r="12906"/>
          <a:stretch>
            <a:fillRect/>
          </a:stretch>
        </p:blipFill>
        <p:spPr>
          <a:xfrm>
            <a:off x="5115455" y="1228648"/>
            <a:ext cx="6874615" cy="5240638"/>
          </a:xfrm>
          <a:prstGeom prst="rect">
            <a:avLst/>
          </a:prstGeom>
          <a:ln w="28575">
            <a:solidFill>
              <a:srgbClr val="7E0229"/>
            </a:solidFill>
          </a:ln>
        </p:spPr>
      </p:pic>
      <p:sp>
        <p:nvSpPr>
          <p:cNvPr id="14" name="Título 1">
            <a:extLst>
              <a:ext uri="{FF2B5EF4-FFF2-40B4-BE49-F238E27FC236}">
                <a16:creationId xmlns:a16="http://schemas.microsoft.com/office/drawing/2014/main" id="{9912E967-7D1D-4C7B-EBED-D271D544A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6478"/>
            <a:ext cx="10972800" cy="972170"/>
          </a:xfrm>
        </p:spPr>
        <p:txBody>
          <a:bodyPr/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Conclusions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6F4818A-10E9-4DC1-1E51-4559B4964C5B}"/>
              </a:ext>
            </a:extLst>
          </p:cNvPr>
          <p:cNvSpPr/>
          <p:nvPr/>
        </p:nvSpPr>
        <p:spPr>
          <a:xfrm>
            <a:off x="5115455" y="1228648"/>
            <a:ext cx="6874614" cy="2726132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1AB00608-E898-6AD9-3483-6815328FF9A5}"/>
              </a:ext>
            </a:extLst>
          </p:cNvPr>
          <p:cNvSpPr/>
          <p:nvPr/>
        </p:nvSpPr>
        <p:spPr>
          <a:xfrm>
            <a:off x="5115453" y="3954780"/>
            <a:ext cx="77576" cy="2514506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7965CE7C-858C-CD8C-4F70-A35062D977A5}"/>
              </a:ext>
            </a:extLst>
          </p:cNvPr>
          <p:cNvSpPr/>
          <p:nvPr/>
        </p:nvSpPr>
        <p:spPr>
          <a:xfrm>
            <a:off x="5193029" y="6126480"/>
            <a:ext cx="6797040" cy="342806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6EB4AF0-6717-F544-6F1A-800815185EF6}"/>
              </a:ext>
            </a:extLst>
          </p:cNvPr>
          <p:cNvSpPr/>
          <p:nvPr/>
        </p:nvSpPr>
        <p:spPr>
          <a:xfrm>
            <a:off x="11898628" y="3954779"/>
            <a:ext cx="91438" cy="2171699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A9C5132-352A-6DCA-8E42-353F424928D8}"/>
              </a:ext>
            </a:extLst>
          </p:cNvPr>
          <p:cNvSpPr/>
          <p:nvPr/>
        </p:nvSpPr>
        <p:spPr>
          <a:xfrm>
            <a:off x="5193030" y="3954780"/>
            <a:ext cx="6705598" cy="2183130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2A7E33D-63AE-2AF9-A249-134D3858AC01}"/>
              </a:ext>
            </a:extLst>
          </p:cNvPr>
          <p:cNvSpPr txBox="1"/>
          <p:nvPr/>
        </p:nvSpPr>
        <p:spPr>
          <a:xfrm>
            <a:off x="11687941" y="642622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30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EA17FF2-3DC1-CF38-3962-324B81D9552D}"/>
              </a:ext>
            </a:extLst>
          </p:cNvPr>
          <p:cNvSpPr txBox="1"/>
          <p:nvPr/>
        </p:nvSpPr>
        <p:spPr>
          <a:xfrm>
            <a:off x="51021" y="3332816"/>
            <a:ext cx="482208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extensible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core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set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operations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s-ES_tradnl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6B2D30D1-BDE9-0815-927C-1A4152D58AE2}"/>
              </a:ext>
            </a:extLst>
          </p:cNvPr>
          <p:cNvSpPr txBox="1"/>
          <p:nvPr/>
        </p:nvSpPr>
        <p:spPr>
          <a:xfrm>
            <a:off x="51021" y="1917461"/>
            <a:ext cx="482208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mapping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of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into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CSOP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datafiles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which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combined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generic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creates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CSOP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whose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solutions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define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iPricing’s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space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43EE1FB-332A-C987-D533-326F1CD46870}"/>
              </a:ext>
            </a:extLst>
          </p:cNvPr>
          <p:cNvSpPr txBox="1"/>
          <p:nvPr/>
        </p:nvSpPr>
        <p:spPr>
          <a:xfrm>
            <a:off x="51021" y="1262718"/>
            <a:ext cx="5101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generic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CSOP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representation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of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08913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83107"/>
    </mc:Choice>
    <mc:Fallback>
      <p:transition advTm="83107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0FFEE5-AB0A-08B1-D7D1-7BC5047CE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CAFEA13-CE50-66F3-3035-67EB2A47B64E}"/>
              </a:ext>
            </a:extLst>
          </p:cNvPr>
          <p:cNvSpPr txBox="1"/>
          <p:nvPr/>
        </p:nvSpPr>
        <p:spPr>
          <a:xfrm>
            <a:off x="51021" y="3332816"/>
            <a:ext cx="482208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extensible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core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set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operations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s-ES_tradnl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A950A611-F0A0-A65E-EEBE-6C3ADC8162E3}"/>
              </a:ext>
            </a:extLst>
          </p:cNvPr>
          <p:cNvSpPr txBox="1"/>
          <p:nvPr/>
        </p:nvSpPr>
        <p:spPr>
          <a:xfrm>
            <a:off x="51021" y="1917461"/>
            <a:ext cx="482208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mapping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of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into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CSOP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datafiles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which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combined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generic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creates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CSOP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whose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solutions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define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iPricing’s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space</a:t>
            </a:r>
            <a:endParaRPr lang="es-ES_tradnl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858C46D-837E-8A6A-5329-CAD18249B89D}"/>
              </a:ext>
            </a:extLst>
          </p:cNvPr>
          <p:cNvSpPr txBox="1"/>
          <p:nvPr/>
        </p:nvSpPr>
        <p:spPr>
          <a:xfrm>
            <a:off x="51021" y="1262718"/>
            <a:ext cx="5101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generic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CSOP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representation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of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84B50C43-2F25-0A4C-F98F-AB06ACEFFECA}"/>
              </a:ext>
            </a:extLst>
          </p:cNvPr>
          <p:cNvSpPr txBox="1"/>
          <p:nvPr/>
        </p:nvSpPr>
        <p:spPr>
          <a:xfrm>
            <a:off x="51021" y="4228880"/>
            <a:ext cx="482208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tool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layered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architecture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that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implements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approach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using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Minizinc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as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solver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D364E25D-8F2A-EE91-746E-6008D6347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6478"/>
            <a:ext cx="10972800" cy="972170"/>
          </a:xfrm>
        </p:spPr>
        <p:txBody>
          <a:bodyPr/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Conclusions</a:t>
            </a:r>
          </a:p>
        </p:txBody>
      </p:sp>
      <p:pic>
        <p:nvPicPr>
          <p:cNvPr id="5" name="Imagen 4" descr="Escala de tiempo&#10;&#10;El contenido generado por IA puede ser incorrecto.">
            <a:extLst>
              <a:ext uri="{FF2B5EF4-FFF2-40B4-BE49-F238E27FC236}">
                <a16:creationId xmlns:a16="http://schemas.microsoft.com/office/drawing/2014/main" id="{F66354E1-3100-FDA4-05BA-C7F8C077BE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8702" y="2034540"/>
            <a:ext cx="7244692" cy="4075492"/>
          </a:xfrm>
          <a:prstGeom prst="rect">
            <a:avLst/>
          </a:prstGeom>
          <a:ln w="28575">
            <a:solidFill>
              <a:srgbClr val="7E0229"/>
            </a:solidFill>
          </a:ln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D37EF53-B23E-0901-7711-7B4B9F58BA0A}"/>
              </a:ext>
            </a:extLst>
          </p:cNvPr>
          <p:cNvSpPr txBox="1"/>
          <p:nvPr/>
        </p:nvSpPr>
        <p:spPr>
          <a:xfrm>
            <a:off x="11687941" y="642622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30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9D7C5EB-95B7-0876-E38B-B5DF03019CFF}"/>
              </a:ext>
            </a:extLst>
          </p:cNvPr>
          <p:cNvSpPr/>
          <p:nvPr/>
        </p:nvSpPr>
        <p:spPr>
          <a:xfrm>
            <a:off x="-110837" y="-243263"/>
            <a:ext cx="12413673" cy="7192703"/>
          </a:xfrm>
          <a:prstGeom prst="rect">
            <a:avLst/>
          </a:prstGeom>
          <a:solidFill>
            <a:srgbClr val="141414">
              <a:alpha val="55294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7" name="Imagen 6" descr="Interfaz de usuario gráfica&#10;&#10;El contenido generado por IA puede ser incorrecto.">
            <a:extLst>
              <a:ext uri="{FF2B5EF4-FFF2-40B4-BE49-F238E27FC236}">
                <a16:creationId xmlns:a16="http://schemas.microsoft.com/office/drawing/2014/main" id="{2A9329D4-5E37-019D-D9F0-3537321698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7892" y="542551"/>
            <a:ext cx="7772400" cy="5441274"/>
          </a:xfrm>
          <a:prstGeom prst="rect">
            <a:avLst/>
          </a:prstGeom>
          <a:ln w="38100">
            <a:solidFill>
              <a:srgbClr val="7E0229"/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72953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83107"/>
    </mc:Choice>
    <mc:Fallback>
      <p:transition advTm="8310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E7B7A-72DF-173D-C506-32DF753167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">
            <a:extLst>
              <a:ext uri="{FF2B5EF4-FFF2-40B4-BE49-F238E27FC236}">
                <a16:creationId xmlns:a16="http://schemas.microsoft.com/office/drawing/2014/main" id="{0EFEFFD5-CD7C-78D8-94F7-4083A86C8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6478"/>
            <a:ext cx="10972800" cy="972170"/>
          </a:xfrm>
        </p:spPr>
        <p:txBody>
          <a:bodyPr/>
          <a:lstStyle/>
          <a:p>
            <a:r>
              <a:rPr lang="en-US" noProof="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Conclusions</a:t>
            </a:r>
          </a:p>
        </p:txBody>
      </p:sp>
      <p:pic>
        <p:nvPicPr>
          <p:cNvPr id="22" name="Imagen 21" descr="Diagrama&#10;&#10;El contenido generado por IA puede ser incorrecto.">
            <a:extLst>
              <a:ext uri="{FF2B5EF4-FFF2-40B4-BE49-F238E27FC236}">
                <a16:creationId xmlns:a16="http://schemas.microsoft.com/office/drawing/2014/main" id="{581AC197-3A8C-6C40-B787-00F80ED4B8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77"/>
          <a:stretch>
            <a:fillRect/>
          </a:stretch>
        </p:blipFill>
        <p:spPr>
          <a:xfrm>
            <a:off x="4755848" y="2180014"/>
            <a:ext cx="7264703" cy="4097732"/>
          </a:xfrm>
          <a:prstGeom prst="rect">
            <a:avLst/>
          </a:prstGeom>
          <a:ln w="28575">
            <a:solidFill>
              <a:srgbClr val="7E0229"/>
            </a:solidFill>
          </a:ln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01E01916-129E-9E34-9E21-7B1D27284B76}"/>
              </a:ext>
            </a:extLst>
          </p:cNvPr>
          <p:cNvSpPr/>
          <p:nvPr/>
        </p:nvSpPr>
        <p:spPr>
          <a:xfrm>
            <a:off x="8238069" y="2167891"/>
            <a:ext cx="2617470" cy="943052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D4493D4-6F45-7178-AFCD-6122C509F358}"/>
              </a:ext>
            </a:extLst>
          </p:cNvPr>
          <p:cNvSpPr/>
          <p:nvPr/>
        </p:nvSpPr>
        <p:spPr>
          <a:xfrm>
            <a:off x="4755846" y="2171700"/>
            <a:ext cx="3482224" cy="4106046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B6D53D4B-00A9-EBC5-1E41-8D7A16742515}"/>
              </a:ext>
            </a:extLst>
          </p:cNvPr>
          <p:cNvSpPr/>
          <p:nvPr/>
        </p:nvSpPr>
        <p:spPr>
          <a:xfrm>
            <a:off x="8238069" y="5637664"/>
            <a:ext cx="3782482" cy="640081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447EBED-86FA-7E74-49C5-31B8CD3D936A}"/>
              </a:ext>
            </a:extLst>
          </p:cNvPr>
          <p:cNvSpPr/>
          <p:nvPr/>
        </p:nvSpPr>
        <p:spPr>
          <a:xfrm>
            <a:off x="10855539" y="2171699"/>
            <a:ext cx="1165011" cy="3465963"/>
          </a:xfrm>
          <a:prstGeom prst="rect">
            <a:avLst/>
          </a:prstGeom>
          <a:solidFill>
            <a:srgbClr val="141414">
              <a:alpha val="50196"/>
            </a:srgb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F9855C25-28F3-A3F2-61D4-A9E4A6E8F17B}"/>
              </a:ext>
            </a:extLst>
          </p:cNvPr>
          <p:cNvSpPr/>
          <p:nvPr/>
        </p:nvSpPr>
        <p:spPr>
          <a:xfrm>
            <a:off x="8241030" y="3098820"/>
            <a:ext cx="2617470" cy="2530531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67E8FA2-B6BF-9AA2-EEBC-C5B250C35242}"/>
              </a:ext>
            </a:extLst>
          </p:cNvPr>
          <p:cNvSpPr txBox="1"/>
          <p:nvPr/>
        </p:nvSpPr>
        <p:spPr>
          <a:xfrm>
            <a:off x="11687941" y="6426220"/>
            <a:ext cx="5116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noProof="0" dirty="0">
                <a:solidFill>
                  <a:srgbClr val="7E0029"/>
                </a:solidFill>
              </a:rPr>
              <a:t>30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03F9ECE9-4534-90C0-9D4B-0B789A110D07}"/>
              </a:ext>
            </a:extLst>
          </p:cNvPr>
          <p:cNvSpPr txBox="1"/>
          <p:nvPr/>
        </p:nvSpPr>
        <p:spPr>
          <a:xfrm>
            <a:off x="51021" y="4228880"/>
            <a:ext cx="482208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tool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layered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architecture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that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implements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approach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using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Minizinc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as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solver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5DB5952-D5F6-4B50-24A9-C7F5DA3D8F80}"/>
              </a:ext>
            </a:extLst>
          </p:cNvPr>
          <p:cNvSpPr txBox="1"/>
          <p:nvPr/>
        </p:nvSpPr>
        <p:spPr>
          <a:xfrm>
            <a:off x="48061" y="5367653"/>
            <a:ext cx="482208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benchmark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pricing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inconsistencies</a:t>
            </a:r>
            <a:endParaRPr lang="es-ES_tradnl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that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can be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used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to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evaluate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future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solutions</a:t>
            </a:r>
            <a:endParaRPr lang="es-ES_tradnl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automated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validation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9699205-7DBB-55D9-B5FC-B23D74AF713A}"/>
              </a:ext>
            </a:extLst>
          </p:cNvPr>
          <p:cNvSpPr txBox="1"/>
          <p:nvPr/>
        </p:nvSpPr>
        <p:spPr>
          <a:xfrm>
            <a:off x="51021" y="3332816"/>
            <a:ext cx="482208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extensible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core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set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of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analysis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operations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  <a:endParaRPr lang="es-ES_tradnl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58705BA-F692-AD10-F556-A30360458A22}"/>
              </a:ext>
            </a:extLst>
          </p:cNvPr>
          <p:cNvSpPr txBox="1"/>
          <p:nvPr/>
        </p:nvSpPr>
        <p:spPr>
          <a:xfrm>
            <a:off x="51021" y="1917461"/>
            <a:ext cx="4822087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mapping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of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into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CSOP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datafiles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which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combined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with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generic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model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creates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 CSOP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whose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solutions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define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iPricing’s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configuration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space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740BDD9-A802-CB07-7D3C-CC6581A95CAF}"/>
              </a:ext>
            </a:extLst>
          </p:cNvPr>
          <p:cNvSpPr txBox="1"/>
          <p:nvPr/>
        </p:nvSpPr>
        <p:spPr>
          <a:xfrm>
            <a:off x="51021" y="1262718"/>
            <a:ext cx="51015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_tradnl" sz="3200" b="1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1.</a:t>
            </a:r>
            <a:r>
              <a:rPr lang="es-ES_tradnl" dirty="0">
                <a:solidFill>
                  <a:srgbClr val="7E0229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s-ES_tradnl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generic</a:t>
            </a:r>
            <a:r>
              <a:rPr lang="es-ES_tradnl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CSOP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representation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of </a:t>
            </a:r>
            <a:r>
              <a:rPr lang="es-ES_tradnl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iPricings</a:t>
            </a:r>
            <a:r>
              <a:rPr lang="es-ES_tradnl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95793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0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Automated Analysis of Pricings in SaaS-based Information Systems</a:t>
            </a:r>
            <a:endParaRPr lang="en-US" sz="3000" b="1" noProof="0" dirty="0">
              <a:solidFill>
                <a:schemeClr val="bg1"/>
              </a:solidFill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0" y="4145139"/>
            <a:ext cx="12189884" cy="747126"/>
          </a:xfrm>
        </p:spPr>
        <p:txBody>
          <a:bodyPr>
            <a:noAutofit/>
          </a:bodyPr>
          <a:lstStyle/>
          <a:p>
            <a:r>
              <a:rPr lang="en-US" sz="2000" u="sng" noProof="0" dirty="0">
                <a:latin typeface="Calibri" panose="020F0502020204030204" pitchFamily="34" charset="0"/>
                <a:cs typeface="Calibri" panose="020F0502020204030204" pitchFamily="34" charset="0"/>
              </a:rPr>
              <a:t>Alejandro García-Fernández</a:t>
            </a:r>
            <a:r>
              <a:rPr lang="en-US" sz="2000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(agarcia29@us.es)</a:t>
            </a:r>
            <a:endParaRPr lang="en-US" sz="20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Universidad de Sevilla, Seville, Spain</a:t>
            </a:r>
            <a:endParaRPr lang="en-US" sz="20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AB3030-9C34-524D-A7B2-EC150209F1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116" y="5554025"/>
            <a:ext cx="12189884" cy="560388"/>
          </a:xfrm>
        </p:spPr>
        <p:txBody>
          <a:bodyPr/>
          <a:lstStyle/>
          <a:p>
            <a:endParaRPr lang="en-US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June 20</a:t>
            </a:r>
            <a:r>
              <a:rPr lang="en-US" baseline="30000" noProof="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noProof="0" dirty="0">
                <a:latin typeface="Calibri" panose="020F0502020204030204" pitchFamily="34" charset="0"/>
                <a:cs typeface="Calibri" panose="020F0502020204030204" pitchFamily="34" charset="0"/>
              </a:rPr>
              <a:t>, 2025</a:t>
            </a:r>
          </a:p>
        </p:txBody>
      </p:sp>
      <p:pic>
        <p:nvPicPr>
          <p:cNvPr id="9" name="Imagen 8" descr="Imagen de la pantalla de un celular con letras&#10;&#10;Descripción generada automáticamente con confianza media">
            <a:extLst>
              <a:ext uri="{FF2B5EF4-FFF2-40B4-BE49-F238E27FC236}">
                <a16:creationId xmlns:a16="http://schemas.microsoft.com/office/drawing/2014/main" id="{D62B2DF5-D19B-31E4-4F0A-7E12B512AB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7300" y="5909621"/>
            <a:ext cx="4597400" cy="879252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B169082D-9457-103F-8E33-DB015B38547D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4" b="38296"/>
          <a:stretch/>
        </p:blipFill>
        <p:spPr>
          <a:xfrm>
            <a:off x="3916753" y="246971"/>
            <a:ext cx="4358494" cy="850494"/>
          </a:xfrm>
          <a:prstGeom prst="rect">
            <a:avLst/>
          </a:prstGeom>
        </p:spPr>
      </p:pic>
      <p:pic>
        <p:nvPicPr>
          <p:cNvPr id="5" name="Imagen 4" descr="Código QR&#10;&#10;El contenido generado por IA puede ser incorrecto.">
            <a:extLst>
              <a:ext uri="{FF2B5EF4-FFF2-40B4-BE49-F238E27FC236}">
                <a16:creationId xmlns:a16="http://schemas.microsoft.com/office/drawing/2014/main" id="{F2524E1D-EEEB-4B3A-4968-38C7E7D2AA1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7730" y="3822297"/>
            <a:ext cx="2897703" cy="289770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33D178D-BA8C-C1EE-D3D5-18B2D577A3B9}"/>
              </a:ext>
            </a:extLst>
          </p:cNvPr>
          <p:cNvSpPr txBox="1"/>
          <p:nvPr/>
        </p:nvSpPr>
        <p:spPr>
          <a:xfrm>
            <a:off x="8921806" y="4661432"/>
            <a:ext cx="2832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4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sphere.score.us.es</a:t>
            </a:r>
            <a:endParaRPr lang="es-ES_tradnl" sz="2400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911D9626-9140-1ED7-FB3B-7883AF03D8F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48455" y="3263294"/>
            <a:ext cx="1579531" cy="1579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457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22.9|3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22.9|3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22.9|3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22.9|3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22.9|3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22.9|3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22.9|3.7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22.9|3.7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3.3|22.9|3.7"/>
</p:tagLst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29447</TotalTime>
  <Words>3255</Words>
  <Application>Microsoft Macintosh PowerPoint</Application>
  <PresentationFormat>Panorámica</PresentationFormat>
  <Paragraphs>585</Paragraphs>
  <Slides>56</Slides>
  <Notes>38</Notes>
  <HiddenSlides>7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56</vt:i4>
      </vt:variant>
    </vt:vector>
  </HeadingPairs>
  <TitlesOfParts>
    <vt:vector size="65" baseType="lpstr">
      <vt:lpstr>Abadi</vt:lpstr>
      <vt:lpstr>Aptos</vt:lpstr>
      <vt:lpstr>Arial</vt:lpstr>
      <vt:lpstr>Arial Black</vt:lpstr>
      <vt:lpstr>Arial Narrow</vt:lpstr>
      <vt:lpstr>Calibri</vt:lpstr>
      <vt:lpstr>Fira Sans Extra Condensed Medium</vt:lpstr>
      <vt:lpstr>Roboto</vt:lpstr>
      <vt:lpstr>isa-v2</vt:lpstr>
      <vt:lpstr>Automated Analysis of Pricings in SaaS-based Information Systems</vt:lpstr>
      <vt:lpstr>Presentación de PowerPoint</vt:lpstr>
      <vt:lpstr>Presentación de PowerPoint</vt:lpstr>
      <vt:lpstr>User-oriented Pricings</vt:lpstr>
      <vt:lpstr>User-oriented Pricings</vt:lpstr>
      <vt:lpstr>User-oriented Pricings</vt:lpstr>
      <vt:lpstr>User-oriented Pricings</vt:lpstr>
      <vt:lpstr>User-oriented Pricings</vt:lpstr>
      <vt:lpstr>How to Measure the Complexity of a Pricing?</vt:lpstr>
      <vt:lpstr>Configuration Space</vt:lpstr>
      <vt:lpstr>Pricings’ Configuration Space</vt:lpstr>
      <vt:lpstr>Pricings’ Configuration Space</vt:lpstr>
      <vt:lpstr>Traditional DevOps life cyle</vt:lpstr>
      <vt:lpstr>Traditional DevOps life cyle</vt:lpstr>
      <vt:lpstr>Traditional DevOps life cyle</vt:lpstr>
      <vt:lpstr>Pricing-driven Development and Operation of SaaS</vt:lpstr>
      <vt:lpstr>Pricing-driven Development and Operation of SaaS</vt:lpstr>
      <vt:lpstr>Pricing-driven Development and Operation of SaaS</vt:lpstr>
      <vt:lpstr>Pricing-driven Development and Operation of SaaS</vt:lpstr>
      <vt:lpstr>Pricing-driven Development and Operation of SaaS</vt:lpstr>
      <vt:lpstr>Pricing-driven Development and Operation of SaaS</vt:lpstr>
      <vt:lpstr>Automated Analysis of Pricings</vt:lpstr>
      <vt:lpstr>Presentación de PowerPoint</vt:lpstr>
      <vt:lpstr>Our Goals</vt:lpstr>
      <vt:lpstr>Presentación de PowerPoint</vt:lpstr>
      <vt:lpstr>Presentación de PowerPoint</vt:lpstr>
      <vt:lpstr>Presentación de PowerPoint</vt:lpstr>
      <vt:lpstr>Our Goals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Our Goals</vt:lpstr>
      <vt:lpstr>Our Goals</vt:lpstr>
      <vt:lpstr>Presentación de PowerPoint</vt:lpstr>
      <vt:lpstr>How can we do this?</vt:lpstr>
      <vt:lpstr>Presentación de PowerPoint</vt:lpstr>
      <vt:lpstr>Presentación de PowerPoint</vt:lpstr>
      <vt:lpstr>Our Proposal</vt:lpstr>
      <vt:lpstr>Our Proposal</vt:lpstr>
      <vt:lpstr>Our Proposal</vt:lpstr>
      <vt:lpstr>Presentación de PowerPoint</vt:lpstr>
      <vt:lpstr>Evaluation Process</vt:lpstr>
      <vt:lpstr>Evaluating Pricing Validity on a State-of-the-art Dataset</vt:lpstr>
      <vt:lpstr>Comparing Configuration Space Metrics with State-of-the-art</vt:lpstr>
      <vt:lpstr>Design of Pricing Inconsistencies Benchmark (Stage two) </vt:lpstr>
      <vt:lpstr>Detection of Pricing Inconsistencies in Benchmark (Stage two) </vt:lpstr>
      <vt:lpstr>Detection of Pricing Inconsistencies in Benchmark (Stage two) </vt:lpstr>
      <vt:lpstr>Presentación de PowerPoint</vt:lpstr>
      <vt:lpstr>Conclusions</vt:lpstr>
      <vt:lpstr>Conclusions</vt:lpstr>
      <vt:lpstr>Conclusions</vt:lpstr>
      <vt:lpstr>Conclusions</vt:lpstr>
      <vt:lpstr>Conclusions</vt:lpstr>
      <vt:lpstr>Automated Analysis of Pricings in SaaS-based Information Systems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SCORE MAYO 2025 - AGF</dc:title>
  <dc:subject/>
  <dc:creator>ALEJANDRO GARCÍA FERNÁNDEZ</dc:creator>
  <cp:keywords/>
  <dc:description/>
  <cp:lastModifiedBy>ALEJANDRO GARCIA FERNANDEZ</cp:lastModifiedBy>
  <cp:revision>199</cp:revision>
  <dcterms:created xsi:type="dcterms:W3CDTF">2022-08-04T07:42:23Z</dcterms:created>
  <dcterms:modified xsi:type="dcterms:W3CDTF">2025-06-20T10:32:23Z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