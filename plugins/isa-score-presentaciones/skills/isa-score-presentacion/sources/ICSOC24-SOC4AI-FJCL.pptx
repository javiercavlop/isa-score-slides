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3" r:id="rId4"/>
  </p:sldMasterIdLst>
  <p:notesMasterIdLst>
    <p:notesMasterId r:id="rId50"/>
  </p:notesMasterIdLst>
  <p:handoutMasterIdLst>
    <p:handoutMasterId r:id="rId51"/>
  </p:handoutMasterIdLst>
  <p:sldIdLst>
    <p:sldId id="745" r:id="rId5"/>
    <p:sldId id="1116" r:id="rId6"/>
    <p:sldId id="1115" r:id="rId7"/>
    <p:sldId id="1114" r:id="rId8"/>
    <p:sldId id="1113" r:id="rId9"/>
    <p:sldId id="1112" r:id="rId10"/>
    <p:sldId id="1111" r:id="rId11"/>
    <p:sldId id="1110" r:id="rId12"/>
    <p:sldId id="1131" r:id="rId13"/>
    <p:sldId id="1108" r:id="rId14"/>
    <p:sldId id="1107" r:id="rId15"/>
    <p:sldId id="1118" r:id="rId16"/>
    <p:sldId id="1130" r:id="rId17"/>
    <p:sldId id="1129" r:id="rId18"/>
    <p:sldId id="1094" r:id="rId19"/>
    <p:sldId id="1119" r:id="rId20"/>
    <p:sldId id="1077" r:id="rId21"/>
    <p:sldId id="1120" r:id="rId22"/>
    <p:sldId id="1068" r:id="rId23"/>
    <p:sldId id="1086" r:id="rId24"/>
    <p:sldId id="1087" r:id="rId25"/>
    <p:sldId id="1088" r:id="rId26"/>
    <p:sldId id="1089" r:id="rId27"/>
    <p:sldId id="1069" r:id="rId28"/>
    <p:sldId id="1070" r:id="rId29"/>
    <p:sldId id="1098" r:id="rId30"/>
    <p:sldId id="1099" r:id="rId31"/>
    <p:sldId id="1072" r:id="rId32"/>
    <p:sldId id="1122" r:id="rId33"/>
    <p:sldId id="1124" r:id="rId34"/>
    <p:sldId id="1123" r:id="rId35"/>
    <p:sldId id="1125" r:id="rId36"/>
    <p:sldId id="1126" r:id="rId37"/>
    <p:sldId id="1128" r:id="rId38"/>
    <p:sldId id="1071" r:id="rId39"/>
    <p:sldId id="1121" r:id="rId40"/>
    <p:sldId id="1073" r:id="rId41"/>
    <p:sldId id="1084" r:id="rId42"/>
    <p:sldId id="1097" r:id="rId43"/>
    <p:sldId id="1096" r:id="rId44"/>
    <p:sldId id="1095" r:id="rId45"/>
    <p:sldId id="1085" r:id="rId46"/>
    <p:sldId id="326" r:id="rId47"/>
    <p:sldId id="1075" r:id="rId48"/>
    <p:sldId id="1100" r:id="rId49"/>
  </p:sldIdLst>
  <p:sldSz cx="9144000" cy="6858000" type="screen4x3"/>
  <p:notesSz cx="6781800" cy="98806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CB381E61-0A5D-4B4F-8EAA-623ED874D373}">
          <p14:sldIdLst>
            <p14:sldId id="745"/>
            <p14:sldId id="1116"/>
            <p14:sldId id="1115"/>
            <p14:sldId id="1114"/>
            <p14:sldId id="1113"/>
            <p14:sldId id="1112"/>
            <p14:sldId id="1111"/>
            <p14:sldId id="1110"/>
            <p14:sldId id="1131"/>
            <p14:sldId id="1108"/>
            <p14:sldId id="1107"/>
            <p14:sldId id="1118"/>
            <p14:sldId id="1130"/>
            <p14:sldId id="1129"/>
            <p14:sldId id="1094"/>
            <p14:sldId id="1119"/>
            <p14:sldId id="1077"/>
            <p14:sldId id="1120"/>
            <p14:sldId id="1068"/>
            <p14:sldId id="1086"/>
            <p14:sldId id="1087"/>
            <p14:sldId id="1088"/>
            <p14:sldId id="1089"/>
            <p14:sldId id="1069"/>
            <p14:sldId id="1070"/>
            <p14:sldId id="1098"/>
            <p14:sldId id="1099"/>
            <p14:sldId id="1072"/>
            <p14:sldId id="1122"/>
            <p14:sldId id="1124"/>
            <p14:sldId id="1123"/>
            <p14:sldId id="1125"/>
            <p14:sldId id="1126"/>
            <p14:sldId id="1128"/>
            <p14:sldId id="1071"/>
            <p14:sldId id="1121"/>
            <p14:sldId id="1073"/>
            <p14:sldId id="1084"/>
            <p14:sldId id="1097"/>
            <p14:sldId id="1096"/>
            <p14:sldId id="1095"/>
            <p14:sldId id="1085"/>
            <p14:sldId id="326"/>
            <p14:sldId id="1075"/>
            <p14:sldId id="11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2">
          <p15:clr>
            <a:srgbClr val="A4A3A4"/>
          </p15:clr>
        </p15:guide>
        <p15:guide id="2" pos="21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0029"/>
    <a:srgbClr val="FF9933"/>
    <a:srgbClr val="FC005F"/>
    <a:srgbClr val="A8003B"/>
    <a:srgbClr val="BE324F"/>
    <a:srgbClr val="E00051"/>
    <a:srgbClr val="BF0946"/>
    <a:srgbClr val="FF0000"/>
    <a:srgbClr val="CC99FF"/>
    <a:srgbClr val="F7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69" autoAdjust="0"/>
    <p:restoredTop sz="91027" autoAdjust="0"/>
  </p:normalViewPr>
  <p:slideViewPr>
    <p:cSldViewPr>
      <p:cViewPr varScale="1">
        <p:scale>
          <a:sx n="115" d="100"/>
          <a:sy n="115" d="100"/>
        </p:scale>
        <p:origin x="1248" y="200"/>
      </p:cViewPr>
      <p:guideLst>
        <p:guide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94"/>
    </p:cViewPr>
  </p:sorterViewPr>
  <p:notesViewPr>
    <p:cSldViewPr>
      <p:cViewPr varScale="1">
        <p:scale>
          <a:sx n="116" d="100"/>
          <a:sy n="116" d="100"/>
        </p:scale>
        <p:origin x="4704" y="208"/>
      </p:cViewPr>
      <p:guideLst>
        <p:guide orient="horz" pos="3112"/>
        <p:guide pos="21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41451" y="1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/>
          <a:lstStyle>
            <a:lvl1pPr algn="r">
              <a:defRPr sz="1200"/>
            </a:lvl1pPr>
          </a:lstStyle>
          <a:p>
            <a:fld id="{D0942F1F-E4B8-453B-A7CD-551F05F8A5C7}" type="datetimeFigureOut">
              <a:rPr lang="es-ES" smtClean="0"/>
              <a:pPr/>
              <a:t>2/12/24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384856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 anchor="b"/>
          <a:lstStyle>
            <a:lvl1pPr algn="l">
              <a:defRPr sz="1200"/>
            </a:lvl1pPr>
          </a:lstStyle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41451" y="9384856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 anchor="b"/>
          <a:lstStyle>
            <a:lvl1pPr algn="r">
              <a:defRPr sz="1200"/>
            </a:lvl1pPr>
          </a:lstStyle>
          <a:p>
            <a:fld id="{E4587E9D-44BC-4DC7-97DC-41CC4E62488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88406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41451" y="1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/>
          <a:lstStyle>
            <a:lvl1pPr algn="r">
              <a:defRPr sz="1200"/>
            </a:lvl1pPr>
          </a:lstStyle>
          <a:p>
            <a:fld id="{A0D84961-27CC-442F-B9C4-4389F6DC80AF}" type="datetimeFigureOut">
              <a:rPr lang="es-ES" smtClean="0"/>
              <a:pPr/>
              <a:t>2/12/24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1363"/>
            <a:ext cx="4940300" cy="3705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05" tIns="47602" rIns="95205" bIns="47602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8180" y="4693285"/>
            <a:ext cx="5425440" cy="4446270"/>
          </a:xfrm>
          <a:prstGeom prst="rect">
            <a:avLst/>
          </a:prstGeom>
        </p:spPr>
        <p:txBody>
          <a:bodyPr vert="horz" lIns="95205" tIns="47602" rIns="95205" bIns="47602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384856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 anchor="b"/>
          <a:lstStyle>
            <a:lvl1pPr algn="l">
              <a:defRPr sz="1200"/>
            </a:lvl1pPr>
          </a:lstStyle>
          <a:p>
            <a:r>
              <a:rPr lang="es-ES"/>
              <a:t>hila</a:t>
            </a:r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41451" y="9384856"/>
            <a:ext cx="2938780" cy="494030"/>
          </a:xfrm>
          <a:prstGeom prst="rect">
            <a:avLst/>
          </a:prstGeom>
        </p:spPr>
        <p:txBody>
          <a:bodyPr vert="horz" lIns="95205" tIns="47602" rIns="95205" bIns="47602" rtlCol="0" anchor="b"/>
          <a:lstStyle>
            <a:lvl1pPr algn="r">
              <a:defRPr sz="1200"/>
            </a:lvl1pPr>
          </a:lstStyle>
          <a:p>
            <a:fld id="{7BAA1E47-794F-49F1-BAF6-B4C88EB935DC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885630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920750" y="741363"/>
            <a:ext cx="4940300" cy="370522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1786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85FA-BB1A-6B1B-465A-C9A1FA51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79A5C6-A446-06B2-2BF0-B9E30C50B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B0F918-FF84-DE3D-654E-F81149ED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EAFD8E-0D0A-9FC3-7327-35CAE5B471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C1AEC-5003-2EFA-5F7C-BE2F7836F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0919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CD17-B29B-1411-BC2C-8F1E5350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B802C6-4944-2615-DEC5-2B39FE1C5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552F35-377B-B3B0-7FAE-3D03C7DCC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0B2945-2743-CD93-84A2-B0B79ACE9C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F2EE26-3F18-C6BD-AF48-7BE7FC8C7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7105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32D06-B4A4-315C-BD05-6014F504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B8F531-7E7E-2149-210F-B3AF63EC1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9E466A-6419-26A0-708E-617BE3662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EB68D9-1E25-C08C-F155-726C68FD6D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7F4C35-5F98-BF16-8E33-BF48D914C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852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35D2-29FE-7F24-777A-F48D1AEE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2E70FE-E187-E457-03EF-DAE5BE829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020D9D-F375-093D-C426-1FF3BEEDB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5C77A1-FB4F-80A4-4AA9-23EEC56A3E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3ECF7A4-575B-3C07-E182-B1883A67C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2429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4736-1DF7-D849-2065-67CBDF26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C8CEB5-F92C-09A0-D43A-F603A8C22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790A73-E195-8538-A223-4BF351988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FD54F7-844E-E3B4-E0D8-36050696DC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8237CF-8A50-F10D-7A3B-908D424F0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5248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C130-5098-B4C0-DDFF-5FFF6B69D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2A6087-B979-BC84-0957-820F25DF4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034EAD-94BD-2415-8DFB-F43C17FE4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03DBD8-2EC6-DBC3-574C-69339B087B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5A853F-38B1-F975-CB75-AF0D90764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2890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F046-1F54-7F9A-8206-74D408C3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214863-C920-E17E-A4E3-05B4A59A8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A8D1E7-4A9D-3202-3C88-5513579A0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FD6224-3FE7-A881-34D3-EE38682B7E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C1519E-8390-2625-620A-4E9F8F07B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08462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04542-2F61-A319-D83E-E6B753C2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4E1EC6-F7F4-1988-A9FF-00945E4F6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83865B-8E9C-CA20-6259-B932CB0E7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3735AA-85B8-1361-1391-A6B74EE610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83AF89-C352-A9A5-70ED-45E531C19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5009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B6082-DAF8-AB3B-4804-5AD47097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0E3960-CB2F-327C-93A8-EC7FE5377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9479D6-B90E-08A4-B676-1B9C78F27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85E5A5-5576-CC17-5EE0-E6DC3557FA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AB604E-E5E6-6948-C21D-EF1D3C4C0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877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4A49-E920-9D54-5EDD-F7FB5439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CE941D-29BA-09E5-6A82-6E0F37530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B2425B-1916-23D4-DD5B-1C6F11968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D7EF53-7F6D-7109-4778-6F474B8C3A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162CA5-522D-9630-9207-62F1E6E2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8038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267F6-624F-A553-D2FE-43C447AD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322E7F-4DC1-7E48-CF65-717BBA1B2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093A96-70BD-C67B-3E73-FD17B31CC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</a:t>
            </a:r>
            <a:r>
              <a:rPr lang="es-ES" dirty="0" err="1"/>
              <a:t>pricing</a:t>
            </a:r>
            <a:r>
              <a:rPr lang="es-ES" dirty="0"/>
              <a:t> estructura que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3B5825-224F-AE4B-66E1-F073FEB9B6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73C184-8E38-B7DA-4234-530DDD39F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9041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0478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2517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0646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267ea6556b_0_3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267ea6556b_0_3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0985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7BE9-1D1A-7D60-C3EA-9BBDD4C1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7E313543-6AD2-CAF8-89D4-19C071362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0750" y="741363"/>
            <a:ext cx="4940300" cy="3705225"/>
          </a:xfrm>
        </p:spPr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3BFE8937-1A79-5196-DE8D-04F865143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80F34D7C-752B-45B2-2B39-7788780F07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AA1E47-794F-49F1-BAF6-B4C88EB935DC}" type="slidenum">
              <a:rPr lang="es-ES" smtClean="0"/>
              <a:pPr/>
              <a:t>45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665E4D-D245-43A3-A445-63BC3529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hila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7972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041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807804" y="6422320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A0029"/>
                </a:solidFill>
              </a:defRPr>
            </a:lvl1pPr>
          </a:lstStyle>
          <a:p>
            <a:r>
              <a:rPr lang="es-ES" dirty="0"/>
              <a:t>JISBD 2024 -La Coruña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038176" y="64482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7A0029"/>
                </a:solidFill>
              </a:defRPr>
            </a:lvl1pPr>
          </a:lstStyle>
          <a:p>
            <a:fld id="{4EDA299C-975A-44F3-A2CE-3B7F9790D52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A0029"/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357159" y="928670"/>
            <a:ext cx="8329642" cy="5429288"/>
          </a:xfrm>
          <a:prstGeom prst="rect">
            <a:avLst/>
          </a:prstGeom>
          <a:noFill/>
        </p:spPr>
        <p:txBody>
          <a:bodyPr/>
          <a:lstStyle>
            <a:lvl1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>
              <a:buClr>
                <a:srgbClr val="A8003B"/>
              </a:buClr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Haga clic para modificar el estilo de texto del patrón</a:t>
            </a:r>
          </a:p>
          <a:p>
            <a:pPr lvl="1"/>
            <a:r>
              <a:rPr lang="en-GB" noProof="0" dirty="0"/>
              <a:t>Segundo nivel</a:t>
            </a:r>
          </a:p>
          <a:p>
            <a:pPr lvl="2"/>
            <a:r>
              <a:rPr lang="en-GB" noProof="0" dirty="0"/>
              <a:t>Tercer nivel</a:t>
            </a:r>
          </a:p>
          <a:p>
            <a:pPr lvl="3"/>
            <a:r>
              <a:rPr lang="en-GB" noProof="0" dirty="0"/>
              <a:t>Cuarto nivel</a:t>
            </a:r>
          </a:p>
          <a:p>
            <a:pPr lvl="4"/>
            <a:r>
              <a:rPr lang="en-GB" noProof="0" dirty="0"/>
              <a:t>Quinto nivel</a:t>
            </a:r>
          </a:p>
        </p:txBody>
      </p:sp>
      <p:pic>
        <p:nvPicPr>
          <p:cNvPr id="10" name="8 Imagen" descr="logoisa_isa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030" y="6358305"/>
            <a:ext cx="915454" cy="42914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416" y="6121138"/>
            <a:ext cx="827584" cy="7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776D589-4EDC-5C71-2719-FBB138CB0D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613" y="6259699"/>
            <a:ext cx="1727284" cy="6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20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C8386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5785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2/12/24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28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713175" y="720367"/>
            <a:ext cx="7717800" cy="6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07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3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95" r:id="rId3"/>
    <p:sldLayoutId id="2147483696" r:id="rId4"/>
    <p:sldLayoutId id="2147483697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19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0.png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19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6.png"/><Relationship Id="rId21" Type="http://schemas.openxmlformats.org/officeDocument/2006/relationships/image" Target="../media/image25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4.png"/><Relationship Id="rId10" Type="http://schemas.openxmlformats.org/officeDocument/2006/relationships/image" Target="../media/image12.png"/><Relationship Id="rId19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20.png"/><Relationship Id="rId2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6.png"/><Relationship Id="rId21" Type="http://schemas.openxmlformats.org/officeDocument/2006/relationships/image" Target="../media/image25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5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27.png"/><Relationship Id="rId10" Type="http://schemas.openxmlformats.org/officeDocument/2006/relationships/image" Target="../media/image12.png"/><Relationship Id="rId19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20.png"/><Relationship Id="rId22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5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26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23" Type="http://schemas.openxmlformats.org/officeDocument/2006/relationships/image" Target="../media/image5.png"/><Relationship Id="rId10" Type="http://schemas.openxmlformats.org/officeDocument/2006/relationships/image" Target="../media/image12.png"/><Relationship Id="rId19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14" Type="http://schemas.openxmlformats.org/officeDocument/2006/relationships/image" Target="../media/image20.png"/><Relationship Id="rId22" Type="http://schemas.openxmlformats.org/officeDocument/2006/relationships/image" Target="../media/image27.png"/><Relationship Id="rId27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2.png"/><Relationship Id="rId18" Type="http://schemas.openxmlformats.org/officeDocument/2006/relationships/image" Target="../media/image19.png"/><Relationship Id="rId26" Type="http://schemas.openxmlformats.org/officeDocument/2006/relationships/image" Target="../media/image26.png"/><Relationship Id="rId3" Type="http://schemas.openxmlformats.org/officeDocument/2006/relationships/image" Target="../media/image28.png"/><Relationship Id="rId21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5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21.png"/><Relationship Id="rId24" Type="http://schemas.openxmlformats.org/officeDocument/2006/relationships/image" Target="../media/image27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5.png"/><Relationship Id="rId10" Type="http://schemas.openxmlformats.org/officeDocument/2006/relationships/image" Target="../media/image11.png"/><Relationship Id="rId19" Type="http://schemas.openxmlformats.org/officeDocument/2006/relationships/image" Target="../media/image17.png"/><Relationship Id="rId4" Type="http://schemas.openxmlformats.org/officeDocument/2006/relationships/image" Target="../media/image29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Relationship Id="rId22" Type="http://schemas.openxmlformats.org/officeDocument/2006/relationships/image" Target="../media/image24.png"/><Relationship Id="rId27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2.png"/><Relationship Id="rId18" Type="http://schemas.openxmlformats.org/officeDocument/2006/relationships/image" Target="../media/image19.png"/><Relationship Id="rId26" Type="http://schemas.openxmlformats.org/officeDocument/2006/relationships/image" Target="../media/image26.png"/><Relationship Id="rId3" Type="http://schemas.openxmlformats.org/officeDocument/2006/relationships/image" Target="../media/image28.png"/><Relationship Id="rId21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5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0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21.png"/><Relationship Id="rId24" Type="http://schemas.openxmlformats.org/officeDocument/2006/relationships/image" Target="../media/image27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5.png"/><Relationship Id="rId10" Type="http://schemas.openxmlformats.org/officeDocument/2006/relationships/image" Target="../media/image11.png"/><Relationship Id="rId19" Type="http://schemas.openxmlformats.org/officeDocument/2006/relationships/image" Target="../media/image17.png"/><Relationship Id="rId4" Type="http://schemas.openxmlformats.org/officeDocument/2006/relationships/image" Target="../media/image29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Relationship Id="rId22" Type="http://schemas.openxmlformats.org/officeDocument/2006/relationships/image" Target="../media/image24.png"/><Relationship Id="rId27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2.png"/><Relationship Id="rId18" Type="http://schemas.openxmlformats.org/officeDocument/2006/relationships/image" Target="../media/image4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1.png"/><Relationship Id="rId2" Type="http://schemas.openxmlformats.org/officeDocument/2006/relationships/image" Target="../media/image40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54.png"/><Relationship Id="rId15" Type="http://schemas.openxmlformats.org/officeDocument/2006/relationships/image" Target="../media/image49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55.png"/><Relationship Id="rId1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52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52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3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 descr="logoisa_is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930" y="48320"/>
            <a:ext cx="1605017" cy="752388"/>
          </a:xfrm>
          <a:prstGeom prst="rect">
            <a:avLst/>
          </a:prstGeom>
        </p:spPr>
      </p:pic>
      <p:sp>
        <p:nvSpPr>
          <p:cNvPr id="15" name="14 Rectángulo"/>
          <p:cNvSpPr/>
          <p:nvPr/>
        </p:nvSpPr>
        <p:spPr>
          <a:xfrm>
            <a:off x="0" y="1376772"/>
            <a:ext cx="9144000" cy="1548172"/>
          </a:xfrm>
          <a:prstGeom prst="rect">
            <a:avLst/>
          </a:prstGeom>
          <a:solidFill>
            <a:srgbClr val="7A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latin typeface="+mj-lt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" y="1580601"/>
            <a:ext cx="914241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Barlow" pitchFamily="2" charset="77"/>
                <a:cs typeface="Arial" pitchFamily="34" charset="0"/>
              </a:rPr>
              <a:t>From Static to Intelligent: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  <a:latin typeface="Barlow" pitchFamily="2" charset="77"/>
                <a:cs typeface="Arial" pitchFamily="34" charset="0"/>
              </a:rPr>
              <a:t>Evolving SaaS Pricing with LLMs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063911" y="3429000"/>
            <a:ext cx="716378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rPr>
              <a:t>Francisco Javier </a:t>
            </a:r>
            <a:r>
              <a:rPr lang="en-GB" sz="2600" b="1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rPr>
              <a:t>Cavero</a:t>
            </a:r>
            <a:endParaRPr lang="en-GB" sz="2600" b="1" u="sng" dirty="0">
              <a:solidFill>
                <a:schemeClr val="tx1">
                  <a:lumMod val="75000"/>
                  <a:lumOff val="25000"/>
                </a:schemeClr>
              </a:solidFill>
              <a:latin typeface="Barlow" pitchFamily="2" charset="77"/>
            </a:endParaRPr>
          </a:p>
          <a:p>
            <a:pPr algn="ctr"/>
            <a:r>
              <a:rPr lang="en-GB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rPr>
              <a:t>Juan C. Alonso</a:t>
            </a:r>
          </a:p>
          <a:p>
            <a:pPr algn="ctr"/>
            <a:r>
              <a:rPr lang="en-GB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rPr>
              <a:t>Antonio Ruiz-Cortés</a:t>
            </a:r>
          </a:p>
          <a:p>
            <a:pPr algn="ctr"/>
            <a:endParaRPr lang="en-GB" sz="2600" b="1" dirty="0">
              <a:solidFill>
                <a:schemeClr val="tx1">
                  <a:lumMod val="75000"/>
                  <a:lumOff val="25000"/>
                </a:schemeClr>
              </a:solidFill>
              <a:latin typeface="Barlow" pitchFamily="2" charset="77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rPr>
              <a:t>SCORE Lab, I3US Institute, Universidad de Sevilla</a:t>
            </a:r>
          </a:p>
          <a:p>
            <a:pPr algn="ctr"/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rPr>
              <a:t>Seville, Spain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Barlow" pitchFamily="2" charset="77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378057" y="5921628"/>
            <a:ext cx="45537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7A0029"/>
                </a:solidFill>
                <a:latin typeface="Barlow" pitchFamily="2" charset="77"/>
              </a:rPr>
              <a:t>SOC4AI </a:t>
            </a:r>
            <a:r>
              <a:rPr lang="en-GB" sz="2000" b="1" dirty="0">
                <a:solidFill>
                  <a:srgbClr val="7A0029"/>
                </a:solidFill>
                <a:latin typeface="Barlow" pitchFamily="2" charset="77"/>
              </a:rPr>
              <a:t>·</a:t>
            </a:r>
            <a:r>
              <a:rPr lang="en-GB" sz="2000" dirty="0">
                <a:solidFill>
                  <a:srgbClr val="7A0029"/>
                </a:solidFill>
                <a:latin typeface="Barlow" pitchFamily="2" charset="77"/>
              </a:rPr>
              <a:t> ICSOC’24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368929" y="6321738"/>
            <a:ext cx="45537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7A0029"/>
                </a:solidFill>
                <a:latin typeface="Barlow" pitchFamily="2" charset="77"/>
              </a:rPr>
              <a:t>December 3</a:t>
            </a:r>
            <a:r>
              <a:rPr lang="en-GB" sz="2000" baseline="30000" dirty="0">
                <a:solidFill>
                  <a:srgbClr val="7A0029"/>
                </a:solidFill>
                <a:latin typeface="Barlow" pitchFamily="2" charset="77"/>
              </a:rPr>
              <a:t>rd</a:t>
            </a:r>
            <a:r>
              <a:rPr lang="en-GB" sz="2000" dirty="0">
                <a:solidFill>
                  <a:srgbClr val="7A0029"/>
                </a:solidFill>
                <a:latin typeface="Barlow" pitchFamily="2" charset="77"/>
              </a:rPr>
              <a:t>, 2024 </a:t>
            </a:r>
            <a:r>
              <a:rPr lang="en-GB" sz="2000" b="1" dirty="0">
                <a:solidFill>
                  <a:srgbClr val="7A0029"/>
                </a:solidFill>
                <a:latin typeface="Barlow" pitchFamily="2" charset="77"/>
              </a:rPr>
              <a:t>·</a:t>
            </a:r>
            <a:r>
              <a:rPr lang="en-GB" sz="2000" dirty="0">
                <a:solidFill>
                  <a:srgbClr val="7A0029"/>
                </a:solidFill>
                <a:latin typeface="Barlow" pitchFamily="2" charset="77"/>
              </a:rPr>
              <a:t> Tunis, Tunisia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FB8FCF0-5049-964F-4B85-864FC30FE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8" y="0"/>
            <a:ext cx="2211260" cy="88380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28C06B2-D5FC-526F-227A-151ED0CCF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320" y="-16992"/>
            <a:ext cx="1733680" cy="900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DE3B-7980-EC94-67BD-AAF2A23D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1D55EC6C-9299-1137-9596-2DAF5648A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07B7DA4-6A96-DE89-7630-F96F924ADFDF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69" name="Imagen 168">
            <a:extLst>
              <a:ext uri="{FF2B5EF4-FFF2-40B4-BE49-F238E27FC236}">
                <a16:creationId xmlns:a16="http://schemas.microsoft.com/office/drawing/2014/main" id="{DBBD70D8-92E8-86C9-8AFF-337E54B58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9093187-5600-5873-2DDE-8E38C7A6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EC196C5-2381-CC58-2EA8-618BF5754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7749D0E-6D21-3A5D-8A38-A0FE72884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BC7B6C9-AC2A-D045-AC8F-1A94CD36C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3FE18AE-4A00-4B12-9FA2-E94562E56F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F22A75F-40E1-C9ED-7BA8-EE7A856FB0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3E98375-337D-8959-F69F-37249BA4E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F4AA4B7-8279-1E1E-E7A5-A71F47AE57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EBF5008-034D-6A56-6415-4EE26AA56C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5D37335-6DD2-5E2D-4648-A57336600E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8AE7C20-1E44-C4A4-8D78-3E894413A2B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n 25">
            <a:extLst>
              <a:ext uri="{FF2B5EF4-FFF2-40B4-BE49-F238E27FC236}">
                <a16:creationId xmlns:a16="http://schemas.microsoft.com/office/drawing/2014/main" id="{D5E455E5-B62E-EF95-9682-01EC4B6161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516" b="96875" l="2344" r="96875">
                        <a14:foregroundMark x1="43945" y1="24219" x2="43945" y2="24219"/>
                        <a14:foregroundMark x1="20117" y1="23633" x2="20117" y2="23633"/>
                        <a14:foregroundMark x1="13086" y1="41016" x2="13086" y2="41016"/>
                        <a14:foregroundMark x1="6055" y1="46289" x2="6055" y2="46289"/>
                        <a14:foregroundMark x1="53516" y1="6836" x2="53516" y2="6836"/>
                        <a14:foregroundMark x1="53125" y1="5078" x2="53125" y2="5078"/>
                        <a14:foregroundMark x1="90820" y1="47266" x2="90820" y2="47266"/>
                        <a14:foregroundMark x1="94141" y1="46094" x2="94141" y2="46094"/>
                        <a14:foregroundMark x1="56445" y1="68750" x2="56445" y2="68750"/>
                        <a14:foregroundMark x1="38477" y1="65234" x2="35156" y2="75781"/>
                        <a14:foregroundMark x1="23242" y1="64258" x2="23242" y2="64258"/>
                        <a14:foregroundMark x1="22070" y1="55664" x2="22266" y2="73438"/>
                        <a14:foregroundMark x1="22266" y1="73438" x2="33398" y2="87109"/>
                        <a14:foregroundMark x1="33398" y1="87109" x2="55469" y2="90820"/>
                        <a14:foregroundMark x1="55469" y1="90820" x2="72852" y2="87500"/>
                        <a14:foregroundMark x1="72852" y1="87500" x2="72461" y2="70508"/>
                        <a14:foregroundMark x1="72461" y1="70508" x2="58789" y2="58594"/>
                        <a14:foregroundMark x1="58789" y1="58594" x2="26172" y2="56250"/>
                        <a14:foregroundMark x1="19336" y1="52344" x2="19336" y2="52344"/>
                        <a14:foregroundMark x1="14844" y1="50195" x2="14844" y2="50195"/>
                        <a14:foregroundMark x1="75586" y1="57813" x2="75586" y2="57813"/>
                        <a14:foregroundMark x1="80664" y1="51172" x2="80664" y2="51172"/>
                        <a14:foregroundMark x1="80664" y1="51172" x2="80664" y2="51172"/>
                        <a14:foregroundMark x1="80078" y1="70508" x2="80078" y2="70508"/>
                        <a14:foregroundMark x1="80664" y1="75000" x2="76953" y2="93555"/>
                        <a14:foregroundMark x1="76953" y1="93555" x2="21289" y2="91602"/>
                        <a14:foregroundMark x1="21289" y1="91602" x2="17188" y2="76953"/>
                        <a14:foregroundMark x1="16992" y1="69141" x2="16992" y2="69141"/>
                        <a14:foregroundMark x1="17773" y1="73633" x2="17773" y2="73633"/>
                        <a14:foregroundMark x1="18164" y1="71484" x2="18164" y2="71484"/>
                        <a14:foregroundMark x1="18164" y1="96875" x2="18164" y2="96875"/>
                        <a14:foregroundMark x1="82422" y1="81641" x2="82422" y2="81641"/>
                        <a14:foregroundMark x1="85156" y1="62891" x2="85156" y2="62891"/>
                        <a14:foregroundMark x1="2344" y1="41211" x2="4688" y2="54102"/>
                        <a14:foregroundMark x1="95508" y1="37500" x2="97070" y2="49219"/>
                        <a14:foregroundMark x1="18359" y1="74805" x2="18359" y2="74805"/>
                        <a14:foregroundMark x1="28320" y1="94727" x2="28320" y2="94727"/>
                        <a14:foregroundMark x1="47266" y1="3516" x2="61133" y2="35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0139" y="2777593"/>
            <a:ext cx="708712" cy="7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9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5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5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5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BF393-5061-6957-4BB2-82F023A0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A2934CE8-2BBD-4259-EA9B-F738664F8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E6E32008-2D03-70C8-1E77-09E7F89CB900}"/>
              </a:ext>
            </a:extLst>
          </p:cNvPr>
          <p:cNvGrpSpPr/>
          <p:nvPr/>
        </p:nvGrpSpPr>
        <p:grpSpPr>
          <a:xfrm>
            <a:off x="785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B67B142-1A1E-55EE-B116-086EFBD32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BA10D6C3-3A61-C8B4-D771-B2C2CF3C2DAF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FC1607C4-880E-B9F8-2491-9D818003B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CD2E223D-1EC6-2699-AF61-0BB9A77D2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38340489-9473-619A-49D3-587D2C019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9EBDC609-3338-8F9C-1FF3-17DF5D0A9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CD0BEE70-17C3-25A9-1849-3233274AE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70E519B8-B77F-5C75-430E-C38AB69FC7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7AE0EE87-20EF-2F8A-F101-934503E44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5FB9224F-47E3-8063-3D85-9040A3D66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27D488D5-160A-559F-3AAD-C48544DC13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4170" y="1378548"/>
            <a:ext cx="3746500" cy="263525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9A03AC7-FEE2-A21C-8847-4D935F8D5A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417" y="3010316"/>
            <a:ext cx="165588" cy="16558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60FFAC2C-8767-0216-6E67-2FB8A00378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227" y="2805743"/>
            <a:ext cx="168430" cy="16843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B9AF69AC-A6E7-65D8-5470-C8D569EED5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1908" y="3355805"/>
            <a:ext cx="164212" cy="1642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AAED3A5-3188-4496-68F9-F6A10560F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42" y="2837879"/>
            <a:ext cx="165592" cy="165592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9456693B-B08A-AD9F-2358-AAB706154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8344" y="3011018"/>
            <a:ext cx="165588" cy="165588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093F1D4D-F3BE-AAF1-2286-03E141131F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1385" y="2803628"/>
            <a:ext cx="174739" cy="174739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918CF65C-8548-02E3-4CE1-E43B6537AB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1907" y="3355004"/>
            <a:ext cx="164213" cy="16421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985679F-A8B0-A78E-5F54-3FE718D51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048" y="2912640"/>
            <a:ext cx="165586" cy="165586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D6892189-5687-B2FA-E2C8-42BA53509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553" y="3322093"/>
            <a:ext cx="164212" cy="164212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9A362556-29E1-378C-9052-2DA1D34F2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44" y="2844963"/>
            <a:ext cx="165588" cy="165588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FC9033E4-C617-B4E6-42C7-C0069AA386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411" y="3146565"/>
            <a:ext cx="169983" cy="169983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5654FDCE-D78E-71EA-5096-8615CC28DC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992" y="3010316"/>
            <a:ext cx="165588" cy="165588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F01B4EC6-8CB6-AA51-29F9-E0AF1E4954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227" y="2801141"/>
            <a:ext cx="172631" cy="172631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72894C7A-973B-CA39-1171-556251CD7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1906" y="3355005"/>
            <a:ext cx="164212" cy="164212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420D0061-96FA-E7C9-7215-E785AFD579C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C9B9D19F-99F6-A950-4016-FF439DDB811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Imagen 209">
            <a:extLst>
              <a:ext uri="{FF2B5EF4-FFF2-40B4-BE49-F238E27FC236}">
                <a16:creationId xmlns:a16="http://schemas.microsoft.com/office/drawing/2014/main" id="{E4529F50-984A-028C-50EC-05241C4A0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126" y="3123933"/>
            <a:ext cx="162860" cy="16559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39F411AF-CB52-ED1B-C816-0E6A19E3EE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074" y="3144809"/>
            <a:ext cx="168542" cy="171919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71E0922A-BC62-D83F-8215-008B22327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531" y="3118556"/>
            <a:ext cx="162860" cy="176345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D35CA4AC-0AE8-F68B-2CA2-07DE9CC26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9420" y="3123956"/>
            <a:ext cx="159441" cy="16558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2B360B8-AECC-C228-9F58-8BB5BB2810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3D7F513-5F9A-2CD9-DF17-659F56D2BAB7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709567-4539-E573-5955-453EEDE73E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9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E3F2-6255-DEC2-3D03-BF15445D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96ED62B6-6C04-0F52-B1C5-8D14640F4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7B00A064-7302-12FB-4DBC-9EC031E3E459}"/>
              </a:ext>
            </a:extLst>
          </p:cNvPr>
          <p:cNvGrpSpPr/>
          <p:nvPr/>
        </p:nvGrpSpPr>
        <p:grpSpPr>
          <a:xfrm>
            <a:off x="785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CC459304-536C-E0B9-0747-2091D938C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6247AD7E-88DA-58A4-34E3-5C4245F0A654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DEBB25FA-4ADD-CA1D-2167-0DB391734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AE9888AC-6C06-42D6-C874-256186EC2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7C915506-0203-A493-79A5-FD4D967B5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66968778-6CEE-C9F9-B9F7-453B42A71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21B04FB1-CA65-B769-4BEA-19EFEAFAC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12E1F170-7850-179A-541F-019A3DC0C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1B058439-47D1-E3CE-AA92-E4A345E30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2FD94AD0-909F-8896-78D2-5F39B18CF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3AF3A9B7-FBBB-8323-7F47-FD6D73A2FB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4170" y="1378548"/>
            <a:ext cx="3746500" cy="263525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7C0BAA9F-12A8-B79A-9493-2F786409A8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9513" y="2462691"/>
            <a:ext cx="273290" cy="27329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E96D67AF-9326-20F9-11D3-F8CD513823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771" y="2081313"/>
            <a:ext cx="271032" cy="271032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80D36DC-DC26-AF8C-B841-EEF200728F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1503" y="2493616"/>
            <a:ext cx="242365" cy="242365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37E01249-ADED-020C-64D3-958914507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769" y="2879951"/>
            <a:ext cx="242365" cy="242365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961E55DA-B736-9BFF-4F58-F18EC437A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307" y="2462691"/>
            <a:ext cx="273290" cy="273290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81C5BA8F-8BB7-6550-D4EA-C9F9CB512F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0565" y="2081313"/>
            <a:ext cx="271032" cy="271032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012285CA-F008-4948-7662-A7F3C273E7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297" y="2493616"/>
            <a:ext cx="242365" cy="24236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8D38474-94DA-DE83-EE65-E2D99AFF9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833" y="3276852"/>
            <a:ext cx="242365" cy="24236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20730A2-99F4-92FC-3BC3-22EAC08D3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3846" y="3283908"/>
            <a:ext cx="211106" cy="211106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0A2F5676-7905-6F24-C40B-694EFE9C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305" y="2897573"/>
            <a:ext cx="242365" cy="242365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935B6019-899D-DBE6-C077-18B138D161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0423" y="2894874"/>
            <a:ext cx="242365" cy="242365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33E0DE13-1BD3-A77F-7E4F-2D54CCEB3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843" y="2480313"/>
            <a:ext cx="273290" cy="273290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870168C6-07C4-0FB5-D3DE-2D2DAAD763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7101" y="2098935"/>
            <a:ext cx="271032" cy="271032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596FBE0D-70F9-4AE4-7514-AA57F3AA15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833" y="2511238"/>
            <a:ext cx="242365" cy="242365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74A75FE9-0260-46E8-D000-7D65D4C91B4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72F7F536-B70C-4B8B-4911-D49DC238BEE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Imagen 209">
            <a:extLst>
              <a:ext uri="{FF2B5EF4-FFF2-40B4-BE49-F238E27FC236}">
                <a16:creationId xmlns:a16="http://schemas.microsoft.com/office/drawing/2014/main" id="{F45C4A90-9CDD-EA00-205E-FD19A6EB1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91" y="2082999"/>
            <a:ext cx="263452" cy="267871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013FBA88-498B-2648-C0B3-1B81954056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6256" y="2869197"/>
            <a:ext cx="248147" cy="253119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EBEDC4FE-0C9A-0203-AD3C-033352895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453" y="2064118"/>
            <a:ext cx="270209" cy="292583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06D2FDF2-50F1-4E29-3C82-E2D3937888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8166" y="2078013"/>
            <a:ext cx="280055" cy="29085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3DE6245-EF59-1ED8-6CA9-B505670BC1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02EEF3A-7059-12BC-13C1-FF25708267CE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8BF3EC-34C5-6803-8A7F-8719997C6E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8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FD63-6DF0-E8CC-979B-E3EE9A15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n 117">
            <a:extLst>
              <a:ext uri="{FF2B5EF4-FFF2-40B4-BE49-F238E27FC236}">
                <a16:creationId xmlns:a16="http://schemas.microsoft.com/office/drawing/2014/main" id="{58853462-5959-4392-0E0B-59DEF3464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508" y="734143"/>
            <a:ext cx="154789" cy="186226"/>
          </a:xfrm>
          <a:prstGeom prst="rect">
            <a:avLst/>
          </a:prstGeom>
        </p:spPr>
      </p:pic>
      <p:pic>
        <p:nvPicPr>
          <p:cNvPr id="130" name="Imagen 129">
            <a:extLst>
              <a:ext uri="{FF2B5EF4-FFF2-40B4-BE49-F238E27FC236}">
                <a16:creationId xmlns:a16="http://schemas.microsoft.com/office/drawing/2014/main" id="{FE43BA07-DF90-720D-613D-C7DC5DA6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556" y="740165"/>
            <a:ext cx="158999" cy="180204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122C2374-2217-A7C9-C811-F01F52987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508" y="510437"/>
            <a:ext cx="158619" cy="183039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B1C9235B-9C68-2247-30EE-C4AF92929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348" y="980728"/>
            <a:ext cx="180020" cy="183039"/>
          </a:xfrm>
          <a:prstGeom prst="rect">
            <a:avLst/>
          </a:prstGeom>
        </p:spPr>
      </p:pic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6D6AEBD4-55C7-E031-F0D5-74B0EE725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AC77B092-FBF7-AF2F-4C77-99701FAE0742}"/>
              </a:ext>
            </a:extLst>
          </p:cNvPr>
          <p:cNvGrpSpPr/>
          <p:nvPr/>
        </p:nvGrpSpPr>
        <p:grpSpPr>
          <a:xfrm>
            <a:off x="785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0876A6D-A096-CF79-83F2-11DE6B7D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6D88353B-CD50-976C-EFF0-8A1AECBD358B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F6D8BFED-1477-6624-513D-30458989D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08C6466D-8033-0E9C-FD01-B1F15CD7E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C187B78E-83EC-3C5A-BD57-9B65E1ADA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C4338D59-0307-8BA8-5E4A-9D66AAA4E4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020AFDFB-ED2F-278A-E477-4D84C8434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F6597487-3A9A-0D4D-BC39-58C79AF357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C34931EB-AAC6-A984-BB5F-F8CDB8D6E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D8C339AD-7E68-140C-AC8F-34816EFE7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27C82E59-866B-657D-0FC0-457D891F1B56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134170" y="1378548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D3848698-EE53-D1E3-6DD8-B08198C78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134170" y="1378548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17F65A26-4CE1-9C3B-A592-9E1A38C20B00}"/>
                </a:ext>
              </a:extLst>
            </p:cNvPr>
            <p:cNvGrpSpPr/>
            <p:nvPr/>
          </p:nvGrpSpPr>
          <p:grpSpPr>
            <a:xfrm>
              <a:off x="3341503" y="2081313"/>
              <a:ext cx="841300" cy="654668"/>
              <a:chOff x="3988599" y="1920649"/>
              <a:chExt cx="841300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721DDC3-AE2D-1F85-75DB-4603334B4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D82B20DC-7496-315F-8D09-1A472F6713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138FBB5D-53E9-FD95-7F8F-F217A02EA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EBEA4579-829E-DB7F-40BA-92E3AB8DA0AB}"/>
                </a:ext>
              </a:extLst>
            </p:cNvPr>
            <p:cNvGrpSpPr/>
            <p:nvPr/>
          </p:nvGrpSpPr>
          <p:grpSpPr>
            <a:xfrm>
              <a:off x="4600297" y="2081313"/>
              <a:ext cx="841300" cy="1041003"/>
              <a:chOff x="5247393" y="1920649"/>
              <a:chExt cx="841300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D3604B04-B79B-D0C0-80BD-10A70E199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67FDC78C-6835-59D3-E3F6-BE4E85E11B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2547E0AB-CF54-9F07-128D-DCA0C2994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0C370B36-34CF-7878-89ED-8CCE3ED567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C8952FB5-3455-0D59-6F3D-95B30B3753D3}"/>
                </a:ext>
              </a:extLst>
            </p:cNvPr>
            <p:cNvGrpSpPr/>
            <p:nvPr/>
          </p:nvGrpSpPr>
          <p:grpSpPr>
            <a:xfrm>
              <a:off x="5856833" y="2098935"/>
              <a:ext cx="841300" cy="1420282"/>
              <a:chOff x="6503929" y="1938271"/>
              <a:chExt cx="841300" cy="142028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9E33A6C5-841D-23D8-BFD5-10366B3AC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28DBE161-1E06-CB3F-E976-080083645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14E0D2A3-14F9-187A-F8E0-9DA6AC55D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5ED63E22-555A-3CE9-5E50-5C9BCC57C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8CFBED26-804F-631F-E95D-E77E1FA49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54E495EE-9B53-D66F-D17D-1EB884A06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F9B42FB8-BB83-577B-F6E5-5EAA83470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</p:grpSp>
      </p:grpSp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3EC8DA23-D69A-B91F-4B6F-ECC65A49B9A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9C77C651-5432-F772-0236-CC8DD69534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Imagen 209">
            <a:extLst>
              <a:ext uri="{FF2B5EF4-FFF2-40B4-BE49-F238E27FC236}">
                <a16:creationId xmlns:a16="http://schemas.microsoft.com/office/drawing/2014/main" id="{4EC57AD9-721F-939B-4664-38469BB962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91" y="2082999"/>
            <a:ext cx="263452" cy="267871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B0C6A988-4F69-8BAB-63AC-B92796DC41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6256" y="2869197"/>
            <a:ext cx="248147" cy="253119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AB03EFB7-49AB-91BA-5C4B-481337A215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453" y="2064118"/>
            <a:ext cx="270209" cy="292583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DD7B8D9B-E9F8-1834-FA71-A312736E42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8166" y="2078013"/>
            <a:ext cx="280055" cy="290852"/>
          </a:xfrm>
          <a:prstGeom prst="rect">
            <a:avLst/>
          </a:prstGeom>
        </p:spPr>
      </p:pic>
      <p:pic>
        <p:nvPicPr>
          <p:cNvPr id="214" name="Imagen 213">
            <a:extLst>
              <a:ext uri="{FF2B5EF4-FFF2-40B4-BE49-F238E27FC236}">
                <a16:creationId xmlns:a16="http://schemas.microsoft.com/office/drawing/2014/main" id="{DF7925A6-6C56-AF97-3ACA-81D08E27681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6E6BCC-D96E-00BD-2E78-24729FC70E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23C9A81-3A89-04B9-682C-68511F949032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AD84A5-F428-5B39-E3E5-FC4039F22FC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7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"/>
    </mc:Choice>
    <mc:Fallback xmlns="">
      <p:transition spd="slow" advClick="0" advTm="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D5C88-F54E-E93E-0ECA-2E35458E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1B79E69E-D34D-9127-0F4D-0B668FC9F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DE5FB98A-04C9-A257-7B47-1A955324AC84}"/>
              </a:ext>
            </a:extLst>
          </p:cNvPr>
          <p:cNvGrpSpPr/>
          <p:nvPr/>
        </p:nvGrpSpPr>
        <p:grpSpPr>
          <a:xfrm>
            <a:off x="785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D11B79F-3494-80E0-E225-BC93803C7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0CC28D60-C873-9373-5C48-66ED50F5CF92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EEE54C2-7899-AAB1-F90A-68627DB58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D1A62BF1-1B87-BC89-22C6-7AA0DDBE2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0ED2BAAA-F563-DDCE-40E8-E99C107577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98440E9C-E13B-D9B9-A0CA-C6D3546550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1FDEC9A3-C69D-C3CD-8D5E-C91FEB4EB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4BF9A129-2A35-9E3C-4C7E-811F1D4281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8EA5571F-39D4-89AC-7F1C-9CE7F25A7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60FE088F-04DF-EF2C-4AF2-0F8B95295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pic>
        <p:nvPicPr>
          <p:cNvPr id="43" name="Imagen 42">
            <a:extLst>
              <a:ext uri="{FF2B5EF4-FFF2-40B4-BE49-F238E27FC236}">
                <a16:creationId xmlns:a16="http://schemas.microsoft.com/office/drawing/2014/main" id="{4732379B-367E-D6AB-236C-9B9BED953B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C58026B2-1B2F-F9BE-833E-04E42852A4BF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9DF85D53-C8DF-F2E8-3550-13FF3A3B1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2B7B4A96-26DC-8C51-8D9B-9749CBD8E5BA}"/>
                </a:ext>
              </a:extLst>
            </p:cNvPr>
            <p:cNvGrpSpPr/>
            <p:nvPr/>
          </p:nvGrpSpPr>
          <p:grpSpPr>
            <a:xfrm>
              <a:off x="3988599" y="1920649"/>
              <a:ext cx="841300" cy="654668"/>
              <a:chOff x="3988599" y="1920649"/>
              <a:chExt cx="841300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AE05A6EF-DA38-1236-C2E6-5F2DE4DF9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AADD1EA4-2FC6-1FA6-F152-D50807F5F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5FF52E1F-ACBF-3577-EC77-14891A4A5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DE7B79CA-1B86-DA8A-383E-6AC8BD71606B}"/>
                </a:ext>
              </a:extLst>
            </p:cNvPr>
            <p:cNvGrpSpPr/>
            <p:nvPr/>
          </p:nvGrpSpPr>
          <p:grpSpPr>
            <a:xfrm>
              <a:off x="5247393" y="1920649"/>
              <a:ext cx="841300" cy="1041003"/>
              <a:chOff x="5247393" y="1920649"/>
              <a:chExt cx="841300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3A4CF38F-7B6D-FADB-C620-CFF878AF8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8215DB6A-6C96-2737-B7BF-4CE79638F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16D69038-E573-5284-23E2-F2FFB84CA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C159DBC7-8E16-B473-3C2F-22BD053EA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54D40774-88EA-64A0-A06F-17D3BAEF5F8B}"/>
                </a:ext>
              </a:extLst>
            </p:cNvPr>
            <p:cNvGrpSpPr/>
            <p:nvPr/>
          </p:nvGrpSpPr>
          <p:grpSpPr>
            <a:xfrm>
              <a:off x="6503929" y="1938271"/>
              <a:ext cx="841300" cy="1420282"/>
              <a:chOff x="6503929" y="1938271"/>
              <a:chExt cx="841300" cy="142028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69473290-2F52-F556-17D3-A6694D416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73B779A-15FE-0551-9440-65A2BBAAA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AE430343-B028-172E-517C-D213C7833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4C57413D-E5DE-FA92-F538-E50C530778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3A730BD4-84A1-FED3-BB48-F394AB076B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8E2A0AFE-D06F-4A11-3C2D-0377CCE58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E7FE95A1-163A-8EC6-D6E1-4CA5B1606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</p:grpSp>
      </p:grpSp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B74F5B94-8B25-2055-6D6E-2BA7DC4CC2C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7144F434-42A3-1FB4-3A0B-14D4CD630D6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3E8D54DD-FAB2-1087-2DDA-8C2BE3B70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91" y="2082999"/>
            <a:ext cx="263452" cy="26787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084067F-175D-C712-A8D9-34FDB329A6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87020" y="2100113"/>
            <a:ext cx="99075" cy="1007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CA8DE71-47F4-2A27-336F-BF9E86D76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453" y="2064118"/>
            <a:ext cx="270209" cy="2925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46C9626-BBA7-5E7A-B8B3-2C1BB8AD60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052" y="2105019"/>
            <a:ext cx="74128" cy="891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CB74AF0-A047-0122-6277-000D40A2C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8166" y="2078013"/>
            <a:ext cx="280055" cy="2908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33D01DC-B5B9-45DC-3A31-0EBFF00F02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11774" y="2085356"/>
            <a:ext cx="82949" cy="957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C2787CF-997E-F57D-6C8A-EB5D151A11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6256" y="2869197"/>
            <a:ext cx="248147" cy="2531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E62CF2-3757-E611-C91F-65190B375F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4295" y="2805743"/>
            <a:ext cx="91131" cy="1032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31DA967-DBA1-1D62-100E-EE9B8B6639B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CAEBA4F-27E5-F534-D7B0-F5C037568065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E098EC3-B98A-9799-850A-A3AFCFBA32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57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662DB-9EC7-B424-3477-D25470C8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33FB3342-EBD3-F5C3-5438-54E6ADB54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C1BE2A-6610-96A7-1038-2E78E45DA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8679C9B-63FE-F736-8C97-3C31C35BF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A8CF20-0772-ED0F-A179-109A8EA48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74506D6-8376-9615-2A9A-4187ED0B3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282EC1D-C8E1-0A44-ADA3-BB6A8BE7C5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76A8888-7E06-5308-26C4-712A8362F6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5D27E19-B326-665F-5AA8-157DD5A9AA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0B7BA8E-83BA-CA34-0A5A-593D57A681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FCA8E6B-FEAB-FD59-9B47-BD4F930A6E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0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1FB3424-C7D5-598B-BA92-16F9C12549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A397CAF-BE9C-2B49-8043-F93E746A7E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1E79A06-3508-FAF4-A34D-F5710B0795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5D8A4951-9E57-593C-722F-07FC693A9DCF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E3A5DD9F-CE50-BCCC-DBB1-52092DE8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434DF442-31F8-BC21-5B1D-EDFC2D30298C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BBAA0AAD-A02C-0329-ACB8-7ED3DA774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93FD7735-0498-AEEC-1387-3BB7850B8E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BCD73CC-F149-0AE5-A606-E7BBE4275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D843AA2F-8F52-0B0C-B91E-FC3D21C4212C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37A3B933-4435-4980-CA6F-BCCA77949C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4FF7432B-953F-0103-3BC0-78D02F20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64FCEBEF-B93B-9259-8CFE-A80FC1B3CA4D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1F6F1DA8-1857-88E2-E17F-E7C5D697D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6FE7558D-5395-38A5-B0DA-15E0F3161E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E3971C42-98AA-C76E-5F13-6CD491734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7EAFC3FA-26CD-C7ED-6B13-B1D5FC705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D2D6BEB4-2D29-7543-6630-7F67D2C086EC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8684FE23-54C8-49E8-FC4C-40552224A0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11A5E19D-9DD1-CC89-79C3-46AB412BE4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2D7E0BDB-BE39-B2AC-6ABB-22762C9A2730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6CC4A960-9C6C-592B-50C0-CC15183BA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C36A4397-C5C3-209D-C120-8A97B02E6F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67DDA8CB-55EF-D74B-2CC0-5ED37F438035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7D521D15-23CD-6F32-126F-160EB822E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352EA98-D8B1-A0D6-C749-EDE2D95D5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8F2E56E7-4582-5874-8BDC-E93E54959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169F5B2B-3F80-A8D6-1065-6257EBEBF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6B36AC4D-7094-5130-B054-77CDF8B77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2247B689-FCFD-5371-3C46-C8140D093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7D1E1978-C5F1-0878-A2B4-36801B905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5C09EB1B-B5C5-A80B-5B68-8FDB04295479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B89B880B-1695-01F1-162A-574BC04BBE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A1946979-1612-3F87-DF70-7D6804DBCF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0A3B287D-8093-B7AE-EC10-3B730575A2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4" y="2777335"/>
            <a:ext cx="1366877" cy="608427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879BCCB9-7F1D-87A0-FB0E-4B8013EC3BE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5" y="1926061"/>
            <a:ext cx="1366877" cy="608427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58FD44DB-2717-8EFB-B3C4-9F3365A77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9513" y="2464659"/>
            <a:ext cx="273290" cy="273290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CA8FDD0B-B131-53B1-F422-E4AF557B41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078" y="2083281"/>
            <a:ext cx="271032" cy="27103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D9FCEA4B-A3C6-09A5-06BF-0AF7F07A17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2296" y="2480313"/>
            <a:ext cx="259137" cy="259137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48D20764-08AC-9D12-EC92-C171D196B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4427" y="2463652"/>
            <a:ext cx="279170" cy="279170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3019C467-5485-79AC-90A1-A8C88ADFA6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3212" y="2082999"/>
            <a:ext cx="268385" cy="268385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21F606D8-0DF1-98B5-623E-D8AFD428FB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894" y="2470075"/>
            <a:ext cx="279170" cy="279170"/>
          </a:xfrm>
          <a:prstGeom prst="rect">
            <a:avLst/>
          </a:prstGeom>
        </p:spPr>
      </p:pic>
      <p:grpSp>
        <p:nvGrpSpPr>
          <p:cNvPr id="131" name="Grupo 130">
            <a:extLst>
              <a:ext uri="{FF2B5EF4-FFF2-40B4-BE49-F238E27FC236}">
                <a16:creationId xmlns:a16="http://schemas.microsoft.com/office/drawing/2014/main" id="{82C508FE-46AB-58E5-C5AF-9A77739590A7}"/>
              </a:ext>
            </a:extLst>
          </p:cNvPr>
          <p:cNvGrpSpPr/>
          <p:nvPr/>
        </p:nvGrpSpPr>
        <p:grpSpPr>
          <a:xfrm>
            <a:off x="4596256" y="2805743"/>
            <a:ext cx="279170" cy="316573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3C02F1FF-B13F-3C97-01BF-B8D2C9EBA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8181F4C7-33B8-A3EC-AF2A-1A3DFB044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DE67F889-61D2-2E1F-0CF2-347DE5258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829" y="2879950"/>
            <a:ext cx="242365" cy="242365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22812970-A9EF-8E06-3777-3E88DEE0D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17" y="2477090"/>
            <a:ext cx="278316" cy="27831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8BA53B74-454F-79AE-7310-978C11C80A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1459" y="2094628"/>
            <a:ext cx="280056" cy="280056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5880AC94-68A7-2E41-4860-1FEBA63231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1505" y="2487497"/>
            <a:ext cx="273020" cy="27302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274FC36-6EB8-554A-AC7B-72A53CEF47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304" y="2893539"/>
            <a:ext cx="248832" cy="248832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C2168F4A-3B2C-59F0-C71D-2DF80BB68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637" y="2895630"/>
            <a:ext cx="241609" cy="241609"/>
          </a:xfrm>
          <a:prstGeom prst="rect">
            <a:avLst/>
          </a:prstGeom>
        </p:spPr>
      </p:pic>
      <p:grpSp>
        <p:nvGrpSpPr>
          <p:cNvPr id="207" name="Grupo 206">
            <a:extLst>
              <a:ext uri="{FF2B5EF4-FFF2-40B4-BE49-F238E27FC236}">
                <a16:creationId xmlns:a16="http://schemas.microsoft.com/office/drawing/2014/main" id="{B01568C9-ADF8-EEA4-0CC2-4743B3542D1B}"/>
              </a:ext>
            </a:extLst>
          </p:cNvPr>
          <p:cNvGrpSpPr/>
          <p:nvPr/>
        </p:nvGrpSpPr>
        <p:grpSpPr>
          <a:xfrm>
            <a:off x="5828166" y="2078013"/>
            <a:ext cx="280055" cy="290852"/>
            <a:chOff x="5828166" y="2078013"/>
            <a:chExt cx="280055" cy="290852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00F2A826-98EB-3C8C-5767-398E70E14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28166" y="2078013"/>
              <a:ext cx="280055" cy="290852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C2E26C7B-5C55-691F-5CC4-985AD40A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11774" y="2085356"/>
              <a:ext cx="82949" cy="95719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618C8025-C3A6-29A5-8987-3A744DC3B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281" y="3265020"/>
            <a:ext cx="255687" cy="255687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C4CF6097-DD0A-A002-EF65-B54B4E516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076" y="3287444"/>
            <a:ext cx="215350" cy="21535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1954224B-10B3-4D62-99E9-6C095201BF9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B914828D-0C8E-95BC-9C30-1CC1B79166E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AA72ABA3-E9EC-2F98-27A9-9EEE469DF0D1}"/>
              </a:ext>
            </a:extLst>
          </p:cNvPr>
          <p:cNvGrpSpPr/>
          <p:nvPr/>
        </p:nvGrpSpPr>
        <p:grpSpPr>
          <a:xfrm>
            <a:off x="3310191" y="2082999"/>
            <a:ext cx="275904" cy="267871"/>
            <a:chOff x="3310191" y="2082999"/>
            <a:chExt cx="275904" cy="267871"/>
          </a:xfrm>
        </p:grpSpPr>
        <p:pic>
          <p:nvPicPr>
            <p:cNvPr id="198" name="Imagen 197">
              <a:extLst>
                <a:ext uri="{FF2B5EF4-FFF2-40B4-BE49-F238E27FC236}">
                  <a16:creationId xmlns:a16="http://schemas.microsoft.com/office/drawing/2014/main" id="{A916EC9F-6350-0583-70BF-4D08A5216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0191" y="2082999"/>
              <a:ext cx="263452" cy="267871"/>
            </a:xfrm>
            <a:prstGeom prst="rect">
              <a:avLst/>
            </a:prstGeom>
          </p:spPr>
        </p:pic>
        <p:pic>
          <p:nvPicPr>
            <p:cNvPr id="199" name="Imagen 198">
              <a:extLst>
                <a:ext uri="{FF2B5EF4-FFF2-40B4-BE49-F238E27FC236}">
                  <a16:creationId xmlns:a16="http://schemas.microsoft.com/office/drawing/2014/main" id="{B872FE22-B383-AD3E-CA22-7E7E16C9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7020" y="2100113"/>
              <a:ext cx="99075" cy="100736"/>
            </a:xfrm>
            <a:prstGeom prst="rect">
              <a:avLst/>
            </a:prstGeom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5E4891AC-6CCA-14B5-D00B-3855E70CDCD3}"/>
              </a:ext>
            </a:extLst>
          </p:cNvPr>
          <p:cNvGrpSpPr/>
          <p:nvPr/>
        </p:nvGrpSpPr>
        <p:grpSpPr>
          <a:xfrm>
            <a:off x="4572453" y="2064118"/>
            <a:ext cx="270209" cy="292583"/>
            <a:chOff x="4572453" y="2064118"/>
            <a:chExt cx="270209" cy="292583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EEA05866-873C-9055-5380-37CA24F8B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453" y="2064118"/>
              <a:ext cx="270209" cy="292583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E0C3FF08-016E-D7EF-3B33-015862AB0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62052" y="2105019"/>
              <a:ext cx="74128" cy="89183"/>
            </a:xfrm>
            <a:prstGeom prst="rect">
              <a:avLst/>
            </a:prstGeom>
          </p:spPr>
        </p:pic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D7CBBC12-9849-2AEB-ABBE-71DC4871DE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5380" y="2838861"/>
            <a:ext cx="159838" cy="15053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21041F7-16DB-7CDE-BBDF-D9F5E62415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884" y="3098794"/>
            <a:ext cx="165591" cy="16559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128CF52-47EB-4FF8-A868-406D47D2AB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34AC000-8ACD-4181-C08F-60C90AC16917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480A48-A672-5FDC-8E1E-9363A42A73C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4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0B49-A6F4-DF00-BE46-C4357C8A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7B5A6349-F3D1-6EC7-31D0-4CC74BA46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2F0EBA-2EDB-19CF-D297-F060FBD2F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15DD88-8371-6724-404A-48482419B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DD0ECA8-E4AC-B72A-41AC-34D043DB2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AF7862-8F16-5F96-215E-E0743E9C4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23035DF-E678-05D2-09CC-A1D9DFDBF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5F688EB-F9D9-3987-44FD-5D21527F3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2B7AA1A-F716-F13F-69BE-F8555DBEE2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DFA4778-1B3C-1848-6CA7-52B566C873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29E0103-AB7F-DEC9-C553-05FE025F53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0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003CAB3-1196-9F04-A9CA-EB57A6DA08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35412D0-6E2C-D57C-573D-E6BFF80EC7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58E362BB-0AA1-D077-82DA-5D924A7E8C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3C8A1EC0-7D02-1770-44E1-D1F222ACC2E1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4C3CD8D2-3493-0C63-C4D0-9CCF03547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32417883-1772-A101-4F32-63D06F282B50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8587B472-BF56-D2FD-770B-2A737F112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C453F85F-CD2A-B7F9-110C-17DAEE8B5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D2A416B3-0FFF-7D99-AA59-6CCF8FF19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40712981-38B0-B04C-2ED4-F64441533951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1BA9BA85-81C4-A49B-E4A8-BC3A7D6431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0519C7F8-C7B6-D457-406D-9243CC4345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22306AFC-FB82-3C10-2DE0-A727D27D8E58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ED6E0F7-C258-AC74-6C54-5791251C53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0F9B4B5C-479C-5D2D-4D83-5E77D0E60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0E73FB18-E664-B55B-E09A-0CAD28411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524D2282-D3D6-0F24-0090-8393164C6D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EC25E9F2-D014-C0F0-95C1-B27DEA7ABEB3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2F826D2E-4210-0116-84DA-3EAF41A9F3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DFC13DAF-FF19-C8E8-F747-4CEE4ED969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6F8282D4-22A6-E9B0-7745-E864D9683748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58CCA116-A71D-5DD8-097E-D7DCAE993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00ACAB2E-4F1C-9ACA-E2BE-B23ED8499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8B3B3D0E-890A-B806-AB5D-89666D82F04B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6BCA74A5-7E99-C144-2A16-F9E82BD1D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1BB35FB4-75BF-8DE7-CF61-61B4B0602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EF1EDE85-272E-3140-D113-07C60AB24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DEAE53F3-E516-5DDF-8759-7F8B3050B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1E8C0833-F1A4-D139-A0B2-CBA04864F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2C58B6B2-E452-40DA-B15E-6DD1F3357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57B08892-5ACB-E54F-2791-4A5CB41BB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C0CB03E4-C32D-47EB-F23D-73670CA9CD72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8F7C7598-15D3-ECED-014C-AE71A2539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085B4B1B-0A57-5AB7-6DE8-72D129FC1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3BAE0DE5-EF3A-59F3-6585-8243B3A865D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435BDBB9-71BA-DE13-3248-A760481EECA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6150" y="3164567"/>
            <a:ext cx="899454" cy="138805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3222C722-C8FD-B043-3C4B-708DA1DDAD2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043F71FB-484B-0CAD-026D-9261AA372CA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27714" y="2315940"/>
            <a:ext cx="839592" cy="140871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F47847CA-B254-4AF0-8868-AC2D7ACED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9513" y="2464659"/>
            <a:ext cx="273290" cy="273290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9A2F66E4-376A-BFA4-7966-987608DC6C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078" y="2083281"/>
            <a:ext cx="271032" cy="27103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895DE718-9F39-7EB2-8FB3-E1AAAF3F73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2296" y="2480313"/>
            <a:ext cx="259137" cy="259137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7610010E-B5DB-5841-83CD-7163D0017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4427" y="2463652"/>
            <a:ext cx="279170" cy="279170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F7C40C66-89DF-935F-EC36-36BBD732A0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3212" y="2082999"/>
            <a:ext cx="268385" cy="268385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9E260E64-D397-8633-F3E6-DE0DD83021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894" y="2470075"/>
            <a:ext cx="279170" cy="279170"/>
          </a:xfrm>
          <a:prstGeom prst="rect">
            <a:avLst/>
          </a:prstGeom>
        </p:spPr>
      </p:pic>
      <p:grpSp>
        <p:nvGrpSpPr>
          <p:cNvPr id="131" name="Grupo 130">
            <a:extLst>
              <a:ext uri="{FF2B5EF4-FFF2-40B4-BE49-F238E27FC236}">
                <a16:creationId xmlns:a16="http://schemas.microsoft.com/office/drawing/2014/main" id="{2864B2EC-9F26-76F8-3B1F-02B782858370}"/>
              </a:ext>
            </a:extLst>
          </p:cNvPr>
          <p:cNvGrpSpPr/>
          <p:nvPr/>
        </p:nvGrpSpPr>
        <p:grpSpPr>
          <a:xfrm>
            <a:off x="4596256" y="2805743"/>
            <a:ext cx="279170" cy="316573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B0EDD854-12A9-AE58-765C-A66DACF2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05A29B90-6C66-76E6-8B27-806CA747C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45070C18-69D6-B7CC-511A-509CE7F63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829" y="2879950"/>
            <a:ext cx="242365" cy="242365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BCC0842A-2A6D-4902-AB24-6C3F4A661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17" y="2477090"/>
            <a:ext cx="278316" cy="27831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18F9F666-9CF4-2BEC-B106-3BA447B8FF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1459" y="2094628"/>
            <a:ext cx="280056" cy="280056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0AACE10F-4C5C-D252-2929-0A58445F2C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1505" y="2487497"/>
            <a:ext cx="273020" cy="27302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AA6CF50-E50E-7835-9392-479C2D5E06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304" y="2893539"/>
            <a:ext cx="248832" cy="248832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97749026-617A-3F1F-B45C-E3D081BC1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637" y="2895630"/>
            <a:ext cx="241609" cy="241609"/>
          </a:xfrm>
          <a:prstGeom prst="rect">
            <a:avLst/>
          </a:prstGeom>
        </p:spPr>
      </p:pic>
      <p:grpSp>
        <p:nvGrpSpPr>
          <p:cNvPr id="207" name="Grupo 206">
            <a:extLst>
              <a:ext uri="{FF2B5EF4-FFF2-40B4-BE49-F238E27FC236}">
                <a16:creationId xmlns:a16="http://schemas.microsoft.com/office/drawing/2014/main" id="{1ACB8F87-9135-BA6D-EF5E-D9084321C87F}"/>
              </a:ext>
            </a:extLst>
          </p:cNvPr>
          <p:cNvGrpSpPr/>
          <p:nvPr/>
        </p:nvGrpSpPr>
        <p:grpSpPr>
          <a:xfrm>
            <a:off x="5828166" y="2078013"/>
            <a:ext cx="280055" cy="290852"/>
            <a:chOff x="5828166" y="2078013"/>
            <a:chExt cx="280055" cy="290852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DC467077-EDA5-FC6F-0E3A-334E88A7C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28166" y="2078013"/>
              <a:ext cx="280055" cy="290852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4481F1AD-4321-81F3-CD4B-F0BDB3F67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11774" y="2085356"/>
              <a:ext cx="82949" cy="95719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BCD5A8B1-187C-240E-B391-C22D30D72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281" y="3265020"/>
            <a:ext cx="255687" cy="255687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FE6301B-4279-7B03-8BF1-F595BE2CD0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076" y="3287444"/>
            <a:ext cx="215350" cy="21535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7E133DC9-2FCF-85F2-7CD9-22DA97D749E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283A5BC3-1306-EE4A-F16D-BBB32CE3D0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499C4F6B-0FA1-44CF-BF95-13C5CE1185D6}"/>
              </a:ext>
            </a:extLst>
          </p:cNvPr>
          <p:cNvGrpSpPr/>
          <p:nvPr/>
        </p:nvGrpSpPr>
        <p:grpSpPr>
          <a:xfrm>
            <a:off x="3310191" y="2082999"/>
            <a:ext cx="275904" cy="267871"/>
            <a:chOff x="3310191" y="2082999"/>
            <a:chExt cx="275904" cy="267871"/>
          </a:xfrm>
        </p:grpSpPr>
        <p:pic>
          <p:nvPicPr>
            <p:cNvPr id="198" name="Imagen 197">
              <a:extLst>
                <a:ext uri="{FF2B5EF4-FFF2-40B4-BE49-F238E27FC236}">
                  <a16:creationId xmlns:a16="http://schemas.microsoft.com/office/drawing/2014/main" id="{3D3E516C-380F-5E33-E1E8-D38A59161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0191" y="2082999"/>
              <a:ext cx="263452" cy="267871"/>
            </a:xfrm>
            <a:prstGeom prst="rect">
              <a:avLst/>
            </a:prstGeom>
          </p:spPr>
        </p:pic>
        <p:pic>
          <p:nvPicPr>
            <p:cNvPr id="199" name="Imagen 198">
              <a:extLst>
                <a:ext uri="{FF2B5EF4-FFF2-40B4-BE49-F238E27FC236}">
                  <a16:creationId xmlns:a16="http://schemas.microsoft.com/office/drawing/2014/main" id="{8C95D9BF-999D-A156-FF3C-75EB519DD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7020" y="2100113"/>
              <a:ext cx="99075" cy="100736"/>
            </a:xfrm>
            <a:prstGeom prst="rect">
              <a:avLst/>
            </a:prstGeom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856C676E-BB4F-A10F-7444-C7473DFA94E2}"/>
              </a:ext>
            </a:extLst>
          </p:cNvPr>
          <p:cNvGrpSpPr/>
          <p:nvPr/>
        </p:nvGrpSpPr>
        <p:grpSpPr>
          <a:xfrm>
            <a:off x="4572453" y="2064118"/>
            <a:ext cx="270209" cy="292583"/>
            <a:chOff x="4572453" y="2064118"/>
            <a:chExt cx="270209" cy="292583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E3F596CC-FDF9-3E87-EB6E-51A0ECCBC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453" y="2064118"/>
              <a:ext cx="270209" cy="292583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8B5A7A43-6CB8-F5E9-84A6-B0FB651A2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62052" y="2105019"/>
              <a:ext cx="74128" cy="89183"/>
            </a:xfrm>
            <a:prstGeom prst="rect">
              <a:avLst/>
            </a:prstGeom>
          </p:spPr>
        </p:pic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538B7025-D3AD-D4D0-DABA-3EDEF9D20A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095" y="2863718"/>
            <a:ext cx="204935" cy="2049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28082B-1019-6DC7-4148-FF11501777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658" y="1995667"/>
            <a:ext cx="284033" cy="2840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12B822-50A0-60CB-4BFB-1A947EC017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095" y="2868484"/>
            <a:ext cx="204935" cy="2049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BB9380A-BF1B-CDCE-B623-F58918CB5B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095" y="2869826"/>
            <a:ext cx="217596" cy="2049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5D5F11C-2404-60C6-C8EC-320795078B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658" y="2001277"/>
            <a:ext cx="278423" cy="2784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7F65E01-B46B-5E51-D141-90F5C3E8411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5902021-97E8-7C62-4AE0-2D5FB51B19EF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DAC0E0A-0B03-C913-6A4A-9A10CDDE6DB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7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0A8A-69C1-685E-8800-E6FD6AC1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075C6B0C-16B6-9401-EB84-8916DB8CB9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C604B0-586F-91AC-CCD7-8460134D6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535503E-936B-4AF8-810D-BD08AF4FD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B872FBE-BF17-D5C4-C246-91AAA8ED4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8A26ED-37EB-C6E2-06BA-50BFF3109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00993B1-B000-7E66-F7B8-87281FDFF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B71B5B2-8FEB-28A8-805E-FF16A5599D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08405B-FD28-D9C7-31D2-E9D0D6FCD1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B2FA31D-8694-5EAC-0AF0-D3A5ADCDE2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6BAE689-C30D-BA48-06F6-8638624E7E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0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E65510F-FD79-CEB5-EF73-68608EB963D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1C3144B-70ED-1EED-E466-E2172C4054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F835820A-7477-25D8-A639-69458F72A7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84B583B6-DE80-6EBB-ED9C-96BDB4F62E33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C8393D00-9F2D-8E9A-31B4-D6E2B568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ED356001-8457-DD9A-FD3E-F2637AD72860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37FFAD8-B545-4AEA-BC79-05B5ADEADC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EB573FCD-2F24-42B6-BC91-81F0D6711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76489497-50A5-73FB-BAED-B175DA5A98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BFDD8C20-BDEE-B739-E251-3F75D2AD6A9B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CB7BA7D1-72A3-B696-1803-4B701CA686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B511E66B-9C0A-2097-2B12-410A86573E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94340013-FAC3-BA8C-FA60-7448A9B5B930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6755E6EE-8653-1941-7C22-96836B8E2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A57A6678-398D-96CF-73EE-AED4BA7246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19D2BB17-D9DC-ADF3-E8F8-E19B1635AB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93678162-1827-CDF2-1AA9-E2844B0DAF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329D3DB3-FFBC-21F5-9D56-0E2EEA1B88DB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187EF2AB-973D-2500-19E0-360DFF66E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3FA47A95-5AF8-FED5-FE72-C27B0EE77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85D7C417-C4F8-46CD-AF7E-6F67FCE4712F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A15C4CE1-9122-173C-35A7-E38FE9ABD0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577A6EA5-15B3-F299-B1E4-341C77EC95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5D329FD9-6261-3C8F-67B5-3B7F8C712138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36BE46B6-7E4A-A9BF-B364-C0EE55B98E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F188CF0-08B1-7B64-725D-B3E66F0F9D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51F5D81A-E27A-3262-FA69-A571BE225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400FEC3B-9E55-7E6D-1BD9-68FFCECB7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89DFC4C9-AE07-FB7F-6A01-EEB4BBCE1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339F4A51-AEB1-7061-7E89-76F852C80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C3CEB8E9-BDF6-32F6-3062-7ECD8DDFC8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6B8D9247-9A0A-72D1-8CF6-D846722F5145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A9F50072-C364-791B-26F2-9FD3A25001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ED4FCAB0-DDE9-0209-1F6A-5549EFA94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E797D6C6-CAE4-9AEC-E34B-D960518CAF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83AC2CF3-E3DE-81F8-79D3-182E7034DA6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6150" y="3164567"/>
            <a:ext cx="899454" cy="138805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522A1E77-BB48-8544-9D29-C7A46B6E39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394E625F-E6E8-2A8C-B139-F0E47176C93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27714" y="2315940"/>
            <a:ext cx="839592" cy="140871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16F9FA9A-98BE-0463-C7AC-989CA21AF2C5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-5428" r="69701" b="1"/>
          <a:stretch/>
        </p:blipFill>
        <p:spPr>
          <a:xfrm>
            <a:off x="5660958" y="5180670"/>
            <a:ext cx="210377" cy="192639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786FA3-91F1-77F4-7A92-881A4F188C3C}"/>
              </a:ext>
            </a:extLst>
          </p:cNvPr>
          <p:cNvGrpSpPr/>
          <p:nvPr/>
        </p:nvGrpSpPr>
        <p:grpSpPr>
          <a:xfrm>
            <a:off x="179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521E86A8-1606-1476-C36D-52327E71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33BD97F6-32EF-A523-EFD9-96F33D021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A24EF09B-2DB2-6F95-F94C-17AB0CC10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9513" y="2464659"/>
            <a:ext cx="273290" cy="273290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0D54BD94-E887-BAD1-1766-A9A5DABC90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0078" y="2083281"/>
            <a:ext cx="271032" cy="27103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99BB7358-360D-6F2C-7D98-EECC7C79C1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2296" y="2480313"/>
            <a:ext cx="259137" cy="259137"/>
          </a:xfrm>
          <a:prstGeom prst="rect">
            <a:avLst/>
          </a:prstGeom>
        </p:spPr>
      </p:pic>
      <p:grpSp>
        <p:nvGrpSpPr>
          <p:cNvPr id="102" name="Grupo 101">
            <a:extLst>
              <a:ext uri="{FF2B5EF4-FFF2-40B4-BE49-F238E27FC236}">
                <a16:creationId xmlns:a16="http://schemas.microsoft.com/office/drawing/2014/main" id="{D2A5E928-D953-4756-4EDA-43FA7DD69F6D}"/>
              </a:ext>
            </a:extLst>
          </p:cNvPr>
          <p:cNvGrpSpPr/>
          <p:nvPr/>
        </p:nvGrpSpPr>
        <p:grpSpPr>
          <a:xfrm>
            <a:off x="2892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FFE044A1-F0B5-419C-FAF9-2FB995BF5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0D07E8C0-F2BE-3C8A-D29F-DFED426C6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028039CD-1AAB-3609-2B85-D95C4797C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4427" y="2463652"/>
            <a:ext cx="279170" cy="279170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22586865-F98F-352B-2455-AEC434C948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3212" y="2082999"/>
            <a:ext cx="268385" cy="268385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430642C5-8BFB-58EF-D281-A8ABEB8404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894" y="2470075"/>
            <a:ext cx="279170" cy="279170"/>
          </a:xfrm>
          <a:prstGeom prst="rect">
            <a:avLst/>
          </a:prstGeom>
        </p:spPr>
      </p:pic>
      <p:grpSp>
        <p:nvGrpSpPr>
          <p:cNvPr id="131" name="Grupo 130">
            <a:extLst>
              <a:ext uri="{FF2B5EF4-FFF2-40B4-BE49-F238E27FC236}">
                <a16:creationId xmlns:a16="http://schemas.microsoft.com/office/drawing/2014/main" id="{6428432D-03D2-728B-D6A7-6898097E6A84}"/>
              </a:ext>
            </a:extLst>
          </p:cNvPr>
          <p:cNvGrpSpPr/>
          <p:nvPr/>
        </p:nvGrpSpPr>
        <p:grpSpPr>
          <a:xfrm>
            <a:off x="4596256" y="2805743"/>
            <a:ext cx="279170" cy="316573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2BD42872-6B4F-E7F9-C363-46F7C8569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F3CE6693-87A3-538A-AC70-1E1DE7D68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0AF28B31-A086-2D49-391F-B2E41ACAF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829" y="2879950"/>
            <a:ext cx="242365" cy="242365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8226AAA8-0EF8-4BE9-F23B-5D8483EC6552}"/>
              </a:ext>
            </a:extLst>
          </p:cNvPr>
          <p:cNvGrpSpPr/>
          <p:nvPr/>
        </p:nvGrpSpPr>
        <p:grpSpPr>
          <a:xfrm>
            <a:off x="6252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B5B74F76-BC8D-8732-211D-73F6E228C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2C2D33F-71DC-133D-A6A9-F74F9A0DE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BA49CC24-F9D4-85B9-90F2-AB9920238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17" y="2477090"/>
            <a:ext cx="278316" cy="27831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AFFE8346-9C99-47CF-B303-8A67D6B9FE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1459" y="2094628"/>
            <a:ext cx="280056" cy="280056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72F57550-B920-F381-39BD-1E98241BBC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1505" y="2487497"/>
            <a:ext cx="273020" cy="27302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D03D086-8110-C041-5447-857C853067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304" y="2893539"/>
            <a:ext cx="248832" cy="248832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3E14BB8A-DE52-FF37-7A72-633A9EDC2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637" y="2895630"/>
            <a:ext cx="241609" cy="241609"/>
          </a:xfrm>
          <a:prstGeom prst="rect">
            <a:avLst/>
          </a:prstGeom>
        </p:spPr>
      </p:pic>
      <p:grpSp>
        <p:nvGrpSpPr>
          <p:cNvPr id="207" name="Grupo 206">
            <a:extLst>
              <a:ext uri="{FF2B5EF4-FFF2-40B4-BE49-F238E27FC236}">
                <a16:creationId xmlns:a16="http://schemas.microsoft.com/office/drawing/2014/main" id="{9517B75A-6421-88CA-5FFC-1BD641CC3FF7}"/>
              </a:ext>
            </a:extLst>
          </p:cNvPr>
          <p:cNvGrpSpPr/>
          <p:nvPr/>
        </p:nvGrpSpPr>
        <p:grpSpPr>
          <a:xfrm>
            <a:off x="5828166" y="2078013"/>
            <a:ext cx="280055" cy="290852"/>
            <a:chOff x="5828166" y="2078013"/>
            <a:chExt cx="280055" cy="290852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91BE4EDC-8196-14F3-4721-095D83B57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28166" y="2078013"/>
              <a:ext cx="280055" cy="290852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AE1A59C5-D792-2C74-B3B0-3F30AA357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11774" y="2085356"/>
              <a:ext cx="82949" cy="95719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FD3A6782-2926-5C17-EDFA-45A9DA408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281" y="3265020"/>
            <a:ext cx="255687" cy="255687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13DA2A9-BA0F-5353-A297-7AA5559C15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076" y="3287444"/>
            <a:ext cx="215350" cy="21535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F5C3C0CB-8909-FE0B-8D62-6E3AF5878B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1E25C6F8-CC14-EE5C-2268-976B582D6EA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735B3E10-FAF6-B8FE-A3EF-A5DB0AA13F34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1589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133234C2-8CAD-699E-DFC5-FCBB33942C56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4302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4350328-3329-E928-F1D8-A1F1E00E255E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5007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0F99BF86-F821-B941-E568-C61F326F1066}"/>
              </a:ext>
            </a:extLst>
          </p:cNvPr>
          <p:cNvGrpSpPr/>
          <p:nvPr/>
        </p:nvGrpSpPr>
        <p:grpSpPr>
          <a:xfrm>
            <a:off x="3310191" y="2082999"/>
            <a:ext cx="275904" cy="267871"/>
            <a:chOff x="3310191" y="2082999"/>
            <a:chExt cx="275904" cy="267871"/>
          </a:xfrm>
        </p:grpSpPr>
        <p:pic>
          <p:nvPicPr>
            <p:cNvPr id="198" name="Imagen 197">
              <a:extLst>
                <a:ext uri="{FF2B5EF4-FFF2-40B4-BE49-F238E27FC236}">
                  <a16:creationId xmlns:a16="http://schemas.microsoft.com/office/drawing/2014/main" id="{6512ACD4-140A-1BA4-4827-CAC0D52D5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0191" y="2082999"/>
              <a:ext cx="263452" cy="267871"/>
            </a:xfrm>
            <a:prstGeom prst="rect">
              <a:avLst/>
            </a:prstGeom>
          </p:spPr>
        </p:pic>
        <p:pic>
          <p:nvPicPr>
            <p:cNvPr id="199" name="Imagen 198">
              <a:extLst>
                <a:ext uri="{FF2B5EF4-FFF2-40B4-BE49-F238E27FC236}">
                  <a16:creationId xmlns:a16="http://schemas.microsoft.com/office/drawing/2014/main" id="{AB833B0E-4E54-D444-D5E3-84C18FDD6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7020" y="2100113"/>
              <a:ext cx="99075" cy="100736"/>
            </a:xfrm>
            <a:prstGeom prst="rect">
              <a:avLst/>
            </a:prstGeom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EE32C8C2-BDD3-3A7A-1EB6-DDA36340659E}"/>
              </a:ext>
            </a:extLst>
          </p:cNvPr>
          <p:cNvGrpSpPr/>
          <p:nvPr/>
        </p:nvGrpSpPr>
        <p:grpSpPr>
          <a:xfrm>
            <a:off x="4572453" y="2064118"/>
            <a:ext cx="270209" cy="292583"/>
            <a:chOff x="4572453" y="2064118"/>
            <a:chExt cx="270209" cy="292583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5354DB32-5A6B-E933-E2A7-7D732D923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453" y="2064118"/>
              <a:ext cx="270209" cy="292583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FBF1CED3-16CB-B0EF-985A-1FFF51E5B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62052" y="2105019"/>
              <a:ext cx="74128" cy="89183"/>
            </a:xfrm>
            <a:prstGeom prst="rect">
              <a:avLst/>
            </a:prstGeom>
          </p:spPr>
        </p:pic>
      </p:grpSp>
      <p:pic>
        <p:nvPicPr>
          <p:cNvPr id="208" name="Imagen 207">
            <a:extLst>
              <a:ext uri="{FF2B5EF4-FFF2-40B4-BE49-F238E27FC236}">
                <a16:creationId xmlns:a16="http://schemas.microsoft.com/office/drawing/2014/main" id="{9D3FE62D-79CC-9F1C-B84D-A7E56D958DF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35025" t="-5429" r="34675" b="-8509"/>
          <a:stretch/>
        </p:blipFill>
        <p:spPr>
          <a:xfrm>
            <a:off x="5904148" y="5180670"/>
            <a:ext cx="210377" cy="208183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0A6A2AAB-67CF-4505-562D-1AA2F6FEB0B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71323" t="-5429"/>
          <a:stretch/>
        </p:blipFill>
        <p:spPr>
          <a:xfrm>
            <a:off x="6156176" y="5178916"/>
            <a:ext cx="199117" cy="19263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0F0A130-D868-2EDC-CD94-2970FB3120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095" y="2863718"/>
            <a:ext cx="204935" cy="2049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CB3C0FF-9A0C-AF7F-E320-208E76E9DE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658" y="1995667"/>
            <a:ext cx="284033" cy="2840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6F62DC-5A4D-665F-46C5-231428714D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095" y="2868484"/>
            <a:ext cx="204935" cy="2049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C689926-1FE5-7E46-6EC1-B23E3357EE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095" y="2869826"/>
            <a:ext cx="217596" cy="2049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39BBF3-90FA-B8AD-EED5-5BCC8231E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2658" y="2001277"/>
            <a:ext cx="278423" cy="2784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1C3730-E441-AF5C-4F45-7D035C31DAC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C521CC-064F-D8E8-DE48-431D06A6C9BE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2E6A597-18C5-28C7-EB38-611CBCADEEE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5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750"/>
    </mc:Choice>
    <mc:Fallback xmlns="">
      <p:transition advTm="2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BE363-7CAF-910A-578C-6C722D3D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D7768C87-0E16-14D1-8B36-548F7DD1C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244E16-7080-FB27-667F-494C04A95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0DFAD0D-DE07-800F-104F-3BDEA5AA0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B569C75-15E0-6820-FC48-82DB4DE51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7279947-2A8F-0437-7946-4760C5AB2B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FF297C7-64FC-A2C1-EBB5-4A6A27D3B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6B7E592-B238-5E96-0FD8-FB05503A4D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4420D0-8A9A-4F68-75E7-2C5FD1474E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270BE2A-D7B8-CA6C-5919-7DED7AAFE1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D250842-911E-7430-E16E-5AA07F0095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0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01AB78E-7395-DDE8-C01A-728AABCBE5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28C002A-B687-FDCC-3CF4-D50CE74F75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529F71A4-B4A3-7005-52E8-CED84ECDB8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1E163C2D-22DB-A850-45CD-A4BFCCEC96B6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2C923A27-EB45-A8A8-0197-CFE9518FC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C825A8E8-1758-BD1E-14E6-ADBDBEFCF2A8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C7DD250-5C05-3940-32E3-42E388D84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20625E72-0BAA-EDF7-377A-C3FCF3590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F941E120-1D41-9F0B-6212-A49D7A95B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1941641C-7EE3-1D3F-F138-1B3BEE25FD65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710E3D77-E515-A0B8-E62A-669A1EA827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3C647D1F-B8AE-D276-AB63-7E09F2B74E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6BB53EFF-B373-23CA-E9A1-002E59D20B19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C3707097-636E-E6A7-8D3C-19F556137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574DD659-E706-8EE2-7542-EDA2D7FDF9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6BF4416B-6C76-D6C9-B32C-C346FCAC3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BA89EAC2-1CA9-11BC-2420-67D76321B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05DEC5B5-217E-AD8A-C029-E8738E3F500C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4DE53844-7EFF-8698-5EA3-F0E84DDB90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61560BA4-0E23-CA7E-F13A-D7C6BD80D3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92AE1505-9340-1D5D-8B17-1E429BF5ED0E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FFA2D2BF-FE17-2498-64D7-DD61B04BC2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C6724143-B6C9-0914-5AE9-DB6687D90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964622E0-B1B5-00CA-C3A6-DEE59E382855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88C326E8-B75A-D6D8-4316-6F637EDA7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790277F4-5DC2-7CE5-2C42-59908A51D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E2557D3B-4074-D9F8-05F4-E7D800EAD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31C6A649-6C6A-2C05-7D77-16EC7DB60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AE18121E-86D0-967E-4D50-2C29F030D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EC2DA64D-77E3-DED5-0419-EC8DA53B8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5BF9A6C1-111F-FF0D-A784-2E0B35C5A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37763A80-83E3-836B-91E4-85DD49AA10ED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DD0C205A-95B5-AC0C-A288-F77EB3D13A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F06E21DC-15B6-A331-2770-461F8A81E4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67E6AE1C-CD62-9036-76C3-23822E0FD0D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70C6DFFB-E172-17D1-DBBE-69D1C75B4C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6150" y="3164567"/>
            <a:ext cx="899454" cy="138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383E1E33-BAA5-8FA2-E3E2-EA7D315E2D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8013" y="2878313"/>
            <a:ext cx="204934" cy="204934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2EADB8A8-DF9B-1EFC-4BA5-B9E8FE08F1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0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6CBD1EC3-346F-BD08-3959-06CFF9C7F2F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27714" y="2315940"/>
            <a:ext cx="839592" cy="14087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EF672379-E60A-FAB7-621E-E418DAA0EC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9633" y="1993146"/>
            <a:ext cx="280141" cy="280141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0F7780D-2131-268C-63A4-5270F049B463}"/>
              </a:ext>
            </a:extLst>
          </p:cNvPr>
          <p:cNvGrpSpPr/>
          <p:nvPr/>
        </p:nvGrpSpPr>
        <p:grpSpPr>
          <a:xfrm>
            <a:off x="179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A3F617A0-64DA-CA74-BC02-5FC54A9C4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87004BE1-0B4A-B3EA-7626-D9F89E7EB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91C85856-EB96-B18E-D4BD-028FADDF90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447" y="4853524"/>
            <a:ext cx="327996" cy="327996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68523C15-FBD1-0275-F247-347592EA0E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847" y="4883022"/>
            <a:ext cx="320162" cy="32016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0CAA1B08-AFFF-1797-7A64-70F57E66FB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9145" y="4883022"/>
            <a:ext cx="320162" cy="320162"/>
          </a:xfrm>
          <a:prstGeom prst="rect">
            <a:avLst/>
          </a:prstGeom>
        </p:spPr>
      </p:pic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AA41D8C-A984-DE07-3195-27B8519CBBF8}"/>
              </a:ext>
            </a:extLst>
          </p:cNvPr>
          <p:cNvGrpSpPr/>
          <p:nvPr/>
        </p:nvGrpSpPr>
        <p:grpSpPr>
          <a:xfrm>
            <a:off x="596084" y="4905728"/>
            <a:ext cx="294562" cy="294562"/>
            <a:chOff x="497018" y="4873520"/>
            <a:chExt cx="294562" cy="294562"/>
          </a:xfrm>
        </p:grpSpPr>
        <p:pic>
          <p:nvPicPr>
            <p:cNvPr id="122" name="Imagen 121">
              <a:extLst>
                <a:ext uri="{FF2B5EF4-FFF2-40B4-BE49-F238E27FC236}">
                  <a16:creationId xmlns:a16="http://schemas.microsoft.com/office/drawing/2014/main" id="{9F2844B1-2772-9A22-E738-4088871A5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23" name="Imagen 122">
              <a:extLst>
                <a:ext uri="{FF2B5EF4-FFF2-40B4-BE49-F238E27FC236}">
                  <a16:creationId xmlns:a16="http://schemas.microsoft.com/office/drawing/2014/main" id="{9C16BBB8-DCF3-0A54-11B2-C54400811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6D12190-1BF4-3CA7-B37D-8824002CD23B}"/>
              </a:ext>
            </a:extLst>
          </p:cNvPr>
          <p:cNvGrpSpPr/>
          <p:nvPr/>
        </p:nvGrpSpPr>
        <p:grpSpPr>
          <a:xfrm>
            <a:off x="2892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54BA24BA-2AF7-98E9-6682-F32E8CC5F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B3C5DC87-D52B-B4D0-CE2A-601AF37AE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A482E817-30AE-EEB6-5923-7234347A0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192" y="4848564"/>
            <a:ext cx="327996" cy="32799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F492127B-4340-D068-00BF-9A923466BE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1592" y="4878062"/>
            <a:ext cx="320162" cy="32016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94C854A3-91AB-4F0F-DC7B-AE68DE7550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1890" y="4878062"/>
            <a:ext cx="320162" cy="320162"/>
          </a:xfrm>
          <a:prstGeom prst="rect">
            <a:avLst/>
          </a:prstGeom>
        </p:spPr>
      </p:pic>
      <p:grpSp>
        <p:nvGrpSpPr>
          <p:cNvPr id="119" name="Grupo 118">
            <a:extLst>
              <a:ext uri="{FF2B5EF4-FFF2-40B4-BE49-F238E27FC236}">
                <a16:creationId xmlns:a16="http://schemas.microsoft.com/office/drawing/2014/main" id="{48D329BE-086D-9932-1BA5-B2E901C0C1CC}"/>
              </a:ext>
            </a:extLst>
          </p:cNvPr>
          <p:cNvGrpSpPr/>
          <p:nvPr/>
        </p:nvGrpSpPr>
        <p:grpSpPr>
          <a:xfrm>
            <a:off x="3320416" y="4903259"/>
            <a:ext cx="300068" cy="300068"/>
            <a:chOff x="3678209" y="4702103"/>
            <a:chExt cx="300068" cy="300068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69C17A97-87D5-4D93-E7B5-94E3AB65D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5B47EAC8-11EC-D508-22EE-AC62DF5E5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245715FE-6250-7349-7BC5-A604A738107C}"/>
              </a:ext>
            </a:extLst>
          </p:cNvPr>
          <p:cNvGrpSpPr/>
          <p:nvPr/>
        </p:nvGrpSpPr>
        <p:grpSpPr>
          <a:xfrm>
            <a:off x="3705464" y="5337618"/>
            <a:ext cx="285755" cy="317675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FB111ACC-FF06-6E45-0BBA-158C21DD9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890597ED-FB64-6CBF-46E8-F93ED8C48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8EA29252-BF29-623E-8D44-CF9EF4E3C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060" y="5382848"/>
            <a:ext cx="294780" cy="29478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3BC6D99B-624A-9147-C001-35A7973EA4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2791" y="4890888"/>
            <a:ext cx="273521" cy="273521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EA17F798-22F1-BE2C-3C91-4B183AA30DB6}"/>
              </a:ext>
            </a:extLst>
          </p:cNvPr>
          <p:cNvGrpSpPr/>
          <p:nvPr/>
        </p:nvGrpSpPr>
        <p:grpSpPr>
          <a:xfrm>
            <a:off x="6252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E69728B4-E93C-3DDE-B3FF-033F42FFD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706487C-C231-6B2A-D5AF-F4C62B511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5E27AFCA-C0A4-E959-411F-915677E85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200" y="4848564"/>
            <a:ext cx="327996" cy="32799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D5BBF922-B0D2-866F-5C6B-464322C22A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1600" y="4878062"/>
            <a:ext cx="320162" cy="320162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AF556874-8E06-B7BC-4413-AE36C46A24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1898" y="4878062"/>
            <a:ext cx="320162" cy="320162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18D364EB-4FED-633C-AB21-7DF063DD2F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65472" y="5401293"/>
            <a:ext cx="254000" cy="2540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659EB8A4-3FEF-9D97-AB9A-05DE6A76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068" y="5382848"/>
            <a:ext cx="294780" cy="294780"/>
          </a:xfrm>
          <a:prstGeom prst="rect">
            <a:avLst/>
          </a:prstGeom>
        </p:spPr>
      </p:pic>
      <p:grpSp>
        <p:nvGrpSpPr>
          <p:cNvPr id="155" name="Grupo 154">
            <a:extLst>
              <a:ext uri="{FF2B5EF4-FFF2-40B4-BE49-F238E27FC236}">
                <a16:creationId xmlns:a16="http://schemas.microsoft.com/office/drawing/2014/main" id="{6B87B593-EDAB-12E1-D5CB-8EA577C91FA7}"/>
              </a:ext>
            </a:extLst>
          </p:cNvPr>
          <p:cNvGrpSpPr/>
          <p:nvPr/>
        </p:nvGrpSpPr>
        <p:grpSpPr>
          <a:xfrm>
            <a:off x="6687898" y="4914725"/>
            <a:ext cx="300068" cy="301854"/>
            <a:chOff x="6785945" y="4956058"/>
            <a:chExt cx="300068" cy="301860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08573031-1622-B546-4D9D-156667032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91DDBAD6-F52B-910C-FC76-4F67ACD38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B994E2C0-F9D4-0517-9D6B-FDA58A2C5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808" y="5363414"/>
            <a:ext cx="294780" cy="29478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213C2D67-3FBA-562F-407A-D696C80041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1840" y="5401294"/>
            <a:ext cx="253999" cy="253999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1534924F-603E-3204-7ED9-EDAF706E11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6468" y="4901015"/>
            <a:ext cx="273521" cy="27352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A57D513A-E138-E0B4-7AF9-39576ABCF9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8105" y="5367382"/>
            <a:ext cx="310246" cy="310246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EE2B8247-AFD8-DB49-7F5A-B10D830116C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579A56A6-D27C-4958-BB49-D024074460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9B8395E0-A5FA-6667-859B-BC462CAA14BC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1589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3D37744E-ADA0-BA79-2AE3-000A6BCC28D0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4302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8BD0A7A7-F82A-2328-D05C-4263063D9A59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5007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E3817E6-E695-11A7-CC67-70FEF014A19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-5428" r="69701" b="1"/>
          <a:stretch/>
        </p:blipFill>
        <p:spPr>
          <a:xfrm>
            <a:off x="5660958" y="5180670"/>
            <a:ext cx="210377" cy="1926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E45485-3C1D-B15A-CE78-05562C999FC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35025" t="-5429" r="34675" b="-8509"/>
          <a:stretch/>
        </p:blipFill>
        <p:spPr>
          <a:xfrm>
            <a:off x="5904148" y="5180670"/>
            <a:ext cx="210377" cy="2081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30CE103-3C17-4180-A9F0-37E598271404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71323" t="-5429"/>
          <a:stretch/>
        </p:blipFill>
        <p:spPr>
          <a:xfrm>
            <a:off x="6156176" y="5178916"/>
            <a:ext cx="199117" cy="192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F5DB8BB-E099-2E95-23CF-CB701E42406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8729" y="1315372"/>
            <a:ext cx="1059692" cy="98489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821C7C0-4F84-5D18-0777-5FF7D1E5C39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2672" y="1304377"/>
            <a:ext cx="1059693" cy="98489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7EE0B8-DC83-3FEF-2283-C811A8F128B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D8CEC7C-15B2-2956-D63D-7BE8C237E217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FCD9AD0-5D1F-5255-33DA-5A6BDEC1D61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47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FE6F-5770-43A4-AAEE-F0F11CD7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FCAD3D5-244B-47C9-088B-D27A681BA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64" y="1459277"/>
            <a:ext cx="1059692" cy="9848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1251956-F666-F3A7-EB46-C5938512A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151" y="1462298"/>
            <a:ext cx="1059692" cy="984890"/>
          </a:xfrm>
          <a:prstGeom prst="rect">
            <a:avLst/>
          </a:prstGeom>
        </p:spPr>
      </p:pic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C4E3A3BA-F838-4407-5BD7-4C295720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F109B0-131E-4E78-4501-3F9518CC4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6B42523-7006-80B2-C444-3118E1575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4065227-B4AC-2441-1102-94684054B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67E5DC3-5FE2-2344-F190-01ADE9E3B1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FEDF66F-8D73-D0A6-2D8E-32CAC0BDF8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6A32D26-ED9C-FF5A-AA4D-22149BC25D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5D3E266-5BE8-0F76-DAE5-3E607BC7FA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8264BBC-9C89-F9CC-41DE-EB9C0569DC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B21D700-CB8C-2EEB-C89B-E4C7540249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90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E459BD5-3219-B7D3-0239-BD082E86E1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A0FE7E3-6C67-76BF-53E8-DD8527E2AD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05D82EB-5409-EB8A-E4E0-A0E9A4C1C6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79275880-CB10-694E-4D4F-E6C7B0665E90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A068B170-713C-4DA2-864F-B4DEF7212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E74BC8A0-52B2-91BD-E1C3-4C8223199BE9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B408B0B0-A4C6-FFAB-9EF8-2EBC09F6C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9174382F-AAD6-7B46-5579-D658472FC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841E607D-35CD-E719-92EE-FCB933275F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E76483B3-E2FB-9ECF-B0B5-A56E1375B436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A0E8E16D-08FB-89A0-F092-5BD472FF3B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CB0160A1-8B02-83F9-8E5F-13BCAFFA7A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58B0F94B-6FED-7830-4198-665C65A3A45E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1070412-69E3-9476-DDC9-F3ED512155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470FF917-FEAA-8959-D64D-B2558353FE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84CB374F-8DA3-A65E-6D9B-19A0F2C84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98024D3D-3CF8-7F07-0FE9-45702B8262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C0CED85F-635B-F778-09B9-53D57C930341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A45326F5-4568-2C1B-4AAD-AF9850BE2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BBC946CC-8FB4-E156-ECED-60E43916D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CE7D7DD5-07BD-63BC-3FF8-CDDBB08096BF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35C64752-9BDB-4C34-5409-0B93CDF2E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9D66B810-4FE7-FDE8-BADC-0E1AFC5318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42219D7B-1643-C11B-E715-710AA9DA75E9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D08C2F45-4399-AF36-A635-04BE20DC5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377AAE5-4AFB-FB8A-8F3E-C67AEB5B5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73F1B043-1E37-B277-6F53-BFAD519CF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81D87E08-A336-4D3D-C8FD-AE95791B3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2A92573A-1CAB-B961-FD32-4D272EA1B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E687893F-82C3-C7F1-27DB-F4B1A4690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763CAF69-7051-D94E-32AF-76D3B0B30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A62A8726-CC0C-00B4-48B9-6C9778DD1D3B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028E5E3F-067E-43B6-56E8-EC2E143528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9834799F-86A2-C3C3-739A-DE71844F0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8A8942E0-2E5A-14F4-8B2F-1CF7F971A6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50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D246DD0D-29E5-2C2F-1E43-09DEB56AB50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6150" y="3164567"/>
            <a:ext cx="899454" cy="138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A32D8247-C770-EDCF-7108-7DC269BAFF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8013" y="2878313"/>
            <a:ext cx="204934" cy="204934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47BF92C5-E08E-714E-DC51-A7AE7B598E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50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3B6DFDEB-B236-C561-2C34-F3ACFCE847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27714" y="2315940"/>
            <a:ext cx="839592" cy="14087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C673E7E-E5FA-DD23-E7CE-1D4875BCE2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9633" y="1993146"/>
            <a:ext cx="280141" cy="280141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FC97892E-BA17-AA3D-A007-0B7915D31BEF}"/>
              </a:ext>
            </a:extLst>
          </p:cNvPr>
          <p:cNvGrpSpPr/>
          <p:nvPr/>
        </p:nvGrpSpPr>
        <p:grpSpPr>
          <a:xfrm>
            <a:off x="179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CE1E8F66-C2B6-7CE8-EB04-20DA30537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C7E74064-74CA-BD03-3720-3AD3682F9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0D5551E4-BEF1-73D7-9355-C3211BCF3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6447" y="4853524"/>
            <a:ext cx="327996" cy="327996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1E1DFD90-8156-F167-D950-9825AA7573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847" y="4883022"/>
            <a:ext cx="320162" cy="32016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5CF39E61-4376-3A25-BD15-1C91AA60E1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9145" y="4883022"/>
            <a:ext cx="320162" cy="320162"/>
          </a:xfrm>
          <a:prstGeom prst="rect">
            <a:avLst/>
          </a:prstGeom>
        </p:spPr>
      </p:pic>
      <p:grpSp>
        <p:nvGrpSpPr>
          <p:cNvPr id="126" name="Grupo 125">
            <a:extLst>
              <a:ext uri="{FF2B5EF4-FFF2-40B4-BE49-F238E27FC236}">
                <a16:creationId xmlns:a16="http://schemas.microsoft.com/office/drawing/2014/main" id="{B48D6A54-F42B-6CF4-F3EA-EBD95CEC39AE}"/>
              </a:ext>
            </a:extLst>
          </p:cNvPr>
          <p:cNvGrpSpPr/>
          <p:nvPr/>
        </p:nvGrpSpPr>
        <p:grpSpPr>
          <a:xfrm>
            <a:off x="596084" y="4905728"/>
            <a:ext cx="294562" cy="294562"/>
            <a:chOff x="497018" y="4873520"/>
            <a:chExt cx="294562" cy="294562"/>
          </a:xfrm>
        </p:grpSpPr>
        <p:pic>
          <p:nvPicPr>
            <p:cNvPr id="122" name="Imagen 121">
              <a:extLst>
                <a:ext uri="{FF2B5EF4-FFF2-40B4-BE49-F238E27FC236}">
                  <a16:creationId xmlns:a16="http://schemas.microsoft.com/office/drawing/2014/main" id="{D87ADE8E-A5EE-29F0-0FE8-C1A635DB0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23" name="Imagen 122">
              <a:extLst>
                <a:ext uri="{FF2B5EF4-FFF2-40B4-BE49-F238E27FC236}">
                  <a16:creationId xmlns:a16="http://schemas.microsoft.com/office/drawing/2014/main" id="{8C34E331-92ED-C517-B314-04C7AE8E9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64CDDEAA-AD47-B341-3FD4-09DFADA40823}"/>
              </a:ext>
            </a:extLst>
          </p:cNvPr>
          <p:cNvGrpSpPr/>
          <p:nvPr/>
        </p:nvGrpSpPr>
        <p:grpSpPr>
          <a:xfrm>
            <a:off x="2892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D2DFF92B-0C87-0705-F3AE-F98F6EF99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86D1FA22-7BE7-16C0-5DFD-03362CCF3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BDD88BA7-1A07-1325-5F41-23654FFE28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192" y="4848564"/>
            <a:ext cx="327996" cy="32799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FEC7B744-0B3B-854F-EB70-53B77F74C1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1592" y="4878062"/>
            <a:ext cx="320162" cy="32016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3BABD429-BB36-C157-96C8-ED713E73C8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1890" y="4878062"/>
            <a:ext cx="320162" cy="320162"/>
          </a:xfrm>
          <a:prstGeom prst="rect">
            <a:avLst/>
          </a:prstGeom>
        </p:spPr>
      </p:pic>
      <p:grpSp>
        <p:nvGrpSpPr>
          <p:cNvPr id="119" name="Grupo 118">
            <a:extLst>
              <a:ext uri="{FF2B5EF4-FFF2-40B4-BE49-F238E27FC236}">
                <a16:creationId xmlns:a16="http://schemas.microsoft.com/office/drawing/2014/main" id="{5EE19D86-B5CA-4FBE-24CB-6646B4927FA7}"/>
              </a:ext>
            </a:extLst>
          </p:cNvPr>
          <p:cNvGrpSpPr/>
          <p:nvPr/>
        </p:nvGrpSpPr>
        <p:grpSpPr>
          <a:xfrm>
            <a:off x="3320416" y="4903259"/>
            <a:ext cx="300068" cy="300068"/>
            <a:chOff x="3678209" y="4702103"/>
            <a:chExt cx="300068" cy="300068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2D0C91AC-AFE3-6284-79AF-1C89EFF53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D3A2F78A-A055-40F3-0585-B641F8BB8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86BE2E45-303B-5F53-38BB-35D51683FDA3}"/>
              </a:ext>
            </a:extLst>
          </p:cNvPr>
          <p:cNvGrpSpPr/>
          <p:nvPr/>
        </p:nvGrpSpPr>
        <p:grpSpPr>
          <a:xfrm>
            <a:off x="3705464" y="5337618"/>
            <a:ext cx="285755" cy="317675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D13079B8-A529-41C6-7511-E2C17D273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2DF297CA-4F2C-772B-451D-A564286FB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7B1F33F3-340B-7757-E279-7943CE962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3060" y="5382848"/>
            <a:ext cx="294780" cy="29478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E771E28D-52FE-674F-CBF1-205C26705F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2791" y="4890888"/>
            <a:ext cx="273521" cy="273521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AEE1D80D-461E-0EEA-1DED-10993ACB8E35}"/>
              </a:ext>
            </a:extLst>
          </p:cNvPr>
          <p:cNvGrpSpPr/>
          <p:nvPr/>
        </p:nvGrpSpPr>
        <p:grpSpPr>
          <a:xfrm>
            <a:off x="6252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9A44C7A5-9135-271A-3B6C-F2E74A26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39A41E59-CE51-ED27-A9F5-1F19D42A9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BFA4481A-8F3B-0315-1450-CF20539402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200" y="4848564"/>
            <a:ext cx="327996" cy="32799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8855C34D-97D4-67CB-ABD5-8C5AD037ED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1600" y="4878062"/>
            <a:ext cx="320162" cy="320162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93436298-87E8-E69E-8D82-8B808D785A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01898" y="4878062"/>
            <a:ext cx="320162" cy="320162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2F32B66F-9A0A-834E-2D2B-031BEC1E72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65472" y="5401293"/>
            <a:ext cx="254000" cy="2540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1E40A646-7D7E-9AAA-3F3D-C3922879B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068" y="5382848"/>
            <a:ext cx="294780" cy="294780"/>
          </a:xfrm>
          <a:prstGeom prst="rect">
            <a:avLst/>
          </a:prstGeom>
        </p:spPr>
      </p:pic>
      <p:grpSp>
        <p:nvGrpSpPr>
          <p:cNvPr id="155" name="Grupo 154">
            <a:extLst>
              <a:ext uri="{FF2B5EF4-FFF2-40B4-BE49-F238E27FC236}">
                <a16:creationId xmlns:a16="http://schemas.microsoft.com/office/drawing/2014/main" id="{DD1F078B-ACD0-A486-90AA-DC3EA64FC41D}"/>
              </a:ext>
            </a:extLst>
          </p:cNvPr>
          <p:cNvGrpSpPr/>
          <p:nvPr/>
        </p:nvGrpSpPr>
        <p:grpSpPr>
          <a:xfrm>
            <a:off x="6687898" y="4914725"/>
            <a:ext cx="300068" cy="301854"/>
            <a:chOff x="6785945" y="4956064"/>
            <a:chExt cx="300068" cy="301854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B108859B-C46B-D127-25DF-2A77E4D98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3201CC42-D8AC-FF19-BA9E-D9D2E14C8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798D95CC-FA06-F5BA-8D62-048D28C1D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808" y="5363414"/>
            <a:ext cx="294780" cy="29478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7DA873EE-CE7A-791C-F944-02B563C4CD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1840" y="5401294"/>
            <a:ext cx="253999" cy="253999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A26367A4-458D-2A64-823E-BBC31AAE9E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468" y="4901015"/>
            <a:ext cx="273521" cy="27352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60DB26EA-35CA-CC5A-93E4-58CDDFF389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8105" y="5367382"/>
            <a:ext cx="310246" cy="310246"/>
          </a:xfrm>
          <a:prstGeom prst="rect">
            <a:avLst/>
          </a:prstGeom>
        </p:spPr>
      </p:pic>
      <p:pic>
        <p:nvPicPr>
          <p:cNvPr id="93" name="Imagen 92">
            <a:extLst>
              <a:ext uri="{FF2B5EF4-FFF2-40B4-BE49-F238E27FC236}">
                <a16:creationId xmlns:a16="http://schemas.microsoft.com/office/drawing/2014/main" id="{A8D3B8DC-7633-C470-AD74-0FAF48903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76" y="1459363"/>
            <a:ext cx="1059692" cy="984890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2388A8C3-4498-3175-EAD6-21DB281AB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151" y="1462298"/>
            <a:ext cx="1059692" cy="98489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9FE15F53-2796-8F64-11ED-9EA4176D429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E550BAD9-E1BE-D1D5-ED5B-98B754937CD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963F91AA-416D-39A8-66A5-4C985074DC6A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1589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28DC9E17-61BE-E065-AC67-0C55DFFB2FF8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4302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5F1E7611-586F-FEAF-99A5-0EA24B869926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5007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05DF6A9-8F6D-F32C-2335-C5B1621E0341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-5428" r="69701" b="1"/>
          <a:stretch/>
        </p:blipFill>
        <p:spPr>
          <a:xfrm>
            <a:off x="5660958" y="5180670"/>
            <a:ext cx="210377" cy="1926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CA8A712-984F-37BA-DE14-C5F36D1E411B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35025" t="-5429" r="34675" b="-8509"/>
          <a:stretch/>
        </p:blipFill>
        <p:spPr>
          <a:xfrm>
            <a:off x="5904148" y="5180670"/>
            <a:ext cx="210377" cy="20818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19BAD2A-6DD8-25F9-2174-FFB89A6323DB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71323" t="-5429"/>
          <a:stretch/>
        </p:blipFill>
        <p:spPr>
          <a:xfrm>
            <a:off x="6156176" y="5178916"/>
            <a:ext cx="199117" cy="1926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887D24B-F642-AD02-E2BB-68A68FEBAFB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C9C685B-252D-7FC0-7847-756F993CD0A6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60BA27-3D9D-4BA2-5407-B50C14BDCD3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73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0012-E78B-152E-1FD3-A7595D2C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737FF5D7-6D14-B770-8505-BE3ED5DCA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64" y="1459277"/>
            <a:ext cx="1059692" cy="9848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286682-01BB-E02F-17A0-2314967CD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151" y="1462298"/>
            <a:ext cx="1059692" cy="984890"/>
          </a:xfrm>
          <a:prstGeom prst="rect">
            <a:avLst/>
          </a:prstGeom>
        </p:spPr>
      </p:pic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E3FDACB8-2035-7AF7-10F9-D8F45C4E7A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DB7C9D-C616-850E-FDF4-AF1A65B20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CCAB247-477F-692F-0140-FE61C12F3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3F45228-7D0E-8F24-EE35-36DA99528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7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49A71CE-12F5-828C-2748-230D72B4C0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7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AC9E397-462F-9960-704F-4CF0FEB646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3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10A238F-F772-FF57-D9CF-99ADC8BDDF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0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66C7A2A-FF47-9248-FFB2-42F1212AF4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4D71CB4-1262-B928-F559-34BFAB4C1B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8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34FA86-D082-1078-E5F2-52AA06C6DE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90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ADA8E54D-A0A7-30A5-6A00-FAE9D6D5D5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01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1047C4C-7373-A641-B6F5-8991148F2B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0492F14-C6AA-1703-DD6F-091D004A7E2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00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08BD8914-76D7-8425-1CEB-A709786668BA}"/>
              </a:ext>
            </a:extLst>
          </p:cNvPr>
          <p:cNvGrpSpPr/>
          <p:nvPr/>
        </p:nvGrpSpPr>
        <p:grpSpPr>
          <a:xfrm>
            <a:off x="3134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19D75E72-487B-52F5-3A76-5FAA54C12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D721BF37-CF25-2D4C-D139-96E0C0BEBD04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F6A230F-65E0-89E7-BE7B-0E9C74067C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3EE68667-5C16-E589-9146-C2E036A1B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D138C04C-A32E-DCF4-837D-0F44A90F9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DD041BC9-D381-AD9E-3D4C-5766603B4B18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928BF2A9-D67E-AC65-3B99-8BF0A1568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ED808B72-12EE-AE3C-774D-B15F2B7DF4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0E364A20-973D-7A29-52F8-7F293F215518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79128135-3B61-A6AB-4E61-2FF97B117D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BED106D7-1066-1D50-5CD5-E6FB9ADD4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254C9494-EC04-FCAF-E754-5D40FB0C1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8A2DD9EB-5AA7-6216-2D35-B727EBE97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C0D77AE0-9C0A-62A4-B930-FD4426C897CB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35836763-6D2D-C651-0C85-270D6D8AC0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2B70F838-504C-B507-1818-F3617BF85A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A1BE44AF-EC07-A39A-8DFD-3DE3029CDC6B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4D5212D8-DC70-ECEA-C6E3-D03F491CAF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5BE69257-02AD-5860-638F-CA39C4356E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4D654E54-A0E4-4413-1E58-789122F7E707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FD4AA6AB-F000-C4AA-87D4-CD21BE9F1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6E825F58-EAF3-3365-DA08-AE199AA73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61435C94-979F-1D5C-35F6-C737454E7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A4D84570-5AAD-C946-3B5A-EAD3D36C9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416B2307-D46F-C175-E902-35688DA0C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3B20B81C-EF2E-7B9B-80AB-4DADD2771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810137DB-93A2-17E1-360A-27B723C6B2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F36D45B1-3A65-C01E-6288-4704A306DFBA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867BD1C2-21F1-2F7A-4C67-32E482071E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E2E4DEA9-577E-CEEF-2A5D-03EE83170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64C872AA-C7D3-D76F-C6EC-A6D2320ACBE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50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8590F8B0-F14A-5D20-B1EF-E3F527CAC1B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6150" y="3164567"/>
            <a:ext cx="899454" cy="138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436A3223-1AAA-E41E-63BC-4034C00DCF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8013" y="2878313"/>
            <a:ext cx="204934" cy="204934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7DEEBFC3-1EB3-B3FC-B3FC-08B4DAD0AF7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50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5E586E67-ED96-7DDF-0A4B-1601D45CA7B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27714" y="2315940"/>
            <a:ext cx="839592" cy="14087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42072C4D-2B9C-E232-1F6C-7B3E7476E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9633" y="1993146"/>
            <a:ext cx="280141" cy="280141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2B10544-51EA-509D-E2B8-F1A5D306498A}"/>
              </a:ext>
            </a:extLst>
          </p:cNvPr>
          <p:cNvGrpSpPr/>
          <p:nvPr/>
        </p:nvGrpSpPr>
        <p:grpSpPr>
          <a:xfrm>
            <a:off x="179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C6B7F4EA-29FF-ADFA-7E22-A4A9F267F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B47FA022-AB33-CAA5-2FAB-EF992CAB8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454D817C-3CE9-22B8-BAA7-6A180670E8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6447" y="4853524"/>
            <a:ext cx="327996" cy="327996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860B4552-16B2-DBBA-B6BD-4F96543AA1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847" y="4883022"/>
            <a:ext cx="320162" cy="32016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43841396-F8E8-D826-EA73-5CC54854B9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9145" y="4883022"/>
            <a:ext cx="320162" cy="320162"/>
          </a:xfrm>
          <a:prstGeom prst="rect">
            <a:avLst/>
          </a:prstGeom>
        </p:spPr>
      </p:pic>
      <p:grpSp>
        <p:nvGrpSpPr>
          <p:cNvPr id="126" name="Grupo 125">
            <a:extLst>
              <a:ext uri="{FF2B5EF4-FFF2-40B4-BE49-F238E27FC236}">
                <a16:creationId xmlns:a16="http://schemas.microsoft.com/office/drawing/2014/main" id="{79B9AC0B-ACE8-8BE2-B435-5AC4F2BAA6EC}"/>
              </a:ext>
            </a:extLst>
          </p:cNvPr>
          <p:cNvGrpSpPr/>
          <p:nvPr/>
        </p:nvGrpSpPr>
        <p:grpSpPr>
          <a:xfrm>
            <a:off x="596084" y="4905728"/>
            <a:ext cx="294562" cy="294562"/>
            <a:chOff x="497018" y="4873520"/>
            <a:chExt cx="294562" cy="294562"/>
          </a:xfrm>
        </p:grpSpPr>
        <p:pic>
          <p:nvPicPr>
            <p:cNvPr id="122" name="Imagen 121">
              <a:extLst>
                <a:ext uri="{FF2B5EF4-FFF2-40B4-BE49-F238E27FC236}">
                  <a16:creationId xmlns:a16="http://schemas.microsoft.com/office/drawing/2014/main" id="{DAA053CA-EA25-ECBE-B857-BBFEC3A17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23" name="Imagen 122">
              <a:extLst>
                <a:ext uri="{FF2B5EF4-FFF2-40B4-BE49-F238E27FC236}">
                  <a16:creationId xmlns:a16="http://schemas.microsoft.com/office/drawing/2014/main" id="{D0E86E61-56DB-0285-0C1E-CE20904F9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7A364FC-463F-3721-4D51-FB067F7E7F9B}"/>
              </a:ext>
            </a:extLst>
          </p:cNvPr>
          <p:cNvGrpSpPr/>
          <p:nvPr/>
        </p:nvGrpSpPr>
        <p:grpSpPr>
          <a:xfrm>
            <a:off x="2892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3AB7B4E5-AC07-8A39-DC9C-01021C758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C7FB9ECA-6FD4-23E6-9CE5-63F04E16C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9074B28F-6813-CA3A-9699-D712A2379A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192" y="4848564"/>
            <a:ext cx="327996" cy="32799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8B366B6F-5997-8EDD-3F29-D1A550C994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1592" y="4878062"/>
            <a:ext cx="320162" cy="32016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7EC53106-1DC1-E57F-AA80-6226F8B102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1890" y="4878062"/>
            <a:ext cx="320162" cy="320162"/>
          </a:xfrm>
          <a:prstGeom prst="rect">
            <a:avLst/>
          </a:prstGeom>
        </p:spPr>
      </p:pic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C2B54F0-F08D-F3DB-F990-97E8A4BCC6ED}"/>
              </a:ext>
            </a:extLst>
          </p:cNvPr>
          <p:cNvGrpSpPr/>
          <p:nvPr/>
        </p:nvGrpSpPr>
        <p:grpSpPr>
          <a:xfrm>
            <a:off x="3320416" y="4903259"/>
            <a:ext cx="300068" cy="300068"/>
            <a:chOff x="3678209" y="4702103"/>
            <a:chExt cx="300068" cy="300068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ABFDCCA5-1D85-4175-CEA1-931A05CB4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273ECC3A-DDDB-1838-6B4F-6856E9A78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A47EA13F-2109-75DD-E915-C43B7539B663}"/>
              </a:ext>
            </a:extLst>
          </p:cNvPr>
          <p:cNvGrpSpPr/>
          <p:nvPr/>
        </p:nvGrpSpPr>
        <p:grpSpPr>
          <a:xfrm>
            <a:off x="3705464" y="5337618"/>
            <a:ext cx="285755" cy="317675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7A771EE4-4289-7156-FD08-5D20E8CC1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A33EB465-1A2B-7920-0694-62A7E3F35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7A31C55E-E3CB-674F-8F99-378DBBCDE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3060" y="5382848"/>
            <a:ext cx="294780" cy="29478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D0AD0566-49C0-2F53-96BA-E7EF5D25AF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2791" y="4890888"/>
            <a:ext cx="273521" cy="273521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6475D222-33A1-5CD3-92CD-D39A4CDBDB27}"/>
              </a:ext>
            </a:extLst>
          </p:cNvPr>
          <p:cNvGrpSpPr/>
          <p:nvPr/>
        </p:nvGrpSpPr>
        <p:grpSpPr>
          <a:xfrm>
            <a:off x="6252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9AE75FD8-6233-F9FA-1F63-871C7037B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22B3575B-3589-4B41-DF9C-EF697C0B5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CB1C3237-A0FF-C948-DAAB-D225DCAC15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200" y="4848564"/>
            <a:ext cx="327996" cy="32799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4AF14171-5372-DB32-F554-51EDAC100E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1600" y="4878062"/>
            <a:ext cx="320162" cy="320162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CE0F493F-4CA1-3FFB-03AD-AD7C08648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01898" y="4878062"/>
            <a:ext cx="320162" cy="320162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EEDA809B-91A7-DE31-A70F-E72CED3FA7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65472" y="5401293"/>
            <a:ext cx="254000" cy="2540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F94A488E-45FF-F33E-7BAF-7D5D9A673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068" y="5382848"/>
            <a:ext cx="294780" cy="294780"/>
          </a:xfrm>
          <a:prstGeom prst="rect">
            <a:avLst/>
          </a:prstGeom>
        </p:spPr>
      </p:pic>
      <p:grpSp>
        <p:nvGrpSpPr>
          <p:cNvPr id="155" name="Grupo 154">
            <a:extLst>
              <a:ext uri="{FF2B5EF4-FFF2-40B4-BE49-F238E27FC236}">
                <a16:creationId xmlns:a16="http://schemas.microsoft.com/office/drawing/2014/main" id="{FBB9E000-2B14-C7AD-9B1D-A77A5CB47971}"/>
              </a:ext>
            </a:extLst>
          </p:cNvPr>
          <p:cNvGrpSpPr/>
          <p:nvPr/>
        </p:nvGrpSpPr>
        <p:grpSpPr>
          <a:xfrm>
            <a:off x="6687898" y="4914725"/>
            <a:ext cx="300068" cy="301854"/>
            <a:chOff x="6785945" y="4956064"/>
            <a:chExt cx="300068" cy="301854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5D4A695A-C16F-FC0F-F261-2A8EF6AED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6B86071C-2BE8-F82D-2A12-CCCE37D20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C34CE217-F80A-4890-500F-EA7E2748B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808" y="5363414"/>
            <a:ext cx="294780" cy="29478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4B2F3E1C-A54B-BF27-D40D-9E4FFE6554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1840" y="5401294"/>
            <a:ext cx="253999" cy="253999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A12DEFAF-56C7-9D1E-92A1-080889AAC9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468" y="4901015"/>
            <a:ext cx="273521" cy="27352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0D506B8B-E720-0008-F876-B107F270C5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8105" y="5367382"/>
            <a:ext cx="310246" cy="310246"/>
          </a:xfrm>
          <a:prstGeom prst="rect">
            <a:avLst/>
          </a:prstGeom>
        </p:spPr>
      </p:pic>
      <p:pic>
        <p:nvPicPr>
          <p:cNvPr id="93" name="Imagen 92">
            <a:extLst>
              <a:ext uri="{FF2B5EF4-FFF2-40B4-BE49-F238E27FC236}">
                <a16:creationId xmlns:a16="http://schemas.microsoft.com/office/drawing/2014/main" id="{7C2B3007-EE38-A508-A37E-300EA303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489" y="4374145"/>
            <a:ext cx="690283" cy="641557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B89DE437-A9CF-1DB5-C639-3195D672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658" y="4377284"/>
            <a:ext cx="707606" cy="657657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9DF09DBC-BE6B-9078-CE05-CDDB9024C97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512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B97CE1E4-CBA3-5B92-00F4-54D1A9EC7D9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43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38AD10F1-23A8-A926-651C-BF1654B3A047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1589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0391B097-5EE3-74B9-196C-A8572A2B895E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4302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4A8502C1-0A40-B582-6823-23BAFC072100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5007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58C6EDA8-9495-257A-869D-0D0FC31616CD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-5428" r="69701" b="1"/>
          <a:stretch/>
        </p:blipFill>
        <p:spPr>
          <a:xfrm>
            <a:off x="5660958" y="5180670"/>
            <a:ext cx="210377" cy="1926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CFE727F-CA7E-0DF5-E7E9-91B49D5C12C9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35025" t="-5429" r="34675" b="-8509"/>
          <a:stretch/>
        </p:blipFill>
        <p:spPr>
          <a:xfrm>
            <a:off x="5904148" y="5180670"/>
            <a:ext cx="210377" cy="20818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C82F3E9-D5E3-B936-1B19-F3C5A8E898E3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71323" t="-5429"/>
          <a:stretch/>
        </p:blipFill>
        <p:spPr>
          <a:xfrm>
            <a:off x="6156176" y="5178916"/>
            <a:ext cx="199117" cy="1926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43BE66-7659-4439-11A1-0F1C8A8983B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673" y="1304378"/>
            <a:ext cx="1059692" cy="9848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2B98DDE-ABA9-6F56-462E-0D21E3E29A68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D00C4F9-82F4-6A74-F5B2-41BD49CE9C4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76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C7CB-E412-6E0F-222E-67A821CA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78;p89">
            <a:extLst>
              <a:ext uri="{FF2B5EF4-FFF2-40B4-BE49-F238E27FC236}">
                <a16:creationId xmlns:a16="http://schemas.microsoft.com/office/drawing/2014/main" id="{EA41B094-FD1F-99FE-F35A-E2070D9AC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3" y="440668"/>
            <a:ext cx="80091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Pricing4SaaS?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 descr="Escala de tiempo&#10;&#10;Descripción generada automáticamente">
            <a:extLst>
              <a:ext uri="{FF2B5EF4-FFF2-40B4-BE49-F238E27FC236}">
                <a16:creationId xmlns:a16="http://schemas.microsoft.com/office/drawing/2014/main" id="{83E46D01-F5F9-A04E-787E-18D35FFF6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426" y="1110154"/>
            <a:ext cx="5395147" cy="4319093"/>
          </a:xfrm>
          <a:prstGeom prst="rect">
            <a:avLst/>
          </a:prstGeom>
          <a:ln w="19050">
            <a:solidFill>
              <a:srgbClr val="7A0029"/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ADDDCED-0F80-E1D2-A9F7-34215DB8A014}"/>
              </a:ext>
            </a:extLst>
          </p:cNvPr>
          <p:cNvSpPr txBox="1"/>
          <p:nvPr/>
        </p:nvSpPr>
        <p:spPr>
          <a:xfrm>
            <a:off x="80682" y="5507604"/>
            <a:ext cx="89019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García-Fernández, A., Parejo, J. A., Ruiz-Cortés, A. (2024). Pricing4SaaS: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Towards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a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pricing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model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drive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the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operation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of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SaaS. In 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International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Conference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Advanced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Information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Systems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Engineering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 (pp. 47-54). Cham: Springer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Nature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Switzerland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.</a:t>
            </a:r>
            <a:endParaRPr lang="es-ES" sz="110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D6295E-BC79-32BF-6F7D-CD77BA4E5DD6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96E1A6-B19A-6DD1-1D4F-7BD4DCD28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34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072E-F26E-41B5-719A-9566CA3B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78;p89">
            <a:extLst>
              <a:ext uri="{FF2B5EF4-FFF2-40B4-BE49-F238E27FC236}">
                <a16:creationId xmlns:a16="http://schemas.microsoft.com/office/drawing/2014/main" id="{AE4F7525-F5A9-BFEC-4B7E-7D2708BCC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3" y="440668"/>
            <a:ext cx="80091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Pricing4SaaS?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 descr="Escala de tiempo&#10;&#10;Descripción generada automáticamente">
            <a:extLst>
              <a:ext uri="{FF2B5EF4-FFF2-40B4-BE49-F238E27FC236}">
                <a16:creationId xmlns:a16="http://schemas.microsoft.com/office/drawing/2014/main" id="{856BE2ED-399F-3654-350A-29C8C0039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" t="24713" r="17967" b="21155"/>
          <a:stretch/>
        </p:blipFill>
        <p:spPr>
          <a:xfrm>
            <a:off x="917594" y="1318213"/>
            <a:ext cx="7524836" cy="4106236"/>
          </a:xfrm>
          <a:prstGeom prst="rect">
            <a:avLst/>
          </a:prstGeom>
          <a:ln w="19050"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1D704D7-99FC-5E44-6542-7FE2A2CFE1F1}"/>
              </a:ext>
            </a:extLst>
          </p:cNvPr>
          <p:cNvSpPr txBox="1"/>
          <p:nvPr/>
        </p:nvSpPr>
        <p:spPr>
          <a:xfrm>
            <a:off x="80682" y="5507604"/>
            <a:ext cx="89019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García-Fernández, A., Parejo, J. A., Ruiz-Cortés, A. (2024). Pricing4SaaS: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Towards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a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pricing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model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drive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the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operation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of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SaaS. In 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International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Conference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Advanced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Information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Systems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Engineering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 (pp. 47-54). Cham: Springer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Nature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Switzerland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.</a:t>
            </a:r>
            <a:endParaRPr lang="es-ES" sz="110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785AFA3-0522-1C06-085E-2186A57DF125}"/>
              </a:ext>
            </a:extLst>
          </p:cNvPr>
          <p:cNvSpPr/>
          <p:nvPr/>
        </p:nvSpPr>
        <p:spPr>
          <a:xfrm>
            <a:off x="1511660" y="2096852"/>
            <a:ext cx="1764196" cy="1476163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27E6C1-69C7-B395-3305-3E22823A471A}"/>
              </a:ext>
            </a:extLst>
          </p:cNvPr>
          <p:cNvSpPr/>
          <p:nvPr/>
        </p:nvSpPr>
        <p:spPr>
          <a:xfrm>
            <a:off x="1151620" y="3738840"/>
            <a:ext cx="1764196" cy="1598371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30B86E-3A4E-662D-855E-A61345FA351A}"/>
              </a:ext>
            </a:extLst>
          </p:cNvPr>
          <p:cNvSpPr/>
          <p:nvPr/>
        </p:nvSpPr>
        <p:spPr>
          <a:xfrm>
            <a:off x="6408204" y="3573014"/>
            <a:ext cx="1764196" cy="1476163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B19AD0-2406-F6FE-1F55-B0A8F5E0F55B}"/>
              </a:ext>
            </a:extLst>
          </p:cNvPr>
          <p:cNvSpPr/>
          <p:nvPr/>
        </p:nvSpPr>
        <p:spPr>
          <a:xfrm>
            <a:off x="5645544" y="1433551"/>
            <a:ext cx="1734768" cy="1239365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83CE023-3953-4600-708A-F9131A563DED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3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F79BEC-7FA7-D148-5530-84F6841DF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7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4BCC-84DE-7B0C-0B82-ACD5591F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78;p89">
            <a:extLst>
              <a:ext uri="{FF2B5EF4-FFF2-40B4-BE49-F238E27FC236}">
                <a16:creationId xmlns:a16="http://schemas.microsoft.com/office/drawing/2014/main" id="{6F204F55-14C4-E876-A3E1-1D6EC176AB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3" y="440668"/>
            <a:ext cx="80091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Pricing2Yaml?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 descr="Escala de tiempo&#10;&#10;Descripción generada automáticamente">
            <a:extLst>
              <a:ext uri="{FF2B5EF4-FFF2-40B4-BE49-F238E27FC236}">
                <a16:creationId xmlns:a16="http://schemas.microsoft.com/office/drawing/2014/main" id="{F13E9B9C-FD7F-6C8D-66A0-E9249C9F8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31" y="2641335"/>
            <a:ext cx="1967805" cy="1575329"/>
          </a:xfrm>
          <a:prstGeom prst="rect">
            <a:avLst/>
          </a:prstGeom>
          <a:ln w="12700">
            <a:solidFill>
              <a:srgbClr val="7A0029"/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74052ED-29D9-24B2-A385-047446416ACA}"/>
              </a:ext>
            </a:extLst>
          </p:cNvPr>
          <p:cNvSpPr txBox="1"/>
          <p:nvPr/>
        </p:nvSpPr>
        <p:spPr>
          <a:xfrm>
            <a:off x="80682" y="5507604"/>
            <a:ext cx="89019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García-Fernández, A., Parejo, J. A., Ruiz-Cortés, A. (2024). Pricing4SaaS: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Towards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a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pricing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model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drive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the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operation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of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SaaS. In 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International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Conference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Advanced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Information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Systems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Engineering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 (pp. 47-54). Cham: Springer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Nature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Switzerland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.</a:t>
            </a:r>
            <a:endParaRPr lang="es-ES" sz="110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3" name="Imagen 2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2F8B7A44-E678-CF4D-757A-17E19AF8E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311" y="1563029"/>
            <a:ext cx="5762658" cy="3731942"/>
          </a:xfrm>
          <a:prstGeom prst="rect">
            <a:avLst/>
          </a:prstGeom>
          <a:ln w="19050">
            <a:solidFill>
              <a:srgbClr val="87212C"/>
            </a:solidFill>
          </a:ln>
        </p:spPr>
      </p:pic>
      <p:sp>
        <p:nvSpPr>
          <p:cNvPr id="4" name="Flecha derecha 3">
            <a:extLst>
              <a:ext uri="{FF2B5EF4-FFF2-40B4-BE49-F238E27FC236}">
                <a16:creationId xmlns:a16="http://schemas.microsoft.com/office/drawing/2014/main" id="{F763F276-5FDD-58CD-470D-5390ED631F26}"/>
              </a:ext>
            </a:extLst>
          </p:cNvPr>
          <p:cNvSpPr/>
          <p:nvPr/>
        </p:nvSpPr>
        <p:spPr>
          <a:xfrm>
            <a:off x="2323310" y="3211550"/>
            <a:ext cx="702527" cy="434897"/>
          </a:xfrm>
          <a:prstGeom prst="rightArrow">
            <a:avLst/>
          </a:prstGeom>
          <a:solidFill>
            <a:srgbClr val="C00000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B522AA8-F711-710B-26B2-DC9D994201C4}"/>
              </a:ext>
            </a:extLst>
          </p:cNvPr>
          <p:cNvSpPr/>
          <p:nvPr/>
        </p:nvSpPr>
        <p:spPr>
          <a:xfrm>
            <a:off x="401989" y="3174113"/>
            <a:ext cx="392562" cy="360116"/>
          </a:xfrm>
          <a:prstGeom prst="rect">
            <a:avLst/>
          </a:prstGeom>
          <a:noFill/>
          <a:ln w="19050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65F4345-17C3-1816-040A-2FDEA4EA521F}"/>
              </a:ext>
            </a:extLst>
          </p:cNvPr>
          <p:cNvSpPr/>
          <p:nvPr/>
        </p:nvSpPr>
        <p:spPr>
          <a:xfrm>
            <a:off x="327010" y="3534229"/>
            <a:ext cx="392562" cy="360116"/>
          </a:xfrm>
          <a:prstGeom prst="rect">
            <a:avLst/>
          </a:prstGeom>
          <a:noFill/>
          <a:ln w="19050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5F7D8F2-4EF2-3C94-6CFB-51FB14E633C4}"/>
              </a:ext>
            </a:extLst>
          </p:cNvPr>
          <p:cNvSpPr/>
          <p:nvPr/>
        </p:nvSpPr>
        <p:spPr>
          <a:xfrm>
            <a:off x="1429284" y="3466389"/>
            <a:ext cx="392562" cy="360116"/>
          </a:xfrm>
          <a:prstGeom prst="rect">
            <a:avLst/>
          </a:prstGeom>
          <a:noFill/>
          <a:ln w="19050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A7D677-1EDB-4567-7C3F-448A7D5EF5CC}"/>
              </a:ext>
            </a:extLst>
          </p:cNvPr>
          <p:cNvSpPr/>
          <p:nvPr/>
        </p:nvSpPr>
        <p:spPr>
          <a:xfrm>
            <a:off x="1262361" y="3011691"/>
            <a:ext cx="392562" cy="317586"/>
          </a:xfrm>
          <a:prstGeom prst="rect">
            <a:avLst/>
          </a:prstGeom>
          <a:noFill/>
          <a:ln w="19050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93A474-8DC9-FFF3-3D92-666738C75DEF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4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C056BE-16C1-027E-F2D5-ADD0A768E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97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CFA30-18B5-7BC3-36FD-0F94955D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78;p89">
            <a:extLst>
              <a:ext uri="{FF2B5EF4-FFF2-40B4-BE49-F238E27FC236}">
                <a16:creationId xmlns:a16="http://schemas.microsoft.com/office/drawing/2014/main" id="{E94FF08B-0822-53C6-B733-D2FB5814C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333" y="440668"/>
            <a:ext cx="80091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Pricing2Yaml?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 descr="Escala de tiempo&#10;&#10;Descripción generada automáticamente">
            <a:extLst>
              <a:ext uri="{FF2B5EF4-FFF2-40B4-BE49-F238E27FC236}">
                <a16:creationId xmlns:a16="http://schemas.microsoft.com/office/drawing/2014/main" id="{9AE0DB13-45BF-0BD0-2FC0-AC1628EB8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31" y="2641335"/>
            <a:ext cx="1967805" cy="1575329"/>
          </a:xfrm>
          <a:prstGeom prst="rect">
            <a:avLst/>
          </a:prstGeom>
          <a:ln w="12700">
            <a:solidFill>
              <a:srgbClr val="7A0029"/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F2D0755-B6C7-CA2A-2313-205CC0B4AE21}"/>
              </a:ext>
            </a:extLst>
          </p:cNvPr>
          <p:cNvSpPr txBox="1"/>
          <p:nvPr/>
        </p:nvSpPr>
        <p:spPr>
          <a:xfrm>
            <a:off x="80682" y="5507604"/>
            <a:ext cx="89019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García-Fernández, A., Parejo, J. A., Ruiz-Cortés, A. (2024). Pricing4SaaS: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Towards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a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pricing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model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to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drive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the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operation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of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SaaS. In 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International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Conference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Advanced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Information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Systems</a:t>
            </a:r>
            <a:r>
              <a:rPr lang="es-ES" sz="1100" i="1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i="1" dirty="0" err="1">
                <a:solidFill>
                  <a:srgbClr val="222222"/>
                </a:solidFill>
                <a:latin typeface="Barlow" pitchFamily="2" charset="77"/>
              </a:rPr>
              <a:t>Engineering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 (pp. 47-54). Cham: Springer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Nature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 </a:t>
            </a:r>
            <a:r>
              <a:rPr lang="es-ES" sz="1100" dirty="0" err="1">
                <a:solidFill>
                  <a:srgbClr val="222222"/>
                </a:solidFill>
                <a:latin typeface="Barlow" pitchFamily="2" charset="77"/>
              </a:rPr>
              <a:t>Switzerland</a:t>
            </a:r>
            <a:r>
              <a:rPr lang="es-ES" sz="1100" dirty="0">
                <a:solidFill>
                  <a:srgbClr val="222222"/>
                </a:solidFill>
                <a:latin typeface="Barlow" pitchFamily="2" charset="77"/>
              </a:rPr>
              <a:t>.</a:t>
            </a:r>
            <a:endParaRPr lang="es-ES" sz="110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3" name="Imagen 2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AA20917C-9BEB-1E77-4803-26D5360AF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311" y="1563029"/>
            <a:ext cx="5762658" cy="3731942"/>
          </a:xfrm>
          <a:prstGeom prst="rect">
            <a:avLst/>
          </a:prstGeom>
          <a:ln w="19050">
            <a:solidFill>
              <a:srgbClr val="87212C"/>
            </a:solidFill>
          </a:ln>
        </p:spPr>
      </p:pic>
      <p:sp>
        <p:nvSpPr>
          <p:cNvPr id="4" name="Flecha derecha 3">
            <a:extLst>
              <a:ext uri="{FF2B5EF4-FFF2-40B4-BE49-F238E27FC236}">
                <a16:creationId xmlns:a16="http://schemas.microsoft.com/office/drawing/2014/main" id="{D32C7DB2-5EFF-C439-404E-8897ADF797BF}"/>
              </a:ext>
            </a:extLst>
          </p:cNvPr>
          <p:cNvSpPr/>
          <p:nvPr/>
        </p:nvSpPr>
        <p:spPr>
          <a:xfrm>
            <a:off x="2323310" y="3211550"/>
            <a:ext cx="702527" cy="434897"/>
          </a:xfrm>
          <a:prstGeom prst="rightArrow">
            <a:avLst/>
          </a:prstGeom>
          <a:solidFill>
            <a:srgbClr val="C00000"/>
          </a:solidFill>
          <a:ln>
            <a:solidFill>
              <a:srgbClr val="7E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B207AA-54FD-BB74-9B09-110C268DE632}"/>
              </a:ext>
            </a:extLst>
          </p:cNvPr>
          <p:cNvSpPr/>
          <p:nvPr/>
        </p:nvSpPr>
        <p:spPr>
          <a:xfrm>
            <a:off x="5148064" y="1559567"/>
            <a:ext cx="1800200" cy="2733529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CEB717-1444-CDE8-D5CE-85722A695E88}"/>
              </a:ext>
            </a:extLst>
          </p:cNvPr>
          <p:cNvSpPr/>
          <p:nvPr/>
        </p:nvSpPr>
        <p:spPr>
          <a:xfrm>
            <a:off x="3311860" y="4036605"/>
            <a:ext cx="1584176" cy="1258365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EC4323-D32F-9A6A-E1C6-47E5AC4B14A2}"/>
              </a:ext>
            </a:extLst>
          </p:cNvPr>
          <p:cNvSpPr/>
          <p:nvPr/>
        </p:nvSpPr>
        <p:spPr>
          <a:xfrm>
            <a:off x="3311860" y="2348880"/>
            <a:ext cx="1584176" cy="1620180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E13FB2-2C65-AED6-0BF0-465E32723C82}"/>
              </a:ext>
            </a:extLst>
          </p:cNvPr>
          <p:cNvSpPr/>
          <p:nvPr/>
        </p:nvSpPr>
        <p:spPr>
          <a:xfrm>
            <a:off x="7128285" y="1559567"/>
            <a:ext cx="1692188" cy="1869433"/>
          </a:xfrm>
          <a:prstGeom prst="rect">
            <a:avLst/>
          </a:prstGeom>
          <a:noFill/>
          <a:ln w="28575"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E960DF-8246-0B3B-763C-095E92935389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4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BB7DC70-4633-4E0F-3C7F-CD966BE15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0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798;p46">
            <a:extLst>
              <a:ext uri="{FF2B5EF4-FFF2-40B4-BE49-F238E27FC236}">
                <a16:creationId xmlns:a16="http://schemas.microsoft.com/office/drawing/2014/main" id="{E823AFB4-A68E-6F6D-3E9A-F1389AE95D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038" y="444032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an </a:t>
            </a:r>
            <a:r>
              <a:rPr lang="en" sz="4000" dirty="0" err="1">
                <a:solidFill>
                  <a:srgbClr val="7A0029"/>
                </a:solidFill>
              </a:rPr>
              <a:t>iPricing</a:t>
            </a:r>
            <a:r>
              <a:rPr lang="en" sz="4000" dirty="0">
                <a:solidFill>
                  <a:srgbClr val="7A0029"/>
                </a:solidFill>
              </a:rPr>
              <a:t>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8" name="Google Shape;3799;p46">
            <a:extLst>
              <a:ext uri="{FF2B5EF4-FFF2-40B4-BE49-F238E27FC236}">
                <a16:creationId xmlns:a16="http://schemas.microsoft.com/office/drawing/2014/main" id="{3ECA5D79-D442-83C3-3866-F25C89405BB4}"/>
              </a:ext>
            </a:extLst>
          </p:cNvPr>
          <p:cNvSpPr/>
          <p:nvPr/>
        </p:nvSpPr>
        <p:spPr>
          <a:xfrm>
            <a:off x="3503428" y="2308626"/>
            <a:ext cx="1284938" cy="1055919"/>
          </a:xfrm>
          <a:custGeom>
            <a:avLst/>
            <a:gdLst/>
            <a:ahLst/>
            <a:cxnLst/>
            <a:rect l="l" t="t" r="r" b="b"/>
            <a:pathLst>
              <a:path w="127950" h="105145" extrusionOk="0">
                <a:moveTo>
                  <a:pt x="18697" y="0"/>
                </a:moveTo>
                <a:cubicBezTo>
                  <a:pt x="8371" y="0"/>
                  <a:pt x="1" y="8371"/>
                  <a:pt x="1" y="18697"/>
                </a:cubicBezTo>
                <a:lnTo>
                  <a:pt x="1" y="105145"/>
                </a:lnTo>
                <a:lnTo>
                  <a:pt x="36857" y="105145"/>
                </a:lnTo>
                <a:cubicBezTo>
                  <a:pt x="35719" y="102283"/>
                  <a:pt x="35385" y="99165"/>
                  <a:pt x="35897" y="96130"/>
                </a:cubicBezTo>
                <a:cubicBezTo>
                  <a:pt x="37137" y="88648"/>
                  <a:pt x="43398" y="82793"/>
                  <a:pt x="50957" y="82096"/>
                </a:cubicBezTo>
                <a:cubicBezTo>
                  <a:pt x="51501" y="82045"/>
                  <a:pt x="52041" y="82020"/>
                  <a:pt x="52575" y="82020"/>
                </a:cubicBezTo>
                <a:cubicBezTo>
                  <a:pt x="61906" y="82020"/>
                  <a:pt x="69475" y="89593"/>
                  <a:pt x="69475" y="98926"/>
                </a:cubicBezTo>
                <a:cubicBezTo>
                  <a:pt x="69475" y="101055"/>
                  <a:pt x="69070" y="103165"/>
                  <a:pt x="68283" y="105145"/>
                </a:cubicBezTo>
                <a:lnTo>
                  <a:pt x="105145" y="105145"/>
                </a:lnTo>
                <a:lnTo>
                  <a:pt x="105145" y="68419"/>
                </a:lnTo>
                <a:cubicBezTo>
                  <a:pt x="106958" y="69088"/>
                  <a:pt x="108908" y="69476"/>
                  <a:pt x="110955" y="69476"/>
                </a:cubicBezTo>
                <a:cubicBezTo>
                  <a:pt x="111990" y="69476"/>
                  <a:pt x="113050" y="69377"/>
                  <a:pt x="114130" y="69164"/>
                </a:cubicBezTo>
                <a:cubicBezTo>
                  <a:pt x="121952" y="67632"/>
                  <a:pt x="127801" y="60687"/>
                  <a:pt x="127866" y="52715"/>
                </a:cubicBezTo>
                <a:cubicBezTo>
                  <a:pt x="127950" y="43313"/>
                  <a:pt x="120348" y="35664"/>
                  <a:pt x="110964" y="35664"/>
                </a:cubicBezTo>
                <a:cubicBezTo>
                  <a:pt x="108979" y="35670"/>
                  <a:pt x="107005" y="36028"/>
                  <a:pt x="105145" y="36720"/>
                </a:cubicBezTo>
                <a:lnTo>
                  <a:pt x="105145" y="0"/>
                </a:lnTo>
                <a:close/>
              </a:path>
            </a:pathLst>
          </a:custGeom>
          <a:solidFill>
            <a:srgbClr val="7A002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3800;p46">
            <a:extLst>
              <a:ext uri="{FF2B5EF4-FFF2-40B4-BE49-F238E27FC236}">
                <a16:creationId xmlns:a16="http://schemas.microsoft.com/office/drawing/2014/main" id="{A1572A99-677C-B2DE-136A-C4D803B14B9D}"/>
              </a:ext>
            </a:extLst>
          </p:cNvPr>
          <p:cNvSpPr/>
          <p:nvPr/>
        </p:nvSpPr>
        <p:spPr>
          <a:xfrm>
            <a:off x="3502865" y="3132824"/>
            <a:ext cx="1055919" cy="1284114"/>
          </a:xfrm>
          <a:custGeom>
            <a:avLst/>
            <a:gdLst/>
            <a:ahLst/>
            <a:cxnLst/>
            <a:rect l="l" t="t" r="r" b="b"/>
            <a:pathLst>
              <a:path w="105145" h="127868" extrusionOk="0">
                <a:moveTo>
                  <a:pt x="52573" y="1"/>
                </a:moveTo>
                <a:cubicBezTo>
                  <a:pt x="43236" y="1"/>
                  <a:pt x="35664" y="7567"/>
                  <a:pt x="35664" y="16910"/>
                </a:cubicBezTo>
                <a:cubicBezTo>
                  <a:pt x="35670" y="18895"/>
                  <a:pt x="36028" y="20862"/>
                  <a:pt x="36720" y="22722"/>
                </a:cubicBezTo>
                <a:lnTo>
                  <a:pt x="0" y="22722"/>
                </a:lnTo>
                <a:lnTo>
                  <a:pt x="0" y="110011"/>
                </a:lnTo>
                <a:cubicBezTo>
                  <a:pt x="0" y="119872"/>
                  <a:pt x="7995" y="127867"/>
                  <a:pt x="17862" y="127867"/>
                </a:cubicBezTo>
                <a:lnTo>
                  <a:pt x="105145" y="127867"/>
                </a:lnTo>
                <a:lnTo>
                  <a:pt x="105145" y="91010"/>
                </a:lnTo>
                <a:cubicBezTo>
                  <a:pt x="103158" y="91801"/>
                  <a:pt x="101044" y="92206"/>
                  <a:pt x="98916" y="92206"/>
                </a:cubicBezTo>
                <a:cubicBezTo>
                  <a:pt x="98350" y="92206"/>
                  <a:pt x="97782" y="92177"/>
                  <a:pt x="97215" y="92119"/>
                </a:cubicBezTo>
                <a:cubicBezTo>
                  <a:pt x="88869" y="91267"/>
                  <a:pt x="82269" y="84184"/>
                  <a:pt x="82024" y="75802"/>
                </a:cubicBezTo>
                <a:cubicBezTo>
                  <a:pt x="81744" y="66233"/>
                  <a:pt x="89417" y="58393"/>
                  <a:pt x="98920" y="58393"/>
                </a:cubicBezTo>
                <a:cubicBezTo>
                  <a:pt x="101055" y="58393"/>
                  <a:pt x="103159" y="58792"/>
                  <a:pt x="105139" y="59585"/>
                </a:cubicBezTo>
                <a:lnTo>
                  <a:pt x="105139" y="22728"/>
                </a:lnTo>
                <a:lnTo>
                  <a:pt x="68419" y="22728"/>
                </a:lnTo>
                <a:cubicBezTo>
                  <a:pt x="69427" y="19992"/>
                  <a:pt x="69796" y="16951"/>
                  <a:pt x="69164" y="13738"/>
                </a:cubicBezTo>
                <a:cubicBezTo>
                  <a:pt x="67632" y="5922"/>
                  <a:pt x="60686" y="73"/>
                  <a:pt x="52715" y="2"/>
                </a:cubicBezTo>
                <a:cubicBezTo>
                  <a:pt x="52668" y="1"/>
                  <a:pt x="52620" y="1"/>
                  <a:pt x="52573" y="1"/>
                </a:cubicBezTo>
                <a:close/>
              </a:path>
            </a:pathLst>
          </a:custGeom>
          <a:solidFill>
            <a:srgbClr val="A8003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3801;p46">
            <a:extLst>
              <a:ext uri="{FF2B5EF4-FFF2-40B4-BE49-F238E27FC236}">
                <a16:creationId xmlns:a16="http://schemas.microsoft.com/office/drawing/2014/main" id="{1E284D58-DA5A-9423-C79B-0D24AE6A7F43}"/>
              </a:ext>
            </a:extLst>
          </p:cNvPr>
          <p:cNvSpPr/>
          <p:nvPr/>
        </p:nvSpPr>
        <p:spPr>
          <a:xfrm>
            <a:off x="4557592" y="2311187"/>
            <a:ext cx="1055929" cy="1273615"/>
          </a:xfrm>
          <a:custGeom>
            <a:avLst/>
            <a:gdLst/>
            <a:ahLst/>
            <a:cxnLst/>
            <a:rect l="l" t="t" r="r" b="b"/>
            <a:pathLst>
              <a:path w="105146" h="127873" extrusionOk="0">
                <a:moveTo>
                  <a:pt x="1" y="1"/>
                </a:moveTo>
                <a:lnTo>
                  <a:pt x="1" y="36857"/>
                </a:lnTo>
                <a:cubicBezTo>
                  <a:pt x="1988" y="36066"/>
                  <a:pt x="4101" y="35662"/>
                  <a:pt x="6229" y="35662"/>
                </a:cubicBezTo>
                <a:cubicBezTo>
                  <a:pt x="6796" y="35662"/>
                  <a:pt x="7364" y="35691"/>
                  <a:pt x="7930" y="35748"/>
                </a:cubicBezTo>
                <a:cubicBezTo>
                  <a:pt x="16277" y="36595"/>
                  <a:pt x="22877" y="43684"/>
                  <a:pt x="23121" y="52066"/>
                </a:cubicBezTo>
                <a:cubicBezTo>
                  <a:pt x="23396" y="61635"/>
                  <a:pt x="15722" y="69481"/>
                  <a:pt x="6219" y="69481"/>
                </a:cubicBezTo>
                <a:cubicBezTo>
                  <a:pt x="4091" y="69475"/>
                  <a:pt x="1980" y="69076"/>
                  <a:pt x="1" y="68289"/>
                </a:cubicBezTo>
                <a:lnTo>
                  <a:pt x="1" y="105145"/>
                </a:lnTo>
                <a:lnTo>
                  <a:pt x="36720" y="105145"/>
                </a:lnTo>
                <a:cubicBezTo>
                  <a:pt x="35719" y="107882"/>
                  <a:pt x="35343" y="110916"/>
                  <a:pt x="35975" y="114130"/>
                </a:cubicBezTo>
                <a:cubicBezTo>
                  <a:pt x="37513" y="121952"/>
                  <a:pt x="44459" y="127801"/>
                  <a:pt x="52424" y="127872"/>
                </a:cubicBezTo>
                <a:cubicBezTo>
                  <a:pt x="52472" y="127873"/>
                  <a:pt x="52519" y="127873"/>
                  <a:pt x="52567" y="127873"/>
                </a:cubicBezTo>
                <a:cubicBezTo>
                  <a:pt x="61909" y="127873"/>
                  <a:pt x="69481" y="120301"/>
                  <a:pt x="69481" y="110964"/>
                </a:cubicBezTo>
                <a:cubicBezTo>
                  <a:pt x="69475" y="108979"/>
                  <a:pt x="69118" y="107005"/>
                  <a:pt x="68426" y="105145"/>
                </a:cubicBezTo>
                <a:lnTo>
                  <a:pt x="105145" y="105145"/>
                </a:lnTo>
                <a:lnTo>
                  <a:pt x="105145" y="16354"/>
                </a:lnTo>
                <a:cubicBezTo>
                  <a:pt x="105140" y="7328"/>
                  <a:pt x="97818" y="1"/>
                  <a:pt x="88786" y="1"/>
                </a:cubicBezTo>
                <a:close/>
              </a:path>
            </a:pathLst>
          </a:custGeom>
          <a:solidFill>
            <a:srgbClr val="BE324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802;p46">
            <a:extLst>
              <a:ext uri="{FF2B5EF4-FFF2-40B4-BE49-F238E27FC236}">
                <a16:creationId xmlns:a16="http://schemas.microsoft.com/office/drawing/2014/main" id="{9A9550A5-2A1F-2AC8-2605-64F5646A2940}"/>
              </a:ext>
            </a:extLst>
          </p:cNvPr>
          <p:cNvSpPr/>
          <p:nvPr/>
        </p:nvSpPr>
        <p:spPr>
          <a:xfrm>
            <a:off x="4329482" y="3356992"/>
            <a:ext cx="1284878" cy="1055868"/>
          </a:xfrm>
          <a:custGeom>
            <a:avLst/>
            <a:gdLst/>
            <a:ahLst/>
            <a:cxnLst/>
            <a:rect l="l" t="t" r="r" b="b"/>
            <a:pathLst>
              <a:path w="127944" h="105140" extrusionOk="0">
                <a:moveTo>
                  <a:pt x="22805" y="0"/>
                </a:moveTo>
                <a:lnTo>
                  <a:pt x="22805" y="36720"/>
                </a:lnTo>
                <a:cubicBezTo>
                  <a:pt x="20992" y="36051"/>
                  <a:pt x="19042" y="35663"/>
                  <a:pt x="16995" y="35663"/>
                </a:cubicBezTo>
                <a:cubicBezTo>
                  <a:pt x="15960" y="35663"/>
                  <a:pt x="14900" y="35762"/>
                  <a:pt x="13820" y="35975"/>
                </a:cubicBezTo>
                <a:cubicBezTo>
                  <a:pt x="5998" y="37513"/>
                  <a:pt x="150" y="44453"/>
                  <a:pt x="78" y="52424"/>
                </a:cubicBezTo>
                <a:cubicBezTo>
                  <a:pt x="1" y="61826"/>
                  <a:pt x="7602" y="69481"/>
                  <a:pt x="16986" y="69481"/>
                </a:cubicBezTo>
                <a:cubicBezTo>
                  <a:pt x="18971" y="69475"/>
                  <a:pt x="20945" y="69117"/>
                  <a:pt x="22805" y="68420"/>
                </a:cubicBezTo>
                <a:lnTo>
                  <a:pt x="22805" y="105139"/>
                </a:lnTo>
                <a:lnTo>
                  <a:pt x="108943" y="105139"/>
                </a:lnTo>
                <a:cubicBezTo>
                  <a:pt x="119436" y="105139"/>
                  <a:pt x="127944" y="96631"/>
                  <a:pt x="127944" y="86138"/>
                </a:cubicBezTo>
                <a:lnTo>
                  <a:pt x="127944" y="0"/>
                </a:lnTo>
                <a:lnTo>
                  <a:pt x="91087" y="0"/>
                </a:lnTo>
                <a:cubicBezTo>
                  <a:pt x="92088" y="2510"/>
                  <a:pt x="92470" y="5235"/>
                  <a:pt x="92196" y="7924"/>
                </a:cubicBezTo>
                <a:cubicBezTo>
                  <a:pt x="91343" y="16271"/>
                  <a:pt x="84260" y="22870"/>
                  <a:pt x="75878" y="23115"/>
                </a:cubicBezTo>
                <a:cubicBezTo>
                  <a:pt x="75708" y="23120"/>
                  <a:pt x="75539" y="23122"/>
                  <a:pt x="75370" y="23122"/>
                </a:cubicBezTo>
                <a:cubicBezTo>
                  <a:pt x="66033" y="23122"/>
                  <a:pt x="58469" y="15553"/>
                  <a:pt x="58469" y="6219"/>
                </a:cubicBezTo>
                <a:cubicBezTo>
                  <a:pt x="58469" y="4084"/>
                  <a:pt x="58869" y="1980"/>
                  <a:pt x="59662" y="0"/>
                </a:cubicBezTo>
                <a:close/>
              </a:path>
            </a:pathLst>
          </a:custGeom>
          <a:solidFill>
            <a:srgbClr val="FC005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A0029"/>
              </a:solidFill>
            </a:endParaRPr>
          </a:p>
        </p:txBody>
      </p:sp>
      <p:cxnSp>
        <p:nvCxnSpPr>
          <p:cNvPr id="18" name="Google Shape;3809;p46">
            <a:extLst>
              <a:ext uri="{FF2B5EF4-FFF2-40B4-BE49-F238E27FC236}">
                <a16:creationId xmlns:a16="http://schemas.microsoft.com/office/drawing/2014/main" id="{AFBE2E21-C9D2-C5B5-5F80-0CDD496F09C1}"/>
              </a:ext>
            </a:extLst>
          </p:cNvPr>
          <p:cNvCxnSpPr>
            <a:stCxn id="38" idx="3"/>
          </p:cNvCxnSpPr>
          <p:nvPr/>
        </p:nvCxnSpPr>
        <p:spPr>
          <a:xfrm>
            <a:off x="2537911" y="2408062"/>
            <a:ext cx="1162800" cy="193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" name="Google Shape;3811;p46">
            <a:extLst>
              <a:ext uri="{FF2B5EF4-FFF2-40B4-BE49-F238E27FC236}">
                <a16:creationId xmlns:a16="http://schemas.microsoft.com/office/drawing/2014/main" id="{71427189-62CC-6698-4291-227EBCE28DD4}"/>
              </a:ext>
            </a:extLst>
          </p:cNvPr>
          <p:cNvCxnSpPr>
            <a:stCxn id="24" idx="3"/>
          </p:cNvCxnSpPr>
          <p:nvPr/>
        </p:nvCxnSpPr>
        <p:spPr>
          <a:xfrm rot="10800000" flipH="1">
            <a:off x="2537911" y="3970824"/>
            <a:ext cx="1124700" cy="144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" name="Google Shape;3813;p46">
            <a:extLst>
              <a:ext uri="{FF2B5EF4-FFF2-40B4-BE49-F238E27FC236}">
                <a16:creationId xmlns:a16="http://schemas.microsoft.com/office/drawing/2014/main" id="{3966B0F9-D2C2-83E6-5DAA-9C735A229CAD}"/>
              </a:ext>
            </a:extLst>
          </p:cNvPr>
          <p:cNvCxnSpPr>
            <a:stCxn id="14" idx="1"/>
          </p:cNvCxnSpPr>
          <p:nvPr/>
        </p:nvCxnSpPr>
        <p:spPr>
          <a:xfrm flipH="1">
            <a:off x="5429411" y="2408062"/>
            <a:ext cx="1149900" cy="158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" name="Google Shape;3814;p46">
            <a:extLst>
              <a:ext uri="{FF2B5EF4-FFF2-40B4-BE49-F238E27FC236}">
                <a16:creationId xmlns:a16="http://schemas.microsoft.com/office/drawing/2014/main" id="{5A8FE617-2315-0AAB-ED7E-F31A1BDB0A07}"/>
              </a:ext>
            </a:extLst>
          </p:cNvPr>
          <p:cNvCxnSpPr>
            <a:stCxn id="17" idx="1"/>
          </p:cNvCxnSpPr>
          <p:nvPr/>
        </p:nvCxnSpPr>
        <p:spPr>
          <a:xfrm rot="10800000">
            <a:off x="5386811" y="3759024"/>
            <a:ext cx="1192500" cy="356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82" name="Grupo 81">
            <a:extLst>
              <a:ext uri="{FF2B5EF4-FFF2-40B4-BE49-F238E27FC236}">
                <a16:creationId xmlns:a16="http://schemas.microsoft.com/office/drawing/2014/main" id="{751FC56B-ED4C-75B8-151C-A7217CFDD49C}"/>
              </a:ext>
            </a:extLst>
          </p:cNvPr>
          <p:cNvGrpSpPr/>
          <p:nvPr/>
        </p:nvGrpSpPr>
        <p:grpSpPr>
          <a:xfrm>
            <a:off x="6561311" y="2198362"/>
            <a:ext cx="1849500" cy="1382382"/>
            <a:chOff x="6561311" y="2198362"/>
            <a:chExt cx="1849500" cy="1382382"/>
          </a:xfrm>
        </p:grpSpPr>
        <p:grpSp>
          <p:nvGrpSpPr>
            <p:cNvPr id="12" name="Google Shape;3803;p46">
              <a:extLst>
                <a:ext uri="{FF2B5EF4-FFF2-40B4-BE49-F238E27FC236}">
                  <a16:creationId xmlns:a16="http://schemas.microsoft.com/office/drawing/2014/main" id="{46CEA382-A6A2-FE70-B4C2-0FE4F22F02DD}"/>
                </a:ext>
              </a:extLst>
            </p:cNvPr>
            <p:cNvGrpSpPr/>
            <p:nvPr/>
          </p:nvGrpSpPr>
          <p:grpSpPr>
            <a:xfrm>
              <a:off x="6561311" y="2198362"/>
              <a:ext cx="1849500" cy="1382382"/>
              <a:chOff x="6574700" y="1896535"/>
              <a:chExt cx="1849500" cy="1382382"/>
            </a:xfrm>
          </p:grpSpPr>
          <p:sp>
            <p:nvSpPr>
              <p:cNvPr id="13" name="Google Shape;3804;p46">
                <a:extLst>
                  <a:ext uri="{FF2B5EF4-FFF2-40B4-BE49-F238E27FC236}">
                    <a16:creationId xmlns:a16="http://schemas.microsoft.com/office/drawing/2014/main" id="{8CE0E047-0C68-DA8B-DA93-6DF5D5CEA336}"/>
                  </a:ext>
                </a:extLst>
              </p:cNvPr>
              <p:cNvSpPr txBox="1"/>
              <p:nvPr/>
            </p:nvSpPr>
            <p:spPr>
              <a:xfrm>
                <a:off x="6574700" y="2315912"/>
                <a:ext cx="1849500" cy="963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Alignment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with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SaaS Business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Objectives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14" name="Google Shape;3805;p46">
                <a:extLst>
                  <a:ext uri="{FF2B5EF4-FFF2-40B4-BE49-F238E27FC236}">
                    <a16:creationId xmlns:a16="http://schemas.microsoft.com/office/drawing/2014/main" id="{68C65253-F7A1-E6B9-976B-27002DA420DA}"/>
                  </a:ext>
                </a:extLst>
              </p:cNvPr>
              <p:cNvSpPr/>
              <p:nvPr/>
            </p:nvSpPr>
            <p:spPr>
              <a:xfrm>
                <a:off x="6592700" y="1896535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BE324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sp>
          <p:nvSpPr>
            <p:cNvPr id="61" name="Google Shape;15262;p81">
              <a:extLst>
                <a:ext uri="{FF2B5EF4-FFF2-40B4-BE49-F238E27FC236}">
                  <a16:creationId xmlns:a16="http://schemas.microsoft.com/office/drawing/2014/main" id="{860A22DD-2389-9D5D-28BD-790C21A3EB91}"/>
                </a:ext>
              </a:extLst>
            </p:cNvPr>
            <p:cNvSpPr/>
            <p:nvPr/>
          </p:nvSpPr>
          <p:spPr>
            <a:xfrm>
              <a:off x="7283256" y="2213075"/>
              <a:ext cx="424716" cy="386273"/>
            </a:xfrm>
            <a:custGeom>
              <a:avLst/>
              <a:gdLst/>
              <a:ahLst/>
              <a:cxnLst/>
              <a:rect l="l" t="t" r="r" b="b"/>
              <a:pathLst>
                <a:path w="12193" h="11674" extrusionOk="0">
                  <a:moveTo>
                    <a:pt x="9483" y="1174"/>
                  </a:moveTo>
                  <a:lnTo>
                    <a:pt x="9483" y="2308"/>
                  </a:lnTo>
                  <a:cubicBezTo>
                    <a:pt x="9483" y="2497"/>
                    <a:pt x="9641" y="2655"/>
                    <a:pt x="9830" y="2655"/>
                  </a:cubicBezTo>
                  <a:lnTo>
                    <a:pt x="10901" y="2655"/>
                  </a:lnTo>
                  <a:lnTo>
                    <a:pt x="9515" y="4041"/>
                  </a:lnTo>
                  <a:lnTo>
                    <a:pt x="8097" y="4041"/>
                  </a:lnTo>
                  <a:lnTo>
                    <a:pt x="8097" y="2560"/>
                  </a:lnTo>
                  <a:lnTo>
                    <a:pt x="9483" y="1174"/>
                  </a:lnTo>
                  <a:close/>
                  <a:moveTo>
                    <a:pt x="4885" y="6181"/>
                  </a:moveTo>
                  <a:cubicBezTo>
                    <a:pt x="5033" y="6181"/>
                    <a:pt x="5183" y="6212"/>
                    <a:pt x="5325" y="6278"/>
                  </a:cubicBezTo>
                  <a:lnTo>
                    <a:pt x="4600" y="7003"/>
                  </a:lnTo>
                  <a:cubicBezTo>
                    <a:pt x="4474" y="7129"/>
                    <a:pt x="4474" y="7349"/>
                    <a:pt x="4600" y="7475"/>
                  </a:cubicBezTo>
                  <a:cubicBezTo>
                    <a:pt x="4663" y="7538"/>
                    <a:pt x="4750" y="7570"/>
                    <a:pt x="4836" y="7570"/>
                  </a:cubicBezTo>
                  <a:cubicBezTo>
                    <a:pt x="4923" y="7570"/>
                    <a:pt x="5010" y="7538"/>
                    <a:pt x="5073" y="7475"/>
                  </a:cubicBezTo>
                  <a:lnTo>
                    <a:pt x="5797" y="6751"/>
                  </a:lnTo>
                  <a:lnTo>
                    <a:pt x="5797" y="6751"/>
                  </a:lnTo>
                  <a:cubicBezTo>
                    <a:pt x="5986" y="7160"/>
                    <a:pt x="5892" y="7633"/>
                    <a:pt x="5577" y="7948"/>
                  </a:cubicBezTo>
                  <a:cubicBezTo>
                    <a:pt x="5388" y="8137"/>
                    <a:pt x="5128" y="8231"/>
                    <a:pt x="4864" y="8231"/>
                  </a:cubicBezTo>
                  <a:cubicBezTo>
                    <a:pt x="4600" y="8231"/>
                    <a:pt x="4332" y="8137"/>
                    <a:pt x="4127" y="7948"/>
                  </a:cubicBezTo>
                  <a:cubicBezTo>
                    <a:pt x="3749" y="7538"/>
                    <a:pt x="3749" y="6877"/>
                    <a:pt x="4127" y="6499"/>
                  </a:cubicBezTo>
                  <a:cubicBezTo>
                    <a:pt x="4333" y="6293"/>
                    <a:pt x="4606" y="6181"/>
                    <a:pt x="4885" y="6181"/>
                  </a:cubicBezTo>
                  <a:close/>
                  <a:moveTo>
                    <a:pt x="4897" y="4831"/>
                  </a:moveTo>
                  <a:cubicBezTo>
                    <a:pt x="5396" y="4831"/>
                    <a:pt x="5890" y="4990"/>
                    <a:pt x="6301" y="5301"/>
                  </a:cubicBezTo>
                  <a:lnTo>
                    <a:pt x="5829" y="5774"/>
                  </a:lnTo>
                  <a:cubicBezTo>
                    <a:pt x="5553" y="5590"/>
                    <a:pt x="5233" y="5499"/>
                    <a:pt x="4911" y="5499"/>
                  </a:cubicBezTo>
                  <a:cubicBezTo>
                    <a:pt x="4460" y="5499"/>
                    <a:pt x="4004" y="5677"/>
                    <a:pt x="3655" y="6026"/>
                  </a:cubicBezTo>
                  <a:cubicBezTo>
                    <a:pt x="2993" y="6688"/>
                    <a:pt x="2993" y="7790"/>
                    <a:pt x="3655" y="8420"/>
                  </a:cubicBezTo>
                  <a:cubicBezTo>
                    <a:pt x="3986" y="8751"/>
                    <a:pt x="4427" y="8917"/>
                    <a:pt x="4864" y="8917"/>
                  </a:cubicBezTo>
                  <a:cubicBezTo>
                    <a:pt x="5301" y="8917"/>
                    <a:pt x="5734" y="8751"/>
                    <a:pt x="6049" y="8420"/>
                  </a:cubicBezTo>
                  <a:cubicBezTo>
                    <a:pt x="6648" y="7822"/>
                    <a:pt x="6742" y="6908"/>
                    <a:pt x="6301" y="6246"/>
                  </a:cubicBezTo>
                  <a:lnTo>
                    <a:pt x="6774" y="5774"/>
                  </a:lnTo>
                  <a:lnTo>
                    <a:pt x="6774" y="5774"/>
                  </a:lnTo>
                  <a:cubicBezTo>
                    <a:pt x="7467" y="6719"/>
                    <a:pt x="7404" y="8074"/>
                    <a:pt x="6585" y="8924"/>
                  </a:cubicBezTo>
                  <a:cubicBezTo>
                    <a:pt x="6112" y="9397"/>
                    <a:pt x="5498" y="9633"/>
                    <a:pt x="4883" y="9633"/>
                  </a:cubicBezTo>
                  <a:cubicBezTo>
                    <a:pt x="4269" y="9633"/>
                    <a:pt x="3655" y="9397"/>
                    <a:pt x="3182" y="8924"/>
                  </a:cubicBezTo>
                  <a:cubicBezTo>
                    <a:pt x="2237" y="7979"/>
                    <a:pt x="2237" y="6499"/>
                    <a:pt x="3182" y="5553"/>
                  </a:cubicBezTo>
                  <a:cubicBezTo>
                    <a:pt x="3667" y="5068"/>
                    <a:pt x="4286" y="4831"/>
                    <a:pt x="4897" y="4831"/>
                  </a:cubicBezTo>
                  <a:close/>
                  <a:moveTo>
                    <a:pt x="4873" y="3463"/>
                  </a:moveTo>
                  <a:cubicBezTo>
                    <a:pt x="5728" y="3463"/>
                    <a:pt x="6583" y="3748"/>
                    <a:pt x="7278" y="4325"/>
                  </a:cubicBezTo>
                  <a:lnTo>
                    <a:pt x="6805" y="4797"/>
                  </a:lnTo>
                  <a:cubicBezTo>
                    <a:pt x="6228" y="4353"/>
                    <a:pt x="5533" y="4125"/>
                    <a:pt x="4844" y="4125"/>
                  </a:cubicBezTo>
                  <a:cubicBezTo>
                    <a:pt x="4065" y="4125"/>
                    <a:pt x="3294" y="4416"/>
                    <a:pt x="2710" y="5018"/>
                  </a:cubicBezTo>
                  <a:cubicBezTo>
                    <a:pt x="1481" y="6246"/>
                    <a:pt x="1481" y="8168"/>
                    <a:pt x="2710" y="9397"/>
                  </a:cubicBezTo>
                  <a:cubicBezTo>
                    <a:pt x="3324" y="10011"/>
                    <a:pt x="4112" y="10318"/>
                    <a:pt x="4899" y="10318"/>
                  </a:cubicBezTo>
                  <a:cubicBezTo>
                    <a:pt x="5687" y="10318"/>
                    <a:pt x="6474" y="10011"/>
                    <a:pt x="7089" y="9397"/>
                  </a:cubicBezTo>
                  <a:cubicBezTo>
                    <a:pt x="8223" y="8263"/>
                    <a:pt x="8255" y="6467"/>
                    <a:pt x="7309" y="5301"/>
                  </a:cubicBezTo>
                  <a:lnTo>
                    <a:pt x="7782" y="4829"/>
                  </a:lnTo>
                  <a:lnTo>
                    <a:pt x="7782" y="4829"/>
                  </a:lnTo>
                  <a:cubicBezTo>
                    <a:pt x="8979" y="6278"/>
                    <a:pt x="8885" y="8483"/>
                    <a:pt x="7530" y="9870"/>
                  </a:cubicBezTo>
                  <a:cubicBezTo>
                    <a:pt x="6790" y="10594"/>
                    <a:pt x="5821" y="10956"/>
                    <a:pt x="4856" y="10956"/>
                  </a:cubicBezTo>
                  <a:cubicBezTo>
                    <a:pt x="3891" y="10956"/>
                    <a:pt x="2930" y="10594"/>
                    <a:pt x="2206" y="9870"/>
                  </a:cubicBezTo>
                  <a:cubicBezTo>
                    <a:pt x="756" y="8420"/>
                    <a:pt x="756" y="6026"/>
                    <a:pt x="2206" y="4545"/>
                  </a:cubicBezTo>
                  <a:cubicBezTo>
                    <a:pt x="2941" y="3827"/>
                    <a:pt x="3907" y="3463"/>
                    <a:pt x="4873" y="3463"/>
                  </a:cubicBezTo>
                  <a:close/>
                  <a:moveTo>
                    <a:pt x="9899" y="0"/>
                  </a:moveTo>
                  <a:cubicBezTo>
                    <a:pt x="9813" y="0"/>
                    <a:pt x="9722" y="32"/>
                    <a:pt x="9641" y="103"/>
                  </a:cubicBezTo>
                  <a:lnTo>
                    <a:pt x="7561" y="2182"/>
                  </a:lnTo>
                  <a:cubicBezTo>
                    <a:pt x="7467" y="2277"/>
                    <a:pt x="7435" y="2340"/>
                    <a:pt x="7435" y="2434"/>
                  </a:cubicBezTo>
                  <a:lnTo>
                    <a:pt x="7435" y="3600"/>
                  </a:lnTo>
                  <a:cubicBezTo>
                    <a:pt x="6670" y="3071"/>
                    <a:pt x="5769" y="2807"/>
                    <a:pt x="4868" y="2807"/>
                  </a:cubicBezTo>
                  <a:cubicBezTo>
                    <a:pt x="3731" y="2807"/>
                    <a:pt x="2595" y="3229"/>
                    <a:pt x="1733" y="4073"/>
                  </a:cubicBezTo>
                  <a:cubicBezTo>
                    <a:pt x="0" y="5805"/>
                    <a:pt x="0" y="8641"/>
                    <a:pt x="1733" y="10374"/>
                  </a:cubicBezTo>
                  <a:cubicBezTo>
                    <a:pt x="2599" y="11240"/>
                    <a:pt x="3741" y="11673"/>
                    <a:pt x="4883" y="11673"/>
                  </a:cubicBezTo>
                  <a:cubicBezTo>
                    <a:pt x="6026" y="11673"/>
                    <a:pt x="7168" y="11240"/>
                    <a:pt x="8034" y="10374"/>
                  </a:cubicBezTo>
                  <a:cubicBezTo>
                    <a:pt x="9578" y="8861"/>
                    <a:pt x="9735" y="6436"/>
                    <a:pt x="8538" y="4703"/>
                  </a:cubicBezTo>
                  <a:lnTo>
                    <a:pt x="9672" y="4703"/>
                  </a:lnTo>
                  <a:cubicBezTo>
                    <a:pt x="9767" y="4703"/>
                    <a:pt x="9893" y="4671"/>
                    <a:pt x="9924" y="4608"/>
                  </a:cubicBezTo>
                  <a:lnTo>
                    <a:pt x="12004" y="2497"/>
                  </a:lnTo>
                  <a:cubicBezTo>
                    <a:pt x="12193" y="2308"/>
                    <a:pt x="12035" y="1962"/>
                    <a:pt x="11783" y="1962"/>
                  </a:cubicBezTo>
                  <a:lnTo>
                    <a:pt x="10239" y="1962"/>
                  </a:lnTo>
                  <a:lnTo>
                    <a:pt x="10239" y="355"/>
                  </a:lnTo>
                  <a:cubicBezTo>
                    <a:pt x="10239" y="141"/>
                    <a:pt x="10080" y="0"/>
                    <a:pt x="98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649BBF26-ED1A-ED8B-37E2-5C1847ED8BAC}"/>
              </a:ext>
            </a:extLst>
          </p:cNvPr>
          <p:cNvGrpSpPr/>
          <p:nvPr/>
        </p:nvGrpSpPr>
        <p:grpSpPr>
          <a:xfrm>
            <a:off x="706411" y="2198362"/>
            <a:ext cx="1849500" cy="1405848"/>
            <a:chOff x="706411" y="2198362"/>
            <a:chExt cx="1849500" cy="1405848"/>
          </a:xfrm>
        </p:grpSpPr>
        <p:grpSp>
          <p:nvGrpSpPr>
            <p:cNvPr id="36" name="Google Shape;3828;p46">
              <a:extLst>
                <a:ext uri="{FF2B5EF4-FFF2-40B4-BE49-F238E27FC236}">
                  <a16:creationId xmlns:a16="http://schemas.microsoft.com/office/drawing/2014/main" id="{F978EA1E-32AF-033F-9FEA-827F7CBBF4A7}"/>
                </a:ext>
              </a:extLst>
            </p:cNvPr>
            <p:cNvGrpSpPr/>
            <p:nvPr/>
          </p:nvGrpSpPr>
          <p:grpSpPr>
            <a:xfrm>
              <a:off x="706411" y="2198362"/>
              <a:ext cx="1849500" cy="1405848"/>
              <a:chOff x="719800" y="1896535"/>
              <a:chExt cx="1849500" cy="1405848"/>
            </a:xfrm>
          </p:grpSpPr>
          <p:sp>
            <p:nvSpPr>
              <p:cNvPr id="37" name="Google Shape;3829;p46">
                <a:extLst>
                  <a:ext uri="{FF2B5EF4-FFF2-40B4-BE49-F238E27FC236}">
                    <a16:creationId xmlns:a16="http://schemas.microsoft.com/office/drawing/2014/main" id="{19092E46-F016-85AE-96C3-14BCAD27976F}"/>
                  </a:ext>
                </a:extLst>
              </p:cNvPr>
              <p:cNvSpPr txBox="1"/>
              <p:nvPr/>
            </p:nvSpPr>
            <p:spPr>
              <a:xfrm>
                <a:off x="719800" y="2315912"/>
                <a:ext cx="1849500" cy="986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Dynamic and Machine-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Readable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Structure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38" name="Google Shape;3810;p46">
                <a:extLst>
                  <a:ext uri="{FF2B5EF4-FFF2-40B4-BE49-F238E27FC236}">
                    <a16:creationId xmlns:a16="http://schemas.microsoft.com/office/drawing/2014/main" id="{54C6971E-39C0-A3CA-4C22-D498D5CCCEEB}"/>
                  </a:ext>
                </a:extLst>
              </p:cNvPr>
              <p:cNvSpPr/>
              <p:nvPr/>
            </p:nvSpPr>
            <p:spPr>
              <a:xfrm>
                <a:off x="737800" y="1896535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7A002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62" name="Google Shape;15116;p81">
              <a:extLst>
                <a:ext uri="{FF2B5EF4-FFF2-40B4-BE49-F238E27FC236}">
                  <a16:creationId xmlns:a16="http://schemas.microsoft.com/office/drawing/2014/main" id="{A574211B-BB3A-33C6-083B-685C36C13D1D}"/>
                </a:ext>
              </a:extLst>
            </p:cNvPr>
            <p:cNvGrpSpPr/>
            <p:nvPr/>
          </p:nvGrpSpPr>
          <p:grpSpPr>
            <a:xfrm>
              <a:off x="1426025" y="2230908"/>
              <a:ext cx="362589" cy="350608"/>
              <a:chOff x="-3137650" y="2787000"/>
              <a:chExt cx="291450" cy="257575"/>
            </a:xfrm>
            <a:solidFill>
              <a:schemeClr val="bg1"/>
            </a:solidFill>
          </p:grpSpPr>
          <p:sp>
            <p:nvSpPr>
              <p:cNvPr id="63" name="Google Shape;15117;p81">
                <a:extLst>
                  <a:ext uri="{FF2B5EF4-FFF2-40B4-BE49-F238E27FC236}">
                    <a16:creationId xmlns:a16="http://schemas.microsoft.com/office/drawing/2014/main" id="{C3B39C13-D601-836E-4A82-6C2DC4B8CE20}"/>
                  </a:ext>
                </a:extLst>
              </p:cNvPr>
              <p:cNvSpPr/>
              <p:nvPr/>
            </p:nvSpPr>
            <p:spPr>
              <a:xfrm>
                <a:off x="-3137650" y="2787000"/>
                <a:ext cx="291450" cy="25757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0303" extrusionOk="0">
                    <a:moveTo>
                      <a:pt x="10618" y="693"/>
                    </a:moveTo>
                    <a:cubicBezTo>
                      <a:pt x="10807" y="693"/>
                      <a:pt x="10964" y="851"/>
                      <a:pt x="10964" y="1040"/>
                    </a:cubicBezTo>
                    <a:lnTo>
                      <a:pt x="10964" y="2741"/>
                    </a:lnTo>
                    <a:lnTo>
                      <a:pt x="662" y="2741"/>
                    </a:lnTo>
                    <a:lnTo>
                      <a:pt x="662" y="1040"/>
                    </a:lnTo>
                    <a:cubicBezTo>
                      <a:pt x="662" y="851"/>
                      <a:pt x="820" y="693"/>
                      <a:pt x="1009" y="693"/>
                    </a:cubicBezTo>
                    <a:close/>
                    <a:moveTo>
                      <a:pt x="10996" y="3403"/>
                    </a:moveTo>
                    <a:lnTo>
                      <a:pt x="10996" y="9231"/>
                    </a:lnTo>
                    <a:cubicBezTo>
                      <a:pt x="10964" y="9420"/>
                      <a:pt x="10838" y="9578"/>
                      <a:pt x="10618" y="9578"/>
                    </a:cubicBezTo>
                    <a:lnTo>
                      <a:pt x="1009" y="9578"/>
                    </a:lnTo>
                    <a:cubicBezTo>
                      <a:pt x="820" y="9578"/>
                      <a:pt x="662" y="9420"/>
                      <a:pt x="662" y="9231"/>
                    </a:cubicBezTo>
                    <a:lnTo>
                      <a:pt x="662" y="3403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40"/>
                    </a:cubicBezTo>
                    <a:lnTo>
                      <a:pt x="1" y="9263"/>
                    </a:lnTo>
                    <a:cubicBezTo>
                      <a:pt x="1" y="9830"/>
                      <a:pt x="473" y="10302"/>
                      <a:pt x="1009" y="10302"/>
                    </a:cubicBezTo>
                    <a:lnTo>
                      <a:pt x="10618" y="10302"/>
                    </a:lnTo>
                    <a:cubicBezTo>
                      <a:pt x="11185" y="10302"/>
                      <a:pt x="11658" y="9830"/>
                      <a:pt x="11658" y="9263"/>
                    </a:cubicBezTo>
                    <a:lnTo>
                      <a:pt x="11658" y="1040"/>
                    </a:lnTo>
                    <a:cubicBezTo>
                      <a:pt x="11658" y="441"/>
                      <a:pt x="11217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5118;p81">
                <a:extLst>
                  <a:ext uri="{FF2B5EF4-FFF2-40B4-BE49-F238E27FC236}">
                    <a16:creationId xmlns:a16="http://schemas.microsoft.com/office/drawing/2014/main" id="{68817276-4FC5-8585-E560-CB09D787D5E8}"/>
                  </a:ext>
                </a:extLst>
              </p:cNvPr>
              <p:cNvSpPr/>
              <p:nvPr/>
            </p:nvSpPr>
            <p:spPr>
              <a:xfrm>
                <a:off x="-3104575" y="2820875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48" y="693"/>
                    </a:cubicBezTo>
                    <a:cubicBezTo>
                      <a:pt x="568" y="693"/>
                      <a:pt x="726" y="536"/>
                      <a:pt x="726" y="347"/>
                    </a:cubicBezTo>
                    <a:cubicBezTo>
                      <a:pt x="726" y="158"/>
                      <a:pt x="568" y="0"/>
                      <a:pt x="3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5119;p81">
                <a:extLst>
                  <a:ext uri="{FF2B5EF4-FFF2-40B4-BE49-F238E27FC236}">
                    <a16:creationId xmlns:a16="http://schemas.microsoft.com/office/drawing/2014/main" id="{56FFA5C9-90AA-31B5-03D4-66E3A4BB505B}"/>
                  </a:ext>
                </a:extLst>
              </p:cNvPr>
              <p:cNvSpPr/>
              <p:nvPr/>
            </p:nvSpPr>
            <p:spPr>
              <a:xfrm>
                <a:off x="-3069900" y="28208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5120;p81">
                <a:extLst>
                  <a:ext uri="{FF2B5EF4-FFF2-40B4-BE49-F238E27FC236}">
                    <a16:creationId xmlns:a16="http://schemas.microsoft.com/office/drawing/2014/main" id="{2A8A1557-7A21-B81B-1BCC-EBEF2B843337}"/>
                  </a:ext>
                </a:extLst>
              </p:cNvPr>
              <p:cNvSpPr/>
              <p:nvPr/>
            </p:nvSpPr>
            <p:spPr>
              <a:xfrm>
                <a:off x="-3035250" y="28208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5121;p81">
                <a:extLst>
                  <a:ext uri="{FF2B5EF4-FFF2-40B4-BE49-F238E27FC236}">
                    <a16:creationId xmlns:a16="http://schemas.microsoft.com/office/drawing/2014/main" id="{AADE5373-0D69-F624-62ED-9C6CE12FA7E8}"/>
                  </a:ext>
                </a:extLst>
              </p:cNvPr>
              <p:cNvSpPr/>
              <p:nvPr/>
            </p:nvSpPr>
            <p:spPr>
              <a:xfrm>
                <a:off x="-3002175" y="2820875"/>
                <a:ext cx="1213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694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32" y="536"/>
                      <a:pt x="190" y="693"/>
                      <a:pt x="347" y="693"/>
                    </a:cubicBezTo>
                    <a:lnTo>
                      <a:pt x="4506" y="693"/>
                    </a:lnTo>
                    <a:cubicBezTo>
                      <a:pt x="4695" y="693"/>
                      <a:pt x="4852" y="536"/>
                      <a:pt x="4852" y="347"/>
                    </a:cubicBezTo>
                    <a:cubicBezTo>
                      <a:pt x="4852" y="158"/>
                      <a:pt x="4695" y="0"/>
                      <a:pt x="450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5122;p81">
                <a:extLst>
                  <a:ext uri="{FF2B5EF4-FFF2-40B4-BE49-F238E27FC236}">
                    <a16:creationId xmlns:a16="http://schemas.microsoft.com/office/drawing/2014/main" id="{67AAF64C-3541-3028-E223-06D06C073707}"/>
                  </a:ext>
                </a:extLst>
              </p:cNvPr>
              <p:cNvSpPr/>
              <p:nvPr/>
            </p:nvSpPr>
            <p:spPr>
              <a:xfrm>
                <a:off x="-2948625" y="2907300"/>
                <a:ext cx="52025" cy="8530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3412" extrusionOk="0">
                    <a:moveTo>
                      <a:pt x="347" y="1"/>
                    </a:moveTo>
                    <a:cubicBezTo>
                      <a:pt x="261" y="1"/>
                      <a:pt x="174" y="24"/>
                      <a:pt x="127" y="72"/>
                    </a:cubicBezTo>
                    <a:cubicBezTo>
                      <a:pt x="1" y="198"/>
                      <a:pt x="1" y="450"/>
                      <a:pt x="127" y="544"/>
                    </a:cubicBezTo>
                    <a:lnTo>
                      <a:pt x="1261" y="1710"/>
                    </a:lnTo>
                    <a:lnTo>
                      <a:pt x="127" y="2844"/>
                    </a:lnTo>
                    <a:cubicBezTo>
                      <a:pt x="1" y="2970"/>
                      <a:pt x="1" y="3191"/>
                      <a:pt x="127" y="3317"/>
                    </a:cubicBezTo>
                    <a:cubicBezTo>
                      <a:pt x="174" y="3380"/>
                      <a:pt x="261" y="3411"/>
                      <a:pt x="347" y="3411"/>
                    </a:cubicBezTo>
                    <a:cubicBezTo>
                      <a:pt x="434" y="3411"/>
                      <a:pt x="521" y="3380"/>
                      <a:pt x="568" y="3317"/>
                    </a:cubicBezTo>
                    <a:lnTo>
                      <a:pt x="1954" y="1930"/>
                    </a:lnTo>
                    <a:cubicBezTo>
                      <a:pt x="2080" y="1804"/>
                      <a:pt x="2080" y="1584"/>
                      <a:pt x="1954" y="1458"/>
                    </a:cubicBezTo>
                    <a:lnTo>
                      <a:pt x="568" y="72"/>
                    </a:lnTo>
                    <a:cubicBezTo>
                      <a:pt x="521" y="24"/>
                      <a:pt x="434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5123;p81">
                <a:extLst>
                  <a:ext uri="{FF2B5EF4-FFF2-40B4-BE49-F238E27FC236}">
                    <a16:creationId xmlns:a16="http://schemas.microsoft.com/office/drawing/2014/main" id="{2090DB2F-93A9-E97F-67B3-0E3BD7400AC9}"/>
                  </a:ext>
                </a:extLst>
              </p:cNvPr>
              <p:cNvSpPr/>
              <p:nvPr/>
            </p:nvSpPr>
            <p:spPr>
              <a:xfrm>
                <a:off x="-3088025" y="2907300"/>
                <a:ext cx="53575" cy="8530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3412" extrusionOk="0">
                    <a:moveTo>
                      <a:pt x="1749" y="1"/>
                    </a:moveTo>
                    <a:cubicBezTo>
                      <a:pt x="1662" y="1"/>
                      <a:pt x="1576" y="24"/>
                      <a:pt x="1513" y="72"/>
                    </a:cubicBezTo>
                    <a:lnTo>
                      <a:pt x="127" y="1458"/>
                    </a:lnTo>
                    <a:cubicBezTo>
                      <a:pt x="1" y="1584"/>
                      <a:pt x="1" y="1804"/>
                      <a:pt x="127" y="1930"/>
                    </a:cubicBezTo>
                    <a:lnTo>
                      <a:pt x="1513" y="3317"/>
                    </a:lnTo>
                    <a:cubicBezTo>
                      <a:pt x="1576" y="3380"/>
                      <a:pt x="1662" y="3411"/>
                      <a:pt x="1749" y="3411"/>
                    </a:cubicBezTo>
                    <a:cubicBezTo>
                      <a:pt x="1836" y="3411"/>
                      <a:pt x="1922" y="3380"/>
                      <a:pt x="1985" y="3317"/>
                    </a:cubicBezTo>
                    <a:cubicBezTo>
                      <a:pt x="2111" y="3191"/>
                      <a:pt x="2111" y="2970"/>
                      <a:pt x="1985" y="2844"/>
                    </a:cubicBezTo>
                    <a:lnTo>
                      <a:pt x="851" y="1710"/>
                    </a:lnTo>
                    <a:lnTo>
                      <a:pt x="1985" y="544"/>
                    </a:lnTo>
                    <a:cubicBezTo>
                      <a:pt x="2143" y="450"/>
                      <a:pt x="2143" y="198"/>
                      <a:pt x="1985" y="72"/>
                    </a:cubicBezTo>
                    <a:cubicBezTo>
                      <a:pt x="1922" y="24"/>
                      <a:pt x="1836" y="1"/>
                      <a:pt x="17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5124;p81">
                <a:extLst>
                  <a:ext uri="{FF2B5EF4-FFF2-40B4-BE49-F238E27FC236}">
                    <a16:creationId xmlns:a16="http://schemas.microsoft.com/office/drawing/2014/main" id="{CECA0660-1261-B2F9-0BA3-79A79604F29D}"/>
                  </a:ext>
                </a:extLst>
              </p:cNvPr>
              <p:cNvSpPr/>
              <p:nvPr/>
            </p:nvSpPr>
            <p:spPr>
              <a:xfrm>
                <a:off x="-3019500" y="2888975"/>
                <a:ext cx="54375" cy="119400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4776" extrusionOk="0">
                    <a:moveTo>
                      <a:pt x="1778" y="0"/>
                    </a:moveTo>
                    <a:cubicBezTo>
                      <a:pt x="1617" y="0"/>
                      <a:pt x="1501" y="108"/>
                      <a:pt x="1450" y="237"/>
                    </a:cubicBezTo>
                    <a:lnTo>
                      <a:pt x="63" y="4333"/>
                    </a:lnTo>
                    <a:cubicBezTo>
                      <a:pt x="0" y="4522"/>
                      <a:pt x="95" y="4680"/>
                      <a:pt x="253" y="4743"/>
                    </a:cubicBezTo>
                    <a:cubicBezTo>
                      <a:pt x="305" y="4765"/>
                      <a:pt x="354" y="4775"/>
                      <a:pt x="399" y="4775"/>
                    </a:cubicBezTo>
                    <a:cubicBezTo>
                      <a:pt x="543" y="4775"/>
                      <a:pt x="646" y="4674"/>
                      <a:pt x="694" y="4554"/>
                    </a:cubicBezTo>
                    <a:lnTo>
                      <a:pt x="2080" y="458"/>
                    </a:lnTo>
                    <a:cubicBezTo>
                      <a:pt x="2174" y="300"/>
                      <a:pt x="2048" y="111"/>
                      <a:pt x="1891" y="17"/>
                    </a:cubicBezTo>
                    <a:cubicBezTo>
                      <a:pt x="1851" y="6"/>
                      <a:pt x="1813" y="0"/>
                      <a:pt x="17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F445D2FE-F0A6-CAD9-F536-36BBAFEDCBAD}"/>
              </a:ext>
            </a:extLst>
          </p:cNvPr>
          <p:cNvGrpSpPr/>
          <p:nvPr/>
        </p:nvGrpSpPr>
        <p:grpSpPr>
          <a:xfrm>
            <a:off x="706411" y="3905724"/>
            <a:ext cx="1849500" cy="1409977"/>
            <a:chOff x="706411" y="3905724"/>
            <a:chExt cx="1849500" cy="1409977"/>
          </a:xfrm>
        </p:grpSpPr>
        <p:grpSp>
          <p:nvGrpSpPr>
            <p:cNvPr id="22" name="Google Shape;3815;p46">
              <a:extLst>
                <a:ext uri="{FF2B5EF4-FFF2-40B4-BE49-F238E27FC236}">
                  <a16:creationId xmlns:a16="http://schemas.microsoft.com/office/drawing/2014/main" id="{9811801F-304F-EC6B-F164-0653F6F09E46}"/>
                </a:ext>
              </a:extLst>
            </p:cNvPr>
            <p:cNvGrpSpPr/>
            <p:nvPr/>
          </p:nvGrpSpPr>
          <p:grpSpPr>
            <a:xfrm>
              <a:off x="706411" y="3905724"/>
              <a:ext cx="1849500" cy="1409977"/>
              <a:chOff x="719800" y="3603897"/>
              <a:chExt cx="1849500" cy="1409977"/>
            </a:xfrm>
          </p:grpSpPr>
          <p:sp>
            <p:nvSpPr>
              <p:cNvPr id="23" name="Google Shape;3816;p46">
                <a:extLst>
                  <a:ext uri="{FF2B5EF4-FFF2-40B4-BE49-F238E27FC236}">
                    <a16:creationId xmlns:a16="http://schemas.microsoft.com/office/drawing/2014/main" id="{C503CED2-CCB7-AB6A-151F-BF9134FC902A}"/>
                  </a:ext>
                </a:extLst>
              </p:cNvPr>
              <p:cNvSpPr txBox="1"/>
              <p:nvPr/>
            </p:nvSpPr>
            <p:spPr>
              <a:xfrm>
                <a:off x="719800" y="4023276"/>
                <a:ext cx="1849500" cy="99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Integration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of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Automation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and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Autonomy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24" name="Google Shape;3812;p46">
                <a:extLst>
                  <a:ext uri="{FF2B5EF4-FFF2-40B4-BE49-F238E27FC236}">
                    <a16:creationId xmlns:a16="http://schemas.microsoft.com/office/drawing/2014/main" id="{78226E41-0B85-08D3-A0EB-36D76E4F18BF}"/>
                  </a:ext>
                </a:extLst>
              </p:cNvPr>
              <p:cNvSpPr/>
              <p:nvPr/>
            </p:nvSpPr>
            <p:spPr>
              <a:xfrm>
                <a:off x="737800" y="3603897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A8003B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71" name="Google Shape;15133;p81">
              <a:extLst>
                <a:ext uri="{FF2B5EF4-FFF2-40B4-BE49-F238E27FC236}">
                  <a16:creationId xmlns:a16="http://schemas.microsoft.com/office/drawing/2014/main" id="{7DDE1C64-4958-B881-EF7E-C457C14D59F5}"/>
                </a:ext>
              </a:extLst>
            </p:cNvPr>
            <p:cNvGrpSpPr/>
            <p:nvPr/>
          </p:nvGrpSpPr>
          <p:grpSpPr>
            <a:xfrm>
              <a:off x="1443427" y="3928008"/>
              <a:ext cx="375468" cy="374811"/>
              <a:chOff x="-4573475" y="2045850"/>
              <a:chExt cx="293800" cy="293800"/>
            </a:xfrm>
            <a:solidFill>
              <a:schemeClr val="bg1"/>
            </a:solidFill>
          </p:grpSpPr>
          <p:sp>
            <p:nvSpPr>
              <p:cNvPr id="72" name="Google Shape;15134;p81">
                <a:extLst>
                  <a:ext uri="{FF2B5EF4-FFF2-40B4-BE49-F238E27FC236}">
                    <a16:creationId xmlns:a16="http://schemas.microsoft.com/office/drawing/2014/main" id="{C7BBA366-87CA-F553-8318-4DAD9B195B7A}"/>
                  </a:ext>
                </a:extLst>
              </p:cNvPr>
              <p:cNvSpPr/>
              <p:nvPr/>
            </p:nvSpPr>
            <p:spPr>
              <a:xfrm>
                <a:off x="-4573475" y="2045850"/>
                <a:ext cx="293800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52" extrusionOk="0">
                    <a:moveTo>
                      <a:pt x="6333" y="756"/>
                    </a:moveTo>
                    <a:lnTo>
                      <a:pt x="6459" y="1292"/>
                    </a:lnTo>
                    <a:cubicBezTo>
                      <a:pt x="6490" y="1418"/>
                      <a:pt x="6585" y="1544"/>
                      <a:pt x="6742" y="1576"/>
                    </a:cubicBezTo>
                    <a:cubicBezTo>
                      <a:pt x="7372" y="1702"/>
                      <a:pt x="7908" y="1922"/>
                      <a:pt x="8444" y="2300"/>
                    </a:cubicBezTo>
                    <a:cubicBezTo>
                      <a:pt x="8491" y="2332"/>
                      <a:pt x="8546" y="2347"/>
                      <a:pt x="8605" y="2347"/>
                    </a:cubicBezTo>
                    <a:cubicBezTo>
                      <a:pt x="8664" y="2347"/>
                      <a:pt x="8727" y="2332"/>
                      <a:pt x="8790" y="2300"/>
                    </a:cubicBezTo>
                    <a:lnTo>
                      <a:pt x="9231" y="2017"/>
                    </a:lnTo>
                    <a:lnTo>
                      <a:pt x="9798" y="2584"/>
                    </a:lnTo>
                    <a:lnTo>
                      <a:pt x="9546" y="3025"/>
                    </a:lnTo>
                    <a:cubicBezTo>
                      <a:pt x="9452" y="3151"/>
                      <a:pt x="9452" y="3308"/>
                      <a:pt x="9546" y="3371"/>
                    </a:cubicBezTo>
                    <a:cubicBezTo>
                      <a:pt x="9893" y="3907"/>
                      <a:pt x="10113" y="4505"/>
                      <a:pt x="10239" y="5073"/>
                    </a:cubicBezTo>
                    <a:cubicBezTo>
                      <a:pt x="10271" y="5199"/>
                      <a:pt x="10365" y="5325"/>
                      <a:pt x="10523" y="5356"/>
                    </a:cubicBezTo>
                    <a:lnTo>
                      <a:pt x="11058" y="5482"/>
                    </a:lnTo>
                    <a:lnTo>
                      <a:pt x="11058" y="6301"/>
                    </a:lnTo>
                    <a:lnTo>
                      <a:pt x="10523" y="6427"/>
                    </a:lnTo>
                    <a:cubicBezTo>
                      <a:pt x="10397" y="6459"/>
                      <a:pt x="10271" y="6553"/>
                      <a:pt x="10239" y="6711"/>
                    </a:cubicBezTo>
                    <a:cubicBezTo>
                      <a:pt x="10113" y="7309"/>
                      <a:pt x="9893" y="7877"/>
                      <a:pt x="9546" y="8381"/>
                    </a:cubicBezTo>
                    <a:cubicBezTo>
                      <a:pt x="9452" y="8507"/>
                      <a:pt x="9452" y="8633"/>
                      <a:pt x="9546" y="8759"/>
                    </a:cubicBezTo>
                    <a:lnTo>
                      <a:pt x="9798" y="9168"/>
                    </a:lnTo>
                    <a:lnTo>
                      <a:pt x="9231" y="9767"/>
                    </a:lnTo>
                    <a:lnTo>
                      <a:pt x="8790" y="9483"/>
                    </a:lnTo>
                    <a:cubicBezTo>
                      <a:pt x="8727" y="9452"/>
                      <a:pt x="8656" y="9436"/>
                      <a:pt x="8593" y="9436"/>
                    </a:cubicBezTo>
                    <a:cubicBezTo>
                      <a:pt x="8530" y="9436"/>
                      <a:pt x="8475" y="9452"/>
                      <a:pt x="8444" y="9483"/>
                    </a:cubicBezTo>
                    <a:cubicBezTo>
                      <a:pt x="7908" y="9861"/>
                      <a:pt x="7341" y="10082"/>
                      <a:pt x="6742" y="10208"/>
                    </a:cubicBezTo>
                    <a:cubicBezTo>
                      <a:pt x="6616" y="10239"/>
                      <a:pt x="6490" y="10334"/>
                      <a:pt x="6459" y="10428"/>
                    </a:cubicBezTo>
                    <a:lnTo>
                      <a:pt x="6333" y="10964"/>
                    </a:lnTo>
                    <a:lnTo>
                      <a:pt x="5514" y="10964"/>
                    </a:lnTo>
                    <a:lnTo>
                      <a:pt x="5388" y="10428"/>
                    </a:lnTo>
                    <a:cubicBezTo>
                      <a:pt x="5356" y="10334"/>
                      <a:pt x="5230" y="10208"/>
                      <a:pt x="5136" y="10208"/>
                    </a:cubicBezTo>
                    <a:cubicBezTo>
                      <a:pt x="4505" y="10082"/>
                      <a:pt x="3938" y="9861"/>
                      <a:pt x="3434" y="9483"/>
                    </a:cubicBezTo>
                    <a:cubicBezTo>
                      <a:pt x="3371" y="9452"/>
                      <a:pt x="3308" y="9436"/>
                      <a:pt x="3249" y="9436"/>
                    </a:cubicBezTo>
                    <a:cubicBezTo>
                      <a:pt x="3190" y="9436"/>
                      <a:pt x="3135" y="9452"/>
                      <a:pt x="3088" y="9483"/>
                    </a:cubicBezTo>
                    <a:lnTo>
                      <a:pt x="2647" y="9767"/>
                    </a:lnTo>
                    <a:lnTo>
                      <a:pt x="2048" y="9168"/>
                    </a:lnTo>
                    <a:lnTo>
                      <a:pt x="2332" y="8759"/>
                    </a:lnTo>
                    <a:cubicBezTo>
                      <a:pt x="2395" y="8633"/>
                      <a:pt x="2395" y="8475"/>
                      <a:pt x="2332" y="8381"/>
                    </a:cubicBezTo>
                    <a:cubicBezTo>
                      <a:pt x="1985" y="7877"/>
                      <a:pt x="1733" y="7278"/>
                      <a:pt x="1607" y="6711"/>
                    </a:cubicBezTo>
                    <a:cubicBezTo>
                      <a:pt x="1575" y="6585"/>
                      <a:pt x="1512" y="6459"/>
                      <a:pt x="1386" y="6427"/>
                    </a:cubicBezTo>
                    <a:lnTo>
                      <a:pt x="882" y="6301"/>
                    </a:lnTo>
                    <a:lnTo>
                      <a:pt x="882" y="5482"/>
                    </a:lnTo>
                    <a:lnTo>
                      <a:pt x="1386" y="5356"/>
                    </a:lnTo>
                    <a:cubicBezTo>
                      <a:pt x="1512" y="5325"/>
                      <a:pt x="1607" y="5199"/>
                      <a:pt x="1607" y="5073"/>
                    </a:cubicBezTo>
                    <a:cubicBezTo>
                      <a:pt x="1733" y="4442"/>
                      <a:pt x="1985" y="3907"/>
                      <a:pt x="2332" y="3371"/>
                    </a:cubicBezTo>
                    <a:cubicBezTo>
                      <a:pt x="2395" y="3277"/>
                      <a:pt x="2395" y="3151"/>
                      <a:pt x="2332" y="3025"/>
                    </a:cubicBezTo>
                    <a:lnTo>
                      <a:pt x="2048" y="2584"/>
                    </a:lnTo>
                    <a:lnTo>
                      <a:pt x="2647" y="2017"/>
                    </a:lnTo>
                    <a:lnTo>
                      <a:pt x="3088" y="2300"/>
                    </a:lnTo>
                    <a:cubicBezTo>
                      <a:pt x="3135" y="2332"/>
                      <a:pt x="3198" y="2347"/>
                      <a:pt x="3261" y="2347"/>
                    </a:cubicBezTo>
                    <a:cubicBezTo>
                      <a:pt x="3324" y="2347"/>
                      <a:pt x="3387" y="2332"/>
                      <a:pt x="3434" y="2300"/>
                    </a:cubicBezTo>
                    <a:cubicBezTo>
                      <a:pt x="3938" y="1922"/>
                      <a:pt x="4537" y="1702"/>
                      <a:pt x="5136" y="1576"/>
                    </a:cubicBezTo>
                    <a:cubicBezTo>
                      <a:pt x="5230" y="1544"/>
                      <a:pt x="5356" y="1450"/>
                      <a:pt x="5388" y="1292"/>
                    </a:cubicBezTo>
                    <a:lnTo>
                      <a:pt x="5514" y="756"/>
                    </a:lnTo>
                    <a:close/>
                    <a:moveTo>
                      <a:pt x="5167" y="0"/>
                    </a:moveTo>
                    <a:cubicBezTo>
                      <a:pt x="5009" y="0"/>
                      <a:pt x="4852" y="126"/>
                      <a:pt x="4852" y="284"/>
                    </a:cubicBezTo>
                    <a:lnTo>
                      <a:pt x="4694" y="882"/>
                    </a:lnTo>
                    <a:cubicBezTo>
                      <a:pt x="4127" y="977"/>
                      <a:pt x="3623" y="1229"/>
                      <a:pt x="3119" y="1513"/>
                    </a:cubicBezTo>
                    <a:lnTo>
                      <a:pt x="2615" y="1197"/>
                    </a:lnTo>
                    <a:cubicBezTo>
                      <a:pt x="2557" y="1154"/>
                      <a:pt x="2485" y="1130"/>
                      <a:pt x="2412" y="1130"/>
                    </a:cubicBezTo>
                    <a:cubicBezTo>
                      <a:pt x="2327" y="1130"/>
                      <a:pt x="2242" y="1161"/>
                      <a:pt x="2174" y="1229"/>
                    </a:cubicBezTo>
                    <a:lnTo>
                      <a:pt x="1197" y="2206"/>
                    </a:lnTo>
                    <a:cubicBezTo>
                      <a:pt x="1071" y="2332"/>
                      <a:pt x="1071" y="2489"/>
                      <a:pt x="1134" y="2647"/>
                    </a:cubicBezTo>
                    <a:lnTo>
                      <a:pt x="1449" y="3151"/>
                    </a:lnTo>
                    <a:cubicBezTo>
                      <a:pt x="1134" y="3623"/>
                      <a:pt x="945" y="4159"/>
                      <a:pt x="819" y="4726"/>
                    </a:cubicBezTo>
                    <a:lnTo>
                      <a:pt x="284" y="4884"/>
                    </a:lnTo>
                    <a:cubicBezTo>
                      <a:pt x="126" y="4915"/>
                      <a:pt x="0" y="5041"/>
                      <a:pt x="0" y="5199"/>
                    </a:cubicBezTo>
                    <a:lnTo>
                      <a:pt x="0" y="6585"/>
                    </a:lnTo>
                    <a:cubicBezTo>
                      <a:pt x="0" y="6742"/>
                      <a:pt x="126" y="6868"/>
                      <a:pt x="284" y="6900"/>
                    </a:cubicBezTo>
                    <a:lnTo>
                      <a:pt x="819" y="7057"/>
                    </a:lnTo>
                    <a:cubicBezTo>
                      <a:pt x="945" y="7593"/>
                      <a:pt x="1197" y="8129"/>
                      <a:pt x="1449" y="8633"/>
                    </a:cubicBezTo>
                    <a:lnTo>
                      <a:pt x="1134" y="9137"/>
                    </a:lnTo>
                    <a:cubicBezTo>
                      <a:pt x="1071" y="9263"/>
                      <a:pt x="1071" y="9452"/>
                      <a:pt x="1197" y="9578"/>
                    </a:cubicBezTo>
                    <a:lnTo>
                      <a:pt x="2174" y="10554"/>
                    </a:lnTo>
                    <a:cubicBezTo>
                      <a:pt x="2242" y="10622"/>
                      <a:pt x="2318" y="10653"/>
                      <a:pt x="2399" y="10653"/>
                    </a:cubicBezTo>
                    <a:cubicBezTo>
                      <a:pt x="2469" y="10653"/>
                      <a:pt x="2542" y="10630"/>
                      <a:pt x="2615" y="10586"/>
                    </a:cubicBezTo>
                    <a:lnTo>
                      <a:pt x="3119" y="10271"/>
                    </a:lnTo>
                    <a:cubicBezTo>
                      <a:pt x="3592" y="10586"/>
                      <a:pt x="4127" y="10806"/>
                      <a:pt x="4694" y="10901"/>
                    </a:cubicBezTo>
                    <a:lnTo>
                      <a:pt x="4852" y="11468"/>
                    </a:lnTo>
                    <a:cubicBezTo>
                      <a:pt x="4883" y="11626"/>
                      <a:pt x="5009" y="11752"/>
                      <a:pt x="5167" y="11752"/>
                    </a:cubicBezTo>
                    <a:lnTo>
                      <a:pt x="6553" y="11752"/>
                    </a:lnTo>
                    <a:cubicBezTo>
                      <a:pt x="6711" y="11752"/>
                      <a:pt x="6805" y="11626"/>
                      <a:pt x="6868" y="11468"/>
                    </a:cubicBezTo>
                    <a:lnTo>
                      <a:pt x="7026" y="10901"/>
                    </a:lnTo>
                    <a:cubicBezTo>
                      <a:pt x="7561" y="10806"/>
                      <a:pt x="8065" y="10554"/>
                      <a:pt x="8601" y="10271"/>
                    </a:cubicBezTo>
                    <a:lnTo>
                      <a:pt x="9105" y="10586"/>
                    </a:lnTo>
                    <a:cubicBezTo>
                      <a:pt x="9164" y="10630"/>
                      <a:pt x="9236" y="10653"/>
                      <a:pt x="9309" y="10653"/>
                    </a:cubicBezTo>
                    <a:cubicBezTo>
                      <a:pt x="9393" y="10653"/>
                      <a:pt x="9479" y="10622"/>
                      <a:pt x="9546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4" y="9137"/>
                    </a:cubicBezTo>
                    <a:lnTo>
                      <a:pt x="10239" y="8633"/>
                    </a:lnTo>
                    <a:cubicBezTo>
                      <a:pt x="10554" y="8160"/>
                      <a:pt x="10743" y="7656"/>
                      <a:pt x="10869" y="7057"/>
                    </a:cubicBezTo>
                    <a:lnTo>
                      <a:pt x="11468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9"/>
                    </a:lnTo>
                    <a:cubicBezTo>
                      <a:pt x="11752" y="5041"/>
                      <a:pt x="11626" y="4915"/>
                      <a:pt x="11468" y="4884"/>
                    </a:cubicBezTo>
                    <a:lnTo>
                      <a:pt x="10869" y="4726"/>
                    </a:lnTo>
                    <a:cubicBezTo>
                      <a:pt x="10743" y="4159"/>
                      <a:pt x="10523" y="3655"/>
                      <a:pt x="10239" y="3151"/>
                    </a:cubicBezTo>
                    <a:lnTo>
                      <a:pt x="10554" y="2647"/>
                    </a:lnTo>
                    <a:cubicBezTo>
                      <a:pt x="10649" y="2521"/>
                      <a:pt x="10649" y="2332"/>
                      <a:pt x="10523" y="2206"/>
                    </a:cubicBezTo>
                    <a:lnTo>
                      <a:pt x="9546" y="1229"/>
                    </a:lnTo>
                    <a:cubicBezTo>
                      <a:pt x="9479" y="1161"/>
                      <a:pt x="9402" y="1130"/>
                      <a:pt x="9321" y="1130"/>
                    </a:cubicBezTo>
                    <a:cubicBezTo>
                      <a:pt x="9251" y="1130"/>
                      <a:pt x="9178" y="1154"/>
                      <a:pt x="9105" y="1197"/>
                    </a:cubicBezTo>
                    <a:lnTo>
                      <a:pt x="8601" y="1513"/>
                    </a:lnTo>
                    <a:cubicBezTo>
                      <a:pt x="8128" y="1197"/>
                      <a:pt x="7593" y="977"/>
                      <a:pt x="7026" y="882"/>
                    </a:cubicBezTo>
                    <a:lnTo>
                      <a:pt x="6868" y="284"/>
                    </a:lnTo>
                    <a:cubicBezTo>
                      <a:pt x="6805" y="126"/>
                      <a:pt x="6711" y="0"/>
                      <a:pt x="65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5135;p81">
                <a:extLst>
                  <a:ext uri="{FF2B5EF4-FFF2-40B4-BE49-F238E27FC236}">
                    <a16:creationId xmlns:a16="http://schemas.microsoft.com/office/drawing/2014/main" id="{CE4BF241-8FE4-7E82-6A7C-ABB273404F86}"/>
                  </a:ext>
                </a:extLst>
              </p:cNvPr>
              <p:cNvSpPr/>
              <p:nvPr/>
            </p:nvSpPr>
            <p:spPr>
              <a:xfrm>
                <a:off x="-4521500" y="2099400"/>
                <a:ext cx="189050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31" extrusionOk="0">
                    <a:moveTo>
                      <a:pt x="3750" y="662"/>
                    </a:moveTo>
                    <a:cubicBezTo>
                      <a:pt x="5451" y="662"/>
                      <a:pt x="6837" y="2017"/>
                      <a:pt x="6837" y="3718"/>
                    </a:cubicBezTo>
                    <a:cubicBezTo>
                      <a:pt x="6869" y="5104"/>
                      <a:pt x="6049" y="6239"/>
                      <a:pt x="4821" y="6648"/>
                    </a:cubicBezTo>
                    <a:lnTo>
                      <a:pt x="4821" y="5892"/>
                    </a:lnTo>
                    <a:cubicBezTo>
                      <a:pt x="5640" y="5514"/>
                      <a:pt x="6207" y="4663"/>
                      <a:pt x="6207" y="3718"/>
                    </a:cubicBezTo>
                    <a:cubicBezTo>
                      <a:pt x="6207" y="2710"/>
                      <a:pt x="5577" y="1796"/>
                      <a:pt x="4569" y="1481"/>
                    </a:cubicBezTo>
                    <a:cubicBezTo>
                      <a:pt x="4535" y="1472"/>
                      <a:pt x="4501" y="1467"/>
                      <a:pt x="4468" y="1467"/>
                    </a:cubicBezTo>
                    <a:cubicBezTo>
                      <a:pt x="4278" y="1467"/>
                      <a:pt x="4096" y="1609"/>
                      <a:pt x="4096" y="1796"/>
                    </a:cubicBezTo>
                    <a:lnTo>
                      <a:pt x="4096" y="3372"/>
                    </a:lnTo>
                    <a:lnTo>
                      <a:pt x="3435" y="3372"/>
                    </a:lnTo>
                    <a:lnTo>
                      <a:pt x="3435" y="1796"/>
                    </a:lnTo>
                    <a:cubicBezTo>
                      <a:pt x="3435" y="1609"/>
                      <a:pt x="3276" y="1467"/>
                      <a:pt x="3073" y="1467"/>
                    </a:cubicBezTo>
                    <a:cubicBezTo>
                      <a:pt x="3037" y="1467"/>
                      <a:pt x="3000" y="1472"/>
                      <a:pt x="2962" y="1481"/>
                    </a:cubicBezTo>
                    <a:cubicBezTo>
                      <a:pt x="2017" y="1828"/>
                      <a:pt x="1355" y="2742"/>
                      <a:pt x="1355" y="3718"/>
                    </a:cubicBezTo>
                    <a:cubicBezTo>
                      <a:pt x="1355" y="4663"/>
                      <a:pt x="1891" y="5514"/>
                      <a:pt x="2741" y="5892"/>
                    </a:cubicBezTo>
                    <a:lnTo>
                      <a:pt x="2741" y="6648"/>
                    </a:lnTo>
                    <a:cubicBezTo>
                      <a:pt x="1544" y="6207"/>
                      <a:pt x="694" y="5073"/>
                      <a:pt x="694" y="3718"/>
                    </a:cubicBezTo>
                    <a:cubicBezTo>
                      <a:pt x="694" y="2017"/>
                      <a:pt x="2048" y="662"/>
                      <a:pt x="3750" y="662"/>
                    </a:cubicBezTo>
                    <a:close/>
                    <a:moveTo>
                      <a:pt x="4852" y="2363"/>
                    </a:moveTo>
                    <a:cubicBezTo>
                      <a:pt x="5293" y="2679"/>
                      <a:pt x="5514" y="3183"/>
                      <a:pt x="5514" y="3718"/>
                    </a:cubicBezTo>
                    <a:cubicBezTo>
                      <a:pt x="5514" y="4443"/>
                      <a:pt x="5041" y="5104"/>
                      <a:pt x="4380" y="5356"/>
                    </a:cubicBezTo>
                    <a:cubicBezTo>
                      <a:pt x="4254" y="5388"/>
                      <a:pt x="4159" y="5545"/>
                      <a:pt x="4159" y="5671"/>
                    </a:cubicBezTo>
                    <a:lnTo>
                      <a:pt x="4159" y="6806"/>
                    </a:lnTo>
                    <a:lnTo>
                      <a:pt x="3781" y="6806"/>
                    </a:lnTo>
                    <a:cubicBezTo>
                      <a:pt x="3734" y="6821"/>
                      <a:pt x="3679" y="6829"/>
                      <a:pt x="3624" y="6829"/>
                    </a:cubicBezTo>
                    <a:cubicBezTo>
                      <a:pt x="3568" y="6829"/>
                      <a:pt x="3513" y="6821"/>
                      <a:pt x="3466" y="6806"/>
                    </a:cubicBezTo>
                    <a:lnTo>
                      <a:pt x="3466" y="5671"/>
                    </a:lnTo>
                    <a:cubicBezTo>
                      <a:pt x="3466" y="5514"/>
                      <a:pt x="3403" y="5388"/>
                      <a:pt x="3246" y="5356"/>
                    </a:cubicBezTo>
                    <a:cubicBezTo>
                      <a:pt x="2584" y="5104"/>
                      <a:pt x="2111" y="4443"/>
                      <a:pt x="2111" y="3718"/>
                    </a:cubicBezTo>
                    <a:cubicBezTo>
                      <a:pt x="2111" y="3183"/>
                      <a:pt x="2363" y="2679"/>
                      <a:pt x="2773" y="2363"/>
                    </a:cubicBezTo>
                    <a:lnTo>
                      <a:pt x="2773" y="3718"/>
                    </a:lnTo>
                    <a:cubicBezTo>
                      <a:pt x="2773" y="3939"/>
                      <a:pt x="2930" y="4096"/>
                      <a:pt x="3120" y="4096"/>
                    </a:cubicBezTo>
                    <a:lnTo>
                      <a:pt x="4506" y="4096"/>
                    </a:lnTo>
                    <a:cubicBezTo>
                      <a:pt x="4695" y="4096"/>
                      <a:pt x="4852" y="3939"/>
                      <a:pt x="4852" y="3718"/>
                    </a:cubicBezTo>
                    <a:lnTo>
                      <a:pt x="4852" y="2363"/>
                    </a:lnTo>
                    <a:close/>
                    <a:moveTo>
                      <a:pt x="3781" y="1"/>
                    </a:moveTo>
                    <a:cubicBezTo>
                      <a:pt x="1702" y="1"/>
                      <a:pt x="1" y="1670"/>
                      <a:pt x="1" y="3781"/>
                    </a:cubicBezTo>
                    <a:cubicBezTo>
                      <a:pt x="1" y="5861"/>
                      <a:pt x="1702" y="7530"/>
                      <a:pt x="3781" y="7530"/>
                    </a:cubicBezTo>
                    <a:cubicBezTo>
                      <a:pt x="5892" y="7530"/>
                      <a:pt x="7562" y="5861"/>
                      <a:pt x="7562" y="3781"/>
                    </a:cubicBezTo>
                    <a:cubicBezTo>
                      <a:pt x="7562" y="1670"/>
                      <a:pt x="5892" y="1"/>
                      <a:pt x="378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43D2D441-DB73-A74B-BE48-3B391F270AE6}"/>
              </a:ext>
            </a:extLst>
          </p:cNvPr>
          <p:cNvGrpSpPr/>
          <p:nvPr/>
        </p:nvGrpSpPr>
        <p:grpSpPr>
          <a:xfrm>
            <a:off x="6561311" y="3905724"/>
            <a:ext cx="1849500" cy="1409977"/>
            <a:chOff x="6561311" y="3905724"/>
            <a:chExt cx="1849500" cy="1409977"/>
          </a:xfrm>
        </p:grpSpPr>
        <p:grpSp>
          <p:nvGrpSpPr>
            <p:cNvPr id="15" name="Google Shape;3806;p46">
              <a:extLst>
                <a:ext uri="{FF2B5EF4-FFF2-40B4-BE49-F238E27FC236}">
                  <a16:creationId xmlns:a16="http://schemas.microsoft.com/office/drawing/2014/main" id="{0EF7EB05-00AB-EEDA-E334-A013A30D7D57}"/>
                </a:ext>
              </a:extLst>
            </p:cNvPr>
            <p:cNvGrpSpPr/>
            <p:nvPr/>
          </p:nvGrpSpPr>
          <p:grpSpPr>
            <a:xfrm>
              <a:off x="6561311" y="3905724"/>
              <a:ext cx="1849500" cy="1409977"/>
              <a:chOff x="6574700" y="3603897"/>
              <a:chExt cx="1849500" cy="1409977"/>
            </a:xfrm>
          </p:grpSpPr>
          <p:sp>
            <p:nvSpPr>
              <p:cNvPr id="16" name="Google Shape;3807;p46">
                <a:extLst>
                  <a:ext uri="{FF2B5EF4-FFF2-40B4-BE49-F238E27FC236}">
                    <a16:creationId xmlns:a16="http://schemas.microsoft.com/office/drawing/2014/main" id="{A2EB161F-9E28-6A37-D779-DE486E572DA9}"/>
                  </a:ext>
                </a:extLst>
              </p:cNvPr>
              <p:cNvSpPr txBox="1"/>
              <p:nvPr/>
            </p:nvSpPr>
            <p:spPr>
              <a:xfrm>
                <a:off x="6574700" y="4023276"/>
                <a:ext cx="1849500" cy="99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Foundation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on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Pricing4SaaS</a:t>
                </a:r>
              </a:p>
            </p:txBody>
          </p:sp>
          <p:sp>
            <p:nvSpPr>
              <p:cNvPr id="17" name="Google Shape;3808;p46">
                <a:extLst>
                  <a:ext uri="{FF2B5EF4-FFF2-40B4-BE49-F238E27FC236}">
                    <a16:creationId xmlns:a16="http://schemas.microsoft.com/office/drawing/2014/main" id="{6E10D7CB-6DA7-9EBB-EE2C-2B2C675D8EFA}"/>
                  </a:ext>
                </a:extLst>
              </p:cNvPr>
              <p:cNvSpPr/>
              <p:nvPr/>
            </p:nvSpPr>
            <p:spPr>
              <a:xfrm>
                <a:off x="6592700" y="3603897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FC005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74" name="Google Shape;13352;p75">
              <a:extLst>
                <a:ext uri="{FF2B5EF4-FFF2-40B4-BE49-F238E27FC236}">
                  <a16:creationId xmlns:a16="http://schemas.microsoft.com/office/drawing/2014/main" id="{1AB6ED46-4C8C-C593-5763-F1AC6ADA22E4}"/>
                </a:ext>
              </a:extLst>
            </p:cNvPr>
            <p:cNvGrpSpPr/>
            <p:nvPr/>
          </p:nvGrpSpPr>
          <p:grpSpPr>
            <a:xfrm>
              <a:off x="7318832" y="3945320"/>
              <a:ext cx="353564" cy="340186"/>
              <a:chOff x="2077575" y="2615925"/>
              <a:chExt cx="502150" cy="483150"/>
            </a:xfrm>
            <a:solidFill>
              <a:schemeClr val="bg1"/>
            </a:solidFill>
          </p:grpSpPr>
          <p:sp>
            <p:nvSpPr>
              <p:cNvPr id="75" name="Google Shape;13353;p75">
                <a:extLst>
                  <a:ext uri="{FF2B5EF4-FFF2-40B4-BE49-F238E27FC236}">
                    <a16:creationId xmlns:a16="http://schemas.microsoft.com/office/drawing/2014/main" id="{EA03B9C3-08F4-CC73-9D18-0F93EBFDC3A8}"/>
                  </a:ext>
                </a:extLst>
              </p:cNvPr>
              <p:cNvSpPr/>
              <p:nvPr/>
            </p:nvSpPr>
            <p:spPr>
              <a:xfrm>
                <a:off x="2213375" y="2817500"/>
                <a:ext cx="151225" cy="148400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936" extrusionOk="0">
                    <a:moveTo>
                      <a:pt x="5426" y="0"/>
                    </a:moveTo>
                    <a:cubicBezTo>
                      <a:pt x="5281" y="0"/>
                      <a:pt x="5136" y="56"/>
                      <a:pt x="5025" y="166"/>
                    </a:cubicBezTo>
                    <a:lnTo>
                      <a:pt x="4557" y="634"/>
                    </a:lnTo>
                    <a:cubicBezTo>
                      <a:pt x="4322" y="522"/>
                      <a:pt x="4072" y="468"/>
                      <a:pt x="3825" y="468"/>
                    </a:cubicBezTo>
                    <a:cubicBezTo>
                      <a:pt x="3288" y="468"/>
                      <a:pt x="2764" y="723"/>
                      <a:pt x="2437" y="1186"/>
                    </a:cubicBezTo>
                    <a:cubicBezTo>
                      <a:pt x="1957" y="1863"/>
                      <a:pt x="2038" y="2784"/>
                      <a:pt x="2624" y="3369"/>
                    </a:cubicBezTo>
                    <a:cubicBezTo>
                      <a:pt x="2980" y="3726"/>
                      <a:pt x="2727" y="4336"/>
                      <a:pt x="2223" y="4336"/>
                    </a:cubicBezTo>
                    <a:cubicBezTo>
                      <a:pt x="1718" y="4336"/>
                      <a:pt x="1468" y="3726"/>
                      <a:pt x="1824" y="3369"/>
                    </a:cubicBezTo>
                    <a:cubicBezTo>
                      <a:pt x="2044" y="3149"/>
                      <a:pt x="2044" y="2790"/>
                      <a:pt x="1824" y="2569"/>
                    </a:cubicBezTo>
                    <a:cubicBezTo>
                      <a:pt x="1714" y="2458"/>
                      <a:pt x="1569" y="2402"/>
                      <a:pt x="1424" y="2402"/>
                    </a:cubicBezTo>
                    <a:cubicBezTo>
                      <a:pt x="1279" y="2402"/>
                      <a:pt x="1134" y="2458"/>
                      <a:pt x="1024" y="2569"/>
                    </a:cubicBezTo>
                    <a:cubicBezTo>
                      <a:pt x="514" y="3077"/>
                      <a:pt x="381" y="3853"/>
                      <a:pt x="692" y="4502"/>
                    </a:cubicBezTo>
                    <a:lnTo>
                      <a:pt x="221" y="4970"/>
                    </a:lnTo>
                    <a:cubicBezTo>
                      <a:pt x="0" y="5190"/>
                      <a:pt x="0" y="5549"/>
                      <a:pt x="221" y="5770"/>
                    </a:cubicBezTo>
                    <a:cubicBezTo>
                      <a:pt x="332" y="5880"/>
                      <a:pt x="477" y="5935"/>
                      <a:pt x="622" y="5935"/>
                    </a:cubicBezTo>
                    <a:cubicBezTo>
                      <a:pt x="767" y="5935"/>
                      <a:pt x="912" y="5880"/>
                      <a:pt x="1024" y="5770"/>
                    </a:cubicBezTo>
                    <a:lnTo>
                      <a:pt x="1492" y="5302"/>
                    </a:lnTo>
                    <a:cubicBezTo>
                      <a:pt x="1726" y="5414"/>
                      <a:pt x="1975" y="5467"/>
                      <a:pt x="2220" y="5467"/>
                    </a:cubicBezTo>
                    <a:cubicBezTo>
                      <a:pt x="2758" y="5467"/>
                      <a:pt x="3281" y="5211"/>
                      <a:pt x="3608" y="4749"/>
                    </a:cubicBezTo>
                    <a:cubicBezTo>
                      <a:pt x="4089" y="4073"/>
                      <a:pt x="4010" y="3152"/>
                      <a:pt x="3424" y="2569"/>
                    </a:cubicBezTo>
                    <a:cubicBezTo>
                      <a:pt x="3068" y="2210"/>
                      <a:pt x="3322" y="1600"/>
                      <a:pt x="3826" y="1600"/>
                    </a:cubicBezTo>
                    <a:cubicBezTo>
                      <a:pt x="4330" y="1600"/>
                      <a:pt x="4581" y="2210"/>
                      <a:pt x="4224" y="2569"/>
                    </a:cubicBezTo>
                    <a:cubicBezTo>
                      <a:pt x="4004" y="2790"/>
                      <a:pt x="4004" y="3146"/>
                      <a:pt x="4224" y="3369"/>
                    </a:cubicBezTo>
                    <a:cubicBezTo>
                      <a:pt x="4335" y="3480"/>
                      <a:pt x="4480" y="3535"/>
                      <a:pt x="4624" y="3535"/>
                    </a:cubicBezTo>
                    <a:cubicBezTo>
                      <a:pt x="4769" y="3535"/>
                      <a:pt x="4914" y="3480"/>
                      <a:pt x="5025" y="3369"/>
                    </a:cubicBezTo>
                    <a:cubicBezTo>
                      <a:pt x="5535" y="2859"/>
                      <a:pt x="5668" y="2086"/>
                      <a:pt x="5360" y="1434"/>
                    </a:cubicBezTo>
                    <a:lnTo>
                      <a:pt x="5828" y="966"/>
                    </a:lnTo>
                    <a:cubicBezTo>
                      <a:pt x="6048" y="745"/>
                      <a:pt x="6048" y="386"/>
                      <a:pt x="5828" y="166"/>
                    </a:cubicBezTo>
                    <a:cubicBezTo>
                      <a:pt x="5716" y="56"/>
                      <a:pt x="5571" y="0"/>
                      <a:pt x="5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76" name="Google Shape;13354;p75">
                <a:extLst>
                  <a:ext uri="{FF2B5EF4-FFF2-40B4-BE49-F238E27FC236}">
                    <a16:creationId xmlns:a16="http://schemas.microsoft.com/office/drawing/2014/main" id="{2E61C631-0799-A0BA-5CE5-71C3948DA468}"/>
                  </a:ext>
                </a:extLst>
              </p:cNvPr>
              <p:cNvSpPr/>
              <p:nvPr/>
            </p:nvSpPr>
            <p:spPr>
              <a:xfrm>
                <a:off x="2333550" y="2737450"/>
                <a:ext cx="51050" cy="48325"/>
              </a:xfrm>
              <a:custGeom>
                <a:avLst/>
                <a:gdLst/>
                <a:ahLst/>
                <a:cxnLst/>
                <a:rect l="l" t="t" r="r" b="b"/>
                <a:pathLst>
                  <a:path w="2042" h="1933" extrusionOk="0">
                    <a:moveTo>
                      <a:pt x="619" y="1"/>
                    </a:moveTo>
                    <a:cubicBezTo>
                      <a:pt x="475" y="1"/>
                      <a:pt x="330" y="56"/>
                      <a:pt x="221" y="167"/>
                    </a:cubicBezTo>
                    <a:cubicBezTo>
                      <a:pt x="0" y="388"/>
                      <a:pt x="0" y="747"/>
                      <a:pt x="221" y="967"/>
                    </a:cubicBezTo>
                    <a:lnTo>
                      <a:pt x="1021" y="1767"/>
                    </a:lnTo>
                    <a:cubicBezTo>
                      <a:pt x="1131" y="1878"/>
                      <a:pt x="1276" y="1933"/>
                      <a:pt x="1421" y="1933"/>
                    </a:cubicBezTo>
                    <a:cubicBezTo>
                      <a:pt x="1566" y="1933"/>
                      <a:pt x="1711" y="1878"/>
                      <a:pt x="1821" y="1767"/>
                    </a:cubicBezTo>
                    <a:cubicBezTo>
                      <a:pt x="2041" y="1547"/>
                      <a:pt x="2041" y="1188"/>
                      <a:pt x="1821" y="967"/>
                    </a:cubicBezTo>
                    <a:lnTo>
                      <a:pt x="1021" y="167"/>
                    </a:lnTo>
                    <a:cubicBezTo>
                      <a:pt x="910" y="57"/>
                      <a:pt x="765" y="1"/>
                      <a:pt x="6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77" name="Google Shape;13355;p75">
                <a:extLst>
                  <a:ext uri="{FF2B5EF4-FFF2-40B4-BE49-F238E27FC236}">
                    <a16:creationId xmlns:a16="http://schemas.microsoft.com/office/drawing/2014/main" id="{C63D92CA-A5D1-882A-3A27-462F19F0001D}"/>
                  </a:ext>
                </a:extLst>
              </p:cNvPr>
              <p:cNvSpPr/>
              <p:nvPr/>
            </p:nvSpPr>
            <p:spPr>
              <a:xfrm>
                <a:off x="2393550" y="2797500"/>
                <a:ext cx="511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935" extrusionOk="0">
                    <a:moveTo>
                      <a:pt x="621" y="0"/>
                    </a:moveTo>
                    <a:cubicBezTo>
                      <a:pt x="476" y="0"/>
                      <a:pt x="331" y="55"/>
                      <a:pt x="221" y="166"/>
                    </a:cubicBezTo>
                    <a:cubicBezTo>
                      <a:pt x="1" y="386"/>
                      <a:pt x="1" y="745"/>
                      <a:pt x="221" y="966"/>
                    </a:cubicBezTo>
                    <a:lnTo>
                      <a:pt x="1021" y="1769"/>
                    </a:lnTo>
                    <a:cubicBezTo>
                      <a:pt x="1131" y="1879"/>
                      <a:pt x="1276" y="1934"/>
                      <a:pt x="1421" y="1934"/>
                    </a:cubicBezTo>
                    <a:cubicBezTo>
                      <a:pt x="1566" y="1934"/>
                      <a:pt x="1711" y="1879"/>
                      <a:pt x="1821" y="1769"/>
                    </a:cubicBezTo>
                    <a:cubicBezTo>
                      <a:pt x="2045" y="1545"/>
                      <a:pt x="2042" y="1189"/>
                      <a:pt x="1821" y="966"/>
                    </a:cubicBezTo>
                    <a:lnTo>
                      <a:pt x="1021" y="166"/>
                    </a:lnTo>
                    <a:cubicBezTo>
                      <a:pt x="911" y="55"/>
                      <a:pt x="766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78" name="Google Shape;13356;p75">
                <a:extLst>
                  <a:ext uri="{FF2B5EF4-FFF2-40B4-BE49-F238E27FC236}">
                    <a16:creationId xmlns:a16="http://schemas.microsoft.com/office/drawing/2014/main" id="{022DD3C1-1ADD-1BBD-7F78-C618ADF7E827}"/>
                  </a:ext>
                </a:extLst>
              </p:cNvPr>
              <p:cNvSpPr/>
              <p:nvPr/>
            </p:nvSpPr>
            <p:spPr>
              <a:xfrm>
                <a:off x="2077575" y="2615925"/>
                <a:ext cx="502150" cy="483150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19326" extrusionOk="0">
                    <a:moveTo>
                      <a:pt x="14865" y="4061"/>
                    </a:moveTo>
                    <a:cubicBezTo>
                      <a:pt x="14901" y="4061"/>
                      <a:pt x="14937" y="4064"/>
                      <a:pt x="14974" y="4071"/>
                    </a:cubicBezTo>
                    <a:cubicBezTo>
                      <a:pt x="15239" y="4125"/>
                      <a:pt x="15430" y="4358"/>
                      <a:pt x="15430" y="4627"/>
                    </a:cubicBezTo>
                    <a:cubicBezTo>
                      <a:pt x="15430" y="4778"/>
                      <a:pt x="15369" y="4922"/>
                      <a:pt x="15264" y="5028"/>
                    </a:cubicBezTo>
                    <a:cubicBezTo>
                      <a:pt x="15153" y="5137"/>
                      <a:pt x="15008" y="5194"/>
                      <a:pt x="14862" y="5194"/>
                    </a:cubicBezTo>
                    <a:cubicBezTo>
                      <a:pt x="14753" y="5194"/>
                      <a:pt x="14643" y="5162"/>
                      <a:pt x="14548" y="5098"/>
                    </a:cubicBezTo>
                    <a:cubicBezTo>
                      <a:pt x="14324" y="4947"/>
                      <a:pt x="14237" y="4660"/>
                      <a:pt x="14340" y="4409"/>
                    </a:cubicBezTo>
                    <a:cubicBezTo>
                      <a:pt x="14428" y="4195"/>
                      <a:pt x="14638" y="4061"/>
                      <a:pt x="14865" y="4061"/>
                    </a:cubicBezTo>
                    <a:close/>
                    <a:moveTo>
                      <a:pt x="13258" y="1136"/>
                    </a:moveTo>
                    <a:cubicBezTo>
                      <a:pt x="14386" y="1136"/>
                      <a:pt x="15514" y="1507"/>
                      <a:pt x="16441" y="2247"/>
                    </a:cubicBezTo>
                    <a:lnTo>
                      <a:pt x="15593" y="3096"/>
                    </a:lnTo>
                    <a:cubicBezTo>
                      <a:pt x="15349" y="2979"/>
                      <a:pt x="15100" y="2926"/>
                      <a:pt x="14858" y="2926"/>
                    </a:cubicBezTo>
                    <a:cubicBezTo>
                      <a:pt x="13865" y="2926"/>
                      <a:pt x="12999" y="3824"/>
                      <a:pt x="13186" y="4916"/>
                    </a:cubicBezTo>
                    <a:cubicBezTo>
                      <a:pt x="13295" y="5541"/>
                      <a:pt x="13742" y="6055"/>
                      <a:pt x="14346" y="6248"/>
                    </a:cubicBezTo>
                    <a:cubicBezTo>
                      <a:pt x="14514" y="6301"/>
                      <a:pt x="14688" y="6327"/>
                      <a:pt x="14859" y="6327"/>
                    </a:cubicBezTo>
                    <a:cubicBezTo>
                      <a:pt x="15304" y="6327"/>
                      <a:pt x="15739" y="6153"/>
                      <a:pt x="16064" y="5828"/>
                    </a:cubicBezTo>
                    <a:cubicBezTo>
                      <a:pt x="16571" y="5321"/>
                      <a:pt x="16704" y="4545"/>
                      <a:pt x="16396" y="3896"/>
                    </a:cubicBezTo>
                    <a:lnTo>
                      <a:pt x="17241" y="3050"/>
                    </a:lnTo>
                    <a:lnTo>
                      <a:pt x="17241" y="3050"/>
                    </a:lnTo>
                    <a:cubicBezTo>
                      <a:pt x="18842" y="5046"/>
                      <a:pt x="18715" y="7981"/>
                      <a:pt x="16864" y="9832"/>
                    </a:cubicBezTo>
                    <a:lnTo>
                      <a:pt x="16462" y="10231"/>
                    </a:lnTo>
                    <a:lnTo>
                      <a:pt x="16064" y="9832"/>
                    </a:lnTo>
                    <a:cubicBezTo>
                      <a:pt x="15952" y="9722"/>
                      <a:pt x="15806" y="9666"/>
                      <a:pt x="15661" y="9666"/>
                    </a:cubicBezTo>
                    <a:cubicBezTo>
                      <a:pt x="15516" y="9666"/>
                      <a:pt x="15372" y="9721"/>
                      <a:pt x="15261" y="9832"/>
                    </a:cubicBezTo>
                    <a:cubicBezTo>
                      <a:pt x="15040" y="10053"/>
                      <a:pt x="15040" y="10412"/>
                      <a:pt x="15261" y="10632"/>
                    </a:cubicBezTo>
                    <a:lnTo>
                      <a:pt x="15662" y="11034"/>
                    </a:lnTo>
                    <a:lnTo>
                      <a:pt x="8666" y="18027"/>
                    </a:lnTo>
                    <a:cubicBezTo>
                      <a:pt x="8556" y="18137"/>
                      <a:pt x="8411" y="18192"/>
                      <a:pt x="8266" y="18192"/>
                    </a:cubicBezTo>
                    <a:cubicBezTo>
                      <a:pt x="8121" y="18192"/>
                      <a:pt x="7976" y="18137"/>
                      <a:pt x="7866" y="18027"/>
                    </a:cubicBezTo>
                    <a:lnTo>
                      <a:pt x="1462" y="11623"/>
                    </a:lnTo>
                    <a:cubicBezTo>
                      <a:pt x="1241" y="11402"/>
                      <a:pt x="1241" y="11043"/>
                      <a:pt x="1462" y="10822"/>
                    </a:cubicBezTo>
                    <a:lnTo>
                      <a:pt x="8458" y="3826"/>
                    </a:lnTo>
                    <a:lnTo>
                      <a:pt x="8856" y="4228"/>
                    </a:lnTo>
                    <a:cubicBezTo>
                      <a:pt x="8966" y="4338"/>
                      <a:pt x="9111" y="4393"/>
                      <a:pt x="9256" y="4393"/>
                    </a:cubicBezTo>
                    <a:cubicBezTo>
                      <a:pt x="9401" y="4393"/>
                      <a:pt x="9546" y="4338"/>
                      <a:pt x="9656" y="4228"/>
                    </a:cubicBezTo>
                    <a:cubicBezTo>
                      <a:pt x="9880" y="4005"/>
                      <a:pt x="9877" y="3648"/>
                      <a:pt x="9656" y="3425"/>
                    </a:cubicBezTo>
                    <a:lnTo>
                      <a:pt x="9258" y="3026"/>
                    </a:lnTo>
                    <a:lnTo>
                      <a:pt x="9656" y="2625"/>
                    </a:lnTo>
                    <a:cubicBezTo>
                      <a:pt x="10649" y="1632"/>
                      <a:pt x="11954" y="1136"/>
                      <a:pt x="13258" y="1136"/>
                    </a:cubicBezTo>
                    <a:close/>
                    <a:moveTo>
                      <a:pt x="13261" y="1"/>
                    </a:moveTo>
                    <a:cubicBezTo>
                      <a:pt x="11661" y="1"/>
                      <a:pt x="10066" y="615"/>
                      <a:pt x="8856" y="1825"/>
                    </a:cubicBezTo>
                    <a:lnTo>
                      <a:pt x="8056" y="2625"/>
                    </a:lnTo>
                    <a:lnTo>
                      <a:pt x="661" y="10019"/>
                    </a:lnTo>
                    <a:cubicBezTo>
                      <a:pt x="0" y="10684"/>
                      <a:pt x="0" y="11759"/>
                      <a:pt x="661" y="12423"/>
                    </a:cubicBezTo>
                    <a:lnTo>
                      <a:pt x="7066" y="18827"/>
                    </a:lnTo>
                    <a:cubicBezTo>
                      <a:pt x="7398" y="19159"/>
                      <a:pt x="7833" y="19325"/>
                      <a:pt x="8267" y="19325"/>
                    </a:cubicBezTo>
                    <a:cubicBezTo>
                      <a:pt x="8702" y="19325"/>
                      <a:pt x="9137" y="19159"/>
                      <a:pt x="9469" y="18827"/>
                    </a:cubicBezTo>
                    <a:lnTo>
                      <a:pt x="17664" y="10632"/>
                    </a:lnTo>
                    <a:cubicBezTo>
                      <a:pt x="19956" y="8337"/>
                      <a:pt x="20086" y="4687"/>
                      <a:pt x="18044" y="2244"/>
                    </a:cubicBezTo>
                    <a:lnTo>
                      <a:pt x="19264" y="1024"/>
                    </a:lnTo>
                    <a:cubicBezTo>
                      <a:pt x="19485" y="804"/>
                      <a:pt x="19485" y="445"/>
                      <a:pt x="19264" y="224"/>
                    </a:cubicBezTo>
                    <a:cubicBezTo>
                      <a:pt x="19154" y="114"/>
                      <a:pt x="19009" y="59"/>
                      <a:pt x="18864" y="59"/>
                    </a:cubicBezTo>
                    <a:cubicBezTo>
                      <a:pt x="18719" y="59"/>
                      <a:pt x="18574" y="114"/>
                      <a:pt x="18464" y="224"/>
                    </a:cubicBezTo>
                    <a:lnTo>
                      <a:pt x="17244" y="1444"/>
                    </a:lnTo>
                    <a:cubicBezTo>
                      <a:pt x="16086" y="478"/>
                      <a:pt x="14671" y="1"/>
                      <a:pt x="132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29D117B-E798-B7D5-337E-C7F781EC1EE5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5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8B8D2C-5EBE-855A-6CB0-EABC9172C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6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53DE-504E-3EBE-FAE9-B873C41F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A49BD8A2-295E-CA68-6E7E-BF63D60DF0A0}"/>
              </a:ext>
            </a:extLst>
          </p:cNvPr>
          <p:cNvGrpSpPr/>
          <p:nvPr/>
        </p:nvGrpSpPr>
        <p:grpSpPr>
          <a:xfrm>
            <a:off x="3473877" y="2216109"/>
            <a:ext cx="2196244" cy="1728192"/>
            <a:chOff x="3473877" y="2216109"/>
            <a:chExt cx="2196244" cy="1728192"/>
          </a:xfrm>
        </p:grpSpPr>
        <p:sp>
          <p:nvSpPr>
            <p:cNvPr id="19" name="Explosión 1 18">
              <a:extLst>
                <a:ext uri="{FF2B5EF4-FFF2-40B4-BE49-F238E27FC236}">
                  <a16:creationId xmlns:a16="http://schemas.microsoft.com/office/drawing/2014/main" id="{7F26F1DC-1FE7-D600-444D-B72AF19B621E}"/>
                </a:ext>
              </a:extLst>
            </p:cNvPr>
            <p:cNvSpPr/>
            <p:nvPr/>
          </p:nvSpPr>
          <p:spPr>
            <a:xfrm>
              <a:off x="3473877" y="2216109"/>
              <a:ext cx="2196244" cy="1728192"/>
            </a:xfrm>
            <a:prstGeom prst="irregularSeal1">
              <a:avLst/>
            </a:prstGeom>
            <a:solidFill>
              <a:srgbClr val="A8003B"/>
            </a:solidFill>
            <a:ln>
              <a:solidFill>
                <a:srgbClr val="7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9D1A3EB-A70A-0F4E-E051-4997547C2DF0}"/>
                </a:ext>
              </a:extLst>
            </p:cNvPr>
            <p:cNvSpPr txBox="1"/>
            <p:nvPr/>
          </p:nvSpPr>
          <p:spPr>
            <a:xfrm>
              <a:off x="3983725" y="2750352"/>
              <a:ext cx="10310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800" b="1" dirty="0" err="1">
                  <a:solidFill>
                    <a:schemeClr val="bg1"/>
                  </a:solidFill>
                  <a:latin typeface="Barlow" pitchFamily="2" charset="77"/>
                </a:rPr>
                <a:t>LLMs</a:t>
              </a:r>
              <a:endParaRPr lang="es-ES" b="1" dirty="0">
                <a:solidFill>
                  <a:schemeClr val="bg1"/>
                </a:solidFill>
                <a:latin typeface="Barlow" pitchFamily="2" charset="77"/>
              </a:endParaRPr>
            </a:p>
          </p:txBody>
        </p:sp>
      </p:grpSp>
      <p:pic>
        <p:nvPicPr>
          <p:cNvPr id="5" name="Graphic 7" descr="Group Brainstorm">
            <a:extLst>
              <a:ext uri="{FF2B5EF4-FFF2-40B4-BE49-F238E27FC236}">
                <a16:creationId xmlns:a16="http://schemas.microsoft.com/office/drawing/2014/main" id="{D2960A18-5CA3-B398-C8D4-7EAF74460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813" y="3753036"/>
            <a:ext cx="2746373" cy="2746373"/>
          </a:xfrm>
          <a:prstGeom prst="rect">
            <a:avLst/>
          </a:prstGeom>
        </p:spPr>
      </p:pic>
      <p:pic>
        <p:nvPicPr>
          <p:cNvPr id="10" name="Imagen 9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FC40B5A1-D3CB-DCC7-F70E-BEDAA6F085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659" y="454385"/>
            <a:ext cx="3056335" cy="1979306"/>
          </a:xfrm>
          <a:prstGeom prst="rect">
            <a:avLst/>
          </a:prstGeom>
          <a:ln w="19050">
            <a:solidFill>
              <a:srgbClr val="87212C"/>
            </a:solidFill>
          </a:ln>
        </p:spPr>
      </p:pic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523EAEBF-EBED-42D2-F0F6-C09BF0F0AA7C}"/>
              </a:ext>
            </a:extLst>
          </p:cNvPr>
          <p:cNvSpPr/>
          <p:nvPr/>
        </p:nvSpPr>
        <p:spPr>
          <a:xfrm>
            <a:off x="3983725" y="1119879"/>
            <a:ext cx="1368152" cy="756084"/>
          </a:xfrm>
          <a:prstGeom prst="rightArrow">
            <a:avLst/>
          </a:prstGeom>
          <a:solidFill>
            <a:srgbClr val="A8003B"/>
          </a:solidFill>
          <a:ln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5D4D8763-C679-C5FC-1F7B-2F9D4BB671B7}"/>
              </a:ext>
            </a:extLst>
          </p:cNvPr>
          <p:cNvGrpSpPr/>
          <p:nvPr/>
        </p:nvGrpSpPr>
        <p:grpSpPr>
          <a:xfrm>
            <a:off x="296985" y="325776"/>
            <a:ext cx="3222357" cy="2236524"/>
            <a:chOff x="251519" y="376790"/>
            <a:chExt cx="3222357" cy="2236524"/>
          </a:xfrm>
        </p:grpSpPr>
        <p:grpSp>
          <p:nvGrpSpPr>
            <p:cNvPr id="30" name="Google Shape;2149;p65">
              <a:extLst>
                <a:ext uri="{FF2B5EF4-FFF2-40B4-BE49-F238E27FC236}">
                  <a16:creationId xmlns:a16="http://schemas.microsoft.com/office/drawing/2014/main" id="{076B3E45-0EB5-892F-7E87-7D2B2CB14781}"/>
                </a:ext>
              </a:extLst>
            </p:cNvPr>
            <p:cNvGrpSpPr/>
            <p:nvPr/>
          </p:nvGrpSpPr>
          <p:grpSpPr>
            <a:xfrm>
              <a:off x="251519" y="376790"/>
              <a:ext cx="3222357" cy="2236524"/>
              <a:chOff x="331763" y="414153"/>
              <a:chExt cx="6903246" cy="5019697"/>
            </a:xfrm>
            <a:solidFill>
              <a:srgbClr val="A8003B"/>
            </a:solidFill>
          </p:grpSpPr>
          <p:sp>
            <p:nvSpPr>
              <p:cNvPr id="31" name="Google Shape;2150;p65">
                <a:extLst>
                  <a:ext uri="{FF2B5EF4-FFF2-40B4-BE49-F238E27FC236}">
                    <a16:creationId xmlns:a16="http://schemas.microsoft.com/office/drawing/2014/main" id="{C34EB737-ECC2-4750-2818-D52694A6931D}"/>
                  </a:ext>
                </a:extLst>
              </p:cNvPr>
              <p:cNvSpPr/>
              <p:nvPr/>
            </p:nvSpPr>
            <p:spPr>
              <a:xfrm>
                <a:off x="2953125" y="4725150"/>
                <a:ext cx="1660725" cy="708700"/>
              </a:xfrm>
              <a:custGeom>
                <a:avLst/>
                <a:gdLst/>
                <a:ahLst/>
                <a:cxnLst/>
                <a:rect l="l" t="t" r="r" b="b"/>
                <a:pathLst>
                  <a:path w="66429" h="28348" extrusionOk="0">
                    <a:moveTo>
                      <a:pt x="6889" y="1"/>
                    </a:moveTo>
                    <a:lnTo>
                      <a:pt x="1" y="28347"/>
                    </a:lnTo>
                    <a:lnTo>
                      <a:pt x="66429" y="28347"/>
                    </a:lnTo>
                    <a:lnTo>
                      <a:pt x="59475" y="1"/>
                    </a:lnTo>
                    <a:lnTo>
                      <a:pt x="33182" y="464"/>
                    </a:lnTo>
                    <a:lnTo>
                      <a:pt x="6889" y="1"/>
                    </a:lnTo>
                    <a:close/>
                  </a:path>
                </a:pathLst>
              </a:custGeom>
              <a:solidFill>
                <a:srgbClr val="7A0029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151;p65">
                <a:extLst>
                  <a:ext uri="{FF2B5EF4-FFF2-40B4-BE49-F238E27FC236}">
                    <a16:creationId xmlns:a16="http://schemas.microsoft.com/office/drawing/2014/main" id="{8642031E-3DFF-23E4-3F6B-E1C299FB63EF}"/>
                  </a:ext>
                </a:extLst>
              </p:cNvPr>
              <p:cNvSpPr/>
              <p:nvPr/>
            </p:nvSpPr>
            <p:spPr>
              <a:xfrm>
                <a:off x="331763" y="414153"/>
                <a:ext cx="6903246" cy="4353879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A8003B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152;p65">
                <a:extLst>
                  <a:ext uri="{FF2B5EF4-FFF2-40B4-BE49-F238E27FC236}">
                    <a16:creationId xmlns:a16="http://schemas.microsoft.com/office/drawing/2014/main" id="{54770F88-7169-74EF-97F3-3562CEC72C89}"/>
                  </a:ext>
                </a:extLst>
              </p:cNvPr>
              <p:cNvSpPr/>
              <p:nvPr/>
            </p:nvSpPr>
            <p:spPr>
              <a:xfrm>
                <a:off x="547300" y="600323"/>
                <a:ext cx="6472159" cy="3981525"/>
              </a:xfrm>
              <a:custGeom>
                <a:avLst/>
                <a:gdLst/>
                <a:ahLst/>
                <a:cxnLst/>
                <a:rect l="l" t="t" r="r" b="b"/>
                <a:pathLst>
                  <a:path w="232665" h="165707" extrusionOk="0">
                    <a:moveTo>
                      <a:pt x="1" y="1"/>
                    </a:moveTo>
                    <a:lnTo>
                      <a:pt x="1" y="24307"/>
                    </a:lnTo>
                    <a:lnTo>
                      <a:pt x="1" y="165707"/>
                    </a:lnTo>
                    <a:lnTo>
                      <a:pt x="232665" y="165707"/>
                    </a:lnTo>
                    <a:lnTo>
                      <a:pt x="232665" y="121532"/>
                    </a:lnTo>
                    <a:lnTo>
                      <a:pt x="232665" y="1"/>
                    </a:lnTo>
                    <a:close/>
                  </a:path>
                </a:pathLst>
              </a:custGeom>
              <a:grp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153;p65">
                <a:extLst>
                  <a:ext uri="{FF2B5EF4-FFF2-40B4-BE49-F238E27FC236}">
                    <a16:creationId xmlns:a16="http://schemas.microsoft.com/office/drawing/2014/main" id="{B79F289D-4FAD-1846-FE8A-47717D46B140}"/>
                  </a:ext>
                </a:extLst>
              </p:cNvPr>
              <p:cNvSpPr/>
              <p:nvPr/>
            </p:nvSpPr>
            <p:spPr>
              <a:xfrm>
                <a:off x="2772650" y="5206975"/>
                <a:ext cx="2020025" cy="226875"/>
              </a:xfrm>
              <a:custGeom>
                <a:avLst/>
                <a:gdLst/>
                <a:ahLst/>
                <a:cxnLst/>
                <a:rect l="l" t="t" r="r" b="b"/>
                <a:pathLst>
                  <a:path w="80801" h="9075" extrusionOk="0">
                    <a:moveTo>
                      <a:pt x="4571" y="1"/>
                    </a:moveTo>
                    <a:cubicBezTo>
                      <a:pt x="2054" y="1"/>
                      <a:pt x="1" y="2054"/>
                      <a:pt x="1" y="4570"/>
                    </a:cubicBezTo>
                    <a:cubicBezTo>
                      <a:pt x="1" y="7021"/>
                      <a:pt x="2054" y="9074"/>
                      <a:pt x="4571" y="9074"/>
                    </a:cubicBezTo>
                    <a:lnTo>
                      <a:pt x="76297" y="9074"/>
                    </a:lnTo>
                    <a:cubicBezTo>
                      <a:pt x="78814" y="9074"/>
                      <a:pt x="80801" y="7021"/>
                      <a:pt x="80801" y="4570"/>
                    </a:cubicBezTo>
                    <a:cubicBezTo>
                      <a:pt x="80801" y="2054"/>
                      <a:pt x="78814" y="1"/>
                      <a:pt x="76297" y="1"/>
                    </a:cubicBezTo>
                    <a:close/>
                  </a:path>
                </a:pathLst>
              </a:custGeom>
              <a:solidFill>
                <a:srgbClr val="A8003B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8" name="Imagen 37" descr="Interfaz de usuario gráfica, Aplicación&#10;&#10;Descripción generada automáticamente">
              <a:extLst>
                <a:ext uri="{FF2B5EF4-FFF2-40B4-BE49-F238E27FC236}">
                  <a16:creationId xmlns:a16="http://schemas.microsoft.com/office/drawing/2014/main" id="{A4C300DC-FF70-CB77-E20F-E0EDF68F4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775" y="474643"/>
              <a:ext cx="2973168" cy="1739691"/>
            </a:xfrm>
            <a:prstGeom prst="rect">
              <a:avLst/>
            </a:prstGeom>
          </p:spPr>
        </p:pic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CE5D85F9-A15B-A54D-75A5-97A47FA24480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64728A-A917-B17F-FB91-4E004CE5F5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9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C9AB-403C-B127-613F-E83BEEA0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CB22090-F95E-30E1-2E0B-B10A4BFF8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3" y="1232756"/>
            <a:ext cx="9008874" cy="4392488"/>
          </a:xfrm>
          <a:prstGeom prst="rect">
            <a:avLst/>
          </a:prstGeom>
        </p:spPr>
      </p:pic>
      <p:sp>
        <p:nvSpPr>
          <p:cNvPr id="5" name="Google Shape;3798;p46">
            <a:extLst>
              <a:ext uri="{FF2B5EF4-FFF2-40B4-BE49-F238E27FC236}">
                <a16:creationId xmlns:a16="http://schemas.microsoft.com/office/drawing/2014/main" id="{E56B1895-5D76-119E-5165-7FEECBBE7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038" y="444032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are we proposing?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ED4B16-CCD0-9598-41E0-00FD5970A04A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7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F9CE7D-8AB5-0F46-4E58-A76D940D8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61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023D-5586-AE4A-9193-FF15FCE7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7FEE8F3-2E1F-C392-6A03-68CC31C87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800708"/>
            <a:ext cx="15654764" cy="763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0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45BA-9059-F9EC-D91A-6A9840B1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78DFB30D-F205-89C0-CAEE-800CE664C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588" y="-1035496"/>
            <a:ext cx="15654764" cy="763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47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28A0-251D-5002-C18A-BA893C65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E8894BF-5A8B-1D72-9F7C-3F90ED6A4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068" y="-1107504"/>
            <a:ext cx="15654764" cy="763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2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D2D1-0628-03D3-E97E-DD3F03F5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5E69249-F6C7-138C-33FB-6F9926EDF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27382" y="-1107504"/>
            <a:ext cx="15654764" cy="763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10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6D07D-7B9D-AA07-944A-1CC7168E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E52108D-2540-0409-F3AF-E700A885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46065"/>
            <a:ext cx="3815916" cy="25439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804A5D6-0E01-3C2A-AF19-1166E6F91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250794"/>
            <a:ext cx="2616916" cy="9670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6A0780-81D6-C821-661E-E6DC4308A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08" b="27562"/>
          <a:stretch/>
        </p:blipFill>
        <p:spPr>
          <a:xfrm>
            <a:off x="4103948" y="1817662"/>
            <a:ext cx="4729474" cy="3400164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sp>
        <p:nvSpPr>
          <p:cNvPr id="10" name="Más 9">
            <a:extLst>
              <a:ext uri="{FF2B5EF4-FFF2-40B4-BE49-F238E27FC236}">
                <a16:creationId xmlns:a16="http://schemas.microsoft.com/office/drawing/2014/main" id="{8B028DE3-A6D7-A624-03DF-5E4797B78CDD}"/>
              </a:ext>
            </a:extLst>
          </p:cNvPr>
          <p:cNvSpPr/>
          <p:nvPr/>
        </p:nvSpPr>
        <p:spPr>
          <a:xfrm>
            <a:off x="1583668" y="2713944"/>
            <a:ext cx="1223628" cy="1152128"/>
          </a:xfrm>
          <a:prstGeom prst="mathPlus">
            <a:avLst/>
          </a:prstGeom>
          <a:solidFill>
            <a:srgbClr val="A8003B"/>
          </a:solidFill>
          <a:ln>
            <a:solidFill>
              <a:srgbClr val="7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highlight>
                <a:srgbClr val="A8003B"/>
              </a:highlight>
            </a:endParaRPr>
          </a:p>
        </p:txBody>
      </p:sp>
      <p:sp>
        <p:nvSpPr>
          <p:cNvPr id="14" name="Google Shape;3798;p46">
            <a:extLst>
              <a:ext uri="{FF2B5EF4-FFF2-40B4-BE49-F238E27FC236}">
                <a16:creationId xmlns:a16="http://schemas.microsoft.com/office/drawing/2014/main" id="{EA14D669-E6B8-27B6-5463-F793BBECB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038" y="444032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AI4Pricing?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2A75B4-E03E-2ABB-F9A7-B8A74E894D97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8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89F3A7F-E40F-8A7C-536B-C15B38417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1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58F5-2627-6AB9-A6CF-EED04E64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90E9414-7E74-5CB5-8E62-FC2890C6D326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9</a:t>
            </a:r>
          </a:p>
        </p:txBody>
      </p:sp>
      <p:pic>
        <p:nvPicPr>
          <p:cNvPr id="19" name="Imagen 18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35A848B-5414-B214-DB9F-F3505B56A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6" y="314838"/>
            <a:ext cx="6422462" cy="3757978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3623F00-57C6-70DA-6B43-FEC97DA0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394" y="2855332"/>
            <a:ext cx="4968552" cy="3757978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39D2AC1-F926-FAF0-8789-CFB13C954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96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93C93-7E84-F4B4-B664-845ED4FD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B4758D-0805-E6F2-DA80-456A80BACE7C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9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B6FB1E8-DDA0-D47E-4365-E8CA54E4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394" y="2855332"/>
            <a:ext cx="4968552" cy="3757978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pic>
        <p:nvPicPr>
          <p:cNvPr id="13" name="Imagen 1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0545CF3-443E-6CD2-686C-12C181DEB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66" y="845805"/>
            <a:ext cx="8829467" cy="5166390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82605DE-1344-B756-E5FB-5BDE5993B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40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B4B26-06BE-3042-45E5-760916A5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8739734-D282-8EDC-FECF-71CCB0274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6" y="314838"/>
            <a:ext cx="6422462" cy="3757978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183577F-13F7-FDB2-2AFB-7E1CAD3F8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18" y="451026"/>
            <a:ext cx="7874563" cy="5955947"/>
          </a:xfrm>
          <a:prstGeom prst="rect">
            <a:avLst/>
          </a:prstGeom>
          <a:ln w="12700">
            <a:solidFill>
              <a:srgbClr val="A8003B"/>
            </a:solidFill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0E68A90-6AB5-5929-233A-F48899CBCF9A}"/>
              </a:ext>
            </a:extLst>
          </p:cNvPr>
          <p:cNvSpPr txBox="1"/>
          <p:nvPr/>
        </p:nvSpPr>
        <p:spPr>
          <a:xfrm>
            <a:off x="8604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9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8DF4AB-705E-C755-86D1-BA122BE6F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01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F86C-BE59-2217-7607-3812FFAA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56768710-3317-761E-5790-7E8EAE907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cxnSp>
        <p:nvCxnSpPr>
          <p:cNvPr id="54" name="Google Shape;870;p27">
            <a:extLst>
              <a:ext uri="{FF2B5EF4-FFF2-40B4-BE49-F238E27FC236}">
                <a16:creationId xmlns:a16="http://schemas.microsoft.com/office/drawing/2014/main" id="{9CAA336D-177A-EA4A-A540-32B1A2F70504}"/>
              </a:ext>
            </a:extLst>
          </p:cNvPr>
          <p:cNvCxnSpPr>
            <a:stCxn id="60" idx="6"/>
            <a:endCxn id="78" idx="2"/>
          </p:cNvCxnSpPr>
          <p:nvPr/>
        </p:nvCxnSpPr>
        <p:spPr>
          <a:xfrm>
            <a:off x="2094900" y="2407629"/>
            <a:ext cx="1999500" cy="605700"/>
          </a:xfrm>
          <a:prstGeom prst="curvedConnector3">
            <a:avLst>
              <a:gd name="adj1" fmla="val 5000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873;p27">
            <a:extLst>
              <a:ext uri="{FF2B5EF4-FFF2-40B4-BE49-F238E27FC236}">
                <a16:creationId xmlns:a16="http://schemas.microsoft.com/office/drawing/2014/main" id="{0299206B-F212-8905-E4BA-BBF8C4BFC55D}"/>
              </a:ext>
            </a:extLst>
          </p:cNvPr>
          <p:cNvCxnSpPr>
            <a:stCxn id="61" idx="6"/>
            <a:endCxn id="78" idx="2"/>
          </p:cNvCxnSpPr>
          <p:nvPr/>
        </p:nvCxnSpPr>
        <p:spPr>
          <a:xfrm rot="10800000" flipH="1">
            <a:off x="2094900" y="3013515"/>
            <a:ext cx="1999500" cy="1064100"/>
          </a:xfrm>
          <a:prstGeom prst="curvedConnector3">
            <a:avLst>
              <a:gd name="adj1" fmla="val 5000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875;p27">
            <a:extLst>
              <a:ext uri="{FF2B5EF4-FFF2-40B4-BE49-F238E27FC236}">
                <a16:creationId xmlns:a16="http://schemas.microsoft.com/office/drawing/2014/main" id="{91566319-3DA4-146F-15BE-9949F57454AE}"/>
              </a:ext>
            </a:extLst>
          </p:cNvPr>
          <p:cNvCxnSpPr>
            <a:stCxn id="62" idx="2"/>
            <a:endCxn id="78" idx="6"/>
          </p:cNvCxnSpPr>
          <p:nvPr/>
        </p:nvCxnSpPr>
        <p:spPr>
          <a:xfrm flipH="1">
            <a:off x="5049300" y="2407629"/>
            <a:ext cx="2000100" cy="6057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877;p27">
            <a:extLst>
              <a:ext uri="{FF2B5EF4-FFF2-40B4-BE49-F238E27FC236}">
                <a16:creationId xmlns:a16="http://schemas.microsoft.com/office/drawing/2014/main" id="{DB7D3A52-6164-7656-601B-A9ED5E6EB20A}"/>
              </a:ext>
            </a:extLst>
          </p:cNvPr>
          <p:cNvCxnSpPr>
            <a:stCxn id="63" idx="2"/>
            <a:endCxn id="78" idx="6"/>
          </p:cNvCxnSpPr>
          <p:nvPr/>
        </p:nvCxnSpPr>
        <p:spPr>
          <a:xfrm rot="10800000">
            <a:off x="5049300" y="3013515"/>
            <a:ext cx="2000100" cy="106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879;p27">
            <a:extLst>
              <a:ext uri="{FF2B5EF4-FFF2-40B4-BE49-F238E27FC236}">
                <a16:creationId xmlns:a16="http://schemas.microsoft.com/office/drawing/2014/main" id="{B3B38A43-4B81-D808-28E2-C004E26DAA52}"/>
              </a:ext>
            </a:extLst>
          </p:cNvPr>
          <p:cNvSpPr/>
          <p:nvPr/>
        </p:nvSpPr>
        <p:spPr>
          <a:xfrm>
            <a:off x="3699934" y="3549015"/>
            <a:ext cx="1738439" cy="1549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7A0029"/>
              </a:buClr>
              <a:buSzPts val="1400"/>
              <a:buFont typeface="Work Sans"/>
              <a:buChar char="●"/>
            </a:pPr>
            <a:r>
              <a:rPr lang="es-ES" dirty="0" err="1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rPr>
              <a:t>Accuracy</a:t>
            </a:r>
            <a:endParaRPr dirty="0">
              <a:solidFill>
                <a:schemeClr val="dk2"/>
              </a:solidFill>
              <a:latin typeface="Barlow" pitchFamily="2" charset="77"/>
              <a:ea typeface="Work Sans"/>
              <a:cs typeface="Work Sans"/>
              <a:sym typeface="Work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7A0029"/>
              </a:buClr>
              <a:buSzPts val="1400"/>
              <a:buFont typeface="Work Sans"/>
              <a:buChar char="●"/>
            </a:pPr>
            <a:r>
              <a:rPr lang="es-ES" dirty="0" err="1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rPr>
              <a:t>Precision</a:t>
            </a:r>
            <a:endParaRPr dirty="0">
              <a:solidFill>
                <a:schemeClr val="dk2"/>
              </a:solidFill>
              <a:latin typeface="Barlow" pitchFamily="2" charset="77"/>
              <a:ea typeface="Work Sans"/>
              <a:cs typeface="Work Sans"/>
              <a:sym typeface="Work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7A0029"/>
              </a:buClr>
              <a:buSzPts val="1400"/>
              <a:buFont typeface="Work Sans"/>
              <a:buChar char="●"/>
            </a:pPr>
            <a:r>
              <a:rPr lang="en"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rPr>
              <a:t>Recall</a:t>
            </a:r>
            <a:endParaRPr dirty="0">
              <a:solidFill>
                <a:schemeClr val="dk2"/>
              </a:solidFill>
              <a:latin typeface="Barlow" pitchFamily="2" charset="77"/>
              <a:ea typeface="Work Sans"/>
              <a:cs typeface="Work Sans"/>
              <a:sym typeface="Work Sans"/>
            </a:endParaRPr>
          </a:p>
        </p:txBody>
      </p:sp>
      <p:cxnSp>
        <p:nvCxnSpPr>
          <p:cNvPr id="59" name="Google Shape;880;p27">
            <a:extLst>
              <a:ext uri="{FF2B5EF4-FFF2-40B4-BE49-F238E27FC236}">
                <a16:creationId xmlns:a16="http://schemas.microsoft.com/office/drawing/2014/main" id="{C78476AC-A145-30C2-C582-42E36AF31FCB}"/>
              </a:ext>
            </a:extLst>
          </p:cNvPr>
          <p:cNvCxnSpPr>
            <a:stCxn id="78" idx="0"/>
            <a:endCxn id="76" idx="2"/>
          </p:cNvCxnSpPr>
          <p:nvPr/>
        </p:nvCxnSpPr>
        <p:spPr>
          <a:xfrm rot="16200000">
            <a:off x="4414050" y="2377397"/>
            <a:ext cx="316500" cy="600"/>
          </a:xfrm>
          <a:prstGeom prst="curvedConnector3">
            <a:avLst>
              <a:gd name="adj1" fmla="val 5002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0" name="Google Shape;871;p27">
            <a:extLst>
              <a:ext uri="{FF2B5EF4-FFF2-40B4-BE49-F238E27FC236}">
                <a16:creationId xmlns:a16="http://schemas.microsoft.com/office/drawing/2014/main" id="{C94E9253-7ADE-330A-D269-5E291CEA4E98}"/>
              </a:ext>
            </a:extLst>
          </p:cNvPr>
          <p:cNvSpPr/>
          <p:nvPr/>
        </p:nvSpPr>
        <p:spPr>
          <a:xfrm>
            <a:off x="1602300" y="2161329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1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" name="Google Shape;874;p27">
            <a:extLst>
              <a:ext uri="{FF2B5EF4-FFF2-40B4-BE49-F238E27FC236}">
                <a16:creationId xmlns:a16="http://schemas.microsoft.com/office/drawing/2014/main" id="{936D1429-4D0B-D179-3A33-D3F7D6E4206D}"/>
              </a:ext>
            </a:extLst>
          </p:cNvPr>
          <p:cNvSpPr/>
          <p:nvPr/>
        </p:nvSpPr>
        <p:spPr>
          <a:xfrm>
            <a:off x="1602300" y="3831315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2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2" name="Google Shape;876;p27">
            <a:extLst>
              <a:ext uri="{FF2B5EF4-FFF2-40B4-BE49-F238E27FC236}">
                <a16:creationId xmlns:a16="http://schemas.microsoft.com/office/drawing/2014/main" id="{B05D5647-B2A7-7F7A-541E-5A6F6188C5A2}"/>
              </a:ext>
            </a:extLst>
          </p:cNvPr>
          <p:cNvSpPr/>
          <p:nvPr/>
        </p:nvSpPr>
        <p:spPr>
          <a:xfrm>
            <a:off x="7049400" y="2161329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3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" name="Google Shape;878;p27">
            <a:extLst>
              <a:ext uri="{FF2B5EF4-FFF2-40B4-BE49-F238E27FC236}">
                <a16:creationId xmlns:a16="http://schemas.microsoft.com/office/drawing/2014/main" id="{65DE5B93-2A24-87AC-372E-00F1D15402B5}"/>
              </a:ext>
            </a:extLst>
          </p:cNvPr>
          <p:cNvSpPr/>
          <p:nvPr/>
        </p:nvSpPr>
        <p:spPr>
          <a:xfrm>
            <a:off x="7049400" y="3831315"/>
            <a:ext cx="492600" cy="4926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4</a:t>
            </a:r>
            <a:endParaRPr sz="18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64" name="Google Shape;882;p27">
            <a:extLst>
              <a:ext uri="{FF2B5EF4-FFF2-40B4-BE49-F238E27FC236}">
                <a16:creationId xmlns:a16="http://schemas.microsoft.com/office/drawing/2014/main" id="{82EC5FDD-9362-BCB0-A83C-2F6450EDB129}"/>
              </a:ext>
            </a:extLst>
          </p:cNvPr>
          <p:cNvGrpSpPr/>
          <p:nvPr/>
        </p:nvGrpSpPr>
        <p:grpSpPr>
          <a:xfrm>
            <a:off x="172858" y="2803735"/>
            <a:ext cx="2858881" cy="868860"/>
            <a:chOff x="650542" y="2075250"/>
            <a:chExt cx="2372609" cy="868860"/>
          </a:xfrm>
        </p:grpSpPr>
        <p:sp>
          <p:nvSpPr>
            <p:cNvPr id="65" name="Google Shape;883;p27">
              <a:extLst>
                <a:ext uri="{FF2B5EF4-FFF2-40B4-BE49-F238E27FC236}">
                  <a16:creationId xmlns:a16="http://schemas.microsoft.com/office/drawing/2014/main" id="{F27A2850-D708-E79C-2AF0-182966747913}"/>
                </a:ext>
              </a:extLst>
            </p:cNvPr>
            <p:cNvSpPr txBox="1"/>
            <p:nvPr/>
          </p:nvSpPr>
          <p:spPr>
            <a:xfrm>
              <a:off x="650542" y="2395410"/>
              <a:ext cx="2372609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be extracted (it was)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" name="Google Shape;884;p27">
              <a:extLst>
                <a:ext uri="{FF2B5EF4-FFF2-40B4-BE49-F238E27FC236}">
                  <a16:creationId xmlns:a16="http://schemas.microsoft.com/office/drawing/2014/main" id="{908E963B-7C53-D2FA-6C8E-7A664CC4C79F}"/>
                </a:ext>
              </a:extLst>
            </p:cNvPr>
            <p:cNvSpPr txBox="1"/>
            <p:nvPr/>
          </p:nvSpPr>
          <p:spPr>
            <a:xfrm>
              <a:off x="715950" y="207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TP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7" name="Google Shape;885;p27">
            <a:extLst>
              <a:ext uri="{FF2B5EF4-FFF2-40B4-BE49-F238E27FC236}">
                <a16:creationId xmlns:a16="http://schemas.microsoft.com/office/drawing/2014/main" id="{EB626D59-7433-11F1-20CB-0141D58DD176}"/>
              </a:ext>
            </a:extLst>
          </p:cNvPr>
          <p:cNvGrpSpPr/>
          <p:nvPr/>
        </p:nvGrpSpPr>
        <p:grpSpPr>
          <a:xfrm>
            <a:off x="122369" y="4473735"/>
            <a:ext cx="2988182" cy="858225"/>
            <a:chOff x="608642" y="3745250"/>
            <a:chExt cx="2479916" cy="858225"/>
          </a:xfrm>
        </p:grpSpPr>
        <p:sp>
          <p:nvSpPr>
            <p:cNvPr id="68" name="Google Shape;886;p27">
              <a:extLst>
                <a:ext uri="{FF2B5EF4-FFF2-40B4-BE49-F238E27FC236}">
                  <a16:creationId xmlns:a16="http://schemas.microsoft.com/office/drawing/2014/main" id="{C68DBE26-1B56-BA1E-CF16-6C50081DB75B}"/>
                </a:ext>
              </a:extLst>
            </p:cNvPr>
            <p:cNvSpPr txBox="1"/>
            <p:nvPr/>
          </p:nvSpPr>
          <p:spPr>
            <a:xfrm>
              <a:off x="608642" y="4054775"/>
              <a:ext cx="2479916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790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</a:t>
              </a:r>
            </a:p>
            <a:p>
              <a:pPr lvl="0" algn="ctr">
                <a:buSzPts val="1100"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not be extracted (it was)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" name="Google Shape;887;p27">
              <a:extLst>
                <a:ext uri="{FF2B5EF4-FFF2-40B4-BE49-F238E27FC236}">
                  <a16:creationId xmlns:a16="http://schemas.microsoft.com/office/drawing/2014/main" id="{13B9610C-8DDA-5B4E-D2AE-0DA3D6FAAA4C}"/>
                </a:ext>
              </a:extLst>
            </p:cNvPr>
            <p:cNvSpPr txBox="1"/>
            <p:nvPr/>
          </p:nvSpPr>
          <p:spPr>
            <a:xfrm>
              <a:off x="715950" y="374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790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FP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70" name="Google Shape;888;p27">
            <a:extLst>
              <a:ext uri="{FF2B5EF4-FFF2-40B4-BE49-F238E27FC236}">
                <a16:creationId xmlns:a16="http://schemas.microsoft.com/office/drawing/2014/main" id="{817F8144-03C4-7A03-DAC2-497B71E7B1FC}"/>
              </a:ext>
            </a:extLst>
          </p:cNvPr>
          <p:cNvGrpSpPr/>
          <p:nvPr/>
        </p:nvGrpSpPr>
        <p:grpSpPr>
          <a:xfrm>
            <a:off x="6163049" y="2803735"/>
            <a:ext cx="2743591" cy="868852"/>
            <a:chOff x="6163050" y="2075250"/>
            <a:chExt cx="2277178" cy="868852"/>
          </a:xfrm>
        </p:grpSpPr>
        <p:sp>
          <p:nvSpPr>
            <p:cNvPr id="71" name="Google Shape;889;p27">
              <a:extLst>
                <a:ext uri="{FF2B5EF4-FFF2-40B4-BE49-F238E27FC236}">
                  <a16:creationId xmlns:a16="http://schemas.microsoft.com/office/drawing/2014/main" id="{2182A7D7-C945-158F-042E-FA1B75005782}"/>
                </a:ext>
              </a:extLst>
            </p:cNvPr>
            <p:cNvSpPr txBox="1"/>
            <p:nvPr/>
          </p:nvSpPr>
          <p:spPr>
            <a:xfrm>
              <a:off x="6174928" y="2395402"/>
              <a:ext cx="2265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be extracted (it was not)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" name="Google Shape;890;p27">
              <a:extLst>
                <a:ext uri="{FF2B5EF4-FFF2-40B4-BE49-F238E27FC236}">
                  <a16:creationId xmlns:a16="http://schemas.microsoft.com/office/drawing/2014/main" id="{659F5095-D949-A930-F142-F175B47D8445}"/>
                </a:ext>
              </a:extLst>
            </p:cNvPr>
            <p:cNvSpPr txBox="1"/>
            <p:nvPr/>
          </p:nvSpPr>
          <p:spPr>
            <a:xfrm>
              <a:off x="6163050" y="207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FN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73" name="Google Shape;891;p27">
            <a:extLst>
              <a:ext uri="{FF2B5EF4-FFF2-40B4-BE49-F238E27FC236}">
                <a16:creationId xmlns:a16="http://schemas.microsoft.com/office/drawing/2014/main" id="{4B6063AC-B76A-0793-8D47-C6929C07ACAB}"/>
              </a:ext>
            </a:extLst>
          </p:cNvPr>
          <p:cNvGrpSpPr/>
          <p:nvPr/>
        </p:nvGrpSpPr>
        <p:grpSpPr>
          <a:xfrm>
            <a:off x="6133925" y="4473735"/>
            <a:ext cx="2809801" cy="858225"/>
            <a:chOff x="6138875" y="3745250"/>
            <a:chExt cx="2332132" cy="858225"/>
          </a:xfrm>
        </p:grpSpPr>
        <p:sp>
          <p:nvSpPr>
            <p:cNvPr id="74" name="Google Shape;892;p27">
              <a:extLst>
                <a:ext uri="{FF2B5EF4-FFF2-40B4-BE49-F238E27FC236}">
                  <a16:creationId xmlns:a16="http://schemas.microsoft.com/office/drawing/2014/main" id="{8B484311-AB63-10A1-D52A-395A5FA66557}"/>
                </a:ext>
              </a:extLst>
            </p:cNvPr>
            <p:cNvSpPr txBox="1"/>
            <p:nvPr/>
          </p:nvSpPr>
          <p:spPr>
            <a:xfrm>
              <a:off x="6138875" y="4054775"/>
              <a:ext cx="233213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Barlow" pitchFamily="2" charset="77"/>
                  <a:ea typeface="Work Sans"/>
                  <a:cs typeface="Work Sans"/>
                  <a:sym typeface="Work Sans"/>
                </a:rPr>
                <a:t>Element should not be extracted (it was not)</a:t>
              </a:r>
              <a:endParaRPr dirty="0">
                <a:solidFill>
                  <a:schemeClr val="dk2"/>
                </a:solidFill>
                <a:latin typeface="Barlow" pitchFamily="2" charset="77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" name="Google Shape;893;p27">
              <a:extLst>
                <a:ext uri="{FF2B5EF4-FFF2-40B4-BE49-F238E27FC236}">
                  <a16:creationId xmlns:a16="http://schemas.microsoft.com/office/drawing/2014/main" id="{8EE3BBB1-2642-CEB0-6213-30DC8FB848D5}"/>
                </a:ext>
              </a:extLst>
            </p:cNvPr>
            <p:cNvSpPr txBox="1"/>
            <p:nvPr/>
          </p:nvSpPr>
          <p:spPr>
            <a:xfrm>
              <a:off x="6163050" y="3745250"/>
              <a:ext cx="22653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dk1"/>
                  </a:solidFill>
                  <a:latin typeface="Barlow" pitchFamily="2" charset="77"/>
                  <a:ea typeface="Roboto Condensed"/>
                  <a:cs typeface="Roboto Condensed"/>
                  <a:sym typeface="Roboto Condensed"/>
                </a:rPr>
                <a:t>TN</a:t>
              </a:r>
              <a:endParaRPr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76" name="Google Shape;881;p27">
            <a:extLst>
              <a:ext uri="{FF2B5EF4-FFF2-40B4-BE49-F238E27FC236}">
                <a16:creationId xmlns:a16="http://schemas.microsoft.com/office/drawing/2014/main" id="{04B619FD-DBE9-F4BE-9E2A-190DC8EA230E}"/>
              </a:ext>
            </a:extLst>
          </p:cNvPr>
          <p:cNvSpPr txBox="1"/>
          <p:nvPr/>
        </p:nvSpPr>
        <p:spPr>
          <a:xfrm>
            <a:off x="3167100" y="1852704"/>
            <a:ext cx="28098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Point-based system</a:t>
            </a:r>
            <a:endParaRPr sz="2200" b="1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D29DD08-3884-E663-D32D-8E46A502D345}"/>
              </a:ext>
            </a:extLst>
          </p:cNvPr>
          <p:cNvGrpSpPr/>
          <p:nvPr/>
        </p:nvGrpSpPr>
        <p:grpSpPr>
          <a:xfrm>
            <a:off x="4094550" y="2535947"/>
            <a:ext cx="954900" cy="954900"/>
            <a:chOff x="4094550" y="1807462"/>
            <a:chExt cx="954900" cy="954900"/>
          </a:xfrm>
          <a:solidFill>
            <a:srgbClr val="A8003B"/>
          </a:solidFill>
        </p:grpSpPr>
        <p:sp>
          <p:nvSpPr>
            <p:cNvPr id="78" name="Google Shape;872;p27">
              <a:extLst>
                <a:ext uri="{FF2B5EF4-FFF2-40B4-BE49-F238E27FC236}">
                  <a16:creationId xmlns:a16="http://schemas.microsoft.com/office/drawing/2014/main" id="{17E8CBB5-9170-942F-C2E9-E58455046D73}"/>
                </a:ext>
              </a:extLst>
            </p:cNvPr>
            <p:cNvSpPr/>
            <p:nvPr/>
          </p:nvSpPr>
          <p:spPr>
            <a:xfrm>
              <a:off x="4094550" y="1807462"/>
              <a:ext cx="954900" cy="954900"/>
            </a:xfrm>
            <a:prstGeom prst="ellipse">
              <a:avLst/>
            </a:prstGeom>
            <a:grpFill/>
            <a:ln w="19050" cap="flat" cmpd="sng">
              <a:solidFill>
                <a:srgbClr val="7A00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Barlow" pitchFamily="2" charset="77"/>
              </a:endParaRPr>
            </a:p>
          </p:txBody>
        </p:sp>
        <p:grpSp>
          <p:nvGrpSpPr>
            <p:cNvPr id="79" name="Google Shape;894;p27">
              <a:extLst>
                <a:ext uri="{FF2B5EF4-FFF2-40B4-BE49-F238E27FC236}">
                  <a16:creationId xmlns:a16="http://schemas.microsoft.com/office/drawing/2014/main" id="{C88F2A54-F4A4-831D-D840-E66C91495311}"/>
                </a:ext>
              </a:extLst>
            </p:cNvPr>
            <p:cNvGrpSpPr/>
            <p:nvPr/>
          </p:nvGrpSpPr>
          <p:grpSpPr>
            <a:xfrm>
              <a:off x="4362983" y="1979287"/>
              <a:ext cx="430400" cy="605717"/>
              <a:chOff x="1052450" y="4096750"/>
              <a:chExt cx="271700" cy="382325"/>
            </a:xfrm>
            <a:grpFill/>
          </p:grpSpPr>
          <p:sp>
            <p:nvSpPr>
              <p:cNvPr id="80" name="Google Shape;895;p27">
                <a:extLst>
                  <a:ext uri="{FF2B5EF4-FFF2-40B4-BE49-F238E27FC236}">
                    <a16:creationId xmlns:a16="http://schemas.microsoft.com/office/drawing/2014/main" id="{C094BAB4-DD83-9769-1491-5EDE83024F19}"/>
                  </a:ext>
                </a:extLst>
              </p:cNvPr>
              <p:cNvSpPr/>
              <p:nvPr/>
            </p:nvSpPr>
            <p:spPr>
              <a:xfrm>
                <a:off x="1058025" y="4143250"/>
                <a:ext cx="254325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0173" h="13211" extrusionOk="0">
                    <a:moveTo>
                      <a:pt x="301" y="0"/>
                    </a:moveTo>
                    <a:cubicBezTo>
                      <a:pt x="131" y="0"/>
                      <a:pt x="0" y="131"/>
                      <a:pt x="0" y="301"/>
                    </a:cubicBezTo>
                    <a:lnTo>
                      <a:pt x="0" y="12909"/>
                    </a:lnTo>
                    <a:cubicBezTo>
                      <a:pt x="0" y="13079"/>
                      <a:pt x="131" y="13210"/>
                      <a:pt x="301" y="13210"/>
                    </a:cubicBezTo>
                    <a:lnTo>
                      <a:pt x="8837" y="13210"/>
                    </a:lnTo>
                    <a:lnTo>
                      <a:pt x="9859" y="13066"/>
                    </a:lnTo>
                    <a:lnTo>
                      <a:pt x="9872" y="13066"/>
                    </a:lnTo>
                    <a:cubicBezTo>
                      <a:pt x="10029" y="13066"/>
                      <a:pt x="10173" y="12935"/>
                      <a:pt x="10173" y="12765"/>
                    </a:cubicBezTo>
                    <a:lnTo>
                      <a:pt x="10120" y="628"/>
                    </a:lnTo>
                    <a:cubicBezTo>
                      <a:pt x="10120" y="458"/>
                      <a:pt x="9976" y="327"/>
                      <a:pt x="9819" y="327"/>
                    </a:cubicBezTo>
                    <a:lnTo>
                      <a:pt x="1401" y="210"/>
                    </a:lnTo>
                    <a:lnTo>
                      <a:pt x="917" y="0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1" name="Google Shape;896;p27">
                <a:extLst>
                  <a:ext uri="{FF2B5EF4-FFF2-40B4-BE49-F238E27FC236}">
                    <a16:creationId xmlns:a16="http://schemas.microsoft.com/office/drawing/2014/main" id="{E558087E-DF8B-54A8-BB37-929A74671303}"/>
                  </a:ext>
                </a:extLst>
              </p:cNvPr>
              <p:cNvSpPr/>
              <p:nvPr/>
            </p:nvSpPr>
            <p:spPr>
              <a:xfrm>
                <a:off x="1276325" y="4143250"/>
                <a:ext cx="42250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3211" extrusionOk="0">
                    <a:moveTo>
                      <a:pt x="773" y="0"/>
                    </a:moveTo>
                    <a:lnTo>
                      <a:pt x="171" y="4307"/>
                    </a:lnTo>
                    <a:lnTo>
                      <a:pt x="786" y="10670"/>
                    </a:lnTo>
                    <a:lnTo>
                      <a:pt x="786" y="12425"/>
                    </a:lnTo>
                    <a:cubicBezTo>
                      <a:pt x="786" y="12857"/>
                      <a:pt x="433" y="13210"/>
                      <a:pt x="1" y="13210"/>
                    </a:cubicBezTo>
                    <a:lnTo>
                      <a:pt x="1388" y="13210"/>
                    </a:lnTo>
                    <a:cubicBezTo>
                      <a:pt x="1546" y="13210"/>
                      <a:pt x="1690" y="13079"/>
                      <a:pt x="1690" y="12909"/>
                    </a:cubicBezTo>
                    <a:lnTo>
                      <a:pt x="1690" y="301"/>
                    </a:lnTo>
                    <a:cubicBezTo>
                      <a:pt x="1690" y="131"/>
                      <a:pt x="1546" y="0"/>
                      <a:pt x="138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2" name="Google Shape;897;p27">
                <a:extLst>
                  <a:ext uri="{FF2B5EF4-FFF2-40B4-BE49-F238E27FC236}">
                    <a16:creationId xmlns:a16="http://schemas.microsoft.com/office/drawing/2014/main" id="{51F8CA3E-A01F-2991-1CE3-056D96CADE57}"/>
                  </a:ext>
                </a:extLst>
              </p:cNvPr>
              <p:cNvSpPr/>
              <p:nvPr/>
            </p:nvSpPr>
            <p:spPr>
              <a:xfrm>
                <a:off x="1080925" y="4143250"/>
                <a:ext cx="210800" cy="307350"/>
              </a:xfrm>
              <a:custGeom>
                <a:avLst/>
                <a:gdLst/>
                <a:ahLst/>
                <a:cxnLst/>
                <a:rect l="l" t="t" r="r" b="b"/>
                <a:pathLst>
                  <a:path w="8432" h="12294" extrusionOk="0">
                    <a:moveTo>
                      <a:pt x="1" y="0"/>
                    </a:moveTo>
                    <a:lnTo>
                      <a:pt x="1" y="12136"/>
                    </a:lnTo>
                    <a:cubicBezTo>
                      <a:pt x="1" y="12228"/>
                      <a:pt x="66" y="12294"/>
                      <a:pt x="158" y="12294"/>
                    </a:cubicBezTo>
                    <a:lnTo>
                      <a:pt x="6966" y="12294"/>
                    </a:lnTo>
                    <a:lnTo>
                      <a:pt x="8367" y="10670"/>
                    </a:lnTo>
                    <a:cubicBezTo>
                      <a:pt x="8393" y="10644"/>
                      <a:pt x="8406" y="10605"/>
                      <a:pt x="8406" y="10565"/>
                    </a:cubicBezTo>
                    <a:lnTo>
                      <a:pt x="8432" y="196"/>
                    </a:lnTo>
                    <a:lnTo>
                      <a:pt x="7987" y="0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Barlow" pitchFamily="2" charset="77"/>
                </a:endParaRPr>
              </a:p>
            </p:txBody>
          </p:sp>
          <p:sp>
            <p:nvSpPr>
              <p:cNvPr id="83" name="Google Shape;898;p27">
                <a:extLst>
                  <a:ext uri="{FF2B5EF4-FFF2-40B4-BE49-F238E27FC236}">
                    <a16:creationId xmlns:a16="http://schemas.microsoft.com/office/drawing/2014/main" id="{EE129AAE-ECB6-C4C2-DA52-9B38F87206D6}"/>
                  </a:ext>
                </a:extLst>
              </p:cNvPr>
              <p:cNvSpPr/>
              <p:nvPr/>
            </p:nvSpPr>
            <p:spPr>
              <a:xfrm>
                <a:off x="1280575" y="4143250"/>
                <a:ext cx="15100" cy="276925"/>
              </a:xfrm>
              <a:custGeom>
                <a:avLst/>
                <a:gdLst/>
                <a:ahLst/>
                <a:cxnLst/>
                <a:rect l="l" t="t" r="r" b="b"/>
                <a:pathLst>
                  <a:path w="604" h="11077" extrusionOk="0">
                    <a:moveTo>
                      <a:pt x="1" y="0"/>
                    </a:moveTo>
                    <a:lnTo>
                      <a:pt x="1" y="11076"/>
                    </a:lnTo>
                    <a:lnTo>
                      <a:pt x="341" y="10749"/>
                    </a:lnTo>
                    <a:lnTo>
                      <a:pt x="603" y="10670"/>
                    </a:lnTo>
                    <a:lnTo>
                      <a:pt x="60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4" name="Google Shape;899;p27">
                <a:extLst>
                  <a:ext uri="{FF2B5EF4-FFF2-40B4-BE49-F238E27FC236}">
                    <a16:creationId xmlns:a16="http://schemas.microsoft.com/office/drawing/2014/main" id="{DDB072DE-8BF8-E858-200D-7B24102172B4}"/>
                  </a:ext>
                </a:extLst>
              </p:cNvPr>
              <p:cNvSpPr/>
              <p:nvPr/>
            </p:nvSpPr>
            <p:spPr>
              <a:xfrm>
                <a:off x="1254725" y="4410000"/>
                <a:ext cx="40600" cy="40600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1624" extrusionOk="0">
                    <a:moveTo>
                      <a:pt x="158" y="0"/>
                    </a:moveTo>
                    <a:cubicBezTo>
                      <a:pt x="66" y="0"/>
                      <a:pt x="1" y="66"/>
                      <a:pt x="1" y="157"/>
                    </a:cubicBezTo>
                    <a:lnTo>
                      <a:pt x="14" y="1624"/>
                    </a:lnTo>
                    <a:lnTo>
                      <a:pt x="1624" y="0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5" name="Google Shape;900;p27">
                <a:extLst>
                  <a:ext uri="{FF2B5EF4-FFF2-40B4-BE49-F238E27FC236}">
                    <a16:creationId xmlns:a16="http://schemas.microsoft.com/office/drawing/2014/main" id="{D63A1C48-8C5A-22D1-251F-C2C332602B1B}"/>
                  </a:ext>
                </a:extLst>
              </p:cNvPr>
              <p:cNvSpPr/>
              <p:nvPr/>
            </p:nvSpPr>
            <p:spPr>
              <a:xfrm>
                <a:off x="1124450" y="4102325"/>
                <a:ext cx="1256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5027" h="2266" extrusionOk="0">
                    <a:moveTo>
                      <a:pt x="1127" y="1"/>
                    </a:moveTo>
                    <a:cubicBezTo>
                      <a:pt x="1022" y="14"/>
                      <a:pt x="930" y="92"/>
                      <a:pt x="930" y="210"/>
                    </a:cubicBezTo>
                    <a:lnTo>
                      <a:pt x="930" y="550"/>
                    </a:lnTo>
                    <a:lnTo>
                      <a:pt x="1140" y="825"/>
                    </a:lnTo>
                    <a:lnTo>
                      <a:pt x="930" y="1009"/>
                    </a:lnTo>
                    <a:lnTo>
                      <a:pt x="655" y="1009"/>
                    </a:lnTo>
                    <a:cubicBezTo>
                      <a:pt x="315" y="1009"/>
                      <a:pt x="40" y="1270"/>
                      <a:pt x="14" y="1611"/>
                    </a:cubicBezTo>
                    <a:cubicBezTo>
                      <a:pt x="1" y="1964"/>
                      <a:pt x="289" y="2265"/>
                      <a:pt x="642" y="2265"/>
                    </a:cubicBezTo>
                    <a:lnTo>
                      <a:pt x="3549" y="2265"/>
                    </a:lnTo>
                    <a:lnTo>
                      <a:pt x="4426" y="2174"/>
                    </a:lnTo>
                    <a:cubicBezTo>
                      <a:pt x="4441" y="2175"/>
                      <a:pt x="4455" y="2176"/>
                      <a:pt x="4469" y="2176"/>
                    </a:cubicBezTo>
                    <a:cubicBezTo>
                      <a:pt x="4777" y="2176"/>
                      <a:pt x="5027" y="1911"/>
                      <a:pt x="4989" y="1598"/>
                    </a:cubicBezTo>
                    <a:cubicBezTo>
                      <a:pt x="4976" y="1257"/>
                      <a:pt x="4714" y="1113"/>
                      <a:pt x="4374" y="1113"/>
                    </a:cubicBezTo>
                    <a:lnTo>
                      <a:pt x="4374" y="1100"/>
                    </a:lnTo>
                    <a:lnTo>
                      <a:pt x="4099" y="1100"/>
                    </a:lnTo>
                    <a:lnTo>
                      <a:pt x="4099" y="262"/>
                    </a:lnTo>
                    <a:cubicBezTo>
                      <a:pt x="4099" y="158"/>
                      <a:pt x="4020" y="66"/>
                      <a:pt x="3902" y="66"/>
                    </a:cubicBezTo>
                    <a:lnTo>
                      <a:pt x="3195" y="1"/>
                    </a:ln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6" name="Google Shape;901;p27">
                <a:extLst>
                  <a:ext uri="{FF2B5EF4-FFF2-40B4-BE49-F238E27FC236}">
                    <a16:creationId xmlns:a16="http://schemas.microsoft.com/office/drawing/2014/main" id="{B8D039B0-A762-AAAC-4EDB-016324173BA0}"/>
                  </a:ext>
                </a:extLst>
              </p:cNvPr>
              <p:cNvSpPr/>
              <p:nvPr/>
            </p:nvSpPr>
            <p:spPr>
              <a:xfrm>
                <a:off x="1204325" y="4102325"/>
                <a:ext cx="474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1899" h="2266" extrusionOk="0">
                    <a:moveTo>
                      <a:pt x="0" y="1"/>
                    </a:moveTo>
                    <a:lnTo>
                      <a:pt x="0" y="760"/>
                    </a:lnTo>
                    <a:cubicBezTo>
                      <a:pt x="0" y="891"/>
                      <a:pt x="105" y="1009"/>
                      <a:pt x="249" y="1009"/>
                    </a:cubicBezTo>
                    <a:lnTo>
                      <a:pt x="275" y="1009"/>
                    </a:lnTo>
                    <a:cubicBezTo>
                      <a:pt x="616" y="1009"/>
                      <a:pt x="904" y="1270"/>
                      <a:pt x="917" y="1611"/>
                    </a:cubicBezTo>
                    <a:cubicBezTo>
                      <a:pt x="930" y="1964"/>
                      <a:pt x="642" y="2265"/>
                      <a:pt x="288" y="2265"/>
                    </a:cubicBezTo>
                    <a:lnTo>
                      <a:pt x="1257" y="2265"/>
                    </a:lnTo>
                    <a:cubicBezTo>
                      <a:pt x="1624" y="2265"/>
                      <a:pt x="1899" y="1964"/>
                      <a:pt x="1899" y="1611"/>
                    </a:cubicBezTo>
                    <a:cubicBezTo>
                      <a:pt x="1873" y="1270"/>
                      <a:pt x="1585" y="1009"/>
                      <a:pt x="1244" y="1009"/>
                    </a:cubicBezTo>
                    <a:lnTo>
                      <a:pt x="969" y="1009"/>
                    </a:lnTo>
                    <a:lnTo>
                      <a:pt x="851" y="786"/>
                    </a:lnTo>
                    <a:lnTo>
                      <a:pt x="969" y="550"/>
                    </a:lnTo>
                    <a:lnTo>
                      <a:pt x="969" y="210"/>
                    </a:lnTo>
                    <a:cubicBezTo>
                      <a:pt x="969" y="92"/>
                      <a:pt x="878" y="14"/>
                      <a:pt x="773" y="1"/>
                    </a:cubicBez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7" name="Google Shape;902;p27">
                <a:extLst>
                  <a:ext uri="{FF2B5EF4-FFF2-40B4-BE49-F238E27FC236}">
                    <a16:creationId xmlns:a16="http://schemas.microsoft.com/office/drawing/2014/main" id="{9919C6DB-8A35-B485-0E4E-42EBB3496D19}"/>
                  </a:ext>
                </a:extLst>
              </p:cNvPr>
              <p:cNvSpPr/>
              <p:nvPr/>
            </p:nvSpPr>
            <p:spPr>
              <a:xfrm>
                <a:off x="1107100" y="4215575"/>
                <a:ext cx="51750" cy="51400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2056" extrusionOk="0">
                    <a:moveTo>
                      <a:pt x="158" y="0"/>
                    </a:moveTo>
                    <a:cubicBezTo>
                      <a:pt x="80" y="0"/>
                      <a:pt x="14" y="66"/>
                      <a:pt x="14" y="144"/>
                    </a:cubicBezTo>
                    <a:lnTo>
                      <a:pt x="14" y="1912"/>
                    </a:lnTo>
                    <a:cubicBezTo>
                      <a:pt x="1" y="1990"/>
                      <a:pt x="80" y="2056"/>
                      <a:pt x="158" y="2056"/>
                    </a:cubicBezTo>
                    <a:lnTo>
                      <a:pt x="1926" y="2056"/>
                    </a:lnTo>
                    <a:cubicBezTo>
                      <a:pt x="2004" y="2056"/>
                      <a:pt x="2070" y="1977"/>
                      <a:pt x="2070" y="1899"/>
                    </a:cubicBezTo>
                    <a:lnTo>
                      <a:pt x="2070" y="144"/>
                    </a:lnTo>
                    <a:cubicBezTo>
                      <a:pt x="2070" y="66"/>
                      <a:pt x="2004" y="0"/>
                      <a:pt x="1926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8" name="Google Shape;903;p27">
                <a:extLst>
                  <a:ext uri="{FF2B5EF4-FFF2-40B4-BE49-F238E27FC236}">
                    <a16:creationId xmlns:a16="http://schemas.microsoft.com/office/drawing/2014/main" id="{66E76C84-AB8F-42DC-2912-42963416CE98}"/>
                  </a:ext>
                </a:extLst>
              </p:cNvPr>
              <p:cNvSpPr/>
              <p:nvPr/>
            </p:nvSpPr>
            <p:spPr>
              <a:xfrm>
                <a:off x="1107450" y="4293800"/>
                <a:ext cx="51400" cy="51400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56" extrusionOk="0">
                    <a:moveTo>
                      <a:pt x="144" y="0"/>
                    </a:moveTo>
                    <a:cubicBezTo>
                      <a:pt x="66" y="0"/>
                      <a:pt x="0" y="66"/>
                      <a:pt x="0" y="144"/>
                    </a:cubicBezTo>
                    <a:lnTo>
                      <a:pt x="0" y="1912"/>
                    </a:lnTo>
                    <a:cubicBezTo>
                      <a:pt x="0" y="1990"/>
                      <a:pt x="66" y="2056"/>
                      <a:pt x="144" y="2056"/>
                    </a:cubicBezTo>
                    <a:lnTo>
                      <a:pt x="1912" y="2056"/>
                    </a:lnTo>
                    <a:cubicBezTo>
                      <a:pt x="1990" y="2056"/>
                      <a:pt x="2056" y="1990"/>
                      <a:pt x="2056" y="1912"/>
                    </a:cubicBezTo>
                    <a:lnTo>
                      <a:pt x="2056" y="144"/>
                    </a:lnTo>
                    <a:cubicBezTo>
                      <a:pt x="2056" y="66"/>
                      <a:pt x="1990" y="0"/>
                      <a:pt x="1912" y="0"/>
                    </a:cubicBezTo>
                    <a:close/>
                  </a:path>
                </a:pathLst>
              </a:custGeom>
              <a:grpFill/>
              <a:ln>
                <a:solidFill>
                  <a:srgbClr val="7A0029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89" name="Google Shape;904;p27">
                <a:extLst>
                  <a:ext uri="{FF2B5EF4-FFF2-40B4-BE49-F238E27FC236}">
                    <a16:creationId xmlns:a16="http://schemas.microsoft.com/office/drawing/2014/main" id="{321F2EED-A6C4-FA95-CC12-A8C69AFBD681}"/>
                  </a:ext>
                </a:extLst>
              </p:cNvPr>
              <p:cNvSpPr/>
              <p:nvPr/>
            </p:nvSpPr>
            <p:spPr>
              <a:xfrm>
                <a:off x="1107450" y="4372350"/>
                <a:ext cx="51400" cy="5142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57" extrusionOk="0">
                    <a:moveTo>
                      <a:pt x="144" y="1"/>
                    </a:moveTo>
                    <a:cubicBezTo>
                      <a:pt x="66" y="1"/>
                      <a:pt x="0" y="66"/>
                      <a:pt x="0" y="145"/>
                    </a:cubicBezTo>
                    <a:lnTo>
                      <a:pt x="0" y="1912"/>
                    </a:lnTo>
                    <a:cubicBezTo>
                      <a:pt x="0" y="1991"/>
                      <a:pt x="66" y="2056"/>
                      <a:pt x="144" y="2056"/>
                    </a:cubicBezTo>
                    <a:lnTo>
                      <a:pt x="1912" y="2056"/>
                    </a:lnTo>
                    <a:cubicBezTo>
                      <a:pt x="1990" y="2056"/>
                      <a:pt x="2056" y="1991"/>
                      <a:pt x="2056" y="1912"/>
                    </a:cubicBezTo>
                    <a:lnTo>
                      <a:pt x="2056" y="145"/>
                    </a:lnTo>
                    <a:cubicBezTo>
                      <a:pt x="2056" y="66"/>
                      <a:pt x="1990" y="1"/>
                      <a:pt x="191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0" name="Google Shape;905;p27">
                <a:extLst>
                  <a:ext uri="{FF2B5EF4-FFF2-40B4-BE49-F238E27FC236}">
                    <a16:creationId xmlns:a16="http://schemas.microsoft.com/office/drawing/2014/main" id="{3CD8687E-5F78-81FD-A13C-301BCCCAE9E7}"/>
                  </a:ext>
                </a:extLst>
              </p:cNvPr>
              <p:cNvSpPr/>
              <p:nvPr/>
            </p:nvSpPr>
            <p:spPr>
              <a:xfrm>
                <a:off x="1052450" y="4096750"/>
                <a:ext cx="271700" cy="382325"/>
              </a:xfrm>
              <a:custGeom>
                <a:avLst/>
                <a:gdLst/>
                <a:ahLst/>
                <a:cxnLst/>
                <a:rect l="l" t="t" r="r" b="b"/>
                <a:pathLst>
                  <a:path w="10868" h="15293" extrusionOk="0">
                    <a:moveTo>
                      <a:pt x="9178" y="12753"/>
                    </a:moveTo>
                    <a:lnTo>
                      <a:pt x="8327" y="13604"/>
                    </a:lnTo>
                    <a:lnTo>
                      <a:pt x="8327" y="12753"/>
                    </a:lnTo>
                    <a:close/>
                    <a:moveTo>
                      <a:pt x="4007" y="1"/>
                    </a:moveTo>
                    <a:cubicBezTo>
                      <a:pt x="3771" y="1"/>
                      <a:pt x="3588" y="197"/>
                      <a:pt x="3588" y="433"/>
                    </a:cubicBezTo>
                    <a:lnTo>
                      <a:pt x="3588" y="1009"/>
                    </a:lnTo>
                    <a:lnTo>
                      <a:pt x="3535" y="1009"/>
                    </a:lnTo>
                    <a:cubicBezTo>
                      <a:pt x="3143" y="1009"/>
                      <a:pt x="2802" y="1258"/>
                      <a:pt x="2698" y="1637"/>
                    </a:cubicBezTo>
                    <a:lnTo>
                      <a:pt x="524" y="1637"/>
                    </a:lnTo>
                    <a:cubicBezTo>
                      <a:pt x="236" y="1637"/>
                      <a:pt x="1" y="1873"/>
                      <a:pt x="1" y="2161"/>
                    </a:cubicBezTo>
                    <a:lnTo>
                      <a:pt x="1" y="14769"/>
                    </a:lnTo>
                    <a:cubicBezTo>
                      <a:pt x="1" y="15057"/>
                      <a:pt x="236" y="15293"/>
                      <a:pt x="524" y="15293"/>
                    </a:cubicBezTo>
                    <a:lnTo>
                      <a:pt x="10343" y="15293"/>
                    </a:lnTo>
                    <a:cubicBezTo>
                      <a:pt x="10631" y="15293"/>
                      <a:pt x="10867" y="15057"/>
                      <a:pt x="10867" y="14769"/>
                    </a:cubicBezTo>
                    <a:lnTo>
                      <a:pt x="10867" y="7005"/>
                    </a:lnTo>
                    <a:cubicBezTo>
                      <a:pt x="10867" y="6855"/>
                      <a:pt x="10756" y="6779"/>
                      <a:pt x="10645" y="6779"/>
                    </a:cubicBezTo>
                    <a:cubicBezTo>
                      <a:pt x="10533" y="6779"/>
                      <a:pt x="10422" y="6855"/>
                      <a:pt x="10422" y="7005"/>
                    </a:cubicBezTo>
                    <a:lnTo>
                      <a:pt x="10422" y="14769"/>
                    </a:lnTo>
                    <a:cubicBezTo>
                      <a:pt x="10422" y="14808"/>
                      <a:pt x="10383" y="14847"/>
                      <a:pt x="10343" y="14847"/>
                    </a:cubicBezTo>
                    <a:lnTo>
                      <a:pt x="524" y="14847"/>
                    </a:lnTo>
                    <a:cubicBezTo>
                      <a:pt x="485" y="14847"/>
                      <a:pt x="446" y="14808"/>
                      <a:pt x="446" y="14769"/>
                    </a:cubicBezTo>
                    <a:lnTo>
                      <a:pt x="446" y="2161"/>
                    </a:lnTo>
                    <a:cubicBezTo>
                      <a:pt x="446" y="2122"/>
                      <a:pt x="485" y="2083"/>
                      <a:pt x="524" y="2083"/>
                    </a:cubicBezTo>
                    <a:lnTo>
                      <a:pt x="917" y="2083"/>
                    </a:lnTo>
                    <a:lnTo>
                      <a:pt x="917" y="4544"/>
                    </a:lnTo>
                    <a:cubicBezTo>
                      <a:pt x="917" y="4688"/>
                      <a:pt x="1028" y="4760"/>
                      <a:pt x="1140" y="4760"/>
                    </a:cubicBezTo>
                    <a:cubicBezTo>
                      <a:pt x="1251" y="4760"/>
                      <a:pt x="1362" y="4688"/>
                      <a:pt x="1362" y="4544"/>
                    </a:cubicBezTo>
                    <a:lnTo>
                      <a:pt x="1362" y="2083"/>
                    </a:lnTo>
                    <a:lnTo>
                      <a:pt x="2698" y="2083"/>
                    </a:lnTo>
                    <a:cubicBezTo>
                      <a:pt x="2737" y="2227"/>
                      <a:pt x="2802" y="2344"/>
                      <a:pt x="2907" y="2449"/>
                    </a:cubicBezTo>
                    <a:cubicBezTo>
                      <a:pt x="3064" y="2619"/>
                      <a:pt x="3287" y="2711"/>
                      <a:pt x="3522" y="2711"/>
                    </a:cubicBezTo>
                    <a:lnTo>
                      <a:pt x="5774" y="2711"/>
                    </a:lnTo>
                    <a:cubicBezTo>
                      <a:pt x="5783" y="2712"/>
                      <a:pt x="5791" y="2712"/>
                      <a:pt x="5799" y="2712"/>
                    </a:cubicBezTo>
                    <a:cubicBezTo>
                      <a:pt x="6093" y="2712"/>
                      <a:pt x="6093" y="2265"/>
                      <a:pt x="5799" y="2265"/>
                    </a:cubicBezTo>
                    <a:cubicBezTo>
                      <a:pt x="5791" y="2265"/>
                      <a:pt x="5783" y="2265"/>
                      <a:pt x="5774" y="2266"/>
                    </a:cubicBezTo>
                    <a:lnTo>
                      <a:pt x="3522" y="2266"/>
                    </a:lnTo>
                    <a:cubicBezTo>
                      <a:pt x="3418" y="2266"/>
                      <a:pt x="3313" y="2227"/>
                      <a:pt x="3234" y="2148"/>
                    </a:cubicBezTo>
                    <a:cubicBezTo>
                      <a:pt x="3156" y="2056"/>
                      <a:pt x="3117" y="1952"/>
                      <a:pt x="3117" y="1847"/>
                    </a:cubicBezTo>
                    <a:cubicBezTo>
                      <a:pt x="3142" y="1632"/>
                      <a:pt x="3313" y="1467"/>
                      <a:pt x="3513" y="1467"/>
                    </a:cubicBezTo>
                    <a:cubicBezTo>
                      <a:pt x="3520" y="1467"/>
                      <a:pt x="3528" y="1467"/>
                      <a:pt x="3535" y="1467"/>
                    </a:cubicBezTo>
                    <a:lnTo>
                      <a:pt x="4570" y="1467"/>
                    </a:lnTo>
                    <a:cubicBezTo>
                      <a:pt x="4578" y="1468"/>
                      <a:pt x="4586" y="1468"/>
                      <a:pt x="4594" y="1468"/>
                    </a:cubicBezTo>
                    <a:cubicBezTo>
                      <a:pt x="4889" y="1468"/>
                      <a:pt x="4889" y="1008"/>
                      <a:pt x="4594" y="1008"/>
                    </a:cubicBezTo>
                    <a:cubicBezTo>
                      <a:pt x="4586" y="1008"/>
                      <a:pt x="4578" y="1008"/>
                      <a:pt x="4570" y="1009"/>
                    </a:cubicBezTo>
                    <a:lnTo>
                      <a:pt x="4046" y="1009"/>
                    </a:lnTo>
                    <a:lnTo>
                      <a:pt x="4046" y="459"/>
                    </a:lnTo>
                    <a:lnTo>
                      <a:pt x="6822" y="459"/>
                    </a:lnTo>
                    <a:lnTo>
                      <a:pt x="6822" y="1009"/>
                    </a:lnTo>
                    <a:lnTo>
                      <a:pt x="6298" y="1009"/>
                    </a:lnTo>
                    <a:cubicBezTo>
                      <a:pt x="6290" y="1008"/>
                      <a:pt x="6282" y="1008"/>
                      <a:pt x="6274" y="1008"/>
                    </a:cubicBezTo>
                    <a:cubicBezTo>
                      <a:pt x="5979" y="1008"/>
                      <a:pt x="5979" y="1468"/>
                      <a:pt x="6274" y="1468"/>
                    </a:cubicBezTo>
                    <a:cubicBezTo>
                      <a:pt x="6282" y="1468"/>
                      <a:pt x="6290" y="1468"/>
                      <a:pt x="6298" y="1467"/>
                    </a:cubicBezTo>
                    <a:lnTo>
                      <a:pt x="7319" y="1467"/>
                    </a:lnTo>
                    <a:cubicBezTo>
                      <a:pt x="7327" y="1467"/>
                      <a:pt x="7335" y="1467"/>
                      <a:pt x="7343" y="1467"/>
                    </a:cubicBezTo>
                    <a:cubicBezTo>
                      <a:pt x="7555" y="1467"/>
                      <a:pt x="7726" y="1632"/>
                      <a:pt x="7751" y="1847"/>
                    </a:cubicBezTo>
                    <a:cubicBezTo>
                      <a:pt x="7751" y="2083"/>
                      <a:pt x="7568" y="2279"/>
                      <a:pt x="7345" y="2279"/>
                    </a:cubicBezTo>
                    <a:lnTo>
                      <a:pt x="6822" y="2279"/>
                    </a:lnTo>
                    <a:cubicBezTo>
                      <a:pt x="6813" y="2278"/>
                      <a:pt x="6805" y="2278"/>
                      <a:pt x="6797" y="2278"/>
                    </a:cubicBezTo>
                    <a:cubicBezTo>
                      <a:pt x="6502" y="2278"/>
                      <a:pt x="6502" y="2725"/>
                      <a:pt x="6797" y="2725"/>
                    </a:cubicBezTo>
                    <a:cubicBezTo>
                      <a:pt x="6805" y="2725"/>
                      <a:pt x="6813" y="2725"/>
                      <a:pt x="6822" y="2724"/>
                    </a:cubicBezTo>
                    <a:lnTo>
                      <a:pt x="7332" y="2724"/>
                    </a:lnTo>
                    <a:cubicBezTo>
                      <a:pt x="7725" y="2711"/>
                      <a:pt x="8052" y="2462"/>
                      <a:pt x="8157" y="2096"/>
                    </a:cubicBezTo>
                    <a:lnTo>
                      <a:pt x="9492" y="2096"/>
                    </a:lnTo>
                    <a:lnTo>
                      <a:pt x="9492" y="12321"/>
                    </a:lnTo>
                    <a:lnTo>
                      <a:pt x="8105" y="12321"/>
                    </a:lnTo>
                    <a:cubicBezTo>
                      <a:pt x="7974" y="12321"/>
                      <a:pt x="7869" y="12412"/>
                      <a:pt x="7869" y="12543"/>
                    </a:cubicBezTo>
                    <a:lnTo>
                      <a:pt x="7869" y="13931"/>
                    </a:lnTo>
                    <a:lnTo>
                      <a:pt x="6822" y="13931"/>
                    </a:lnTo>
                    <a:cubicBezTo>
                      <a:pt x="6520" y="13931"/>
                      <a:pt x="6520" y="14389"/>
                      <a:pt x="6822" y="14389"/>
                    </a:cubicBezTo>
                    <a:lnTo>
                      <a:pt x="8039" y="14389"/>
                    </a:lnTo>
                    <a:cubicBezTo>
                      <a:pt x="8144" y="14389"/>
                      <a:pt x="8236" y="14350"/>
                      <a:pt x="8301" y="14271"/>
                    </a:cubicBezTo>
                    <a:lnTo>
                      <a:pt x="9833" y="12740"/>
                    </a:lnTo>
                    <a:cubicBezTo>
                      <a:pt x="9911" y="12674"/>
                      <a:pt x="9951" y="12583"/>
                      <a:pt x="9951" y="12478"/>
                    </a:cubicBezTo>
                    <a:lnTo>
                      <a:pt x="9951" y="2083"/>
                    </a:lnTo>
                    <a:lnTo>
                      <a:pt x="10343" y="2083"/>
                    </a:lnTo>
                    <a:cubicBezTo>
                      <a:pt x="10383" y="2083"/>
                      <a:pt x="10422" y="2122"/>
                      <a:pt x="10422" y="2161"/>
                    </a:cubicBezTo>
                    <a:lnTo>
                      <a:pt x="10422" y="5958"/>
                    </a:lnTo>
                    <a:cubicBezTo>
                      <a:pt x="10422" y="6076"/>
                      <a:pt x="10514" y="6180"/>
                      <a:pt x="10645" y="6180"/>
                    </a:cubicBezTo>
                    <a:cubicBezTo>
                      <a:pt x="10762" y="6180"/>
                      <a:pt x="10867" y="6076"/>
                      <a:pt x="10867" y="5958"/>
                    </a:cubicBezTo>
                    <a:lnTo>
                      <a:pt x="10867" y="2161"/>
                    </a:lnTo>
                    <a:cubicBezTo>
                      <a:pt x="10867" y="1873"/>
                      <a:pt x="10631" y="1637"/>
                      <a:pt x="10343" y="1637"/>
                    </a:cubicBezTo>
                    <a:lnTo>
                      <a:pt x="8157" y="1637"/>
                    </a:lnTo>
                    <a:cubicBezTo>
                      <a:pt x="8052" y="1258"/>
                      <a:pt x="7712" y="1009"/>
                      <a:pt x="7319" y="1009"/>
                    </a:cubicBezTo>
                    <a:lnTo>
                      <a:pt x="7267" y="1009"/>
                    </a:lnTo>
                    <a:lnTo>
                      <a:pt x="7267" y="433"/>
                    </a:lnTo>
                    <a:cubicBezTo>
                      <a:pt x="7267" y="197"/>
                      <a:pt x="7083" y="14"/>
                      <a:pt x="6848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Barlow" pitchFamily="2" charset="77"/>
                </a:endParaRPr>
              </a:p>
            </p:txBody>
          </p:sp>
          <p:sp>
            <p:nvSpPr>
              <p:cNvPr id="91" name="Google Shape;906;p27">
                <a:extLst>
                  <a:ext uri="{FF2B5EF4-FFF2-40B4-BE49-F238E27FC236}">
                    <a16:creationId xmlns:a16="http://schemas.microsoft.com/office/drawing/2014/main" id="{572B1CD7-BF92-8259-6310-9E93BAB1CEFC}"/>
                  </a:ext>
                </a:extLst>
              </p:cNvPr>
              <p:cNvSpPr/>
              <p:nvPr/>
            </p:nvSpPr>
            <p:spPr>
              <a:xfrm>
                <a:off x="1075375" y="4230625"/>
                <a:ext cx="128975" cy="225550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9022" extrusionOk="0">
                    <a:moveTo>
                      <a:pt x="223" y="1"/>
                    </a:moveTo>
                    <a:cubicBezTo>
                      <a:pt x="105" y="1"/>
                      <a:pt x="0" y="92"/>
                      <a:pt x="0" y="223"/>
                    </a:cubicBezTo>
                    <a:lnTo>
                      <a:pt x="0" y="8641"/>
                    </a:lnTo>
                    <a:cubicBezTo>
                      <a:pt x="0" y="8851"/>
                      <a:pt x="170" y="9021"/>
                      <a:pt x="380" y="9021"/>
                    </a:cubicBezTo>
                    <a:lnTo>
                      <a:pt x="4857" y="9021"/>
                    </a:lnTo>
                    <a:cubicBezTo>
                      <a:pt x="5158" y="9021"/>
                      <a:pt x="5158" y="8576"/>
                      <a:pt x="4857" y="8576"/>
                    </a:cubicBezTo>
                    <a:lnTo>
                      <a:pt x="445" y="8576"/>
                    </a:lnTo>
                    <a:lnTo>
                      <a:pt x="445" y="223"/>
                    </a:lnTo>
                    <a:cubicBezTo>
                      <a:pt x="445" y="105"/>
                      <a:pt x="354" y="1"/>
                      <a:pt x="223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2" name="Google Shape;907;p27">
                <a:extLst>
                  <a:ext uri="{FF2B5EF4-FFF2-40B4-BE49-F238E27FC236}">
                    <a16:creationId xmlns:a16="http://schemas.microsoft.com/office/drawing/2014/main" id="{7D8F81C0-4EC8-0CAD-2BC1-9D3C95FD59B9}"/>
                  </a:ext>
                </a:extLst>
              </p:cNvPr>
              <p:cNvSpPr/>
              <p:nvPr/>
            </p:nvSpPr>
            <p:spPr>
              <a:xfrm>
                <a:off x="1148025" y="4180875"/>
                <a:ext cx="80550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46" extrusionOk="0">
                    <a:moveTo>
                      <a:pt x="302" y="1"/>
                    </a:moveTo>
                    <a:cubicBezTo>
                      <a:pt x="0" y="1"/>
                      <a:pt x="0" y="446"/>
                      <a:pt x="302" y="446"/>
                    </a:cubicBezTo>
                    <a:lnTo>
                      <a:pt x="2920" y="446"/>
                    </a:lnTo>
                    <a:cubicBezTo>
                      <a:pt x="3221" y="446"/>
                      <a:pt x="3221" y="1"/>
                      <a:pt x="2920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3" name="Google Shape;908;p27">
                <a:extLst>
                  <a:ext uri="{FF2B5EF4-FFF2-40B4-BE49-F238E27FC236}">
                    <a16:creationId xmlns:a16="http://schemas.microsoft.com/office/drawing/2014/main" id="{45FC7978-2A81-75B1-DBA1-D27EE0B749AC}"/>
                  </a:ext>
                </a:extLst>
              </p:cNvPr>
              <p:cNvSpPr/>
              <p:nvPr/>
            </p:nvSpPr>
            <p:spPr>
              <a:xfrm>
                <a:off x="1101550" y="4206850"/>
                <a:ext cx="69175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2767" h="2628" extrusionOk="0">
                    <a:moveTo>
                      <a:pt x="1925" y="572"/>
                    </a:moveTo>
                    <a:lnTo>
                      <a:pt x="1362" y="1344"/>
                    </a:lnTo>
                    <a:lnTo>
                      <a:pt x="1166" y="1148"/>
                    </a:lnTo>
                    <a:cubicBezTo>
                      <a:pt x="1122" y="1120"/>
                      <a:pt x="1078" y="1108"/>
                      <a:pt x="1036" y="1108"/>
                    </a:cubicBezTo>
                    <a:cubicBezTo>
                      <a:pt x="862" y="1108"/>
                      <a:pt x="727" y="1317"/>
                      <a:pt x="864" y="1475"/>
                    </a:cubicBezTo>
                    <a:lnTo>
                      <a:pt x="1257" y="1829"/>
                    </a:lnTo>
                    <a:cubicBezTo>
                      <a:pt x="1297" y="1868"/>
                      <a:pt x="1349" y="1894"/>
                      <a:pt x="1414" y="1894"/>
                    </a:cubicBezTo>
                    <a:lnTo>
                      <a:pt x="1427" y="1894"/>
                    </a:lnTo>
                    <a:cubicBezTo>
                      <a:pt x="1493" y="1881"/>
                      <a:pt x="1558" y="1855"/>
                      <a:pt x="1598" y="1803"/>
                    </a:cubicBezTo>
                    <a:lnTo>
                      <a:pt x="2069" y="1148"/>
                    </a:lnTo>
                    <a:lnTo>
                      <a:pt x="2069" y="2182"/>
                    </a:lnTo>
                    <a:lnTo>
                      <a:pt x="459" y="2182"/>
                    </a:lnTo>
                    <a:lnTo>
                      <a:pt x="459" y="572"/>
                    </a:lnTo>
                    <a:close/>
                    <a:moveTo>
                      <a:pt x="2455" y="0"/>
                    </a:moveTo>
                    <a:cubicBezTo>
                      <a:pt x="2392" y="0"/>
                      <a:pt x="2327" y="30"/>
                      <a:pt x="2278" y="101"/>
                    </a:cubicBezTo>
                    <a:lnTo>
                      <a:pt x="2252" y="140"/>
                    </a:lnTo>
                    <a:cubicBezTo>
                      <a:pt x="2213" y="127"/>
                      <a:pt x="2174" y="127"/>
                      <a:pt x="2148" y="127"/>
                    </a:cubicBezTo>
                    <a:lnTo>
                      <a:pt x="380" y="127"/>
                    </a:lnTo>
                    <a:cubicBezTo>
                      <a:pt x="171" y="127"/>
                      <a:pt x="0" y="284"/>
                      <a:pt x="13" y="493"/>
                    </a:cubicBezTo>
                    <a:lnTo>
                      <a:pt x="13" y="2261"/>
                    </a:lnTo>
                    <a:cubicBezTo>
                      <a:pt x="13" y="2457"/>
                      <a:pt x="171" y="2614"/>
                      <a:pt x="380" y="2627"/>
                    </a:cubicBezTo>
                    <a:lnTo>
                      <a:pt x="2148" y="2627"/>
                    </a:lnTo>
                    <a:cubicBezTo>
                      <a:pt x="2344" y="2627"/>
                      <a:pt x="2514" y="2457"/>
                      <a:pt x="2514" y="2248"/>
                    </a:cubicBezTo>
                    <a:lnTo>
                      <a:pt x="2514" y="520"/>
                    </a:lnTo>
                    <a:lnTo>
                      <a:pt x="2645" y="363"/>
                    </a:lnTo>
                    <a:cubicBezTo>
                      <a:pt x="2767" y="185"/>
                      <a:pt x="2614" y="0"/>
                      <a:pt x="2455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4" name="Google Shape;909;p27">
                <a:extLst>
                  <a:ext uri="{FF2B5EF4-FFF2-40B4-BE49-F238E27FC236}">
                    <a16:creationId xmlns:a16="http://schemas.microsoft.com/office/drawing/2014/main" id="{7419D021-14C7-664E-0A81-2866EA0478F0}"/>
                  </a:ext>
                </a:extLst>
              </p:cNvPr>
              <p:cNvSpPr/>
              <p:nvPr/>
            </p:nvSpPr>
            <p:spPr>
              <a:xfrm>
                <a:off x="1101550" y="4285275"/>
                <a:ext cx="69225" cy="6550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2620" extrusionOk="0">
                    <a:moveTo>
                      <a:pt x="1925" y="564"/>
                    </a:moveTo>
                    <a:lnTo>
                      <a:pt x="1375" y="1336"/>
                    </a:lnTo>
                    <a:lnTo>
                      <a:pt x="1166" y="1140"/>
                    </a:lnTo>
                    <a:cubicBezTo>
                      <a:pt x="1122" y="1112"/>
                      <a:pt x="1078" y="1100"/>
                      <a:pt x="1036" y="1100"/>
                    </a:cubicBezTo>
                    <a:cubicBezTo>
                      <a:pt x="862" y="1100"/>
                      <a:pt x="727" y="1309"/>
                      <a:pt x="864" y="1467"/>
                    </a:cubicBezTo>
                    <a:lnTo>
                      <a:pt x="1257" y="1834"/>
                    </a:lnTo>
                    <a:cubicBezTo>
                      <a:pt x="1297" y="1860"/>
                      <a:pt x="1349" y="1886"/>
                      <a:pt x="1414" y="1886"/>
                    </a:cubicBezTo>
                    <a:lnTo>
                      <a:pt x="1427" y="1886"/>
                    </a:lnTo>
                    <a:cubicBezTo>
                      <a:pt x="1493" y="1873"/>
                      <a:pt x="1558" y="1847"/>
                      <a:pt x="1598" y="1795"/>
                    </a:cubicBezTo>
                    <a:lnTo>
                      <a:pt x="2069" y="1140"/>
                    </a:lnTo>
                    <a:lnTo>
                      <a:pt x="2069" y="2174"/>
                    </a:lnTo>
                    <a:lnTo>
                      <a:pt x="459" y="2174"/>
                    </a:lnTo>
                    <a:lnTo>
                      <a:pt x="459" y="564"/>
                    </a:lnTo>
                    <a:close/>
                    <a:moveTo>
                      <a:pt x="2449" y="1"/>
                    </a:moveTo>
                    <a:cubicBezTo>
                      <a:pt x="2387" y="1"/>
                      <a:pt x="2325" y="28"/>
                      <a:pt x="2278" y="93"/>
                    </a:cubicBezTo>
                    <a:lnTo>
                      <a:pt x="2252" y="145"/>
                    </a:lnTo>
                    <a:cubicBezTo>
                      <a:pt x="2213" y="132"/>
                      <a:pt x="2174" y="119"/>
                      <a:pt x="2148" y="119"/>
                    </a:cubicBezTo>
                    <a:lnTo>
                      <a:pt x="380" y="119"/>
                    </a:lnTo>
                    <a:cubicBezTo>
                      <a:pt x="171" y="119"/>
                      <a:pt x="0" y="289"/>
                      <a:pt x="13" y="499"/>
                    </a:cubicBezTo>
                    <a:lnTo>
                      <a:pt x="13" y="2253"/>
                    </a:lnTo>
                    <a:cubicBezTo>
                      <a:pt x="13" y="2462"/>
                      <a:pt x="171" y="2619"/>
                      <a:pt x="380" y="2619"/>
                    </a:cubicBezTo>
                    <a:lnTo>
                      <a:pt x="2148" y="2619"/>
                    </a:lnTo>
                    <a:cubicBezTo>
                      <a:pt x="2344" y="2619"/>
                      <a:pt x="2514" y="2462"/>
                      <a:pt x="2514" y="2253"/>
                    </a:cubicBezTo>
                    <a:lnTo>
                      <a:pt x="2514" y="525"/>
                    </a:lnTo>
                    <a:lnTo>
                      <a:pt x="2645" y="368"/>
                    </a:lnTo>
                    <a:cubicBezTo>
                      <a:pt x="2768" y="188"/>
                      <a:pt x="2610" y="1"/>
                      <a:pt x="2449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5" name="Google Shape;910;p27">
                <a:extLst>
                  <a:ext uri="{FF2B5EF4-FFF2-40B4-BE49-F238E27FC236}">
                    <a16:creationId xmlns:a16="http://schemas.microsoft.com/office/drawing/2014/main" id="{7D634E74-D0AC-8175-A375-4081EBE24C84}"/>
                  </a:ext>
                </a:extLst>
              </p:cNvPr>
              <p:cNvSpPr/>
              <p:nvPr/>
            </p:nvSpPr>
            <p:spPr>
              <a:xfrm>
                <a:off x="1101550" y="4366800"/>
                <a:ext cx="62875" cy="62525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2501" extrusionOk="0">
                    <a:moveTo>
                      <a:pt x="2069" y="445"/>
                    </a:moveTo>
                    <a:lnTo>
                      <a:pt x="2069" y="2055"/>
                    </a:lnTo>
                    <a:lnTo>
                      <a:pt x="459" y="2055"/>
                    </a:lnTo>
                    <a:lnTo>
                      <a:pt x="459" y="445"/>
                    </a:lnTo>
                    <a:close/>
                    <a:moveTo>
                      <a:pt x="380" y="0"/>
                    </a:moveTo>
                    <a:cubicBezTo>
                      <a:pt x="171" y="0"/>
                      <a:pt x="0" y="170"/>
                      <a:pt x="13" y="367"/>
                    </a:cubicBezTo>
                    <a:lnTo>
                      <a:pt x="13" y="2134"/>
                    </a:lnTo>
                    <a:cubicBezTo>
                      <a:pt x="0" y="2330"/>
                      <a:pt x="171" y="2501"/>
                      <a:pt x="380" y="2501"/>
                    </a:cubicBezTo>
                    <a:lnTo>
                      <a:pt x="2148" y="2501"/>
                    </a:lnTo>
                    <a:cubicBezTo>
                      <a:pt x="2344" y="2501"/>
                      <a:pt x="2514" y="2343"/>
                      <a:pt x="2514" y="2134"/>
                    </a:cubicBezTo>
                    <a:lnTo>
                      <a:pt x="2514" y="367"/>
                    </a:lnTo>
                    <a:cubicBezTo>
                      <a:pt x="2514" y="157"/>
                      <a:pt x="2344" y="0"/>
                      <a:pt x="2148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6" name="Google Shape;911;p27">
                <a:extLst>
                  <a:ext uri="{FF2B5EF4-FFF2-40B4-BE49-F238E27FC236}">
                    <a16:creationId xmlns:a16="http://schemas.microsoft.com/office/drawing/2014/main" id="{87325504-812C-80E9-EABC-EBA95C806ADD}"/>
                  </a:ext>
                </a:extLst>
              </p:cNvPr>
              <p:cNvSpPr/>
              <p:nvPr/>
            </p:nvSpPr>
            <p:spPr>
              <a:xfrm>
                <a:off x="1183050" y="4223425"/>
                <a:ext cx="90025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3601" h="446" extrusionOk="0">
                    <a:moveTo>
                      <a:pt x="289" y="0"/>
                    </a:moveTo>
                    <a:cubicBezTo>
                      <a:pt x="0" y="0"/>
                      <a:pt x="5" y="446"/>
                      <a:pt x="301" y="446"/>
                    </a:cubicBezTo>
                    <a:lnTo>
                      <a:pt x="3300" y="446"/>
                    </a:lnTo>
                    <a:cubicBezTo>
                      <a:pt x="3596" y="446"/>
                      <a:pt x="3601" y="0"/>
                      <a:pt x="3312" y="0"/>
                    </a:cubicBezTo>
                    <a:cubicBezTo>
                      <a:pt x="3308" y="0"/>
                      <a:pt x="3304" y="0"/>
                      <a:pt x="3300" y="1"/>
                    </a:cubicBezTo>
                    <a:lnTo>
                      <a:pt x="301" y="1"/>
                    </a:lnTo>
                    <a:cubicBezTo>
                      <a:pt x="297" y="0"/>
                      <a:pt x="293" y="0"/>
                      <a:pt x="28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7" name="Google Shape;912;p27">
                <a:extLst>
                  <a:ext uri="{FF2B5EF4-FFF2-40B4-BE49-F238E27FC236}">
                    <a16:creationId xmlns:a16="http://schemas.microsoft.com/office/drawing/2014/main" id="{6A4C742B-0799-7C06-C95E-DF7687F1DEBE}"/>
                  </a:ext>
                </a:extLst>
              </p:cNvPr>
              <p:cNvSpPr/>
              <p:nvPr/>
            </p:nvSpPr>
            <p:spPr>
              <a:xfrm>
                <a:off x="1183050" y="4247325"/>
                <a:ext cx="75950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3038" h="459" extrusionOk="0">
                    <a:moveTo>
                      <a:pt x="301" y="0"/>
                    </a:moveTo>
                    <a:cubicBezTo>
                      <a:pt x="0" y="0"/>
                      <a:pt x="0" y="459"/>
                      <a:pt x="301" y="459"/>
                    </a:cubicBezTo>
                    <a:lnTo>
                      <a:pt x="2750" y="459"/>
                    </a:lnTo>
                    <a:cubicBezTo>
                      <a:pt x="3038" y="459"/>
                      <a:pt x="3038" y="0"/>
                      <a:pt x="27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8" name="Google Shape;913;p27">
                <a:extLst>
                  <a:ext uri="{FF2B5EF4-FFF2-40B4-BE49-F238E27FC236}">
                    <a16:creationId xmlns:a16="http://schemas.microsoft.com/office/drawing/2014/main" id="{F7081AE2-28DA-C826-F9E6-FDDF265D6195}"/>
                  </a:ext>
                </a:extLst>
              </p:cNvPr>
              <p:cNvSpPr/>
              <p:nvPr/>
            </p:nvSpPr>
            <p:spPr>
              <a:xfrm>
                <a:off x="1182600" y="4303275"/>
                <a:ext cx="9092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448" extrusionOk="0">
                    <a:moveTo>
                      <a:pt x="295" y="0"/>
                    </a:moveTo>
                    <a:cubicBezTo>
                      <a:pt x="0" y="0"/>
                      <a:pt x="0" y="447"/>
                      <a:pt x="295" y="447"/>
                    </a:cubicBezTo>
                    <a:cubicBezTo>
                      <a:pt x="303" y="447"/>
                      <a:pt x="311" y="447"/>
                      <a:pt x="319" y="446"/>
                    </a:cubicBezTo>
                    <a:lnTo>
                      <a:pt x="3318" y="446"/>
                    </a:lnTo>
                    <a:cubicBezTo>
                      <a:pt x="3326" y="447"/>
                      <a:pt x="3334" y="447"/>
                      <a:pt x="3342" y="447"/>
                    </a:cubicBezTo>
                    <a:cubicBezTo>
                      <a:pt x="3637" y="447"/>
                      <a:pt x="3637" y="0"/>
                      <a:pt x="3342" y="0"/>
                    </a:cubicBezTo>
                    <a:cubicBezTo>
                      <a:pt x="3334" y="0"/>
                      <a:pt x="3326" y="0"/>
                      <a:pt x="3318" y="1"/>
                    </a:cubicBezTo>
                    <a:lnTo>
                      <a:pt x="319" y="1"/>
                    </a:lnTo>
                    <a:cubicBezTo>
                      <a:pt x="311" y="0"/>
                      <a:pt x="303" y="0"/>
                      <a:pt x="29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99" name="Google Shape;914;p27">
                <a:extLst>
                  <a:ext uri="{FF2B5EF4-FFF2-40B4-BE49-F238E27FC236}">
                    <a16:creationId xmlns:a16="http://schemas.microsoft.com/office/drawing/2014/main" id="{888936D9-3563-C931-1717-EEAADA4746E6}"/>
                  </a:ext>
                </a:extLst>
              </p:cNvPr>
              <p:cNvSpPr/>
              <p:nvPr/>
            </p:nvSpPr>
            <p:spPr>
              <a:xfrm>
                <a:off x="1238025" y="4327500"/>
                <a:ext cx="35050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447" extrusionOk="0">
                    <a:moveTo>
                      <a:pt x="1113" y="1"/>
                    </a:moveTo>
                    <a:cubicBezTo>
                      <a:pt x="1109" y="1"/>
                      <a:pt x="1105" y="1"/>
                      <a:pt x="1101" y="1"/>
                    </a:cubicBezTo>
                    <a:lnTo>
                      <a:pt x="302" y="1"/>
                    </a:lnTo>
                    <a:cubicBezTo>
                      <a:pt x="1" y="1"/>
                      <a:pt x="1" y="446"/>
                      <a:pt x="302" y="446"/>
                    </a:cubicBezTo>
                    <a:lnTo>
                      <a:pt x="1101" y="446"/>
                    </a:lnTo>
                    <a:cubicBezTo>
                      <a:pt x="1397" y="446"/>
                      <a:pt x="1402" y="1"/>
                      <a:pt x="1113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100" name="Google Shape;915;p27">
                <a:extLst>
                  <a:ext uri="{FF2B5EF4-FFF2-40B4-BE49-F238E27FC236}">
                    <a16:creationId xmlns:a16="http://schemas.microsoft.com/office/drawing/2014/main" id="{16EC52E4-044A-9AEF-F582-2A8FCD42A4A7}"/>
                  </a:ext>
                </a:extLst>
              </p:cNvPr>
              <p:cNvSpPr/>
              <p:nvPr/>
            </p:nvSpPr>
            <p:spPr>
              <a:xfrm>
                <a:off x="1183050" y="4327500"/>
                <a:ext cx="4387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447" extrusionOk="0">
                    <a:moveTo>
                      <a:pt x="289" y="1"/>
                    </a:moveTo>
                    <a:cubicBezTo>
                      <a:pt x="0" y="1"/>
                      <a:pt x="5" y="446"/>
                      <a:pt x="301" y="446"/>
                    </a:cubicBezTo>
                    <a:lnTo>
                      <a:pt x="1454" y="446"/>
                    </a:lnTo>
                    <a:cubicBezTo>
                      <a:pt x="1750" y="446"/>
                      <a:pt x="1755" y="1"/>
                      <a:pt x="1466" y="1"/>
                    </a:cubicBezTo>
                    <a:cubicBezTo>
                      <a:pt x="1462" y="1"/>
                      <a:pt x="1458" y="1"/>
                      <a:pt x="1454" y="1"/>
                    </a:cubicBezTo>
                    <a:lnTo>
                      <a:pt x="301" y="1"/>
                    </a:lnTo>
                    <a:cubicBezTo>
                      <a:pt x="297" y="1"/>
                      <a:pt x="293" y="1"/>
                      <a:pt x="289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101" name="Google Shape;916;p27">
                <a:extLst>
                  <a:ext uri="{FF2B5EF4-FFF2-40B4-BE49-F238E27FC236}">
                    <a16:creationId xmlns:a16="http://schemas.microsoft.com/office/drawing/2014/main" id="{B72D2E18-F8BE-C036-94F5-4BBB981D03E3}"/>
                  </a:ext>
                </a:extLst>
              </p:cNvPr>
              <p:cNvSpPr/>
              <p:nvPr/>
            </p:nvSpPr>
            <p:spPr>
              <a:xfrm>
                <a:off x="1182600" y="4380500"/>
                <a:ext cx="90925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448" extrusionOk="0">
                    <a:moveTo>
                      <a:pt x="295" y="1"/>
                    </a:moveTo>
                    <a:cubicBezTo>
                      <a:pt x="0" y="1"/>
                      <a:pt x="0" y="448"/>
                      <a:pt x="295" y="448"/>
                    </a:cubicBezTo>
                    <a:cubicBezTo>
                      <a:pt x="303" y="448"/>
                      <a:pt x="311" y="448"/>
                      <a:pt x="319" y="447"/>
                    </a:cubicBezTo>
                    <a:lnTo>
                      <a:pt x="3318" y="447"/>
                    </a:lnTo>
                    <a:cubicBezTo>
                      <a:pt x="3326" y="448"/>
                      <a:pt x="3334" y="448"/>
                      <a:pt x="3342" y="448"/>
                    </a:cubicBezTo>
                    <a:cubicBezTo>
                      <a:pt x="3637" y="448"/>
                      <a:pt x="3637" y="1"/>
                      <a:pt x="3342" y="1"/>
                    </a:cubicBezTo>
                    <a:cubicBezTo>
                      <a:pt x="3334" y="1"/>
                      <a:pt x="3326" y="1"/>
                      <a:pt x="3318" y="2"/>
                    </a:cubicBezTo>
                    <a:lnTo>
                      <a:pt x="319" y="2"/>
                    </a:lnTo>
                    <a:cubicBezTo>
                      <a:pt x="311" y="1"/>
                      <a:pt x="303" y="1"/>
                      <a:pt x="295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  <p:sp>
            <p:nvSpPr>
              <p:cNvPr id="102" name="Google Shape;917;p27">
                <a:extLst>
                  <a:ext uri="{FF2B5EF4-FFF2-40B4-BE49-F238E27FC236}">
                    <a16:creationId xmlns:a16="http://schemas.microsoft.com/office/drawing/2014/main" id="{845CB8A7-C5E6-1940-736A-A71410AD887D}"/>
                  </a:ext>
                </a:extLst>
              </p:cNvPr>
              <p:cNvSpPr/>
              <p:nvPr/>
            </p:nvSpPr>
            <p:spPr>
              <a:xfrm>
                <a:off x="1183050" y="4404425"/>
                <a:ext cx="50425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446" extrusionOk="0">
                    <a:moveTo>
                      <a:pt x="301" y="1"/>
                    </a:moveTo>
                    <a:cubicBezTo>
                      <a:pt x="0" y="1"/>
                      <a:pt x="0" y="446"/>
                      <a:pt x="301" y="446"/>
                    </a:cubicBezTo>
                    <a:lnTo>
                      <a:pt x="1794" y="446"/>
                    </a:lnTo>
                    <a:cubicBezTo>
                      <a:pt x="1912" y="446"/>
                      <a:pt x="2017" y="354"/>
                      <a:pt x="2017" y="223"/>
                    </a:cubicBezTo>
                    <a:cubicBezTo>
                      <a:pt x="2017" y="105"/>
                      <a:pt x="1912" y="1"/>
                      <a:pt x="1794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rlow" pitchFamily="2" charset="77"/>
                </a:endParaRPr>
              </a:p>
            </p:txBody>
          </p:sp>
        </p:grp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32D757E0-ACDC-6B29-31E1-40473E22877E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64972A-2307-C49C-A17A-C6644A09F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2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 animBg="1"/>
      <p:bldP spid="61" grpId="0" animBg="1"/>
      <p:bldP spid="62" grpId="0" animBg="1"/>
      <p:bldP spid="63" grpId="0" animBg="1"/>
      <p:bldP spid="7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AF65-ED82-2721-B223-A199A730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20F7FFD6-E888-D64D-C0B3-A4C28097F6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CFAECF-8598-A538-0D09-E1A303B46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D182B07-4B85-238C-862D-0E7E4D1FF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C92A608-A4EB-7E7B-1ED7-7BCE40AAB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D05F5A-E0F2-2848-7B6B-B89007F2A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7A27B04-1D84-CF63-5434-FC25B2E27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9D706F-666A-A449-3AEA-FB82091C26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1700" y="1894191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6BBCF6F-6BE9-47A0-BAFD-C1000F7794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219E41D-875A-648C-5D4D-54BC2E8D7E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37CDB11-CB40-89C2-F465-89B06B82E7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3551" y="3641292"/>
            <a:ext cx="467698" cy="46769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40AD917-7F7F-1B72-5F7C-5B9D3D29E2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125" y="4541398"/>
            <a:ext cx="1917561" cy="83601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0BAC5C0-B188-6D59-F773-64C5BD2EB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7356" y="4541398"/>
            <a:ext cx="1917561" cy="83601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F38260C-1316-6B4D-4823-061D6D5613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694" y="4636265"/>
            <a:ext cx="584623" cy="58462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2C30EB9-1371-C2D7-67EA-BBF1CD1D87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6507" y="4707730"/>
            <a:ext cx="409236" cy="40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6B372A0-730E-3DB9-24A7-CBCCD74B5FB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DD125121-D85D-3AB5-F604-FB4656CB45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9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DDB98BD-C877-465A-7B4D-AB7079319F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1E0F20BD-657E-16D0-1B34-C12E79D752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1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C408D74F-9599-63BB-9A3D-745FFE67A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5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0D5A6C5B-BEE6-C88C-73C9-53DF7BE6AE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68030" y="3666096"/>
            <a:ext cx="467698" cy="467698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7EC80E5-7DC8-EA96-D41B-45EF2C52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52" y="1847515"/>
            <a:ext cx="1151707" cy="242618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73464B8-18B7-31BD-16E4-09AE871C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80" y="1847515"/>
            <a:ext cx="1151707" cy="242618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5F81CE32-C30F-FB58-A2C6-B39E85E1E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243" y="1847515"/>
            <a:ext cx="1151707" cy="242618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2BC92A84-D446-8638-F5C2-91AF5BE89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521" y="1911984"/>
            <a:ext cx="175387" cy="28646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8974A555-46C7-C6F1-EBFD-737AFDFC6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169" y="1911984"/>
            <a:ext cx="374158" cy="28646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60896967-75BE-8057-C7E4-C81EF15B9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9702" y="1911983"/>
            <a:ext cx="567084" cy="286465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DDE78732-2C43-4ACB-6A7F-40099F4FEB17}"/>
              </a:ext>
            </a:extLst>
          </p:cNvPr>
          <p:cNvSpPr/>
          <p:nvPr/>
        </p:nvSpPr>
        <p:spPr>
          <a:xfrm>
            <a:off x="529592" y="1637112"/>
            <a:ext cx="3744574" cy="284236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DE8E7CC-FA4D-A885-C56E-134106FE9785}"/>
              </a:ext>
            </a:extLst>
          </p:cNvPr>
          <p:cNvSpPr/>
          <p:nvPr/>
        </p:nvSpPr>
        <p:spPr>
          <a:xfrm>
            <a:off x="4899961" y="1621634"/>
            <a:ext cx="3744574" cy="284236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61BA519-A330-7323-E925-503BA126601E}"/>
              </a:ext>
            </a:extLst>
          </p:cNvPr>
          <p:cNvCxnSpPr/>
          <p:nvPr/>
        </p:nvCxnSpPr>
        <p:spPr>
          <a:xfrm>
            <a:off x="4580398" y="1304764"/>
            <a:ext cx="0" cy="424847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E52BB0C-16C0-9256-8017-4B82F9733BA3}"/>
              </a:ext>
            </a:extLst>
          </p:cNvPr>
          <p:cNvSpPr txBox="1"/>
          <p:nvPr/>
        </p:nvSpPr>
        <p:spPr>
          <a:xfrm>
            <a:off x="1744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56B18AE-81D7-69EB-B009-A640861357B2}"/>
              </a:ext>
            </a:extLst>
          </p:cNvPr>
          <p:cNvSpPr txBox="1"/>
          <p:nvPr/>
        </p:nvSpPr>
        <p:spPr>
          <a:xfrm>
            <a:off x="6000766" y="1148776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True Positives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38CCB8-560F-8D62-E949-8190F0376A1D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82D6B1-7FED-8D80-8102-D48C23A4C9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990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489C5-BA44-0AB7-3095-D321DE57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n 51">
            <a:extLst>
              <a:ext uri="{FF2B5EF4-FFF2-40B4-BE49-F238E27FC236}">
                <a16:creationId xmlns:a16="http://schemas.microsoft.com/office/drawing/2014/main" id="{2963E4F4-36AB-6296-E0FA-7A47BDEF9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787" y="1829708"/>
            <a:ext cx="1151707" cy="2426184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E6FFDD37-56D3-6A2F-E698-0917620B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815" y="1829708"/>
            <a:ext cx="1151707" cy="2426184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6A66FA39-B483-E5A2-E1BA-0455DA823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78" y="1829708"/>
            <a:ext cx="1151707" cy="2426184"/>
          </a:xfrm>
          <a:prstGeom prst="rect">
            <a:avLst/>
          </a:prstGeom>
        </p:spPr>
      </p:pic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4FAA8915-2FB7-10B3-D3C6-05C160C71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0CBED53-6498-8648-7672-AD932B56F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275133-B0FE-B59F-F1DA-BBC6FC3B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8D8FD88-EBDD-93CD-0119-3D2C91646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241" y="1829723"/>
            <a:ext cx="1151707" cy="24261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33C175D-0896-8CDF-185F-EFF64FB97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356" y="1829723"/>
            <a:ext cx="1140014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AB6058-E61C-5E67-B4FF-D873C99C9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5FE1AC3-17E1-44D2-40B6-A9DD5EB7C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7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AFA2E0-4521-0E1E-09C8-3391D204C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1700" y="1894191"/>
            <a:ext cx="567084" cy="2864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32EFF2F-AC13-9509-C797-9B72841BC5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6359" y="1922430"/>
            <a:ext cx="760009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6A2FFFC-178C-9940-81C4-A8C5B1472E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3DFA2F7-7E61-313D-5055-9CE4AD192B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1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DAED1CD-7ACF-5460-668C-DD0CA41984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3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1820EEF-5360-16B6-0B70-0EBFC609D0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3C530B1-3910-997B-2D01-B7F8D14333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9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A31D79A5-C85A-4717-5960-55243D0270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8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293E3AA-E665-2C22-4F3E-82E99E7B98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1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5BB12F7-ABAB-63C8-12E1-507F4C4BAF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5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D5BCC67-2436-277A-42A0-3C56C012E3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68030" y="3666096"/>
            <a:ext cx="467698" cy="4676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535A0A-087F-643F-410C-A62A9A19F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927" y="1894192"/>
            <a:ext cx="175387" cy="2864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E71356-DA67-F7E6-89B2-3FF3CE1430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575" y="1894192"/>
            <a:ext cx="374158" cy="2864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DBC2DBB-97EF-FF88-4A40-033486767C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4108" y="1894191"/>
            <a:ext cx="567084" cy="2864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FD096AC-41A9-3652-0B3A-27CFFDC374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7999" y="2366601"/>
            <a:ext cx="584623" cy="58462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FCC9A2E-7185-861F-889A-FF83B527A5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4071" y="2951224"/>
            <a:ext cx="584623" cy="58462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7593B99-9A0C-0C48-72FB-DED6D86B4E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5959" y="3641292"/>
            <a:ext cx="467698" cy="46769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1BBF7B9B-1ADF-6592-E446-2884EFA276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3412" y="4549925"/>
            <a:ext cx="1917561" cy="83601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DE942F6-FBB8-2986-5F47-123F8BCBD0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54051" y="2301602"/>
            <a:ext cx="584623" cy="58462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97B88D6-6069-989E-2D85-7884248181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2563" y="4716257"/>
            <a:ext cx="409236" cy="409236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253714C9-83AC-DB12-DC3D-EA5E6F368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3492" y="2956594"/>
            <a:ext cx="584623" cy="58462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11C450C4-DF24-9E25-6C02-5372D20758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954" y="3664713"/>
            <a:ext cx="467698" cy="46769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99EB2E46-618A-F312-CD7B-EEC421DD54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0623" y="2925970"/>
            <a:ext cx="584623" cy="58462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702BE0E6-3DC0-515C-7269-E6E98AB781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4342" y="2341347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58924267-C2FF-53E0-BFDD-C85969C4E0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7497" y="2341347"/>
            <a:ext cx="584623" cy="58462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83F806A-6592-1FEE-28D0-B06F115FA6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0438" y="3666096"/>
            <a:ext cx="467698" cy="467698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F2D27839-C460-95CA-BF54-7E85354159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9763" y="4411396"/>
            <a:ext cx="1917561" cy="83601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140DC1EE-8B74-522A-3DFA-6B41BE6615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3698" y="5342273"/>
            <a:ext cx="1917561" cy="83601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E32D69BB-D3B0-899B-2194-600C37AF42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14332" y="4506263"/>
            <a:ext cx="584623" cy="584623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03C0103B-0F72-F093-D6CC-3316364F36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2849" y="5508605"/>
            <a:ext cx="409236" cy="409236"/>
          </a:xfrm>
          <a:prstGeom prst="rect">
            <a:avLst/>
          </a:prstGeom>
        </p:spPr>
      </p:pic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0CAF2064-1297-8674-68C7-0311CB56CBAC}"/>
              </a:ext>
            </a:extLst>
          </p:cNvPr>
          <p:cNvCxnSpPr>
            <a:cxnSpLocks/>
          </p:cNvCxnSpPr>
          <p:nvPr/>
        </p:nvCxnSpPr>
        <p:spPr>
          <a:xfrm>
            <a:off x="4211960" y="1148776"/>
            <a:ext cx="0" cy="502950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278D897-974D-EE08-EFC3-F2AD02EEC614}"/>
              </a:ext>
            </a:extLst>
          </p:cNvPr>
          <p:cNvSpPr txBox="1"/>
          <p:nvPr/>
        </p:nvSpPr>
        <p:spPr>
          <a:xfrm>
            <a:off x="1744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4FA7C3E-191B-4A1D-0253-383D2998BB36}"/>
              </a:ext>
            </a:extLst>
          </p:cNvPr>
          <p:cNvSpPr txBox="1"/>
          <p:nvPr/>
        </p:nvSpPr>
        <p:spPr>
          <a:xfrm>
            <a:off x="6000766" y="1148776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False Positives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31B8E4E-6E4A-A338-6FFF-3E71FB5BB185}"/>
              </a:ext>
            </a:extLst>
          </p:cNvPr>
          <p:cNvSpPr/>
          <p:nvPr/>
        </p:nvSpPr>
        <p:spPr>
          <a:xfrm>
            <a:off x="1439655" y="4320375"/>
            <a:ext cx="2083122" cy="97991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71C0745-CB33-DC80-9ED8-004274B85BBA}"/>
              </a:ext>
            </a:extLst>
          </p:cNvPr>
          <p:cNvSpPr/>
          <p:nvPr/>
        </p:nvSpPr>
        <p:spPr>
          <a:xfrm>
            <a:off x="7607781" y="1655839"/>
            <a:ext cx="1464718" cy="2755557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02B48A-6CEB-C562-6AF6-2CAF53A07DD4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340E7A-E07B-009D-0BC6-032AAF36A3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46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688F-8F1F-8B8D-2C87-51CF6CEB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33ABCAE0-02F3-36C9-0796-11E5FEDBB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03B6202-5FCF-5347-24A2-21A68896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E028E90-33BA-1B3B-5684-FDAE428B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4F75A38-F880-8150-1407-121AE5723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7D9694C-5FC9-2F24-25A3-DA2D057A1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DA376F-B4CC-E445-FE3A-68A045DD8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0D144A-B1E4-178A-235F-F593F4FDF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1700" y="1894191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EA0EC35-EC13-0AB3-550C-C042A999A3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98C9E3B-812D-9040-8D81-51C58AAD0F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F14FB87-E685-994F-0966-ABB23E0C83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3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B6AAB97-141E-801F-43E9-B36750AC14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806AE3B-4247-DEE9-0E52-9382321672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4A35F5FB-969F-48C4-D1ED-AE2B6428C7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01C9CF3D-7DDA-F22B-2238-AB1715028B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1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4B54B2F-B090-FB5E-7110-EBE31DD7DE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5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0171C51-9E5E-6C56-D46A-76AA7EF548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68030" y="3666096"/>
            <a:ext cx="467698" cy="4676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968F0F2-1060-F114-168E-125F4EAB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833" y="1834936"/>
            <a:ext cx="1151707" cy="24261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85AF3A9-84D1-9056-94C4-34B931352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61" y="1834936"/>
            <a:ext cx="1151707" cy="24261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575479-7010-8180-04B5-481EEC5C4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24" y="1834936"/>
            <a:ext cx="1151707" cy="24261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B4E3A3-9AC4-AAD3-7E25-B72EA3E79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302" y="1899405"/>
            <a:ext cx="175387" cy="2864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17FED19-935F-6900-6717-64EAC4275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50" y="1899405"/>
            <a:ext cx="374158" cy="2864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D2107AD-AE37-FC34-DF1B-05000DA4D1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2483" y="1899404"/>
            <a:ext cx="567084" cy="2864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E37D49C-3D06-330F-EC14-FB0008060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6374" y="2371814"/>
            <a:ext cx="584623" cy="58462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3C9FE5D-4A46-8B13-2E71-9C203D4638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334" y="3646505"/>
            <a:ext cx="467698" cy="46769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9F62B22A-8646-5F6B-5776-D65CBC3E2F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0329" y="3669926"/>
            <a:ext cx="467698" cy="46769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AEA11CDA-E188-23A2-FE16-CD2ACFBF1C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717" y="2346560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53F70267-11E2-D176-976E-802983058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872" y="2346560"/>
            <a:ext cx="584623" cy="58462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09D04188-65F9-CE7A-08B4-923408C0AA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8813" y="3671309"/>
            <a:ext cx="467698" cy="467698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FD5A0B78-3C80-8BA2-8A8A-751C20B58365}"/>
              </a:ext>
            </a:extLst>
          </p:cNvPr>
          <p:cNvSpPr txBox="1"/>
          <p:nvPr/>
        </p:nvSpPr>
        <p:spPr>
          <a:xfrm>
            <a:off x="1744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AA153E8-F16E-2191-2CC9-53E6EC25DE70}"/>
              </a:ext>
            </a:extLst>
          </p:cNvPr>
          <p:cNvSpPr txBox="1"/>
          <p:nvPr/>
        </p:nvSpPr>
        <p:spPr>
          <a:xfrm>
            <a:off x="6000766" y="1148776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False Negatives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8BA187C6-DF22-73EA-E9C4-AAE9DC2BB21F}"/>
              </a:ext>
            </a:extLst>
          </p:cNvPr>
          <p:cNvSpPr/>
          <p:nvPr/>
        </p:nvSpPr>
        <p:spPr>
          <a:xfrm>
            <a:off x="625961" y="2925969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AE6D685-A032-74D9-55EB-A3318AF6850C}"/>
              </a:ext>
            </a:extLst>
          </p:cNvPr>
          <p:cNvSpPr/>
          <p:nvPr/>
        </p:nvSpPr>
        <p:spPr>
          <a:xfrm>
            <a:off x="5026744" y="2947406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F8A10FF-8B5A-914F-1291-0C6E65A6A45C}"/>
              </a:ext>
            </a:extLst>
          </p:cNvPr>
          <p:cNvCxnSpPr>
            <a:cxnSpLocks/>
          </p:cNvCxnSpPr>
          <p:nvPr/>
        </p:nvCxnSpPr>
        <p:spPr>
          <a:xfrm>
            <a:off x="4572000" y="1156555"/>
            <a:ext cx="0" cy="37846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053F21-F438-8CF2-B4C2-2499135DE274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B53D9B-18D6-4B91-084A-16751584A3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0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D1D6-21E0-38BC-1746-75BF2085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91C7033A-91AE-045B-BE32-F0EAA948C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55A64C-1AF1-361D-7442-CDB3733CC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0D2A908-96DA-5FCA-A7ED-287BB4968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8EE652A-0A2C-3859-EF40-74B47587F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91A23B-342F-82F8-B926-8EA7A3F9C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09" y="1902423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D8FBEC-9237-72B7-E7AE-66957D1D2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0951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6B940EA-9944-00F3-7554-A601632C4C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9400" y="1889788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9F261CF-28B2-BCFB-EC43-ADCFAE0A1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0D1678-757C-B7F3-865F-979E2535D3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7FC9891-5358-CC75-B604-2B6DAC1FE0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3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588C4C9-88B1-2FA7-B159-376F143887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75E9227-5C6F-96A6-FD2C-CD773729D7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74ACE60-20D8-A152-9E8A-CAC0E9A1E9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5D568EE-7C0F-F659-7CC0-7A53363BB8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1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08373E2-0F32-894A-92E5-C1A23366B7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5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947E333D-D45E-41D1-CE2B-475757E7D9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68030" y="3666096"/>
            <a:ext cx="467698" cy="4676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77734E4-A01C-B81E-E8C3-315708F0F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1880" y="1889787"/>
            <a:ext cx="374158" cy="286465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D7FE5EC-A4C6-317E-5E4E-0ECAF6CBA78E}"/>
              </a:ext>
            </a:extLst>
          </p:cNvPr>
          <p:cNvCxnSpPr/>
          <p:nvPr/>
        </p:nvCxnSpPr>
        <p:spPr>
          <a:xfrm flipV="1">
            <a:off x="3032789" y="1918404"/>
            <a:ext cx="584623" cy="2578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A589E611-A86A-A326-AE47-A1F35CF8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054" y="1829723"/>
            <a:ext cx="1151707" cy="24261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373CBD7-F75C-F3F4-E6F2-A4200C07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082" y="1829723"/>
            <a:ext cx="1151707" cy="24261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7F2AD0B-30BC-FBFC-F5CD-D427415E1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45" y="1829723"/>
            <a:ext cx="1151707" cy="24261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199E66C-C022-7A3C-B377-4B895B142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523" y="1894192"/>
            <a:ext cx="175387" cy="28646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2F731AC-EA43-1A0A-CE47-930CB250D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171" y="1894192"/>
            <a:ext cx="374158" cy="28646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C2AA80FE-7CC3-FAC7-C97C-7611D18232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6116" y="1887818"/>
            <a:ext cx="567084" cy="286465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7372364C-FD5E-C372-04C5-41B6B38A1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1595" y="2366601"/>
            <a:ext cx="584623" cy="58462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D60D4BF-F6F7-E6E6-964B-17E6946D39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7667" y="2951224"/>
            <a:ext cx="584623" cy="584623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A188F53-01E9-C684-2FD6-A7E6FB314D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555" y="3641292"/>
            <a:ext cx="467698" cy="46769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13F7A0C6-DA34-EB8C-F749-7AEBAD5DE0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7088" y="2956594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BA404EBE-DCE5-3360-9C38-E85A24ADC7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5550" y="3664713"/>
            <a:ext cx="467698" cy="467698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DAA65284-D6C1-18A6-B8DE-EBE9C8CC4C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4219" y="2925970"/>
            <a:ext cx="584623" cy="584623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169379E9-AB7D-038E-160B-F9EAAC311B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938" y="2341347"/>
            <a:ext cx="584623" cy="584623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7078A821-2DB9-4A5A-A14B-F3CEE150F5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1093" y="2341347"/>
            <a:ext cx="584623" cy="58462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28BC613F-5D54-C51C-CC54-D49A501373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4034" y="3666096"/>
            <a:ext cx="467698" cy="467698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FCB61E0F-EE89-A0E9-D1C3-9B2A92422E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2174" y="1894192"/>
            <a:ext cx="204987" cy="289809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BFC3C4DF-B432-F287-4B47-29209370B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859" y="1894191"/>
            <a:ext cx="175387" cy="286465"/>
          </a:xfrm>
          <a:prstGeom prst="rect">
            <a:avLst/>
          </a:prstGeom>
        </p:spPr>
      </p:pic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742791D-C3B2-7348-C982-59E116837C78}"/>
              </a:ext>
            </a:extLst>
          </p:cNvPr>
          <p:cNvCxnSpPr>
            <a:cxnSpLocks/>
          </p:cNvCxnSpPr>
          <p:nvPr/>
        </p:nvCxnSpPr>
        <p:spPr>
          <a:xfrm flipV="1">
            <a:off x="1939153" y="1918404"/>
            <a:ext cx="415956" cy="2558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13078CE9-3C91-575E-CD5C-219187B902F3}"/>
              </a:ext>
            </a:extLst>
          </p:cNvPr>
          <p:cNvCxnSpPr>
            <a:cxnSpLocks/>
          </p:cNvCxnSpPr>
          <p:nvPr/>
        </p:nvCxnSpPr>
        <p:spPr>
          <a:xfrm flipV="1">
            <a:off x="913972" y="1918404"/>
            <a:ext cx="231292" cy="262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094922BD-F29B-94D5-172E-2DDC32001DE2}"/>
              </a:ext>
            </a:extLst>
          </p:cNvPr>
          <p:cNvSpPr/>
          <p:nvPr/>
        </p:nvSpPr>
        <p:spPr>
          <a:xfrm>
            <a:off x="625961" y="1724716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1EEAF852-71CE-145B-CAF8-31734EEF027D}"/>
              </a:ext>
            </a:extLst>
          </p:cNvPr>
          <p:cNvSpPr/>
          <p:nvPr/>
        </p:nvSpPr>
        <p:spPr>
          <a:xfrm>
            <a:off x="4957466" y="1716553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11A8F7F-8914-FB2E-8957-CA2C1B7346F9}"/>
              </a:ext>
            </a:extLst>
          </p:cNvPr>
          <p:cNvSpPr txBox="1"/>
          <p:nvPr/>
        </p:nvSpPr>
        <p:spPr>
          <a:xfrm>
            <a:off x="1744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630B81F1-F25B-2553-61BC-F9EBFF9C3498}"/>
              </a:ext>
            </a:extLst>
          </p:cNvPr>
          <p:cNvSpPr txBox="1"/>
          <p:nvPr/>
        </p:nvSpPr>
        <p:spPr>
          <a:xfrm>
            <a:off x="6000766" y="1148776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Barlow" pitchFamily="2" charset="77"/>
              </a:rPr>
              <a:t>True Negatives</a:t>
            </a: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156ED1AC-5F2A-B17D-7C59-5CB450133B37}"/>
              </a:ext>
            </a:extLst>
          </p:cNvPr>
          <p:cNvCxnSpPr>
            <a:cxnSpLocks/>
          </p:cNvCxnSpPr>
          <p:nvPr/>
        </p:nvCxnSpPr>
        <p:spPr>
          <a:xfrm>
            <a:off x="4572000" y="1156555"/>
            <a:ext cx="0" cy="37846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DAE37E1-286D-3B33-090B-4730C1F6E85B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319DE46-811D-3F7A-6445-C8769EEB95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0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D7B9-92D9-110A-7892-2A8D920A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69;p27">
            <a:extLst>
              <a:ext uri="{FF2B5EF4-FFF2-40B4-BE49-F238E27FC236}">
                <a16:creationId xmlns:a16="http://schemas.microsoft.com/office/drawing/2014/main" id="{1FDDF9C2-AE8B-A2AE-10F2-953D54E4F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How did we evaluate it?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D77B55A-71BE-2A0F-B649-160EECC1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50" y="1829723"/>
            <a:ext cx="1151707" cy="24261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7ECDECD-C591-1064-0A90-82EB4BE4D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078" y="1829723"/>
            <a:ext cx="1151707" cy="24261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D54A17F-D5E8-23BB-0548-C7485EECD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241" y="1829723"/>
            <a:ext cx="1151707" cy="24261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7FCC98-D19D-F598-E693-FB723D56D4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519" y="1894192"/>
            <a:ext cx="175387" cy="2864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0A4E93-8572-F67C-7053-050B2821C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7167" y="1894192"/>
            <a:ext cx="374158" cy="2864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733A7BC-3F3A-DBEE-2CCC-E4A9D184DF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1700" y="1894191"/>
            <a:ext cx="567084" cy="2864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0AABE98-8225-ACD3-07D3-C478DD46E6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91" y="2366601"/>
            <a:ext cx="584623" cy="58462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CB99400-A0D4-808A-DB0F-A653EA0C50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1663" y="2951224"/>
            <a:ext cx="584623" cy="5846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957B73D-7A38-C31B-A369-C766E21204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3551" y="3641292"/>
            <a:ext cx="467698" cy="46769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0B861D1-BEE3-1BD3-477B-DC616206FF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84" y="2956594"/>
            <a:ext cx="584623" cy="584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893FE53-0957-EC0B-568F-D3EF30798C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9546" y="3664713"/>
            <a:ext cx="467698" cy="46769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7CD47CC-35CE-7CC4-390C-D887AE58B0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8215" y="2925970"/>
            <a:ext cx="584623" cy="58462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171809A6-5933-F265-64A9-5FDFC7D762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1934" y="2341347"/>
            <a:ext cx="584623" cy="58462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ADE8DCF-1132-6AB4-8491-824B08BB95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5089" y="2341347"/>
            <a:ext cx="584623" cy="5846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FFD4B05C-1B3E-B2A3-A20B-A6B2BE6652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68030" y="3666096"/>
            <a:ext cx="467698" cy="46769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7676338-1F6D-76CF-0814-5B8565BFF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925" y="1839581"/>
            <a:ext cx="1151707" cy="24261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3BD7640-20E2-DF40-8C65-ED465E515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953" y="1839581"/>
            <a:ext cx="1151707" cy="24261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56F4B1-CB2A-E372-BD7C-3EB5AAC47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116" y="1839581"/>
            <a:ext cx="1151707" cy="24261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1F6DF21-0126-D5CE-3EEB-9A3C5D0EC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394" y="1904050"/>
            <a:ext cx="175387" cy="2864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8804218-8AEF-BD10-452A-EDCEFC180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042" y="1904050"/>
            <a:ext cx="374158" cy="2864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D6D603E-39FA-311E-0059-708002692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8575" y="1904049"/>
            <a:ext cx="567084" cy="2864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7DAA147-F802-07CE-D65D-CFD7F0EA14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2466" y="2376459"/>
            <a:ext cx="584623" cy="58462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F031A97-9ECA-6B32-9782-57A7FD5728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0426" y="3651150"/>
            <a:ext cx="467698" cy="46769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74ED6E3-5C62-ED21-7281-82DE3AC0FB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7959" y="2966452"/>
            <a:ext cx="584623" cy="584623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1C8DC84-725B-B284-7434-098B1830CC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6421" y="3674571"/>
            <a:ext cx="467698" cy="46769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C1429F4C-745F-8C82-65E7-1AC385AE63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5090" y="2935828"/>
            <a:ext cx="584623" cy="58462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BAD1FA6D-DBC9-8131-7DE3-21BBFC50E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809" y="2351205"/>
            <a:ext cx="584623" cy="584623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954D253-2FF6-0253-13CC-9C4A463CE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1964" y="2351205"/>
            <a:ext cx="584623" cy="584623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A652D205-6205-4FA9-D070-B4692BCCD2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6313" y="2966376"/>
            <a:ext cx="584623" cy="584623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E2597E12-6ACC-F982-28CF-2619615915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2449" y="3667569"/>
            <a:ext cx="467698" cy="467698"/>
          </a:xfrm>
          <a:prstGeom prst="rect">
            <a:avLst/>
          </a:prstGeom>
        </p:spPr>
      </p:pic>
      <p:sp>
        <p:nvSpPr>
          <p:cNvPr id="44" name="Rectángulo 43">
            <a:extLst>
              <a:ext uri="{FF2B5EF4-FFF2-40B4-BE49-F238E27FC236}">
                <a16:creationId xmlns:a16="http://schemas.microsoft.com/office/drawing/2014/main" id="{91304A8F-BD5E-0E62-3ED8-3D28C7DF28E1}"/>
              </a:ext>
            </a:extLst>
          </p:cNvPr>
          <p:cNvSpPr/>
          <p:nvPr/>
        </p:nvSpPr>
        <p:spPr>
          <a:xfrm>
            <a:off x="617857" y="2909966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80335F1-2835-FAE9-066E-DDF7DFF837FC}"/>
              </a:ext>
            </a:extLst>
          </p:cNvPr>
          <p:cNvSpPr/>
          <p:nvPr/>
        </p:nvSpPr>
        <p:spPr>
          <a:xfrm>
            <a:off x="4925276" y="2916584"/>
            <a:ext cx="3515939" cy="616631"/>
          </a:xfrm>
          <a:prstGeom prst="rect">
            <a:avLst/>
          </a:prstGeom>
          <a:noFill/>
          <a:ln w="28575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ED274FC-C2B9-EF54-0AE7-0C66FE1DEA8B}"/>
              </a:ext>
            </a:extLst>
          </p:cNvPr>
          <p:cNvSpPr txBox="1"/>
          <p:nvPr/>
        </p:nvSpPr>
        <p:spPr>
          <a:xfrm>
            <a:off x="1744433" y="11487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Ground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Truth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BCD84D6-6EF0-D92D-E6C0-36DF0F182158}"/>
              </a:ext>
            </a:extLst>
          </p:cNvPr>
          <p:cNvSpPr txBox="1"/>
          <p:nvPr/>
        </p:nvSpPr>
        <p:spPr>
          <a:xfrm>
            <a:off x="6000766" y="114877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Barlow" pitchFamily="2" charset="77"/>
              </a:rPr>
              <a:t>Half</a:t>
            </a:r>
            <a:r>
              <a:rPr lang="es-ES" dirty="0">
                <a:latin typeface="Barlow" pitchFamily="2" charset="77"/>
              </a:rPr>
              <a:t> </a:t>
            </a:r>
            <a:r>
              <a:rPr lang="es-ES" dirty="0" err="1">
                <a:latin typeface="Barlow" pitchFamily="2" charset="77"/>
              </a:rPr>
              <a:t>Points</a:t>
            </a:r>
            <a:endParaRPr lang="es-ES" dirty="0">
              <a:latin typeface="Barlow" pitchFamily="2" charset="77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CEAED8A-8122-EA87-B0A3-EF3BADFC2C06}"/>
              </a:ext>
            </a:extLst>
          </p:cNvPr>
          <p:cNvSpPr/>
          <p:nvPr/>
        </p:nvSpPr>
        <p:spPr>
          <a:xfrm>
            <a:off x="617857" y="3600104"/>
            <a:ext cx="3515939" cy="61663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FFC70A5-746B-B7F3-B7F7-14C883E6643C}"/>
              </a:ext>
            </a:extLst>
          </p:cNvPr>
          <p:cNvSpPr/>
          <p:nvPr/>
        </p:nvSpPr>
        <p:spPr>
          <a:xfrm>
            <a:off x="4925276" y="3609020"/>
            <a:ext cx="3515939" cy="61663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4C2FE11-44B5-4F52-51A9-C856B249954A}"/>
              </a:ext>
            </a:extLst>
          </p:cNvPr>
          <p:cNvSpPr txBox="1"/>
          <p:nvPr/>
        </p:nvSpPr>
        <p:spPr>
          <a:xfrm>
            <a:off x="5862582" y="4722663"/>
            <a:ext cx="1895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7A0029"/>
                </a:solidFill>
                <a:latin typeface="Barlow" pitchFamily="2" charset="77"/>
              </a:rPr>
              <a:t>0.5 TP &amp; 0.5 FN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7FB2603-D913-034B-7CCB-17F0BC74E8FA}"/>
              </a:ext>
            </a:extLst>
          </p:cNvPr>
          <p:cNvSpPr txBox="1"/>
          <p:nvPr/>
        </p:nvSpPr>
        <p:spPr>
          <a:xfrm>
            <a:off x="5862589" y="5218185"/>
            <a:ext cx="1879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tx2"/>
                </a:solidFill>
                <a:latin typeface="Barlow" pitchFamily="2" charset="77"/>
              </a:rPr>
              <a:t>0.5 TP &amp; 0.5 FP</a:t>
            </a: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74FB73AA-FE5C-F3A7-3C17-4849F60B9EE2}"/>
              </a:ext>
            </a:extLst>
          </p:cNvPr>
          <p:cNvCxnSpPr>
            <a:cxnSpLocks/>
          </p:cNvCxnSpPr>
          <p:nvPr/>
        </p:nvCxnSpPr>
        <p:spPr>
          <a:xfrm>
            <a:off x="4572000" y="1156555"/>
            <a:ext cx="0" cy="378461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2CB4D1-55A9-10A6-2363-41BA20DC40E1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11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0AEEB1B-6C60-5085-092C-8869CF5456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2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50" grpId="0" animBg="1"/>
      <p:bldP spid="51" grpId="0" animBg="1"/>
      <p:bldP spid="52" grpId="0"/>
      <p:bldP spid="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7ED9F-468E-EF39-C22D-598AAE96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69;p27">
            <a:extLst>
              <a:ext uri="{FF2B5EF4-FFF2-40B4-BE49-F238E27FC236}">
                <a16:creationId xmlns:a16="http://schemas.microsoft.com/office/drawing/2014/main" id="{F2AD586E-2F25-BA1D-3B99-FEAC98AA78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are the results?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25" name="Abrir llave 24">
            <a:extLst>
              <a:ext uri="{FF2B5EF4-FFF2-40B4-BE49-F238E27FC236}">
                <a16:creationId xmlns:a16="http://schemas.microsoft.com/office/drawing/2014/main" id="{697D9D2F-008E-3B6C-D927-0DF48FAD7EDD}"/>
              </a:ext>
            </a:extLst>
          </p:cNvPr>
          <p:cNvSpPr/>
          <p:nvPr/>
        </p:nvSpPr>
        <p:spPr>
          <a:xfrm>
            <a:off x="2900841" y="1369294"/>
            <a:ext cx="1055974" cy="1815155"/>
          </a:xfrm>
          <a:prstGeom prst="leftBrace">
            <a:avLst/>
          </a:prstGeom>
          <a:ln w="19050">
            <a:solidFill>
              <a:srgbClr val="7A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Abrir llave 25">
            <a:extLst>
              <a:ext uri="{FF2B5EF4-FFF2-40B4-BE49-F238E27FC236}">
                <a16:creationId xmlns:a16="http://schemas.microsoft.com/office/drawing/2014/main" id="{6D7CA508-23F3-306C-254A-91E6979F38B5}"/>
              </a:ext>
            </a:extLst>
          </p:cNvPr>
          <p:cNvSpPr/>
          <p:nvPr/>
        </p:nvSpPr>
        <p:spPr>
          <a:xfrm>
            <a:off x="2912802" y="3673552"/>
            <a:ext cx="1044013" cy="1815154"/>
          </a:xfrm>
          <a:prstGeom prst="leftBrace">
            <a:avLst/>
          </a:prstGeom>
          <a:ln w="19050">
            <a:solidFill>
              <a:srgbClr val="7A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40C9FB9-5F6F-2040-2E7A-C2CDD2089333}"/>
              </a:ext>
            </a:extLst>
          </p:cNvPr>
          <p:cNvSpPr txBox="1"/>
          <p:nvPr/>
        </p:nvSpPr>
        <p:spPr>
          <a:xfrm>
            <a:off x="3615922" y="4800836"/>
            <a:ext cx="5214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Barlow" pitchFamily="2" charset="77"/>
              </a:rPr>
              <a:t>- </a:t>
            </a:r>
            <a:r>
              <a:rPr lang="es-ES" sz="2000" dirty="0" err="1">
                <a:latin typeface="Barlow" pitchFamily="2" charset="77"/>
              </a:rPr>
              <a:t>Extracted</a:t>
            </a:r>
            <a:r>
              <a:rPr lang="es-ES" sz="2000" dirty="0">
                <a:latin typeface="Barlow" pitchFamily="2" charset="77"/>
              </a:rPr>
              <a:t>: </a:t>
            </a:r>
            <a:r>
              <a:rPr lang="es-ES" sz="2000" dirty="0" err="1">
                <a:latin typeface="Barlow" pitchFamily="2" charset="77"/>
              </a:rPr>
              <a:t>Features</a:t>
            </a:r>
            <a:r>
              <a:rPr lang="es-ES" sz="2000" dirty="0">
                <a:latin typeface="Barlow" pitchFamily="2" charset="77"/>
              </a:rPr>
              <a:t>, </a:t>
            </a:r>
            <a:r>
              <a:rPr lang="es-ES" sz="2000" dirty="0" err="1">
                <a:latin typeface="Barlow" pitchFamily="2" charset="77"/>
              </a:rPr>
              <a:t>Usage</a:t>
            </a:r>
            <a:r>
              <a:rPr lang="es-ES" sz="2000" dirty="0">
                <a:latin typeface="Barlow" pitchFamily="2" charset="77"/>
              </a:rPr>
              <a:t> </a:t>
            </a:r>
            <a:r>
              <a:rPr lang="es-ES" sz="2000" dirty="0" err="1">
                <a:latin typeface="Barlow" pitchFamily="2" charset="77"/>
              </a:rPr>
              <a:t>Limits</a:t>
            </a:r>
            <a:r>
              <a:rPr lang="es-ES" sz="2000" dirty="0">
                <a:latin typeface="Barlow" pitchFamily="2" charset="77"/>
              </a:rPr>
              <a:t>, </a:t>
            </a:r>
            <a:r>
              <a:rPr lang="es-ES" sz="2000" dirty="0" err="1">
                <a:latin typeface="Barlow" pitchFamily="2" charset="77"/>
              </a:rPr>
              <a:t>Add</a:t>
            </a:r>
            <a:r>
              <a:rPr lang="es-ES" sz="2000" dirty="0">
                <a:latin typeface="Barlow" pitchFamily="2" charset="77"/>
              </a:rPr>
              <a:t>-Ons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F98E2A9-17AC-E536-53A3-6713B6AA00CF}"/>
              </a:ext>
            </a:extLst>
          </p:cNvPr>
          <p:cNvSpPr txBox="1"/>
          <p:nvPr/>
        </p:nvSpPr>
        <p:spPr>
          <a:xfrm>
            <a:off x="3616443" y="2531960"/>
            <a:ext cx="2175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Barlow" pitchFamily="2" charset="77"/>
              </a:rPr>
              <a:t>- </a:t>
            </a:r>
            <a:r>
              <a:rPr lang="es-ES" sz="2000" dirty="0" err="1">
                <a:latin typeface="Barlow" pitchFamily="2" charset="77"/>
              </a:rPr>
              <a:t>Extracted</a:t>
            </a:r>
            <a:r>
              <a:rPr lang="es-ES" sz="2000" dirty="0">
                <a:latin typeface="Barlow" pitchFamily="2" charset="77"/>
              </a:rPr>
              <a:t>: </a:t>
            </a:r>
            <a:r>
              <a:rPr lang="es-ES" sz="2000" dirty="0" err="1">
                <a:latin typeface="Barlow" pitchFamily="2" charset="77"/>
              </a:rPr>
              <a:t>Plans</a:t>
            </a:r>
            <a:endParaRPr lang="es-ES" sz="2000" dirty="0">
              <a:latin typeface="Barlow" pitchFamily="2" charset="77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5BB93DE-667B-4AE9-1A74-28711A906BF4}"/>
              </a:ext>
            </a:extLst>
          </p:cNvPr>
          <p:cNvSpPr txBox="1"/>
          <p:nvPr/>
        </p:nvSpPr>
        <p:spPr>
          <a:xfrm>
            <a:off x="3615922" y="1673525"/>
            <a:ext cx="5460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Barlow" pitchFamily="2" charset="77"/>
              </a:rPr>
              <a:t>- SaaS: GitHub, Jira, </a:t>
            </a:r>
            <a:r>
              <a:rPr lang="es-ES" sz="2000" dirty="0" err="1">
                <a:latin typeface="Barlow" pitchFamily="2" charset="77"/>
              </a:rPr>
              <a:t>Clockify</a:t>
            </a:r>
            <a:r>
              <a:rPr lang="es-ES" sz="2000" dirty="0">
                <a:latin typeface="Barlow" pitchFamily="2" charset="77"/>
              </a:rPr>
              <a:t>, Microsoft Office…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F4CBDD3-CDCC-C77F-161F-BD9FBD419508}"/>
              </a:ext>
            </a:extLst>
          </p:cNvPr>
          <p:cNvSpPr txBox="1"/>
          <p:nvPr/>
        </p:nvSpPr>
        <p:spPr>
          <a:xfrm>
            <a:off x="3616443" y="3942401"/>
            <a:ext cx="3092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Barlow" pitchFamily="2" charset="77"/>
              </a:rPr>
              <a:t>- HTML tag (&lt;table /&gt;): Yes</a:t>
            </a:r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1F594C46-CBB4-E83C-0518-92BFD1AA2F3F}"/>
              </a:ext>
            </a:extLst>
          </p:cNvPr>
          <p:cNvGrpSpPr/>
          <p:nvPr/>
        </p:nvGrpSpPr>
        <p:grpSpPr>
          <a:xfrm>
            <a:off x="947926" y="1412776"/>
            <a:ext cx="1800200" cy="1728192"/>
            <a:chOff x="947926" y="1412776"/>
            <a:chExt cx="1800200" cy="1728192"/>
          </a:xfrm>
        </p:grpSpPr>
        <p:grpSp>
          <p:nvGrpSpPr>
            <p:cNvPr id="17" name="Google Shape;2314;p43">
              <a:extLst>
                <a:ext uri="{FF2B5EF4-FFF2-40B4-BE49-F238E27FC236}">
                  <a16:creationId xmlns:a16="http://schemas.microsoft.com/office/drawing/2014/main" id="{02E7AFDF-2F37-1A90-EF16-CBE256D912CB}"/>
                </a:ext>
              </a:extLst>
            </p:cNvPr>
            <p:cNvGrpSpPr/>
            <p:nvPr/>
          </p:nvGrpSpPr>
          <p:grpSpPr>
            <a:xfrm>
              <a:off x="947926" y="1412776"/>
              <a:ext cx="1800200" cy="1728192"/>
              <a:chOff x="6293934" y="1010648"/>
              <a:chExt cx="1245900" cy="1245900"/>
            </a:xfrm>
          </p:grpSpPr>
          <p:sp>
            <p:nvSpPr>
              <p:cNvPr id="18" name="Google Shape;2315;p43">
                <a:extLst>
                  <a:ext uri="{FF2B5EF4-FFF2-40B4-BE49-F238E27FC236}">
                    <a16:creationId xmlns:a16="http://schemas.microsoft.com/office/drawing/2014/main" id="{EB2ABB6B-BD76-ABBC-4685-738DC21D8EFC}"/>
                  </a:ext>
                </a:extLst>
              </p:cNvPr>
              <p:cNvSpPr/>
              <p:nvPr/>
            </p:nvSpPr>
            <p:spPr>
              <a:xfrm>
                <a:off x="6293934" y="1010648"/>
                <a:ext cx="1245900" cy="1245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316;p43">
                <a:extLst>
                  <a:ext uri="{FF2B5EF4-FFF2-40B4-BE49-F238E27FC236}">
                    <a16:creationId xmlns:a16="http://schemas.microsoft.com/office/drawing/2014/main" id="{B993430B-F49F-93DE-0699-8E58F355D227}"/>
                  </a:ext>
                </a:extLst>
              </p:cNvPr>
              <p:cNvSpPr/>
              <p:nvPr/>
            </p:nvSpPr>
            <p:spPr>
              <a:xfrm>
                <a:off x="6401784" y="1118586"/>
                <a:ext cx="1030200" cy="1030200"/>
              </a:xfrm>
              <a:prstGeom prst="ellipse">
                <a:avLst/>
              </a:prstGeom>
              <a:solidFill>
                <a:srgbClr val="7A002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bg1"/>
                  </a:solidFill>
                  <a:latin typeface="Barlow" pitchFamily="2" charset="77"/>
                </a:endParaRPr>
              </a:p>
            </p:txBody>
          </p:sp>
        </p:grp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EE83184C-45B9-DEA1-2B3F-0A98009B9ECF}"/>
                </a:ext>
              </a:extLst>
            </p:cNvPr>
            <p:cNvSpPr txBox="1"/>
            <p:nvPr/>
          </p:nvSpPr>
          <p:spPr>
            <a:xfrm>
              <a:off x="1209656" y="2043436"/>
              <a:ext cx="12767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chemeClr val="bg1"/>
                  </a:solidFill>
                  <a:latin typeface="Barlow" pitchFamily="2" charset="77"/>
                </a:rPr>
                <a:t>30 SaaS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B8A5D780-10D6-E1A1-BE1B-8E3471884063}"/>
              </a:ext>
            </a:extLst>
          </p:cNvPr>
          <p:cNvGrpSpPr/>
          <p:nvPr/>
        </p:nvGrpSpPr>
        <p:grpSpPr>
          <a:xfrm>
            <a:off x="940522" y="3717033"/>
            <a:ext cx="1800200" cy="1728192"/>
            <a:chOff x="940522" y="3717033"/>
            <a:chExt cx="1800200" cy="1728192"/>
          </a:xfrm>
        </p:grpSpPr>
        <p:grpSp>
          <p:nvGrpSpPr>
            <p:cNvPr id="20" name="Google Shape;2314;p43">
              <a:extLst>
                <a:ext uri="{FF2B5EF4-FFF2-40B4-BE49-F238E27FC236}">
                  <a16:creationId xmlns:a16="http://schemas.microsoft.com/office/drawing/2014/main" id="{42FCC4BB-FB5C-6FC8-8F0F-3BFCB3CC090B}"/>
                </a:ext>
              </a:extLst>
            </p:cNvPr>
            <p:cNvGrpSpPr/>
            <p:nvPr/>
          </p:nvGrpSpPr>
          <p:grpSpPr>
            <a:xfrm>
              <a:off x="940522" y="3717033"/>
              <a:ext cx="1800200" cy="1728192"/>
              <a:chOff x="6293934" y="1010648"/>
              <a:chExt cx="1245900" cy="1245900"/>
            </a:xfrm>
          </p:grpSpPr>
          <p:sp>
            <p:nvSpPr>
              <p:cNvPr id="22" name="Google Shape;2315;p43">
                <a:extLst>
                  <a:ext uri="{FF2B5EF4-FFF2-40B4-BE49-F238E27FC236}">
                    <a16:creationId xmlns:a16="http://schemas.microsoft.com/office/drawing/2014/main" id="{32F0CC18-450B-1F73-DC53-7BBAE96073A2}"/>
                  </a:ext>
                </a:extLst>
              </p:cNvPr>
              <p:cNvSpPr/>
              <p:nvPr/>
            </p:nvSpPr>
            <p:spPr>
              <a:xfrm>
                <a:off x="6293934" y="1010648"/>
                <a:ext cx="1245900" cy="1245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16;p43">
                <a:extLst>
                  <a:ext uri="{FF2B5EF4-FFF2-40B4-BE49-F238E27FC236}">
                    <a16:creationId xmlns:a16="http://schemas.microsoft.com/office/drawing/2014/main" id="{742E3D89-867B-C530-B03A-653B7EC07A70}"/>
                  </a:ext>
                </a:extLst>
              </p:cNvPr>
              <p:cNvSpPr/>
              <p:nvPr/>
            </p:nvSpPr>
            <p:spPr>
              <a:xfrm>
                <a:off x="6401784" y="1118586"/>
                <a:ext cx="1030200" cy="1030200"/>
              </a:xfrm>
              <a:prstGeom prst="ellipse">
                <a:avLst/>
              </a:prstGeom>
              <a:solidFill>
                <a:srgbClr val="7A002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chemeClr val="bg1"/>
                  </a:solidFill>
                  <a:latin typeface="Barlow" pitchFamily="2" charset="77"/>
                </a:endParaRPr>
              </a:p>
            </p:txBody>
          </p:sp>
        </p:grp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44A513EF-1FF1-AFFA-25B4-3EE80205F8D9}"/>
                </a:ext>
              </a:extLst>
            </p:cNvPr>
            <p:cNvSpPr txBox="1"/>
            <p:nvPr/>
          </p:nvSpPr>
          <p:spPr>
            <a:xfrm>
              <a:off x="1202252" y="4350296"/>
              <a:ext cx="12767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chemeClr val="bg1"/>
                  </a:solidFill>
                  <a:latin typeface="Barlow" pitchFamily="2" charset="77"/>
                </a:rPr>
                <a:t>15 SaaS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75F42F1-FA5D-E4FD-23B1-09C655408528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3EA0B4-A823-1E16-F5F2-45B1229F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2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6" grpId="0"/>
      <p:bldP spid="37" grpId="0"/>
      <p:bldP spid="39" grpId="0"/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B3F2-3F55-2467-F5DA-68ADED84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77E50F82-23C2-C168-EA3C-5BD93EEB3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8"/>
          <a:stretch/>
        </p:blipFill>
        <p:spPr>
          <a:xfrm>
            <a:off x="333483" y="978124"/>
            <a:ext cx="8477034" cy="4901752"/>
          </a:xfrm>
          <a:prstGeom prst="rect">
            <a:avLst/>
          </a:prstGeom>
        </p:spPr>
      </p:pic>
      <p:sp>
        <p:nvSpPr>
          <p:cNvPr id="9" name="Google Shape;869;p27">
            <a:extLst>
              <a:ext uri="{FF2B5EF4-FFF2-40B4-BE49-F238E27FC236}">
                <a16:creationId xmlns:a16="http://schemas.microsoft.com/office/drawing/2014/main" id="{6D034CAE-1E7B-EC42-C7F4-3A6AB186B5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are the results?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BCF30E-1C8A-936B-39E9-92C1FCD9297B}"/>
              </a:ext>
            </a:extLst>
          </p:cNvPr>
          <p:cNvSpPr/>
          <p:nvPr/>
        </p:nvSpPr>
        <p:spPr>
          <a:xfrm>
            <a:off x="1403648" y="1088740"/>
            <a:ext cx="504056" cy="3384376"/>
          </a:xfrm>
          <a:prstGeom prst="rect">
            <a:avLst/>
          </a:prstGeom>
          <a:noFill/>
          <a:ln w="19050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980DF2-BE78-783D-7D20-85E00F81C0F8}"/>
              </a:ext>
            </a:extLst>
          </p:cNvPr>
          <p:cNvSpPr/>
          <p:nvPr/>
        </p:nvSpPr>
        <p:spPr>
          <a:xfrm>
            <a:off x="3419872" y="1196751"/>
            <a:ext cx="504056" cy="3276927"/>
          </a:xfrm>
          <a:prstGeom prst="rect">
            <a:avLst/>
          </a:prstGeom>
          <a:noFill/>
          <a:ln w="19050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52A50F-E990-E181-B65C-98139A11C9FE}"/>
              </a:ext>
            </a:extLst>
          </p:cNvPr>
          <p:cNvSpPr/>
          <p:nvPr/>
        </p:nvSpPr>
        <p:spPr>
          <a:xfrm>
            <a:off x="5442448" y="1700808"/>
            <a:ext cx="504056" cy="2772870"/>
          </a:xfrm>
          <a:prstGeom prst="rect">
            <a:avLst/>
          </a:prstGeom>
          <a:noFill/>
          <a:ln w="19050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70B63A5-81BF-9171-6630-CEE6CEC1BF1F}"/>
              </a:ext>
            </a:extLst>
          </p:cNvPr>
          <p:cNvSpPr/>
          <p:nvPr/>
        </p:nvSpPr>
        <p:spPr>
          <a:xfrm>
            <a:off x="7501028" y="1628800"/>
            <a:ext cx="419344" cy="2844316"/>
          </a:xfrm>
          <a:prstGeom prst="rect">
            <a:avLst/>
          </a:prstGeom>
          <a:noFill/>
          <a:ln w="19050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572182-1B88-D65B-2718-E71A86E09080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13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7E42966-6ED6-88EC-1315-6061AF496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2F98-2F93-9486-52B7-09EFBE4AF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C60757C9-81D9-87CE-6A45-DCAF53B9E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8"/>
          <a:stretch/>
        </p:blipFill>
        <p:spPr>
          <a:xfrm>
            <a:off x="333483" y="978124"/>
            <a:ext cx="8477034" cy="4901752"/>
          </a:xfrm>
          <a:prstGeom prst="rect">
            <a:avLst/>
          </a:prstGeom>
        </p:spPr>
      </p:pic>
      <p:sp>
        <p:nvSpPr>
          <p:cNvPr id="9" name="Google Shape;869;p27">
            <a:extLst>
              <a:ext uri="{FF2B5EF4-FFF2-40B4-BE49-F238E27FC236}">
                <a16:creationId xmlns:a16="http://schemas.microsoft.com/office/drawing/2014/main" id="{A1CA0D99-25EF-CEB7-F9FB-8279B260D3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are the results?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70252C-26AD-2442-BA48-431B20383D14}"/>
              </a:ext>
            </a:extLst>
          </p:cNvPr>
          <p:cNvSpPr/>
          <p:nvPr/>
        </p:nvSpPr>
        <p:spPr>
          <a:xfrm>
            <a:off x="2447764" y="1196751"/>
            <a:ext cx="1476164" cy="3600401"/>
          </a:xfrm>
          <a:prstGeom prst="rect">
            <a:avLst/>
          </a:prstGeom>
          <a:noFill/>
          <a:ln w="19050">
            <a:solidFill>
              <a:srgbClr val="A800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0427BE-91EE-FD0C-8E89-D7E8B1384A14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977B06-EFAB-06A1-30A3-CFD58ED5F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41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4D7A-FFB3-DDD2-4B2A-DF27BB77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76AFB18-8A24-984C-525F-8219F5688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9978" r="7191" b="8075"/>
          <a:stretch/>
        </p:blipFill>
        <p:spPr>
          <a:xfrm>
            <a:off x="1259632" y="1268760"/>
            <a:ext cx="6624736" cy="4140460"/>
          </a:xfrm>
          <a:prstGeom prst="rect">
            <a:avLst/>
          </a:prstGeom>
        </p:spPr>
      </p:pic>
      <p:sp>
        <p:nvSpPr>
          <p:cNvPr id="11" name="Google Shape;869;p27">
            <a:extLst>
              <a:ext uri="{FF2B5EF4-FFF2-40B4-BE49-F238E27FC236}">
                <a16:creationId xmlns:a16="http://schemas.microsoft.com/office/drawing/2014/main" id="{A2D87A40-8FFF-38CA-4053-CE325C507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would be the ideal extraction?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BFD602F-F23F-D6E2-BA9E-0196180225B0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4534F4-B865-2341-9221-32FCD3155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7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1AE2-3A10-C56C-46FA-5A7E0424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5A00DA7-4454-84E0-AAEF-82280FC5E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9978" r="7191" b="8075"/>
          <a:stretch/>
        </p:blipFill>
        <p:spPr>
          <a:xfrm>
            <a:off x="272919" y="1130869"/>
            <a:ext cx="3686810" cy="2304256"/>
          </a:xfrm>
          <a:prstGeom prst="rect">
            <a:avLst/>
          </a:prstGeom>
        </p:spPr>
      </p:pic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2D0EB324-C0B0-4D77-4694-18274ABA0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3" y="1504317"/>
            <a:ext cx="8147434" cy="3849366"/>
          </a:xfrm>
          <a:prstGeom prst="rect">
            <a:avLst/>
          </a:prstGeom>
        </p:spPr>
      </p:pic>
      <p:sp>
        <p:nvSpPr>
          <p:cNvPr id="6" name="Google Shape;869;p27">
            <a:extLst>
              <a:ext uri="{FF2B5EF4-FFF2-40B4-BE49-F238E27FC236}">
                <a16:creationId xmlns:a16="http://schemas.microsoft.com/office/drawing/2014/main" id="{DFB94C60-1A97-3841-A598-FA4CA2037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would be the ideal extraction?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553D1C-41E7-9D19-BA6F-D7C366C57788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14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9A7B6C-81EA-2259-0ED6-5FCED9052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3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2504-9D17-F704-9828-320104AA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B0889DDD-3676-270E-0DDB-500A0A4C2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9978" r="7191" b="8075"/>
          <a:stretch/>
        </p:blipFill>
        <p:spPr>
          <a:xfrm>
            <a:off x="272919" y="1130869"/>
            <a:ext cx="3686810" cy="2304256"/>
          </a:xfrm>
          <a:prstGeom prst="rect">
            <a:avLst/>
          </a:prstGeom>
        </p:spPr>
      </p:pic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C6EF5121-866A-9DF9-5D32-55781D494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448" y="1130869"/>
            <a:ext cx="4532040" cy="2141224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717AA49-BD46-BE9F-E20F-0E196AC53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766" y="1084026"/>
            <a:ext cx="6660467" cy="4689948"/>
          </a:xfrm>
          <a:prstGeom prst="rect">
            <a:avLst/>
          </a:prstGeom>
        </p:spPr>
      </p:pic>
      <p:sp>
        <p:nvSpPr>
          <p:cNvPr id="6" name="Google Shape;869;p27">
            <a:extLst>
              <a:ext uri="{FF2B5EF4-FFF2-40B4-BE49-F238E27FC236}">
                <a16:creationId xmlns:a16="http://schemas.microsoft.com/office/drawing/2014/main" id="{03700C24-5E79-A238-AC1E-289C0574C3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would be the ideal extraction?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059507-C581-1E2E-96D8-E34F86092064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14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976C4CC-2756-3514-1ABB-05461C09C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9FA0-0EA1-3658-4EF2-3BC667E0A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4A930B5-BE15-5A89-B25E-F8F1661C3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9978" r="7191" b="8075"/>
          <a:stretch/>
        </p:blipFill>
        <p:spPr>
          <a:xfrm>
            <a:off x="272919" y="1130869"/>
            <a:ext cx="3686810" cy="2304256"/>
          </a:xfrm>
          <a:prstGeom prst="rect">
            <a:avLst/>
          </a:prstGeom>
        </p:spPr>
      </p:pic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F83A61A7-6795-75AF-26F2-6321C9899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448" y="1130869"/>
            <a:ext cx="4532040" cy="2141224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7C2A544-C3B5-95A6-F47A-3904BB1BA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61" y="3647373"/>
            <a:ext cx="3686810" cy="2596056"/>
          </a:xfrm>
          <a:prstGeom prst="rect">
            <a:avLst/>
          </a:prstGeom>
        </p:spPr>
      </p:pic>
      <p:pic>
        <p:nvPicPr>
          <p:cNvPr id="5" name="Imagen 4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D09233EB-1CF0-8103-0687-7D83EBD7B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20" y="1587454"/>
            <a:ext cx="7574760" cy="3683091"/>
          </a:xfrm>
          <a:prstGeom prst="rect">
            <a:avLst/>
          </a:prstGeom>
        </p:spPr>
      </p:pic>
      <p:sp>
        <p:nvSpPr>
          <p:cNvPr id="6" name="Google Shape;869;p27">
            <a:extLst>
              <a:ext uri="{FF2B5EF4-FFF2-40B4-BE49-F238E27FC236}">
                <a16:creationId xmlns:a16="http://schemas.microsoft.com/office/drawing/2014/main" id="{5042F7D1-DCC2-E6F2-BB17-2C176A538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would be the ideal extraction?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193B98-1E72-1E8E-CDB7-1EC2A7D5A78A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14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88EE53-4DEF-DC1E-2363-0A5CA26B9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4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2B7F-984A-70A8-9655-97F1D353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4547179-226B-4D07-D84C-58AEC6F41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9978" r="7191" b="8075"/>
          <a:stretch/>
        </p:blipFill>
        <p:spPr>
          <a:xfrm>
            <a:off x="272919" y="1130869"/>
            <a:ext cx="3686810" cy="2304256"/>
          </a:xfrm>
          <a:prstGeom prst="rect">
            <a:avLst/>
          </a:prstGeom>
        </p:spPr>
      </p:pic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445000ED-0367-730F-50D1-3038DED50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448" y="1130869"/>
            <a:ext cx="4532040" cy="2141224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E5648FB-55F0-427B-E7ED-7C36DCE94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61" y="3647373"/>
            <a:ext cx="3686810" cy="2596056"/>
          </a:xfrm>
          <a:prstGeom prst="rect">
            <a:avLst/>
          </a:prstGeom>
        </p:spPr>
      </p:pic>
      <p:pic>
        <p:nvPicPr>
          <p:cNvPr id="5" name="Imagen 4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4882F8CC-6D6A-5601-46A3-0AE22C7FB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447" y="3647373"/>
            <a:ext cx="4459957" cy="2168574"/>
          </a:xfrm>
          <a:prstGeom prst="rect">
            <a:avLst/>
          </a:prstGeom>
        </p:spPr>
      </p:pic>
      <p:sp>
        <p:nvSpPr>
          <p:cNvPr id="6" name="Google Shape;869;p27">
            <a:extLst>
              <a:ext uri="{FF2B5EF4-FFF2-40B4-BE49-F238E27FC236}">
                <a16:creationId xmlns:a16="http://schemas.microsoft.com/office/drawing/2014/main" id="{66926C59-AC3D-2FA6-C5B6-E34576097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would be the ideal extraction?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E7D474-3044-0618-D315-765F28A0FFB9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14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DCB6352-B1E1-851F-5C9D-A9A6583909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53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0633-2846-EA01-8069-94A27D3D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EA95EB6-2E52-7C71-DA43-E73A774FD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5" t="9978" r="7191" b="8075"/>
          <a:stretch/>
        </p:blipFill>
        <p:spPr>
          <a:xfrm>
            <a:off x="2349617" y="0"/>
            <a:ext cx="4517792" cy="2823620"/>
          </a:xfrm>
          <a:prstGeom prst="rect">
            <a:avLst/>
          </a:prstGeom>
        </p:spPr>
      </p:pic>
      <p:pic>
        <p:nvPicPr>
          <p:cNvPr id="2" name="Imagen 1" descr="Tabla&#10;&#10;Descripción generada automáticamente">
            <a:extLst>
              <a:ext uri="{FF2B5EF4-FFF2-40B4-BE49-F238E27FC236}">
                <a16:creationId xmlns:a16="http://schemas.microsoft.com/office/drawing/2014/main" id="{C152F8F0-9659-D79D-BF82-81E5E117E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63" y="2744028"/>
            <a:ext cx="4649444" cy="2196693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22EE8F4-F2F8-5AB0-1FA9-6FDC097E6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257" y="4861128"/>
            <a:ext cx="4608513" cy="3245070"/>
          </a:xfrm>
          <a:prstGeom prst="rect">
            <a:avLst/>
          </a:prstGeom>
        </p:spPr>
      </p:pic>
      <p:pic>
        <p:nvPicPr>
          <p:cNvPr id="5" name="Imagen 4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0DB1C467-57EE-8BAA-A722-42AC80132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09" y="2674830"/>
            <a:ext cx="4517791" cy="219669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E6E320-D541-F552-3C38-66EE791C310E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14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27D0EC-1265-42B1-3214-2504FDD79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78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3"/>
          <p:cNvSpPr txBox="1"/>
          <p:nvPr/>
        </p:nvSpPr>
        <p:spPr>
          <a:xfrm>
            <a:off x="699433" y="3289274"/>
            <a:ext cx="2076600" cy="754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Prompt Engineering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94" name="Google Shape;1194;p33"/>
          <p:cNvSpPr txBox="1"/>
          <p:nvPr/>
        </p:nvSpPr>
        <p:spPr>
          <a:xfrm>
            <a:off x="699433" y="4496716"/>
            <a:ext cx="2076600" cy="83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Advanced Functions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97" name="Google Shape;1197;p33"/>
          <p:cNvSpPr txBox="1"/>
          <p:nvPr/>
        </p:nvSpPr>
        <p:spPr>
          <a:xfrm>
            <a:off x="6367975" y="2081825"/>
            <a:ext cx="2076600" cy="61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LLM Agent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0" name="Google Shape;1200;p33"/>
          <p:cNvSpPr txBox="1"/>
          <p:nvPr/>
        </p:nvSpPr>
        <p:spPr>
          <a:xfrm>
            <a:off x="6367975" y="3289275"/>
            <a:ext cx="2076600" cy="75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Multimodal LLM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3" name="Google Shape;1203;p33"/>
          <p:cNvSpPr txBox="1"/>
          <p:nvPr/>
        </p:nvSpPr>
        <p:spPr>
          <a:xfrm>
            <a:off x="6367975" y="4496717"/>
            <a:ext cx="2076600" cy="83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Knowledge Graphs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4" name="Google Shape;1204;p33"/>
          <p:cNvSpPr/>
          <p:nvPr/>
        </p:nvSpPr>
        <p:spPr>
          <a:xfrm>
            <a:off x="4332150" y="3154323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1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5" name="Google Shape;1205;p33"/>
          <p:cNvSpPr txBox="1"/>
          <p:nvPr/>
        </p:nvSpPr>
        <p:spPr>
          <a:xfrm>
            <a:off x="3534150" y="4552950"/>
            <a:ext cx="2075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External</a:t>
            </a:r>
            <a:endParaRPr sz="2200" b="1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6" name="Google Shape;1206;p33"/>
          <p:cNvSpPr/>
          <p:nvPr/>
        </p:nvSpPr>
        <p:spPr>
          <a:xfrm>
            <a:off x="4332300" y="3760250"/>
            <a:ext cx="479400" cy="4794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2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7" name="Google Shape;1207;p33"/>
          <p:cNvSpPr txBox="1"/>
          <p:nvPr/>
        </p:nvSpPr>
        <p:spPr>
          <a:xfrm>
            <a:off x="3534150" y="2060399"/>
            <a:ext cx="2075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Internal</a:t>
            </a:r>
            <a:endParaRPr sz="2200" b="1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208" name="Google Shape;1208;p33"/>
          <p:cNvCxnSpPr>
            <a:stCxn id="1209" idx="6"/>
            <a:endCxn id="1204" idx="2"/>
          </p:cNvCxnSpPr>
          <p:nvPr/>
        </p:nvCxnSpPr>
        <p:spPr>
          <a:xfrm>
            <a:off x="3364050" y="2453223"/>
            <a:ext cx="968100" cy="9411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0" name="Google Shape;1210;p33"/>
          <p:cNvCxnSpPr>
            <a:stCxn id="1211" idx="6"/>
            <a:endCxn id="1204" idx="2"/>
          </p:cNvCxnSpPr>
          <p:nvPr/>
        </p:nvCxnSpPr>
        <p:spPr>
          <a:xfrm rot="10800000" flipH="1">
            <a:off x="3364050" y="3394136"/>
            <a:ext cx="968100" cy="3021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2" name="Google Shape;1212;p33"/>
          <p:cNvCxnSpPr>
            <a:stCxn id="1213" idx="6"/>
            <a:endCxn id="1204" idx="2"/>
          </p:cNvCxnSpPr>
          <p:nvPr/>
        </p:nvCxnSpPr>
        <p:spPr>
          <a:xfrm rot="10800000" flipH="1">
            <a:off x="3364050" y="3394248"/>
            <a:ext cx="968100" cy="1545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4" name="Google Shape;1214;p33"/>
          <p:cNvCxnSpPr>
            <a:stCxn id="1215" idx="2"/>
            <a:endCxn id="1206" idx="6"/>
          </p:cNvCxnSpPr>
          <p:nvPr/>
        </p:nvCxnSpPr>
        <p:spPr>
          <a:xfrm flipH="1">
            <a:off x="4811550" y="2453223"/>
            <a:ext cx="968400" cy="1546800"/>
          </a:xfrm>
          <a:prstGeom prst="curvedConnector3">
            <a:avLst>
              <a:gd name="adj1" fmla="val 4999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6" name="Google Shape;1216;p33"/>
          <p:cNvCxnSpPr>
            <a:stCxn id="1217" idx="2"/>
            <a:endCxn id="1206" idx="6"/>
          </p:cNvCxnSpPr>
          <p:nvPr/>
        </p:nvCxnSpPr>
        <p:spPr>
          <a:xfrm flipH="1">
            <a:off x="4811550" y="3696236"/>
            <a:ext cx="968400" cy="303600"/>
          </a:xfrm>
          <a:prstGeom prst="curvedConnector3">
            <a:avLst>
              <a:gd name="adj1" fmla="val 4999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8" name="Google Shape;1218;p33"/>
          <p:cNvCxnSpPr>
            <a:stCxn id="1219" idx="2"/>
            <a:endCxn id="1206" idx="6"/>
          </p:cNvCxnSpPr>
          <p:nvPr/>
        </p:nvCxnSpPr>
        <p:spPr>
          <a:xfrm rot="10800000">
            <a:off x="4811550" y="3999948"/>
            <a:ext cx="968400" cy="939300"/>
          </a:xfrm>
          <a:prstGeom prst="curvedConnector3">
            <a:avLst>
              <a:gd name="adj1" fmla="val 4999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22" name="Google Shape;1222;p33"/>
          <p:cNvSpPr txBox="1"/>
          <p:nvPr/>
        </p:nvSpPr>
        <p:spPr>
          <a:xfrm>
            <a:off x="699433" y="2081825"/>
            <a:ext cx="2076600" cy="75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Advanced Models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9" name="Google Shape;1209;p33"/>
          <p:cNvSpPr/>
          <p:nvPr/>
        </p:nvSpPr>
        <p:spPr>
          <a:xfrm>
            <a:off x="2884350" y="2213373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A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1" name="Google Shape;1211;p33"/>
          <p:cNvSpPr/>
          <p:nvPr/>
        </p:nvSpPr>
        <p:spPr>
          <a:xfrm>
            <a:off x="2884350" y="3456386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B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3" name="Google Shape;1213;p33"/>
          <p:cNvSpPr/>
          <p:nvPr/>
        </p:nvSpPr>
        <p:spPr>
          <a:xfrm>
            <a:off x="2884350" y="4699398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C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5" name="Google Shape;1215;p33"/>
          <p:cNvSpPr/>
          <p:nvPr/>
        </p:nvSpPr>
        <p:spPr>
          <a:xfrm>
            <a:off x="5779950" y="2213373"/>
            <a:ext cx="479700" cy="4797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D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7" name="Google Shape;1217;p33"/>
          <p:cNvSpPr/>
          <p:nvPr/>
        </p:nvSpPr>
        <p:spPr>
          <a:xfrm>
            <a:off x="5779950" y="3456386"/>
            <a:ext cx="479700" cy="4797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E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9" name="Google Shape;1219;p33"/>
          <p:cNvSpPr/>
          <p:nvPr/>
        </p:nvSpPr>
        <p:spPr>
          <a:xfrm>
            <a:off x="5779950" y="4699398"/>
            <a:ext cx="479700" cy="4797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F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223" name="Google Shape;1223;p33"/>
          <p:cNvCxnSpPr>
            <a:stCxn id="1207" idx="2"/>
            <a:endCxn id="1204" idx="0"/>
          </p:cNvCxnSpPr>
          <p:nvPr/>
        </p:nvCxnSpPr>
        <p:spPr>
          <a:xfrm rot="-5400000" flipH="1">
            <a:off x="4413300" y="2994899"/>
            <a:ext cx="318000" cy="600"/>
          </a:xfrm>
          <a:prstGeom prst="curvedConnector3">
            <a:avLst>
              <a:gd name="adj1" fmla="val 5001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24" name="Google Shape;1224;p33"/>
          <p:cNvCxnSpPr>
            <a:stCxn id="1206" idx="4"/>
            <a:endCxn id="1205" idx="0"/>
          </p:cNvCxnSpPr>
          <p:nvPr/>
        </p:nvCxnSpPr>
        <p:spPr>
          <a:xfrm rot="-5400000" flipH="1">
            <a:off x="4415700" y="4395950"/>
            <a:ext cx="313200" cy="600"/>
          </a:xfrm>
          <a:prstGeom prst="curvedConnector3">
            <a:avLst>
              <a:gd name="adj1" fmla="val 5001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" name="Google Shape;869;p27">
            <a:extLst>
              <a:ext uri="{FF2B5EF4-FFF2-40B4-BE49-F238E27FC236}">
                <a16:creationId xmlns:a16="http://schemas.microsoft.com/office/drawing/2014/main" id="{D46E8A3A-4C69-364D-337C-1B2EDC7F265D}"/>
              </a:ext>
            </a:extLst>
          </p:cNvPr>
          <p:cNvSpPr txBox="1">
            <a:spLocks/>
          </p:cNvSpPr>
          <p:nvPr/>
        </p:nvSpPr>
        <p:spPr>
          <a:xfrm>
            <a:off x="547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l"/>
            <a:r>
              <a:rPr lang="es-ES" sz="4000" dirty="0" err="1">
                <a:solidFill>
                  <a:srgbClr val="7A0029"/>
                </a:solidFill>
              </a:rPr>
              <a:t>What</a:t>
            </a:r>
            <a:r>
              <a:rPr lang="es-ES" sz="4000" dirty="0">
                <a:solidFill>
                  <a:srgbClr val="7A0029"/>
                </a:solidFill>
              </a:rPr>
              <a:t> </a:t>
            </a:r>
            <a:r>
              <a:rPr lang="es-ES" sz="4000" dirty="0" err="1">
                <a:solidFill>
                  <a:srgbClr val="7A0029"/>
                </a:solidFill>
              </a:rPr>
              <a:t>challenges</a:t>
            </a:r>
            <a:r>
              <a:rPr lang="es-ES" sz="4000" dirty="0">
                <a:solidFill>
                  <a:srgbClr val="7A0029"/>
                </a:solidFill>
              </a:rPr>
              <a:t> </a:t>
            </a:r>
            <a:r>
              <a:rPr lang="es-ES" sz="4000" dirty="0" err="1">
                <a:solidFill>
                  <a:srgbClr val="7A0029"/>
                </a:solidFill>
              </a:rPr>
              <a:t>arise</a:t>
            </a:r>
            <a:r>
              <a:rPr lang="es-ES" sz="4000" dirty="0">
                <a:solidFill>
                  <a:srgbClr val="7A0029"/>
                </a:solidFill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8C310-9688-2135-269E-685A95EEC1EC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A189BC-268D-AE22-6336-B711DB63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8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1" grpId="0"/>
      <p:bldP spid="1194" grpId="0"/>
      <p:bldP spid="1197" grpId="0"/>
      <p:bldP spid="1200" grpId="0"/>
      <p:bldP spid="1203" grpId="0"/>
      <p:bldP spid="1204" grpId="0" animBg="1"/>
      <p:bldP spid="1205" grpId="0"/>
      <p:bldP spid="1206" grpId="0" animBg="1"/>
      <p:bldP spid="1207" grpId="0"/>
      <p:bldP spid="1222" grpId="0"/>
      <p:bldP spid="1209" grpId="0" animBg="1"/>
      <p:bldP spid="1211" grpId="0" animBg="1"/>
      <p:bldP spid="1213" grpId="0" animBg="1"/>
      <p:bldP spid="1215" grpId="0" animBg="1"/>
      <p:bldP spid="1217" grpId="0" animBg="1"/>
      <p:bldP spid="12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FC02-01CE-B591-834D-85A513DC3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78;p89">
            <a:extLst>
              <a:ext uri="{FF2B5EF4-FFF2-40B4-BE49-F238E27FC236}">
                <a16:creationId xmlns:a16="http://schemas.microsoft.com/office/drawing/2014/main" id="{4729B00F-FC88-6622-53D7-67363E16A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880" y="223516"/>
            <a:ext cx="71884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are the conclusions?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6E966FAB-27EA-36F3-548E-3D0B7DF11EE4}"/>
              </a:ext>
            </a:extLst>
          </p:cNvPr>
          <p:cNvGrpSpPr/>
          <p:nvPr/>
        </p:nvGrpSpPr>
        <p:grpSpPr>
          <a:xfrm>
            <a:off x="3649918" y="2252848"/>
            <a:ext cx="2279176" cy="1830242"/>
            <a:chOff x="3649918" y="2252848"/>
            <a:chExt cx="2279176" cy="1830242"/>
          </a:xfrm>
        </p:grpSpPr>
        <p:sp>
          <p:nvSpPr>
            <p:cNvPr id="58" name="Google Shape;136;p7">
              <a:extLst>
                <a:ext uri="{FF2B5EF4-FFF2-40B4-BE49-F238E27FC236}">
                  <a16:creationId xmlns:a16="http://schemas.microsoft.com/office/drawing/2014/main" id="{6DB08357-968E-8BCE-E00B-7F6F54778A00}"/>
                </a:ext>
              </a:extLst>
            </p:cNvPr>
            <p:cNvSpPr txBox="1">
              <a:spLocks/>
            </p:cNvSpPr>
            <p:nvPr/>
          </p:nvSpPr>
          <p:spPr>
            <a:xfrm>
              <a:off x="3649918" y="2967091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2400" dirty="0" err="1">
                  <a:latin typeface="Barlow" pitchFamily="2" charset="77"/>
                </a:rPr>
                <a:t>Impact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on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the</a:t>
              </a:r>
              <a:r>
                <a:rPr lang="es-ES" sz="2400" dirty="0">
                  <a:latin typeface="Barlow" pitchFamily="2" charset="77"/>
                </a:rPr>
                <a:t> SaaS </a:t>
              </a:r>
              <a:r>
                <a:rPr lang="es-ES" sz="2400" dirty="0" err="1">
                  <a:latin typeface="Barlow" pitchFamily="2" charset="77"/>
                </a:rPr>
                <a:t>Ecosystem</a:t>
              </a:r>
              <a:endParaRPr lang="en-US" sz="2400" dirty="0">
                <a:latin typeface="Barlow" pitchFamily="2" charset="77"/>
              </a:endParaRPr>
            </a:p>
          </p:txBody>
        </p: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9C83F689-5B92-C662-82DA-862D3D66526C}"/>
                </a:ext>
              </a:extLst>
            </p:cNvPr>
            <p:cNvGrpSpPr/>
            <p:nvPr/>
          </p:nvGrpSpPr>
          <p:grpSpPr>
            <a:xfrm>
              <a:off x="3728689" y="2252848"/>
              <a:ext cx="634620" cy="634620"/>
              <a:chOff x="3511183" y="1993516"/>
              <a:chExt cx="634620" cy="634620"/>
            </a:xfrm>
          </p:grpSpPr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C9BD3365-F1DA-D69B-17AA-ED15E5E7177C}"/>
                  </a:ext>
                </a:extLst>
              </p:cNvPr>
              <p:cNvGrpSpPr/>
              <p:nvPr/>
            </p:nvGrpSpPr>
            <p:grpSpPr>
              <a:xfrm>
                <a:off x="3511183" y="1993516"/>
                <a:ext cx="634620" cy="634620"/>
                <a:chOff x="3511183" y="1993516"/>
                <a:chExt cx="634620" cy="634620"/>
              </a:xfrm>
            </p:grpSpPr>
            <p:sp>
              <p:nvSpPr>
                <p:cNvPr id="82" name="Rectángulo: una sola esquina redondeada 46">
                  <a:extLst>
                    <a:ext uri="{FF2B5EF4-FFF2-40B4-BE49-F238E27FC236}">
                      <a16:creationId xmlns:a16="http://schemas.microsoft.com/office/drawing/2014/main" id="{BE882112-BF9D-FC93-EF7D-E03BC74FB09C}"/>
                    </a:ext>
                  </a:extLst>
                </p:cNvPr>
                <p:cNvSpPr/>
                <p:nvPr/>
              </p:nvSpPr>
              <p:spPr>
                <a:xfrm>
                  <a:off x="3511183" y="1993516"/>
                  <a:ext cx="634620" cy="634620"/>
                </a:xfrm>
                <a:prstGeom prst="round1Rect">
                  <a:avLst>
                    <a:gd name="adj" fmla="val 31721"/>
                  </a:avLst>
                </a:prstGeom>
                <a:solidFill>
                  <a:srgbClr val="A8003B"/>
                </a:solidFill>
                <a:ln>
                  <a:solidFill>
                    <a:srgbClr val="7A002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3" name="Freeform 34">
                  <a:extLst>
                    <a:ext uri="{FF2B5EF4-FFF2-40B4-BE49-F238E27FC236}">
                      <a16:creationId xmlns:a16="http://schemas.microsoft.com/office/drawing/2014/main" id="{94ECE104-AA45-0A1A-443D-85AA671A0B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631643" y="2143497"/>
                  <a:ext cx="393700" cy="395288"/>
                </a:xfrm>
                <a:custGeom>
                  <a:avLst/>
                  <a:gdLst>
                    <a:gd name="T0" fmla="*/ 9518 w 10143"/>
                    <a:gd name="T1" fmla="*/ 0 h 10143"/>
                    <a:gd name="T2" fmla="*/ 625 w 10143"/>
                    <a:gd name="T3" fmla="*/ 0 h 10143"/>
                    <a:gd name="T4" fmla="*/ 0 w 10143"/>
                    <a:gd name="T5" fmla="*/ 626 h 10143"/>
                    <a:gd name="T6" fmla="*/ 0 w 10143"/>
                    <a:gd name="T7" fmla="*/ 7295 h 10143"/>
                    <a:gd name="T8" fmla="*/ 625 w 10143"/>
                    <a:gd name="T9" fmla="*/ 7920 h 10143"/>
                    <a:gd name="T10" fmla="*/ 4129 w 10143"/>
                    <a:gd name="T11" fmla="*/ 7920 h 10143"/>
                    <a:gd name="T12" fmla="*/ 4129 w 10143"/>
                    <a:gd name="T13" fmla="*/ 9846 h 10143"/>
                    <a:gd name="T14" fmla="*/ 3801 w 10143"/>
                    <a:gd name="T15" fmla="*/ 9846 h 10143"/>
                    <a:gd name="T16" fmla="*/ 3652 w 10143"/>
                    <a:gd name="T17" fmla="*/ 9995 h 10143"/>
                    <a:gd name="T18" fmla="*/ 3801 w 10143"/>
                    <a:gd name="T19" fmla="*/ 10143 h 10143"/>
                    <a:gd name="T20" fmla="*/ 6342 w 10143"/>
                    <a:gd name="T21" fmla="*/ 10143 h 10143"/>
                    <a:gd name="T22" fmla="*/ 6491 w 10143"/>
                    <a:gd name="T23" fmla="*/ 9995 h 10143"/>
                    <a:gd name="T24" fmla="*/ 6342 w 10143"/>
                    <a:gd name="T25" fmla="*/ 9846 h 10143"/>
                    <a:gd name="T26" fmla="*/ 6014 w 10143"/>
                    <a:gd name="T27" fmla="*/ 9846 h 10143"/>
                    <a:gd name="T28" fmla="*/ 6014 w 10143"/>
                    <a:gd name="T29" fmla="*/ 7920 h 10143"/>
                    <a:gd name="T30" fmla="*/ 9518 w 10143"/>
                    <a:gd name="T31" fmla="*/ 7920 h 10143"/>
                    <a:gd name="T32" fmla="*/ 10143 w 10143"/>
                    <a:gd name="T33" fmla="*/ 7295 h 10143"/>
                    <a:gd name="T34" fmla="*/ 10143 w 10143"/>
                    <a:gd name="T35" fmla="*/ 626 h 10143"/>
                    <a:gd name="T36" fmla="*/ 9518 w 10143"/>
                    <a:gd name="T37" fmla="*/ 0 h 10143"/>
                    <a:gd name="T38" fmla="*/ 5717 w 10143"/>
                    <a:gd name="T39" fmla="*/ 9846 h 10143"/>
                    <a:gd name="T40" fmla="*/ 4426 w 10143"/>
                    <a:gd name="T41" fmla="*/ 9846 h 10143"/>
                    <a:gd name="T42" fmla="*/ 4426 w 10143"/>
                    <a:gd name="T43" fmla="*/ 7920 h 10143"/>
                    <a:gd name="T44" fmla="*/ 5717 w 10143"/>
                    <a:gd name="T45" fmla="*/ 7920 h 10143"/>
                    <a:gd name="T46" fmla="*/ 5717 w 10143"/>
                    <a:gd name="T47" fmla="*/ 9846 h 10143"/>
                    <a:gd name="T48" fmla="*/ 9845 w 10143"/>
                    <a:gd name="T49" fmla="*/ 6352 h 10143"/>
                    <a:gd name="T50" fmla="*/ 8585 w 10143"/>
                    <a:gd name="T51" fmla="*/ 6352 h 10143"/>
                    <a:gd name="T52" fmla="*/ 8436 w 10143"/>
                    <a:gd name="T53" fmla="*/ 6501 h 10143"/>
                    <a:gd name="T54" fmla="*/ 8585 w 10143"/>
                    <a:gd name="T55" fmla="*/ 6650 h 10143"/>
                    <a:gd name="T56" fmla="*/ 9845 w 10143"/>
                    <a:gd name="T57" fmla="*/ 6650 h 10143"/>
                    <a:gd name="T58" fmla="*/ 9845 w 10143"/>
                    <a:gd name="T59" fmla="*/ 7295 h 10143"/>
                    <a:gd name="T60" fmla="*/ 9518 w 10143"/>
                    <a:gd name="T61" fmla="*/ 7623 h 10143"/>
                    <a:gd name="T62" fmla="*/ 625 w 10143"/>
                    <a:gd name="T63" fmla="*/ 7623 h 10143"/>
                    <a:gd name="T64" fmla="*/ 298 w 10143"/>
                    <a:gd name="T65" fmla="*/ 7295 h 10143"/>
                    <a:gd name="T66" fmla="*/ 298 w 10143"/>
                    <a:gd name="T67" fmla="*/ 6650 h 10143"/>
                    <a:gd name="T68" fmla="*/ 7870 w 10143"/>
                    <a:gd name="T69" fmla="*/ 6650 h 10143"/>
                    <a:gd name="T70" fmla="*/ 8019 w 10143"/>
                    <a:gd name="T71" fmla="*/ 6501 h 10143"/>
                    <a:gd name="T72" fmla="*/ 7870 w 10143"/>
                    <a:gd name="T73" fmla="*/ 6352 h 10143"/>
                    <a:gd name="T74" fmla="*/ 298 w 10143"/>
                    <a:gd name="T75" fmla="*/ 6352 h 10143"/>
                    <a:gd name="T76" fmla="*/ 298 w 10143"/>
                    <a:gd name="T77" fmla="*/ 1251 h 10143"/>
                    <a:gd name="T78" fmla="*/ 9845 w 10143"/>
                    <a:gd name="T79" fmla="*/ 1251 h 10143"/>
                    <a:gd name="T80" fmla="*/ 9845 w 10143"/>
                    <a:gd name="T81" fmla="*/ 6352 h 10143"/>
                    <a:gd name="T82" fmla="*/ 9845 w 10143"/>
                    <a:gd name="T83" fmla="*/ 953 h 10143"/>
                    <a:gd name="T84" fmla="*/ 298 w 10143"/>
                    <a:gd name="T85" fmla="*/ 953 h 10143"/>
                    <a:gd name="T86" fmla="*/ 298 w 10143"/>
                    <a:gd name="T87" fmla="*/ 626 h 10143"/>
                    <a:gd name="T88" fmla="*/ 625 w 10143"/>
                    <a:gd name="T89" fmla="*/ 298 h 10143"/>
                    <a:gd name="T90" fmla="*/ 9518 w 10143"/>
                    <a:gd name="T91" fmla="*/ 298 h 10143"/>
                    <a:gd name="T92" fmla="*/ 9845 w 10143"/>
                    <a:gd name="T93" fmla="*/ 626 h 10143"/>
                    <a:gd name="T94" fmla="*/ 9845 w 10143"/>
                    <a:gd name="T95" fmla="*/ 953 h 10143"/>
                    <a:gd name="T96" fmla="*/ 9845 w 10143"/>
                    <a:gd name="T97" fmla="*/ 953 h 10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143" h="10143">
                      <a:moveTo>
                        <a:pt x="9518" y="0"/>
                      </a:moveTo>
                      <a:lnTo>
                        <a:pt x="625" y="0"/>
                      </a:lnTo>
                      <a:cubicBezTo>
                        <a:pt x="281" y="0"/>
                        <a:pt x="0" y="281"/>
                        <a:pt x="0" y="626"/>
                      </a:cubicBezTo>
                      <a:lnTo>
                        <a:pt x="0" y="7295"/>
                      </a:lnTo>
                      <a:cubicBezTo>
                        <a:pt x="0" y="7640"/>
                        <a:pt x="281" y="7920"/>
                        <a:pt x="625" y="7920"/>
                      </a:cubicBezTo>
                      <a:lnTo>
                        <a:pt x="4129" y="7920"/>
                      </a:lnTo>
                      <a:lnTo>
                        <a:pt x="4129" y="9846"/>
                      </a:lnTo>
                      <a:lnTo>
                        <a:pt x="3801" y="9846"/>
                      </a:lnTo>
                      <a:cubicBezTo>
                        <a:pt x="3719" y="9846"/>
                        <a:pt x="3652" y="9912"/>
                        <a:pt x="3652" y="9995"/>
                      </a:cubicBezTo>
                      <a:cubicBezTo>
                        <a:pt x="3652" y="10077"/>
                        <a:pt x="3719" y="10143"/>
                        <a:pt x="3801" y="10143"/>
                      </a:cubicBezTo>
                      <a:lnTo>
                        <a:pt x="6342" y="10143"/>
                      </a:lnTo>
                      <a:cubicBezTo>
                        <a:pt x="6424" y="10143"/>
                        <a:pt x="6491" y="10077"/>
                        <a:pt x="6491" y="9995"/>
                      </a:cubicBezTo>
                      <a:cubicBezTo>
                        <a:pt x="6491" y="9912"/>
                        <a:pt x="6424" y="9846"/>
                        <a:pt x="6342" y="9846"/>
                      </a:cubicBezTo>
                      <a:lnTo>
                        <a:pt x="6014" y="9846"/>
                      </a:lnTo>
                      <a:lnTo>
                        <a:pt x="6014" y="7920"/>
                      </a:lnTo>
                      <a:lnTo>
                        <a:pt x="9518" y="7920"/>
                      </a:lnTo>
                      <a:cubicBezTo>
                        <a:pt x="9863" y="7920"/>
                        <a:pt x="10143" y="7640"/>
                        <a:pt x="10143" y="7295"/>
                      </a:cubicBezTo>
                      <a:lnTo>
                        <a:pt x="10143" y="626"/>
                      </a:lnTo>
                      <a:cubicBezTo>
                        <a:pt x="10143" y="281"/>
                        <a:pt x="9863" y="0"/>
                        <a:pt x="9518" y="0"/>
                      </a:cubicBezTo>
                      <a:close/>
                      <a:moveTo>
                        <a:pt x="5717" y="9846"/>
                      </a:moveTo>
                      <a:lnTo>
                        <a:pt x="4426" y="9846"/>
                      </a:lnTo>
                      <a:lnTo>
                        <a:pt x="4426" y="7920"/>
                      </a:lnTo>
                      <a:lnTo>
                        <a:pt x="5717" y="7920"/>
                      </a:lnTo>
                      <a:lnTo>
                        <a:pt x="5717" y="9846"/>
                      </a:lnTo>
                      <a:close/>
                      <a:moveTo>
                        <a:pt x="9845" y="6352"/>
                      </a:moveTo>
                      <a:lnTo>
                        <a:pt x="8585" y="6352"/>
                      </a:lnTo>
                      <a:cubicBezTo>
                        <a:pt x="8503" y="6352"/>
                        <a:pt x="8436" y="6419"/>
                        <a:pt x="8436" y="6501"/>
                      </a:cubicBezTo>
                      <a:cubicBezTo>
                        <a:pt x="8436" y="6583"/>
                        <a:pt x="8503" y="6650"/>
                        <a:pt x="8585" y="6650"/>
                      </a:cubicBezTo>
                      <a:lnTo>
                        <a:pt x="9845" y="6650"/>
                      </a:lnTo>
                      <a:lnTo>
                        <a:pt x="9845" y="7295"/>
                      </a:lnTo>
                      <a:cubicBezTo>
                        <a:pt x="9845" y="7476"/>
                        <a:pt x="9698" y="7623"/>
                        <a:pt x="9518" y="7623"/>
                      </a:cubicBezTo>
                      <a:lnTo>
                        <a:pt x="625" y="7623"/>
                      </a:lnTo>
                      <a:cubicBezTo>
                        <a:pt x="445" y="7623"/>
                        <a:pt x="298" y="7476"/>
                        <a:pt x="298" y="7295"/>
                      </a:cubicBezTo>
                      <a:lnTo>
                        <a:pt x="298" y="6650"/>
                      </a:lnTo>
                      <a:lnTo>
                        <a:pt x="7870" y="6650"/>
                      </a:lnTo>
                      <a:cubicBezTo>
                        <a:pt x="7953" y="6650"/>
                        <a:pt x="8019" y="6583"/>
                        <a:pt x="8019" y="6501"/>
                      </a:cubicBezTo>
                      <a:cubicBezTo>
                        <a:pt x="8019" y="6419"/>
                        <a:pt x="7953" y="6352"/>
                        <a:pt x="7870" y="6352"/>
                      </a:cubicBezTo>
                      <a:lnTo>
                        <a:pt x="298" y="6352"/>
                      </a:lnTo>
                      <a:lnTo>
                        <a:pt x="298" y="1251"/>
                      </a:lnTo>
                      <a:lnTo>
                        <a:pt x="9845" y="1251"/>
                      </a:lnTo>
                      <a:lnTo>
                        <a:pt x="9845" y="6352"/>
                      </a:lnTo>
                      <a:close/>
                      <a:moveTo>
                        <a:pt x="9845" y="953"/>
                      </a:moveTo>
                      <a:lnTo>
                        <a:pt x="298" y="953"/>
                      </a:lnTo>
                      <a:lnTo>
                        <a:pt x="298" y="626"/>
                      </a:lnTo>
                      <a:cubicBezTo>
                        <a:pt x="298" y="445"/>
                        <a:pt x="445" y="298"/>
                        <a:pt x="625" y="298"/>
                      </a:cubicBezTo>
                      <a:lnTo>
                        <a:pt x="9518" y="298"/>
                      </a:lnTo>
                      <a:cubicBezTo>
                        <a:pt x="9698" y="298"/>
                        <a:pt x="9845" y="445"/>
                        <a:pt x="9845" y="626"/>
                      </a:cubicBezTo>
                      <a:lnTo>
                        <a:pt x="9845" y="953"/>
                      </a:lnTo>
                      <a:close/>
                      <a:moveTo>
                        <a:pt x="9845" y="953"/>
                      </a:move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74" name="Freeform 35">
                <a:extLst>
                  <a:ext uri="{FF2B5EF4-FFF2-40B4-BE49-F238E27FC236}">
                    <a16:creationId xmlns:a16="http://schemas.microsoft.com/office/drawing/2014/main" id="{09E2A405-947F-4B80-768C-0E1834C51B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09443" y="2416547"/>
                <a:ext cx="36513" cy="11113"/>
              </a:xfrm>
              <a:custGeom>
                <a:avLst/>
                <a:gdLst>
                  <a:gd name="T0" fmla="*/ 784 w 933"/>
                  <a:gd name="T1" fmla="*/ 0 h 298"/>
                  <a:gd name="T2" fmla="*/ 149 w 933"/>
                  <a:gd name="T3" fmla="*/ 0 h 298"/>
                  <a:gd name="T4" fmla="*/ 0 w 933"/>
                  <a:gd name="T5" fmla="*/ 149 h 298"/>
                  <a:gd name="T6" fmla="*/ 149 w 933"/>
                  <a:gd name="T7" fmla="*/ 298 h 298"/>
                  <a:gd name="T8" fmla="*/ 784 w 933"/>
                  <a:gd name="T9" fmla="*/ 298 h 298"/>
                  <a:gd name="T10" fmla="*/ 933 w 933"/>
                  <a:gd name="T11" fmla="*/ 149 h 298"/>
                  <a:gd name="T12" fmla="*/ 784 w 933"/>
                  <a:gd name="T13" fmla="*/ 0 h 298"/>
                  <a:gd name="T14" fmla="*/ 784 w 933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3" h="298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" name="Freeform 36">
                <a:extLst>
                  <a:ext uri="{FF2B5EF4-FFF2-40B4-BE49-F238E27FC236}">
                    <a16:creationId xmlns:a16="http://schemas.microsoft.com/office/drawing/2014/main" id="{196E7E28-D4DB-04FE-0161-E33C0D0DF3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2143" y="2162547"/>
                <a:ext cx="11113" cy="11113"/>
              </a:xfrm>
              <a:custGeom>
                <a:avLst/>
                <a:gdLst>
                  <a:gd name="T0" fmla="*/ 297 w 297"/>
                  <a:gd name="T1" fmla="*/ 149 h 297"/>
                  <a:gd name="T2" fmla="*/ 149 w 297"/>
                  <a:gd name="T3" fmla="*/ 297 h 297"/>
                  <a:gd name="T4" fmla="*/ 0 w 297"/>
                  <a:gd name="T5" fmla="*/ 149 h 297"/>
                  <a:gd name="T6" fmla="*/ 149 w 297"/>
                  <a:gd name="T7" fmla="*/ 0 h 297"/>
                  <a:gd name="T8" fmla="*/ 297 w 297"/>
                  <a:gd name="T9" fmla="*/ 149 h 297"/>
                  <a:gd name="T10" fmla="*/ 297 w 297"/>
                  <a:gd name="T11" fmla="*/ 149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7" h="297">
                    <a:moveTo>
                      <a:pt x="297" y="149"/>
                    </a:moveTo>
                    <a:cubicBezTo>
                      <a:pt x="297" y="231"/>
                      <a:pt x="231" y="297"/>
                      <a:pt x="149" y="297"/>
                    </a:cubicBezTo>
                    <a:cubicBezTo>
                      <a:pt x="66" y="297"/>
                      <a:pt x="0" y="231"/>
                      <a:pt x="0" y="149"/>
                    </a:cubicBezTo>
                    <a:cubicBezTo>
                      <a:pt x="0" y="66"/>
                      <a:pt x="66" y="0"/>
                      <a:pt x="149" y="0"/>
                    </a:cubicBezTo>
                    <a:cubicBezTo>
                      <a:pt x="231" y="0"/>
                      <a:pt x="297" y="66"/>
                      <a:pt x="297" y="149"/>
                    </a:cubicBezTo>
                    <a:close/>
                    <a:moveTo>
                      <a:pt x="297" y="14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" name="Freeform 37">
                <a:extLst>
                  <a:ext uri="{FF2B5EF4-FFF2-40B4-BE49-F238E27FC236}">
                    <a16:creationId xmlns:a16="http://schemas.microsoft.com/office/drawing/2014/main" id="{EFB29722-B3A1-8F06-BA59-762BC7B1A1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91981" y="2280022"/>
                <a:ext cx="73025" cy="66675"/>
              </a:xfrm>
              <a:custGeom>
                <a:avLst/>
                <a:gdLst>
                  <a:gd name="T0" fmla="*/ 1419 w 1885"/>
                  <a:gd name="T1" fmla="*/ 0 h 1727"/>
                  <a:gd name="T2" fmla="*/ 466 w 1885"/>
                  <a:gd name="T3" fmla="*/ 0 h 1727"/>
                  <a:gd name="T4" fmla="*/ 0 w 1885"/>
                  <a:gd name="T5" fmla="*/ 466 h 1727"/>
                  <a:gd name="T6" fmla="*/ 0 w 1885"/>
                  <a:gd name="T7" fmla="*/ 1578 h 1727"/>
                  <a:gd name="T8" fmla="*/ 149 w 1885"/>
                  <a:gd name="T9" fmla="*/ 1727 h 1727"/>
                  <a:gd name="T10" fmla="*/ 1737 w 1885"/>
                  <a:gd name="T11" fmla="*/ 1727 h 1727"/>
                  <a:gd name="T12" fmla="*/ 1885 w 1885"/>
                  <a:gd name="T13" fmla="*/ 1578 h 1727"/>
                  <a:gd name="T14" fmla="*/ 1885 w 1885"/>
                  <a:gd name="T15" fmla="*/ 466 h 1727"/>
                  <a:gd name="T16" fmla="*/ 1419 w 1885"/>
                  <a:gd name="T17" fmla="*/ 0 h 1727"/>
                  <a:gd name="T18" fmla="*/ 1588 w 1885"/>
                  <a:gd name="T19" fmla="*/ 1429 h 1727"/>
                  <a:gd name="T20" fmla="*/ 297 w 1885"/>
                  <a:gd name="T21" fmla="*/ 1429 h 1727"/>
                  <a:gd name="T22" fmla="*/ 297 w 1885"/>
                  <a:gd name="T23" fmla="*/ 466 h 1727"/>
                  <a:gd name="T24" fmla="*/ 466 w 1885"/>
                  <a:gd name="T25" fmla="*/ 298 h 1727"/>
                  <a:gd name="T26" fmla="*/ 1419 w 1885"/>
                  <a:gd name="T27" fmla="*/ 298 h 1727"/>
                  <a:gd name="T28" fmla="*/ 1588 w 1885"/>
                  <a:gd name="T29" fmla="*/ 466 h 1727"/>
                  <a:gd name="T30" fmla="*/ 1588 w 1885"/>
                  <a:gd name="T31" fmla="*/ 1429 h 1727"/>
                  <a:gd name="T32" fmla="*/ 1588 w 1885"/>
                  <a:gd name="T33" fmla="*/ 1429 h 1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85" h="1727">
                    <a:moveTo>
                      <a:pt x="1419" y="0"/>
                    </a:moveTo>
                    <a:lnTo>
                      <a:pt x="466" y="0"/>
                    </a:lnTo>
                    <a:cubicBezTo>
                      <a:pt x="209" y="0"/>
                      <a:pt x="0" y="209"/>
                      <a:pt x="0" y="466"/>
                    </a:cubicBezTo>
                    <a:lnTo>
                      <a:pt x="0" y="1578"/>
                    </a:lnTo>
                    <a:cubicBezTo>
                      <a:pt x="0" y="1660"/>
                      <a:pt x="66" y="1727"/>
                      <a:pt x="149" y="1727"/>
                    </a:cubicBezTo>
                    <a:lnTo>
                      <a:pt x="1737" y="1727"/>
                    </a:lnTo>
                    <a:cubicBezTo>
                      <a:pt x="1819" y="1727"/>
                      <a:pt x="1885" y="1660"/>
                      <a:pt x="1885" y="1578"/>
                    </a:cubicBezTo>
                    <a:lnTo>
                      <a:pt x="1885" y="466"/>
                    </a:lnTo>
                    <a:cubicBezTo>
                      <a:pt x="1885" y="209"/>
                      <a:pt x="1676" y="0"/>
                      <a:pt x="1419" y="0"/>
                    </a:cubicBezTo>
                    <a:close/>
                    <a:moveTo>
                      <a:pt x="1588" y="1429"/>
                    </a:moveTo>
                    <a:lnTo>
                      <a:pt x="297" y="1429"/>
                    </a:lnTo>
                    <a:lnTo>
                      <a:pt x="297" y="466"/>
                    </a:lnTo>
                    <a:cubicBezTo>
                      <a:pt x="297" y="373"/>
                      <a:pt x="373" y="298"/>
                      <a:pt x="466" y="298"/>
                    </a:cubicBezTo>
                    <a:lnTo>
                      <a:pt x="1419" y="298"/>
                    </a:lnTo>
                    <a:cubicBezTo>
                      <a:pt x="1512" y="298"/>
                      <a:pt x="1588" y="373"/>
                      <a:pt x="1588" y="466"/>
                    </a:cubicBezTo>
                    <a:lnTo>
                      <a:pt x="1588" y="1429"/>
                    </a:lnTo>
                    <a:close/>
                    <a:moveTo>
                      <a:pt x="1588" y="142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" name="Freeform 38">
                <a:extLst>
                  <a:ext uri="{FF2B5EF4-FFF2-40B4-BE49-F238E27FC236}">
                    <a16:creationId xmlns:a16="http://schemas.microsoft.com/office/drawing/2014/main" id="{1BD9DF66-0C8F-9DEB-CBA6-43EE3BF453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4043" y="2218109"/>
                <a:ext cx="74613" cy="61913"/>
              </a:xfrm>
              <a:custGeom>
                <a:avLst/>
                <a:gdLst>
                  <a:gd name="T0" fmla="*/ 1121 w 1905"/>
                  <a:gd name="T1" fmla="*/ 0 h 1568"/>
                  <a:gd name="T2" fmla="*/ 23 w 1905"/>
                  <a:gd name="T3" fmla="*/ 748 h 1568"/>
                  <a:gd name="T4" fmla="*/ 168 w 1905"/>
                  <a:gd name="T5" fmla="*/ 933 h 1568"/>
                  <a:gd name="T6" fmla="*/ 351 w 1905"/>
                  <a:gd name="T7" fmla="*/ 933 h 1568"/>
                  <a:gd name="T8" fmla="*/ 1121 w 1905"/>
                  <a:gd name="T9" fmla="*/ 1568 h 1568"/>
                  <a:gd name="T10" fmla="*/ 1905 w 1905"/>
                  <a:gd name="T11" fmla="*/ 784 h 1568"/>
                  <a:gd name="T12" fmla="*/ 1121 w 1905"/>
                  <a:gd name="T13" fmla="*/ 0 h 1568"/>
                  <a:gd name="T14" fmla="*/ 1121 w 1905"/>
                  <a:gd name="T15" fmla="*/ 1270 h 1568"/>
                  <a:gd name="T16" fmla="*/ 658 w 1905"/>
                  <a:gd name="T17" fmla="*/ 933 h 1568"/>
                  <a:gd name="T18" fmla="*/ 1583 w 1905"/>
                  <a:gd name="T19" fmla="*/ 933 h 1568"/>
                  <a:gd name="T20" fmla="*/ 1121 w 1905"/>
                  <a:gd name="T21" fmla="*/ 1270 h 1568"/>
                  <a:gd name="T22" fmla="*/ 403 w 1905"/>
                  <a:gd name="T23" fmla="*/ 635 h 1568"/>
                  <a:gd name="T24" fmla="*/ 1121 w 1905"/>
                  <a:gd name="T25" fmla="*/ 298 h 1568"/>
                  <a:gd name="T26" fmla="*/ 1584 w 1905"/>
                  <a:gd name="T27" fmla="*/ 635 h 1568"/>
                  <a:gd name="T28" fmla="*/ 403 w 1905"/>
                  <a:gd name="T29" fmla="*/ 635 h 1568"/>
                  <a:gd name="T30" fmla="*/ 403 w 1905"/>
                  <a:gd name="T31" fmla="*/ 635 h 1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05" h="1568">
                    <a:moveTo>
                      <a:pt x="1121" y="0"/>
                    </a:moveTo>
                    <a:cubicBezTo>
                      <a:pt x="401" y="0"/>
                      <a:pt x="88" y="489"/>
                      <a:pt x="23" y="748"/>
                    </a:cubicBezTo>
                    <a:cubicBezTo>
                      <a:pt x="0" y="840"/>
                      <a:pt x="73" y="933"/>
                      <a:pt x="168" y="933"/>
                    </a:cubicBezTo>
                    <a:lnTo>
                      <a:pt x="351" y="933"/>
                    </a:lnTo>
                    <a:cubicBezTo>
                      <a:pt x="421" y="1294"/>
                      <a:pt x="739" y="1568"/>
                      <a:pt x="1121" y="1568"/>
                    </a:cubicBezTo>
                    <a:cubicBezTo>
                      <a:pt x="1553" y="1568"/>
                      <a:pt x="1905" y="1216"/>
                      <a:pt x="1905" y="784"/>
                    </a:cubicBezTo>
                    <a:cubicBezTo>
                      <a:pt x="1905" y="352"/>
                      <a:pt x="1553" y="0"/>
                      <a:pt x="1121" y="0"/>
                    </a:cubicBezTo>
                    <a:close/>
                    <a:moveTo>
                      <a:pt x="1121" y="1270"/>
                    </a:moveTo>
                    <a:cubicBezTo>
                      <a:pt x="904" y="1270"/>
                      <a:pt x="721" y="1128"/>
                      <a:pt x="658" y="933"/>
                    </a:cubicBezTo>
                    <a:lnTo>
                      <a:pt x="1583" y="933"/>
                    </a:lnTo>
                    <a:cubicBezTo>
                      <a:pt x="1520" y="1128"/>
                      <a:pt x="1337" y="1270"/>
                      <a:pt x="1121" y="1270"/>
                    </a:cubicBezTo>
                    <a:close/>
                    <a:moveTo>
                      <a:pt x="403" y="635"/>
                    </a:moveTo>
                    <a:cubicBezTo>
                      <a:pt x="507" y="484"/>
                      <a:pt x="717" y="298"/>
                      <a:pt x="1121" y="298"/>
                    </a:cubicBezTo>
                    <a:cubicBezTo>
                      <a:pt x="1337" y="298"/>
                      <a:pt x="1521" y="440"/>
                      <a:pt x="1584" y="635"/>
                    </a:cubicBezTo>
                    <a:lnTo>
                      <a:pt x="403" y="635"/>
                    </a:lnTo>
                    <a:close/>
                    <a:moveTo>
                      <a:pt x="403" y="635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" name="Freeform 39">
                <a:extLst>
                  <a:ext uri="{FF2B5EF4-FFF2-40B4-BE49-F238E27FC236}">
                    <a16:creationId xmlns:a16="http://schemas.microsoft.com/office/drawing/2014/main" id="{46477837-A81A-6617-5D21-9027D2D32D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5631" y="2360984"/>
                <a:ext cx="30163" cy="11113"/>
              </a:xfrm>
              <a:custGeom>
                <a:avLst/>
                <a:gdLst>
                  <a:gd name="T0" fmla="*/ 625 w 774"/>
                  <a:gd name="T1" fmla="*/ 0 h 298"/>
                  <a:gd name="T2" fmla="*/ 149 w 774"/>
                  <a:gd name="T3" fmla="*/ 0 h 298"/>
                  <a:gd name="T4" fmla="*/ 0 w 774"/>
                  <a:gd name="T5" fmla="*/ 149 h 298"/>
                  <a:gd name="T6" fmla="*/ 149 w 774"/>
                  <a:gd name="T7" fmla="*/ 298 h 298"/>
                  <a:gd name="T8" fmla="*/ 625 w 774"/>
                  <a:gd name="T9" fmla="*/ 298 h 298"/>
                  <a:gd name="T10" fmla="*/ 774 w 774"/>
                  <a:gd name="T11" fmla="*/ 149 h 298"/>
                  <a:gd name="T12" fmla="*/ 625 w 774"/>
                  <a:gd name="T13" fmla="*/ 0 h 298"/>
                  <a:gd name="T14" fmla="*/ 625 w 774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4" h="298">
                    <a:moveTo>
                      <a:pt x="625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625" y="298"/>
                    </a:lnTo>
                    <a:cubicBezTo>
                      <a:pt x="707" y="298"/>
                      <a:pt x="774" y="231"/>
                      <a:pt x="774" y="149"/>
                    </a:cubicBezTo>
                    <a:cubicBezTo>
                      <a:pt x="774" y="67"/>
                      <a:pt x="707" y="0"/>
                      <a:pt x="625" y="0"/>
                    </a:cubicBezTo>
                    <a:close/>
                    <a:moveTo>
                      <a:pt x="625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" name="Freeform 40">
                <a:extLst>
                  <a:ext uri="{FF2B5EF4-FFF2-40B4-BE49-F238E27FC236}">
                    <a16:creationId xmlns:a16="http://schemas.microsoft.com/office/drawing/2014/main" id="{C7964F59-A669-83F6-8352-3E2E83BE70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8493" y="2360984"/>
                <a:ext cx="42863" cy="11113"/>
              </a:xfrm>
              <a:custGeom>
                <a:avLst/>
                <a:gdLst>
                  <a:gd name="T0" fmla="*/ 943 w 1092"/>
                  <a:gd name="T1" fmla="*/ 0 h 298"/>
                  <a:gd name="T2" fmla="*/ 149 w 1092"/>
                  <a:gd name="T3" fmla="*/ 0 h 298"/>
                  <a:gd name="T4" fmla="*/ 0 w 1092"/>
                  <a:gd name="T5" fmla="*/ 149 h 298"/>
                  <a:gd name="T6" fmla="*/ 149 w 1092"/>
                  <a:gd name="T7" fmla="*/ 298 h 298"/>
                  <a:gd name="T8" fmla="*/ 943 w 1092"/>
                  <a:gd name="T9" fmla="*/ 298 h 298"/>
                  <a:gd name="T10" fmla="*/ 1092 w 1092"/>
                  <a:gd name="T11" fmla="*/ 149 h 298"/>
                  <a:gd name="T12" fmla="*/ 943 w 1092"/>
                  <a:gd name="T13" fmla="*/ 0 h 298"/>
                  <a:gd name="T14" fmla="*/ 943 w 1092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2" h="298">
                    <a:moveTo>
                      <a:pt x="9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943" y="298"/>
                    </a:lnTo>
                    <a:cubicBezTo>
                      <a:pt x="1026" y="298"/>
                      <a:pt x="1092" y="231"/>
                      <a:pt x="1092" y="149"/>
                    </a:cubicBezTo>
                    <a:cubicBezTo>
                      <a:pt x="1092" y="67"/>
                      <a:pt x="1026" y="0"/>
                      <a:pt x="943" y="0"/>
                    </a:cubicBezTo>
                    <a:close/>
                    <a:moveTo>
                      <a:pt x="943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" name="Freeform 41">
                <a:extLst>
                  <a:ext uri="{FF2B5EF4-FFF2-40B4-BE49-F238E27FC236}">
                    <a16:creationId xmlns:a16="http://schemas.microsoft.com/office/drawing/2014/main" id="{7572C1E5-CD72-B6F3-BD51-CED838F158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1043" y="2241922"/>
                <a:ext cx="68263" cy="106363"/>
              </a:xfrm>
              <a:custGeom>
                <a:avLst/>
                <a:gdLst>
                  <a:gd name="T0" fmla="*/ 1650 w 1763"/>
                  <a:gd name="T1" fmla="*/ 1104 h 2754"/>
                  <a:gd name="T2" fmla="*/ 697 w 1763"/>
                  <a:gd name="T3" fmla="*/ 151 h 2754"/>
                  <a:gd name="T4" fmla="*/ 150 w 1763"/>
                  <a:gd name="T5" fmla="*/ 151 h 2754"/>
                  <a:gd name="T6" fmla="*/ 150 w 1763"/>
                  <a:gd name="T7" fmla="*/ 699 h 2754"/>
                  <a:gd name="T8" fmla="*/ 829 w 1763"/>
                  <a:gd name="T9" fmla="*/ 1378 h 2754"/>
                  <a:gd name="T10" fmla="*/ 150 w 1763"/>
                  <a:gd name="T11" fmla="*/ 2057 h 2754"/>
                  <a:gd name="T12" fmla="*/ 150 w 1763"/>
                  <a:gd name="T13" fmla="*/ 2604 h 2754"/>
                  <a:gd name="T14" fmla="*/ 697 w 1763"/>
                  <a:gd name="T15" fmla="*/ 2604 h 2754"/>
                  <a:gd name="T16" fmla="*/ 1650 w 1763"/>
                  <a:gd name="T17" fmla="*/ 1652 h 2754"/>
                  <a:gd name="T18" fmla="*/ 1763 w 1763"/>
                  <a:gd name="T19" fmla="*/ 1378 h 2754"/>
                  <a:gd name="T20" fmla="*/ 1650 w 1763"/>
                  <a:gd name="T21" fmla="*/ 1104 h 2754"/>
                  <a:gd name="T22" fmla="*/ 1439 w 1763"/>
                  <a:gd name="T23" fmla="*/ 1441 h 2754"/>
                  <a:gd name="T24" fmla="*/ 486 w 1763"/>
                  <a:gd name="T25" fmla="*/ 2394 h 2754"/>
                  <a:gd name="T26" fmla="*/ 360 w 1763"/>
                  <a:gd name="T27" fmla="*/ 2394 h 2754"/>
                  <a:gd name="T28" fmla="*/ 360 w 1763"/>
                  <a:gd name="T29" fmla="*/ 2268 h 2754"/>
                  <a:gd name="T30" fmla="*/ 1144 w 1763"/>
                  <a:gd name="T31" fmla="*/ 1483 h 2754"/>
                  <a:gd name="T32" fmla="*/ 1144 w 1763"/>
                  <a:gd name="T33" fmla="*/ 1273 h 2754"/>
                  <a:gd name="T34" fmla="*/ 360 w 1763"/>
                  <a:gd name="T35" fmla="*/ 488 h 2754"/>
                  <a:gd name="T36" fmla="*/ 356 w 1763"/>
                  <a:gd name="T37" fmla="*/ 366 h 2754"/>
                  <a:gd name="T38" fmla="*/ 487 w 1763"/>
                  <a:gd name="T39" fmla="*/ 362 h 2754"/>
                  <a:gd name="T40" fmla="*/ 1439 w 1763"/>
                  <a:gd name="T41" fmla="*/ 1315 h 2754"/>
                  <a:gd name="T42" fmla="*/ 1439 w 1763"/>
                  <a:gd name="T43" fmla="*/ 1441 h 2754"/>
                  <a:gd name="T44" fmla="*/ 1439 w 1763"/>
                  <a:gd name="T45" fmla="*/ 1441 h 2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63" h="2754">
                    <a:moveTo>
                      <a:pt x="1650" y="1104"/>
                    </a:moveTo>
                    <a:lnTo>
                      <a:pt x="697" y="151"/>
                    </a:lnTo>
                    <a:cubicBezTo>
                      <a:pt x="546" y="1"/>
                      <a:pt x="300" y="0"/>
                      <a:pt x="150" y="151"/>
                    </a:cubicBezTo>
                    <a:cubicBezTo>
                      <a:pt x="0" y="301"/>
                      <a:pt x="0" y="550"/>
                      <a:pt x="150" y="699"/>
                    </a:cubicBezTo>
                    <a:lnTo>
                      <a:pt x="829" y="1378"/>
                    </a:lnTo>
                    <a:lnTo>
                      <a:pt x="150" y="2057"/>
                    </a:lnTo>
                    <a:cubicBezTo>
                      <a:pt x="0" y="2206"/>
                      <a:pt x="0" y="2455"/>
                      <a:pt x="150" y="2604"/>
                    </a:cubicBezTo>
                    <a:cubicBezTo>
                      <a:pt x="299" y="2754"/>
                      <a:pt x="548" y="2754"/>
                      <a:pt x="697" y="2604"/>
                    </a:cubicBezTo>
                    <a:lnTo>
                      <a:pt x="1650" y="1652"/>
                    </a:lnTo>
                    <a:cubicBezTo>
                      <a:pt x="1723" y="1578"/>
                      <a:pt x="1763" y="1481"/>
                      <a:pt x="1763" y="1378"/>
                    </a:cubicBezTo>
                    <a:cubicBezTo>
                      <a:pt x="1763" y="1275"/>
                      <a:pt x="1723" y="1177"/>
                      <a:pt x="1650" y="1104"/>
                    </a:cubicBezTo>
                    <a:close/>
                    <a:moveTo>
                      <a:pt x="1439" y="1441"/>
                    </a:moveTo>
                    <a:lnTo>
                      <a:pt x="486" y="2394"/>
                    </a:lnTo>
                    <a:cubicBezTo>
                      <a:pt x="452" y="2428"/>
                      <a:pt x="395" y="2428"/>
                      <a:pt x="360" y="2394"/>
                    </a:cubicBezTo>
                    <a:cubicBezTo>
                      <a:pt x="326" y="2359"/>
                      <a:pt x="326" y="2302"/>
                      <a:pt x="360" y="2268"/>
                    </a:cubicBezTo>
                    <a:lnTo>
                      <a:pt x="1144" y="1483"/>
                    </a:lnTo>
                    <a:cubicBezTo>
                      <a:pt x="1202" y="1426"/>
                      <a:pt x="1202" y="1330"/>
                      <a:pt x="1144" y="1273"/>
                    </a:cubicBezTo>
                    <a:lnTo>
                      <a:pt x="360" y="488"/>
                    </a:lnTo>
                    <a:cubicBezTo>
                      <a:pt x="327" y="455"/>
                      <a:pt x="326" y="401"/>
                      <a:pt x="356" y="366"/>
                    </a:cubicBezTo>
                    <a:cubicBezTo>
                      <a:pt x="390" y="328"/>
                      <a:pt x="450" y="326"/>
                      <a:pt x="487" y="362"/>
                    </a:cubicBezTo>
                    <a:lnTo>
                      <a:pt x="1439" y="1315"/>
                    </a:lnTo>
                    <a:cubicBezTo>
                      <a:pt x="1474" y="1349"/>
                      <a:pt x="1474" y="1407"/>
                      <a:pt x="1439" y="1441"/>
                    </a:cubicBezTo>
                    <a:close/>
                    <a:moveTo>
                      <a:pt x="1439" y="1441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" name="Freeform 42">
                <a:extLst>
                  <a:ext uri="{FF2B5EF4-FFF2-40B4-BE49-F238E27FC236}">
                    <a16:creationId xmlns:a16="http://schemas.microsoft.com/office/drawing/2014/main" id="{4F467B9E-3777-EBE3-0E70-4EBF987628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76093" y="2241922"/>
                <a:ext cx="69850" cy="106363"/>
              </a:xfrm>
              <a:custGeom>
                <a:avLst/>
                <a:gdLst>
                  <a:gd name="T0" fmla="*/ 972 w 1803"/>
                  <a:gd name="T1" fmla="*/ 1377 h 2753"/>
                  <a:gd name="T2" fmla="*/ 1652 w 1803"/>
                  <a:gd name="T3" fmla="*/ 698 h 2753"/>
                  <a:gd name="T4" fmla="*/ 1652 w 1803"/>
                  <a:gd name="T5" fmla="*/ 150 h 2753"/>
                  <a:gd name="T6" fmla="*/ 1104 w 1803"/>
                  <a:gd name="T7" fmla="*/ 150 h 2753"/>
                  <a:gd name="T8" fmla="*/ 151 w 1803"/>
                  <a:gd name="T9" fmla="*/ 1103 h 2753"/>
                  <a:gd name="T10" fmla="*/ 151 w 1803"/>
                  <a:gd name="T11" fmla="*/ 1651 h 2753"/>
                  <a:gd name="T12" fmla="*/ 1104 w 1803"/>
                  <a:gd name="T13" fmla="*/ 2603 h 2753"/>
                  <a:gd name="T14" fmla="*/ 1652 w 1803"/>
                  <a:gd name="T15" fmla="*/ 2603 h 2753"/>
                  <a:gd name="T16" fmla="*/ 1652 w 1803"/>
                  <a:gd name="T17" fmla="*/ 2056 h 2753"/>
                  <a:gd name="T18" fmla="*/ 972 w 1803"/>
                  <a:gd name="T19" fmla="*/ 1377 h 2753"/>
                  <a:gd name="T20" fmla="*/ 1445 w 1803"/>
                  <a:gd name="T21" fmla="*/ 2389 h 2753"/>
                  <a:gd name="T22" fmla="*/ 1315 w 1803"/>
                  <a:gd name="T23" fmla="*/ 2393 h 2753"/>
                  <a:gd name="T24" fmla="*/ 362 w 1803"/>
                  <a:gd name="T25" fmla="*/ 1440 h 2753"/>
                  <a:gd name="T26" fmla="*/ 362 w 1803"/>
                  <a:gd name="T27" fmla="*/ 1314 h 2753"/>
                  <a:gd name="T28" fmla="*/ 1315 w 1803"/>
                  <a:gd name="T29" fmla="*/ 361 h 2753"/>
                  <a:gd name="T30" fmla="*/ 1448 w 1803"/>
                  <a:gd name="T31" fmla="*/ 369 h 2753"/>
                  <a:gd name="T32" fmla="*/ 1441 w 1803"/>
                  <a:gd name="T33" fmla="*/ 487 h 2753"/>
                  <a:gd name="T34" fmla="*/ 657 w 1803"/>
                  <a:gd name="T35" fmla="*/ 1272 h 2753"/>
                  <a:gd name="T36" fmla="*/ 657 w 1803"/>
                  <a:gd name="T37" fmla="*/ 1482 h 2753"/>
                  <a:gd name="T38" fmla="*/ 1441 w 1803"/>
                  <a:gd name="T39" fmla="*/ 2267 h 2753"/>
                  <a:gd name="T40" fmla="*/ 1445 w 1803"/>
                  <a:gd name="T41" fmla="*/ 2389 h 2753"/>
                  <a:gd name="T42" fmla="*/ 1445 w 1803"/>
                  <a:gd name="T43" fmla="*/ 2389 h 2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03" h="2753">
                    <a:moveTo>
                      <a:pt x="972" y="1377"/>
                    </a:moveTo>
                    <a:lnTo>
                      <a:pt x="1652" y="698"/>
                    </a:lnTo>
                    <a:cubicBezTo>
                      <a:pt x="1803" y="547"/>
                      <a:pt x="1803" y="301"/>
                      <a:pt x="1652" y="150"/>
                    </a:cubicBezTo>
                    <a:cubicBezTo>
                      <a:pt x="1501" y="0"/>
                      <a:pt x="1255" y="0"/>
                      <a:pt x="1104" y="150"/>
                    </a:cubicBezTo>
                    <a:lnTo>
                      <a:pt x="151" y="1103"/>
                    </a:lnTo>
                    <a:cubicBezTo>
                      <a:pt x="0" y="1254"/>
                      <a:pt x="0" y="1500"/>
                      <a:pt x="151" y="1651"/>
                    </a:cubicBezTo>
                    <a:lnTo>
                      <a:pt x="1104" y="2603"/>
                    </a:lnTo>
                    <a:cubicBezTo>
                      <a:pt x="1253" y="2753"/>
                      <a:pt x="1502" y="2753"/>
                      <a:pt x="1652" y="2603"/>
                    </a:cubicBezTo>
                    <a:cubicBezTo>
                      <a:pt x="1803" y="2452"/>
                      <a:pt x="1803" y="2207"/>
                      <a:pt x="1652" y="2056"/>
                    </a:cubicBezTo>
                    <a:lnTo>
                      <a:pt x="972" y="1377"/>
                    </a:lnTo>
                    <a:close/>
                    <a:moveTo>
                      <a:pt x="1445" y="2389"/>
                    </a:moveTo>
                    <a:cubicBezTo>
                      <a:pt x="1411" y="2427"/>
                      <a:pt x="1351" y="2429"/>
                      <a:pt x="1315" y="2393"/>
                    </a:cubicBezTo>
                    <a:lnTo>
                      <a:pt x="362" y="1440"/>
                    </a:lnTo>
                    <a:cubicBezTo>
                      <a:pt x="327" y="1405"/>
                      <a:pt x="327" y="1349"/>
                      <a:pt x="362" y="1314"/>
                    </a:cubicBezTo>
                    <a:lnTo>
                      <a:pt x="1315" y="361"/>
                    </a:lnTo>
                    <a:cubicBezTo>
                      <a:pt x="1352" y="323"/>
                      <a:pt x="1416" y="328"/>
                      <a:pt x="1448" y="369"/>
                    </a:cubicBezTo>
                    <a:cubicBezTo>
                      <a:pt x="1476" y="404"/>
                      <a:pt x="1472" y="456"/>
                      <a:pt x="1441" y="487"/>
                    </a:cubicBezTo>
                    <a:lnTo>
                      <a:pt x="657" y="1272"/>
                    </a:lnTo>
                    <a:cubicBezTo>
                      <a:pt x="599" y="1330"/>
                      <a:pt x="599" y="1424"/>
                      <a:pt x="657" y="1482"/>
                    </a:cubicBezTo>
                    <a:lnTo>
                      <a:pt x="1441" y="2267"/>
                    </a:lnTo>
                    <a:cubicBezTo>
                      <a:pt x="1474" y="2299"/>
                      <a:pt x="1476" y="2354"/>
                      <a:pt x="1445" y="2389"/>
                    </a:cubicBezTo>
                    <a:close/>
                    <a:moveTo>
                      <a:pt x="1445" y="238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8F764EAC-7F9A-6423-E74E-E7034F1FF557}"/>
              </a:ext>
            </a:extLst>
          </p:cNvPr>
          <p:cNvGrpSpPr/>
          <p:nvPr/>
        </p:nvGrpSpPr>
        <p:grpSpPr>
          <a:xfrm>
            <a:off x="6460200" y="2256998"/>
            <a:ext cx="2279176" cy="1826092"/>
            <a:chOff x="6460200" y="2256998"/>
            <a:chExt cx="2279176" cy="1826092"/>
          </a:xfrm>
        </p:grpSpPr>
        <p:sp>
          <p:nvSpPr>
            <p:cNvPr id="60" name="Google Shape;138;p7">
              <a:extLst>
                <a:ext uri="{FF2B5EF4-FFF2-40B4-BE49-F238E27FC236}">
                  <a16:creationId xmlns:a16="http://schemas.microsoft.com/office/drawing/2014/main" id="{F9A9D379-C69B-4E3B-64FA-9D1EB8F7F97A}"/>
                </a:ext>
              </a:extLst>
            </p:cNvPr>
            <p:cNvSpPr txBox="1">
              <a:spLocks/>
            </p:cNvSpPr>
            <p:nvPr/>
          </p:nvSpPr>
          <p:spPr>
            <a:xfrm>
              <a:off x="6460200" y="2967091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dirty="0">
                  <a:latin typeface="Barlow" pitchFamily="2" charset="77"/>
                </a:rPr>
                <a:t>Future Directions</a:t>
              </a:r>
            </a:p>
          </p:txBody>
        </p:sp>
        <p:grpSp>
          <p:nvGrpSpPr>
            <p:cNvPr id="102" name="Grupo 101">
              <a:extLst>
                <a:ext uri="{FF2B5EF4-FFF2-40B4-BE49-F238E27FC236}">
                  <a16:creationId xmlns:a16="http://schemas.microsoft.com/office/drawing/2014/main" id="{02A4324B-9347-EE3D-9F17-9C1869E80007}"/>
                </a:ext>
              </a:extLst>
            </p:cNvPr>
            <p:cNvGrpSpPr/>
            <p:nvPr/>
          </p:nvGrpSpPr>
          <p:grpSpPr>
            <a:xfrm>
              <a:off x="6544434" y="2256998"/>
              <a:ext cx="634620" cy="634620"/>
              <a:chOff x="6544434" y="2256998"/>
              <a:chExt cx="634620" cy="634620"/>
            </a:xfrm>
          </p:grpSpPr>
          <p:sp>
            <p:nvSpPr>
              <p:cNvPr id="62" name="Rectángulo: una sola esquina redondeada 47">
                <a:extLst>
                  <a:ext uri="{FF2B5EF4-FFF2-40B4-BE49-F238E27FC236}">
                    <a16:creationId xmlns:a16="http://schemas.microsoft.com/office/drawing/2014/main" id="{D40D4CBE-3254-2246-7C71-38A34EA6DB3E}"/>
                  </a:ext>
                </a:extLst>
              </p:cNvPr>
              <p:cNvSpPr/>
              <p:nvPr/>
            </p:nvSpPr>
            <p:spPr>
              <a:xfrm>
                <a:off x="6544434" y="2256998"/>
                <a:ext cx="634620" cy="634620"/>
              </a:xfrm>
              <a:prstGeom prst="round1Rect">
                <a:avLst>
                  <a:gd name="adj" fmla="val 31721"/>
                </a:avLst>
              </a:prstGeom>
              <a:solidFill>
                <a:srgbClr val="A8003B"/>
              </a:solidFill>
              <a:ln>
                <a:solidFill>
                  <a:srgbClr val="7A00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95" name="Google Shape;13313;p75">
                <a:extLst>
                  <a:ext uri="{FF2B5EF4-FFF2-40B4-BE49-F238E27FC236}">
                    <a16:creationId xmlns:a16="http://schemas.microsoft.com/office/drawing/2014/main" id="{14508847-FB93-72B3-826F-DE632E8F15CA}"/>
                  </a:ext>
                </a:extLst>
              </p:cNvPr>
              <p:cNvGrpSpPr/>
              <p:nvPr/>
            </p:nvGrpSpPr>
            <p:grpSpPr>
              <a:xfrm>
                <a:off x="6660232" y="2397383"/>
                <a:ext cx="396044" cy="378700"/>
                <a:chOff x="2081650" y="2050750"/>
                <a:chExt cx="483125" cy="424625"/>
              </a:xfrm>
              <a:solidFill>
                <a:schemeClr val="bg1"/>
              </a:solidFill>
            </p:grpSpPr>
            <p:sp>
              <p:nvSpPr>
                <p:cNvPr id="96" name="Google Shape;13314;p75">
                  <a:extLst>
                    <a:ext uri="{FF2B5EF4-FFF2-40B4-BE49-F238E27FC236}">
                      <a16:creationId xmlns:a16="http://schemas.microsoft.com/office/drawing/2014/main" id="{E2140E04-E7AB-782B-F5C7-76C11BFB21B1}"/>
                    </a:ext>
                  </a:extLst>
                </p:cNvPr>
                <p:cNvSpPr/>
                <p:nvPr/>
              </p:nvSpPr>
              <p:spPr>
                <a:xfrm>
                  <a:off x="2081650" y="2050750"/>
                  <a:ext cx="483125" cy="4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16985" extrusionOk="0">
                      <a:moveTo>
                        <a:pt x="5662" y="1402"/>
                      </a:moveTo>
                      <a:lnTo>
                        <a:pt x="5662" y="13770"/>
                      </a:lnTo>
                      <a:lnTo>
                        <a:pt x="1133" y="15581"/>
                      </a:lnTo>
                      <a:lnTo>
                        <a:pt x="1133" y="3214"/>
                      </a:lnTo>
                      <a:lnTo>
                        <a:pt x="5662" y="1402"/>
                      </a:lnTo>
                      <a:close/>
                      <a:moveTo>
                        <a:pt x="18192" y="1402"/>
                      </a:moveTo>
                      <a:lnTo>
                        <a:pt x="18192" y="13770"/>
                      </a:lnTo>
                      <a:lnTo>
                        <a:pt x="13663" y="15581"/>
                      </a:lnTo>
                      <a:lnTo>
                        <a:pt x="13663" y="3214"/>
                      </a:lnTo>
                      <a:lnTo>
                        <a:pt x="18192" y="1402"/>
                      </a:lnTo>
                      <a:close/>
                      <a:moveTo>
                        <a:pt x="6794" y="1348"/>
                      </a:moveTo>
                      <a:lnTo>
                        <a:pt x="12531" y="3241"/>
                      </a:lnTo>
                      <a:lnTo>
                        <a:pt x="12531" y="9464"/>
                      </a:lnTo>
                      <a:lnTo>
                        <a:pt x="12510" y="9461"/>
                      </a:lnTo>
                      <a:cubicBezTo>
                        <a:pt x="12205" y="9437"/>
                        <a:pt x="11903" y="9364"/>
                        <a:pt x="11619" y="9244"/>
                      </a:cubicBezTo>
                      <a:cubicBezTo>
                        <a:pt x="11548" y="9214"/>
                        <a:pt x="11474" y="9200"/>
                        <a:pt x="11401" y="9200"/>
                      </a:cubicBezTo>
                      <a:cubicBezTo>
                        <a:pt x="11181" y="9200"/>
                        <a:pt x="10970" y="9330"/>
                        <a:pt x="10879" y="9546"/>
                      </a:cubicBezTo>
                      <a:cubicBezTo>
                        <a:pt x="10759" y="9832"/>
                        <a:pt x="10891" y="10165"/>
                        <a:pt x="11178" y="10288"/>
                      </a:cubicBezTo>
                      <a:cubicBezTo>
                        <a:pt x="11574" y="10454"/>
                        <a:pt x="11994" y="10557"/>
                        <a:pt x="12422" y="10590"/>
                      </a:cubicBezTo>
                      <a:lnTo>
                        <a:pt x="12468" y="10590"/>
                      </a:lnTo>
                      <a:cubicBezTo>
                        <a:pt x="12489" y="10590"/>
                        <a:pt x="12510" y="10587"/>
                        <a:pt x="12531" y="10584"/>
                      </a:cubicBezTo>
                      <a:lnTo>
                        <a:pt x="12531" y="15633"/>
                      </a:lnTo>
                      <a:lnTo>
                        <a:pt x="6794" y="13746"/>
                      </a:lnTo>
                      <a:lnTo>
                        <a:pt x="6794" y="6774"/>
                      </a:lnTo>
                      <a:cubicBezTo>
                        <a:pt x="6951" y="6777"/>
                        <a:pt x="7105" y="6795"/>
                        <a:pt x="7259" y="6822"/>
                      </a:cubicBezTo>
                      <a:cubicBezTo>
                        <a:pt x="7295" y="6828"/>
                        <a:pt x="7331" y="6834"/>
                        <a:pt x="7368" y="6834"/>
                      </a:cubicBezTo>
                      <a:cubicBezTo>
                        <a:pt x="7658" y="6831"/>
                        <a:pt x="7902" y="6611"/>
                        <a:pt x="7929" y="6321"/>
                      </a:cubicBezTo>
                      <a:cubicBezTo>
                        <a:pt x="7957" y="6028"/>
                        <a:pt x="7760" y="5765"/>
                        <a:pt x="7473" y="5711"/>
                      </a:cubicBezTo>
                      <a:cubicBezTo>
                        <a:pt x="7250" y="5669"/>
                        <a:pt x="7020" y="5644"/>
                        <a:pt x="6794" y="5641"/>
                      </a:cubicBezTo>
                      <a:lnTo>
                        <a:pt x="6794" y="1348"/>
                      </a:lnTo>
                      <a:close/>
                      <a:moveTo>
                        <a:pt x="18757" y="0"/>
                      </a:moveTo>
                      <a:cubicBezTo>
                        <a:pt x="18687" y="0"/>
                        <a:pt x="18616" y="13"/>
                        <a:pt x="18549" y="40"/>
                      </a:cubicBezTo>
                      <a:lnTo>
                        <a:pt x="13077" y="2229"/>
                      </a:lnTo>
                      <a:lnTo>
                        <a:pt x="6405" y="28"/>
                      </a:lnTo>
                      <a:cubicBezTo>
                        <a:pt x="6395" y="25"/>
                        <a:pt x="6386" y="25"/>
                        <a:pt x="6380" y="22"/>
                      </a:cubicBezTo>
                      <a:cubicBezTo>
                        <a:pt x="6371" y="19"/>
                        <a:pt x="6359" y="16"/>
                        <a:pt x="6347" y="13"/>
                      </a:cubicBezTo>
                      <a:lnTo>
                        <a:pt x="6311" y="7"/>
                      </a:lnTo>
                      <a:cubicBezTo>
                        <a:pt x="6302" y="7"/>
                        <a:pt x="6290" y="4"/>
                        <a:pt x="6281" y="4"/>
                      </a:cubicBezTo>
                      <a:lnTo>
                        <a:pt x="6211" y="4"/>
                      </a:lnTo>
                      <a:cubicBezTo>
                        <a:pt x="6199" y="4"/>
                        <a:pt x="6187" y="4"/>
                        <a:pt x="6172" y="7"/>
                      </a:cubicBezTo>
                      <a:cubicBezTo>
                        <a:pt x="6166" y="9"/>
                        <a:pt x="6161" y="9"/>
                        <a:pt x="6157" y="9"/>
                      </a:cubicBezTo>
                      <a:cubicBezTo>
                        <a:pt x="6152" y="9"/>
                        <a:pt x="6148" y="9"/>
                        <a:pt x="6142" y="10"/>
                      </a:cubicBezTo>
                      <a:cubicBezTo>
                        <a:pt x="6133" y="13"/>
                        <a:pt x="6118" y="13"/>
                        <a:pt x="6106" y="16"/>
                      </a:cubicBezTo>
                      <a:lnTo>
                        <a:pt x="6075" y="22"/>
                      </a:lnTo>
                      <a:cubicBezTo>
                        <a:pt x="6063" y="28"/>
                        <a:pt x="6048" y="31"/>
                        <a:pt x="6036" y="37"/>
                      </a:cubicBezTo>
                      <a:cubicBezTo>
                        <a:pt x="6027" y="40"/>
                        <a:pt x="6021" y="40"/>
                        <a:pt x="6015" y="43"/>
                      </a:cubicBezTo>
                      <a:lnTo>
                        <a:pt x="354" y="2308"/>
                      </a:lnTo>
                      <a:cubicBezTo>
                        <a:pt x="139" y="2396"/>
                        <a:pt x="0" y="2601"/>
                        <a:pt x="0" y="2830"/>
                      </a:cubicBezTo>
                      <a:lnTo>
                        <a:pt x="0" y="16418"/>
                      </a:lnTo>
                      <a:cubicBezTo>
                        <a:pt x="0" y="16744"/>
                        <a:pt x="267" y="16984"/>
                        <a:pt x="566" y="16984"/>
                      </a:cubicBezTo>
                      <a:cubicBezTo>
                        <a:pt x="635" y="16984"/>
                        <a:pt x="706" y="16971"/>
                        <a:pt x="776" y="16943"/>
                      </a:cubicBezTo>
                      <a:lnTo>
                        <a:pt x="6248" y="14754"/>
                      </a:lnTo>
                      <a:lnTo>
                        <a:pt x="12917" y="16952"/>
                      </a:lnTo>
                      <a:cubicBezTo>
                        <a:pt x="12933" y="16958"/>
                        <a:pt x="12951" y="16964"/>
                        <a:pt x="12966" y="16967"/>
                      </a:cubicBezTo>
                      <a:cubicBezTo>
                        <a:pt x="13008" y="16976"/>
                        <a:pt x="13050" y="16983"/>
                        <a:pt x="13096" y="16983"/>
                      </a:cubicBezTo>
                      <a:lnTo>
                        <a:pt x="13099" y="16983"/>
                      </a:lnTo>
                      <a:cubicBezTo>
                        <a:pt x="13156" y="16983"/>
                        <a:pt x="13213" y="16973"/>
                        <a:pt x="13271" y="16955"/>
                      </a:cubicBezTo>
                      <a:cubicBezTo>
                        <a:pt x="13283" y="16952"/>
                        <a:pt x="13295" y="16946"/>
                        <a:pt x="13307" y="16940"/>
                      </a:cubicBezTo>
                      <a:lnTo>
                        <a:pt x="18965" y="14676"/>
                      </a:lnTo>
                      <a:cubicBezTo>
                        <a:pt x="19183" y="14591"/>
                        <a:pt x="19325" y="14386"/>
                        <a:pt x="19325" y="14153"/>
                      </a:cubicBezTo>
                      <a:lnTo>
                        <a:pt x="19325" y="566"/>
                      </a:lnTo>
                      <a:cubicBezTo>
                        <a:pt x="19325" y="379"/>
                        <a:pt x="19231" y="203"/>
                        <a:pt x="19077" y="98"/>
                      </a:cubicBezTo>
                      <a:cubicBezTo>
                        <a:pt x="18981" y="33"/>
                        <a:pt x="18869" y="0"/>
                        <a:pt x="18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7" name="Google Shape;13315;p75">
                  <a:extLst>
                    <a:ext uri="{FF2B5EF4-FFF2-40B4-BE49-F238E27FC236}">
                      <a16:creationId xmlns:a16="http://schemas.microsoft.com/office/drawing/2014/main" id="{413A141A-41CB-732A-421E-3C8169888DBF}"/>
                    </a:ext>
                  </a:extLst>
                </p:cNvPr>
                <p:cNvSpPr/>
                <p:nvPr/>
              </p:nvSpPr>
              <p:spPr>
                <a:xfrm>
                  <a:off x="2136375" y="2292025"/>
                  <a:ext cx="36400" cy="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1679" extrusionOk="0">
                      <a:moveTo>
                        <a:pt x="820" y="1"/>
                      </a:moveTo>
                      <a:cubicBezTo>
                        <a:pt x="583" y="1"/>
                        <a:pt x="361" y="151"/>
                        <a:pt x="284" y="390"/>
                      </a:cubicBezTo>
                      <a:lnTo>
                        <a:pt x="103" y="927"/>
                      </a:lnTo>
                      <a:cubicBezTo>
                        <a:pt x="0" y="1223"/>
                        <a:pt x="160" y="1549"/>
                        <a:pt x="459" y="1649"/>
                      </a:cubicBezTo>
                      <a:cubicBezTo>
                        <a:pt x="519" y="1669"/>
                        <a:pt x="579" y="1678"/>
                        <a:pt x="639" y="1678"/>
                      </a:cubicBezTo>
                      <a:cubicBezTo>
                        <a:pt x="878" y="1678"/>
                        <a:pt x="1101" y="1525"/>
                        <a:pt x="1178" y="1284"/>
                      </a:cubicBezTo>
                      <a:lnTo>
                        <a:pt x="1356" y="746"/>
                      </a:lnTo>
                      <a:cubicBezTo>
                        <a:pt x="1456" y="450"/>
                        <a:pt x="1296" y="130"/>
                        <a:pt x="1000" y="30"/>
                      </a:cubicBezTo>
                      <a:cubicBezTo>
                        <a:pt x="940" y="10"/>
                        <a:pt x="880" y="1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8" name="Google Shape;13316;p75">
                  <a:extLst>
                    <a:ext uri="{FF2B5EF4-FFF2-40B4-BE49-F238E27FC236}">
                      <a16:creationId xmlns:a16="http://schemas.microsoft.com/office/drawing/2014/main" id="{1E90538C-56D2-87CF-7067-BB07755D8267}"/>
                    </a:ext>
                  </a:extLst>
                </p:cNvPr>
                <p:cNvSpPr/>
                <p:nvPr/>
              </p:nvSpPr>
              <p:spPr>
                <a:xfrm>
                  <a:off x="2296850" y="2220800"/>
                  <a:ext cx="46075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" h="2066" extrusionOk="0">
                      <a:moveTo>
                        <a:pt x="634" y="1"/>
                      </a:moveTo>
                      <a:cubicBezTo>
                        <a:pt x="506" y="1"/>
                        <a:pt x="378" y="44"/>
                        <a:pt x="272" y="132"/>
                      </a:cubicBezTo>
                      <a:cubicBezTo>
                        <a:pt x="37" y="331"/>
                        <a:pt x="1" y="681"/>
                        <a:pt x="194" y="920"/>
                      </a:cubicBezTo>
                      <a:cubicBezTo>
                        <a:pt x="354" y="1113"/>
                        <a:pt x="487" y="1327"/>
                        <a:pt x="593" y="1557"/>
                      </a:cubicBezTo>
                      <a:cubicBezTo>
                        <a:pt x="626" y="1626"/>
                        <a:pt x="662" y="1696"/>
                        <a:pt x="698" y="1765"/>
                      </a:cubicBezTo>
                      <a:cubicBezTo>
                        <a:pt x="798" y="1957"/>
                        <a:pt x="993" y="2065"/>
                        <a:pt x="1195" y="2065"/>
                      </a:cubicBezTo>
                      <a:cubicBezTo>
                        <a:pt x="1285" y="2065"/>
                        <a:pt x="1377" y="2044"/>
                        <a:pt x="1462" y="1998"/>
                      </a:cubicBezTo>
                      <a:cubicBezTo>
                        <a:pt x="1740" y="1853"/>
                        <a:pt x="1843" y="1509"/>
                        <a:pt x="1698" y="1234"/>
                      </a:cubicBezTo>
                      <a:cubicBezTo>
                        <a:pt x="1670" y="1183"/>
                        <a:pt x="1643" y="1131"/>
                        <a:pt x="1622" y="1083"/>
                      </a:cubicBezTo>
                      <a:cubicBezTo>
                        <a:pt x="1474" y="763"/>
                        <a:pt x="1287" y="464"/>
                        <a:pt x="1061" y="195"/>
                      </a:cubicBezTo>
                      <a:cubicBezTo>
                        <a:pt x="949" y="67"/>
                        <a:pt x="792" y="1"/>
                        <a:pt x="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99" name="Google Shape;13317;p75">
                  <a:extLst>
                    <a:ext uri="{FF2B5EF4-FFF2-40B4-BE49-F238E27FC236}">
                      <a16:creationId xmlns:a16="http://schemas.microsoft.com/office/drawing/2014/main" id="{164DFFF5-DC9B-96E8-4550-0828DCA6F83C}"/>
                    </a:ext>
                  </a:extLst>
                </p:cNvPr>
                <p:cNvSpPr/>
                <p:nvPr/>
              </p:nvSpPr>
              <p:spPr>
                <a:xfrm>
                  <a:off x="2158650" y="2216775"/>
                  <a:ext cx="47275" cy="5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2057" extrusionOk="0">
                      <a:moveTo>
                        <a:pt x="1264" y="1"/>
                      </a:moveTo>
                      <a:cubicBezTo>
                        <a:pt x="1109" y="1"/>
                        <a:pt x="955" y="63"/>
                        <a:pt x="843" y="187"/>
                      </a:cubicBezTo>
                      <a:lnTo>
                        <a:pt x="846" y="184"/>
                      </a:lnTo>
                      <a:lnTo>
                        <a:pt x="846" y="184"/>
                      </a:lnTo>
                      <a:cubicBezTo>
                        <a:pt x="547" y="498"/>
                        <a:pt x="305" y="860"/>
                        <a:pt x="130" y="1256"/>
                      </a:cubicBezTo>
                      <a:cubicBezTo>
                        <a:pt x="0" y="1543"/>
                        <a:pt x="127" y="1878"/>
                        <a:pt x="414" y="2005"/>
                      </a:cubicBezTo>
                      <a:cubicBezTo>
                        <a:pt x="486" y="2038"/>
                        <a:pt x="565" y="2056"/>
                        <a:pt x="643" y="2056"/>
                      </a:cubicBezTo>
                      <a:cubicBezTo>
                        <a:pt x="867" y="2056"/>
                        <a:pt x="1069" y="1923"/>
                        <a:pt x="1163" y="1721"/>
                      </a:cubicBezTo>
                      <a:cubicBezTo>
                        <a:pt x="1286" y="1443"/>
                        <a:pt x="1455" y="1187"/>
                        <a:pt x="1664" y="966"/>
                      </a:cubicBezTo>
                      <a:cubicBezTo>
                        <a:pt x="1890" y="740"/>
                        <a:pt x="1884" y="374"/>
                        <a:pt x="1655" y="157"/>
                      </a:cubicBezTo>
                      <a:cubicBezTo>
                        <a:pt x="1544" y="52"/>
                        <a:pt x="1404" y="1"/>
                        <a:pt x="12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00" name="Google Shape;13318;p75">
                  <a:extLst>
                    <a:ext uri="{FF2B5EF4-FFF2-40B4-BE49-F238E27FC236}">
                      <a16:creationId xmlns:a16="http://schemas.microsoft.com/office/drawing/2014/main" id="{7DB47E4F-3C56-60F3-5A08-D911E13B64A4}"/>
                    </a:ext>
                  </a:extLst>
                </p:cNvPr>
                <p:cNvSpPr/>
                <p:nvPr/>
              </p:nvSpPr>
              <p:spPr>
                <a:xfrm>
                  <a:off x="2426475" y="2255725"/>
                  <a:ext cx="55875" cy="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5" h="1876" extrusionOk="0">
                      <a:moveTo>
                        <a:pt x="1592" y="1"/>
                      </a:moveTo>
                      <a:cubicBezTo>
                        <a:pt x="1423" y="1"/>
                        <a:pt x="1257" y="76"/>
                        <a:pt x="1144" y="220"/>
                      </a:cubicBezTo>
                      <a:cubicBezTo>
                        <a:pt x="960" y="462"/>
                        <a:pt x="734" y="667"/>
                        <a:pt x="477" y="830"/>
                      </a:cubicBezTo>
                      <a:cubicBezTo>
                        <a:pt x="0" y="1135"/>
                        <a:pt x="218" y="1875"/>
                        <a:pt x="782" y="1875"/>
                      </a:cubicBezTo>
                      <a:cubicBezTo>
                        <a:pt x="891" y="1875"/>
                        <a:pt x="997" y="1845"/>
                        <a:pt x="1087" y="1784"/>
                      </a:cubicBezTo>
                      <a:cubicBezTo>
                        <a:pt x="1452" y="1552"/>
                        <a:pt x="1776" y="1256"/>
                        <a:pt x="2041" y="912"/>
                      </a:cubicBezTo>
                      <a:cubicBezTo>
                        <a:pt x="2234" y="667"/>
                        <a:pt x="2186" y="311"/>
                        <a:pt x="1939" y="121"/>
                      </a:cubicBezTo>
                      <a:cubicBezTo>
                        <a:pt x="1835" y="40"/>
                        <a:pt x="1713" y="1"/>
                        <a:pt x="1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101" name="Google Shape;13319;p75">
                  <a:extLst>
                    <a:ext uri="{FF2B5EF4-FFF2-40B4-BE49-F238E27FC236}">
                      <a16:creationId xmlns:a16="http://schemas.microsoft.com/office/drawing/2014/main" id="{BA80759B-FC24-1607-96B8-8C7396E3EB42}"/>
                    </a:ext>
                  </a:extLst>
                </p:cNvPr>
                <p:cNvSpPr/>
                <p:nvPr/>
              </p:nvSpPr>
              <p:spPr>
                <a:xfrm>
                  <a:off x="2473050" y="2192325"/>
                  <a:ext cx="37000" cy="4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1660" extrusionOk="0">
                      <a:moveTo>
                        <a:pt x="838" y="0"/>
                      </a:moveTo>
                      <a:cubicBezTo>
                        <a:pt x="609" y="0"/>
                        <a:pt x="393" y="140"/>
                        <a:pt x="308" y="368"/>
                      </a:cubicBezTo>
                      <a:lnTo>
                        <a:pt x="109" y="896"/>
                      </a:lnTo>
                      <a:cubicBezTo>
                        <a:pt x="0" y="1189"/>
                        <a:pt x="148" y="1515"/>
                        <a:pt x="441" y="1624"/>
                      </a:cubicBezTo>
                      <a:cubicBezTo>
                        <a:pt x="506" y="1648"/>
                        <a:pt x="573" y="1660"/>
                        <a:pt x="639" y="1660"/>
                      </a:cubicBezTo>
                      <a:cubicBezTo>
                        <a:pt x="868" y="1660"/>
                        <a:pt x="1084" y="1520"/>
                        <a:pt x="1169" y="1292"/>
                      </a:cubicBezTo>
                      <a:lnTo>
                        <a:pt x="1368" y="764"/>
                      </a:lnTo>
                      <a:cubicBezTo>
                        <a:pt x="1480" y="471"/>
                        <a:pt x="1329" y="145"/>
                        <a:pt x="1036" y="36"/>
                      </a:cubicBezTo>
                      <a:cubicBezTo>
                        <a:pt x="971" y="12"/>
                        <a:pt x="904" y="0"/>
                        <a:pt x="8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7B0D1A3E-20A3-E541-8D1F-051019A8276B}"/>
              </a:ext>
            </a:extLst>
          </p:cNvPr>
          <p:cNvGrpSpPr/>
          <p:nvPr/>
        </p:nvGrpSpPr>
        <p:grpSpPr>
          <a:xfrm>
            <a:off x="839636" y="2256998"/>
            <a:ext cx="2279176" cy="1831920"/>
            <a:chOff x="839636" y="2256998"/>
            <a:chExt cx="2279176" cy="1831920"/>
          </a:xfrm>
        </p:grpSpPr>
        <p:sp>
          <p:nvSpPr>
            <p:cNvPr id="57" name="Google Shape;135;p7">
              <a:extLst>
                <a:ext uri="{FF2B5EF4-FFF2-40B4-BE49-F238E27FC236}">
                  <a16:creationId xmlns:a16="http://schemas.microsoft.com/office/drawing/2014/main" id="{F525FC2E-B108-BB94-75A5-32931AB3771F}"/>
                </a:ext>
              </a:extLst>
            </p:cNvPr>
            <p:cNvSpPr txBox="1">
              <a:spLocks/>
            </p:cNvSpPr>
            <p:nvPr/>
          </p:nvSpPr>
          <p:spPr>
            <a:xfrm>
              <a:off x="839636" y="2972919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2400" dirty="0" err="1">
                  <a:latin typeface="Barlow" pitchFamily="2" charset="77"/>
                </a:rPr>
                <a:t>Demonstrated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Feasibility</a:t>
              </a:r>
              <a:r>
                <a:rPr lang="es-ES" sz="2400" dirty="0">
                  <a:latin typeface="Barlow" pitchFamily="2" charset="77"/>
                </a:rPr>
                <a:t> and Performance</a:t>
              </a:r>
              <a:endParaRPr lang="en-US" sz="2400" dirty="0">
                <a:latin typeface="Barlow" pitchFamily="2" charset="77"/>
              </a:endParaRPr>
            </a:p>
            <a:p>
              <a:endParaRPr lang="en-US" dirty="0">
                <a:latin typeface="Barlow" pitchFamily="2" charset="77"/>
              </a:endParaRPr>
            </a:p>
          </p:txBody>
        </p:sp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B5C89813-93DD-D692-7FA2-AA2598D855C3}"/>
                </a:ext>
              </a:extLst>
            </p:cNvPr>
            <p:cNvGrpSpPr/>
            <p:nvPr/>
          </p:nvGrpSpPr>
          <p:grpSpPr>
            <a:xfrm>
              <a:off x="946641" y="2256998"/>
              <a:ext cx="634620" cy="634620"/>
              <a:chOff x="946641" y="2256998"/>
              <a:chExt cx="634620" cy="634620"/>
            </a:xfrm>
          </p:grpSpPr>
          <p:sp>
            <p:nvSpPr>
              <p:cNvPr id="67" name="Rectángulo: una sola esquina redondeada 44">
                <a:extLst>
                  <a:ext uri="{FF2B5EF4-FFF2-40B4-BE49-F238E27FC236}">
                    <a16:creationId xmlns:a16="http://schemas.microsoft.com/office/drawing/2014/main" id="{3E87C5D4-C756-F196-7148-B6FC40DA6529}"/>
                  </a:ext>
                </a:extLst>
              </p:cNvPr>
              <p:cNvSpPr/>
              <p:nvPr/>
            </p:nvSpPr>
            <p:spPr>
              <a:xfrm>
                <a:off x="946641" y="2256998"/>
                <a:ext cx="634620" cy="634620"/>
              </a:xfrm>
              <a:prstGeom prst="round1Rect">
                <a:avLst>
                  <a:gd name="adj" fmla="val 31721"/>
                </a:avLst>
              </a:prstGeom>
              <a:solidFill>
                <a:srgbClr val="A8003B"/>
              </a:solidFill>
              <a:ln>
                <a:solidFill>
                  <a:srgbClr val="7A00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105" name="Google Shape;13598;p76">
                <a:extLst>
                  <a:ext uri="{FF2B5EF4-FFF2-40B4-BE49-F238E27FC236}">
                    <a16:creationId xmlns:a16="http://schemas.microsoft.com/office/drawing/2014/main" id="{1C097ADB-D5A3-B8E8-987A-226FD4394824}"/>
                  </a:ext>
                </a:extLst>
              </p:cNvPr>
              <p:cNvGrpSpPr/>
              <p:nvPr/>
            </p:nvGrpSpPr>
            <p:grpSpPr>
              <a:xfrm>
                <a:off x="1049959" y="2367864"/>
                <a:ext cx="365222" cy="446901"/>
                <a:chOff x="-39783425" y="2337925"/>
                <a:chExt cx="275700" cy="318350"/>
              </a:xfrm>
              <a:solidFill>
                <a:schemeClr val="bg1"/>
              </a:solidFill>
            </p:grpSpPr>
            <p:sp>
              <p:nvSpPr>
                <p:cNvPr id="106" name="Google Shape;13599;p76">
                  <a:extLst>
                    <a:ext uri="{FF2B5EF4-FFF2-40B4-BE49-F238E27FC236}">
                      <a16:creationId xmlns:a16="http://schemas.microsoft.com/office/drawing/2014/main" id="{DC911EC7-1116-F878-C027-A675761B962E}"/>
                    </a:ext>
                  </a:extLst>
                </p:cNvPr>
                <p:cNvSpPr/>
                <p:nvPr/>
              </p:nvSpPr>
              <p:spPr>
                <a:xfrm>
                  <a:off x="-39739325" y="2468600"/>
                  <a:ext cx="194575" cy="14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3" h="5940" extrusionOk="0">
                      <a:moveTo>
                        <a:pt x="6349" y="772"/>
                      </a:moveTo>
                      <a:cubicBezTo>
                        <a:pt x="6459" y="772"/>
                        <a:pt x="6570" y="812"/>
                        <a:pt x="6648" y="891"/>
                      </a:cubicBezTo>
                      <a:cubicBezTo>
                        <a:pt x="6711" y="954"/>
                        <a:pt x="6743" y="1017"/>
                        <a:pt x="6806" y="1080"/>
                      </a:cubicBezTo>
                      <a:cubicBezTo>
                        <a:pt x="6837" y="1300"/>
                        <a:pt x="6837" y="1458"/>
                        <a:pt x="6711" y="1552"/>
                      </a:cubicBezTo>
                      <a:lnTo>
                        <a:pt x="3340" y="4955"/>
                      </a:lnTo>
                      <a:cubicBezTo>
                        <a:pt x="3261" y="5033"/>
                        <a:pt x="3151" y="5073"/>
                        <a:pt x="3041" y="5073"/>
                      </a:cubicBezTo>
                      <a:cubicBezTo>
                        <a:pt x="2931" y="5073"/>
                        <a:pt x="2820" y="5033"/>
                        <a:pt x="2742" y="4955"/>
                      </a:cubicBezTo>
                      <a:lnTo>
                        <a:pt x="1040" y="3253"/>
                      </a:lnTo>
                      <a:cubicBezTo>
                        <a:pt x="883" y="3096"/>
                        <a:pt x="883" y="2812"/>
                        <a:pt x="1040" y="2655"/>
                      </a:cubicBezTo>
                      <a:lnTo>
                        <a:pt x="1135" y="2592"/>
                      </a:lnTo>
                      <a:cubicBezTo>
                        <a:pt x="1214" y="2513"/>
                        <a:pt x="1316" y="2474"/>
                        <a:pt x="1418" y="2474"/>
                      </a:cubicBezTo>
                      <a:cubicBezTo>
                        <a:pt x="1521" y="2474"/>
                        <a:pt x="1623" y="2513"/>
                        <a:pt x="1702" y="2592"/>
                      </a:cubicBezTo>
                      <a:lnTo>
                        <a:pt x="2742" y="3600"/>
                      </a:lnTo>
                      <a:cubicBezTo>
                        <a:pt x="2820" y="3679"/>
                        <a:pt x="2931" y="3718"/>
                        <a:pt x="3041" y="3718"/>
                      </a:cubicBezTo>
                      <a:cubicBezTo>
                        <a:pt x="3151" y="3718"/>
                        <a:pt x="3261" y="3679"/>
                        <a:pt x="3340" y="3600"/>
                      </a:cubicBezTo>
                      <a:lnTo>
                        <a:pt x="6050" y="891"/>
                      </a:lnTo>
                      <a:cubicBezTo>
                        <a:pt x="6128" y="812"/>
                        <a:pt x="6239" y="772"/>
                        <a:pt x="6349" y="772"/>
                      </a:cubicBezTo>
                      <a:close/>
                      <a:moveTo>
                        <a:pt x="6369" y="1"/>
                      </a:moveTo>
                      <a:cubicBezTo>
                        <a:pt x="6050" y="1"/>
                        <a:pt x="5719" y="119"/>
                        <a:pt x="5451" y="355"/>
                      </a:cubicBezTo>
                      <a:lnTo>
                        <a:pt x="3025" y="2781"/>
                      </a:lnTo>
                      <a:lnTo>
                        <a:pt x="2269" y="2025"/>
                      </a:lnTo>
                      <a:cubicBezTo>
                        <a:pt x="2040" y="1796"/>
                        <a:pt x="1742" y="1663"/>
                        <a:pt x="1421" y="1663"/>
                      </a:cubicBezTo>
                      <a:cubicBezTo>
                        <a:pt x="1256" y="1663"/>
                        <a:pt x="1085" y="1698"/>
                        <a:pt x="914" y="1773"/>
                      </a:cubicBezTo>
                      <a:cubicBezTo>
                        <a:pt x="694" y="1867"/>
                        <a:pt x="536" y="1993"/>
                        <a:pt x="473" y="2119"/>
                      </a:cubicBezTo>
                      <a:cubicBezTo>
                        <a:pt x="1" y="2592"/>
                        <a:pt x="1" y="3379"/>
                        <a:pt x="473" y="3883"/>
                      </a:cubicBezTo>
                      <a:lnTo>
                        <a:pt x="2143" y="5585"/>
                      </a:lnTo>
                      <a:cubicBezTo>
                        <a:pt x="2379" y="5821"/>
                        <a:pt x="2694" y="5939"/>
                        <a:pt x="3017" y="5939"/>
                      </a:cubicBezTo>
                      <a:cubicBezTo>
                        <a:pt x="3340" y="5939"/>
                        <a:pt x="3671" y="5821"/>
                        <a:pt x="3939" y="5585"/>
                      </a:cubicBezTo>
                      <a:lnTo>
                        <a:pt x="7310" y="2182"/>
                      </a:lnTo>
                      <a:cubicBezTo>
                        <a:pt x="7656" y="1836"/>
                        <a:pt x="7782" y="1300"/>
                        <a:pt x="7593" y="859"/>
                      </a:cubicBezTo>
                      <a:cubicBezTo>
                        <a:pt x="7467" y="575"/>
                        <a:pt x="7310" y="418"/>
                        <a:pt x="7215" y="355"/>
                      </a:cubicBezTo>
                      <a:cubicBezTo>
                        <a:pt x="6995" y="119"/>
                        <a:pt x="6688" y="1"/>
                        <a:pt x="6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3600;p76">
                  <a:extLst>
                    <a:ext uri="{FF2B5EF4-FFF2-40B4-BE49-F238E27FC236}">
                      <a16:creationId xmlns:a16="http://schemas.microsoft.com/office/drawing/2014/main" id="{AAC3435A-350E-2DF2-714C-3CFADA14FBDB}"/>
                    </a:ext>
                  </a:extLst>
                </p:cNvPr>
                <p:cNvSpPr/>
                <p:nvPr/>
              </p:nvSpPr>
              <p:spPr>
                <a:xfrm>
                  <a:off x="-39783425" y="2337925"/>
                  <a:ext cx="275700" cy="31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8" h="12734" extrusionOk="0">
                      <a:moveTo>
                        <a:pt x="5608" y="793"/>
                      </a:moveTo>
                      <a:cubicBezTo>
                        <a:pt x="5829" y="793"/>
                        <a:pt x="5986" y="1014"/>
                        <a:pt x="6049" y="1234"/>
                      </a:cubicBezTo>
                      <a:cubicBezTo>
                        <a:pt x="6049" y="1486"/>
                        <a:pt x="6238" y="1644"/>
                        <a:pt x="6459" y="1644"/>
                      </a:cubicBezTo>
                      <a:lnTo>
                        <a:pt x="8129" y="1644"/>
                      </a:lnTo>
                      <a:cubicBezTo>
                        <a:pt x="8349" y="1644"/>
                        <a:pt x="8507" y="1833"/>
                        <a:pt x="8570" y="2053"/>
                      </a:cubicBezTo>
                      <a:lnTo>
                        <a:pt x="8570" y="2494"/>
                      </a:lnTo>
                      <a:lnTo>
                        <a:pt x="2773" y="2494"/>
                      </a:lnTo>
                      <a:lnTo>
                        <a:pt x="2773" y="2116"/>
                      </a:lnTo>
                      <a:lnTo>
                        <a:pt x="2741" y="2116"/>
                      </a:lnTo>
                      <a:cubicBezTo>
                        <a:pt x="2741" y="1864"/>
                        <a:pt x="2930" y="1707"/>
                        <a:pt x="3119" y="1675"/>
                      </a:cubicBezTo>
                      <a:lnTo>
                        <a:pt x="4789" y="1675"/>
                      </a:lnTo>
                      <a:cubicBezTo>
                        <a:pt x="5010" y="1675"/>
                        <a:pt x="5167" y="1486"/>
                        <a:pt x="5167" y="1234"/>
                      </a:cubicBezTo>
                      <a:cubicBezTo>
                        <a:pt x="5167" y="1014"/>
                        <a:pt x="5356" y="856"/>
                        <a:pt x="5608" y="793"/>
                      </a:cubicBezTo>
                      <a:close/>
                      <a:moveTo>
                        <a:pt x="10177" y="2494"/>
                      </a:moveTo>
                      <a:lnTo>
                        <a:pt x="10177" y="11883"/>
                      </a:lnTo>
                      <a:lnTo>
                        <a:pt x="788" y="11883"/>
                      </a:lnTo>
                      <a:lnTo>
                        <a:pt x="788" y="2494"/>
                      </a:lnTo>
                      <a:lnTo>
                        <a:pt x="1891" y="2494"/>
                      </a:lnTo>
                      <a:lnTo>
                        <a:pt x="1891" y="2904"/>
                      </a:lnTo>
                      <a:cubicBezTo>
                        <a:pt x="1891" y="3125"/>
                        <a:pt x="2111" y="3314"/>
                        <a:pt x="2332" y="3314"/>
                      </a:cubicBezTo>
                      <a:lnTo>
                        <a:pt x="8948" y="3314"/>
                      </a:lnTo>
                      <a:cubicBezTo>
                        <a:pt x="9200" y="3314"/>
                        <a:pt x="9357" y="3125"/>
                        <a:pt x="9357" y="2904"/>
                      </a:cubicBezTo>
                      <a:lnTo>
                        <a:pt x="9357" y="2494"/>
                      </a:lnTo>
                      <a:close/>
                      <a:moveTo>
                        <a:pt x="5615" y="1"/>
                      </a:moveTo>
                      <a:cubicBezTo>
                        <a:pt x="5456" y="1"/>
                        <a:pt x="5293" y="33"/>
                        <a:pt x="5136" y="100"/>
                      </a:cubicBezTo>
                      <a:cubicBezTo>
                        <a:pt x="4821" y="226"/>
                        <a:pt x="4537" y="478"/>
                        <a:pt x="4474" y="856"/>
                      </a:cubicBezTo>
                      <a:lnTo>
                        <a:pt x="3151" y="856"/>
                      </a:lnTo>
                      <a:cubicBezTo>
                        <a:pt x="2647" y="856"/>
                        <a:pt x="2174" y="1203"/>
                        <a:pt x="1985" y="1675"/>
                      </a:cubicBezTo>
                      <a:lnTo>
                        <a:pt x="410" y="1675"/>
                      </a:lnTo>
                      <a:cubicBezTo>
                        <a:pt x="158" y="1675"/>
                        <a:pt x="0" y="1864"/>
                        <a:pt x="0" y="2116"/>
                      </a:cubicBezTo>
                      <a:lnTo>
                        <a:pt x="0" y="12292"/>
                      </a:lnTo>
                      <a:cubicBezTo>
                        <a:pt x="0" y="12544"/>
                        <a:pt x="221" y="12734"/>
                        <a:pt x="410" y="12734"/>
                      </a:cubicBezTo>
                      <a:lnTo>
                        <a:pt x="10618" y="12734"/>
                      </a:lnTo>
                      <a:cubicBezTo>
                        <a:pt x="10838" y="12734"/>
                        <a:pt x="11027" y="12544"/>
                        <a:pt x="11027" y="12292"/>
                      </a:cubicBezTo>
                      <a:lnTo>
                        <a:pt x="11027" y="2116"/>
                      </a:lnTo>
                      <a:cubicBezTo>
                        <a:pt x="10996" y="1864"/>
                        <a:pt x="10807" y="1675"/>
                        <a:pt x="10555" y="1675"/>
                      </a:cubicBezTo>
                      <a:lnTo>
                        <a:pt x="9263" y="1675"/>
                      </a:lnTo>
                      <a:cubicBezTo>
                        <a:pt x="9105" y="1203"/>
                        <a:pt x="8633" y="856"/>
                        <a:pt x="8097" y="856"/>
                      </a:cubicBezTo>
                      <a:lnTo>
                        <a:pt x="6774" y="856"/>
                      </a:lnTo>
                      <a:cubicBezTo>
                        <a:pt x="6606" y="328"/>
                        <a:pt x="6127" y="1"/>
                        <a:pt x="56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068E25DA-17A3-D155-B754-A7093F6B5D8F}"/>
              </a:ext>
            </a:extLst>
          </p:cNvPr>
          <p:cNvSpPr txBox="1"/>
          <p:nvPr/>
        </p:nvSpPr>
        <p:spPr>
          <a:xfrm>
            <a:off x="8604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C4C67F-5D21-1BD4-0084-54A84B8E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7317"/>
            <a:ext cx="1102225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AB80-8FAA-0E9B-8D13-DBE70E31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5EC3439F-3E59-CDCC-BACC-2AD898238A13}"/>
              </a:ext>
            </a:extLst>
          </p:cNvPr>
          <p:cNvSpPr>
            <a:spLocks/>
          </p:cNvSpPr>
          <p:nvPr/>
        </p:nvSpPr>
        <p:spPr bwMode="auto">
          <a:xfrm>
            <a:off x="0" y="727791"/>
            <a:ext cx="9142412" cy="1080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GB" sz="8000" b="1" dirty="0">
                <a:solidFill>
                  <a:srgbClr val="7A0029"/>
                </a:solidFill>
                <a:latin typeface="Barlow" pitchFamily="2" charset="77"/>
                <a:cs typeface="Tahoma" pitchFamily="34" charset="0"/>
                <a:sym typeface="Tahoma" pitchFamily="34" charset="0"/>
              </a:rPr>
              <a:t>Thanks!</a:t>
            </a:r>
          </a:p>
        </p:txBody>
      </p:sp>
      <p:sp>
        <p:nvSpPr>
          <p:cNvPr id="20" name="14 Rectángulo">
            <a:extLst>
              <a:ext uri="{FF2B5EF4-FFF2-40B4-BE49-F238E27FC236}">
                <a16:creationId xmlns:a16="http://schemas.microsoft.com/office/drawing/2014/main" id="{F8A45CF5-1053-9C50-2CF2-E75CCEB30CB2}"/>
              </a:ext>
            </a:extLst>
          </p:cNvPr>
          <p:cNvSpPr/>
          <p:nvPr/>
        </p:nvSpPr>
        <p:spPr>
          <a:xfrm>
            <a:off x="1885" y="2148671"/>
            <a:ext cx="9144000" cy="1548172"/>
          </a:xfrm>
          <a:prstGeom prst="rect">
            <a:avLst/>
          </a:prstGeom>
          <a:solidFill>
            <a:srgbClr val="7A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latin typeface="+mj-lt"/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22203E77-1901-ED7C-BA8A-26751595C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2622675"/>
            <a:ext cx="9142413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300" dirty="0">
                <a:solidFill>
                  <a:schemeClr val="bg1"/>
                </a:solidFill>
                <a:latin typeface="Barlow" pitchFamily="2" charset="77"/>
                <a:cs typeface="Arial" pitchFamily="34" charset="0"/>
              </a:rPr>
              <a:t>Questions?</a:t>
            </a:r>
          </a:p>
        </p:txBody>
      </p:sp>
      <p:pic>
        <p:nvPicPr>
          <p:cNvPr id="2" name="8 Imagen" descr="logoisa_isa.jpg">
            <a:extLst>
              <a:ext uri="{FF2B5EF4-FFF2-40B4-BE49-F238E27FC236}">
                <a16:creationId xmlns:a16="http://schemas.microsoft.com/office/drawing/2014/main" id="{5622C9E0-6395-FD6F-63AC-90F16952230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823" y="62769"/>
            <a:ext cx="1382212" cy="647943"/>
          </a:xfrm>
          <a:prstGeom prst="rect">
            <a:avLst/>
          </a:prstGeom>
        </p:spPr>
      </p:pic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432D2BFB-7E6D-8C2E-A606-8D1320172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841" y="92258"/>
            <a:ext cx="1568730" cy="6269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2518C41-E559-BC50-446E-210DFAEB1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720" y="-99248"/>
            <a:ext cx="1870682" cy="97197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F40E8FD9-0803-A777-3D51-964CBDE57F2C}"/>
              </a:ext>
            </a:extLst>
          </p:cNvPr>
          <p:cNvSpPr txBox="1"/>
          <p:nvPr/>
        </p:nvSpPr>
        <p:spPr>
          <a:xfrm>
            <a:off x="4978945" y="4219718"/>
            <a:ext cx="35894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>
                <a:latin typeface="Barlow" pitchFamily="2" charset="77"/>
              </a:rPr>
              <a:t>Francisco Javier Cavero López</a:t>
            </a:r>
          </a:p>
          <a:p>
            <a:endParaRPr lang="es-ES" sz="2000" dirty="0">
              <a:latin typeface="Barlow" pitchFamily="2" charset="77"/>
            </a:endParaRPr>
          </a:p>
          <a:p>
            <a:pPr algn="ctr"/>
            <a:r>
              <a:rPr lang="es-ES" sz="2000" dirty="0" err="1">
                <a:latin typeface="Barlow" pitchFamily="2" charset="77"/>
              </a:rPr>
              <a:t>fcavero@us.es</a:t>
            </a:r>
            <a:endParaRPr lang="es-ES" sz="2000" dirty="0">
              <a:latin typeface="Barlow" pitchFamily="2" charset="77"/>
            </a:endParaRPr>
          </a:p>
        </p:txBody>
      </p:sp>
      <p:pic>
        <p:nvPicPr>
          <p:cNvPr id="25" name="Imagen 24" descr="Código QR&#10;&#10;Descripción generada automáticamente">
            <a:extLst>
              <a:ext uri="{FF2B5EF4-FFF2-40B4-BE49-F238E27FC236}">
                <a16:creationId xmlns:a16="http://schemas.microsoft.com/office/drawing/2014/main" id="{960ACD19-4EBE-A16F-BAD8-933406E247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037573"/>
            <a:ext cx="2052228" cy="2548867"/>
          </a:xfrm>
          <a:prstGeom prst="rect">
            <a:avLst/>
          </a:prstGeom>
        </p:spPr>
      </p:pic>
      <p:pic>
        <p:nvPicPr>
          <p:cNvPr id="7" name="Imagen 6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0F17DB66-6229-4A58-FE72-91307D176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684" y="5758257"/>
            <a:ext cx="3883968" cy="74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49949"/>
      </p:ext>
    </p:extLst>
  </p:cSld>
  <p:clrMapOvr>
    <a:masterClrMapping/>
  </p:clrMapOvr>
</p:sld>
</file>

<file path=ppt/theme/theme1.xml><?xml version="1.0" encoding="utf-8"?>
<a:theme xmlns:a="http://schemas.openxmlformats.org/drawingml/2006/main" name="IS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4CA67B569D0348BE1751FAC0F06665" ma:contentTypeVersion="13" ma:contentTypeDescription="Create a new document." ma:contentTypeScope="" ma:versionID="0afbaf6dff7d16169d5cfb49ab4d020e">
  <xsd:schema xmlns:xsd="http://www.w3.org/2001/XMLSchema" xmlns:xs="http://www.w3.org/2001/XMLSchema" xmlns:p="http://schemas.microsoft.com/office/2006/metadata/properties" xmlns:ns2="fa9835d0-c925-457a-92af-966fb6d81755" xmlns:ns3="88b9da04-e280-4122-a530-18d1f2f73069" targetNamespace="http://schemas.microsoft.com/office/2006/metadata/properties" ma:root="true" ma:fieldsID="eab0037450cac521573e30d3b2437a58" ns2:_="" ns3:_="">
    <xsd:import namespace="fa9835d0-c925-457a-92af-966fb6d81755"/>
    <xsd:import namespace="88b9da04-e280-4122-a530-18d1f2f730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835d0-c925-457a-92af-966fb6d817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9da04-e280-4122-a530-18d1f2f7306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835d0-c925-457a-92af-966fb6d8175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5ADDFE-99F3-43B7-9B78-9FB3080FBF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835d0-c925-457a-92af-966fb6d81755"/>
    <ds:schemaRef ds:uri="88b9da04-e280-4122-a530-18d1f2f730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0378F1-593F-4366-921E-D6379F820978}">
  <ds:schemaRefs>
    <ds:schemaRef ds:uri="http://schemas.microsoft.com/office/2006/metadata/properties"/>
    <ds:schemaRef ds:uri="http://schemas.microsoft.com/office/infopath/2007/PartnerControls"/>
    <ds:schemaRef ds:uri="fa9835d0-c925-457a-92af-966fb6d81755"/>
  </ds:schemaRefs>
</ds:datastoreItem>
</file>

<file path=customXml/itemProps3.xml><?xml version="1.0" encoding="utf-8"?>
<ds:datastoreItem xmlns:ds="http://schemas.openxmlformats.org/officeDocument/2006/customXml" ds:itemID="{D558D932-D528-4E90-93E0-9AC37965C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50815</TotalTime>
  <Words>712</Words>
  <Application>Microsoft Macintosh PowerPoint</Application>
  <PresentationFormat>Presentación en pantalla (4:3)</PresentationFormat>
  <Paragraphs>194</Paragraphs>
  <Slides>45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4" baseType="lpstr">
      <vt:lpstr>Arial</vt:lpstr>
      <vt:lpstr>Arial Narrow</vt:lpstr>
      <vt:lpstr>Barlow</vt:lpstr>
      <vt:lpstr>Barlow Semi Condensed</vt:lpstr>
      <vt:lpstr>Barlow Semi Condensed Medium</vt:lpstr>
      <vt:lpstr>Calibri</vt:lpstr>
      <vt:lpstr>Roboto Condensed</vt:lpstr>
      <vt:lpstr>Work Sans</vt:lpstr>
      <vt:lpstr>ISA</vt:lpstr>
      <vt:lpstr>Presentación de PowerPoint</vt:lpstr>
      <vt:lpstr>What is a pricing?</vt:lpstr>
      <vt:lpstr>What is a pricing?</vt:lpstr>
      <vt:lpstr>What is a pricing?</vt:lpstr>
      <vt:lpstr>What is a pricing?</vt:lpstr>
      <vt:lpstr>What is a pricing?</vt:lpstr>
      <vt:lpstr>What is a pricing?</vt:lpstr>
      <vt:lpstr>What is a pricing?</vt:lpstr>
      <vt:lpstr>What is a pricing?</vt:lpstr>
      <vt:lpstr>What is a pricing?</vt:lpstr>
      <vt:lpstr>What is a pricing?</vt:lpstr>
      <vt:lpstr>What is a pricing?</vt:lpstr>
      <vt:lpstr>What is Pricing4SaaS?</vt:lpstr>
      <vt:lpstr>What is Pricing4SaaS?</vt:lpstr>
      <vt:lpstr>What is Pricing2Yaml?</vt:lpstr>
      <vt:lpstr>What is Pricing2Yaml?</vt:lpstr>
      <vt:lpstr>What is an iPricing?</vt:lpstr>
      <vt:lpstr>Presentación de PowerPoint</vt:lpstr>
      <vt:lpstr>What are we proposing?</vt:lpstr>
      <vt:lpstr>Presentación de PowerPoint</vt:lpstr>
      <vt:lpstr>Presentación de PowerPoint</vt:lpstr>
      <vt:lpstr>Presentación de PowerPoint</vt:lpstr>
      <vt:lpstr>Presentación de PowerPoint</vt:lpstr>
      <vt:lpstr>What is AI4Pricing?</vt:lpstr>
      <vt:lpstr>Presentación de PowerPoint</vt:lpstr>
      <vt:lpstr>Presentación de PowerPoint</vt:lpstr>
      <vt:lpstr>Presentación de PowerPoint</vt:lpstr>
      <vt:lpstr>How did we evaluate it?</vt:lpstr>
      <vt:lpstr>How did we evaluate it?</vt:lpstr>
      <vt:lpstr>How did we evaluate it?</vt:lpstr>
      <vt:lpstr>How did we evaluate it?</vt:lpstr>
      <vt:lpstr>How did we evaluate it?</vt:lpstr>
      <vt:lpstr>How did we evaluate it?</vt:lpstr>
      <vt:lpstr>What are the results?</vt:lpstr>
      <vt:lpstr>What are the results?</vt:lpstr>
      <vt:lpstr>What are the results?</vt:lpstr>
      <vt:lpstr>What would be the ideal extraction?</vt:lpstr>
      <vt:lpstr>What would be the ideal extraction?</vt:lpstr>
      <vt:lpstr>What would be the ideal extraction?</vt:lpstr>
      <vt:lpstr>What would be the ideal extraction?</vt:lpstr>
      <vt:lpstr>What would be the ideal extraction?</vt:lpstr>
      <vt:lpstr>Presentación de PowerPoint</vt:lpstr>
      <vt:lpstr>Presentación de PowerPoint</vt:lpstr>
      <vt:lpstr>What are the conclusions?</vt:lpstr>
      <vt:lpstr>Presentación de PowerPoint</vt:lpstr>
    </vt:vector>
  </TitlesOfParts>
  <Company>LENSIS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Sergio Segura</dc:creator>
  <cp:lastModifiedBy>FRANCISCO JAVIER CAVERO LOPEZ</cp:lastModifiedBy>
  <cp:revision>2947</cp:revision>
  <dcterms:created xsi:type="dcterms:W3CDTF">2007-06-07T11:05:51Z</dcterms:created>
  <dcterms:modified xsi:type="dcterms:W3CDTF">2024-12-02T10:16:31Z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0x0101003E4CA67B569D0348BE1751FAC0F06665</vt:lpwstr>
  </property>
</Properties>
</file>