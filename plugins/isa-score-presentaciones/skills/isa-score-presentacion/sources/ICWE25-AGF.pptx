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2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ags/tag3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4.xml" ContentType="application/vnd.openxmlformats-officedocument.presentationml.tags+xml"/>
  <Override PartName="/ppt/notesSlides/notesSlide37.xml" ContentType="application/vnd.openxmlformats-officedocument.presentationml.notesSlide+xml"/>
  <Override PartName="/ppt/tags/tag5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</p:sldMasterIdLst>
  <p:notesMasterIdLst>
    <p:notesMasterId r:id="rId48"/>
  </p:notesMasterIdLst>
  <p:sldIdLst>
    <p:sldId id="1068" r:id="rId5"/>
    <p:sldId id="1169" r:id="rId6"/>
    <p:sldId id="1226" r:id="rId7"/>
    <p:sldId id="1303" r:id="rId8"/>
    <p:sldId id="1304" r:id="rId9"/>
    <p:sldId id="1305" r:id="rId10"/>
    <p:sldId id="1306" r:id="rId11"/>
    <p:sldId id="1307" r:id="rId12"/>
    <p:sldId id="1347" r:id="rId13"/>
    <p:sldId id="1348" r:id="rId14"/>
    <p:sldId id="1349" r:id="rId15"/>
    <p:sldId id="1339" r:id="rId16"/>
    <p:sldId id="1350" r:id="rId17"/>
    <p:sldId id="1353" r:id="rId18"/>
    <p:sldId id="1354" r:id="rId19"/>
    <p:sldId id="1296" r:id="rId20"/>
    <p:sldId id="1308" r:id="rId21"/>
    <p:sldId id="1297" r:id="rId22"/>
    <p:sldId id="1309" r:id="rId23"/>
    <p:sldId id="1302" r:id="rId24"/>
    <p:sldId id="1341" r:id="rId25"/>
    <p:sldId id="1270" r:id="rId26"/>
    <p:sldId id="1342" r:id="rId27"/>
    <p:sldId id="1340" r:id="rId28"/>
    <p:sldId id="1312" r:id="rId29"/>
    <p:sldId id="1277" r:id="rId30"/>
    <p:sldId id="1279" r:id="rId31"/>
    <p:sldId id="1278" r:id="rId32"/>
    <p:sldId id="1280" r:id="rId33"/>
    <p:sldId id="1281" r:id="rId34"/>
    <p:sldId id="1282" r:id="rId35"/>
    <p:sldId id="1355" r:id="rId36"/>
    <p:sldId id="1356" r:id="rId37"/>
    <p:sldId id="1357" r:id="rId38"/>
    <p:sldId id="1358" r:id="rId39"/>
    <p:sldId id="1359" r:id="rId40"/>
    <p:sldId id="1360" r:id="rId41"/>
    <p:sldId id="1313" r:id="rId42"/>
    <p:sldId id="1256" r:id="rId43"/>
    <p:sldId id="261" r:id="rId44"/>
    <p:sldId id="1338" r:id="rId45"/>
    <p:sldId id="1332" r:id="rId46"/>
    <p:sldId id="1295" r:id="rId4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0A16B4CC-B549-D54C-A631-F8C99AAA0C4A}">
          <p14:sldIdLst>
            <p14:sldId id="1068"/>
            <p14:sldId id="1169"/>
          </p14:sldIdLst>
        </p14:section>
        <p14:section name="Introducción" id="{2ACE73EB-97AE-7845-9FC5-DD9FED203524}">
          <p14:sldIdLst>
            <p14:sldId id="1226"/>
            <p14:sldId id="1303"/>
            <p14:sldId id="1304"/>
            <p14:sldId id="1305"/>
            <p14:sldId id="1306"/>
            <p14:sldId id="1307"/>
            <p14:sldId id="1347"/>
            <p14:sldId id="1348"/>
            <p14:sldId id="1349"/>
            <p14:sldId id="1339"/>
            <p14:sldId id="1350"/>
            <p14:sldId id="1353"/>
            <p14:sldId id="1354"/>
            <p14:sldId id="1296"/>
            <p14:sldId id="1308"/>
            <p14:sldId id="1297"/>
            <p14:sldId id="1309"/>
            <p14:sldId id="1302"/>
            <p14:sldId id="1341"/>
            <p14:sldId id="1270"/>
            <p14:sldId id="1342"/>
            <p14:sldId id="1340"/>
            <p14:sldId id="1312"/>
            <p14:sldId id="1277"/>
            <p14:sldId id="1279"/>
            <p14:sldId id="1278"/>
            <p14:sldId id="1280"/>
            <p14:sldId id="1281"/>
            <p14:sldId id="1282"/>
            <p14:sldId id="1355"/>
            <p14:sldId id="1356"/>
            <p14:sldId id="1357"/>
            <p14:sldId id="1358"/>
            <p14:sldId id="1359"/>
            <p14:sldId id="1360"/>
            <p14:sldId id="1313"/>
            <p14:sldId id="1256"/>
            <p14:sldId id="261"/>
            <p14:sldId id="1338"/>
            <p14:sldId id="1332"/>
            <p14:sldId id="1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A185"/>
    <a:srgbClr val="19D65F"/>
    <a:srgbClr val="FFA435"/>
    <a:srgbClr val="DC56A9"/>
    <a:srgbClr val="7E0229"/>
    <a:srgbClr val="141414"/>
    <a:srgbClr val="D5D31A"/>
    <a:srgbClr val="FFF1C9"/>
    <a:srgbClr val="AA8F98"/>
    <a:srgbClr val="F8D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73"/>
    <p:restoredTop sz="74657" autoAdjust="0"/>
  </p:normalViewPr>
  <p:slideViewPr>
    <p:cSldViewPr snapToGrid="0">
      <p:cViewPr varScale="1">
        <p:scale>
          <a:sx n="113" d="100"/>
          <a:sy n="113" d="100"/>
        </p:scale>
        <p:origin x="1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30/6/25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8B95-79F5-D199-1F76-BACF4BBAE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1720C-DCBA-04E3-BD31-BA80C9D40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15043-B93B-6AC7-FCD5-4D0665A50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F7B8E-DDF1-4209-C26C-403401433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05465-97E6-8943-A113-9FD1622A26BD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3546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5860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E80C0-03EC-7943-AD24-E67035A14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8E15A39-E832-6A40-F327-FA25F115D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DCAD9C-A9A1-CABD-4F54-CC011090F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i="0" u="none" strike="noStrike" dirty="0"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1B36EF-BDBC-1285-1712-327319A4E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923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A2F00-5FFC-6DB6-2CE8-A41F89018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26A4FA2-AD13-A457-AA94-F665CC91E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599B84F-291C-05BC-2587-DECB545CD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Tx/>
              <a:buChar char="-"/>
            </a:pPr>
            <a:r>
              <a:rPr lang="es-ES_tradnl" dirty="0" err="1"/>
              <a:t>Pricings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endParaRPr lang="es-ES_tradnl" dirty="0"/>
          </a:p>
          <a:p>
            <a:pPr marL="171450" lvl="0" indent="-171450">
              <a:buFontTx/>
              <a:buChar char="-"/>
            </a:pPr>
            <a:endParaRPr lang="es-ES_tradnl" dirty="0"/>
          </a:p>
          <a:p>
            <a:pPr marL="171450" lvl="0" indent="-171450">
              <a:buFontTx/>
              <a:buChar char="-"/>
            </a:pPr>
            <a:r>
              <a:rPr lang="es-ES_tradnl" dirty="0" err="1"/>
              <a:t>Features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endParaRPr lang="es-ES_tradnl" dirty="0"/>
          </a:p>
          <a:p>
            <a:pPr marL="171450" lvl="0" indent="-171450">
              <a:buFontTx/>
              <a:buChar char="-"/>
            </a:pPr>
            <a:endParaRPr lang="es-ES_tradnl" dirty="0"/>
          </a:p>
          <a:p>
            <a:pPr marL="171450" lvl="0" indent="-171450">
              <a:buFontTx/>
              <a:buChar char="-"/>
            </a:pPr>
            <a:r>
              <a:rPr lang="es-ES_tradnl" dirty="0" err="1"/>
              <a:t>Plans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available</a:t>
            </a:r>
            <a:r>
              <a:rPr lang="es-ES_tradnl" dirty="0"/>
              <a:t> </a:t>
            </a:r>
            <a:r>
              <a:rPr lang="es-ES_tradnl" dirty="0" err="1"/>
              <a:t>by</a:t>
            </a:r>
            <a:r>
              <a:rPr lang="es-ES_tradnl" dirty="0"/>
              <a:t> </a:t>
            </a:r>
            <a:r>
              <a:rPr lang="es-ES_tradnl" dirty="0" err="1"/>
              <a:t>paying</a:t>
            </a:r>
            <a:r>
              <a:rPr lang="es-ES_tradnl" dirty="0"/>
              <a:t> a </a:t>
            </a:r>
            <a:r>
              <a:rPr lang="es-ES_tradnl" dirty="0" err="1"/>
              <a:t>certain</a:t>
            </a:r>
            <a:r>
              <a:rPr lang="es-ES_tradnl" dirty="0"/>
              <a:t> Price</a:t>
            </a:r>
          </a:p>
          <a:p>
            <a:pPr marL="171450" lvl="0" indent="-171450">
              <a:buFontTx/>
              <a:buChar char="-"/>
            </a:pPr>
            <a:endParaRPr lang="es-ES_tradnl" dirty="0"/>
          </a:p>
          <a:p>
            <a:pPr marL="171450" lvl="0" indent="-171450">
              <a:buFontTx/>
              <a:buChar char="-"/>
            </a:pP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strategic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endParaRPr lang="es-ES_tradnl" dirty="0"/>
          </a:p>
          <a:p>
            <a:pPr marL="171450" lvl="0" indent="-171450">
              <a:buFontTx/>
              <a:buChar char="-"/>
            </a:pPr>
            <a:endParaRPr lang="es-ES_tradnl" dirty="0"/>
          </a:p>
          <a:p>
            <a:pPr marL="171450" lvl="0" indent="-171450">
              <a:buFontTx/>
              <a:buChar char="-"/>
            </a:pPr>
            <a:r>
              <a:rPr lang="es-ES_tradnl" dirty="0" err="1"/>
              <a:t>Usuarlly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are </a:t>
            </a:r>
            <a:r>
              <a:rPr lang="es-ES_tradnl" dirty="0" err="1"/>
              <a:t>designed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needs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a </a:t>
            </a:r>
            <a:r>
              <a:rPr lang="es-ES_tradnl" dirty="0" err="1"/>
              <a:t>certain</a:t>
            </a:r>
            <a:r>
              <a:rPr lang="es-ES_tradnl" dirty="0"/>
              <a:t> </a:t>
            </a:r>
            <a:r>
              <a:rPr lang="es-ES_tradnl" dirty="0" err="1"/>
              <a:t>group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endParaRPr lang="es-ES_tradnl" dirty="0"/>
          </a:p>
          <a:p>
            <a:pPr marL="171450" lvl="0" indent="-171450">
              <a:buFontTx/>
              <a:buChar char="-"/>
            </a:pPr>
            <a:endParaRPr lang="es-ES_tradnl" dirty="0"/>
          </a:p>
          <a:p>
            <a:pPr marL="171450" lvl="0" indent="-171450">
              <a:buFontTx/>
              <a:buChar char="-"/>
            </a:pPr>
            <a:r>
              <a:rPr lang="es-ES_tradnl" dirty="0" err="1"/>
              <a:t>Add-ons</a:t>
            </a:r>
            <a:r>
              <a:rPr lang="es-ES_tradnl" dirty="0"/>
              <a:t> as </a:t>
            </a:r>
            <a:r>
              <a:rPr lang="es-ES_tradnl" dirty="0" err="1"/>
              <a:t>extensions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 </a:t>
            </a:r>
            <a:r>
              <a:rPr lang="es-ES_tradnl" dirty="0" err="1"/>
              <a:t>for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doesn’t</a:t>
            </a:r>
            <a:r>
              <a:rPr lang="es-ES_tradnl" dirty="0"/>
              <a:t> </a:t>
            </a:r>
            <a:r>
              <a:rPr lang="es-ES_tradnl" dirty="0" err="1"/>
              <a:t>exactly</a:t>
            </a:r>
            <a:r>
              <a:rPr lang="es-ES_tradnl" dirty="0"/>
              <a:t> match </a:t>
            </a:r>
            <a:r>
              <a:rPr lang="es-ES_tradnl" dirty="0" err="1"/>
              <a:t>any</a:t>
            </a:r>
            <a:r>
              <a:rPr lang="es-ES_tradnl" dirty="0"/>
              <a:t> </a:t>
            </a:r>
            <a:r>
              <a:rPr lang="es-ES_tradnl" dirty="0" err="1"/>
              <a:t>group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defined</a:t>
            </a:r>
            <a:r>
              <a:rPr lang="es-ES_tradnl" dirty="0"/>
              <a:t> </a:t>
            </a:r>
            <a:r>
              <a:rPr lang="es-ES_tradnl" dirty="0" err="1"/>
              <a:t>by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or</a:t>
            </a:r>
            <a:r>
              <a:rPr lang="es-ES_tradnl" dirty="0"/>
              <a:t> as a </a:t>
            </a:r>
            <a:r>
              <a:rPr lang="es-ES_tradnl" dirty="0" err="1"/>
              <a:t>way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extending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  <a:p>
            <a:pPr marL="0" lvl="0" indent="0">
              <a:buFont typeface="+mj-lt"/>
              <a:buNone/>
            </a:pPr>
            <a:endParaRPr lang="es-ES_tradnl" dirty="0"/>
          </a:p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F5A28A-9516-B05C-131D-99E8394F5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9664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3603B-B394-EFAB-ECB3-E5D4F15D6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2AD32FC-DD51-31C1-4E2F-10B5E6D0F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C6340F9-7843-0219-5E2E-43E4B6196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41E952-05FF-FB27-2D2F-D09C6696E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1283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94B99-C3CB-431F-F59F-71D206D47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193486-69F2-9EB2-9FAD-4FFBC5A4C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A330D2A-8173-7F73-5978-B853DAD5B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DD10CA-1305-FB53-6D5D-805DE189A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4976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C6031-175B-F429-7649-504B0F0AF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E391524-D448-1BBD-7DC1-73873A03B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B2D6D55-3A02-F721-6581-55265740F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56AE30-9DCE-E8BC-C852-E8D810641A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8175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025A5-32CB-E30F-CBF8-C8207C132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3890A0-F5AB-92C9-78F8-493FA5B40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B63275-F617-9C1C-261F-B4D806DBF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3CA096-99CE-EEE6-97FE-36A8994B2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6244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9D51E-93CC-5311-5342-B57AC40C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9FFFE8-8055-30EC-C92F-D649A06C7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105948F-63A4-0335-6991-B060E6ADE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BC100A-50D5-A740-95C9-23742271A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5414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Todos conocemos el ciclo DevOps original. Sin embargo, para sistemas SaaS que ofrecen planes de precios, éste se vuelve ineficiente y error-prone.</a:t>
            </a:r>
          </a:p>
          <a:p>
            <a:endParaRPr lang="es-E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tell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unefficient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applied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SaaS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integrated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9491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04E98-FDC3-3DC4-FA06-C88A686EA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8867DE-DC49-3B18-9FFC-8730E248D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710A398-8095-7E5A-A6CE-82478FB87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¿Por qué?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Porque incluso si el proveedor no desarrolla nuevas funcionalidades, cualquier cambio en el plan de precios —como restringir una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un plan existente o introducir un nuevo plan— activa un nuevo ciclo completo de DevOps.</a:t>
            </a:r>
          </a:p>
          <a:p>
            <a:endParaRPr lang="es-E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B6F496-0F1B-93FF-5C57-A4E691381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30501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650E0-5586-89DC-FCDF-A7D752F16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E68647B-A849-012B-69D7-176D68A5C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8A45933-04ED-024D-2F10-37EA7714B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¿Por qué?</a:t>
            </a:r>
            <a:r>
              <a:rPr lang="es-E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Porque incluso si el proveedor no desarrolla nuevas funcionalidades, cualquier cambio en el plan de precios —como restringir una feature en un plan existente o introducir un nuevo plan— activa un nuevo ciclo completo de DevOps.</a:t>
            </a:r>
          </a:p>
          <a:p>
            <a:endParaRPr lang="es-E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1E91BC1-0141-393D-F9B9-F55F35150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95673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2AC6D-8794-1F8C-BE76-6CCDA4F86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99BA806-D9E2-8CF6-3269-C29A8A5C7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44B4D8-ED3F-C1CC-F6D0-2348ED4A2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este contexto, proponemos en la tesis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pricing-driven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un ciclo alternativo al original que gestiona este tipo de eventos de forma mucho más eficiente y directa, gracias a que considera tanto los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servicio –así como las subscripciones de los usuarios del mismo– como elementos de primer nivel dentro del sistema.</a:t>
            </a:r>
          </a:p>
          <a:p>
            <a:endParaRPr lang="es-ES_trad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vemos, en esta aproximación las fases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y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se sustituyen por la fase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toggle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ya que no es necesario modificar el código del servicio para aplicar los cambios provocados por el evento. Además, la fase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desaparece, ya que las modificaciones se aplican en caliente, sin necesidad de redesplegar el sistema</a:t>
            </a:r>
            <a:r>
              <a:rPr lang="es-E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s-E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_trad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 embargo, como es de esperar, lograr este resultado no es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tribial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(Aquí exponemos los 5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pricing-driven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a qué fases afecta):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1713F1-A495-E2B2-F49D-E5CDA365F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834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DBAC2-A926-2EFC-2646-E3E5E9BB7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01AE87D-1FCA-9A33-CBD8-1998D7C6E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C0BE253-EB5A-E26F-B3CB-CDB9FEAD6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este contexto, proponemos en la tesis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pricing-driven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un ciclo alternativo al original que gestiona este tipo de eventos de forma mucho más eficiente y directa, gracias a que considera tanto los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servicio –así como las subscripciones de los usuarios del mismo– como elementos de primer nivel dentro del sistema.</a:t>
            </a:r>
          </a:p>
          <a:p>
            <a:endParaRPr lang="es-ES_trad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vemos, en esta aproximación las fases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y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se sustituyen por la fase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toggle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ya que no es necesario modificar el código del servicio para aplicar los cambios provocados por el evento. Además, la fase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desaparece, ya que las modificaciones se aplican en caliente, sin necesidad de redesplegar el sistema</a:t>
            </a:r>
            <a:r>
              <a:rPr lang="es-E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s-E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_trad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 embargo, como es de esperar, lograr este resultado no es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tribial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(Aquí exponemos los 5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pricing-driven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a qué fases afecta):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2D3424-598E-5B1A-1BDD-831B63560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6913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71E82-9D32-B039-0E1F-2BEFFB245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86DAC14-8A2C-4743-2649-2F82DAC59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F8D26E2-FCD4-66CA-6679-57327C69B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este contexto, proponemos en la tesis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pricing-driven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un ciclo alternativo al original que gestiona este tipo de eventos de forma mucho más eficiente y directa, gracias a que considera tanto los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servicio –así como las subscripciones de los usuarios del mismo– como elementos de primer nivel dentro del sistema.</a:t>
            </a:r>
          </a:p>
          <a:p>
            <a:endParaRPr lang="es-ES_trad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vemos, en esta aproximación las fases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y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se sustituyen por la fase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toggle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ya que no es necesario modificar el código del servicio para aplicar los cambios provocados por el evento. Además, la fase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desaparece, ya que las modificaciones se aplican en caliente, sin necesidad de redesplegar el sistema</a:t>
            </a:r>
            <a:r>
              <a:rPr lang="es-E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s-E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_trad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 embargo, como es de esperar, lograr este resultado no es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tribial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(Aquí exponemos los 5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pricing-driven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a qué fases afecta):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E9938B-9230-1B51-B14C-2FE2D3E9BC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40154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La idea aquí es presentar que:</a:t>
            </a:r>
          </a:p>
          <a:p>
            <a:endParaRPr lang="es-ES_tradnl" dirty="0"/>
          </a:p>
          <a:p>
            <a:pPr marL="228600" indent="-228600">
              <a:buAutoNum type="arabicPeriod"/>
            </a:pPr>
            <a:r>
              <a:rPr lang="es-ES_tradnl" dirty="0"/>
              <a:t>Todos conocemos el ciclo DevOps tradicional.</a:t>
            </a:r>
          </a:p>
          <a:p>
            <a:pPr marL="228600" indent="-228600">
              <a:buAutoNum type="arabicPeriod"/>
            </a:pPr>
            <a:r>
              <a:rPr lang="es-ES_tradnl" dirty="0"/>
              <a:t>El problema que tiene esta aproximación es que, en sistemas SaaS que tienen planes de precios, TODO tipo de cambios que surjan estas estructuras “lanza” un ciclo completo.</a:t>
            </a:r>
          </a:p>
          <a:p>
            <a:pPr marL="228600" indent="-228600">
              <a:buAutoNum type="arabicPeriod"/>
            </a:pPr>
            <a:r>
              <a:rPr lang="es-ES_tradnl" dirty="0"/>
              <a:t>Esto no tiene sentido que sea así, pues por el simple hecho de hacer que una </a:t>
            </a:r>
            <a:r>
              <a:rPr lang="es-ES_tradnl" dirty="0" err="1"/>
              <a:t>feature</a:t>
            </a:r>
            <a:r>
              <a:rPr lang="es-ES_tradnl" dirty="0"/>
              <a:t> no esté disponible en el plan X, añadir un plan, </a:t>
            </a:r>
            <a:r>
              <a:rPr lang="es-ES_tradnl" dirty="0" err="1"/>
              <a:t>etc</a:t>
            </a:r>
            <a:r>
              <a:rPr lang="es-ES_tradnl" dirty="0"/>
              <a:t>; lanzar un ciclo completo de </a:t>
            </a:r>
            <a:r>
              <a:rPr lang="es-ES_tradnl" dirty="0" err="1"/>
              <a:t>devops</a:t>
            </a:r>
            <a:r>
              <a:rPr lang="es-ES_tradnl" dirty="0"/>
              <a:t> es ineficiente.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9491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AE7FB-63D7-D689-0D22-B6AFAE405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7F45FCD-3FAA-FCAD-E0AD-594F414C1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A92BBC6-1B20-153C-1916-DC4B7C93E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La idea aquí es presentar que:</a:t>
            </a:r>
          </a:p>
          <a:p>
            <a:endParaRPr lang="es-ES_tradnl" dirty="0"/>
          </a:p>
          <a:p>
            <a:pPr marL="228600" indent="-228600">
              <a:buAutoNum type="arabicPeriod"/>
            </a:pPr>
            <a:r>
              <a:rPr lang="es-ES_tradnl" dirty="0"/>
              <a:t>Todos conocemos el ciclo DevOps tradicional.</a:t>
            </a:r>
          </a:p>
          <a:p>
            <a:pPr marL="228600" indent="-228600">
              <a:buAutoNum type="arabicPeriod"/>
            </a:pPr>
            <a:r>
              <a:rPr lang="es-ES_tradnl" dirty="0"/>
              <a:t>El problema que tiene esta aproximación es que, en sistemas SaaS que tienen planes de precios, TODO tipo de cambios que surjan estas estructuras “lanza” un ciclo completo.</a:t>
            </a:r>
          </a:p>
          <a:p>
            <a:pPr marL="228600" indent="-228600">
              <a:buAutoNum type="arabicPeriod"/>
            </a:pPr>
            <a:r>
              <a:rPr lang="es-ES_tradnl" dirty="0"/>
              <a:t>Esto no tiene sentido que sea así, pues por el simple hecho de hacer que una </a:t>
            </a:r>
            <a:r>
              <a:rPr lang="es-ES_tradnl" dirty="0" err="1"/>
              <a:t>feature</a:t>
            </a:r>
            <a:r>
              <a:rPr lang="es-ES_tradnl" dirty="0"/>
              <a:t> no esté disponible en el plan X, añadir un plan, </a:t>
            </a:r>
            <a:r>
              <a:rPr lang="es-ES_tradnl" dirty="0" err="1"/>
              <a:t>etc</a:t>
            </a:r>
            <a:r>
              <a:rPr lang="es-ES_tradnl" dirty="0"/>
              <a:t>; lanzar un ciclo completo de </a:t>
            </a:r>
            <a:r>
              <a:rPr lang="es-ES_tradnl" dirty="0" err="1"/>
              <a:t>devops</a:t>
            </a:r>
            <a:r>
              <a:rPr lang="es-ES_tradnl" dirty="0"/>
              <a:t> es ineficiente.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259F5E-6005-07D6-5C99-FCA47104C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67567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¿Debo incluir esta </a:t>
            </a:r>
            <a:r>
              <a:rPr lang="es-ES_tradnl" dirty="0" err="1"/>
              <a:t>info</a:t>
            </a:r>
            <a:r>
              <a:rPr lang="es-ES_tradnl" dirty="0"/>
              <a:t> de las </a:t>
            </a:r>
            <a:r>
              <a:rPr lang="es-ES_tradnl" dirty="0" err="1"/>
              <a:t>iSubscriptions</a:t>
            </a:r>
            <a:r>
              <a:rPr lang="es-ES_tradnl" dirty="0"/>
              <a:t>? ¿O simplemente vender que aun no se ha definido esa parte?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86186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Pricing-driven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Self-adaptation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Involucra a las nuevas fases “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toggle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y “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”. Su objetivo es diseñar soluciones (actualmente basadas en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toggling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para lograr aplicar cambios en el plan de precios que tengan efecto directo en las configuraciones de los usuarios sin necesidad de tocar el código del sistema.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60264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45DA0-32FD-F606-CDDA-35B67281F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2C45D9C-DD44-7291-7701-F53020C17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2F2AAD2-C3E7-27E3-12BF-E2D957B96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Pricing-driven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Self-adaptation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Involucra a las nuevas fases “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toggle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y “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”. Su objetivo es diseñar soluciones (actualmente basadas en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toggling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para lograr aplicar cambios en el plan de precios que tengan efecto directo en las configuraciones de los usuarios sin necesidad de tocar el código del sistema.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1652EF-21A9-F936-FB3F-5F1B418C7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6180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3DA48-0E7D-BA8B-3317-F6BA1A92C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D2D3B4-A284-8042-55F2-4EC0F147F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A8B9F48-34B2-92EE-06CC-2C6A9F002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i="0" u="none" strike="noStrike" dirty="0"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4DD858-C9DB-ACA9-F648-A8DFB830B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751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9220E-B342-C51B-5A81-CFC9BB57B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274BA7-5FAC-D1B8-4B48-8342F097B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C1F7144-8EAD-9399-8813-ACB8BAE6F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EF3E16-0A02-1C9A-1DB4-EE0A09A05D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28090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F1DE9-AB4A-D10E-1C14-FA915C54B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75A4E11-EDF2-EBD8-3FF6-DE2189006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2E09B2E-795D-8E4B-ADB0-8F6A46E7E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1826B9-A7A8-92CD-4A66-7F9A48BB2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5998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943AD-951A-1963-BBD5-31C56C002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8FC452F-64F3-3634-A932-6B6DE75ED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1F8DE9F-0AFF-817D-6226-3CF113090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s-ES_tradnl" dirty="0"/>
              <a:t>De tal forma que si cambio la rule con la que se </a:t>
            </a:r>
            <a:r>
              <a:rPr lang="es-ES_tradnl" dirty="0" err="1"/>
              <a:t>evalua</a:t>
            </a:r>
            <a:r>
              <a:rPr lang="es-ES_tradnl" dirty="0"/>
              <a:t> la </a:t>
            </a:r>
            <a:r>
              <a:rPr lang="es-ES_tradnl" dirty="0" err="1"/>
              <a:t>feature</a:t>
            </a:r>
            <a:r>
              <a:rPr lang="es-ES_tradnl" dirty="0"/>
              <a:t> </a:t>
            </a:r>
            <a:r>
              <a:rPr lang="es-ES_tradnl" dirty="0" err="1"/>
              <a:t>tb</a:t>
            </a:r>
            <a:r>
              <a:rPr lang="es-ES_tradnl" dirty="0"/>
              <a:t> cambie el comportamiento</a:t>
            </a:r>
          </a:p>
          <a:p>
            <a:pPr marL="0" indent="0">
              <a:buNone/>
            </a:pPr>
            <a:r>
              <a:rPr lang="es-ES_tradnl" dirty="0"/>
              <a:t>3. La rule es la misma, pero su evaluación es distinta en función del contexto, i.e. variables cuyo valor se determina en tiempo de ejecución, y pueden proceder de fuentes externas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FAF3FA-471C-D6C8-4E7A-9369989F7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93514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B29AD-F4E7-7D03-A617-18D0858EF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B6680B8-4E53-95ED-59C3-F2B8CE995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9A2E021-B66C-7FB0-4700-3D7157D13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5B3495-A21E-B28A-FCF6-9B6028957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97082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80310-EB01-9AB7-C228-B060F8BE8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521B03-F7E1-0D62-EED5-27FFB168A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FB8B115-6E14-C78C-A825-FD0BE0174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C8557E-64F5-5E54-65C1-E04C39A72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84374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10E30-2B07-3237-20EB-1C0F477A9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D714A73-CC1B-EB95-05D9-89C5337705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3CA3681-8B2F-4B84-C541-4E2A30D28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C342C1-8E96-D34E-E5B7-C9D6F03EB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58821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13F44-B5F1-6041-3263-D89C7AAB8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8879D77-565C-9F1F-4D8F-56D8CCC2B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7847D76-3772-D339-5ED0-54E2D8E94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BBE13C-F9BC-1C5B-EBD5-7EC1C1B0C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58785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C3E61-3939-9CBF-95F4-D8759494F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529FE0A-35C6-0EDC-76AA-50F6C420A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956234A-82B8-9637-07B0-2ABD4BF26C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s-ES_tradnl" dirty="0"/>
              <a:t>De tal forma que si cambio la rule con la que se </a:t>
            </a:r>
            <a:r>
              <a:rPr lang="es-ES_tradnl" dirty="0" err="1"/>
              <a:t>evalua</a:t>
            </a:r>
            <a:r>
              <a:rPr lang="es-ES_tradnl" dirty="0"/>
              <a:t> la </a:t>
            </a:r>
            <a:r>
              <a:rPr lang="es-ES_tradnl" dirty="0" err="1"/>
              <a:t>feature</a:t>
            </a:r>
            <a:r>
              <a:rPr lang="es-ES_tradnl" dirty="0"/>
              <a:t> </a:t>
            </a:r>
            <a:r>
              <a:rPr lang="es-ES_tradnl" dirty="0" err="1"/>
              <a:t>tb</a:t>
            </a:r>
            <a:r>
              <a:rPr lang="es-ES_tradnl" dirty="0"/>
              <a:t> cambie el comportamiento</a:t>
            </a:r>
          </a:p>
          <a:p>
            <a:pPr marL="0" indent="0">
              <a:buNone/>
            </a:pPr>
            <a:r>
              <a:rPr lang="es-ES_tradnl" dirty="0"/>
              <a:t>3. La rule es la misma, pero su evaluación es distinta en función del contexto, i.e. variables cuyo valor se determina en tiempo de ejecución, y pueden proceder de fuentes externas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9ED070-DEE0-B345-D1FD-A82503B4C1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83152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1B9D-78A0-1850-CC99-804A7E45C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6C73BF0-79AB-7DAD-6043-3B30D2093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8EE53B8-6983-13F5-857C-159868BE3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C6432A-B8E6-83C5-6E77-36172F7C3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9055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420CC-8C06-E881-DEDC-2C83C4B76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D4EADBD-DF9A-116C-4470-AE9EB6333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779F4CD-C135-5B76-C8E5-E22E71531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0CC625-3631-DBBA-D89E-1541BF4EF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14149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B3403-6D13-C166-C9FF-77CC60DE9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A97C14-ED5E-305E-4716-43A29361F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614D3F7-EEA7-7491-22A8-332278B11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6FE8D1-263B-942A-772B-DF619BB116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59685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7203C-1C4B-8C60-FB03-B6B77863F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C4A6AA3-B56F-B7CE-5229-EB2B5FC48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FCE47DF-8687-5156-84CC-8CBBDAB5F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2DB0F9-FC30-41F1-E08A-F53E177F7C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65951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C2BB5-26C6-84A7-A3D2-E7D61F159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F392F57-5CFF-A9C2-304A-F79F83110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681620F-0959-6547-973A-DC432C3DD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i="0" u="none" strike="noStrike" dirty="0"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424C12-60B7-4333-9068-A715D8729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2334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CB518-B92D-0C71-19E4-67F1B8405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8D31E84-4DC2-C242-1D1E-86E7E2EA3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505898F-5089-9BD0-67DC-A71042EE1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A </a:t>
            </a:r>
            <a:r>
              <a:rPr lang="es-ES_tradnl" dirty="0" err="1"/>
              <a:t>lot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manual </a:t>
            </a:r>
            <a:r>
              <a:rPr lang="es-ES_tradnl" dirty="0" err="1"/>
              <a:t>effort</a:t>
            </a:r>
            <a:r>
              <a:rPr lang="es-ES_tradnl" dirty="0"/>
              <a:t> </a:t>
            </a:r>
            <a:r>
              <a:rPr lang="es-ES_tradnl" dirty="0" err="1"/>
              <a:t>required</a:t>
            </a:r>
            <a:r>
              <a:rPr lang="es-ES_tradnl" dirty="0"/>
              <a:t>: dado que muchas de las herramientas que ofrecen la tecnología necesaria para potencialmente gestionar la variabilidad, están orientadas a A/B </a:t>
            </a:r>
            <a:r>
              <a:rPr lang="es-ES_tradnl" dirty="0" err="1"/>
              <a:t>testing</a:t>
            </a:r>
            <a:r>
              <a:rPr lang="es-ES_tradnl" dirty="0"/>
              <a:t>, y solo permiten configurarlas manualmente desde la interfaz</a:t>
            </a:r>
          </a:p>
          <a:p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Cannot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perform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multi-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which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hinders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performance in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client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environments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82F81A-1E17-A7C2-B572-AB24DC967C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37306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8fcac892a5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8fcac892a5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41F3E-B0A6-7E4C-CB83-008607EA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078DC4B-A3BA-4AF8-0549-5346FF8A8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7D50F1B-60C2-D7EC-8EB5-97BD88001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i="0" u="none" strike="noStrike" dirty="0"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06A1FC-1007-E753-4603-EF88D8FC4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04578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A6883-9C8D-07AF-8C82-1864B56C9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0844C1-B479-9157-0352-AC25BB394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F33D3C7-29DF-DCAB-B0C5-14201176D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i="0" u="none" strike="noStrike" dirty="0"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42DCD8-2305-7B62-ECE3-6877BD77B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70632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05465-97E6-8943-A113-9FD1622A26BD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3201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30/6/25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30/6/25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30/6/25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30/6/25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30/6/25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30/6/25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7.png"/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5" Type="http://schemas.openxmlformats.org/officeDocument/2006/relationships/image" Target="../media/image29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18.png"/><Relationship Id="rId1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6.png"/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5" Type="http://schemas.openxmlformats.org/officeDocument/2006/relationships/image" Target="../media/image29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18.png"/><Relationship Id="rId1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6.png"/><Relationship Id="rId18" Type="http://schemas.openxmlformats.org/officeDocument/2006/relationships/image" Target="../media/image32.png"/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12" Type="http://schemas.openxmlformats.org/officeDocument/2006/relationships/image" Target="../media/image28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5" Type="http://schemas.openxmlformats.org/officeDocument/2006/relationships/image" Target="../media/image29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18.png"/><Relationship Id="rId1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7.png"/><Relationship Id="rId18" Type="http://schemas.openxmlformats.org/officeDocument/2006/relationships/image" Target="../media/image31.png"/><Relationship Id="rId3" Type="http://schemas.openxmlformats.org/officeDocument/2006/relationships/image" Target="../media/image29.png"/><Relationship Id="rId21" Type="http://schemas.openxmlformats.org/officeDocument/2006/relationships/image" Target="../media/image35.pn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3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5" Type="http://schemas.openxmlformats.org/officeDocument/2006/relationships/image" Target="../media/image27.png"/><Relationship Id="rId10" Type="http://schemas.openxmlformats.org/officeDocument/2006/relationships/image" Target="../media/image19.png"/><Relationship Id="rId19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18" Type="http://schemas.openxmlformats.org/officeDocument/2006/relationships/image" Target="../media/image5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5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Relationship Id="rId14" Type="http://schemas.openxmlformats.org/officeDocument/2006/relationships/image" Target="../media/image49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18" Type="http://schemas.openxmlformats.org/officeDocument/2006/relationships/image" Target="../media/image5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5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svg"/><Relationship Id="rId19" Type="http://schemas.openxmlformats.org/officeDocument/2006/relationships/image" Target="../media/image54.png"/><Relationship Id="rId4" Type="http://schemas.openxmlformats.org/officeDocument/2006/relationships/image" Target="../media/image39.svg"/><Relationship Id="rId9" Type="http://schemas.openxmlformats.org/officeDocument/2006/relationships/image" Target="../media/image44.png"/><Relationship Id="rId14" Type="http://schemas.openxmlformats.org/officeDocument/2006/relationships/image" Target="../media/image49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18" Type="http://schemas.openxmlformats.org/officeDocument/2006/relationships/image" Target="../media/image5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5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svg"/><Relationship Id="rId19" Type="http://schemas.openxmlformats.org/officeDocument/2006/relationships/image" Target="../media/image54.png"/><Relationship Id="rId4" Type="http://schemas.openxmlformats.org/officeDocument/2006/relationships/image" Target="../media/image39.svg"/><Relationship Id="rId9" Type="http://schemas.openxmlformats.org/officeDocument/2006/relationships/image" Target="../media/image44.png"/><Relationship Id="rId14" Type="http://schemas.openxmlformats.org/officeDocument/2006/relationships/image" Target="../media/image49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svg"/><Relationship Id="rId18" Type="http://schemas.openxmlformats.org/officeDocument/2006/relationships/image" Target="../media/image55.png"/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12" Type="http://schemas.openxmlformats.org/officeDocument/2006/relationships/image" Target="../media/image48.png"/><Relationship Id="rId17" Type="http://schemas.openxmlformats.org/officeDocument/2006/relationships/image" Target="../media/image53.svg"/><Relationship Id="rId2" Type="http://schemas.openxmlformats.org/officeDocument/2006/relationships/image" Target="../media/image38.pn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svg"/><Relationship Id="rId5" Type="http://schemas.openxmlformats.org/officeDocument/2006/relationships/image" Target="../media/image41.svg"/><Relationship Id="rId15" Type="http://schemas.openxmlformats.org/officeDocument/2006/relationships/image" Target="../media/image51.sv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svg"/><Relationship Id="rId1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18" Type="http://schemas.openxmlformats.org/officeDocument/2006/relationships/image" Target="../media/image5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5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svg"/><Relationship Id="rId19" Type="http://schemas.openxmlformats.org/officeDocument/2006/relationships/image" Target="../media/image56.png"/><Relationship Id="rId4" Type="http://schemas.openxmlformats.org/officeDocument/2006/relationships/image" Target="../media/image39.svg"/><Relationship Id="rId9" Type="http://schemas.openxmlformats.org/officeDocument/2006/relationships/image" Target="../media/image44.png"/><Relationship Id="rId14" Type="http://schemas.openxmlformats.org/officeDocument/2006/relationships/image" Target="../media/image49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18" Type="http://schemas.openxmlformats.org/officeDocument/2006/relationships/image" Target="../media/image5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5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Relationship Id="rId14" Type="http://schemas.openxmlformats.org/officeDocument/2006/relationships/image" Target="../media/image49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18" Type="http://schemas.openxmlformats.org/officeDocument/2006/relationships/image" Target="../media/image5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5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Relationship Id="rId14" Type="http://schemas.openxmlformats.org/officeDocument/2006/relationships/image" Target="../media/image49.sv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1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63.svg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9.png"/><Relationship Id="rId7" Type="http://schemas.openxmlformats.org/officeDocument/2006/relationships/image" Target="../media/image63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5.svg"/><Relationship Id="rId4" Type="http://schemas.openxmlformats.org/officeDocument/2006/relationships/image" Target="../media/image64.png"/><Relationship Id="rId9" Type="http://schemas.openxmlformats.org/officeDocument/2006/relationships/image" Target="../media/image61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9.png"/><Relationship Id="rId7" Type="http://schemas.openxmlformats.org/officeDocument/2006/relationships/image" Target="../media/image65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1.svg"/><Relationship Id="rId5" Type="http://schemas.openxmlformats.org/officeDocument/2006/relationships/image" Target="../media/image67.svg"/><Relationship Id="rId10" Type="http://schemas.openxmlformats.org/officeDocument/2006/relationships/image" Target="../media/image60.png"/><Relationship Id="rId4" Type="http://schemas.openxmlformats.org/officeDocument/2006/relationships/image" Target="../media/image66.png"/><Relationship Id="rId9" Type="http://schemas.openxmlformats.org/officeDocument/2006/relationships/image" Target="../media/image63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9.svg"/><Relationship Id="rId3" Type="http://schemas.openxmlformats.org/officeDocument/2006/relationships/image" Target="../media/image59.png"/><Relationship Id="rId7" Type="http://schemas.openxmlformats.org/officeDocument/2006/relationships/image" Target="../media/image65.sv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1.svg"/><Relationship Id="rId5" Type="http://schemas.openxmlformats.org/officeDocument/2006/relationships/image" Target="../media/image67.svg"/><Relationship Id="rId10" Type="http://schemas.openxmlformats.org/officeDocument/2006/relationships/image" Target="../media/image60.png"/><Relationship Id="rId4" Type="http://schemas.openxmlformats.org/officeDocument/2006/relationships/image" Target="../media/image66.png"/><Relationship Id="rId9" Type="http://schemas.openxmlformats.org/officeDocument/2006/relationships/image" Target="../media/image63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59.png"/><Relationship Id="rId7" Type="http://schemas.openxmlformats.org/officeDocument/2006/relationships/image" Target="../media/image61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63.svg"/><Relationship Id="rId4" Type="http://schemas.openxmlformats.org/officeDocument/2006/relationships/image" Target="../media/image62.png"/><Relationship Id="rId9" Type="http://schemas.openxmlformats.org/officeDocument/2006/relationships/image" Target="../media/image7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9.png"/><Relationship Id="rId7" Type="http://schemas.openxmlformats.org/officeDocument/2006/relationships/image" Target="../media/image63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5.svg"/><Relationship Id="rId4" Type="http://schemas.openxmlformats.org/officeDocument/2006/relationships/image" Target="../media/image64.png"/><Relationship Id="rId9" Type="http://schemas.openxmlformats.org/officeDocument/2006/relationships/image" Target="../media/image61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9.png"/><Relationship Id="rId7" Type="http://schemas.openxmlformats.org/officeDocument/2006/relationships/image" Target="../media/image65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1.svg"/><Relationship Id="rId5" Type="http://schemas.openxmlformats.org/officeDocument/2006/relationships/image" Target="../media/image67.svg"/><Relationship Id="rId10" Type="http://schemas.openxmlformats.org/officeDocument/2006/relationships/image" Target="../media/image60.png"/><Relationship Id="rId4" Type="http://schemas.openxmlformats.org/officeDocument/2006/relationships/image" Target="../media/image66.png"/><Relationship Id="rId9" Type="http://schemas.openxmlformats.org/officeDocument/2006/relationships/image" Target="../media/image63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9.svg"/><Relationship Id="rId3" Type="http://schemas.openxmlformats.org/officeDocument/2006/relationships/image" Target="../media/image59.png"/><Relationship Id="rId7" Type="http://schemas.openxmlformats.org/officeDocument/2006/relationships/image" Target="../media/image65.svg"/><Relationship Id="rId12" Type="http://schemas.openxmlformats.org/officeDocument/2006/relationships/image" Target="../media/image68.png"/><Relationship Id="rId17" Type="http://schemas.openxmlformats.org/officeDocument/2006/relationships/image" Target="../media/image75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7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1.svg"/><Relationship Id="rId5" Type="http://schemas.openxmlformats.org/officeDocument/2006/relationships/image" Target="../media/image67.svg"/><Relationship Id="rId15" Type="http://schemas.openxmlformats.org/officeDocument/2006/relationships/image" Target="../media/image73.png"/><Relationship Id="rId10" Type="http://schemas.openxmlformats.org/officeDocument/2006/relationships/image" Target="../media/image60.png"/><Relationship Id="rId4" Type="http://schemas.openxmlformats.org/officeDocument/2006/relationships/image" Target="../media/image66.png"/><Relationship Id="rId9" Type="http://schemas.openxmlformats.org/officeDocument/2006/relationships/image" Target="../media/image63.svg"/><Relationship Id="rId1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9.svg"/><Relationship Id="rId3" Type="http://schemas.openxmlformats.org/officeDocument/2006/relationships/image" Target="../media/image59.png"/><Relationship Id="rId7" Type="http://schemas.openxmlformats.org/officeDocument/2006/relationships/image" Target="../media/image65.sv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1.svg"/><Relationship Id="rId5" Type="http://schemas.openxmlformats.org/officeDocument/2006/relationships/image" Target="../media/image67.svg"/><Relationship Id="rId10" Type="http://schemas.openxmlformats.org/officeDocument/2006/relationships/image" Target="../media/image60.png"/><Relationship Id="rId4" Type="http://schemas.openxmlformats.org/officeDocument/2006/relationships/image" Target="../media/image66.png"/><Relationship Id="rId9" Type="http://schemas.openxmlformats.org/officeDocument/2006/relationships/image" Target="../media/image63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8.png"/><Relationship Id="rId5" Type="http://schemas.openxmlformats.org/officeDocument/2006/relationships/image" Target="../media/image76.png"/><Relationship Id="rId4" Type="http://schemas.openxmlformats.org/officeDocument/2006/relationships/image" Target="../media/image8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13" Type="http://schemas.openxmlformats.org/officeDocument/2006/relationships/image" Target="../media/image68.png"/><Relationship Id="rId3" Type="http://schemas.openxmlformats.org/officeDocument/2006/relationships/notesSlide" Target="../notesSlides/notesSlide38.xml"/><Relationship Id="rId7" Type="http://schemas.openxmlformats.org/officeDocument/2006/relationships/image" Target="../media/image64.png"/><Relationship Id="rId12" Type="http://schemas.openxmlformats.org/officeDocument/2006/relationships/image" Target="../media/image61.svg"/><Relationship Id="rId17" Type="http://schemas.openxmlformats.org/officeDocument/2006/relationships/image" Target="../media/image78.pn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76.png"/><Relationship Id="rId1" Type="http://schemas.openxmlformats.org/officeDocument/2006/relationships/tags" Target="../tags/tag5.xml"/><Relationship Id="rId6" Type="http://schemas.openxmlformats.org/officeDocument/2006/relationships/image" Target="../media/image67.svg"/><Relationship Id="rId11" Type="http://schemas.openxmlformats.org/officeDocument/2006/relationships/image" Target="../media/image60.png"/><Relationship Id="rId5" Type="http://schemas.openxmlformats.org/officeDocument/2006/relationships/image" Target="../media/image66.png"/><Relationship Id="rId15" Type="http://schemas.openxmlformats.org/officeDocument/2006/relationships/image" Target="../media/image83.png"/><Relationship Id="rId10" Type="http://schemas.openxmlformats.org/officeDocument/2006/relationships/image" Target="../media/image63.svg"/><Relationship Id="rId4" Type="http://schemas.openxmlformats.org/officeDocument/2006/relationships/image" Target="../media/image59.png"/><Relationship Id="rId9" Type="http://schemas.openxmlformats.org/officeDocument/2006/relationships/image" Target="../media/image62.png"/><Relationship Id="rId14" Type="http://schemas.openxmlformats.org/officeDocument/2006/relationships/image" Target="../media/image69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6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62893-5429-73A6-4EF3-D0E310A4E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CB137-A91A-B6E9-90A3-DB4F01DED0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HORIZON: a Classification and Comparison Framework </a:t>
            </a:r>
            <a:br>
              <a:rPr lang="en-US" sz="3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Pricing-driven Feature Toggling</a:t>
            </a:r>
            <a:endParaRPr lang="en-US" sz="3000" b="1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F7B072-9F9E-AD41-2223-0B6346BFF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6" y="3300197"/>
            <a:ext cx="12189884" cy="2334764"/>
          </a:xfrm>
        </p:spPr>
        <p:txBody>
          <a:bodyPr>
            <a:noAutofit/>
          </a:bodyPr>
          <a:lstStyle/>
          <a:p>
            <a:r>
              <a:rPr lang="en-US" u="sng" noProof="0" dirty="0">
                <a:latin typeface="Calibri" panose="020F0502020204030204" pitchFamily="34" charset="0"/>
                <a:cs typeface="Calibri" panose="020F0502020204030204" pitchFamily="34" charset="0"/>
              </a:rPr>
              <a:t>Alejandro García-Fernández</a:t>
            </a:r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, José Antonio Parejo, Antonio Ruiz-Cortés</a:t>
            </a:r>
          </a:p>
          <a:p>
            <a:endParaRPr lang="en-US" sz="1000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sz="1000" b="0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Universidad de Sevilla, Seville, Spain</a:t>
            </a:r>
            <a:endParaRPr lang="en-US" sz="2000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BEAA6-B8FB-0D90-C276-AE9500A1AA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16" y="5554025"/>
            <a:ext cx="12189884" cy="560388"/>
          </a:xfrm>
        </p:spPr>
        <p:txBody>
          <a:bodyPr/>
          <a:lstStyle/>
          <a:p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ICWE’25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July 3</a:t>
            </a:r>
            <a:r>
              <a:rPr lang="en-US" baseline="30000" dirty="0">
                <a:latin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2025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5116AA5-EE64-D12B-E2EA-C58CA2A5257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4" b="38296"/>
          <a:stretch/>
        </p:blipFill>
        <p:spPr>
          <a:xfrm>
            <a:off x="3916753" y="246971"/>
            <a:ext cx="4358494" cy="85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0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3CAF8FE9-CA9A-D700-342F-3B75D6099D17}"/>
              </a:ext>
            </a:extLst>
          </p:cNvPr>
          <p:cNvGrpSpPr/>
          <p:nvPr/>
        </p:nvGrpSpPr>
        <p:grpSpPr>
          <a:xfrm>
            <a:off x="1" y="7093"/>
            <a:ext cx="3870000" cy="6850907"/>
            <a:chOff x="1" y="7093"/>
            <a:chExt cx="3870000" cy="6850907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C37E1957-B43B-82DA-E859-72B2CCFB655A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" y="7093"/>
              <a:ext cx="3870000" cy="6850907"/>
            </a:xfrm>
            <a:prstGeom prst="rect">
              <a:avLst/>
            </a:prstGeom>
          </p:spPr>
        </p:pic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1B21DBA2-1771-53D7-EBF7-88F444C68A0A}"/>
                </a:ext>
              </a:extLst>
            </p:cNvPr>
            <p:cNvSpPr/>
            <p:nvPr/>
          </p:nvSpPr>
          <p:spPr>
            <a:xfrm>
              <a:off x="3371835" y="6276091"/>
              <a:ext cx="461914" cy="468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10213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rgbClr val="102130"/>
                  </a:solidFill>
                </a:rPr>
                <a:t>1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E74CFD4C-9F5C-9373-F593-0BA3879C0C5B}"/>
              </a:ext>
            </a:extLst>
          </p:cNvPr>
          <p:cNvGrpSpPr/>
          <p:nvPr/>
        </p:nvGrpSpPr>
        <p:grpSpPr>
          <a:xfrm>
            <a:off x="3886907" y="0"/>
            <a:ext cx="4415281" cy="3429000"/>
            <a:chOff x="3886907" y="0"/>
            <a:chExt cx="4415281" cy="3429000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A22D024C-F856-AA2E-D524-60084633C74E}"/>
                </a:ext>
              </a:extLst>
            </p:cNvPr>
            <p:cNvGrpSpPr/>
            <p:nvPr/>
          </p:nvGrpSpPr>
          <p:grpSpPr>
            <a:xfrm>
              <a:off x="3886907" y="0"/>
              <a:ext cx="4415281" cy="3429000"/>
              <a:chOff x="4441411" y="0"/>
              <a:chExt cx="4415281" cy="3335462"/>
            </a:xfrm>
          </p:grpSpPr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58984934-D7C3-71C9-F52C-ED8241E95F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41411" y="0"/>
                <a:ext cx="4415281" cy="3335462"/>
              </a:xfrm>
              <a:prstGeom prst="rect">
                <a:avLst/>
              </a:prstGeom>
            </p:spPr>
          </p:pic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4600523D-0183-B44A-E76B-DCF57E0D85A9}"/>
                  </a:ext>
                </a:extLst>
              </p:cNvPr>
              <p:cNvSpPr/>
              <p:nvPr/>
            </p:nvSpPr>
            <p:spPr>
              <a:xfrm>
                <a:off x="5581650" y="2019300"/>
                <a:ext cx="454025" cy="193675"/>
              </a:xfrm>
              <a:prstGeom prst="rect">
                <a:avLst/>
              </a:prstGeom>
              <a:solidFill>
                <a:srgbClr val="F4E1C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3" name="Imagen 12" descr="Imagen que contiene vajilla, plato, dibujo, taza&#10;&#10;El contenido generado por IA puede ser incorrecto.">
                <a:extLst>
                  <a:ext uri="{FF2B5EF4-FFF2-40B4-BE49-F238E27FC236}">
                    <a16:creationId xmlns:a16="http://schemas.microsoft.com/office/drawing/2014/main" id="{19398E5D-6D42-91B8-4512-6F9DC4A452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53151" y="2032664"/>
                <a:ext cx="454026" cy="172114"/>
              </a:xfrm>
              <a:prstGeom prst="rect">
                <a:avLst/>
              </a:prstGeom>
            </p:spPr>
          </p:pic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D174B13B-AB74-5DBD-1F80-4D601CA2B5C1}"/>
                  </a:ext>
                </a:extLst>
              </p:cNvPr>
              <p:cNvSpPr/>
              <p:nvPr/>
            </p:nvSpPr>
            <p:spPr>
              <a:xfrm>
                <a:off x="5808662" y="2032665"/>
                <a:ext cx="344489" cy="373986"/>
              </a:xfrm>
              <a:prstGeom prst="rect">
                <a:avLst/>
              </a:prstGeom>
              <a:solidFill>
                <a:srgbClr val="F4E1C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5" name="Imagen 14" descr="Imagen que contiene artículos&#10;&#10;El contenido generado por IA puede ser incorrecto.">
                <a:extLst>
                  <a:ext uri="{FF2B5EF4-FFF2-40B4-BE49-F238E27FC236}">
                    <a16:creationId xmlns:a16="http://schemas.microsoft.com/office/drawing/2014/main" id="{05A88B26-39B4-D73A-836A-CC2E4490C4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08213" y="1455789"/>
                <a:ext cx="554991" cy="586297"/>
              </a:xfrm>
              <a:prstGeom prst="rect">
                <a:avLst/>
              </a:prstGeom>
            </p:spPr>
          </p:pic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4D985BC-4341-B052-33E9-2915D0DB6982}"/>
                  </a:ext>
                </a:extLst>
              </p:cNvPr>
              <p:cNvSpPr txBox="1"/>
              <p:nvPr/>
            </p:nvSpPr>
            <p:spPr>
              <a:xfrm>
                <a:off x="5512208" y="1993026"/>
                <a:ext cx="5677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noProof="0" dirty="0">
                    <a:solidFill>
                      <a:srgbClr val="102130"/>
                    </a:solidFill>
                    <a:latin typeface="Abadi" panose="020F0502020204030204" pitchFamily="34" charset="0"/>
                    <a:cs typeface="Abadi" panose="020F0502020204030204" pitchFamily="34" charset="0"/>
                  </a:rPr>
                  <a:t>Teams</a:t>
                </a:r>
                <a:endParaRPr lang="en-US" sz="1000" noProof="0" dirty="0">
                  <a:solidFill>
                    <a:srgbClr val="102130"/>
                  </a:solidFill>
                  <a:latin typeface="Abadi" panose="020F0502020204030204" pitchFamily="34" charset="0"/>
                  <a:cs typeface="Abadi" panose="020F0502020204030204" pitchFamily="34" charset="0"/>
                </a:endParaRPr>
              </a:p>
            </p:txBody>
          </p:sp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F3838FC7-C060-7A81-A996-CEB049A69393}"/>
                  </a:ext>
                </a:extLst>
              </p:cNvPr>
              <p:cNvSpPr/>
              <p:nvPr/>
            </p:nvSpPr>
            <p:spPr>
              <a:xfrm>
                <a:off x="7321550" y="1558925"/>
                <a:ext cx="381000" cy="377825"/>
              </a:xfrm>
              <a:prstGeom prst="rect">
                <a:avLst/>
              </a:prstGeom>
              <a:solidFill>
                <a:srgbClr val="5B959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8" name="Gráfico 17">
                <a:extLst>
                  <a:ext uri="{FF2B5EF4-FFF2-40B4-BE49-F238E27FC236}">
                    <a16:creationId xmlns:a16="http://schemas.microsoft.com/office/drawing/2014/main" id="{EE99D6CA-B570-E9F7-029F-FDD9726CEE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321550" y="1558925"/>
                <a:ext cx="377825" cy="377825"/>
              </a:xfrm>
              <a:prstGeom prst="rect">
                <a:avLst/>
              </a:prstGeom>
            </p:spPr>
          </p:pic>
        </p:grp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37E5EF8-3A82-D7C3-9254-E836745AA2D0}"/>
                </a:ext>
              </a:extLst>
            </p:cNvPr>
            <p:cNvSpPr/>
            <p:nvPr/>
          </p:nvSpPr>
          <p:spPr>
            <a:xfrm>
              <a:off x="7796066" y="2858903"/>
              <a:ext cx="461914" cy="468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10213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rgbClr val="102130"/>
                  </a:solidFill>
                </a:rPr>
                <a:t>2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8FE14B9E-826F-970D-76AB-8B2F20424A4E}"/>
              </a:ext>
            </a:extLst>
          </p:cNvPr>
          <p:cNvGrpSpPr/>
          <p:nvPr/>
        </p:nvGrpSpPr>
        <p:grpSpPr>
          <a:xfrm>
            <a:off x="3890043" y="3423601"/>
            <a:ext cx="4422048" cy="3423095"/>
            <a:chOff x="3871671" y="3424789"/>
            <a:chExt cx="4422048" cy="3423095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B05949D2-44D1-C611-5CCE-9CA6D73CF560}"/>
                </a:ext>
              </a:extLst>
            </p:cNvPr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71671" y="3424789"/>
              <a:ext cx="4422048" cy="3423095"/>
            </a:xfrm>
            <a:prstGeom prst="rect">
              <a:avLst/>
            </a:prstGeom>
          </p:spPr>
        </p:pic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15F9B702-D745-FB07-10FA-F43629D8AF5C}"/>
                </a:ext>
              </a:extLst>
            </p:cNvPr>
            <p:cNvSpPr/>
            <p:nvPr/>
          </p:nvSpPr>
          <p:spPr>
            <a:xfrm>
              <a:off x="7796066" y="6294469"/>
              <a:ext cx="461914" cy="468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10213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rgbClr val="102130"/>
                  </a:solidFill>
                </a:rPr>
                <a:t>3</a:t>
              </a: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FE1CF3FF-F81B-D275-EA63-FC86A8BCB6D4}"/>
              </a:ext>
            </a:extLst>
          </p:cNvPr>
          <p:cNvGrpSpPr/>
          <p:nvPr/>
        </p:nvGrpSpPr>
        <p:grpSpPr>
          <a:xfrm>
            <a:off x="8322000" y="10118"/>
            <a:ext cx="3870000" cy="6847882"/>
            <a:chOff x="8322163" y="2"/>
            <a:chExt cx="3870000" cy="6847882"/>
          </a:xfrm>
        </p:grpSpPr>
        <p:pic>
          <p:nvPicPr>
            <p:cNvPr id="22" name="Imagen 21" descr="Imagen de la pantalla de un video juego&#10;&#10;El contenido generado por IA puede ser incorrecto.">
              <a:extLst>
                <a:ext uri="{FF2B5EF4-FFF2-40B4-BE49-F238E27FC236}">
                  <a16:creationId xmlns:a16="http://schemas.microsoft.com/office/drawing/2014/main" id="{A4544149-5C13-13C0-86D2-F6743D694E6D}"/>
                </a:ext>
              </a:extLst>
            </p:cNvPr>
            <p:cNvPicPr>
              <a:picLocks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322163" y="2"/>
              <a:ext cx="3870000" cy="6847882"/>
            </a:xfrm>
            <a:prstGeom prst="rect">
              <a:avLst/>
            </a:prstGeom>
          </p:spPr>
        </p:pic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3DFFF833-3E4B-F51F-A623-69725489248F}"/>
                </a:ext>
              </a:extLst>
            </p:cNvPr>
            <p:cNvSpPr/>
            <p:nvPr/>
          </p:nvSpPr>
          <p:spPr>
            <a:xfrm>
              <a:off x="11682936" y="6276093"/>
              <a:ext cx="461914" cy="468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10213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rgbClr val="102130"/>
                  </a:solidFill>
                </a:rPr>
                <a:t>4</a:t>
              </a:r>
            </a:p>
          </p:txBody>
        </p:sp>
      </p:grp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30632E3-CD66-A201-2F51-8081614B90FC}"/>
              </a:ext>
            </a:extLst>
          </p:cNvPr>
          <p:cNvCxnSpPr>
            <a:cxnSpLocks/>
          </p:cNvCxnSpPr>
          <p:nvPr/>
        </p:nvCxnSpPr>
        <p:spPr>
          <a:xfrm flipH="1">
            <a:off x="3870001" y="0"/>
            <a:ext cx="7954" cy="6858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E1412E61-E27E-A101-C981-8B3B89FFAFF3}"/>
              </a:ext>
            </a:extLst>
          </p:cNvPr>
          <p:cNvCxnSpPr>
            <a:cxnSpLocks/>
          </p:cNvCxnSpPr>
          <p:nvPr/>
        </p:nvCxnSpPr>
        <p:spPr>
          <a:xfrm>
            <a:off x="8302185" y="6290"/>
            <a:ext cx="0" cy="68517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E2D487C-0F80-18CE-E09C-AA11E8B0E48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870001" y="3424789"/>
            <a:ext cx="4432184" cy="775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0613366-F319-B505-6CBB-BC367C74DCAA}"/>
              </a:ext>
            </a:extLst>
          </p:cNvPr>
          <p:cNvCxnSpPr>
            <a:cxnSpLocks/>
          </p:cNvCxnSpPr>
          <p:nvPr/>
        </p:nvCxnSpPr>
        <p:spPr>
          <a:xfrm>
            <a:off x="8302185" y="7093"/>
            <a:ext cx="0" cy="34165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4472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60803-6FFE-F541-5179-AE5FBC289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2B8F85F9-DAE3-9827-F295-CFDF28C5CEAB}"/>
              </a:ext>
            </a:extLst>
          </p:cNvPr>
          <p:cNvSpPr/>
          <p:nvPr/>
        </p:nvSpPr>
        <p:spPr>
          <a:xfrm>
            <a:off x="-5029200" y="-751840"/>
            <a:ext cx="8514080" cy="8361680"/>
          </a:xfrm>
          <a:prstGeom prst="ellipse">
            <a:avLst/>
          </a:prstGeom>
          <a:noFill/>
          <a:ln w="762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234D7B1-D5B3-B208-50CE-54A9A578DAC1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131A59E-E5D5-3974-7FE7-EF74FFB0BA1A}"/>
              </a:ext>
            </a:extLst>
          </p:cNvPr>
          <p:cNvSpPr/>
          <p:nvPr/>
        </p:nvSpPr>
        <p:spPr>
          <a:xfrm>
            <a:off x="2944880" y="198324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2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23DC4F9-1E88-4E65-6133-2BAE1757C96D}"/>
              </a:ext>
            </a:extLst>
          </p:cNvPr>
          <p:cNvSpPr/>
          <p:nvPr/>
        </p:nvSpPr>
        <p:spPr>
          <a:xfrm>
            <a:off x="2944880" y="393421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3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9C78FC5-3212-67AD-B8BB-50D17617AAB9}"/>
              </a:ext>
            </a:extLst>
          </p:cNvPr>
          <p:cNvSpPr/>
          <p:nvPr/>
        </p:nvSpPr>
        <p:spPr>
          <a:xfrm>
            <a:off x="2134880" y="561061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4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1C8F6377-2EF8-3F1B-4866-BF2E3515DA02}"/>
              </a:ext>
            </a:extLst>
          </p:cNvPr>
          <p:cNvGrpSpPr/>
          <p:nvPr/>
        </p:nvGrpSpPr>
        <p:grpSpPr>
          <a:xfrm>
            <a:off x="3484880" y="258580"/>
            <a:ext cx="7191760" cy="1080000"/>
            <a:chOff x="3484880" y="258580"/>
            <a:chExt cx="7191760" cy="1080000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B64600DE-7BDC-2E22-CAA7-7A7A655A638B}"/>
                </a:ext>
              </a:extLst>
            </p:cNvPr>
            <p:cNvSpPr/>
            <p:nvPr/>
          </p:nvSpPr>
          <p:spPr>
            <a:xfrm>
              <a:off x="3484880" y="25858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INTRODUCTION</a:t>
              </a: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781489CA-A19F-CC67-E008-74F6CA7D1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2967" y="356263"/>
              <a:ext cx="831665" cy="831665"/>
            </a:xfrm>
            <a:prstGeom prst="rect">
              <a:avLst/>
            </a:prstGeom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C8A96187-A3FB-607C-5ABD-F9DE6C08C598}"/>
              </a:ext>
            </a:extLst>
          </p:cNvPr>
          <p:cNvGrpSpPr/>
          <p:nvPr/>
        </p:nvGrpSpPr>
        <p:grpSpPr>
          <a:xfrm>
            <a:off x="4338320" y="1983240"/>
            <a:ext cx="7191760" cy="1080000"/>
            <a:chOff x="4338320" y="1983240"/>
            <a:chExt cx="7191760" cy="1080000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2DDC3E6F-62D4-3A4B-DD15-A54E05A14AD7}"/>
                </a:ext>
              </a:extLst>
            </p:cNvPr>
            <p:cNvSpPr/>
            <p:nvPr/>
          </p:nvSpPr>
          <p:spPr>
            <a:xfrm>
              <a:off x="4338320" y="198324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PROPOSAL</a:t>
              </a:r>
              <a:endParaRPr lang="en-US" sz="4000" noProof="0" dirty="0"/>
            </a:p>
          </p:txBody>
        </p:sp>
        <p:pic>
          <p:nvPicPr>
            <p:cNvPr id="20" name="Imagen 8">
              <a:extLst>
                <a:ext uri="{FF2B5EF4-FFF2-40B4-BE49-F238E27FC236}">
                  <a16:creationId xmlns:a16="http://schemas.microsoft.com/office/drawing/2014/main" id="{B7F674C7-B48B-6E06-F13B-2E1FE9606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78097" y="2107407"/>
              <a:ext cx="831665" cy="831665"/>
            </a:xfrm>
            <a:prstGeom prst="rect">
              <a:avLst/>
            </a:prstGeom>
          </p:spPr>
        </p:pic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7FB75BA7-C5DA-352E-3F6D-FC18AC3A81F4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chemeClr val="bg1"/>
                </a:solidFill>
              </a:rPr>
              <a:t>1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5472B0DC-DF73-9742-9DD7-EFDCC41B0FFE}"/>
              </a:ext>
            </a:extLst>
          </p:cNvPr>
          <p:cNvGrpSpPr/>
          <p:nvPr/>
        </p:nvGrpSpPr>
        <p:grpSpPr>
          <a:xfrm>
            <a:off x="3484880" y="5610610"/>
            <a:ext cx="7191760" cy="1080000"/>
            <a:chOff x="3484880" y="5610610"/>
            <a:chExt cx="7191760" cy="1080000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FA6DD4AB-E793-BB33-A009-C1AE211CA90B}"/>
                </a:ext>
              </a:extLst>
            </p:cNvPr>
            <p:cNvSpPr/>
            <p:nvPr/>
          </p:nvSpPr>
          <p:spPr>
            <a:xfrm>
              <a:off x="3484880" y="56106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CONCLUSIONS</a:t>
              </a:r>
              <a:endParaRPr lang="en-US" sz="4000" noProof="0" dirty="0"/>
            </a:p>
          </p:txBody>
        </p:sp>
        <p:pic>
          <p:nvPicPr>
            <p:cNvPr id="2" name="Imagen 8">
              <a:extLst>
                <a:ext uri="{FF2B5EF4-FFF2-40B4-BE49-F238E27FC236}">
                  <a16:creationId xmlns:a16="http://schemas.microsoft.com/office/drawing/2014/main" id="{B0B7AE70-0540-DBAC-7B14-109BB58AF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30641" y="5742931"/>
              <a:ext cx="815357" cy="815357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59634385-1E72-9BE1-9848-BBDB4604A90E}"/>
              </a:ext>
            </a:extLst>
          </p:cNvPr>
          <p:cNvGrpSpPr/>
          <p:nvPr/>
        </p:nvGrpSpPr>
        <p:grpSpPr>
          <a:xfrm>
            <a:off x="4338320" y="3934210"/>
            <a:ext cx="7191760" cy="1080000"/>
            <a:chOff x="4338320" y="3934210"/>
            <a:chExt cx="7191760" cy="1080000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8C65A13D-A5A7-52BC-CE25-86CE855F5F17}"/>
                </a:ext>
              </a:extLst>
            </p:cNvPr>
            <p:cNvSpPr/>
            <p:nvPr/>
          </p:nvSpPr>
          <p:spPr>
            <a:xfrm>
              <a:off x="4338320" y="39342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</a:t>
              </a:r>
              <a:r>
                <a:rPr lang="en-US" sz="4000" b="1" dirty="0">
                  <a:solidFill>
                    <a:schemeClr val="tx1"/>
                  </a:solidFill>
                </a:rPr>
                <a:t> USE CASE</a:t>
              </a:r>
              <a:endParaRPr lang="en-US" noProof="0" dirty="0"/>
            </a:p>
          </p:txBody>
        </p:sp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BA3D3B83-6C10-ED9F-21F6-A9EE2F8A4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990743" y="4082559"/>
              <a:ext cx="783301" cy="783301"/>
            </a:xfrm>
            <a:prstGeom prst="rect">
              <a:avLst/>
            </a:prstGeom>
          </p:spPr>
        </p:pic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BF47116-99DE-61C7-F049-7D3A083C0FFA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6148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2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29E2C-C4D3-64DE-540A-93219D8E2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99DB3E04-9069-D842-3A73-78FBC31FD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795" y="2622379"/>
            <a:ext cx="1104572" cy="1104572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1E1714D-34CC-1531-3E5F-512DD00C0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634" y="1706967"/>
            <a:ext cx="1095406" cy="109540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B1B057E-D7FC-9116-4CF1-9EEE4AC463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930" y="3365947"/>
            <a:ext cx="1104585" cy="110458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C06548FA-296D-C1E1-6A4A-E6F9A6880C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551" y="5432870"/>
            <a:ext cx="1104585" cy="110458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725045C9-39E8-7EFF-C768-C75381B26E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6491" y="4919515"/>
            <a:ext cx="1151566" cy="1151566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9E18636C-0FF8-DBA8-6F75-14FA456039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1032" y="1706967"/>
            <a:ext cx="1095406" cy="1095406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4BD3D473-33FC-7FCA-26C8-D16F297F10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640" y="4859462"/>
            <a:ext cx="1124290" cy="1146817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3551F730-0F4E-5D75-B9F3-761B0189D1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9154" y="4744507"/>
            <a:ext cx="1063580" cy="1104585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D37059CE-3733-0BCF-8C10-3BC2F35E7741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3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F1742B89-9238-9682-5B02-615B084F03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640" y="4859461"/>
            <a:ext cx="1124290" cy="1146817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ADFF02AD-149C-F71A-83A4-FFB06AD93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930" y="3365947"/>
            <a:ext cx="1104585" cy="1104585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110452D5-0719-31E1-DB5E-1CDB2E5EAD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550" y="5421649"/>
            <a:ext cx="1104585" cy="1104585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8CB56A8C-A499-17F1-5100-3BF063D4A3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945" y="5410428"/>
            <a:ext cx="1104585" cy="1104585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C6163481-DFB4-8CF6-8754-22D37419F3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096" y="4919515"/>
            <a:ext cx="1151566" cy="1151566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10D0DF8-36C7-6F40-BC41-6288BCD19F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6885" y="4919515"/>
            <a:ext cx="1151566" cy="1151566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1484B5F3-4731-4187-A659-D96262835E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1032" y="1706967"/>
            <a:ext cx="1095406" cy="1095406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123EE480-3708-29DD-05A1-33439B63F8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1032" y="1706967"/>
            <a:ext cx="1095406" cy="1095406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C56D5491-6EDD-9258-3DB2-7DE29A98AB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9154" y="4753405"/>
            <a:ext cx="1063580" cy="1104585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6147E5F8-748A-6896-84BC-599340D00E2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9154" y="4753404"/>
            <a:ext cx="1063580" cy="110458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13CB4A6-1386-180B-D9F4-07CB2F7BF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n-US" b="1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User-oriented Pricings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147275-F2CC-B3BC-8B9F-A28CE69B8C5F}"/>
              </a:ext>
            </a:extLst>
          </p:cNvPr>
          <p:cNvSpPr txBox="1"/>
          <p:nvPr/>
        </p:nvSpPr>
        <p:spPr>
          <a:xfrm>
            <a:off x="0" y="6316525"/>
            <a:ext cx="9114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García-Fernández, A., Parejo, J. A., &amp; Ruiz-Cortés, A. (2024, May). Pricing4saas: towards a pricing model to drive the operation of </a:t>
            </a:r>
            <a:r>
              <a:rPr lang="en-US" sz="1400" dirty="0" err="1"/>
              <a:t>saas</a:t>
            </a:r>
            <a:r>
              <a:rPr lang="en-US" sz="1400" dirty="0"/>
              <a:t>. </a:t>
            </a:r>
          </a:p>
          <a:p>
            <a:r>
              <a:rPr lang="en-US" sz="1400" dirty="0"/>
              <a:t>In </a:t>
            </a:r>
            <a:r>
              <a:rPr lang="en-US" sz="1400" i="1" dirty="0"/>
              <a:t>International Conference on Advanced Information Systems Engineering</a:t>
            </a:r>
            <a:r>
              <a:rPr lang="en-US" sz="1400" dirty="0"/>
              <a:t> (pp. 47-54). Cham: Springer Nature Switzerland.</a:t>
            </a:r>
          </a:p>
        </p:txBody>
      </p:sp>
    </p:spTree>
    <p:extLst>
      <p:ext uri="{BB962C8B-B14F-4D97-AF65-F5344CB8AC3E}">
        <p14:creationId xmlns:p14="http://schemas.microsoft.com/office/powerpoint/2010/main" val="3634632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77A3-8B42-85DD-FCE8-8DD3CE581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FC3386F-0BF0-5EEA-00FE-D3EE14388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170" y="1378547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1539922-6BEF-D670-3B40-DEC9BE36F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154" y="2814633"/>
            <a:ext cx="409161" cy="4091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681BB3E-51A3-4763-D204-656A8C38C7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3118" y="2298330"/>
            <a:ext cx="405780" cy="40578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BF469F6-0718-A927-573E-9C3C368593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0097" y="2803999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9E43BDC-E642-57BD-283D-533C18A5B2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4404" y="3410202"/>
            <a:ext cx="362861" cy="3628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681B713-31B8-E6D4-B3A1-E06405FA4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557" y="2811986"/>
            <a:ext cx="409161" cy="4091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7F16236-7C17-5122-0F7F-729E0E71A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938" y="2245698"/>
            <a:ext cx="405780" cy="40578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00E4C33-1E97-EA2E-26B0-3F38F9B03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0888" y="2841264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1EDEB79-834A-C879-F832-B3E38A2B2E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4400" y="4062432"/>
            <a:ext cx="362861" cy="3628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F5795B4-89CF-54DD-A5D1-F411595A62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0515" y="4048565"/>
            <a:ext cx="316061" cy="3160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B683B5A-038D-737E-2E34-B6A78E95B4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3385" y="3406972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2E64C71-B46C-0152-48C0-FB32D15792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4400" y="3425195"/>
            <a:ext cx="362861" cy="3628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79A0499-8E02-A9AB-6DE9-9FCF0CD57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486" y="2803999"/>
            <a:ext cx="409161" cy="40916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D6A58D5B-8F29-7367-19AC-5A4E4ABBFF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7867" y="2208358"/>
            <a:ext cx="405780" cy="40578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143374CB-6077-6C94-EE04-6D70A0115F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7374" y="2855847"/>
            <a:ext cx="362861" cy="362861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181BD0B1-8AD7-E9CD-0589-062F2EB3585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18490" y="2258456"/>
            <a:ext cx="394432" cy="40104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8E4852AF-B558-68FE-17BD-BB61A81B52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2231" y="3397800"/>
            <a:ext cx="371518" cy="378962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E131D10E-2C2A-810C-AC0A-9FFC5C8849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4166" y="2226855"/>
            <a:ext cx="404548" cy="438046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8E3AFBA9-5568-C6F8-A4AB-934969C3E1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9829" y="2208358"/>
            <a:ext cx="419289" cy="435454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179F5172-3185-19F8-4754-DF70EDCE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n-US" b="1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User-oriented Pricings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B8A8771-2C3C-4FA8-9B0F-268CDA557895}"/>
              </a:ext>
            </a:extLst>
          </p:cNvPr>
          <p:cNvSpPr txBox="1"/>
          <p:nvPr/>
        </p:nvSpPr>
        <p:spPr>
          <a:xfrm>
            <a:off x="0" y="6316525"/>
            <a:ext cx="9114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García-Fernández, A., Parejo, J. A., &amp; Ruiz-Cortés, A. (2024, May). Pricing4saas: towards a pricing model to drive the operation of </a:t>
            </a:r>
            <a:r>
              <a:rPr lang="en-US" sz="1400" dirty="0" err="1"/>
              <a:t>saas</a:t>
            </a:r>
            <a:r>
              <a:rPr lang="en-US" sz="1400" dirty="0"/>
              <a:t>. </a:t>
            </a:r>
          </a:p>
          <a:p>
            <a:r>
              <a:rPr lang="en-US" sz="1400" dirty="0"/>
              <a:t>In </a:t>
            </a:r>
            <a:r>
              <a:rPr lang="en-US" sz="1400" i="1" dirty="0"/>
              <a:t>International Conference on Advanced Information Systems Engineering</a:t>
            </a:r>
            <a:r>
              <a:rPr lang="en-US" sz="1400" dirty="0"/>
              <a:t> (pp. 47-54). Cham: Springer Nature Switzerland.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2F2101B-E3D5-F051-A030-EC5CB8C1C69A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3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023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500">
        <p159:morph option="byObject"/>
      </p:transition>
    </mc:Choice>
    <mc:Fallback xmlns="">
      <p:transition spd="slow" advTm="15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8B276-B1EC-152E-619D-A5602FD35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F780712-514D-B3CC-D1E7-3B436E8BE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48" y="1604579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A2A1C1E-D8AB-70F4-5FD3-81F33CCE8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332" y="3040665"/>
            <a:ext cx="409161" cy="4091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68FC14A-7353-A0B6-11F1-55F485FDCC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296" y="2524362"/>
            <a:ext cx="405780" cy="40578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F750637-A39A-9140-54E0-28FD2CDF15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275" y="3030031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F81FD39-EFAD-C956-1C1D-1B4EC1019B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582" y="3636234"/>
            <a:ext cx="362861" cy="3628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AAC43CF-0FF0-0AAF-6080-F414D3174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735" y="3038018"/>
            <a:ext cx="409161" cy="4091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4E70A6D-2330-5A8B-0C43-CB6A87267B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116" y="2471730"/>
            <a:ext cx="405780" cy="40578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0CB41D2-960E-46C2-3E59-CC19F68926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066" y="3067296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137DA9E-2184-3871-B2C5-6984E006BF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5578" y="4288464"/>
            <a:ext cx="362861" cy="3628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CBDB5DD-0C6E-B4B5-70CE-71DFA6EECB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1693" y="4274597"/>
            <a:ext cx="316061" cy="3160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9DF0B61-8279-934F-B85C-414BC7AB38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563" y="3633004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8F6D312-F4F0-A44C-0081-DC4781F2E6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5578" y="3651227"/>
            <a:ext cx="362861" cy="3628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F53F8D2-9C8B-E7E5-C93A-9A2C280A1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64" y="3030031"/>
            <a:ext cx="409161" cy="40916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73B8821C-08C2-0D31-2EF1-0FA9933016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045" y="2434390"/>
            <a:ext cx="405780" cy="40578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DEB1796-54F0-A36C-1D4B-BEBE8A2677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552" y="3081879"/>
            <a:ext cx="362861" cy="362861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5A02AEE7-F321-8E5F-87C2-F84E9B03CD3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9668" y="2484488"/>
            <a:ext cx="394432" cy="40104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C7413FCA-4863-8F16-1C4F-CC1C185E958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3409" y="3623832"/>
            <a:ext cx="371518" cy="378962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BEBC0879-EF22-E496-02C2-890B772C96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344" y="2452887"/>
            <a:ext cx="404548" cy="438046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B725108D-5FDF-7A7B-05FB-A801B2013B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1007" y="2434390"/>
            <a:ext cx="419289" cy="43545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55AD5C5-AC39-D520-CCC2-AEC19AC5C1F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7990" y="2010569"/>
            <a:ext cx="303749" cy="36543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DE15BEB-5A73-09BD-377F-103A113E04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4988" y="2016591"/>
            <a:ext cx="312010" cy="35362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6B164B5-5BC4-0BF8-A33C-220A9763FEE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35733" y="1600598"/>
            <a:ext cx="311265" cy="35918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91A8D7E3-B040-26E9-DD79-921049EF168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83123" y="2540451"/>
            <a:ext cx="353261" cy="359185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0C41738A-4247-4ADB-9DE8-09A9E6A0238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4010" y="1114291"/>
            <a:ext cx="2521835" cy="1932688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9236637A-3BB4-A8C0-180B-DC30AD762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n-US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User-oriented Pricings</a:t>
            </a:r>
            <a:endParaRPr lang="en-US" b="1" noProof="0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1D83EC2-B007-7F1E-C60F-048103D9A04B}"/>
              </a:ext>
            </a:extLst>
          </p:cNvPr>
          <p:cNvSpPr txBox="1"/>
          <p:nvPr/>
        </p:nvSpPr>
        <p:spPr>
          <a:xfrm>
            <a:off x="0" y="6316525"/>
            <a:ext cx="9114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García-Fernández, A., Parejo, J. A., &amp; Ruiz-Cortés, A. (2024, May). Pricing4saas: towards a pricing model to drive the operation of </a:t>
            </a:r>
            <a:r>
              <a:rPr lang="en-US" sz="1400" dirty="0" err="1"/>
              <a:t>saas</a:t>
            </a:r>
            <a:r>
              <a:rPr lang="en-US" sz="1400" dirty="0"/>
              <a:t>. </a:t>
            </a:r>
          </a:p>
          <a:p>
            <a:r>
              <a:rPr lang="en-US" sz="1400" dirty="0"/>
              <a:t>In </a:t>
            </a:r>
            <a:r>
              <a:rPr lang="en-US" sz="1400" i="1" dirty="0"/>
              <a:t>International Conference on Advanced Information Systems Engineering</a:t>
            </a:r>
            <a:r>
              <a:rPr lang="en-US" sz="1400" dirty="0"/>
              <a:t> (pp. 47-54). Cham: Springer Nature Switzerland.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3F188F1-B15D-C46D-0BDF-7AE2D881D5BB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3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098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500">
        <p159:morph option="byObject"/>
      </p:transition>
    </mc:Choice>
    <mc:Fallback xmlns="">
      <p:transition spd="slow" advTm="1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72D3B-769F-BC52-AC4B-EA4613C49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A348937-7592-A7B6-740B-667E37465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48" y="1604579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4084CCA-68BC-DE0C-3755-4DCA61FD4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332" y="3040665"/>
            <a:ext cx="409161" cy="4091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9720EEA-C17B-0ADB-0BA4-F84ACD548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296" y="2524362"/>
            <a:ext cx="405780" cy="40578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4E05667-E0A1-157F-6D08-982C0A7B5E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275" y="3030031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DD10ADC-439E-AA37-C401-8B3051F6B4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582" y="3636234"/>
            <a:ext cx="362861" cy="3628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6D2CE37-E9AF-9C13-D059-DDA30B8D7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735" y="3038018"/>
            <a:ext cx="409161" cy="4091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F5EFE10-34E2-FE4B-5EAC-8E4F03EC1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116" y="2471730"/>
            <a:ext cx="405780" cy="40578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281BC34-E1B9-24D9-36B0-B2A3CCB99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066" y="3067296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E0DBFB0-8084-81D7-9812-D19AA4820F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5578" y="4288464"/>
            <a:ext cx="362861" cy="3628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A19FD4F-22C4-56BB-FFBE-7446A60377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1693" y="4274597"/>
            <a:ext cx="316061" cy="3160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263B584-1A4A-D5A6-4978-E9FE3D8C9C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563" y="3633004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29FC987-A22D-CF30-A383-330E4F10FF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5578" y="3651227"/>
            <a:ext cx="362861" cy="3628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4956AB0-88B0-B222-2C7E-021E079FF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64" y="3030031"/>
            <a:ext cx="409161" cy="40916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E2B4646-81A3-8B91-9A40-E4B7A2240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045" y="2434390"/>
            <a:ext cx="405780" cy="40578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8261EBFB-21CF-D34B-6AA4-AD821774C5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552" y="3081879"/>
            <a:ext cx="362861" cy="362861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EC4504B6-7CA9-BF6E-A506-08BC2F63A3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9668" y="2484488"/>
            <a:ext cx="394432" cy="40104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990EC1E3-B2B3-899A-6FD7-0B58076350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3409" y="3623832"/>
            <a:ext cx="371518" cy="378962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5CC1DCCD-CC58-FD29-7084-51992ECAE0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344" y="2452887"/>
            <a:ext cx="404548" cy="438046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ACEC3748-4052-8FD8-85F2-9D0CA20FC9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1007" y="2434390"/>
            <a:ext cx="419289" cy="43545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612D87AC-029C-B085-5618-670AB320E02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0381" y="2452887"/>
            <a:ext cx="199386" cy="20272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8630805-4A84-7BAF-440C-0947939550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48609" y="2434390"/>
            <a:ext cx="184792" cy="207716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08135A90-657F-B916-7CF6-E943601DF27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5702" y="3506445"/>
            <a:ext cx="184792" cy="20771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5315E493-2957-BF6D-4C42-12C62601352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18956" y="2434390"/>
            <a:ext cx="180004" cy="207716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BBEFD2C6-4F8D-1905-E44E-18863C23B12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4010" y="1114291"/>
            <a:ext cx="2521835" cy="1932688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A2B21981-73D8-B1FD-F6E3-A13829F17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n-US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User-oriented Pricings</a:t>
            </a:r>
            <a:endParaRPr lang="en-US" b="1" noProof="0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EE9F3EE-07DD-C8E8-A413-851B8D124D36}"/>
              </a:ext>
            </a:extLst>
          </p:cNvPr>
          <p:cNvSpPr txBox="1"/>
          <p:nvPr/>
        </p:nvSpPr>
        <p:spPr>
          <a:xfrm>
            <a:off x="0" y="6316525"/>
            <a:ext cx="9114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García-Fernández, A., Parejo, J. A., &amp; Ruiz-Cortés, A. (2024, May). Pricing4saas: towards a pricing model to drive the operation of </a:t>
            </a:r>
            <a:r>
              <a:rPr lang="en-US" sz="1400" dirty="0" err="1"/>
              <a:t>saas</a:t>
            </a:r>
            <a:r>
              <a:rPr lang="en-US" sz="1400" dirty="0"/>
              <a:t>. </a:t>
            </a:r>
          </a:p>
          <a:p>
            <a:r>
              <a:rPr lang="en-US" sz="1400" dirty="0"/>
              <a:t>In </a:t>
            </a:r>
            <a:r>
              <a:rPr lang="en-US" sz="1400" i="1" dirty="0"/>
              <a:t>International Conference on Advanced Information Systems Engineering</a:t>
            </a:r>
            <a:r>
              <a:rPr lang="en-US" sz="1400" dirty="0"/>
              <a:t> (pp. 47-54). Cham: Springer Nature Switzerland.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393520D-30F4-1485-1B84-1110FEE7BC8A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3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69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EFB2E-0B96-0DCA-8F06-4CAFB38EC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C329546-7DF5-F251-B0C8-AA4D9A5D1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48" y="1604579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AD75B6-1799-504E-3F0B-1D031AA3F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332" y="3040665"/>
            <a:ext cx="409161" cy="4091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04569DF-19CD-732F-B6F3-A28A30A19D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296" y="2524362"/>
            <a:ext cx="405780" cy="40578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3BAB092-6365-8D66-7C36-3EB9134EA0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275" y="3030031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E50293D-70E5-E2A9-39D5-A627B612A0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582" y="3636234"/>
            <a:ext cx="362861" cy="3628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9C7E95F-CF56-0F9F-F7A2-481A09652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735" y="3038018"/>
            <a:ext cx="409161" cy="4091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D6999FD-5E1A-985B-6BEF-E5697C17F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116" y="2471730"/>
            <a:ext cx="405780" cy="40578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AE7EA13-E6F0-7700-A7EC-3EBEA956E2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066" y="3067296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9BAFFFA-729D-CD54-6087-286A970D84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5578" y="4288464"/>
            <a:ext cx="362861" cy="3628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6D4D450-271A-5498-9297-86C2C43CD6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1693" y="4274597"/>
            <a:ext cx="316061" cy="3160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A93846A-281C-DDE4-D1BF-C1B4E9EDF8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563" y="3633004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4C22B00-6607-517A-E604-BF9B0055B1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5578" y="3651227"/>
            <a:ext cx="362861" cy="3628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A956701-CBFD-0A00-840A-3308F1120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64" y="3030031"/>
            <a:ext cx="409161" cy="40916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E12C4896-E95E-2130-FB79-FEC66BC41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045" y="2434390"/>
            <a:ext cx="405780" cy="40578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34A3622A-5B6C-1D1B-42F8-5C9B887F15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552" y="3081879"/>
            <a:ext cx="362861" cy="362861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1765436-FD46-34A0-DE71-12940D0DD9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9668" y="2484488"/>
            <a:ext cx="394432" cy="40104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671D44F3-1D47-44F7-C058-3CC4C88C588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3409" y="3623832"/>
            <a:ext cx="371518" cy="378962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B710CA5E-C261-D9F0-5FEA-412986A43F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344" y="2452887"/>
            <a:ext cx="404548" cy="438046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005A5758-3351-DC86-479A-2C9078C047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1007" y="2434390"/>
            <a:ext cx="419289" cy="43545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764D8FB5-87ED-7608-4A6B-D6D11B383A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0381" y="2452887"/>
            <a:ext cx="199386" cy="20272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DAED1454-00C3-2BA3-7DD1-796BB7544C8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48609" y="2434390"/>
            <a:ext cx="184792" cy="207716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052F944A-3BAC-0225-2CFF-0FAD054CF6F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5702" y="3506445"/>
            <a:ext cx="184792" cy="20771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3D577872-B8BD-0618-7364-6D6F968A80D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18956" y="2434390"/>
            <a:ext cx="180004" cy="207716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E7014786-E80C-40FA-D5B1-2D356BE5564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4010" y="1114291"/>
            <a:ext cx="2521835" cy="1932688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6A3B1339-7CF9-E960-E59C-B5993FB9B06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18644" y="3715345"/>
            <a:ext cx="2524409" cy="112367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1B0E73D5-9CB9-F5E1-BCFD-9082237398C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1765" y="4414071"/>
            <a:ext cx="1661150" cy="256351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5E8C17E0-637F-A5E5-D1D5-AB6E50BFEC5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16807" y="3896116"/>
            <a:ext cx="401866" cy="378481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1D5D311B-2313-33BC-5C1C-BA8DBC29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n-US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User-oriented Pricings</a:t>
            </a:r>
            <a:endParaRPr lang="en-US" b="1" noProof="0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008497D-2BE7-5A5B-011C-34F977C79A58}"/>
              </a:ext>
            </a:extLst>
          </p:cNvPr>
          <p:cNvSpPr txBox="1"/>
          <p:nvPr/>
        </p:nvSpPr>
        <p:spPr>
          <a:xfrm>
            <a:off x="0" y="6316525"/>
            <a:ext cx="9114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García-Fernández, A., Parejo, J. A., &amp; Ruiz-Cortés, A. (2024, May). Pricing4saas: towards a pricing model to drive the operation of </a:t>
            </a:r>
            <a:r>
              <a:rPr lang="en-US" sz="1400" dirty="0" err="1"/>
              <a:t>saas</a:t>
            </a:r>
            <a:r>
              <a:rPr lang="en-US" sz="1400" dirty="0"/>
              <a:t>. </a:t>
            </a:r>
          </a:p>
          <a:p>
            <a:r>
              <a:rPr lang="en-US" sz="1400" dirty="0"/>
              <a:t>In </a:t>
            </a:r>
            <a:r>
              <a:rPr lang="en-US" sz="1400" i="1" dirty="0"/>
              <a:t>International Conference on Advanced Information Systems Engineering</a:t>
            </a:r>
            <a:r>
              <a:rPr lang="en-US" sz="1400" dirty="0"/>
              <a:t> (pp. 47-54). Cham: Springer Nature Switzerland.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CE7591E-5531-0A0C-E8CC-F045E3BFE770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3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305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7D614-5954-BE70-B533-552569EE3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37357CA-7398-E092-CFB0-2486CD0D9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20" y="4930537"/>
            <a:ext cx="1727289" cy="132376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E6D86D5-1AEB-CF89-0420-1E1029B7C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38" y="543570"/>
            <a:ext cx="5914070" cy="4200583"/>
          </a:xfrm>
          <a:prstGeom prst="rect">
            <a:avLst/>
          </a:prstGeom>
        </p:spPr>
      </p:pic>
      <p:pic>
        <p:nvPicPr>
          <p:cNvPr id="164" name="Imagen 163">
            <a:extLst>
              <a:ext uri="{FF2B5EF4-FFF2-40B4-BE49-F238E27FC236}">
                <a16:creationId xmlns:a16="http://schemas.microsoft.com/office/drawing/2014/main" id="{BDAAC1E7-7B47-885D-512C-E9B00E0EC1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763" y="2271691"/>
            <a:ext cx="431404" cy="435624"/>
          </a:xfrm>
          <a:prstGeom prst="rect">
            <a:avLst/>
          </a:prstGeom>
        </p:spPr>
      </p:pic>
      <p:pic>
        <p:nvPicPr>
          <p:cNvPr id="165" name="Imagen 164">
            <a:extLst>
              <a:ext uri="{FF2B5EF4-FFF2-40B4-BE49-F238E27FC236}">
                <a16:creationId xmlns:a16="http://schemas.microsoft.com/office/drawing/2014/main" id="{A7D3C4EB-257A-FB1C-6C57-AC08AAA409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327" y="1663776"/>
            <a:ext cx="427840" cy="432024"/>
          </a:xfrm>
          <a:prstGeom prst="rect">
            <a:avLst/>
          </a:prstGeom>
        </p:spPr>
      </p:pic>
      <p:pic>
        <p:nvPicPr>
          <p:cNvPr id="166" name="Imagen 165">
            <a:extLst>
              <a:ext uri="{FF2B5EF4-FFF2-40B4-BE49-F238E27FC236}">
                <a16:creationId xmlns:a16="http://schemas.microsoft.com/office/drawing/2014/main" id="{262F7BC1-DD85-0EE3-6494-A9F0F9C93B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126" y="2320986"/>
            <a:ext cx="382587" cy="386329"/>
          </a:xfrm>
          <a:prstGeom prst="rect">
            <a:avLst/>
          </a:prstGeom>
        </p:spPr>
      </p:pic>
      <p:pic>
        <p:nvPicPr>
          <p:cNvPr id="168" name="Imagen 167">
            <a:extLst>
              <a:ext uri="{FF2B5EF4-FFF2-40B4-BE49-F238E27FC236}">
                <a16:creationId xmlns:a16="http://schemas.microsoft.com/office/drawing/2014/main" id="{737B9471-5B23-84AA-D9D0-13A12D3F75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873" y="1663776"/>
            <a:ext cx="427840" cy="432024"/>
          </a:xfrm>
          <a:prstGeom prst="rect">
            <a:avLst/>
          </a:prstGeom>
        </p:spPr>
      </p:pic>
      <p:pic>
        <p:nvPicPr>
          <p:cNvPr id="169" name="Imagen 168">
            <a:extLst>
              <a:ext uri="{FF2B5EF4-FFF2-40B4-BE49-F238E27FC236}">
                <a16:creationId xmlns:a16="http://schemas.microsoft.com/office/drawing/2014/main" id="{8C8B0564-87C1-484E-5A23-D73A95CE4E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413" y="1694577"/>
            <a:ext cx="160895" cy="162468"/>
          </a:xfrm>
          <a:prstGeom prst="rect">
            <a:avLst/>
          </a:prstGeom>
        </p:spPr>
      </p:pic>
      <p:pic>
        <p:nvPicPr>
          <p:cNvPr id="154" name="Imagen 153">
            <a:extLst>
              <a:ext uri="{FF2B5EF4-FFF2-40B4-BE49-F238E27FC236}">
                <a16:creationId xmlns:a16="http://schemas.microsoft.com/office/drawing/2014/main" id="{587ADC0C-5E1F-5DA3-FC66-9F2EF079E2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9250" y="2936804"/>
            <a:ext cx="382587" cy="386329"/>
          </a:xfrm>
          <a:prstGeom prst="rect">
            <a:avLst/>
          </a:prstGeom>
        </p:spPr>
      </p:pic>
      <p:pic>
        <p:nvPicPr>
          <p:cNvPr id="155" name="Imagen 154">
            <a:extLst>
              <a:ext uri="{FF2B5EF4-FFF2-40B4-BE49-F238E27FC236}">
                <a16:creationId xmlns:a16="http://schemas.microsoft.com/office/drawing/2014/main" id="{4EC1A461-8C5D-1288-88D5-287C89186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4843" y="2271692"/>
            <a:ext cx="431404" cy="435624"/>
          </a:xfrm>
          <a:prstGeom prst="rect">
            <a:avLst/>
          </a:prstGeom>
        </p:spPr>
      </p:pic>
      <p:pic>
        <p:nvPicPr>
          <p:cNvPr id="156" name="Imagen 155">
            <a:extLst>
              <a:ext uri="{FF2B5EF4-FFF2-40B4-BE49-F238E27FC236}">
                <a16:creationId xmlns:a16="http://schemas.microsoft.com/office/drawing/2014/main" id="{919CB39A-B062-F9F0-97D7-7D49F9F478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8407" y="1663776"/>
            <a:ext cx="427840" cy="432025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BF0BE4FF-944B-3881-97F5-53D9CD1163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8206" y="2320986"/>
            <a:ext cx="382587" cy="386329"/>
          </a:xfrm>
          <a:prstGeom prst="rect">
            <a:avLst/>
          </a:prstGeom>
        </p:spPr>
      </p:pic>
      <p:pic>
        <p:nvPicPr>
          <p:cNvPr id="162" name="Imagen 161">
            <a:extLst>
              <a:ext uri="{FF2B5EF4-FFF2-40B4-BE49-F238E27FC236}">
                <a16:creationId xmlns:a16="http://schemas.microsoft.com/office/drawing/2014/main" id="{856ED233-D600-3FB4-7519-5C1F4F74A2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3873" y="2932501"/>
            <a:ext cx="382587" cy="386330"/>
          </a:xfrm>
          <a:prstGeom prst="rect">
            <a:avLst/>
          </a:prstGeom>
        </p:spPr>
      </p:pic>
      <p:pic>
        <p:nvPicPr>
          <p:cNvPr id="163" name="Imagen 162">
            <a:extLst>
              <a:ext uri="{FF2B5EF4-FFF2-40B4-BE49-F238E27FC236}">
                <a16:creationId xmlns:a16="http://schemas.microsoft.com/office/drawing/2014/main" id="{2D192547-6A50-EF4C-23A7-89F3145C4F6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6085" y="2820027"/>
            <a:ext cx="140504" cy="157642"/>
          </a:xfrm>
          <a:prstGeom prst="rect">
            <a:avLst/>
          </a:prstGeom>
        </p:spPr>
      </p:pic>
      <p:pic>
        <p:nvPicPr>
          <p:cNvPr id="160" name="Imagen 159">
            <a:extLst>
              <a:ext uri="{FF2B5EF4-FFF2-40B4-BE49-F238E27FC236}">
                <a16:creationId xmlns:a16="http://schemas.microsoft.com/office/drawing/2014/main" id="{C38D4906-7A30-712A-A794-FAC6D8A779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2953" y="1663776"/>
            <a:ext cx="427840" cy="432025"/>
          </a:xfrm>
          <a:prstGeom prst="rect">
            <a:avLst/>
          </a:prstGeom>
        </p:spPr>
      </p:pic>
      <p:pic>
        <p:nvPicPr>
          <p:cNvPr id="161" name="Imagen 160">
            <a:extLst>
              <a:ext uri="{FF2B5EF4-FFF2-40B4-BE49-F238E27FC236}">
                <a16:creationId xmlns:a16="http://schemas.microsoft.com/office/drawing/2014/main" id="{6BAC3B0C-8930-48C7-DCBF-18BB16E10B6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3463" y="1691865"/>
            <a:ext cx="140504" cy="15764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ADCE2C2-472E-B32E-8637-018B85AC3E9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1722" y="3569463"/>
            <a:ext cx="382587" cy="38632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7B8B6AA-9026-78A3-7897-813B3368874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89927" y="3580710"/>
            <a:ext cx="333243" cy="33650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0D2CB6C-95AB-E59D-7A83-6996792E22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2766" y="2964893"/>
            <a:ext cx="382587" cy="38632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63C88D4-19C3-889C-2DC2-5137BD1C9E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7389" y="2960590"/>
            <a:ext cx="382587" cy="38632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BC39ACC-9BBE-BB25-7805-41D64ACDC2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8359" y="2299781"/>
            <a:ext cx="431404" cy="43562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E3ED0D3-75C4-4D28-D409-CAAD71985B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1923" y="1691865"/>
            <a:ext cx="427840" cy="43202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03C3BC5-001C-DCA2-7046-FCFBAF0297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1722" y="2349075"/>
            <a:ext cx="382587" cy="386329"/>
          </a:xfrm>
          <a:prstGeom prst="rect">
            <a:avLst/>
          </a:prstGeom>
        </p:spPr>
      </p:pic>
      <p:pic>
        <p:nvPicPr>
          <p:cNvPr id="152" name="Imagen 151">
            <a:extLst>
              <a:ext uri="{FF2B5EF4-FFF2-40B4-BE49-F238E27FC236}">
                <a16:creationId xmlns:a16="http://schemas.microsoft.com/office/drawing/2014/main" id="{E17385A3-F8D8-DC68-5FB8-8394B6A21E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469" y="1669782"/>
            <a:ext cx="427839" cy="432024"/>
          </a:xfrm>
          <a:prstGeom prst="rect">
            <a:avLst/>
          </a:prstGeom>
        </p:spPr>
      </p:pic>
      <p:pic>
        <p:nvPicPr>
          <p:cNvPr id="153" name="Imagen 152">
            <a:extLst>
              <a:ext uri="{FF2B5EF4-FFF2-40B4-BE49-F238E27FC236}">
                <a16:creationId xmlns:a16="http://schemas.microsoft.com/office/drawing/2014/main" id="{A8498F7E-3D9C-93E9-27E2-6C9966B5F87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75634" y="1666935"/>
            <a:ext cx="140504" cy="157643"/>
          </a:xfrm>
          <a:prstGeom prst="rect">
            <a:avLst/>
          </a:prstGeom>
        </p:spPr>
      </p:pic>
      <p:pic>
        <p:nvPicPr>
          <p:cNvPr id="393" name="Imagen 392">
            <a:extLst>
              <a:ext uri="{FF2B5EF4-FFF2-40B4-BE49-F238E27FC236}">
                <a16:creationId xmlns:a16="http://schemas.microsoft.com/office/drawing/2014/main" id="{CECD8582-1E00-A58F-BAD5-96C13043D49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79058" y="638926"/>
            <a:ext cx="2366859" cy="1556371"/>
          </a:xfrm>
          <a:prstGeom prst="rect">
            <a:avLst/>
          </a:prstGeom>
        </p:spPr>
      </p:pic>
      <p:pic>
        <p:nvPicPr>
          <p:cNvPr id="395" name="Imagen 394">
            <a:extLst>
              <a:ext uri="{FF2B5EF4-FFF2-40B4-BE49-F238E27FC236}">
                <a16:creationId xmlns:a16="http://schemas.microsoft.com/office/drawing/2014/main" id="{1547057F-3F5A-8AE2-9FD1-D0CD8135D5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304" y="923349"/>
            <a:ext cx="327996" cy="327996"/>
          </a:xfrm>
          <a:prstGeom prst="rect">
            <a:avLst/>
          </a:prstGeom>
        </p:spPr>
      </p:pic>
      <p:pic>
        <p:nvPicPr>
          <p:cNvPr id="396" name="Imagen 395">
            <a:extLst>
              <a:ext uri="{FF2B5EF4-FFF2-40B4-BE49-F238E27FC236}">
                <a16:creationId xmlns:a16="http://schemas.microsoft.com/office/drawing/2014/main" id="{86146E51-D8C4-F231-0C06-0F3D1DDD1F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704" y="952847"/>
            <a:ext cx="320162" cy="320162"/>
          </a:xfrm>
          <a:prstGeom prst="rect">
            <a:avLst/>
          </a:prstGeom>
        </p:spPr>
      </p:pic>
      <p:pic>
        <p:nvPicPr>
          <p:cNvPr id="397" name="Imagen 396">
            <a:extLst>
              <a:ext uri="{FF2B5EF4-FFF2-40B4-BE49-F238E27FC236}">
                <a16:creationId xmlns:a16="http://schemas.microsoft.com/office/drawing/2014/main" id="{2D7BDCFB-6225-E138-908E-8A5D0BAAC0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2002" y="952847"/>
            <a:ext cx="320162" cy="320162"/>
          </a:xfrm>
          <a:prstGeom prst="rect">
            <a:avLst/>
          </a:prstGeom>
        </p:spPr>
      </p:pic>
      <p:grpSp>
        <p:nvGrpSpPr>
          <p:cNvPr id="398" name="Grupo 397">
            <a:extLst>
              <a:ext uri="{FF2B5EF4-FFF2-40B4-BE49-F238E27FC236}">
                <a16:creationId xmlns:a16="http://schemas.microsoft.com/office/drawing/2014/main" id="{C4D2FB7E-3831-D070-3381-0A8F09E11A58}"/>
              </a:ext>
            </a:extLst>
          </p:cNvPr>
          <p:cNvGrpSpPr/>
          <p:nvPr/>
        </p:nvGrpSpPr>
        <p:grpSpPr>
          <a:xfrm>
            <a:off x="7068941" y="975553"/>
            <a:ext cx="294562" cy="294562"/>
            <a:chOff x="497018" y="4873520"/>
            <a:chExt cx="294562" cy="294562"/>
          </a:xfrm>
        </p:grpSpPr>
        <p:pic>
          <p:nvPicPr>
            <p:cNvPr id="399" name="Imagen 398">
              <a:extLst>
                <a:ext uri="{FF2B5EF4-FFF2-40B4-BE49-F238E27FC236}">
                  <a16:creationId xmlns:a16="http://schemas.microsoft.com/office/drawing/2014/main" id="{F31B0376-6A69-D17E-CCCF-F8ED742EB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400" name="Imagen 399">
              <a:extLst>
                <a:ext uri="{FF2B5EF4-FFF2-40B4-BE49-F238E27FC236}">
                  <a16:creationId xmlns:a16="http://schemas.microsoft.com/office/drawing/2014/main" id="{99D66B74-6485-DF42-3E48-C54542FD9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pic>
        <p:nvPicPr>
          <p:cNvPr id="402" name="Imagen 401">
            <a:extLst>
              <a:ext uri="{FF2B5EF4-FFF2-40B4-BE49-F238E27FC236}">
                <a16:creationId xmlns:a16="http://schemas.microsoft.com/office/drawing/2014/main" id="{4139F327-DAE6-FB08-6439-3A5504E62CD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98524" y="2729289"/>
            <a:ext cx="2366859" cy="1556371"/>
          </a:xfrm>
          <a:prstGeom prst="rect">
            <a:avLst/>
          </a:prstGeom>
        </p:spPr>
      </p:pic>
      <p:pic>
        <p:nvPicPr>
          <p:cNvPr id="404" name="Imagen 403">
            <a:extLst>
              <a:ext uri="{FF2B5EF4-FFF2-40B4-BE49-F238E27FC236}">
                <a16:creationId xmlns:a16="http://schemas.microsoft.com/office/drawing/2014/main" id="{84F2A485-6EAB-D0ED-CB25-FFF8EA191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770" y="3013712"/>
            <a:ext cx="327996" cy="327996"/>
          </a:xfrm>
          <a:prstGeom prst="rect">
            <a:avLst/>
          </a:prstGeom>
        </p:spPr>
      </p:pic>
      <p:pic>
        <p:nvPicPr>
          <p:cNvPr id="405" name="Imagen 404">
            <a:extLst>
              <a:ext uri="{FF2B5EF4-FFF2-40B4-BE49-F238E27FC236}">
                <a16:creationId xmlns:a16="http://schemas.microsoft.com/office/drawing/2014/main" id="{5958F830-DCA5-02D9-18A6-D18188B857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170" y="3043210"/>
            <a:ext cx="320162" cy="320162"/>
          </a:xfrm>
          <a:prstGeom prst="rect">
            <a:avLst/>
          </a:prstGeom>
        </p:spPr>
      </p:pic>
      <p:pic>
        <p:nvPicPr>
          <p:cNvPr id="406" name="Imagen 405">
            <a:extLst>
              <a:ext uri="{FF2B5EF4-FFF2-40B4-BE49-F238E27FC236}">
                <a16:creationId xmlns:a16="http://schemas.microsoft.com/office/drawing/2014/main" id="{B2E7F1BE-BCD3-41DB-41C1-30A31FFC50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1468" y="3043210"/>
            <a:ext cx="320162" cy="320162"/>
          </a:xfrm>
          <a:prstGeom prst="rect">
            <a:avLst/>
          </a:prstGeom>
        </p:spPr>
      </p:pic>
      <p:grpSp>
        <p:nvGrpSpPr>
          <p:cNvPr id="407" name="Grupo 406">
            <a:extLst>
              <a:ext uri="{FF2B5EF4-FFF2-40B4-BE49-F238E27FC236}">
                <a16:creationId xmlns:a16="http://schemas.microsoft.com/office/drawing/2014/main" id="{A9317914-1FAA-A2D3-A942-F5F49CB8BDE1}"/>
              </a:ext>
            </a:extLst>
          </p:cNvPr>
          <p:cNvGrpSpPr/>
          <p:nvPr/>
        </p:nvGrpSpPr>
        <p:grpSpPr>
          <a:xfrm>
            <a:off x="7099994" y="3068407"/>
            <a:ext cx="300068" cy="300068"/>
            <a:chOff x="3678209" y="4702103"/>
            <a:chExt cx="300068" cy="300068"/>
          </a:xfrm>
        </p:grpSpPr>
        <p:pic>
          <p:nvPicPr>
            <p:cNvPr id="408" name="Imagen 407">
              <a:extLst>
                <a:ext uri="{FF2B5EF4-FFF2-40B4-BE49-F238E27FC236}">
                  <a16:creationId xmlns:a16="http://schemas.microsoft.com/office/drawing/2014/main" id="{9C1BB57A-A99F-6B0E-7BB5-CFB9C46B5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409" name="Imagen 408">
              <a:extLst>
                <a:ext uri="{FF2B5EF4-FFF2-40B4-BE49-F238E27FC236}">
                  <a16:creationId xmlns:a16="http://schemas.microsoft.com/office/drawing/2014/main" id="{B917047C-8AE2-37DE-AF91-7C6C7B76D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410" name="Grupo 409">
            <a:extLst>
              <a:ext uri="{FF2B5EF4-FFF2-40B4-BE49-F238E27FC236}">
                <a16:creationId xmlns:a16="http://schemas.microsoft.com/office/drawing/2014/main" id="{AE98CB8B-1D9A-CD67-7573-CF84B47382D3}"/>
              </a:ext>
            </a:extLst>
          </p:cNvPr>
          <p:cNvGrpSpPr/>
          <p:nvPr/>
        </p:nvGrpSpPr>
        <p:grpSpPr>
          <a:xfrm>
            <a:off x="7485043" y="3502767"/>
            <a:ext cx="285755" cy="317675"/>
            <a:chOff x="4063257" y="5136462"/>
            <a:chExt cx="285755" cy="317675"/>
          </a:xfrm>
        </p:grpSpPr>
        <p:pic>
          <p:nvPicPr>
            <p:cNvPr id="411" name="Imagen 410">
              <a:extLst>
                <a:ext uri="{FF2B5EF4-FFF2-40B4-BE49-F238E27FC236}">
                  <a16:creationId xmlns:a16="http://schemas.microsoft.com/office/drawing/2014/main" id="{75A3CA23-E579-30C7-AD55-D12992995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412" name="Imagen 411">
              <a:extLst>
                <a:ext uri="{FF2B5EF4-FFF2-40B4-BE49-F238E27FC236}">
                  <a16:creationId xmlns:a16="http://schemas.microsoft.com/office/drawing/2014/main" id="{56AF4B5C-B543-436E-2D9A-5704796B4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413" name="Imagen 412">
            <a:extLst>
              <a:ext uri="{FF2B5EF4-FFF2-40B4-BE49-F238E27FC236}">
                <a16:creationId xmlns:a16="http://schemas.microsoft.com/office/drawing/2014/main" id="{B7A53352-74D2-A84C-5434-B76AB535E2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2638" y="3547996"/>
            <a:ext cx="294780" cy="294780"/>
          </a:xfrm>
          <a:prstGeom prst="rect">
            <a:avLst/>
          </a:prstGeom>
        </p:spPr>
      </p:pic>
      <p:pic>
        <p:nvPicPr>
          <p:cNvPr id="416" name="Imagen 415">
            <a:extLst>
              <a:ext uri="{FF2B5EF4-FFF2-40B4-BE49-F238E27FC236}">
                <a16:creationId xmlns:a16="http://schemas.microsoft.com/office/drawing/2014/main" id="{6F6B6F73-0D3D-205D-12C3-7273317DFDE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98524" y="4822168"/>
            <a:ext cx="2366859" cy="1556371"/>
          </a:xfrm>
          <a:prstGeom prst="rect">
            <a:avLst/>
          </a:prstGeom>
        </p:spPr>
      </p:pic>
      <p:pic>
        <p:nvPicPr>
          <p:cNvPr id="418" name="Imagen 417">
            <a:extLst>
              <a:ext uri="{FF2B5EF4-FFF2-40B4-BE49-F238E27FC236}">
                <a16:creationId xmlns:a16="http://schemas.microsoft.com/office/drawing/2014/main" id="{D247A5A2-6FF8-C2D5-3E8E-4FC4C7FE2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770" y="5106591"/>
            <a:ext cx="327996" cy="327996"/>
          </a:xfrm>
          <a:prstGeom prst="rect">
            <a:avLst/>
          </a:prstGeom>
        </p:spPr>
      </p:pic>
      <p:pic>
        <p:nvPicPr>
          <p:cNvPr id="419" name="Imagen 418">
            <a:extLst>
              <a:ext uri="{FF2B5EF4-FFF2-40B4-BE49-F238E27FC236}">
                <a16:creationId xmlns:a16="http://schemas.microsoft.com/office/drawing/2014/main" id="{0BA54BEE-D5F6-76AD-EB5E-BC9287C13F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170" y="5136089"/>
            <a:ext cx="320162" cy="320162"/>
          </a:xfrm>
          <a:prstGeom prst="rect">
            <a:avLst/>
          </a:prstGeom>
        </p:spPr>
      </p:pic>
      <p:pic>
        <p:nvPicPr>
          <p:cNvPr id="420" name="Imagen 419">
            <a:extLst>
              <a:ext uri="{FF2B5EF4-FFF2-40B4-BE49-F238E27FC236}">
                <a16:creationId xmlns:a16="http://schemas.microsoft.com/office/drawing/2014/main" id="{7BA00A6F-648A-9F61-EB42-A12ABE6B6E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1468" y="5136089"/>
            <a:ext cx="320162" cy="320162"/>
          </a:xfrm>
          <a:prstGeom prst="rect">
            <a:avLst/>
          </a:prstGeom>
        </p:spPr>
      </p:pic>
      <p:pic>
        <p:nvPicPr>
          <p:cNvPr id="421" name="Imagen 420">
            <a:extLst>
              <a:ext uri="{FF2B5EF4-FFF2-40B4-BE49-F238E27FC236}">
                <a16:creationId xmlns:a16="http://schemas.microsoft.com/office/drawing/2014/main" id="{E27C3A79-31B6-D165-D206-64E64CF62D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85042" y="5659320"/>
            <a:ext cx="254000" cy="254000"/>
          </a:xfrm>
          <a:prstGeom prst="rect">
            <a:avLst/>
          </a:prstGeom>
        </p:spPr>
      </p:pic>
      <p:pic>
        <p:nvPicPr>
          <p:cNvPr id="422" name="Imagen 421">
            <a:extLst>
              <a:ext uri="{FF2B5EF4-FFF2-40B4-BE49-F238E27FC236}">
                <a16:creationId xmlns:a16="http://schemas.microsoft.com/office/drawing/2014/main" id="{005BAE85-DF22-5D00-1F4B-15E4B5F012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2638" y="5640875"/>
            <a:ext cx="294780" cy="294780"/>
          </a:xfrm>
          <a:prstGeom prst="rect">
            <a:avLst/>
          </a:prstGeom>
        </p:spPr>
      </p:pic>
      <p:grpSp>
        <p:nvGrpSpPr>
          <p:cNvPr id="423" name="Grupo 422">
            <a:extLst>
              <a:ext uri="{FF2B5EF4-FFF2-40B4-BE49-F238E27FC236}">
                <a16:creationId xmlns:a16="http://schemas.microsoft.com/office/drawing/2014/main" id="{4F4FFC9E-53A0-A30D-D939-1557F16D7709}"/>
              </a:ext>
            </a:extLst>
          </p:cNvPr>
          <p:cNvGrpSpPr/>
          <p:nvPr/>
        </p:nvGrpSpPr>
        <p:grpSpPr>
          <a:xfrm>
            <a:off x="7107468" y="5172752"/>
            <a:ext cx="300068" cy="301854"/>
            <a:chOff x="6785945" y="4956058"/>
            <a:chExt cx="300068" cy="301860"/>
          </a:xfrm>
        </p:grpSpPr>
        <p:pic>
          <p:nvPicPr>
            <p:cNvPr id="424" name="Imagen 423">
              <a:extLst>
                <a:ext uri="{FF2B5EF4-FFF2-40B4-BE49-F238E27FC236}">
                  <a16:creationId xmlns:a16="http://schemas.microsoft.com/office/drawing/2014/main" id="{B9307CEB-2FDC-D40D-C2A9-ACAB1AFA4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425" name="Imagen 424">
              <a:extLst>
                <a:ext uri="{FF2B5EF4-FFF2-40B4-BE49-F238E27FC236}">
                  <a16:creationId xmlns:a16="http://schemas.microsoft.com/office/drawing/2014/main" id="{F2C7E518-126A-C3F2-F530-FF23D02E4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426" name="Imagen 425">
            <a:extLst>
              <a:ext uri="{FF2B5EF4-FFF2-40B4-BE49-F238E27FC236}">
                <a16:creationId xmlns:a16="http://schemas.microsoft.com/office/drawing/2014/main" id="{910AF7CB-678E-5038-859B-3785D357F5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5378" y="5621441"/>
            <a:ext cx="294780" cy="294780"/>
          </a:xfrm>
          <a:prstGeom prst="rect">
            <a:avLst/>
          </a:prstGeom>
        </p:spPr>
      </p:pic>
      <p:pic>
        <p:nvPicPr>
          <p:cNvPr id="427" name="Imagen 426">
            <a:extLst>
              <a:ext uri="{FF2B5EF4-FFF2-40B4-BE49-F238E27FC236}">
                <a16:creationId xmlns:a16="http://schemas.microsoft.com/office/drawing/2014/main" id="{A533E9E9-E8E4-45ED-941F-FA9B60AB372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1411" y="5659322"/>
            <a:ext cx="253999" cy="253999"/>
          </a:xfrm>
          <a:prstGeom prst="rect">
            <a:avLst/>
          </a:prstGeom>
        </p:spPr>
      </p:pic>
      <p:sp>
        <p:nvSpPr>
          <p:cNvPr id="433" name="Abrir llave 432">
            <a:extLst>
              <a:ext uri="{FF2B5EF4-FFF2-40B4-BE49-F238E27FC236}">
                <a16:creationId xmlns:a16="http://schemas.microsoft.com/office/drawing/2014/main" id="{BC700E60-3AD9-4FB4-CCDD-15153A57B3EC}"/>
              </a:ext>
            </a:extLst>
          </p:cNvPr>
          <p:cNvSpPr/>
          <p:nvPr/>
        </p:nvSpPr>
        <p:spPr>
          <a:xfrm>
            <a:off x="6159329" y="624465"/>
            <a:ext cx="518765" cy="5624888"/>
          </a:xfrm>
          <a:prstGeom prst="leftBrace">
            <a:avLst/>
          </a:prstGeom>
          <a:noFill/>
          <a:ln w="28575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37BBCB9-11DE-8FBD-6605-4338B5BACAE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46085" y="5041102"/>
            <a:ext cx="2524409" cy="112367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1B4C008-A1CE-B43F-EC25-DCDFA1F6FC4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49206" y="5739828"/>
            <a:ext cx="1661150" cy="256351"/>
          </a:xfrm>
          <a:prstGeom prst="rect">
            <a:avLst/>
          </a:prstGeom>
        </p:spPr>
      </p:pic>
      <p:pic>
        <p:nvPicPr>
          <p:cNvPr id="150" name="Imagen 149">
            <a:extLst>
              <a:ext uri="{FF2B5EF4-FFF2-40B4-BE49-F238E27FC236}">
                <a16:creationId xmlns:a16="http://schemas.microsoft.com/office/drawing/2014/main" id="{DD9B50FD-4E33-443D-E53B-AB549F449FD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44248" y="5221873"/>
            <a:ext cx="401866" cy="378481"/>
          </a:xfrm>
          <a:prstGeom prst="rect">
            <a:avLst/>
          </a:prstGeom>
        </p:spPr>
      </p:pic>
      <p:pic>
        <p:nvPicPr>
          <p:cNvPr id="151" name="Imagen 150">
            <a:extLst>
              <a:ext uri="{FF2B5EF4-FFF2-40B4-BE49-F238E27FC236}">
                <a16:creationId xmlns:a16="http://schemas.microsoft.com/office/drawing/2014/main" id="{3A7220C6-A44D-95FC-52FC-B9B0467DD84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50908" y="638926"/>
            <a:ext cx="2366859" cy="1556371"/>
          </a:xfrm>
          <a:prstGeom prst="rect">
            <a:avLst/>
          </a:prstGeom>
        </p:spPr>
      </p:pic>
      <p:pic>
        <p:nvPicPr>
          <p:cNvPr id="159" name="Imagen 158">
            <a:extLst>
              <a:ext uri="{FF2B5EF4-FFF2-40B4-BE49-F238E27FC236}">
                <a16:creationId xmlns:a16="http://schemas.microsoft.com/office/drawing/2014/main" id="{28FB0793-FDB8-7449-A825-A455F060A4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1154" y="923349"/>
            <a:ext cx="327996" cy="327996"/>
          </a:xfrm>
          <a:prstGeom prst="rect">
            <a:avLst/>
          </a:prstGeom>
        </p:spPr>
      </p:pic>
      <p:pic>
        <p:nvPicPr>
          <p:cNvPr id="167" name="Imagen 166">
            <a:extLst>
              <a:ext uri="{FF2B5EF4-FFF2-40B4-BE49-F238E27FC236}">
                <a16:creationId xmlns:a16="http://schemas.microsoft.com/office/drawing/2014/main" id="{02DCDA5E-D0B2-551C-2BE4-D241798E4D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3554" y="952847"/>
            <a:ext cx="320162" cy="320162"/>
          </a:xfrm>
          <a:prstGeom prst="rect">
            <a:avLst/>
          </a:prstGeom>
        </p:spPr>
      </p:pic>
      <p:pic>
        <p:nvPicPr>
          <p:cNvPr id="170" name="Imagen 169">
            <a:extLst>
              <a:ext uri="{FF2B5EF4-FFF2-40B4-BE49-F238E27FC236}">
                <a16:creationId xmlns:a16="http://schemas.microsoft.com/office/drawing/2014/main" id="{2ECD4E92-943F-FCE8-E0F8-BE516BE5C8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3852" y="952847"/>
            <a:ext cx="320162" cy="320162"/>
          </a:xfrm>
          <a:prstGeom prst="rect">
            <a:avLst/>
          </a:prstGeom>
        </p:spPr>
      </p:pic>
      <p:grpSp>
        <p:nvGrpSpPr>
          <p:cNvPr id="171" name="Grupo 170">
            <a:extLst>
              <a:ext uri="{FF2B5EF4-FFF2-40B4-BE49-F238E27FC236}">
                <a16:creationId xmlns:a16="http://schemas.microsoft.com/office/drawing/2014/main" id="{428C54AF-1E50-57DC-F154-920C8D041ACB}"/>
              </a:ext>
            </a:extLst>
          </p:cNvPr>
          <p:cNvGrpSpPr/>
          <p:nvPr/>
        </p:nvGrpSpPr>
        <p:grpSpPr>
          <a:xfrm>
            <a:off x="9740791" y="975553"/>
            <a:ext cx="294562" cy="294562"/>
            <a:chOff x="497018" y="4873520"/>
            <a:chExt cx="294562" cy="294562"/>
          </a:xfrm>
        </p:grpSpPr>
        <p:pic>
          <p:nvPicPr>
            <p:cNvPr id="174" name="Imagen 173">
              <a:extLst>
                <a:ext uri="{FF2B5EF4-FFF2-40B4-BE49-F238E27FC236}">
                  <a16:creationId xmlns:a16="http://schemas.microsoft.com/office/drawing/2014/main" id="{A7E2E1C6-1D14-FB76-EC1D-CE72B1B24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75" name="Imagen 174">
              <a:extLst>
                <a:ext uri="{FF2B5EF4-FFF2-40B4-BE49-F238E27FC236}">
                  <a16:creationId xmlns:a16="http://schemas.microsoft.com/office/drawing/2014/main" id="{9F4D38E4-2C94-E562-8526-D11D30CBD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pic>
        <p:nvPicPr>
          <p:cNvPr id="177" name="Imagen 176">
            <a:extLst>
              <a:ext uri="{FF2B5EF4-FFF2-40B4-BE49-F238E27FC236}">
                <a16:creationId xmlns:a16="http://schemas.microsoft.com/office/drawing/2014/main" id="{E94617F5-668A-5FF7-0CA6-F036D0D3EF7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70374" y="2729289"/>
            <a:ext cx="2366859" cy="1556371"/>
          </a:xfrm>
          <a:prstGeom prst="rect">
            <a:avLst/>
          </a:prstGeom>
        </p:spPr>
      </p:pic>
      <p:pic>
        <p:nvPicPr>
          <p:cNvPr id="179" name="Imagen 178">
            <a:extLst>
              <a:ext uri="{FF2B5EF4-FFF2-40B4-BE49-F238E27FC236}">
                <a16:creationId xmlns:a16="http://schemas.microsoft.com/office/drawing/2014/main" id="{65F3C133-8D38-7053-4E51-73595CA716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0620" y="3013712"/>
            <a:ext cx="327996" cy="327996"/>
          </a:xfrm>
          <a:prstGeom prst="rect">
            <a:avLst/>
          </a:prstGeom>
        </p:spPr>
      </p:pic>
      <p:pic>
        <p:nvPicPr>
          <p:cNvPr id="180" name="Imagen 179">
            <a:extLst>
              <a:ext uri="{FF2B5EF4-FFF2-40B4-BE49-F238E27FC236}">
                <a16:creationId xmlns:a16="http://schemas.microsoft.com/office/drawing/2014/main" id="{B7FD1D01-73E6-7561-10CA-003A09F6C0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3020" y="3043210"/>
            <a:ext cx="320162" cy="320162"/>
          </a:xfrm>
          <a:prstGeom prst="rect">
            <a:avLst/>
          </a:prstGeom>
        </p:spPr>
      </p:pic>
      <p:pic>
        <p:nvPicPr>
          <p:cNvPr id="181" name="Imagen 180">
            <a:extLst>
              <a:ext uri="{FF2B5EF4-FFF2-40B4-BE49-F238E27FC236}">
                <a16:creationId xmlns:a16="http://schemas.microsoft.com/office/drawing/2014/main" id="{B320B24D-285F-C256-B883-756DAC9C9F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3318" y="3043210"/>
            <a:ext cx="320162" cy="320162"/>
          </a:xfrm>
          <a:prstGeom prst="rect">
            <a:avLst/>
          </a:prstGeom>
        </p:spPr>
      </p:pic>
      <p:grpSp>
        <p:nvGrpSpPr>
          <p:cNvPr id="182" name="Grupo 181">
            <a:extLst>
              <a:ext uri="{FF2B5EF4-FFF2-40B4-BE49-F238E27FC236}">
                <a16:creationId xmlns:a16="http://schemas.microsoft.com/office/drawing/2014/main" id="{B35A269D-11DB-41FD-E50F-F8B84DCB97DC}"/>
              </a:ext>
            </a:extLst>
          </p:cNvPr>
          <p:cNvGrpSpPr/>
          <p:nvPr/>
        </p:nvGrpSpPr>
        <p:grpSpPr>
          <a:xfrm>
            <a:off x="9771844" y="3068407"/>
            <a:ext cx="300068" cy="300068"/>
            <a:chOff x="3678209" y="4702103"/>
            <a:chExt cx="300068" cy="300068"/>
          </a:xfrm>
        </p:grpSpPr>
        <p:pic>
          <p:nvPicPr>
            <p:cNvPr id="183" name="Imagen 182">
              <a:extLst>
                <a:ext uri="{FF2B5EF4-FFF2-40B4-BE49-F238E27FC236}">
                  <a16:creationId xmlns:a16="http://schemas.microsoft.com/office/drawing/2014/main" id="{81B1F7BD-3795-23AC-44DF-066CEFEEC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184" name="Imagen 183">
              <a:extLst>
                <a:ext uri="{FF2B5EF4-FFF2-40B4-BE49-F238E27FC236}">
                  <a16:creationId xmlns:a16="http://schemas.microsoft.com/office/drawing/2014/main" id="{FCF8699E-68D2-A8EF-4265-F5CBB5F5C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185" name="Grupo 184">
            <a:extLst>
              <a:ext uri="{FF2B5EF4-FFF2-40B4-BE49-F238E27FC236}">
                <a16:creationId xmlns:a16="http://schemas.microsoft.com/office/drawing/2014/main" id="{8C45A7A2-2A03-3536-71C7-C141033672EF}"/>
              </a:ext>
            </a:extLst>
          </p:cNvPr>
          <p:cNvGrpSpPr/>
          <p:nvPr/>
        </p:nvGrpSpPr>
        <p:grpSpPr>
          <a:xfrm>
            <a:off x="10156893" y="3502767"/>
            <a:ext cx="285755" cy="317675"/>
            <a:chOff x="4063257" y="5136462"/>
            <a:chExt cx="285755" cy="317675"/>
          </a:xfrm>
        </p:grpSpPr>
        <p:pic>
          <p:nvPicPr>
            <p:cNvPr id="186" name="Imagen 185">
              <a:extLst>
                <a:ext uri="{FF2B5EF4-FFF2-40B4-BE49-F238E27FC236}">
                  <a16:creationId xmlns:a16="http://schemas.microsoft.com/office/drawing/2014/main" id="{538C1FE2-93EC-15AE-762F-825FC2328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C8EE7D15-B1CF-DFA9-3FC3-E118C6BA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88" name="Imagen 187">
            <a:extLst>
              <a:ext uri="{FF2B5EF4-FFF2-40B4-BE49-F238E27FC236}">
                <a16:creationId xmlns:a16="http://schemas.microsoft.com/office/drawing/2014/main" id="{6EE4D2F5-59C5-45B1-542F-B3B6B16D14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4488" y="3547996"/>
            <a:ext cx="294780" cy="294780"/>
          </a:xfrm>
          <a:prstGeom prst="rect">
            <a:avLst/>
          </a:prstGeom>
        </p:spPr>
      </p:pic>
      <p:pic>
        <p:nvPicPr>
          <p:cNvPr id="189" name="Imagen 188">
            <a:extLst>
              <a:ext uri="{FF2B5EF4-FFF2-40B4-BE49-F238E27FC236}">
                <a16:creationId xmlns:a16="http://schemas.microsoft.com/office/drawing/2014/main" id="{28DAD450-F933-0016-01C0-8C0851004A4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43690" y="3255584"/>
            <a:ext cx="273521" cy="273521"/>
          </a:xfrm>
          <a:prstGeom prst="rect">
            <a:avLst/>
          </a:prstGeom>
        </p:spPr>
      </p:pic>
      <p:pic>
        <p:nvPicPr>
          <p:cNvPr id="191" name="Imagen 190">
            <a:extLst>
              <a:ext uri="{FF2B5EF4-FFF2-40B4-BE49-F238E27FC236}">
                <a16:creationId xmlns:a16="http://schemas.microsoft.com/office/drawing/2014/main" id="{D14491B7-E2CF-451D-1503-AC8282EF18C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70374" y="4822168"/>
            <a:ext cx="2366859" cy="1556371"/>
          </a:xfrm>
          <a:prstGeom prst="rect">
            <a:avLst/>
          </a:prstGeom>
        </p:spPr>
      </p:pic>
      <p:pic>
        <p:nvPicPr>
          <p:cNvPr id="257" name="Imagen 256">
            <a:extLst>
              <a:ext uri="{FF2B5EF4-FFF2-40B4-BE49-F238E27FC236}">
                <a16:creationId xmlns:a16="http://schemas.microsoft.com/office/drawing/2014/main" id="{681DB9D5-0329-C748-C049-7CE91E6188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0620" y="5106591"/>
            <a:ext cx="327996" cy="327996"/>
          </a:xfrm>
          <a:prstGeom prst="rect">
            <a:avLst/>
          </a:prstGeom>
        </p:spPr>
      </p:pic>
      <p:pic>
        <p:nvPicPr>
          <p:cNvPr id="258" name="Imagen 257">
            <a:extLst>
              <a:ext uri="{FF2B5EF4-FFF2-40B4-BE49-F238E27FC236}">
                <a16:creationId xmlns:a16="http://schemas.microsoft.com/office/drawing/2014/main" id="{3020723C-C665-0DD8-3696-CF28848A2D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3020" y="5136089"/>
            <a:ext cx="320162" cy="320162"/>
          </a:xfrm>
          <a:prstGeom prst="rect">
            <a:avLst/>
          </a:prstGeom>
        </p:spPr>
      </p:pic>
      <p:pic>
        <p:nvPicPr>
          <p:cNvPr id="259" name="Imagen 258">
            <a:extLst>
              <a:ext uri="{FF2B5EF4-FFF2-40B4-BE49-F238E27FC236}">
                <a16:creationId xmlns:a16="http://schemas.microsoft.com/office/drawing/2014/main" id="{53A19BF2-66D4-EDEB-607C-A47DE8825A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3318" y="5136089"/>
            <a:ext cx="320162" cy="320162"/>
          </a:xfrm>
          <a:prstGeom prst="rect">
            <a:avLst/>
          </a:prstGeom>
        </p:spPr>
      </p:pic>
      <p:pic>
        <p:nvPicPr>
          <p:cNvPr id="260" name="Imagen 259">
            <a:extLst>
              <a:ext uri="{FF2B5EF4-FFF2-40B4-BE49-F238E27FC236}">
                <a16:creationId xmlns:a16="http://schemas.microsoft.com/office/drawing/2014/main" id="{CDB07A2D-6592-949C-AB69-154E9D4AEA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6892" y="5659320"/>
            <a:ext cx="254000" cy="254000"/>
          </a:xfrm>
          <a:prstGeom prst="rect">
            <a:avLst/>
          </a:prstGeom>
        </p:spPr>
      </p:pic>
      <p:pic>
        <p:nvPicPr>
          <p:cNvPr id="261" name="Imagen 260">
            <a:extLst>
              <a:ext uri="{FF2B5EF4-FFF2-40B4-BE49-F238E27FC236}">
                <a16:creationId xmlns:a16="http://schemas.microsoft.com/office/drawing/2014/main" id="{BD4C2D99-FFB1-E9D8-ADA2-51716836B6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4488" y="5640875"/>
            <a:ext cx="294780" cy="294780"/>
          </a:xfrm>
          <a:prstGeom prst="rect">
            <a:avLst/>
          </a:prstGeom>
        </p:spPr>
      </p:pic>
      <p:grpSp>
        <p:nvGrpSpPr>
          <p:cNvPr id="262" name="Grupo 261">
            <a:extLst>
              <a:ext uri="{FF2B5EF4-FFF2-40B4-BE49-F238E27FC236}">
                <a16:creationId xmlns:a16="http://schemas.microsoft.com/office/drawing/2014/main" id="{82C59122-2935-87B0-0A90-D4078424996D}"/>
              </a:ext>
            </a:extLst>
          </p:cNvPr>
          <p:cNvGrpSpPr/>
          <p:nvPr/>
        </p:nvGrpSpPr>
        <p:grpSpPr>
          <a:xfrm>
            <a:off x="9779318" y="5172752"/>
            <a:ext cx="300068" cy="301854"/>
            <a:chOff x="6785945" y="4956058"/>
            <a:chExt cx="300068" cy="301860"/>
          </a:xfrm>
        </p:grpSpPr>
        <p:pic>
          <p:nvPicPr>
            <p:cNvPr id="263" name="Imagen 262">
              <a:extLst>
                <a:ext uri="{FF2B5EF4-FFF2-40B4-BE49-F238E27FC236}">
                  <a16:creationId xmlns:a16="http://schemas.microsoft.com/office/drawing/2014/main" id="{00608446-EB01-AAA5-660B-3A737B308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264" name="Imagen 263">
              <a:extLst>
                <a:ext uri="{FF2B5EF4-FFF2-40B4-BE49-F238E27FC236}">
                  <a16:creationId xmlns:a16="http://schemas.microsoft.com/office/drawing/2014/main" id="{4A2DD729-264D-8B38-0C61-411A38C5A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265" name="Imagen 264">
            <a:extLst>
              <a:ext uri="{FF2B5EF4-FFF2-40B4-BE49-F238E27FC236}">
                <a16:creationId xmlns:a16="http://schemas.microsoft.com/office/drawing/2014/main" id="{34FB25F3-4B4E-8D92-AF0E-9BFB1D91E09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37228" y="5621441"/>
            <a:ext cx="294780" cy="294780"/>
          </a:xfrm>
          <a:prstGeom prst="rect">
            <a:avLst/>
          </a:prstGeom>
        </p:spPr>
      </p:pic>
      <p:pic>
        <p:nvPicPr>
          <p:cNvPr id="266" name="Imagen 265">
            <a:extLst>
              <a:ext uri="{FF2B5EF4-FFF2-40B4-BE49-F238E27FC236}">
                <a16:creationId xmlns:a16="http://schemas.microsoft.com/office/drawing/2014/main" id="{F7F8AEB6-550D-BC7E-11EC-72D42B323B7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63261" y="5659322"/>
            <a:ext cx="253999" cy="253999"/>
          </a:xfrm>
          <a:prstGeom prst="rect">
            <a:avLst/>
          </a:prstGeom>
        </p:spPr>
      </p:pic>
      <p:pic>
        <p:nvPicPr>
          <p:cNvPr id="267" name="Imagen 266">
            <a:extLst>
              <a:ext uri="{FF2B5EF4-FFF2-40B4-BE49-F238E27FC236}">
                <a16:creationId xmlns:a16="http://schemas.microsoft.com/office/drawing/2014/main" id="{569A90E4-55CD-7D7B-30C6-3B12B0772E9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46297" y="5367354"/>
            <a:ext cx="273521" cy="273521"/>
          </a:xfrm>
          <a:prstGeom prst="rect">
            <a:avLst/>
          </a:prstGeom>
        </p:spPr>
      </p:pic>
      <p:pic>
        <p:nvPicPr>
          <p:cNvPr id="269" name="Imagen 268">
            <a:extLst>
              <a:ext uri="{FF2B5EF4-FFF2-40B4-BE49-F238E27FC236}">
                <a16:creationId xmlns:a16="http://schemas.microsoft.com/office/drawing/2014/main" id="{55DC4245-B784-7B96-0CF2-DFD8CD28027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26830" y="1160585"/>
            <a:ext cx="273521" cy="273521"/>
          </a:xfrm>
          <a:prstGeom prst="rect">
            <a:avLst/>
          </a:prstGeom>
        </p:spPr>
      </p:pic>
      <p:sp>
        <p:nvSpPr>
          <p:cNvPr id="347" name="CuadroTexto 346">
            <a:extLst>
              <a:ext uri="{FF2B5EF4-FFF2-40B4-BE49-F238E27FC236}">
                <a16:creationId xmlns:a16="http://schemas.microsoft.com/office/drawing/2014/main" id="{6FE97EA0-01EE-9ED7-17CE-26F0D6F97DFF}"/>
              </a:ext>
            </a:extLst>
          </p:cNvPr>
          <p:cNvSpPr txBox="1"/>
          <p:nvPr/>
        </p:nvSpPr>
        <p:spPr>
          <a:xfrm>
            <a:off x="7436566" y="276365"/>
            <a:ext cx="1188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Ⓢ(BASIC)</a:t>
            </a:r>
          </a:p>
        </p:txBody>
      </p:sp>
      <p:sp>
        <p:nvSpPr>
          <p:cNvPr id="348" name="CuadroTexto 347">
            <a:extLst>
              <a:ext uri="{FF2B5EF4-FFF2-40B4-BE49-F238E27FC236}">
                <a16:creationId xmlns:a16="http://schemas.microsoft.com/office/drawing/2014/main" id="{7835C15C-657A-E524-6F2A-0B319278D0C9}"/>
              </a:ext>
            </a:extLst>
          </p:cNvPr>
          <p:cNvSpPr txBox="1"/>
          <p:nvPr/>
        </p:nvSpPr>
        <p:spPr>
          <a:xfrm>
            <a:off x="9900286" y="285763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Ⓢ(BASIC, calls)</a:t>
            </a:r>
          </a:p>
        </p:txBody>
      </p:sp>
      <p:sp>
        <p:nvSpPr>
          <p:cNvPr id="349" name="CuadroTexto 348">
            <a:extLst>
              <a:ext uri="{FF2B5EF4-FFF2-40B4-BE49-F238E27FC236}">
                <a16:creationId xmlns:a16="http://schemas.microsoft.com/office/drawing/2014/main" id="{33710B62-0A2C-5F50-07A0-EB3C8B6289B5}"/>
              </a:ext>
            </a:extLst>
          </p:cNvPr>
          <p:cNvSpPr txBox="1"/>
          <p:nvPr/>
        </p:nvSpPr>
        <p:spPr>
          <a:xfrm>
            <a:off x="7539235" y="2393325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Ⓢ(PRO)</a:t>
            </a:r>
          </a:p>
        </p:txBody>
      </p:sp>
      <p:sp>
        <p:nvSpPr>
          <p:cNvPr id="350" name="CuadroTexto 349">
            <a:extLst>
              <a:ext uri="{FF2B5EF4-FFF2-40B4-BE49-F238E27FC236}">
                <a16:creationId xmlns:a16="http://schemas.microsoft.com/office/drawing/2014/main" id="{FE7F2830-CC25-65F5-1C44-7006C802C12C}"/>
              </a:ext>
            </a:extLst>
          </p:cNvPr>
          <p:cNvSpPr txBox="1"/>
          <p:nvPr/>
        </p:nvSpPr>
        <p:spPr>
          <a:xfrm>
            <a:off x="9927286" y="2387677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Ⓢ(PRO, calls)</a:t>
            </a:r>
          </a:p>
        </p:txBody>
      </p:sp>
      <p:sp>
        <p:nvSpPr>
          <p:cNvPr id="351" name="CuadroTexto 350">
            <a:extLst>
              <a:ext uri="{FF2B5EF4-FFF2-40B4-BE49-F238E27FC236}">
                <a16:creationId xmlns:a16="http://schemas.microsoft.com/office/drawing/2014/main" id="{E6F56D99-AFEA-233D-B935-4B516944354A}"/>
              </a:ext>
            </a:extLst>
          </p:cNvPr>
          <p:cNvSpPr txBox="1"/>
          <p:nvPr/>
        </p:nvSpPr>
        <p:spPr>
          <a:xfrm>
            <a:off x="7252583" y="4476817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Ⓢ(BUSINESS)</a:t>
            </a:r>
          </a:p>
        </p:txBody>
      </p:sp>
      <p:sp>
        <p:nvSpPr>
          <p:cNvPr id="352" name="CuadroTexto 351">
            <a:extLst>
              <a:ext uri="{FF2B5EF4-FFF2-40B4-BE49-F238E27FC236}">
                <a16:creationId xmlns:a16="http://schemas.microsoft.com/office/drawing/2014/main" id="{5732B131-B8C7-6C93-2583-A3D67E4451BD}"/>
              </a:ext>
            </a:extLst>
          </p:cNvPr>
          <p:cNvSpPr txBox="1"/>
          <p:nvPr/>
        </p:nvSpPr>
        <p:spPr>
          <a:xfrm>
            <a:off x="9668112" y="4459658"/>
            <a:ext cx="2186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Ⓢ(BUSINESS, calls)</a:t>
            </a:r>
          </a:p>
        </p:txBody>
      </p:sp>
      <p:sp>
        <p:nvSpPr>
          <p:cNvPr id="3" name="Abrir llave 2">
            <a:extLst>
              <a:ext uri="{FF2B5EF4-FFF2-40B4-BE49-F238E27FC236}">
                <a16:creationId xmlns:a16="http://schemas.microsoft.com/office/drawing/2014/main" id="{7DE37225-8218-1A17-1C44-F39EFEB73BB5}"/>
              </a:ext>
            </a:extLst>
          </p:cNvPr>
          <p:cNvSpPr/>
          <p:nvPr/>
        </p:nvSpPr>
        <p:spPr>
          <a:xfrm rot="10800000">
            <a:off x="12292139" y="579900"/>
            <a:ext cx="518765" cy="5624888"/>
          </a:xfrm>
          <a:prstGeom prst="leftBrace">
            <a:avLst/>
          </a:prstGeom>
          <a:noFill/>
          <a:ln w="28575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E9E878BE-8EEC-C80B-57D4-84DF6ABD8652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3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DE6ECD0-EBB9-A4AE-B0A7-07231C76F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929" y="-1085399"/>
            <a:ext cx="10972800" cy="519112"/>
          </a:xfrm>
        </p:spPr>
        <p:txBody>
          <a:bodyPr/>
          <a:lstStyle/>
          <a:p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Measure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Complexity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sp>
        <p:nvSpPr>
          <p:cNvPr id="256" name="Rectángulo redondeado 2">
            <a:extLst>
              <a:ext uri="{FF2B5EF4-FFF2-40B4-BE49-F238E27FC236}">
                <a16:creationId xmlns:a16="http://schemas.microsoft.com/office/drawing/2014/main" id="{4C4C2D56-D827-3B5C-D258-D5D4D2CFB268}"/>
              </a:ext>
            </a:extLst>
          </p:cNvPr>
          <p:cNvSpPr/>
          <p:nvPr/>
        </p:nvSpPr>
        <p:spPr>
          <a:xfrm rot="1109608">
            <a:off x="13321927" y="374776"/>
            <a:ext cx="1255366" cy="525057"/>
          </a:xfrm>
          <a:prstGeom prst="roundRect">
            <a:avLst/>
          </a:prstGeom>
          <a:noFill/>
          <a:ln w="76200">
            <a:solidFill>
              <a:srgbClr val="8915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89153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ICSOC’24</a:t>
            </a:r>
          </a:p>
        </p:txBody>
      </p:sp>
      <p:sp>
        <p:nvSpPr>
          <p:cNvPr id="268" name="Rectángulo redondeado 2">
            <a:extLst>
              <a:ext uri="{FF2B5EF4-FFF2-40B4-BE49-F238E27FC236}">
                <a16:creationId xmlns:a16="http://schemas.microsoft.com/office/drawing/2014/main" id="{1FDB00CA-3FAB-7F74-A2C1-B0ECD860B2B0}"/>
              </a:ext>
            </a:extLst>
          </p:cNvPr>
          <p:cNvSpPr/>
          <p:nvPr/>
        </p:nvSpPr>
        <p:spPr>
          <a:xfrm rot="1109608">
            <a:off x="14982091" y="1302030"/>
            <a:ext cx="1333885" cy="525057"/>
          </a:xfrm>
          <a:prstGeom prst="roundRect">
            <a:avLst/>
          </a:prstGeom>
          <a:noFill/>
          <a:ln w="76200">
            <a:solidFill>
              <a:srgbClr val="8915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89153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TSC’25?</a:t>
            </a:r>
          </a:p>
        </p:txBody>
      </p:sp>
      <p:pic>
        <p:nvPicPr>
          <p:cNvPr id="270" name="Picture 32">
            <a:extLst>
              <a:ext uri="{FF2B5EF4-FFF2-40B4-BE49-F238E27FC236}">
                <a16:creationId xmlns:a16="http://schemas.microsoft.com/office/drawing/2014/main" id="{237F9E7D-86F1-190D-6E0F-49F8A152543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78519">
            <a:off x="13265950" y="272217"/>
            <a:ext cx="1367806" cy="700879"/>
          </a:xfrm>
          <a:prstGeom prst="rect">
            <a:avLst/>
          </a:prstGeom>
        </p:spPr>
      </p:pic>
      <p:pic>
        <p:nvPicPr>
          <p:cNvPr id="271" name="Imagen 2">
            <a:extLst>
              <a:ext uri="{FF2B5EF4-FFF2-40B4-BE49-F238E27FC236}">
                <a16:creationId xmlns:a16="http://schemas.microsoft.com/office/drawing/2014/main" id="{4695846C-08C1-6C5F-BE65-A994663C8BA1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12930223" y="10199"/>
            <a:ext cx="681686" cy="681686"/>
          </a:xfrm>
          <a:prstGeom prst="rect">
            <a:avLst/>
          </a:prstGeom>
        </p:spPr>
      </p:pic>
      <p:pic>
        <p:nvPicPr>
          <p:cNvPr id="272" name="Picture 32">
            <a:extLst>
              <a:ext uri="{FF2B5EF4-FFF2-40B4-BE49-F238E27FC236}">
                <a16:creationId xmlns:a16="http://schemas.microsoft.com/office/drawing/2014/main" id="{47174179-7281-7739-1ECD-650F6E572E0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78519">
            <a:off x="14935468" y="1182641"/>
            <a:ext cx="1485651" cy="66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84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294;p32">
            <a:extLst>
              <a:ext uri="{FF2B5EF4-FFF2-40B4-BE49-F238E27FC236}">
                <a16:creationId xmlns:a16="http://schemas.microsoft.com/office/drawing/2014/main" id="{A35BCF2C-6A47-0D0A-AB5B-6D454C37B3F8}"/>
              </a:ext>
            </a:extLst>
          </p:cNvPr>
          <p:cNvGrpSpPr/>
          <p:nvPr/>
        </p:nvGrpSpPr>
        <p:grpSpPr>
          <a:xfrm flipV="1">
            <a:off x="1828138" y="1717688"/>
            <a:ext cx="8935425" cy="3553280"/>
            <a:chOff x="2784331" y="1968226"/>
            <a:chExt cx="3419361" cy="1688854"/>
          </a:xfrm>
        </p:grpSpPr>
        <p:sp>
          <p:nvSpPr>
            <p:cNvPr id="40" name="Google Shape;295;p32">
              <a:extLst>
                <a:ext uri="{FF2B5EF4-FFF2-40B4-BE49-F238E27FC236}">
                  <a16:creationId xmlns:a16="http://schemas.microsoft.com/office/drawing/2014/main" id="{FE3F0FDB-EA6D-C270-D444-5E31D7677D38}"/>
                </a:ext>
              </a:extLst>
            </p:cNvPr>
            <p:cNvSpPr/>
            <p:nvPr/>
          </p:nvSpPr>
          <p:spPr>
            <a:xfrm>
              <a:off x="2784331" y="2216672"/>
              <a:ext cx="473341" cy="1192751"/>
            </a:xfrm>
            <a:custGeom>
              <a:avLst/>
              <a:gdLst/>
              <a:ahLst/>
              <a:cxnLst/>
              <a:rect l="l" t="t" r="r" b="b"/>
              <a:pathLst>
                <a:path w="21881" h="55137" extrusionOk="0">
                  <a:moveTo>
                    <a:pt x="11413" y="0"/>
                  </a:moveTo>
                  <a:lnTo>
                    <a:pt x="10032" y="1454"/>
                  </a:lnTo>
                  <a:lnTo>
                    <a:pt x="7524" y="4507"/>
                  </a:lnTo>
                  <a:lnTo>
                    <a:pt x="5379" y="7742"/>
                  </a:lnTo>
                  <a:lnTo>
                    <a:pt x="3598" y="11158"/>
                  </a:lnTo>
                  <a:lnTo>
                    <a:pt x="2145" y="14684"/>
                  </a:lnTo>
                  <a:lnTo>
                    <a:pt x="1091" y="18282"/>
                  </a:lnTo>
                  <a:lnTo>
                    <a:pt x="364" y="21989"/>
                  </a:lnTo>
                  <a:lnTo>
                    <a:pt x="0" y="25697"/>
                  </a:lnTo>
                  <a:lnTo>
                    <a:pt x="0" y="29440"/>
                  </a:lnTo>
                  <a:lnTo>
                    <a:pt x="364" y="33184"/>
                  </a:lnTo>
                  <a:lnTo>
                    <a:pt x="1091" y="36855"/>
                  </a:lnTo>
                  <a:lnTo>
                    <a:pt x="2145" y="40489"/>
                  </a:lnTo>
                  <a:lnTo>
                    <a:pt x="3598" y="44015"/>
                  </a:lnTo>
                  <a:lnTo>
                    <a:pt x="5379" y="47395"/>
                  </a:lnTo>
                  <a:lnTo>
                    <a:pt x="7524" y="50630"/>
                  </a:lnTo>
                  <a:lnTo>
                    <a:pt x="10032" y="53683"/>
                  </a:lnTo>
                  <a:lnTo>
                    <a:pt x="11413" y="55137"/>
                  </a:lnTo>
                  <a:lnTo>
                    <a:pt x="11413" y="46050"/>
                  </a:lnTo>
                  <a:lnTo>
                    <a:pt x="11449" y="45759"/>
                  </a:lnTo>
                  <a:lnTo>
                    <a:pt x="11631" y="45287"/>
                  </a:lnTo>
                  <a:lnTo>
                    <a:pt x="12031" y="44887"/>
                  </a:lnTo>
                  <a:lnTo>
                    <a:pt x="12503" y="44705"/>
                  </a:lnTo>
                  <a:lnTo>
                    <a:pt x="12794" y="44669"/>
                  </a:lnTo>
                  <a:lnTo>
                    <a:pt x="21880" y="44669"/>
                  </a:lnTo>
                  <a:lnTo>
                    <a:pt x="21044" y="43797"/>
                  </a:lnTo>
                  <a:lnTo>
                    <a:pt x="19518" y="41979"/>
                  </a:lnTo>
                  <a:lnTo>
                    <a:pt x="18209" y="39980"/>
                  </a:lnTo>
                  <a:lnTo>
                    <a:pt x="17083" y="37909"/>
                  </a:lnTo>
                  <a:lnTo>
                    <a:pt x="16174" y="35728"/>
                  </a:lnTo>
                  <a:lnTo>
                    <a:pt x="15483" y="33438"/>
                  </a:lnTo>
                  <a:lnTo>
                    <a:pt x="15011" y="31112"/>
                  </a:lnTo>
                  <a:lnTo>
                    <a:pt x="14793" y="28750"/>
                  </a:lnTo>
                  <a:lnTo>
                    <a:pt x="14757" y="27550"/>
                  </a:lnTo>
                  <a:lnTo>
                    <a:pt x="14793" y="26351"/>
                  </a:lnTo>
                  <a:lnTo>
                    <a:pt x="15011" y="23952"/>
                  </a:lnTo>
                  <a:lnTo>
                    <a:pt x="15483" y="21626"/>
                  </a:lnTo>
                  <a:lnTo>
                    <a:pt x="16174" y="19372"/>
                  </a:lnTo>
                  <a:lnTo>
                    <a:pt x="17083" y="17192"/>
                  </a:lnTo>
                  <a:lnTo>
                    <a:pt x="18209" y="15084"/>
                  </a:lnTo>
                  <a:lnTo>
                    <a:pt x="19518" y="13121"/>
                  </a:lnTo>
                  <a:lnTo>
                    <a:pt x="21044" y="11267"/>
                  </a:lnTo>
                  <a:lnTo>
                    <a:pt x="21880" y="10431"/>
                  </a:lnTo>
                  <a:lnTo>
                    <a:pt x="21880" y="1381"/>
                  </a:lnTo>
                  <a:lnTo>
                    <a:pt x="21844" y="1091"/>
                  </a:lnTo>
                  <a:lnTo>
                    <a:pt x="21662" y="582"/>
                  </a:lnTo>
                  <a:lnTo>
                    <a:pt x="21262" y="218"/>
                  </a:lnTo>
                  <a:lnTo>
                    <a:pt x="20790" y="37"/>
                  </a:lnTo>
                  <a:lnTo>
                    <a:pt x="2049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96;p32">
              <a:extLst>
                <a:ext uri="{FF2B5EF4-FFF2-40B4-BE49-F238E27FC236}">
                  <a16:creationId xmlns:a16="http://schemas.microsoft.com/office/drawing/2014/main" id="{B8BE4147-3B3B-84ED-AE6E-4C20AD0201D1}"/>
                </a:ext>
              </a:extLst>
            </p:cNvPr>
            <p:cNvSpPr/>
            <p:nvPr/>
          </p:nvSpPr>
          <p:spPr>
            <a:xfrm>
              <a:off x="3031197" y="1968226"/>
              <a:ext cx="1190415" cy="476477"/>
            </a:xfrm>
            <a:custGeom>
              <a:avLst/>
              <a:gdLst/>
              <a:ahLst/>
              <a:cxnLst/>
              <a:rect l="l" t="t" r="r" b="b"/>
              <a:pathLst>
                <a:path w="55029" h="22026" extrusionOk="0">
                  <a:moveTo>
                    <a:pt x="27587" y="0"/>
                  </a:moveTo>
                  <a:lnTo>
                    <a:pt x="25661" y="36"/>
                  </a:lnTo>
                  <a:lnTo>
                    <a:pt x="21845" y="436"/>
                  </a:lnTo>
                  <a:lnTo>
                    <a:pt x="18065" y="1163"/>
                  </a:lnTo>
                  <a:lnTo>
                    <a:pt x="14430" y="2290"/>
                  </a:lnTo>
                  <a:lnTo>
                    <a:pt x="10904" y="3744"/>
                  </a:lnTo>
                  <a:lnTo>
                    <a:pt x="7561" y="5525"/>
                  </a:lnTo>
                  <a:lnTo>
                    <a:pt x="4362" y="7669"/>
                  </a:lnTo>
                  <a:lnTo>
                    <a:pt x="1418" y="10104"/>
                  </a:lnTo>
                  <a:lnTo>
                    <a:pt x="1" y="11449"/>
                  </a:lnTo>
                  <a:lnTo>
                    <a:pt x="9087" y="11449"/>
                  </a:lnTo>
                  <a:lnTo>
                    <a:pt x="9378" y="11485"/>
                  </a:lnTo>
                  <a:lnTo>
                    <a:pt x="9850" y="11667"/>
                  </a:lnTo>
                  <a:lnTo>
                    <a:pt x="10250" y="12067"/>
                  </a:lnTo>
                  <a:lnTo>
                    <a:pt x="10432" y="12539"/>
                  </a:lnTo>
                  <a:lnTo>
                    <a:pt x="10468" y="12830"/>
                  </a:lnTo>
                  <a:lnTo>
                    <a:pt x="10468" y="21916"/>
                  </a:lnTo>
                  <a:lnTo>
                    <a:pt x="11341" y="21081"/>
                  </a:lnTo>
                  <a:lnTo>
                    <a:pt x="13158" y="19554"/>
                  </a:lnTo>
                  <a:lnTo>
                    <a:pt x="15157" y="18209"/>
                  </a:lnTo>
                  <a:lnTo>
                    <a:pt x="17229" y="17119"/>
                  </a:lnTo>
                  <a:lnTo>
                    <a:pt x="19409" y="16210"/>
                  </a:lnTo>
                  <a:lnTo>
                    <a:pt x="21699" y="15520"/>
                  </a:lnTo>
                  <a:lnTo>
                    <a:pt x="24025" y="15047"/>
                  </a:lnTo>
                  <a:lnTo>
                    <a:pt x="26388" y="14829"/>
                  </a:lnTo>
                  <a:lnTo>
                    <a:pt x="27623" y="14793"/>
                  </a:lnTo>
                  <a:lnTo>
                    <a:pt x="28859" y="14829"/>
                  </a:lnTo>
                  <a:lnTo>
                    <a:pt x="31222" y="15047"/>
                  </a:lnTo>
                  <a:lnTo>
                    <a:pt x="33475" y="15483"/>
                  </a:lnTo>
                  <a:lnTo>
                    <a:pt x="35620" y="16174"/>
                  </a:lnTo>
                  <a:lnTo>
                    <a:pt x="37691" y="17046"/>
                  </a:lnTo>
                  <a:lnTo>
                    <a:pt x="39727" y="18209"/>
                  </a:lnTo>
                  <a:lnTo>
                    <a:pt x="41689" y="19554"/>
                  </a:lnTo>
                  <a:lnTo>
                    <a:pt x="43616" y="21153"/>
                  </a:lnTo>
                  <a:lnTo>
                    <a:pt x="44597" y="22025"/>
                  </a:lnTo>
                  <a:lnTo>
                    <a:pt x="53974" y="22025"/>
                  </a:lnTo>
                  <a:lnTo>
                    <a:pt x="54447" y="21807"/>
                  </a:lnTo>
                  <a:lnTo>
                    <a:pt x="54810" y="21444"/>
                  </a:lnTo>
                  <a:lnTo>
                    <a:pt x="55028" y="20935"/>
                  </a:lnTo>
                  <a:lnTo>
                    <a:pt x="55028" y="20681"/>
                  </a:lnTo>
                  <a:lnTo>
                    <a:pt x="55028" y="11594"/>
                  </a:lnTo>
                  <a:lnTo>
                    <a:pt x="54447" y="11049"/>
                  </a:lnTo>
                  <a:lnTo>
                    <a:pt x="53865" y="10504"/>
                  </a:lnTo>
                  <a:lnTo>
                    <a:pt x="52375" y="9195"/>
                  </a:lnTo>
                  <a:lnTo>
                    <a:pt x="49322" y="6869"/>
                  </a:lnTo>
                  <a:lnTo>
                    <a:pt x="46233" y="4870"/>
                  </a:lnTo>
                  <a:lnTo>
                    <a:pt x="43070" y="3235"/>
                  </a:lnTo>
                  <a:lnTo>
                    <a:pt x="39799" y="1963"/>
                  </a:lnTo>
                  <a:lnTo>
                    <a:pt x="36456" y="981"/>
                  </a:lnTo>
                  <a:lnTo>
                    <a:pt x="33003" y="363"/>
                  </a:lnTo>
                  <a:lnTo>
                    <a:pt x="29441" y="36"/>
                  </a:lnTo>
                  <a:lnTo>
                    <a:pt x="27587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97;p32">
              <a:extLst>
                <a:ext uri="{FF2B5EF4-FFF2-40B4-BE49-F238E27FC236}">
                  <a16:creationId xmlns:a16="http://schemas.microsoft.com/office/drawing/2014/main" id="{C3029896-526D-FEB6-8A1C-42DCCEFDA4D9}"/>
                </a:ext>
              </a:extLst>
            </p:cNvPr>
            <p:cNvSpPr/>
            <p:nvPr/>
          </p:nvSpPr>
          <p:spPr>
            <a:xfrm>
              <a:off x="3994347" y="2219030"/>
              <a:ext cx="996977" cy="1188814"/>
            </a:xfrm>
            <a:custGeom>
              <a:avLst/>
              <a:gdLst/>
              <a:ahLst/>
              <a:cxnLst/>
              <a:rect l="l" t="t" r="r" b="b"/>
              <a:pathLst>
                <a:path w="46087" h="54955" extrusionOk="0">
                  <a:moveTo>
                    <a:pt x="35619" y="0"/>
                  </a:moveTo>
                  <a:lnTo>
                    <a:pt x="35038" y="545"/>
                  </a:lnTo>
                  <a:lnTo>
                    <a:pt x="33475" y="2072"/>
                  </a:lnTo>
                  <a:lnTo>
                    <a:pt x="30458" y="5379"/>
                  </a:lnTo>
                  <a:lnTo>
                    <a:pt x="26024" y="10831"/>
                  </a:lnTo>
                  <a:lnTo>
                    <a:pt x="23080" y="14829"/>
                  </a:lnTo>
                  <a:lnTo>
                    <a:pt x="20499" y="18318"/>
                  </a:lnTo>
                  <a:lnTo>
                    <a:pt x="17882" y="21989"/>
                  </a:lnTo>
                  <a:lnTo>
                    <a:pt x="16247" y="24279"/>
                  </a:lnTo>
                  <a:lnTo>
                    <a:pt x="15084" y="25878"/>
                  </a:lnTo>
                  <a:lnTo>
                    <a:pt x="13993" y="27441"/>
                  </a:lnTo>
                  <a:lnTo>
                    <a:pt x="10104" y="32784"/>
                  </a:lnTo>
                  <a:lnTo>
                    <a:pt x="4907" y="39363"/>
                  </a:lnTo>
                  <a:lnTo>
                    <a:pt x="1599" y="42961"/>
                  </a:lnTo>
                  <a:lnTo>
                    <a:pt x="0" y="44524"/>
                  </a:lnTo>
                  <a:lnTo>
                    <a:pt x="0" y="53610"/>
                  </a:lnTo>
                  <a:lnTo>
                    <a:pt x="37" y="53865"/>
                  </a:lnTo>
                  <a:lnTo>
                    <a:pt x="218" y="54373"/>
                  </a:lnTo>
                  <a:lnTo>
                    <a:pt x="582" y="54737"/>
                  </a:lnTo>
                  <a:lnTo>
                    <a:pt x="1091" y="54955"/>
                  </a:lnTo>
                  <a:lnTo>
                    <a:pt x="10468" y="54955"/>
                  </a:lnTo>
                  <a:lnTo>
                    <a:pt x="12103" y="53356"/>
                  </a:lnTo>
                  <a:lnTo>
                    <a:pt x="15302" y="49939"/>
                  </a:lnTo>
                  <a:lnTo>
                    <a:pt x="19954" y="44269"/>
                  </a:lnTo>
                  <a:lnTo>
                    <a:pt x="23080" y="40053"/>
                  </a:lnTo>
                  <a:lnTo>
                    <a:pt x="25624" y="36564"/>
                  </a:lnTo>
                  <a:lnTo>
                    <a:pt x="28277" y="32893"/>
                  </a:lnTo>
                  <a:lnTo>
                    <a:pt x="29913" y="30603"/>
                  </a:lnTo>
                  <a:lnTo>
                    <a:pt x="32166" y="27441"/>
                  </a:lnTo>
                  <a:lnTo>
                    <a:pt x="35873" y="22353"/>
                  </a:lnTo>
                  <a:lnTo>
                    <a:pt x="40816" y="16065"/>
                  </a:lnTo>
                  <a:lnTo>
                    <a:pt x="43942" y="12503"/>
                  </a:lnTo>
                  <a:lnTo>
                    <a:pt x="45505" y="10977"/>
                  </a:lnTo>
                  <a:lnTo>
                    <a:pt x="45796" y="10722"/>
                  </a:lnTo>
                  <a:lnTo>
                    <a:pt x="46087" y="10431"/>
                  </a:lnTo>
                  <a:lnTo>
                    <a:pt x="36709" y="10431"/>
                  </a:lnTo>
                  <a:lnTo>
                    <a:pt x="36237" y="10213"/>
                  </a:lnTo>
                  <a:lnTo>
                    <a:pt x="35837" y="9850"/>
                  </a:lnTo>
                  <a:lnTo>
                    <a:pt x="35655" y="9341"/>
                  </a:lnTo>
                  <a:lnTo>
                    <a:pt x="35619" y="9087"/>
                  </a:lnTo>
                  <a:lnTo>
                    <a:pt x="3561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98;p32">
              <a:extLst>
                <a:ext uri="{FF2B5EF4-FFF2-40B4-BE49-F238E27FC236}">
                  <a16:creationId xmlns:a16="http://schemas.microsoft.com/office/drawing/2014/main" id="{2EF79E74-7224-4753-AB42-AC12AF159828}"/>
                </a:ext>
              </a:extLst>
            </p:cNvPr>
            <p:cNvSpPr/>
            <p:nvPr/>
          </p:nvSpPr>
          <p:spPr>
            <a:xfrm>
              <a:off x="4766420" y="3182159"/>
              <a:ext cx="1190415" cy="474920"/>
            </a:xfrm>
            <a:custGeom>
              <a:avLst/>
              <a:gdLst/>
              <a:ahLst/>
              <a:cxnLst/>
              <a:rect l="l" t="t" r="r" b="b"/>
              <a:pathLst>
                <a:path w="55029" h="21954" extrusionOk="0">
                  <a:moveTo>
                    <a:pt x="10468" y="1"/>
                  </a:moveTo>
                  <a:lnTo>
                    <a:pt x="10468" y="9087"/>
                  </a:lnTo>
                  <a:lnTo>
                    <a:pt x="10432" y="9342"/>
                  </a:lnTo>
                  <a:lnTo>
                    <a:pt x="10250" y="9850"/>
                  </a:lnTo>
                  <a:lnTo>
                    <a:pt x="9850" y="10214"/>
                  </a:lnTo>
                  <a:lnTo>
                    <a:pt x="9378" y="10432"/>
                  </a:lnTo>
                  <a:lnTo>
                    <a:pt x="1" y="10432"/>
                  </a:lnTo>
                  <a:lnTo>
                    <a:pt x="546" y="10941"/>
                  </a:lnTo>
                  <a:lnTo>
                    <a:pt x="837" y="11195"/>
                  </a:lnTo>
                  <a:lnTo>
                    <a:pt x="1127" y="11450"/>
                  </a:lnTo>
                  <a:lnTo>
                    <a:pt x="2618" y="12758"/>
                  </a:lnTo>
                  <a:lnTo>
                    <a:pt x="5671" y="15084"/>
                  </a:lnTo>
                  <a:lnTo>
                    <a:pt x="8760" y="17083"/>
                  </a:lnTo>
                  <a:lnTo>
                    <a:pt x="11922" y="18719"/>
                  </a:lnTo>
                  <a:lnTo>
                    <a:pt x="15157" y="19991"/>
                  </a:lnTo>
                  <a:lnTo>
                    <a:pt x="18501" y="20972"/>
                  </a:lnTo>
                  <a:lnTo>
                    <a:pt x="21954" y="21590"/>
                  </a:lnTo>
                  <a:lnTo>
                    <a:pt x="25552" y="21917"/>
                  </a:lnTo>
                  <a:lnTo>
                    <a:pt x="27369" y="21953"/>
                  </a:lnTo>
                  <a:lnTo>
                    <a:pt x="27514" y="21953"/>
                  </a:lnTo>
                  <a:lnTo>
                    <a:pt x="29441" y="21917"/>
                  </a:lnTo>
                  <a:lnTo>
                    <a:pt x="33293" y="21517"/>
                  </a:lnTo>
                  <a:lnTo>
                    <a:pt x="37037" y="20754"/>
                  </a:lnTo>
                  <a:lnTo>
                    <a:pt x="40672" y="19627"/>
                  </a:lnTo>
                  <a:lnTo>
                    <a:pt x="44161" y="18174"/>
                  </a:lnTo>
                  <a:lnTo>
                    <a:pt x="47505" y="16356"/>
                  </a:lnTo>
                  <a:lnTo>
                    <a:pt x="50667" y="14212"/>
                  </a:lnTo>
                  <a:lnTo>
                    <a:pt x="53647" y="11777"/>
                  </a:lnTo>
                  <a:lnTo>
                    <a:pt x="55028" y="10432"/>
                  </a:lnTo>
                  <a:lnTo>
                    <a:pt x="55028" y="1345"/>
                  </a:lnTo>
                  <a:lnTo>
                    <a:pt x="54992" y="1055"/>
                  </a:lnTo>
                  <a:lnTo>
                    <a:pt x="54810" y="582"/>
                  </a:lnTo>
                  <a:lnTo>
                    <a:pt x="54447" y="219"/>
                  </a:lnTo>
                  <a:lnTo>
                    <a:pt x="53938" y="1"/>
                  </a:lnTo>
                  <a:lnTo>
                    <a:pt x="44633" y="1"/>
                  </a:lnTo>
                  <a:lnTo>
                    <a:pt x="44561" y="37"/>
                  </a:lnTo>
                  <a:lnTo>
                    <a:pt x="43688" y="873"/>
                  </a:lnTo>
                  <a:lnTo>
                    <a:pt x="41871" y="2400"/>
                  </a:lnTo>
                  <a:lnTo>
                    <a:pt x="39908" y="3708"/>
                  </a:lnTo>
                  <a:lnTo>
                    <a:pt x="37837" y="4835"/>
                  </a:lnTo>
                  <a:lnTo>
                    <a:pt x="35656" y="5743"/>
                  </a:lnTo>
                  <a:lnTo>
                    <a:pt x="33402" y="6434"/>
                  </a:lnTo>
                  <a:lnTo>
                    <a:pt x="31076" y="6906"/>
                  </a:lnTo>
                  <a:lnTo>
                    <a:pt x="28714" y="7124"/>
                  </a:lnTo>
                  <a:lnTo>
                    <a:pt x="27514" y="7161"/>
                  </a:lnTo>
                  <a:lnTo>
                    <a:pt x="26206" y="7161"/>
                  </a:lnTo>
                  <a:lnTo>
                    <a:pt x="23916" y="6943"/>
                  </a:lnTo>
                  <a:lnTo>
                    <a:pt x="21735" y="6507"/>
                  </a:lnTo>
                  <a:lnTo>
                    <a:pt x="19664" y="5889"/>
                  </a:lnTo>
                  <a:lnTo>
                    <a:pt x="17628" y="5053"/>
                  </a:lnTo>
                  <a:lnTo>
                    <a:pt x="15702" y="4035"/>
                  </a:lnTo>
                  <a:lnTo>
                    <a:pt x="13812" y="2763"/>
                  </a:lnTo>
                  <a:lnTo>
                    <a:pt x="11922" y="1309"/>
                  </a:lnTo>
                  <a:lnTo>
                    <a:pt x="10977" y="473"/>
                  </a:lnTo>
                  <a:lnTo>
                    <a:pt x="10468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9B702"/>
                </a:solidFill>
              </a:endParaRPr>
            </a:p>
          </p:txBody>
        </p:sp>
        <p:sp>
          <p:nvSpPr>
            <p:cNvPr id="44" name="Google Shape;299;p32">
              <a:extLst>
                <a:ext uri="{FF2B5EF4-FFF2-40B4-BE49-F238E27FC236}">
                  <a16:creationId xmlns:a16="http://schemas.microsoft.com/office/drawing/2014/main" id="{3C9B9B0F-59C2-ED7A-C1D4-50E2BE420474}"/>
                </a:ext>
              </a:extLst>
            </p:cNvPr>
            <p:cNvSpPr/>
            <p:nvPr/>
          </p:nvSpPr>
          <p:spPr>
            <a:xfrm>
              <a:off x="5731927" y="2217451"/>
              <a:ext cx="471762" cy="1190393"/>
            </a:xfrm>
            <a:custGeom>
              <a:avLst/>
              <a:gdLst/>
              <a:ahLst/>
              <a:cxnLst/>
              <a:rect l="l" t="t" r="r" b="b"/>
              <a:pathLst>
                <a:path w="21808" h="55028" extrusionOk="0">
                  <a:moveTo>
                    <a:pt x="1345" y="1"/>
                  </a:moveTo>
                  <a:lnTo>
                    <a:pt x="1054" y="37"/>
                  </a:lnTo>
                  <a:lnTo>
                    <a:pt x="582" y="219"/>
                  </a:lnTo>
                  <a:lnTo>
                    <a:pt x="218" y="618"/>
                  </a:lnTo>
                  <a:lnTo>
                    <a:pt x="0" y="1091"/>
                  </a:lnTo>
                  <a:lnTo>
                    <a:pt x="0" y="1382"/>
                  </a:lnTo>
                  <a:lnTo>
                    <a:pt x="0" y="10468"/>
                  </a:lnTo>
                  <a:lnTo>
                    <a:pt x="218" y="10723"/>
                  </a:lnTo>
                  <a:lnTo>
                    <a:pt x="473" y="10977"/>
                  </a:lnTo>
                  <a:lnTo>
                    <a:pt x="1309" y="11849"/>
                  </a:lnTo>
                  <a:lnTo>
                    <a:pt x="2763" y="13776"/>
                  </a:lnTo>
                  <a:lnTo>
                    <a:pt x="3998" y="15775"/>
                  </a:lnTo>
                  <a:lnTo>
                    <a:pt x="5052" y="17846"/>
                  </a:lnTo>
                  <a:lnTo>
                    <a:pt x="5852" y="20027"/>
                  </a:lnTo>
                  <a:lnTo>
                    <a:pt x="6470" y="22208"/>
                  </a:lnTo>
                  <a:lnTo>
                    <a:pt x="6870" y="24461"/>
                  </a:lnTo>
                  <a:lnTo>
                    <a:pt x="7051" y="26751"/>
                  </a:lnTo>
                  <a:lnTo>
                    <a:pt x="7015" y="29004"/>
                  </a:lnTo>
                  <a:lnTo>
                    <a:pt x="6761" y="31258"/>
                  </a:lnTo>
                  <a:lnTo>
                    <a:pt x="6288" y="33511"/>
                  </a:lnTo>
                  <a:lnTo>
                    <a:pt x="5634" y="35692"/>
                  </a:lnTo>
                  <a:lnTo>
                    <a:pt x="4762" y="37836"/>
                  </a:lnTo>
                  <a:lnTo>
                    <a:pt x="3671" y="39872"/>
                  </a:lnTo>
                  <a:lnTo>
                    <a:pt x="2363" y="41834"/>
                  </a:lnTo>
                  <a:lnTo>
                    <a:pt x="836" y="43688"/>
                  </a:lnTo>
                  <a:lnTo>
                    <a:pt x="0" y="44597"/>
                  </a:lnTo>
                  <a:lnTo>
                    <a:pt x="9341" y="44597"/>
                  </a:lnTo>
                  <a:lnTo>
                    <a:pt x="9850" y="44815"/>
                  </a:lnTo>
                  <a:lnTo>
                    <a:pt x="10213" y="45178"/>
                  </a:lnTo>
                  <a:lnTo>
                    <a:pt x="10432" y="45651"/>
                  </a:lnTo>
                  <a:lnTo>
                    <a:pt x="10432" y="45941"/>
                  </a:lnTo>
                  <a:lnTo>
                    <a:pt x="10432" y="55028"/>
                  </a:lnTo>
                  <a:lnTo>
                    <a:pt x="11776" y="53647"/>
                  </a:lnTo>
                  <a:lnTo>
                    <a:pt x="14211" y="50666"/>
                  </a:lnTo>
                  <a:lnTo>
                    <a:pt x="16320" y="47504"/>
                  </a:lnTo>
                  <a:lnTo>
                    <a:pt x="18100" y="44124"/>
                  </a:lnTo>
                  <a:lnTo>
                    <a:pt x="19554" y="40635"/>
                  </a:lnTo>
                  <a:lnTo>
                    <a:pt x="20645" y="37000"/>
                  </a:lnTo>
                  <a:lnTo>
                    <a:pt x="21372" y="33257"/>
                  </a:lnTo>
                  <a:lnTo>
                    <a:pt x="21771" y="29441"/>
                  </a:lnTo>
                  <a:lnTo>
                    <a:pt x="21808" y="27514"/>
                  </a:lnTo>
                  <a:lnTo>
                    <a:pt x="21771" y="25588"/>
                  </a:lnTo>
                  <a:lnTo>
                    <a:pt x="21372" y="21772"/>
                  </a:lnTo>
                  <a:lnTo>
                    <a:pt x="20645" y="18028"/>
                  </a:lnTo>
                  <a:lnTo>
                    <a:pt x="19554" y="14393"/>
                  </a:lnTo>
                  <a:lnTo>
                    <a:pt x="18100" y="10868"/>
                  </a:lnTo>
                  <a:lnTo>
                    <a:pt x="16320" y="7524"/>
                  </a:lnTo>
                  <a:lnTo>
                    <a:pt x="14211" y="4362"/>
                  </a:lnTo>
                  <a:lnTo>
                    <a:pt x="11776" y="13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9B702"/>
                </a:solidFill>
              </a:endParaRPr>
            </a:p>
          </p:txBody>
        </p:sp>
        <p:sp>
          <p:nvSpPr>
            <p:cNvPr id="45" name="Google Shape;300;p32">
              <a:extLst>
                <a:ext uri="{FF2B5EF4-FFF2-40B4-BE49-F238E27FC236}">
                  <a16:creationId xmlns:a16="http://schemas.microsoft.com/office/drawing/2014/main" id="{7F3CEE66-AB0F-2E5F-D679-C079BDB7B660}"/>
                </a:ext>
              </a:extLst>
            </p:cNvPr>
            <p:cNvSpPr/>
            <p:nvPr/>
          </p:nvSpPr>
          <p:spPr>
            <a:xfrm>
              <a:off x="4767220" y="1968226"/>
              <a:ext cx="1189614" cy="475699"/>
            </a:xfrm>
            <a:custGeom>
              <a:avLst/>
              <a:gdLst/>
              <a:ahLst/>
              <a:cxnLst/>
              <a:rect l="l" t="t" r="r" b="b"/>
              <a:pathLst>
                <a:path w="54992" h="21990" extrusionOk="0">
                  <a:moveTo>
                    <a:pt x="27368" y="0"/>
                  </a:moveTo>
                  <a:lnTo>
                    <a:pt x="25515" y="36"/>
                  </a:lnTo>
                  <a:lnTo>
                    <a:pt x="21917" y="363"/>
                  </a:lnTo>
                  <a:lnTo>
                    <a:pt x="18464" y="981"/>
                  </a:lnTo>
                  <a:lnTo>
                    <a:pt x="15120" y="1963"/>
                  </a:lnTo>
                  <a:lnTo>
                    <a:pt x="11885" y="3235"/>
                  </a:lnTo>
                  <a:lnTo>
                    <a:pt x="8723" y="4870"/>
                  </a:lnTo>
                  <a:lnTo>
                    <a:pt x="5634" y="6869"/>
                  </a:lnTo>
                  <a:lnTo>
                    <a:pt x="2581" y="9195"/>
                  </a:lnTo>
                  <a:lnTo>
                    <a:pt x="1090" y="10504"/>
                  </a:lnTo>
                  <a:lnTo>
                    <a:pt x="545" y="11013"/>
                  </a:lnTo>
                  <a:lnTo>
                    <a:pt x="0" y="11522"/>
                  </a:lnTo>
                  <a:lnTo>
                    <a:pt x="0" y="20608"/>
                  </a:lnTo>
                  <a:lnTo>
                    <a:pt x="0" y="20899"/>
                  </a:lnTo>
                  <a:lnTo>
                    <a:pt x="218" y="21371"/>
                  </a:lnTo>
                  <a:lnTo>
                    <a:pt x="582" y="21735"/>
                  </a:lnTo>
                  <a:lnTo>
                    <a:pt x="1054" y="21953"/>
                  </a:lnTo>
                  <a:lnTo>
                    <a:pt x="10431" y="21953"/>
                  </a:lnTo>
                  <a:lnTo>
                    <a:pt x="11413" y="21081"/>
                  </a:lnTo>
                  <a:lnTo>
                    <a:pt x="13339" y="19518"/>
                  </a:lnTo>
                  <a:lnTo>
                    <a:pt x="15302" y="18173"/>
                  </a:lnTo>
                  <a:lnTo>
                    <a:pt x="17301" y="17046"/>
                  </a:lnTo>
                  <a:lnTo>
                    <a:pt x="19372" y="16137"/>
                  </a:lnTo>
                  <a:lnTo>
                    <a:pt x="21517" y="15483"/>
                  </a:lnTo>
                  <a:lnTo>
                    <a:pt x="23770" y="15047"/>
                  </a:lnTo>
                  <a:lnTo>
                    <a:pt x="26133" y="14829"/>
                  </a:lnTo>
                  <a:lnTo>
                    <a:pt x="27368" y="14793"/>
                  </a:lnTo>
                  <a:lnTo>
                    <a:pt x="27514" y="14793"/>
                  </a:lnTo>
                  <a:lnTo>
                    <a:pt x="28713" y="14829"/>
                  </a:lnTo>
                  <a:lnTo>
                    <a:pt x="31076" y="15083"/>
                  </a:lnTo>
                  <a:lnTo>
                    <a:pt x="33402" y="15556"/>
                  </a:lnTo>
                  <a:lnTo>
                    <a:pt x="35655" y="16247"/>
                  </a:lnTo>
                  <a:lnTo>
                    <a:pt x="37800" y="17155"/>
                  </a:lnTo>
                  <a:lnTo>
                    <a:pt x="39908" y="18282"/>
                  </a:lnTo>
                  <a:lnTo>
                    <a:pt x="41870" y="19627"/>
                  </a:lnTo>
                  <a:lnTo>
                    <a:pt x="43688" y="21153"/>
                  </a:lnTo>
                  <a:lnTo>
                    <a:pt x="44560" y="21989"/>
                  </a:lnTo>
                  <a:lnTo>
                    <a:pt x="44560" y="12903"/>
                  </a:lnTo>
                  <a:lnTo>
                    <a:pt x="44560" y="12612"/>
                  </a:lnTo>
                  <a:lnTo>
                    <a:pt x="44778" y="12139"/>
                  </a:lnTo>
                  <a:lnTo>
                    <a:pt x="45141" y="11740"/>
                  </a:lnTo>
                  <a:lnTo>
                    <a:pt x="45614" y="11558"/>
                  </a:lnTo>
                  <a:lnTo>
                    <a:pt x="45905" y="11522"/>
                  </a:lnTo>
                  <a:lnTo>
                    <a:pt x="54991" y="11522"/>
                  </a:lnTo>
                  <a:lnTo>
                    <a:pt x="53610" y="10177"/>
                  </a:lnTo>
                  <a:lnTo>
                    <a:pt x="50666" y="7742"/>
                  </a:lnTo>
                  <a:lnTo>
                    <a:pt x="47468" y="5597"/>
                  </a:lnTo>
                  <a:lnTo>
                    <a:pt x="44124" y="3780"/>
                  </a:lnTo>
                  <a:lnTo>
                    <a:pt x="40635" y="2326"/>
                  </a:lnTo>
                  <a:lnTo>
                    <a:pt x="37000" y="1199"/>
                  </a:lnTo>
                  <a:lnTo>
                    <a:pt x="33256" y="436"/>
                  </a:lnTo>
                  <a:lnTo>
                    <a:pt x="29440" y="36"/>
                  </a:lnTo>
                  <a:lnTo>
                    <a:pt x="27477" y="0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9B702"/>
                </a:solidFill>
              </a:endParaRPr>
            </a:p>
          </p:txBody>
        </p:sp>
        <p:sp>
          <p:nvSpPr>
            <p:cNvPr id="46" name="Google Shape;301;p32">
              <a:extLst>
                <a:ext uri="{FF2B5EF4-FFF2-40B4-BE49-F238E27FC236}">
                  <a16:creationId xmlns:a16="http://schemas.microsoft.com/office/drawing/2014/main" id="{00DC062B-CD6E-F8D6-927F-3697A31DD918}"/>
                </a:ext>
              </a:extLst>
            </p:cNvPr>
            <p:cNvSpPr/>
            <p:nvPr/>
          </p:nvSpPr>
          <p:spPr>
            <a:xfrm>
              <a:off x="3031997" y="3179801"/>
              <a:ext cx="1189614" cy="476499"/>
            </a:xfrm>
            <a:custGeom>
              <a:avLst/>
              <a:gdLst/>
              <a:ahLst/>
              <a:cxnLst/>
              <a:rect l="l" t="t" r="r" b="b"/>
              <a:pathLst>
                <a:path w="54992" h="22027" extrusionOk="0">
                  <a:moveTo>
                    <a:pt x="44524" y="1"/>
                  </a:moveTo>
                  <a:lnTo>
                    <a:pt x="43579" y="909"/>
                  </a:lnTo>
                  <a:lnTo>
                    <a:pt x="41616" y="2472"/>
                  </a:lnTo>
                  <a:lnTo>
                    <a:pt x="39653" y="3853"/>
                  </a:lnTo>
                  <a:lnTo>
                    <a:pt x="37654" y="4980"/>
                  </a:lnTo>
                  <a:lnTo>
                    <a:pt x="35583" y="5889"/>
                  </a:lnTo>
                  <a:lnTo>
                    <a:pt x="33438" y="6579"/>
                  </a:lnTo>
                  <a:lnTo>
                    <a:pt x="31185" y="7015"/>
                  </a:lnTo>
                  <a:lnTo>
                    <a:pt x="28822" y="7233"/>
                  </a:lnTo>
                  <a:lnTo>
                    <a:pt x="27586" y="7270"/>
                  </a:lnTo>
                  <a:lnTo>
                    <a:pt x="26423" y="7270"/>
                  </a:lnTo>
                  <a:lnTo>
                    <a:pt x="24134" y="7052"/>
                  </a:lnTo>
                  <a:lnTo>
                    <a:pt x="21917" y="6616"/>
                  </a:lnTo>
                  <a:lnTo>
                    <a:pt x="19736" y="5961"/>
                  </a:lnTo>
                  <a:lnTo>
                    <a:pt x="17628" y="5125"/>
                  </a:lnTo>
                  <a:lnTo>
                    <a:pt x="15592" y="4108"/>
                  </a:lnTo>
                  <a:lnTo>
                    <a:pt x="13702" y="2908"/>
                  </a:lnTo>
                  <a:lnTo>
                    <a:pt x="11885" y="1491"/>
                  </a:lnTo>
                  <a:lnTo>
                    <a:pt x="11013" y="728"/>
                  </a:lnTo>
                  <a:lnTo>
                    <a:pt x="10722" y="437"/>
                  </a:lnTo>
                  <a:lnTo>
                    <a:pt x="10431" y="146"/>
                  </a:lnTo>
                  <a:lnTo>
                    <a:pt x="1345" y="146"/>
                  </a:lnTo>
                  <a:lnTo>
                    <a:pt x="1090" y="182"/>
                  </a:lnTo>
                  <a:lnTo>
                    <a:pt x="582" y="364"/>
                  </a:lnTo>
                  <a:lnTo>
                    <a:pt x="218" y="764"/>
                  </a:lnTo>
                  <a:lnTo>
                    <a:pt x="0" y="1236"/>
                  </a:lnTo>
                  <a:lnTo>
                    <a:pt x="0" y="1527"/>
                  </a:lnTo>
                  <a:lnTo>
                    <a:pt x="0" y="10614"/>
                  </a:lnTo>
                  <a:lnTo>
                    <a:pt x="291" y="10904"/>
                  </a:lnTo>
                  <a:lnTo>
                    <a:pt x="582" y="11195"/>
                  </a:lnTo>
                  <a:lnTo>
                    <a:pt x="1963" y="12467"/>
                  </a:lnTo>
                  <a:lnTo>
                    <a:pt x="4870" y="14793"/>
                  </a:lnTo>
                  <a:lnTo>
                    <a:pt x="8033" y="16829"/>
                  </a:lnTo>
                  <a:lnTo>
                    <a:pt x="11304" y="18501"/>
                  </a:lnTo>
                  <a:lnTo>
                    <a:pt x="14756" y="19882"/>
                  </a:lnTo>
                  <a:lnTo>
                    <a:pt x="18318" y="20936"/>
                  </a:lnTo>
                  <a:lnTo>
                    <a:pt x="21953" y="21663"/>
                  </a:lnTo>
                  <a:lnTo>
                    <a:pt x="25697" y="21990"/>
                  </a:lnTo>
                  <a:lnTo>
                    <a:pt x="27586" y="22026"/>
                  </a:lnTo>
                  <a:lnTo>
                    <a:pt x="29404" y="21990"/>
                  </a:lnTo>
                  <a:lnTo>
                    <a:pt x="33002" y="21699"/>
                  </a:lnTo>
                  <a:lnTo>
                    <a:pt x="36455" y="21045"/>
                  </a:lnTo>
                  <a:lnTo>
                    <a:pt x="39799" y="20100"/>
                  </a:lnTo>
                  <a:lnTo>
                    <a:pt x="43033" y="18791"/>
                  </a:lnTo>
                  <a:lnTo>
                    <a:pt x="46196" y="17156"/>
                  </a:lnTo>
                  <a:lnTo>
                    <a:pt x="49285" y="15193"/>
                  </a:lnTo>
                  <a:lnTo>
                    <a:pt x="52338" y="12867"/>
                  </a:lnTo>
                  <a:lnTo>
                    <a:pt x="53828" y="11559"/>
                  </a:lnTo>
                  <a:lnTo>
                    <a:pt x="54446" y="11013"/>
                  </a:lnTo>
                  <a:lnTo>
                    <a:pt x="54991" y="10468"/>
                  </a:lnTo>
                  <a:lnTo>
                    <a:pt x="45905" y="10468"/>
                  </a:lnTo>
                  <a:lnTo>
                    <a:pt x="45614" y="10432"/>
                  </a:lnTo>
                  <a:lnTo>
                    <a:pt x="45141" y="10214"/>
                  </a:lnTo>
                  <a:lnTo>
                    <a:pt x="44742" y="9850"/>
                  </a:lnTo>
                  <a:lnTo>
                    <a:pt x="44560" y="9378"/>
                  </a:lnTo>
                  <a:lnTo>
                    <a:pt x="44524" y="9087"/>
                  </a:lnTo>
                  <a:lnTo>
                    <a:pt x="44524" y="1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02;p32">
              <a:extLst>
                <a:ext uri="{FF2B5EF4-FFF2-40B4-BE49-F238E27FC236}">
                  <a16:creationId xmlns:a16="http://schemas.microsoft.com/office/drawing/2014/main" id="{AAB4651C-FE69-68C6-703F-C42FC08F66FA}"/>
                </a:ext>
              </a:extLst>
            </p:cNvPr>
            <p:cNvSpPr/>
            <p:nvPr/>
          </p:nvSpPr>
          <p:spPr>
            <a:xfrm>
              <a:off x="3995904" y="2218229"/>
              <a:ext cx="996999" cy="1189614"/>
            </a:xfrm>
            <a:custGeom>
              <a:avLst/>
              <a:gdLst/>
              <a:ahLst/>
              <a:cxnLst/>
              <a:rect l="l" t="t" r="r" b="b"/>
              <a:pathLst>
                <a:path w="46088" h="54992" extrusionOk="0">
                  <a:moveTo>
                    <a:pt x="10432" y="1"/>
                  </a:moveTo>
                  <a:lnTo>
                    <a:pt x="10432" y="9087"/>
                  </a:lnTo>
                  <a:lnTo>
                    <a:pt x="10432" y="9378"/>
                  </a:lnTo>
                  <a:lnTo>
                    <a:pt x="10214" y="9851"/>
                  </a:lnTo>
                  <a:lnTo>
                    <a:pt x="9851" y="10250"/>
                  </a:lnTo>
                  <a:lnTo>
                    <a:pt x="9342" y="10432"/>
                  </a:lnTo>
                  <a:lnTo>
                    <a:pt x="9087" y="10468"/>
                  </a:lnTo>
                  <a:lnTo>
                    <a:pt x="1" y="10468"/>
                  </a:lnTo>
                  <a:lnTo>
                    <a:pt x="582" y="11014"/>
                  </a:lnTo>
                  <a:lnTo>
                    <a:pt x="2109" y="12540"/>
                  </a:lnTo>
                  <a:lnTo>
                    <a:pt x="5235" y="16066"/>
                  </a:lnTo>
                  <a:lnTo>
                    <a:pt x="10214" y="22390"/>
                  </a:lnTo>
                  <a:lnTo>
                    <a:pt x="13921" y="27442"/>
                  </a:lnTo>
                  <a:lnTo>
                    <a:pt x="16175" y="30640"/>
                  </a:lnTo>
                  <a:lnTo>
                    <a:pt x="17810" y="32894"/>
                  </a:lnTo>
                  <a:lnTo>
                    <a:pt x="20427" y="36601"/>
                  </a:lnTo>
                  <a:lnTo>
                    <a:pt x="23008" y="40090"/>
                  </a:lnTo>
                  <a:lnTo>
                    <a:pt x="26134" y="44270"/>
                  </a:lnTo>
                  <a:lnTo>
                    <a:pt x="30786" y="49940"/>
                  </a:lnTo>
                  <a:lnTo>
                    <a:pt x="33984" y="53393"/>
                  </a:lnTo>
                  <a:lnTo>
                    <a:pt x="35620" y="54992"/>
                  </a:lnTo>
                  <a:lnTo>
                    <a:pt x="44706" y="54992"/>
                  </a:lnTo>
                  <a:lnTo>
                    <a:pt x="44997" y="54956"/>
                  </a:lnTo>
                  <a:lnTo>
                    <a:pt x="45469" y="54737"/>
                  </a:lnTo>
                  <a:lnTo>
                    <a:pt x="45869" y="54374"/>
                  </a:lnTo>
                  <a:lnTo>
                    <a:pt x="46051" y="53902"/>
                  </a:lnTo>
                  <a:lnTo>
                    <a:pt x="46087" y="53611"/>
                  </a:lnTo>
                  <a:lnTo>
                    <a:pt x="46087" y="44524"/>
                  </a:lnTo>
                  <a:lnTo>
                    <a:pt x="44488" y="42998"/>
                  </a:lnTo>
                  <a:lnTo>
                    <a:pt x="41181" y="39363"/>
                  </a:lnTo>
                  <a:lnTo>
                    <a:pt x="35983" y="32821"/>
                  </a:lnTo>
                  <a:lnTo>
                    <a:pt x="32094" y="27478"/>
                  </a:lnTo>
                  <a:lnTo>
                    <a:pt x="30967" y="25915"/>
                  </a:lnTo>
                  <a:lnTo>
                    <a:pt x="29841" y="24280"/>
                  </a:lnTo>
                  <a:lnTo>
                    <a:pt x="28205" y="22026"/>
                  </a:lnTo>
                  <a:lnTo>
                    <a:pt x="25552" y="18319"/>
                  </a:lnTo>
                  <a:lnTo>
                    <a:pt x="23008" y="14830"/>
                  </a:lnTo>
                  <a:lnTo>
                    <a:pt x="20027" y="10868"/>
                  </a:lnTo>
                  <a:lnTo>
                    <a:pt x="15593" y="5416"/>
                  </a:lnTo>
                  <a:lnTo>
                    <a:pt x="12577" y="2109"/>
                  </a:lnTo>
                  <a:lnTo>
                    <a:pt x="11050" y="5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9B702"/>
                </a:solidFill>
              </a:endParaRPr>
            </a:p>
          </p:txBody>
        </p:sp>
        <p:sp>
          <p:nvSpPr>
            <p:cNvPr id="48" name="Google Shape;303;p32">
              <a:extLst>
                <a:ext uri="{FF2B5EF4-FFF2-40B4-BE49-F238E27FC236}">
                  <a16:creationId xmlns:a16="http://schemas.microsoft.com/office/drawing/2014/main" id="{E715F6BF-4096-CA92-06A6-84BB0D8D0B5D}"/>
                </a:ext>
              </a:extLst>
            </p:cNvPr>
            <p:cNvSpPr/>
            <p:nvPr/>
          </p:nvSpPr>
          <p:spPr>
            <a:xfrm>
              <a:off x="4098917" y="2322021"/>
              <a:ext cx="93582" cy="93582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3853" y="1"/>
                  </a:moveTo>
                  <a:lnTo>
                    <a:pt x="3635" y="146"/>
                  </a:lnTo>
                  <a:lnTo>
                    <a:pt x="146" y="3635"/>
                  </a:lnTo>
                  <a:lnTo>
                    <a:pt x="0" y="3853"/>
                  </a:lnTo>
                  <a:lnTo>
                    <a:pt x="182" y="4253"/>
                  </a:lnTo>
                  <a:lnTo>
                    <a:pt x="436" y="4326"/>
                  </a:lnTo>
                  <a:lnTo>
                    <a:pt x="3926" y="4326"/>
                  </a:lnTo>
                  <a:lnTo>
                    <a:pt x="4071" y="4289"/>
                  </a:lnTo>
                  <a:lnTo>
                    <a:pt x="4289" y="4071"/>
                  </a:lnTo>
                  <a:lnTo>
                    <a:pt x="4325" y="3926"/>
                  </a:lnTo>
                  <a:lnTo>
                    <a:pt x="4325" y="437"/>
                  </a:lnTo>
                  <a:lnTo>
                    <a:pt x="4253" y="182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04;p32">
              <a:extLst>
                <a:ext uri="{FF2B5EF4-FFF2-40B4-BE49-F238E27FC236}">
                  <a16:creationId xmlns:a16="http://schemas.microsoft.com/office/drawing/2014/main" id="{AF1D46D2-C4A1-E466-64DF-0694BF7133E8}"/>
                </a:ext>
              </a:extLst>
            </p:cNvPr>
            <p:cNvSpPr/>
            <p:nvPr/>
          </p:nvSpPr>
          <p:spPr>
            <a:xfrm>
              <a:off x="4870211" y="3285150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3817" y="1"/>
                  </a:moveTo>
                  <a:lnTo>
                    <a:pt x="3635" y="146"/>
                  </a:lnTo>
                  <a:lnTo>
                    <a:pt x="146" y="3599"/>
                  </a:lnTo>
                  <a:lnTo>
                    <a:pt x="0" y="3817"/>
                  </a:lnTo>
                  <a:lnTo>
                    <a:pt x="182" y="4253"/>
                  </a:lnTo>
                  <a:lnTo>
                    <a:pt x="437" y="4290"/>
                  </a:lnTo>
                  <a:lnTo>
                    <a:pt x="4071" y="4290"/>
                  </a:lnTo>
                  <a:lnTo>
                    <a:pt x="4289" y="4035"/>
                  </a:lnTo>
                  <a:lnTo>
                    <a:pt x="4289" y="3890"/>
                  </a:lnTo>
                  <a:lnTo>
                    <a:pt x="4289" y="401"/>
                  </a:lnTo>
                  <a:lnTo>
                    <a:pt x="4253" y="146"/>
                  </a:lnTo>
                  <a:lnTo>
                    <a:pt x="38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05;p32">
              <a:extLst>
                <a:ext uri="{FF2B5EF4-FFF2-40B4-BE49-F238E27FC236}">
                  <a16:creationId xmlns:a16="http://schemas.microsoft.com/office/drawing/2014/main" id="{E0D9FF09-A110-2B36-FBBF-7365F014C36F}"/>
                </a:ext>
              </a:extLst>
            </p:cNvPr>
            <p:cNvSpPr/>
            <p:nvPr/>
          </p:nvSpPr>
          <p:spPr>
            <a:xfrm>
              <a:off x="5834139" y="3210475"/>
              <a:ext cx="93582" cy="93582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436" y="0"/>
                  </a:moveTo>
                  <a:lnTo>
                    <a:pt x="182" y="73"/>
                  </a:lnTo>
                  <a:lnTo>
                    <a:pt x="0" y="509"/>
                  </a:lnTo>
                  <a:lnTo>
                    <a:pt x="146" y="691"/>
                  </a:lnTo>
                  <a:lnTo>
                    <a:pt x="3635" y="4180"/>
                  </a:lnTo>
                  <a:lnTo>
                    <a:pt x="3853" y="4325"/>
                  </a:lnTo>
                  <a:lnTo>
                    <a:pt x="4253" y="4144"/>
                  </a:lnTo>
                  <a:lnTo>
                    <a:pt x="4325" y="3889"/>
                  </a:lnTo>
                  <a:lnTo>
                    <a:pt x="4325" y="436"/>
                  </a:lnTo>
                  <a:lnTo>
                    <a:pt x="4289" y="255"/>
                  </a:lnTo>
                  <a:lnTo>
                    <a:pt x="4071" y="36"/>
                  </a:lnTo>
                  <a:lnTo>
                    <a:pt x="39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06;p32">
              <a:extLst>
                <a:ext uri="{FF2B5EF4-FFF2-40B4-BE49-F238E27FC236}">
                  <a16:creationId xmlns:a16="http://schemas.microsoft.com/office/drawing/2014/main" id="{0643345D-719F-CCEF-9341-9CE4C98D9481}"/>
                </a:ext>
              </a:extLst>
            </p:cNvPr>
            <p:cNvSpPr/>
            <p:nvPr/>
          </p:nvSpPr>
          <p:spPr>
            <a:xfrm>
              <a:off x="5761022" y="2247325"/>
              <a:ext cx="92782" cy="92803"/>
            </a:xfrm>
            <a:custGeom>
              <a:avLst/>
              <a:gdLst/>
              <a:ahLst/>
              <a:cxnLst/>
              <a:rect l="l" t="t" r="r" b="b"/>
              <a:pathLst>
                <a:path w="4289" h="4290" extrusionOk="0">
                  <a:moveTo>
                    <a:pt x="400" y="1"/>
                  </a:moveTo>
                  <a:lnTo>
                    <a:pt x="218" y="37"/>
                  </a:lnTo>
                  <a:lnTo>
                    <a:pt x="0" y="255"/>
                  </a:lnTo>
                  <a:lnTo>
                    <a:pt x="0" y="401"/>
                  </a:lnTo>
                  <a:lnTo>
                    <a:pt x="0" y="3890"/>
                  </a:lnTo>
                  <a:lnTo>
                    <a:pt x="36" y="4108"/>
                  </a:lnTo>
                  <a:lnTo>
                    <a:pt x="473" y="4290"/>
                  </a:lnTo>
                  <a:lnTo>
                    <a:pt x="654" y="4180"/>
                  </a:lnTo>
                  <a:lnTo>
                    <a:pt x="4143" y="691"/>
                  </a:lnTo>
                  <a:lnTo>
                    <a:pt x="4289" y="473"/>
                  </a:lnTo>
                  <a:lnTo>
                    <a:pt x="4107" y="37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07;p32">
              <a:extLst>
                <a:ext uri="{FF2B5EF4-FFF2-40B4-BE49-F238E27FC236}">
                  <a16:creationId xmlns:a16="http://schemas.microsoft.com/office/drawing/2014/main" id="{6AB2B8D9-E40D-7530-F40C-2A7D3A20A804}"/>
                </a:ext>
              </a:extLst>
            </p:cNvPr>
            <p:cNvSpPr/>
            <p:nvPr/>
          </p:nvSpPr>
          <p:spPr>
            <a:xfrm>
              <a:off x="4797094" y="2319663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473" y="1"/>
                  </a:moveTo>
                  <a:lnTo>
                    <a:pt x="37" y="182"/>
                  </a:lnTo>
                  <a:lnTo>
                    <a:pt x="0" y="437"/>
                  </a:lnTo>
                  <a:lnTo>
                    <a:pt x="0" y="3890"/>
                  </a:lnTo>
                  <a:lnTo>
                    <a:pt x="0" y="4071"/>
                  </a:lnTo>
                  <a:lnTo>
                    <a:pt x="218" y="4289"/>
                  </a:lnTo>
                  <a:lnTo>
                    <a:pt x="3889" y="4289"/>
                  </a:lnTo>
                  <a:lnTo>
                    <a:pt x="4107" y="4253"/>
                  </a:lnTo>
                  <a:lnTo>
                    <a:pt x="4289" y="3817"/>
                  </a:lnTo>
                  <a:lnTo>
                    <a:pt x="4180" y="3635"/>
                  </a:lnTo>
                  <a:lnTo>
                    <a:pt x="691" y="146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08;p32">
              <a:extLst>
                <a:ext uri="{FF2B5EF4-FFF2-40B4-BE49-F238E27FC236}">
                  <a16:creationId xmlns:a16="http://schemas.microsoft.com/office/drawing/2014/main" id="{11B3721F-098B-42C8-E6ED-C7B904573B6E}"/>
                </a:ext>
              </a:extLst>
            </p:cNvPr>
            <p:cNvSpPr/>
            <p:nvPr/>
          </p:nvSpPr>
          <p:spPr>
            <a:xfrm>
              <a:off x="4025800" y="3282792"/>
              <a:ext cx="93582" cy="93604"/>
            </a:xfrm>
            <a:custGeom>
              <a:avLst/>
              <a:gdLst/>
              <a:ahLst/>
              <a:cxnLst/>
              <a:rect l="l" t="t" r="r" b="b"/>
              <a:pathLst>
                <a:path w="4326" h="4327" extrusionOk="0">
                  <a:moveTo>
                    <a:pt x="509" y="1"/>
                  </a:moveTo>
                  <a:lnTo>
                    <a:pt x="73" y="183"/>
                  </a:lnTo>
                  <a:lnTo>
                    <a:pt x="0" y="437"/>
                  </a:lnTo>
                  <a:lnTo>
                    <a:pt x="0" y="3926"/>
                  </a:lnTo>
                  <a:lnTo>
                    <a:pt x="36" y="4072"/>
                  </a:lnTo>
                  <a:lnTo>
                    <a:pt x="255" y="4290"/>
                  </a:lnTo>
                  <a:lnTo>
                    <a:pt x="400" y="4326"/>
                  </a:lnTo>
                  <a:lnTo>
                    <a:pt x="3889" y="4326"/>
                  </a:lnTo>
                  <a:lnTo>
                    <a:pt x="4143" y="4290"/>
                  </a:lnTo>
                  <a:lnTo>
                    <a:pt x="4325" y="3854"/>
                  </a:lnTo>
                  <a:lnTo>
                    <a:pt x="4180" y="3636"/>
                  </a:lnTo>
                  <a:lnTo>
                    <a:pt x="727" y="18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09;p32">
              <a:extLst>
                <a:ext uri="{FF2B5EF4-FFF2-40B4-BE49-F238E27FC236}">
                  <a16:creationId xmlns:a16="http://schemas.microsoft.com/office/drawing/2014/main" id="{5F2D6E15-4674-A9AF-C369-D662FD3C159A}"/>
                </a:ext>
              </a:extLst>
            </p:cNvPr>
            <p:cNvSpPr/>
            <p:nvPr/>
          </p:nvSpPr>
          <p:spPr>
            <a:xfrm>
              <a:off x="3061071" y="3212833"/>
              <a:ext cx="92803" cy="92782"/>
            </a:xfrm>
            <a:custGeom>
              <a:avLst/>
              <a:gdLst/>
              <a:ahLst/>
              <a:cxnLst/>
              <a:rect l="l" t="t" r="r" b="b"/>
              <a:pathLst>
                <a:path w="4290" h="4289" extrusionOk="0">
                  <a:moveTo>
                    <a:pt x="255" y="0"/>
                  </a:moveTo>
                  <a:lnTo>
                    <a:pt x="1" y="218"/>
                  </a:lnTo>
                  <a:lnTo>
                    <a:pt x="1" y="400"/>
                  </a:lnTo>
                  <a:lnTo>
                    <a:pt x="1" y="3889"/>
                  </a:lnTo>
                  <a:lnTo>
                    <a:pt x="37" y="4107"/>
                  </a:lnTo>
                  <a:lnTo>
                    <a:pt x="473" y="4289"/>
                  </a:lnTo>
                  <a:lnTo>
                    <a:pt x="691" y="4144"/>
                  </a:lnTo>
                  <a:lnTo>
                    <a:pt x="4181" y="691"/>
                  </a:lnTo>
                  <a:lnTo>
                    <a:pt x="4290" y="473"/>
                  </a:lnTo>
                  <a:lnTo>
                    <a:pt x="4144" y="37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10;p32">
              <a:extLst>
                <a:ext uri="{FF2B5EF4-FFF2-40B4-BE49-F238E27FC236}">
                  <a16:creationId xmlns:a16="http://schemas.microsoft.com/office/drawing/2014/main" id="{2544250C-AAE3-D28C-858A-7F35A0A9F71E}"/>
                </a:ext>
              </a:extLst>
            </p:cNvPr>
            <p:cNvSpPr/>
            <p:nvPr/>
          </p:nvSpPr>
          <p:spPr>
            <a:xfrm>
              <a:off x="3134988" y="2245767"/>
              <a:ext cx="92803" cy="93582"/>
            </a:xfrm>
            <a:custGeom>
              <a:avLst/>
              <a:gdLst/>
              <a:ahLst/>
              <a:cxnLst/>
              <a:rect l="l" t="t" r="r" b="b"/>
              <a:pathLst>
                <a:path w="4290" h="4326" extrusionOk="0">
                  <a:moveTo>
                    <a:pt x="437" y="0"/>
                  </a:moveTo>
                  <a:lnTo>
                    <a:pt x="182" y="73"/>
                  </a:lnTo>
                  <a:lnTo>
                    <a:pt x="0" y="473"/>
                  </a:lnTo>
                  <a:lnTo>
                    <a:pt x="146" y="691"/>
                  </a:lnTo>
                  <a:lnTo>
                    <a:pt x="3599" y="4180"/>
                  </a:lnTo>
                  <a:lnTo>
                    <a:pt x="3817" y="4325"/>
                  </a:lnTo>
                  <a:lnTo>
                    <a:pt x="4253" y="4143"/>
                  </a:lnTo>
                  <a:lnTo>
                    <a:pt x="4289" y="3889"/>
                  </a:lnTo>
                  <a:lnTo>
                    <a:pt x="4289" y="400"/>
                  </a:lnTo>
                  <a:lnTo>
                    <a:pt x="4289" y="254"/>
                  </a:lnTo>
                  <a:lnTo>
                    <a:pt x="4071" y="36"/>
                  </a:lnTo>
                  <a:lnTo>
                    <a:pt x="38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CuadroTexto 56">
            <a:extLst>
              <a:ext uri="{FF2B5EF4-FFF2-40B4-BE49-F238E27FC236}">
                <a16:creationId xmlns:a16="http://schemas.microsoft.com/office/drawing/2014/main" id="{2F0FC760-872B-42DC-CB3C-91FBDF9391C1}"/>
              </a:ext>
            </a:extLst>
          </p:cNvPr>
          <p:cNvSpPr txBox="1"/>
          <p:nvPr/>
        </p:nvSpPr>
        <p:spPr>
          <a:xfrm rot="18698352">
            <a:off x="5542171" y="3249962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718F02CD-3667-3442-F5D0-F72A7822CBA7}"/>
              </a:ext>
            </a:extLst>
          </p:cNvPr>
          <p:cNvSpPr txBox="1"/>
          <p:nvPr/>
        </p:nvSpPr>
        <p:spPr>
          <a:xfrm rot="152627">
            <a:off x="8064162" y="1800026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B30DFDA0-8963-A308-7010-91999DADC710}"/>
              </a:ext>
            </a:extLst>
          </p:cNvPr>
          <p:cNvSpPr txBox="1"/>
          <p:nvPr/>
        </p:nvSpPr>
        <p:spPr>
          <a:xfrm rot="5400000">
            <a:off x="9629144" y="3364216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881CA8A7-CC01-BDAB-47CD-4DB10B1970ED}"/>
              </a:ext>
            </a:extLst>
          </p:cNvPr>
          <p:cNvSpPr txBox="1"/>
          <p:nvPr/>
        </p:nvSpPr>
        <p:spPr>
          <a:xfrm>
            <a:off x="7828111" y="4635655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B480C1E2-E04A-780B-A745-1A57F756D6DF}"/>
              </a:ext>
            </a:extLst>
          </p:cNvPr>
          <p:cNvSpPr txBox="1"/>
          <p:nvPr/>
        </p:nvSpPr>
        <p:spPr>
          <a:xfrm rot="2606566">
            <a:off x="5262976" y="2588957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C3CEAA41-0DB8-DC24-AFFA-8F121F059190}"/>
              </a:ext>
            </a:extLst>
          </p:cNvPr>
          <p:cNvSpPr txBox="1"/>
          <p:nvPr/>
        </p:nvSpPr>
        <p:spPr>
          <a:xfrm>
            <a:off x="3485088" y="1806495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A1147635-5FB7-ED30-2713-BB786305D12D}"/>
              </a:ext>
            </a:extLst>
          </p:cNvPr>
          <p:cNvSpPr txBox="1"/>
          <p:nvPr/>
        </p:nvSpPr>
        <p:spPr>
          <a:xfrm rot="16200000">
            <a:off x="1775627" y="3260245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5D475E2B-738F-2B5B-49C6-DE1162738CB1}"/>
              </a:ext>
            </a:extLst>
          </p:cNvPr>
          <p:cNvSpPr txBox="1"/>
          <p:nvPr/>
        </p:nvSpPr>
        <p:spPr>
          <a:xfrm>
            <a:off x="3691830" y="4638684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FF8512C2-5C69-AEEB-EED1-69E5B3CC0F06}"/>
              </a:ext>
            </a:extLst>
          </p:cNvPr>
          <p:cNvSpPr txBox="1"/>
          <p:nvPr/>
        </p:nvSpPr>
        <p:spPr>
          <a:xfrm>
            <a:off x="2942355" y="2726742"/>
            <a:ext cx="22733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4BC3E37C-03EB-E2E5-9FAF-19241DB536CA}"/>
              </a:ext>
            </a:extLst>
          </p:cNvPr>
          <p:cNvSpPr txBox="1"/>
          <p:nvPr/>
        </p:nvSpPr>
        <p:spPr>
          <a:xfrm>
            <a:off x="7399213" y="2727237"/>
            <a:ext cx="23599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9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83" name="Grupo 82">
            <a:extLst>
              <a:ext uri="{FF2B5EF4-FFF2-40B4-BE49-F238E27FC236}">
                <a16:creationId xmlns:a16="http://schemas.microsoft.com/office/drawing/2014/main" id="{57787002-49BD-B904-AB07-76856C9414ED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7EBA8672-0BA7-2802-4D5A-AE8C5AEF0977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b="1" dirty="0">
                  <a:solidFill>
                    <a:srgbClr val="8B1B3F"/>
                  </a:solidFill>
                </a:rPr>
                <a:t>PROVIDER EVENTS (</a:t>
              </a:r>
              <a:r>
                <a:rPr lang="es-ES_tradnl" b="1" dirty="0" err="1">
                  <a:solidFill>
                    <a:srgbClr val="8B1B3F"/>
                  </a:solidFill>
                </a:rPr>
                <a:t>pe</a:t>
              </a:r>
              <a:r>
                <a:rPr lang="es-ES_tradnl" b="1" baseline="-25000" dirty="0" err="1">
                  <a:solidFill>
                    <a:srgbClr val="8B1B3F"/>
                  </a:solidFill>
                </a:rPr>
                <a:t>j</a:t>
              </a:r>
              <a:r>
                <a:rPr lang="es-ES_tradnl" b="1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10DCC8B1-5115-C27B-3D64-D38369219203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1 (new plan)</a:t>
              </a:r>
            </a:p>
          </p:txBody>
        </p:sp>
        <p:sp>
          <p:nvSpPr>
            <p:cNvPr id="86" name="Rectángulo 85">
              <a:extLst>
                <a:ext uri="{FF2B5EF4-FFF2-40B4-BE49-F238E27FC236}">
                  <a16:creationId xmlns:a16="http://schemas.microsoft.com/office/drawing/2014/main" id="{ADCC2B62-DF54-DBA2-9BC5-F179615B4CA6}"/>
                </a:ext>
              </a:extLst>
            </p:cNvPr>
            <p:cNvSpPr/>
            <p:nvPr/>
          </p:nvSpPr>
          <p:spPr>
            <a:xfrm>
              <a:off x="4642441" y="0"/>
              <a:ext cx="2292129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2 (new 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DD407CE3-F5E2-C4D2-077C-E262D0B3527F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3 (</a:t>
              </a:r>
              <a:r>
                <a:rPr lang="es-ES_tradnl" sz="2400" baseline="-25000" dirty="0" err="1"/>
                <a:t>price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change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0869CCAF-46E5-3167-6A03-98CC846C6A9A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 err="1"/>
                <a:t>pe</a:t>
              </a:r>
              <a:r>
                <a:rPr lang="es-ES_tradnl" sz="2400" baseline="-25000" dirty="0" err="1"/>
                <a:t>j</a:t>
              </a:r>
              <a:r>
                <a:rPr lang="es-ES_tradnl" sz="2400" baseline="-25000" dirty="0"/>
                <a:t> (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reallocation</a:t>
              </a:r>
              <a:r>
                <a:rPr lang="es-ES_tradnl" sz="2400" baseline="-25000" dirty="0"/>
                <a:t>)</a:t>
              </a:r>
            </a:p>
          </p:txBody>
        </p:sp>
      </p:grp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6650A221-5A94-1A44-6FFF-C080F59F92C4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D396BEEF-FE6C-7E04-22F2-22B8972C22D1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Elipse 90">
            <a:extLst>
              <a:ext uri="{FF2B5EF4-FFF2-40B4-BE49-F238E27FC236}">
                <a16:creationId xmlns:a16="http://schemas.microsoft.com/office/drawing/2014/main" id="{E8DA74AB-D33C-428C-AF24-DFC290B1BB3B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C187F5B8-C213-83B7-C29F-60004B342C7F}"/>
              </a:ext>
            </a:extLst>
          </p:cNvPr>
          <p:cNvSpPr/>
          <p:nvPr/>
        </p:nvSpPr>
        <p:spPr>
          <a:xfrm>
            <a:off x="5662891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93" name="Elipse 92">
            <a:extLst>
              <a:ext uri="{FF2B5EF4-FFF2-40B4-BE49-F238E27FC236}">
                <a16:creationId xmlns:a16="http://schemas.microsoft.com/office/drawing/2014/main" id="{1D3F91C5-6DA0-BEA5-029D-89238747901C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185B34C0-0DEC-9E06-F2FB-F5A2474298EE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grpSp>
        <p:nvGrpSpPr>
          <p:cNvPr id="95" name="Grupo 94">
            <a:extLst>
              <a:ext uri="{FF2B5EF4-FFF2-40B4-BE49-F238E27FC236}">
                <a16:creationId xmlns:a16="http://schemas.microsoft.com/office/drawing/2014/main" id="{507463E2-7069-B78B-CCF3-F5F55C7004B8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96" name="Elipse 95">
              <a:extLst>
                <a:ext uri="{FF2B5EF4-FFF2-40B4-BE49-F238E27FC236}">
                  <a16:creationId xmlns:a16="http://schemas.microsoft.com/office/drawing/2014/main" id="{A719E09F-A3DA-3344-1413-222AD468A614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7" name="Elipse 96">
              <a:extLst>
                <a:ext uri="{FF2B5EF4-FFF2-40B4-BE49-F238E27FC236}">
                  <a16:creationId xmlns:a16="http://schemas.microsoft.com/office/drawing/2014/main" id="{20FD2593-D7AB-357F-ED74-866A33680ADF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8" name="Elipse 97">
              <a:extLst>
                <a:ext uri="{FF2B5EF4-FFF2-40B4-BE49-F238E27FC236}">
                  <a16:creationId xmlns:a16="http://schemas.microsoft.com/office/drawing/2014/main" id="{52BD2877-8CC2-F679-278A-C9329D30ACB0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F3BB0F85-9E56-8971-5119-9BBECEBA353A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ítulo 1">
            <a:extLst>
              <a:ext uri="{FF2B5EF4-FFF2-40B4-BE49-F238E27FC236}">
                <a16:creationId xmlns:a16="http://schemas.microsoft.com/office/drawing/2014/main" id="{FC8B8AB6-B9DC-56A1-82F9-E0C35C63F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Traditional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DevOps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life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cyle</a:t>
            </a:r>
            <a:endParaRPr lang="es-ES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9AD1C2A-BC80-BA95-5F23-A020BE9F63E6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304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 animBg="1"/>
      <p:bldP spid="93" grpId="0" animBg="1"/>
      <p:bldP spid="9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09C1B1-0989-DB48-C67F-0A7099B0C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A4A688EF-B3A3-98A5-DA39-D0684CB600F8}"/>
              </a:ext>
            </a:extLst>
          </p:cNvPr>
          <p:cNvSpPr/>
          <p:nvPr/>
        </p:nvSpPr>
        <p:spPr>
          <a:xfrm flipV="1">
            <a:off x="1828138" y="2238748"/>
            <a:ext cx="1236928" cy="2509500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C567C5F2-8014-5D92-4521-B3185610E30B}"/>
              </a:ext>
            </a:extLst>
          </p:cNvPr>
          <p:cNvSpPr/>
          <p:nvPr/>
        </p:nvSpPr>
        <p:spPr>
          <a:xfrm flipV="1">
            <a:off x="2473245" y="4268480"/>
            <a:ext cx="3110775" cy="1002488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8711D80B-63EB-0D54-F0F1-9F21CE26D403}"/>
              </a:ext>
            </a:extLst>
          </p:cNvPr>
          <p:cNvSpPr/>
          <p:nvPr/>
        </p:nvSpPr>
        <p:spPr>
          <a:xfrm flipV="1">
            <a:off x="4990134" y="2242070"/>
            <a:ext cx="2605286" cy="2501216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298;p32">
            <a:extLst>
              <a:ext uri="{FF2B5EF4-FFF2-40B4-BE49-F238E27FC236}">
                <a16:creationId xmlns:a16="http://schemas.microsoft.com/office/drawing/2014/main" id="{67E855A1-5C1B-F0B4-5F4F-A8D7C679BD0A}"/>
              </a:ext>
            </a:extLst>
          </p:cNvPr>
          <p:cNvSpPr/>
          <p:nvPr/>
        </p:nvSpPr>
        <p:spPr>
          <a:xfrm flipV="1">
            <a:off x="7007704" y="1717690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E1EE722C-DCEB-7A15-9E0C-4E4C3EDD2C9A}"/>
              </a:ext>
            </a:extLst>
          </p:cNvPr>
          <p:cNvSpPr/>
          <p:nvPr/>
        </p:nvSpPr>
        <p:spPr>
          <a:xfrm flipV="1">
            <a:off x="9530753" y="2242070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904B1B62-AE6A-BBE6-C337-247A26B1C88F}"/>
              </a:ext>
            </a:extLst>
          </p:cNvPr>
          <p:cNvSpPr/>
          <p:nvPr/>
        </p:nvSpPr>
        <p:spPr>
          <a:xfrm flipV="1">
            <a:off x="7009795" y="4270117"/>
            <a:ext cx="3108682" cy="1000851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AE32EC71-8F6C-3FB8-ACFC-8985F2E35F08}"/>
              </a:ext>
            </a:extLst>
          </p:cNvPr>
          <p:cNvSpPr/>
          <p:nvPr/>
        </p:nvSpPr>
        <p:spPr>
          <a:xfrm flipV="1">
            <a:off x="2475335" y="1719329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374FE47E-C4C3-BD8E-8094-C5EC2F9DB40F}"/>
              </a:ext>
            </a:extLst>
          </p:cNvPr>
          <p:cNvSpPr/>
          <p:nvPr/>
        </p:nvSpPr>
        <p:spPr>
          <a:xfrm flipV="1">
            <a:off x="4994203" y="2242072"/>
            <a:ext cx="2605343" cy="2502899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A0B797BF-B9D8-E055-4D82-CF264A420D01}"/>
              </a:ext>
            </a:extLst>
          </p:cNvPr>
          <p:cNvSpPr/>
          <p:nvPr/>
        </p:nvSpPr>
        <p:spPr>
          <a:xfrm flipV="1">
            <a:off x="5263395" y="4329705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EE5EB88B-1B37-8403-AD97-3FA26365092F}"/>
              </a:ext>
            </a:extLst>
          </p:cNvPr>
          <p:cNvSpPr/>
          <p:nvPr/>
        </p:nvSpPr>
        <p:spPr>
          <a:xfrm flipV="1">
            <a:off x="7278930" y="2304960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305;p32">
            <a:extLst>
              <a:ext uri="{FF2B5EF4-FFF2-40B4-BE49-F238E27FC236}">
                <a16:creationId xmlns:a16="http://schemas.microsoft.com/office/drawing/2014/main" id="{FE585774-323A-9BE5-D8B1-C58A841ACC79}"/>
              </a:ext>
            </a:extLst>
          </p:cNvPr>
          <p:cNvSpPr/>
          <p:nvPr/>
        </p:nvSpPr>
        <p:spPr>
          <a:xfrm flipV="1">
            <a:off x="9797852" y="2460434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436" y="0"/>
                </a:moveTo>
                <a:lnTo>
                  <a:pt x="182" y="73"/>
                </a:lnTo>
                <a:lnTo>
                  <a:pt x="0" y="509"/>
                </a:lnTo>
                <a:lnTo>
                  <a:pt x="146" y="691"/>
                </a:lnTo>
                <a:lnTo>
                  <a:pt x="3635" y="4180"/>
                </a:lnTo>
                <a:lnTo>
                  <a:pt x="3853" y="4325"/>
                </a:lnTo>
                <a:lnTo>
                  <a:pt x="4253" y="4144"/>
                </a:lnTo>
                <a:lnTo>
                  <a:pt x="4325" y="3889"/>
                </a:lnTo>
                <a:lnTo>
                  <a:pt x="4325" y="436"/>
                </a:lnTo>
                <a:lnTo>
                  <a:pt x="4289" y="255"/>
                </a:lnTo>
                <a:lnTo>
                  <a:pt x="4071" y="36"/>
                </a:lnTo>
                <a:lnTo>
                  <a:pt x="39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A4767CF9-45C7-70F9-916C-456D1490C7B3}"/>
              </a:ext>
            </a:extLst>
          </p:cNvPr>
          <p:cNvSpPr/>
          <p:nvPr/>
        </p:nvSpPr>
        <p:spPr>
          <a:xfrm flipV="1">
            <a:off x="9606784" y="4488501"/>
            <a:ext cx="242457" cy="195254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F9CFEE77-ECB0-15F1-839B-39DAB1D70B02}"/>
              </a:ext>
            </a:extLst>
          </p:cNvPr>
          <p:cNvSpPr/>
          <p:nvPr/>
        </p:nvSpPr>
        <p:spPr>
          <a:xfrm flipV="1">
            <a:off x="7087861" y="4336305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F026433C-1ED9-041D-BB80-C5D8E046D4C6}"/>
              </a:ext>
            </a:extLst>
          </p:cNvPr>
          <p:cNvSpPr/>
          <p:nvPr/>
        </p:nvSpPr>
        <p:spPr>
          <a:xfrm flipV="1">
            <a:off x="5072327" y="2308236"/>
            <a:ext cx="244547" cy="196939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309;p32">
            <a:extLst>
              <a:ext uri="{FF2B5EF4-FFF2-40B4-BE49-F238E27FC236}">
                <a16:creationId xmlns:a16="http://schemas.microsoft.com/office/drawing/2014/main" id="{DD54FA67-B788-DAC2-FC3C-5C79819B4DC6}"/>
              </a:ext>
            </a:extLst>
          </p:cNvPr>
          <p:cNvSpPr/>
          <p:nvPr/>
        </p:nvSpPr>
        <p:spPr>
          <a:xfrm flipV="1">
            <a:off x="2551311" y="2457156"/>
            <a:ext cx="242511" cy="195210"/>
          </a:xfrm>
          <a:custGeom>
            <a:avLst/>
            <a:gdLst/>
            <a:ahLst/>
            <a:cxnLst/>
            <a:rect l="l" t="t" r="r" b="b"/>
            <a:pathLst>
              <a:path w="4290" h="4289" extrusionOk="0">
                <a:moveTo>
                  <a:pt x="255" y="0"/>
                </a:moveTo>
                <a:lnTo>
                  <a:pt x="1" y="218"/>
                </a:lnTo>
                <a:lnTo>
                  <a:pt x="1" y="400"/>
                </a:lnTo>
                <a:lnTo>
                  <a:pt x="1" y="3889"/>
                </a:lnTo>
                <a:lnTo>
                  <a:pt x="37" y="4107"/>
                </a:lnTo>
                <a:lnTo>
                  <a:pt x="473" y="4289"/>
                </a:lnTo>
                <a:lnTo>
                  <a:pt x="691" y="4144"/>
                </a:lnTo>
                <a:lnTo>
                  <a:pt x="4181" y="691"/>
                </a:lnTo>
                <a:lnTo>
                  <a:pt x="4290" y="473"/>
                </a:lnTo>
                <a:lnTo>
                  <a:pt x="4144" y="37"/>
                </a:lnTo>
                <a:lnTo>
                  <a:pt x="389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310;p32">
            <a:extLst>
              <a:ext uri="{FF2B5EF4-FFF2-40B4-BE49-F238E27FC236}">
                <a16:creationId xmlns:a16="http://schemas.microsoft.com/office/drawing/2014/main" id="{7BEFA3EB-8721-4FF5-26D8-624CFA17CB5F}"/>
              </a:ext>
            </a:extLst>
          </p:cNvPr>
          <p:cNvSpPr/>
          <p:nvPr/>
        </p:nvSpPr>
        <p:spPr>
          <a:xfrm flipV="1">
            <a:off x="2744470" y="4490140"/>
            <a:ext cx="242511" cy="196893"/>
          </a:xfrm>
          <a:custGeom>
            <a:avLst/>
            <a:gdLst/>
            <a:ahLst/>
            <a:cxnLst/>
            <a:rect l="l" t="t" r="r" b="b"/>
            <a:pathLst>
              <a:path w="4290" h="4326" extrusionOk="0">
                <a:moveTo>
                  <a:pt x="437" y="0"/>
                </a:moveTo>
                <a:lnTo>
                  <a:pt x="182" y="73"/>
                </a:lnTo>
                <a:lnTo>
                  <a:pt x="0" y="473"/>
                </a:lnTo>
                <a:lnTo>
                  <a:pt x="146" y="691"/>
                </a:lnTo>
                <a:lnTo>
                  <a:pt x="3599" y="4180"/>
                </a:lnTo>
                <a:lnTo>
                  <a:pt x="3817" y="4325"/>
                </a:lnTo>
                <a:lnTo>
                  <a:pt x="4253" y="4143"/>
                </a:lnTo>
                <a:lnTo>
                  <a:pt x="4289" y="3889"/>
                </a:lnTo>
                <a:lnTo>
                  <a:pt x="4289" y="400"/>
                </a:lnTo>
                <a:lnTo>
                  <a:pt x="4289" y="254"/>
                </a:lnTo>
                <a:lnTo>
                  <a:pt x="4071" y="36"/>
                </a:lnTo>
                <a:lnTo>
                  <a:pt x="388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0306CAEC-1D36-BC99-C493-5E4773E181F9}"/>
              </a:ext>
            </a:extLst>
          </p:cNvPr>
          <p:cNvSpPr txBox="1"/>
          <p:nvPr/>
        </p:nvSpPr>
        <p:spPr>
          <a:xfrm rot="18698352">
            <a:off x="5542171" y="3249962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C64AC1FE-C9B0-042D-27F4-4C99D531E56F}"/>
              </a:ext>
            </a:extLst>
          </p:cNvPr>
          <p:cNvSpPr txBox="1"/>
          <p:nvPr/>
        </p:nvSpPr>
        <p:spPr>
          <a:xfrm rot="152627">
            <a:off x="8064162" y="1800026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EC3C4CDB-3525-2F43-D398-95BE50ABAD84}"/>
              </a:ext>
            </a:extLst>
          </p:cNvPr>
          <p:cNvSpPr txBox="1"/>
          <p:nvPr/>
        </p:nvSpPr>
        <p:spPr>
          <a:xfrm rot="5400000">
            <a:off x="9629144" y="3364216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42ABB74B-7A9E-40CE-DED2-24CA94576827}"/>
              </a:ext>
            </a:extLst>
          </p:cNvPr>
          <p:cNvSpPr txBox="1"/>
          <p:nvPr/>
        </p:nvSpPr>
        <p:spPr>
          <a:xfrm>
            <a:off x="7828111" y="4635655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A467468-F14A-A1E2-33FC-54FCC816E02C}"/>
              </a:ext>
            </a:extLst>
          </p:cNvPr>
          <p:cNvSpPr txBox="1"/>
          <p:nvPr/>
        </p:nvSpPr>
        <p:spPr>
          <a:xfrm rot="2606566">
            <a:off x="5262976" y="2588957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8D6199DA-45B9-D9AA-333F-998D9792955D}"/>
              </a:ext>
            </a:extLst>
          </p:cNvPr>
          <p:cNvSpPr txBox="1"/>
          <p:nvPr/>
        </p:nvSpPr>
        <p:spPr>
          <a:xfrm>
            <a:off x="3485088" y="1806495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AA4DD9BE-AD9A-EA61-CD7A-3D37704F4C61}"/>
              </a:ext>
            </a:extLst>
          </p:cNvPr>
          <p:cNvSpPr txBox="1"/>
          <p:nvPr/>
        </p:nvSpPr>
        <p:spPr>
          <a:xfrm rot="16200000">
            <a:off x="1775627" y="3260245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11F83F61-032D-6158-FBCF-E5E91E5C30A0}"/>
              </a:ext>
            </a:extLst>
          </p:cNvPr>
          <p:cNvSpPr txBox="1"/>
          <p:nvPr/>
        </p:nvSpPr>
        <p:spPr>
          <a:xfrm>
            <a:off x="3691830" y="4638684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C2B34B1-726D-0D83-0293-190449E5351F}"/>
              </a:ext>
            </a:extLst>
          </p:cNvPr>
          <p:cNvSpPr txBox="1"/>
          <p:nvPr/>
        </p:nvSpPr>
        <p:spPr>
          <a:xfrm>
            <a:off x="2942355" y="2726742"/>
            <a:ext cx="22733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E5DF029B-02EB-03B4-D828-89ECFB8A8321}"/>
              </a:ext>
            </a:extLst>
          </p:cNvPr>
          <p:cNvSpPr txBox="1"/>
          <p:nvPr/>
        </p:nvSpPr>
        <p:spPr>
          <a:xfrm>
            <a:off x="7399213" y="2727237"/>
            <a:ext cx="23599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9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83" name="Grupo 82">
            <a:extLst>
              <a:ext uri="{FF2B5EF4-FFF2-40B4-BE49-F238E27FC236}">
                <a16:creationId xmlns:a16="http://schemas.microsoft.com/office/drawing/2014/main" id="{645B693C-587F-DA35-6F78-BCA8A508B14E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1FBE3FC9-35B8-9333-025A-54DCAC8A1EBF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b="1" dirty="0">
                  <a:solidFill>
                    <a:srgbClr val="8B1B3F"/>
                  </a:solidFill>
                </a:rPr>
                <a:t>PROVIDER EVENTS (</a:t>
              </a:r>
              <a:r>
                <a:rPr lang="es-ES_tradnl" b="1" dirty="0" err="1">
                  <a:solidFill>
                    <a:srgbClr val="8B1B3F"/>
                  </a:solidFill>
                </a:rPr>
                <a:t>pe</a:t>
              </a:r>
              <a:r>
                <a:rPr lang="es-ES_tradnl" b="1" baseline="-25000" dirty="0" err="1">
                  <a:solidFill>
                    <a:srgbClr val="8B1B3F"/>
                  </a:solidFill>
                </a:rPr>
                <a:t>j</a:t>
              </a:r>
              <a:r>
                <a:rPr lang="es-ES_tradnl" b="1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B736C254-8099-7AF4-CD39-CBF48F5368B7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>
                  <a:solidFill>
                    <a:srgbClr val="FF0000"/>
                  </a:solidFill>
                </a:rPr>
                <a:t>pe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1 (new plan)</a:t>
              </a:r>
            </a:p>
          </p:txBody>
        </p:sp>
        <p:sp>
          <p:nvSpPr>
            <p:cNvPr id="86" name="Rectángulo 85">
              <a:extLst>
                <a:ext uri="{FF2B5EF4-FFF2-40B4-BE49-F238E27FC236}">
                  <a16:creationId xmlns:a16="http://schemas.microsoft.com/office/drawing/2014/main" id="{5CD91BB7-7AA1-F5C4-E8E7-D9D718981D26}"/>
                </a:ext>
              </a:extLst>
            </p:cNvPr>
            <p:cNvSpPr/>
            <p:nvPr/>
          </p:nvSpPr>
          <p:spPr>
            <a:xfrm>
              <a:off x="4642441" y="0"/>
              <a:ext cx="2292129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2 (new 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156919C1-8B95-0A1D-20F2-5B152EFC70F9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>
                  <a:solidFill>
                    <a:srgbClr val="FF0000"/>
                  </a:solidFill>
                </a:rPr>
                <a:t>pe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3 (</a:t>
              </a:r>
              <a:r>
                <a:rPr lang="es-ES_tradnl" sz="2400" baseline="-25000" dirty="0" err="1">
                  <a:solidFill>
                    <a:srgbClr val="FF0000"/>
                  </a:solidFill>
                </a:rPr>
                <a:t>price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 </a:t>
              </a:r>
              <a:r>
                <a:rPr lang="es-ES_tradnl" sz="2400" baseline="-25000" dirty="0" err="1">
                  <a:solidFill>
                    <a:srgbClr val="FF0000"/>
                  </a:solidFill>
                </a:rPr>
                <a:t>change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18A3CA19-0055-1C9C-1A98-67AC35BC476E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 err="1">
                  <a:solidFill>
                    <a:srgbClr val="FF0000"/>
                  </a:solidFill>
                </a:rPr>
                <a:t>pe</a:t>
              </a:r>
              <a:r>
                <a:rPr lang="es-ES_tradnl" sz="2400" baseline="-25000" dirty="0" err="1">
                  <a:solidFill>
                    <a:srgbClr val="FF0000"/>
                  </a:solidFill>
                </a:rPr>
                <a:t>j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 (</a:t>
              </a:r>
              <a:r>
                <a:rPr lang="es-ES_tradnl" sz="2400" baseline="-25000" dirty="0" err="1">
                  <a:solidFill>
                    <a:srgbClr val="FF0000"/>
                  </a:solidFill>
                </a:rPr>
                <a:t>feature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 </a:t>
              </a:r>
              <a:r>
                <a:rPr lang="es-ES_tradnl" sz="2400" baseline="-25000" dirty="0" err="1">
                  <a:solidFill>
                    <a:srgbClr val="FF0000"/>
                  </a:solidFill>
                </a:rPr>
                <a:t>reallocation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)</a:t>
              </a:r>
            </a:p>
          </p:txBody>
        </p:sp>
      </p:grp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BB39D75D-10D5-3FFD-049C-06B9D8EC5E8C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B1CC78FE-C9F1-30AD-9D76-02030DAB4645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Elipse 90">
            <a:extLst>
              <a:ext uri="{FF2B5EF4-FFF2-40B4-BE49-F238E27FC236}">
                <a16:creationId xmlns:a16="http://schemas.microsoft.com/office/drawing/2014/main" id="{BA5890D4-03E9-42DA-AEE2-B6B844B978DD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C17F6C42-9181-9AAB-85A6-9237F17EDBD7}"/>
              </a:ext>
            </a:extLst>
          </p:cNvPr>
          <p:cNvSpPr/>
          <p:nvPr/>
        </p:nvSpPr>
        <p:spPr>
          <a:xfrm>
            <a:off x="5662891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93" name="Elipse 92">
            <a:extLst>
              <a:ext uri="{FF2B5EF4-FFF2-40B4-BE49-F238E27FC236}">
                <a16:creationId xmlns:a16="http://schemas.microsoft.com/office/drawing/2014/main" id="{CCCA0B5C-816C-D484-AF6A-DE93ECFCCBCF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9BBB4183-F17B-4398-FC71-83AB4DA6328E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grpSp>
        <p:nvGrpSpPr>
          <p:cNvPr id="95" name="Grupo 94">
            <a:extLst>
              <a:ext uri="{FF2B5EF4-FFF2-40B4-BE49-F238E27FC236}">
                <a16:creationId xmlns:a16="http://schemas.microsoft.com/office/drawing/2014/main" id="{2C9CDACA-3E92-0C9C-8854-35E76DA1EA06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96" name="Elipse 95">
              <a:extLst>
                <a:ext uri="{FF2B5EF4-FFF2-40B4-BE49-F238E27FC236}">
                  <a16:creationId xmlns:a16="http://schemas.microsoft.com/office/drawing/2014/main" id="{BC9BBB92-7EEC-5096-E6D0-58D751A9ADFD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7" name="Elipse 96">
              <a:extLst>
                <a:ext uri="{FF2B5EF4-FFF2-40B4-BE49-F238E27FC236}">
                  <a16:creationId xmlns:a16="http://schemas.microsoft.com/office/drawing/2014/main" id="{9191AB7D-B201-44CB-664B-51A2D67079E5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8" name="Elipse 97">
              <a:extLst>
                <a:ext uri="{FF2B5EF4-FFF2-40B4-BE49-F238E27FC236}">
                  <a16:creationId xmlns:a16="http://schemas.microsoft.com/office/drawing/2014/main" id="{84D115D2-F003-C715-7BC4-7CF5D6E02FB2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85EA19A4-9524-9EF2-3C4C-7C2C45C3C3D1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ítulo 1">
            <a:extLst>
              <a:ext uri="{FF2B5EF4-FFF2-40B4-BE49-F238E27FC236}">
                <a16:creationId xmlns:a16="http://schemas.microsoft.com/office/drawing/2014/main" id="{BD04D6D6-C69B-3FC8-7840-FD11574E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Traditional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DevOps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life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cyle</a:t>
            </a:r>
            <a:endParaRPr lang="es-ES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E36CCF2-72BB-9BB1-974C-8C9E79CE7209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955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44238A-9BC0-B4B3-F8FE-BDDC6C931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C0C444F-2599-F0C4-DBC1-E6D24EF22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771" y="4945556"/>
            <a:ext cx="12224115" cy="1925985"/>
          </a:xfrm>
          <a:prstGeom prst="rect">
            <a:avLst/>
          </a:prstGeom>
        </p:spPr>
      </p:pic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DC70727D-B569-A189-688A-B4F9AEE707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7" y="4939280"/>
            <a:ext cx="12183695" cy="1919617"/>
          </a:xfrm>
          <a:prstGeom prst="rect">
            <a:avLst/>
          </a:prstGeom>
        </p:spPr>
      </p:pic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BBBA6EE6-AA3B-3D4D-63DE-A5DF08488ECA}"/>
              </a:ext>
            </a:extLst>
          </p:cNvPr>
          <p:cNvSpPr/>
          <p:nvPr/>
        </p:nvSpPr>
        <p:spPr>
          <a:xfrm flipV="1">
            <a:off x="1631193" y="1746375"/>
            <a:ext cx="1236928" cy="2509500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08B32974-9E2B-DFAC-80AF-AC9D7D49404F}"/>
              </a:ext>
            </a:extLst>
          </p:cNvPr>
          <p:cNvSpPr/>
          <p:nvPr/>
        </p:nvSpPr>
        <p:spPr>
          <a:xfrm flipV="1">
            <a:off x="2276300" y="3776107"/>
            <a:ext cx="3110775" cy="1002488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B105D8D6-6E86-9193-2A3B-0A23E29E0931}"/>
              </a:ext>
            </a:extLst>
          </p:cNvPr>
          <p:cNvSpPr/>
          <p:nvPr/>
        </p:nvSpPr>
        <p:spPr>
          <a:xfrm flipV="1">
            <a:off x="4793189" y="1749697"/>
            <a:ext cx="2605286" cy="2501216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298;p32">
            <a:extLst>
              <a:ext uri="{FF2B5EF4-FFF2-40B4-BE49-F238E27FC236}">
                <a16:creationId xmlns:a16="http://schemas.microsoft.com/office/drawing/2014/main" id="{0BD63254-35DC-5460-DEFE-15260FB81DFB}"/>
              </a:ext>
            </a:extLst>
          </p:cNvPr>
          <p:cNvSpPr/>
          <p:nvPr/>
        </p:nvSpPr>
        <p:spPr>
          <a:xfrm flipV="1">
            <a:off x="6810759" y="1225317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F4F410F5-4267-D610-FC3B-EA9D98C9CF59}"/>
              </a:ext>
            </a:extLst>
          </p:cNvPr>
          <p:cNvSpPr/>
          <p:nvPr/>
        </p:nvSpPr>
        <p:spPr>
          <a:xfrm flipV="1">
            <a:off x="9333808" y="1749697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F215C10F-A98E-9D05-FD0A-DC41E476758C}"/>
              </a:ext>
            </a:extLst>
          </p:cNvPr>
          <p:cNvSpPr/>
          <p:nvPr/>
        </p:nvSpPr>
        <p:spPr>
          <a:xfrm flipV="1">
            <a:off x="6812850" y="3777744"/>
            <a:ext cx="3108682" cy="1000851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43F2BF89-FDA5-E0E6-1F70-CF9352713DEC}"/>
              </a:ext>
            </a:extLst>
          </p:cNvPr>
          <p:cNvSpPr/>
          <p:nvPr/>
        </p:nvSpPr>
        <p:spPr>
          <a:xfrm flipV="1">
            <a:off x="2278390" y="1226956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4314AF6D-955C-2456-8B0C-A77CF41C7D09}"/>
              </a:ext>
            </a:extLst>
          </p:cNvPr>
          <p:cNvSpPr/>
          <p:nvPr/>
        </p:nvSpPr>
        <p:spPr>
          <a:xfrm flipV="1">
            <a:off x="4797258" y="1749699"/>
            <a:ext cx="2605343" cy="2502899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C8BC7909-FC45-E74D-5997-2B6A55B3AD59}"/>
              </a:ext>
            </a:extLst>
          </p:cNvPr>
          <p:cNvSpPr/>
          <p:nvPr/>
        </p:nvSpPr>
        <p:spPr>
          <a:xfrm flipV="1">
            <a:off x="5066450" y="3837332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20A0C06C-4026-B2BF-2B3E-AF15E4808608}"/>
              </a:ext>
            </a:extLst>
          </p:cNvPr>
          <p:cNvSpPr/>
          <p:nvPr/>
        </p:nvSpPr>
        <p:spPr>
          <a:xfrm flipV="1">
            <a:off x="7081985" y="1812587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305;p32">
            <a:extLst>
              <a:ext uri="{FF2B5EF4-FFF2-40B4-BE49-F238E27FC236}">
                <a16:creationId xmlns:a16="http://schemas.microsoft.com/office/drawing/2014/main" id="{DDED3EB2-56E8-7B4E-6B78-33E3B5380FC7}"/>
              </a:ext>
            </a:extLst>
          </p:cNvPr>
          <p:cNvSpPr/>
          <p:nvPr/>
        </p:nvSpPr>
        <p:spPr>
          <a:xfrm flipV="1">
            <a:off x="9600907" y="1968061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436" y="0"/>
                </a:moveTo>
                <a:lnTo>
                  <a:pt x="182" y="73"/>
                </a:lnTo>
                <a:lnTo>
                  <a:pt x="0" y="509"/>
                </a:lnTo>
                <a:lnTo>
                  <a:pt x="146" y="691"/>
                </a:lnTo>
                <a:lnTo>
                  <a:pt x="3635" y="4180"/>
                </a:lnTo>
                <a:lnTo>
                  <a:pt x="3853" y="4325"/>
                </a:lnTo>
                <a:lnTo>
                  <a:pt x="4253" y="4144"/>
                </a:lnTo>
                <a:lnTo>
                  <a:pt x="4325" y="3889"/>
                </a:lnTo>
                <a:lnTo>
                  <a:pt x="4325" y="436"/>
                </a:lnTo>
                <a:lnTo>
                  <a:pt x="4289" y="255"/>
                </a:lnTo>
                <a:lnTo>
                  <a:pt x="4071" y="36"/>
                </a:lnTo>
                <a:lnTo>
                  <a:pt x="39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A01662CB-EE3D-1E01-D6F5-841BC6027F6A}"/>
              </a:ext>
            </a:extLst>
          </p:cNvPr>
          <p:cNvSpPr/>
          <p:nvPr/>
        </p:nvSpPr>
        <p:spPr>
          <a:xfrm flipV="1">
            <a:off x="9409839" y="3996128"/>
            <a:ext cx="242457" cy="195254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11F09F36-B60D-FEAC-0CC6-6BD2EE1A28E4}"/>
              </a:ext>
            </a:extLst>
          </p:cNvPr>
          <p:cNvSpPr/>
          <p:nvPr/>
        </p:nvSpPr>
        <p:spPr>
          <a:xfrm flipV="1">
            <a:off x="6890916" y="3843932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C68DDCCB-326D-1BF6-3579-F97E6BC8E8D1}"/>
              </a:ext>
            </a:extLst>
          </p:cNvPr>
          <p:cNvSpPr/>
          <p:nvPr/>
        </p:nvSpPr>
        <p:spPr>
          <a:xfrm flipV="1">
            <a:off x="4875382" y="1815863"/>
            <a:ext cx="244547" cy="196939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309;p32">
            <a:extLst>
              <a:ext uri="{FF2B5EF4-FFF2-40B4-BE49-F238E27FC236}">
                <a16:creationId xmlns:a16="http://schemas.microsoft.com/office/drawing/2014/main" id="{4E76E03A-F7C4-250B-1D3A-009EC1A455B2}"/>
              </a:ext>
            </a:extLst>
          </p:cNvPr>
          <p:cNvSpPr/>
          <p:nvPr/>
        </p:nvSpPr>
        <p:spPr>
          <a:xfrm flipV="1">
            <a:off x="2354366" y="1964783"/>
            <a:ext cx="242511" cy="195210"/>
          </a:xfrm>
          <a:custGeom>
            <a:avLst/>
            <a:gdLst/>
            <a:ahLst/>
            <a:cxnLst/>
            <a:rect l="l" t="t" r="r" b="b"/>
            <a:pathLst>
              <a:path w="4290" h="4289" extrusionOk="0">
                <a:moveTo>
                  <a:pt x="255" y="0"/>
                </a:moveTo>
                <a:lnTo>
                  <a:pt x="1" y="218"/>
                </a:lnTo>
                <a:lnTo>
                  <a:pt x="1" y="400"/>
                </a:lnTo>
                <a:lnTo>
                  <a:pt x="1" y="3889"/>
                </a:lnTo>
                <a:lnTo>
                  <a:pt x="37" y="4107"/>
                </a:lnTo>
                <a:lnTo>
                  <a:pt x="473" y="4289"/>
                </a:lnTo>
                <a:lnTo>
                  <a:pt x="691" y="4144"/>
                </a:lnTo>
                <a:lnTo>
                  <a:pt x="4181" y="691"/>
                </a:lnTo>
                <a:lnTo>
                  <a:pt x="4290" y="473"/>
                </a:lnTo>
                <a:lnTo>
                  <a:pt x="4144" y="37"/>
                </a:lnTo>
                <a:lnTo>
                  <a:pt x="389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310;p32">
            <a:extLst>
              <a:ext uri="{FF2B5EF4-FFF2-40B4-BE49-F238E27FC236}">
                <a16:creationId xmlns:a16="http://schemas.microsoft.com/office/drawing/2014/main" id="{0A9DBF33-ED98-7E46-5918-A5BBB185248A}"/>
              </a:ext>
            </a:extLst>
          </p:cNvPr>
          <p:cNvSpPr/>
          <p:nvPr/>
        </p:nvSpPr>
        <p:spPr>
          <a:xfrm flipV="1">
            <a:off x="2547525" y="3997767"/>
            <a:ext cx="242511" cy="196893"/>
          </a:xfrm>
          <a:custGeom>
            <a:avLst/>
            <a:gdLst/>
            <a:ahLst/>
            <a:cxnLst/>
            <a:rect l="l" t="t" r="r" b="b"/>
            <a:pathLst>
              <a:path w="4290" h="4326" extrusionOk="0">
                <a:moveTo>
                  <a:pt x="437" y="0"/>
                </a:moveTo>
                <a:lnTo>
                  <a:pt x="182" y="73"/>
                </a:lnTo>
                <a:lnTo>
                  <a:pt x="0" y="473"/>
                </a:lnTo>
                <a:lnTo>
                  <a:pt x="146" y="691"/>
                </a:lnTo>
                <a:lnTo>
                  <a:pt x="3599" y="4180"/>
                </a:lnTo>
                <a:lnTo>
                  <a:pt x="3817" y="4325"/>
                </a:lnTo>
                <a:lnTo>
                  <a:pt x="4253" y="4143"/>
                </a:lnTo>
                <a:lnTo>
                  <a:pt x="4289" y="3889"/>
                </a:lnTo>
                <a:lnTo>
                  <a:pt x="4289" y="400"/>
                </a:lnTo>
                <a:lnTo>
                  <a:pt x="4289" y="254"/>
                </a:lnTo>
                <a:lnTo>
                  <a:pt x="4071" y="36"/>
                </a:lnTo>
                <a:lnTo>
                  <a:pt x="388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E4A5BC0-3E96-B2E2-0CB5-8EC76759E1C6}"/>
              </a:ext>
            </a:extLst>
          </p:cNvPr>
          <p:cNvSpPr txBox="1"/>
          <p:nvPr/>
        </p:nvSpPr>
        <p:spPr>
          <a:xfrm rot="18698352">
            <a:off x="5345226" y="2757589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A896054-438F-47D8-882E-A68E25539AE2}"/>
              </a:ext>
            </a:extLst>
          </p:cNvPr>
          <p:cNvSpPr txBox="1"/>
          <p:nvPr/>
        </p:nvSpPr>
        <p:spPr>
          <a:xfrm rot="152627">
            <a:off x="7867217" y="1307653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64E1A869-9808-0E07-6A32-4D330698CF32}"/>
              </a:ext>
            </a:extLst>
          </p:cNvPr>
          <p:cNvSpPr txBox="1"/>
          <p:nvPr/>
        </p:nvSpPr>
        <p:spPr>
          <a:xfrm rot="5400000">
            <a:off x="9432199" y="2871843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C62F98EE-72CC-FEC8-40E1-3D1F761C614D}"/>
              </a:ext>
            </a:extLst>
          </p:cNvPr>
          <p:cNvSpPr txBox="1"/>
          <p:nvPr/>
        </p:nvSpPr>
        <p:spPr>
          <a:xfrm>
            <a:off x="7631166" y="4143282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9AE8C7C-6A4F-8E5A-EB09-3458DA6B4780}"/>
              </a:ext>
            </a:extLst>
          </p:cNvPr>
          <p:cNvSpPr txBox="1"/>
          <p:nvPr/>
        </p:nvSpPr>
        <p:spPr>
          <a:xfrm rot="2606566">
            <a:off x="5066031" y="2096584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FF08FF18-497D-007C-7ACF-CB3720D7E575}"/>
              </a:ext>
            </a:extLst>
          </p:cNvPr>
          <p:cNvSpPr txBox="1"/>
          <p:nvPr/>
        </p:nvSpPr>
        <p:spPr>
          <a:xfrm>
            <a:off x="3288143" y="1314122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5768AAD9-1E7A-948F-AB7C-632C9D72A29F}"/>
              </a:ext>
            </a:extLst>
          </p:cNvPr>
          <p:cNvSpPr txBox="1"/>
          <p:nvPr/>
        </p:nvSpPr>
        <p:spPr>
          <a:xfrm rot="16200000">
            <a:off x="1578682" y="2767872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C518A773-19FF-6271-8E1E-4607526A830D}"/>
              </a:ext>
            </a:extLst>
          </p:cNvPr>
          <p:cNvSpPr txBox="1"/>
          <p:nvPr/>
        </p:nvSpPr>
        <p:spPr>
          <a:xfrm>
            <a:off x="3494885" y="4146311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0CB6E67-CCF5-5DC7-CA9E-7C63452A3973}"/>
              </a:ext>
            </a:extLst>
          </p:cNvPr>
          <p:cNvSpPr txBox="1"/>
          <p:nvPr/>
        </p:nvSpPr>
        <p:spPr>
          <a:xfrm>
            <a:off x="2745410" y="2234369"/>
            <a:ext cx="22733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FFB588B2-E729-B24B-B188-C4AF286BBB20}"/>
              </a:ext>
            </a:extLst>
          </p:cNvPr>
          <p:cNvSpPr txBox="1"/>
          <p:nvPr/>
        </p:nvSpPr>
        <p:spPr>
          <a:xfrm>
            <a:off x="7202268" y="2234864"/>
            <a:ext cx="23599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9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0" name="Título 1">
            <a:extLst>
              <a:ext uri="{FF2B5EF4-FFF2-40B4-BE49-F238E27FC236}">
                <a16:creationId xmlns:a16="http://schemas.microsoft.com/office/drawing/2014/main" id="{934469A5-B7AA-6EF4-7B2B-A94B8AC2E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Traditional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DevOps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life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cyle</a:t>
            </a:r>
            <a:endParaRPr lang="es-ES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59A4A79-0DC6-D281-4B8B-2DC9AFF2B484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748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F0015-AC4B-D304-80AA-C8943321C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294;p32">
            <a:extLst>
              <a:ext uri="{FF2B5EF4-FFF2-40B4-BE49-F238E27FC236}">
                <a16:creationId xmlns:a16="http://schemas.microsoft.com/office/drawing/2014/main" id="{AEB69ADA-2361-0B39-21F6-5D33D98E9C06}"/>
              </a:ext>
            </a:extLst>
          </p:cNvPr>
          <p:cNvGrpSpPr/>
          <p:nvPr/>
        </p:nvGrpSpPr>
        <p:grpSpPr>
          <a:xfrm flipV="1">
            <a:off x="1617781" y="1806871"/>
            <a:ext cx="8956437" cy="3583168"/>
            <a:chOff x="2776287" y="1968226"/>
            <a:chExt cx="3427402" cy="1703060"/>
          </a:xfrm>
        </p:grpSpPr>
        <p:sp>
          <p:nvSpPr>
            <p:cNvPr id="5" name="Google Shape;295;p32">
              <a:extLst>
                <a:ext uri="{FF2B5EF4-FFF2-40B4-BE49-F238E27FC236}">
                  <a16:creationId xmlns:a16="http://schemas.microsoft.com/office/drawing/2014/main" id="{9612E327-92F7-9192-9A79-274642149303}"/>
                </a:ext>
              </a:extLst>
            </p:cNvPr>
            <p:cNvSpPr/>
            <p:nvPr/>
          </p:nvSpPr>
          <p:spPr>
            <a:xfrm>
              <a:off x="2776287" y="2236652"/>
              <a:ext cx="473341" cy="1192751"/>
            </a:xfrm>
            <a:custGeom>
              <a:avLst/>
              <a:gdLst/>
              <a:ahLst/>
              <a:cxnLst/>
              <a:rect l="l" t="t" r="r" b="b"/>
              <a:pathLst>
                <a:path w="21881" h="55137" extrusionOk="0">
                  <a:moveTo>
                    <a:pt x="11413" y="0"/>
                  </a:moveTo>
                  <a:lnTo>
                    <a:pt x="10032" y="1454"/>
                  </a:lnTo>
                  <a:lnTo>
                    <a:pt x="7524" y="4507"/>
                  </a:lnTo>
                  <a:lnTo>
                    <a:pt x="5379" y="7742"/>
                  </a:lnTo>
                  <a:lnTo>
                    <a:pt x="3598" y="11158"/>
                  </a:lnTo>
                  <a:lnTo>
                    <a:pt x="2145" y="14684"/>
                  </a:lnTo>
                  <a:lnTo>
                    <a:pt x="1091" y="18282"/>
                  </a:lnTo>
                  <a:lnTo>
                    <a:pt x="364" y="21989"/>
                  </a:lnTo>
                  <a:lnTo>
                    <a:pt x="0" y="25697"/>
                  </a:lnTo>
                  <a:lnTo>
                    <a:pt x="0" y="29440"/>
                  </a:lnTo>
                  <a:lnTo>
                    <a:pt x="364" y="33184"/>
                  </a:lnTo>
                  <a:lnTo>
                    <a:pt x="1091" y="36855"/>
                  </a:lnTo>
                  <a:lnTo>
                    <a:pt x="2145" y="40489"/>
                  </a:lnTo>
                  <a:lnTo>
                    <a:pt x="3598" y="44015"/>
                  </a:lnTo>
                  <a:lnTo>
                    <a:pt x="5379" y="47395"/>
                  </a:lnTo>
                  <a:lnTo>
                    <a:pt x="7524" y="50630"/>
                  </a:lnTo>
                  <a:lnTo>
                    <a:pt x="10032" y="53683"/>
                  </a:lnTo>
                  <a:lnTo>
                    <a:pt x="11413" y="55137"/>
                  </a:lnTo>
                  <a:lnTo>
                    <a:pt x="11413" y="46050"/>
                  </a:lnTo>
                  <a:lnTo>
                    <a:pt x="11449" y="45759"/>
                  </a:lnTo>
                  <a:lnTo>
                    <a:pt x="11631" y="45287"/>
                  </a:lnTo>
                  <a:lnTo>
                    <a:pt x="12031" y="44887"/>
                  </a:lnTo>
                  <a:lnTo>
                    <a:pt x="12503" y="44705"/>
                  </a:lnTo>
                  <a:lnTo>
                    <a:pt x="12794" y="44669"/>
                  </a:lnTo>
                  <a:lnTo>
                    <a:pt x="21880" y="44669"/>
                  </a:lnTo>
                  <a:lnTo>
                    <a:pt x="21044" y="43797"/>
                  </a:lnTo>
                  <a:lnTo>
                    <a:pt x="19518" y="41979"/>
                  </a:lnTo>
                  <a:lnTo>
                    <a:pt x="18209" y="39980"/>
                  </a:lnTo>
                  <a:lnTo>
                    <a:pt x="17083" y="37909"/>
                  </a:lnTo>
                  <a:lnTo>
                    <a:pt x="16174" y="35728"/>
                  </a:lnTo>
                  <a:lnTo>
                    <a:pt x="15483" y="33438"/>
                  </a:lnTo>
                  <a:lnTo>
                    <a:pt x="15011" y="31112"/>
                  </a:lnTo>
                  <a:lnTo>
                    <a:pt x="14793" y="28750"/>
                  </a:lnTo>
                  <a:lnTo>
                    <a:pt x="14757" y="27550"/>
                  </a:lnTo>
                  <a:lnTo>
                    <a:pt x="14793" y="26351"/>
                  </a:lnTo>
                  <a:lnTo>
                    <a:pt x="15011" y="23952"/>
                  </a:lnTo>
                  <a:lnTo>
                    <a:pt x="15483" y="21626"/>
                  </a:lnTo>
                  <a:lnTo>
                    <a:pt x="16174" y="19372"/>
                  </a:lnTo>
                  <a:lnTo>
                    <a:pt x="17083" y="17192"/>
                  </a:lnTo>
                  <a:lnTo>
                    <a:pt x="18209" y="15084"/>
                  </a:lnTo>
                  <a:lnTo>
                    <a:pt x="19518" y="13121"/>
                  </a:lnTo>
                  <a:lnTo>
                    <a:pt x="21044" y="11267"/>
                  </a:lnTo>
                  <a:lnTo>
                    <a:pt x="21880" y="10431"/>
                  </a:lnTo>
                  <a:lnTo>
                    <a:pt x="21880" y="1381"/>
                  </a:lnTo>
                  <a:lnTo>
                    <a:pt x="21844" y="1091"/>
                  </a:lnTo>
                  <a:lnTo>
                    <a:pt x="21662" y="582"/>
                  </a:lnTo>
                  <a:lnTo>
                    <a:pt x="21262" y="218"/>
                  </a:lnTo>
                  <a:lnTo>
                    <a:pt x="20790" y="37"/>
                  </a:lnTo>
                  <a:lnTo>
                    <a:pt x="2049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6" name="Google Shape;296;p32">
              <a:extLst>
                <a:ext uri="{FF2B5EF4-FFF2-40B4-BE49-F238E27FC236}">
                  <a16:creationId xmlns:a16="http://schemas.microsoft.com/office/drawing/2014/main" id="{F729C0CF-53AD-013B-F109-3433E7388322}"/>
                </a:ext>
              </a:extLst>
            </p:cNvPr>
            <p:cNvSpPr/>
            <p:nvPr/>
          </p:nvSpPr>
          <p:spPr>
            <a:xfrm>
              <a:off x="3031197" y="1978217"/>
              <a:ext cx="1190415" cy="476477"/>
            </a:xfrm>
            <a:custGeom>
              <a:avLst/>
              <a:gdLst/>
              <a:ahLst/>
              <a:cxnLst/>
              <a:rect l="l" t="t" r="r" b="b"/>
              <a:pathLst>
                <a:path w="55029" h="22026" extrusionOk="0">
                  <a:moveTo>
                    <a:pt x="27587" y="0"/>
                  </a:moveTo>
                  <a:lnTo>
                    <a:pt x="25661" y="36"/>
                  </a:lnTo>
                  <a:lnTo>
                    <a:pt x="21845" y="436"/>
                  </a:lnTo>
                  <a:lnTo>
                    <a:pt x="18065" y="1163"/>
                  </a:lnTo>
                  <a:lnTo>
                    <a:pt x="14430" y="2290"/>
                  </a:lnTo>
                  <a:lnTo>
                    <a:pt x="10904" y="3744"/>
                  </a:lnTo>
                  <a:lnTo>
                    <a:pt x="7561" y="5525"/>
                  </a:lnTo>
                  <a:lnTo>
                    <a:pt x="4362" y="7669"/>
                  </a:lnTo>
                  <a:lnTo>
                    <a:pt x="1418" y="10104"/>
                  </a:lnTo>
                  <a:lnTo>
                    <a:pt x="1" y="11449"/>
                  </a:lnTo>
                  <a:lnTo>
                    <a:pt x="9087" y="11449"/>
                  </a:lnTo>
                  <a:lnTo>
                    <a:pt x="9378" y="11485"/>
                  </a:lnTo>
                  <a:lnTo>
                    <a:pt x="9850" y="11667"/>
                  </a:lnTo>
                  <a:lnTo>
                    <a:pt x="10250" y="12067"/>
                  </a:lnTo>
                  <a:lnTo>
                    <a:pt x="10432" y="12539"/>
                  </a:lnTo>
                  <a:lnTo>
                    <a:pt x="10468" y="12830"/>
                  </a:lnTo>
                  <a:lnTo>
                    <a:pt x="10468" y="21916"/>
                  </a:lnTo>
                  <a:lnTo>
                    <a:pt x="11341" y="21081"/>
                  </a:lnTo>
                  <a:lnTo>
                    <a:pt x="13158" y="19554"/>
                  </a:lnTo>
                  <a:lnTo>
                    <a:pt x="15157" y="18209"/>
                  </a:lnTo>
                  <a:lnTo>
                    <a:pt x="17229" y="17119"/>
                  </a:lnTo>
                  <a:lnTo>
                    <a:pt x="19409" y="16210"/>
                  </a:lnTo>
                  <a:lnTo>
                    <a:pt x="21699" y="15520"/>
                  </a:lnTo>
                  <a:lnTo>
                    <a:pt x="24025" y="15047"/>
                  </a:lnTo>
                  <a:lnTo>
                    <a:pt x="26388" y="14829"/>
                  </a:lnTo>
                  <a:lnTo>
                    <a:pt x="27623" y="14793"/>
                  </a:lnTo>
                  <a:lnTo>
                    <a:pt x="28859" y="14829"/>
                  </a:lnTo>
                  <a:lnTo>
                    <a:pt x="31222" y="15047"/>
                  </a:lnTo>
                  <a:lnTo>
                    <a:pt x="33475" y="15483"/>
                  </a:lnTo>
                  <a:lnTo>
                    <a:pt x="35620" y="16174"/>
                  </a:lnTo>
                  <a:lnTo>
                    <a:pt x="37691" y="17046"/>
                  </a:lnTo>
                  <a:lnTo>
                    <a:pt x="39727" y="18209"/>
                  </a:lnTo>
                  <a:lnTo>
                    <a:pt x="41689" y="19554"/>
                  </a:lnTo>
                  <a:lnTo>
                    <a:pt x="43616" y="21153"/>
                  </a:lnTo>
                  <a:lnTo>
                    <a:pt x="44597" y="22025"/>
                  </a:lnTo>
                  <a:lnTo>
                    <a:pt x="53974" y="22025"/>
                  </a:lnTo>
                  <a:lnTo>
                    <a:pt x="54447" y="21807"/>
                  </a:lnTo>
                  <a:lnTo>
                    <a:pt x="54810" y="21444"/>
                  </a:lnTo>
                  <a:lnTo>
                    <a:pt x="55028" y="20935"/>
                  </a:lnTo>
                  <a:lnTo>
                    <a:pt x="55028" y="20681"/>
                  </a:lnTo>
                  <a:lnTo>
                    <a:pt x="55028" y="11594"/>
                  </a:lnTo>
                  <a:lnTo>
                    <a:pt x="54447" y="11049"/>
                  </a:lnTo>
                  <a:lnTo>
                    <a:pt x="53865" y="10504"/>
                  </a:lnTo>
                  <a:lnTo>
                    <a:pt x="52375" y="9195"/>
                  </a:lnTo>
                  <a:lnTo>
                    <a:pt x="49322" y="6869"/>
                  </a:lnTo>
                  <a:lnTo>
                    <a:pt x="46233" y="4870"/>
                  </a:lnTo>
                  <a:lnTo>
                    <a:pt x="43070" y="3235"/>
                  </a:lnTo>
                  <a:lnTo>
                    <a:pt x="39799" y="1963"/>
                  </a:lnTo>
                  <a:lnTo>
                    <a:pt x="36456" y="981"/>
                  </a:lnTo>
                  <a:lnTo>
                    <a:pt x="33003" y="363"/>
                  </a:lnTo>
                  <a:lnTo>
                    <a:pt x="29441" y="36"/>
                  </a:lnTo>
                  <a:lnTo>
                    <a:pt x="27587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8" name="Google Shape;297;p32">
              <a:extLst>
                <a:ext uri="{FF2B5EF4-FFF2-40B4-BE49-F238E27FC236}">
                  <a16:creationId xmlns:a16="http://schemas.microsoft.com/office/drawing/2014/main" id="{9526976E-5F63-7617-869A-E66B42614467}"/>
                </a:ext>
              </a:extLst>
            </p:cNvPr>
            <p:cNvSpPr/>
            <p:nvPr/>
          </p:nvSpPr>
          <p:spPr>
            <a:xfrm>
              <a:off x="3994347" y="2219030"/>
              <a:ext cx="996977" cy="1188814"/>
            </a:xfrm>
            <a:custGeom>
              <a:avLst/>
              <a:gdLst/>
              <a:ahLst/>
              <a:cxnLst/>
              <a:rect l="l" t="t" r="r" b="b"/>
              <a:pathLst>
                <a:path w="46087" h="54955" extrusionOk="0">
                  <a:moveTo>
                    <a:pt x="35619" y="0"/>
                  </a:moveTo>
                  <a:lnTo>
                    <a:pt x="35038" y="545"/>
                  </a:lnTo>
                  <a:lnTo>
                    <a:pt x="33475" y="2072"/>
                  </a:lnTo>
                  <a:lnTo>
                    <a:pt x="30458" y="5379"/>
                  </a:lnTo>
                  <a:lnTo>
                    <a:pt x="26024" y="10831"/>
                  </a:lnTo>
                  <a:lnTo>
                    <a:pt x="23080" y="14829"/>
                  </a:lnTo>
                  <a:lnTo>
                    <a:pt x="20499" y="18318"/>
                  </a:lnTo>
                  <a:lnTo>
                    <a:pt x="17882" y="21989"/>
                  </a:lnTo>
                  <a:lnTo>
                    <a:pt x="16247" y="24279"/>
                  </a:lnTo>
                  <a:lnTo>
                    <a:pt x="15084" y="25878"/>
                  </a:lnTo>
                  <a:lnTo>
                    <a:pt x="13993" y="27441"/>
                  </a:lnTo>
                  <a:lnTo>
                    <a:pt x="10104" y="32784"/>
                  </a:lnTo>
                  <a:lnTo>
                    <a:pt x="4907" y="39363"/>
                  </a:lnTo>
                  <a:lnTo>
                    <a:pt x="1599" y="42961"/>
                  </a:lnTo>
                  <a:lnTo>
                    <a:pt x="0" y="44524"/>
                  </a:lnTo>
                  <a:lnTo>
                    <a:pt x="0" y="53610"/>
                  </a:lnTo>
                  <a:lnTo>
                    <a:pt x="37" y="53865"/>
                  </a:lnTo>
                  <a:lnTo>
                    <a:pt x="218" y="54373"/>
                  </a:lnTo>
                  <a:lnTo>
                    <a:pt x="582" y="54737"/>
                  </a:lnTo>
                  <a:lnTo>
                    <a:pt x="1091" y="54955"/>
                  </a:lnTo>
                  <a:lnTo>
                    <a:pt x="10468" y="54955"/>
                  </a:lnTo>
                  <a:lnTo>
                    <a:pt x="12103" y="53356"/>
                  </a:lnTo>
                  <a:lnTo>
                    <a:pt x="15302" y="49939"/>
                  </a:lnTo>
                  <a:lnTo>
                    <a:pt x="19954" y="44269"/>
                  </a:lnTo>
                  <a:lnTo>
                    <a:pt x="23080" y="40053"/>
                  </a:lnTo>
                  <a:lnTo>
                    <a:pt x="25624" y="36564"/>
                  </a:lnTo>
                  <a:lnTo>
                    <a:pt x="28277" y="32893"/>
                  </a:lnTo>
                  <a:lnTo>
                    <a:pt x="29913" y="30603"/>
                  </a:lnTo>
                  <a:lnTo>
                    <a:pt x="32166" y="27441"/>
                  </a:lnTo>
                  <a:lnTo>
                    <a:pt x="35873" y="22353"/>
                  </a:lnTo>
                  <a:lnTo>
                    <a:pt x="40816" y="16065"/>
                  </a:lnTo>
                  <a:lnTo>
                    <a:pt x="43942" y="12503"/>
                  </a:lnTo>
                  <a:lnTo>
                    <a:pt x="45505" y="10977"/>
                  </a:lnTo>
                  <a:lnTo>
                    <a:pt x="45796" y="10722"/>
                  </a:lnTo>
                  <a:lnTo>
                    <a:pt x="46087" y="10431"/>
                  </a:lnTo>
                  <a:lnTo>
                    <a:pt x="36709" y="10431"/>
                  </a:lnTo>
                  <a:lnTo>
                    <a:pt x="36237" y="10213"/>
                  </a:lnTo>
                  <a:lnTo>
                    <a:pt x="35837" y="9850"/>
                  </a:lnTo>
                  <a:lnTo>
                    <a:pt x="35655" y="9341"/>
                  </a:lnTo>
                  <a:lnTo>
                    <a:pt x="35619" y="9087"/>
                  </a:lnTo>
                  <a:lnTo>
                    <a:pt x="3561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12" name="Google Shape;298;p32">
              <a:extLst>
                <a:ext uri="{FF2B5EF4-FFF2-40B4-BE49-F238E27FC236}">
                  <a16:creationId xmlns:a16="http://schemas.microsoft.com/office/drawing/2014/main" id="{BDB1118B-54C2-B06B-DD95-A1115E10CBE7}"/>
                </a:ext>
              </a:extLst>
            </p:cNvPr>
            <p:cNvSpPr/>
            <p:nvPr/>
          </p:nvSpPr>
          <p:spPr>
            <a:xfrm>
              <a:off x="4770850" y="3176657"/>
              <a:ext cx="1190415" cy="474920"/>
            </a:xfrm>
            <a:custGeom>
              <a:avLst/>
              <a:gdLst/>
              <a:ahLst/>
              <a:cxnLst/>
              <a:rect l="l" t="t" r="r" b="b"/>
              <a:pathLst>
                <a:path w="55029" h="21954" extrusionOk="0">
                  <a:moveTo>
                    <a:pt x="10468" y="1"/>
                  </a:moveTo>
                  <a:lnTo>
                    <a:pt x="10468" y="9087"/>
                  </a:lnTo>
                  <a:lnTo>
                    <a:pt x="10432" y="9342"/>
                  </a:lnTo>
                  <a:lnTo>
                    <a:pt x="10250" y="9850"/>
                  </a:lnTo>
                  <a:lnTo>
                    <a:pt x="9850" y="10214"/>
                  </a:lnTo>
                  <a:lnTo>
                    <a:pt x="9378" y="10432"/>
                  </a:lnTo>
                  <a:lnTo>
                    <a:pt x="1" y="10432"/>
                  </a:lnTo>
                  <a:lnTo>
                    <a:pt x="546" y="10941"/>
                  </a:lnTo>
                  <a:lnTo>
                    <a:pt x="837" y="11195"/>
                  </a:lnTo>
                  <a:lnTo>
                    <a:pt x="1127" y="11450"/>
                  </a:lnTo>
                  <a:lnTo>
                    <a:pt x="2618" y="12758"/>
                  </a:lnTo>
                  <a:lnTo>
                    <a:pt x="5671" y="15084"/>
                  </a:lnTo>
                  <a:lnTo>
                    <a:pt x="8760" y="17083"/>
                  </a:lnTo>
                  <a:lnTo>
                    <a:pt x="11922" y="18719"/>
                  </a:lnTo>
                  <a:lnTo>
                    <a:pt x="15157" y="19991"/>
                  </a:lnTo>
                  <a:lnTo>
                    <a:pt x="18501" y="20972"/>
                  </a:lnTo>
                  <a:lnTo>
                    <a:pt x="21954" y="21590"/>
                  </a:lnTo>
                  <a:lnTo>
                    <a:pt x="25552" y="21917"/>
                  </a:lnTo>
                  <a:lnTo>
                    <a:pt x="27369" y="21953"/>
                  </a:lnTo>
                  <a:lnTo>
                    <a:pt x="27514" y="21953"/>
                  </a:lnTo>
                  <a:lnTo>
                    <a:pt x="29441" y="21917"/>
                  </a:lnTo>
                  <a:lnTo>
                    <a:pt x="33293" y="21517"/>
                  </a:lnTo>
                  <a:lnTo>
                    <a:pt x="37037" y="20754"/>
                  </a:lnTo>
                  <a:lnTo>
                    <a:pt x="40672" y="19627"/>
                  </a:lnTo>
                  <a:lnTo>
                    <a:pt x="44161" y="18174"/>
                  </a:lnTo>
                  <a:lnTo>
                    <a:pt x="47505" y="16356"/>
                  </a:lnTo>
                  <a:lnTo>
                    <a:pt x="50667" y="14212"/>
                  </a:lnTo>
                  <a:lnTo>
                    <a:pt x="53647" y="11777"/>
                  </a:lnTo>
                  <a:lnTo>
                    <a:pt x="55028" y="10432"/>
                  </a:lnTo>
                  <a:lnTo>
                    <a:pt x="55028" y="1345"/>
                  </a:lnTo>
                  <a:lnTo>
                    <a:pt x="54992" y="1055"/>
                  </a:lnTo>
                  <a:lnTo>
                    <a:pt x="54810" y="582"/>
                  </a:lnTo>
                  <a:lnTo>
                    <a:pt x="54447" y="219"/>
                  </a:lnTo>
                  <a:lnTo>
                    <a:pt x="53938" y="1"/>
                  </a:lnTo>
                  <a:lnTo>
                    <a:pt x="44633" y="1"/>
                  </a:lnTo>
                  <a:lnTo>
                    <a:pt x="44561" y="37"/>
                  </a:lnTo>
                  <a:lnTo>
                    <a:pt x="43688" y="873"/>
                  </a:lnTo>
                  <a:lnTo>
                    <a:pt x="41871" y="2400"/>
                  </a:lnTo>
                  <a:lnTo>
                    <a:pt x="39908" y="3708"/>
                  </a:lnTo>
                  <a:lnTo>
                    <a:pt x="37837" y="4835"/>
                  </a:lnTo>
                  <a:lnTo>
                    <a:pt x="35656" y="5743"/>
                  </a:lnTo>
                  <a:lnTo>
                    <a:pt x="33402" y="6434"/>
                  </a:lnTo>
                  <a:lnTo>
                    <a:pt x="31076" y="6906"/>
                  </a:lnTo>
                  <a:lnTo>
                    <a:pt x="28714" y="7124"/>
                  </a:lnTo>
                  <a:lnTo>
                    <a:pt x="27514" y="7161"/>
                  </a:lnTo>
                  <a:lnTo>
                    <a:pt x="26206" y="7161"/>
                  </a:lnTo>
                  <a:lnTo>
                    <a:pt x="23916" y="6943"/>
                  </a:lnTo>
                  <a:lnTo>
                    <a:pt x="21735" y="6507"/>
                  </a:lnTo>
                  <a:lnTo>
                    <a:pt x="19664" y="5889"/>
                  </a:lnTo>
                  <a:lnTo>
                    <a:pt x="17628" y="5053"/>
                  </a:lnTo>
                  <a:lnTo>
                    <a:pt x="15702" y="4035"/>
                  </a:lnTo>
                  <a:lnTo>
                    <a:pt x="13812" y="2763"/>
                  </a:lnTo>
                  <a:lnTo>
                    <a:pt x="11922" y="1309"/>
                  </a:lnTo>
                  <a:lnTo>
                    <a:pt x="10977" y="473"/>
                  </a:lnTo>
                  <a:lnTo>
                    <a:pt x="10468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18" name="Google Shape;299;p32">
              <a:extLst>
                <a:ext uri="{FF2B5EF4-FFF2-40B4-BE49-F238E27FC236}">
                  <a16:creationId xmlns:a16="http://schemas.microsoft.com/office/drawing/2014/main" id="{26262306-12EC-2071-50D8-FEAEB0D2D32E}"/>
                </a:ext>
              </a:extLst>
            </p:cNvPr>
            <p:cNvSpPr/>
            <p:nvPr/>
          </p:nvSpPr>
          <p:spPr>
            <a:xfrm>
              <a:off x="5731927" y="2217451"/>
              <a:ext cx="471762" cy="1190393"/>
            </a:xfrm>
            <a:custGeom>
              <a:avLst/>
              <a:gdLst/>
              <a:ahLst/>
              <a:cxnLst/>
              <a:rect l="l" t="t" r="r" b="b"/>
              <a:pathLst>
                <a:path w="21808" h="55028" extrusionOk="0">
                  <a:moveTo>
                    <a:pt x="1345" y="1"/>
                  </a:moveTo>
                  <a:lnTo>
                    <a:pt x="1054" y="37"/>
                  </a:lnTo>
                  <a:lnTo>
                    <a:pt x="582" y="219"/>
                  </a:lnTo>
                  <a:lnTo>
                    <a:pt x="218" y="618"/>
                  </a:lnTo>
                  <a:lnTo>
                    <a:pt x="0" y="1091"/>
                  </a:lnTo>
                  <a:lnTo>
                    <a:pt x="0" y="1382"/>
                  </a:lnTo>
                  <a:lnTo>
                    <a:pt x="0" y="10468"/>
                  </a:lnTo>
                  <a:lnTo>
                    <a:pt x="218" y="10723"/>
                  </a:lnTo>
                  <a:lnTo>
                    <a:pt x="473" y="10977"/>
                  </a:lnTo>
                  <a:lnTo>
                    <a:pt x="1309" y="11849"/>
                  </a:lnTo>
                  <a:lnTo>
                    <a:pt x="2763" y="13776"/>
                  </a:lnTo>
                  <a:lnTo>
                    <a:pt x="3998" y="15775"/>
                  </a:lnTo>
                  <a:lnTo>
                    <a:pt x="5052" y="17846"/>
                  </a:lnTo>
                  <a:lnTo>
                    <a:pt x="5852" y="20027"/>
                  </a:lnTo>
                  <a:lnTo>
                    <a:pt x="6470" y="22208"/>
                  </a:lnTo>
                  <a:lnTo>
                    <a:pt x="6870" y="24461"/>
                  </a:lnTo>
                  <a:lnTo>
                    <a:pt x="7051" y="26751"/>
                  </a:lnTo>
                  <a:lnTo>
                    <a:pt x="7015" y="29004"/>
                  </a:lnTo>
                  <a:lnTo>
                    <a:pt x="6761" y="31258"/>
                  </a:lnTo>
                  <a:lnTo>
                    <a:pt x="6288" y="33511"/>
                  </a:lnTo>
                  <a:lnTo>
                    <a:pt x="5634" y="35692"/>
                  </a:lnTo>
                  <a:lnTo>
                    <a:pt x="4762" y="37836"/>
                  </a:lnTo>
                  <a:lnTo>
                    <a:pt x="3671" y="39872"/>
                  </a:lnTo>
                  <a:lnTo>
                    <a:pt x="2363" y="41834"/>
                  </a:lnTo>
                  <a:lnTo>
                    <a:pt x="836" y="43688"/>
                  </a:lnTo>
                  <a:lnTo>
                    <a:pt x="0" y="44597"/>
                  </a:lnTo>
                  <a:lnTo>
                    <a:pt x="9341" y="44597"/>
                  </a:lnTo>
                  <a:lnTo>
                    <a:pt x="9850" y="44815"/>
                  </a:lnTo>
                  <a:lnTo>
                    <a:pt x="10213" y="45178"/>
                  </a:lnTo>
                  <a:lnTo>
                    <a:pt x="10432" y="45651"/>
                  </a:lnTo>
                  <a:lnTo>
                    <a:pt x="10432" y="45941"/>
                  </a:lnTo>
                  <a:lnTo>
                    <a:pt x="10432" y="55028"/>
                  </a:lnTo>
                  <a:lnTo>
                    <a:pt x="11776" y="53647"/>
                  </a:lnTo>
                  <a:lnTo>
                    <a:pt x="14211" y="50666"/>
                  </a:lnTo>
                  <a:lnTo>
                    <a:pt x="16320" y="47504"/>
                  </a:lnTo>
                  <a:lnTo>
                    <a:pt x="18100" y="44124"/>
                  </a:lnTo>
                  <a:lnTo>
                    <a:pt x="19554" y="40635"/>
                  </a:lnTo>
                  <a:lnTo>
                    <a:pt x="20645" y="37000"/>
                  </a:lnTo>
                  <a:lnTo>
                    <a:pt x="21372" y="33257"/>
                  </a:lnTo>
                  <a:lnTo>
                    <a:pt x="21771" y="29441"/>
                  </a:lnTo>
                  <a:lnTo>
                    <a:pt x="21808" y="27514"/>
                  </a:lnTo>
                  <a:lnTo>
                    <a:pt x="21771" y="25588"/>
                  </a:lnTo>
                  <a:lnTo>
                    <a:pt x="21372" y="21772"/>
                  </a:lnTo>
                  <a:lnTo>
                    <a:pt x="20645" y="18028"/>
                  </a:lnTo>
                  <a:lnTo>
                    <a:pt x="19554" y="14393"/>
                  </a:lnTo>
                  <a:lnTo>
                    <a:pt x="18100" y="10868"/>
                  </a:lnTo>
                  <a:lnTo>
                    <a:pt x="16320" y="7524"/>
                  </a:lnTo>
                  <a:lnTo>
                    <a:pt x="14211" y="4362"/>
                  </a:lnTo>
                  <a:lnTo>
                    <a:pt x="11776" y="13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20" name="Google Shape;300;p32">
              <a:extLst>
                <a:ext uri="{FF2B5EF4-FFF2-40B4-BE49-F238E27FC236}">
                  <a16:creationId xmlns:a16="http://schemas.microsoft.com/office/drawing/2014/main" id="{CBCCACED-4750-36C7-57F1-7890DEEBFDC9}"/>
                </a:ext>
              </a:extLst>
            </p:cNvPr>
            <p:cNvSpPr/>
            <p:nvPr/>
          </p:nvSpPr>
          <p:spPr>
            <a:xfrm>
              <a:off x="4767220" y="1968226"/>
              <a:ext cx="1189614" cy="475699"/>
            </a:xfrm>
            <a:custGeom>
              <a:avLst/>
              <a:gdLst/>
              <a:ahLst/>
              <a:cxnLst/>
              <a:rect l="l" t="t" r="r" b="b"/>
              <a:pathLst>
                <a:path w="54992" h="21990" extrusionOk="0">
                  <a:moveTo>
                    <a:pt x="27368" y="0"/>
                  </a:moveTo>
                  <a:lnTo>
                    <a:pt x="25515" y="36"/>
                  </a:lnTo>
                  <a:lnTo>
                    <a:pt x="21917" y="363"/>
                  </a:lnTo>
                  <a:lnTo>
                    <a:pt x="18464" y="981"/>
                  </a:lnTo>
                  <a:lnTo>
                    <a:pt x="15120" y="1963"/>
                  </a:lnTo>
                  <a:lnTo>
                    <a:pt x="11885" y="3235"/>
                  </a:lnTo>
                  <a:lnTo>
                    <a:pt x="8723" y="4870"/>
                  </a:lnTo>
                  <a:lnTo>
                    <a:pt x="5634" y="6869"/>
                  </a:lnTo>
                  <a:lnTo>
                    <a:pt x="2581" y="9195"/>
                  </a:lnTo>
                  <a:lnTo>
                    <a:pt x="1090" y="10504"/>
                  </a:lnTo>
                  <a:lnTo>
                    <a:pt x="545" y="11013"/>
                  </a:lnTo>
                  <a:lnTo>
                    <a:pt x="0" y="11522"/>
                  </a:lnTo>
                  <a:lnTo>
                    <a:pt x="0" y="20608"/>
                  </a:lnTo>
                  <a:lnTo>
                    <a:pt x="0" y="20899"/>
                  </a:lnTo>
                  <a:lnTo>
                    <a:pt x="218" y="21371"/>
                  </a:lnTo>
                  <a:lnTo>
                    <a:pt x="582" y="21735"/>
                  </a:lnTo>
                  <a:lnTo>
                    <a:pt x="1054" y="21953"/>
                  </a:lnTo>
                  <a:lnTo>
                    <a:pt x="10431" y="21953"/>
                  </a:lnTo>
                  <a:lnTo>
                    <a:pt x="11413" y="21081"/>
                  </a:lnTo>
                  <a:lnTo>
                    <a:pt x="13339" y="19518"/>
                  </a:lnTo>
                  <a:lnTo>
                    <a:pt x="15302" y="18173"/>
                  </a:lnTo>
                  <a:lnTo>
                    <a:pt x="17301" y="17046"/>
                  </a:lnTo>
                  <a:lnTo>
                    <a:pt x="19372" y="16137"/>
                  </a:lnTo>
                  <a:lnTo>
                    <a:pt x="21517" y="15483"/>
                  </a:lnTo>
                  <a:lnTo>
                    <a:pt x="23770" y="15047"/>
                  </a:lnTo>
                  <a:lnTo>
                    <a:pt x="26133" y="14829"/>
                  </a:lnTo>
                  <a:lnTo>
                    <a:pt x="27368" y="14793"/>
                  </a:lnTo>
                  <a:lnTo>
                    <a:pt x="27514" y="14793"/>
                  </a:lnTo>
                  <a:lnTo>
                    <a:pt x="28713" y="14829"/>
                  </a:lnTo>
                  <a:lnTo>
                    <a:pt x="31076" y="15083"/>
                  </a:lnTo>
                  <a:lnTo>
                    <a:pt x="33402" y="15556"/>
                  </a:lnTo>
                  <a:lnTo>
                    <a:pt x="35655" y="16247"/>
                  </a:lnTo>
                  <a:lnTo>
                    <a:pt x="37800" y="17155"/>
                  </a:lnTo>
                  <a:lnTo>
                    <a:pt x="39908" y="18282"/>
                  </a:lnTo>
                  <a:lnTo>
                    <a:pt x="41870" y="19627"/>
                  </a:lnTo>
                  <a:lnTo>
                    <a:pt x="43688" y="21153"/>
                  </a:lnTo>
                  <a:lnTo>
                    <a:pt x="44560" y="21989"/>
                  </a:lnTo>
                  <a:lnTo>
                    <a:pt x="44560" y="12903"/>
                  </a:lnTo>
                  <a:lnTo>
                    <a:pt x="44560" y="12612"/>
                  </a:lnTo>
                  <a:lnTo>
                    <a:pt x="44778" y="12139"/>
                  </a:lnTo>
                  <a:lnTo>
                    <a:pt x="45141" y="11740"/>
                  </a:lnTo>
                  <a:lnTo>
                    <a:pt x="45614" y="11558"/>
                  </a:lnTo>
                  <a:lnTo>
                    <a:pt x="45905" y="11522"/>
                  </a:lnTo>
                  <a:lnTo>
                    <a:pt x="54991" y="11522"/>
                  </a:lnTo>
                  <a:lnTo>
                    <a:pt x="53610" y="10177"/>
                  </a:lnTo>
                  <a:lnTo>
                    <a:pt x="50666" y="7742"/>
                  </a:lnTo>
                  <a:lnTo>
                    <a:pt x="47468" y="5597"/>
                  </a:lnTo>
                  <a:lnTo>
                    <a:pt x="44124" y="3780"/>
                  </a:lnTo>
                  <a:lnTo>
                    <a:pt x="40635" y="2326"/>
                  </a:lnTo>
                  <a:lnTo>
                    <a:pt x="37000" y="1199"/>
                  </a:lnTo>
                  <a:lnTo>
                    <a:pt x="33256" y="436"/>
                  </a:lnTo>
                  <a:lnTo>
                    <a:pt x="29440" y="36"/>
                  </a:lnTo>
                  <a:lnTo>
                    <a:pt x="27477" y="0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28" name="Google Shape;301;p32">
              <a:extLst>
                <a:ext uri="{FF2B5EF4-FFF2-40B4-BE49-F238E27FC236}">
                  <a16:creationId xmlns:a16="http://schemas.microsoft.com/office/drawing/2014/main" id="{E42ABD17-3B58-3D05-6639-CA655CED6F1C}"/>
                </a:ext>
              </a:extLst>
            </p:cNvPr>
            <p:cNvSpPr/>
            <p:nvPr/>
          </p:nvSpPr>
          <p:spPr>
            <a:xfrm>
              <a:off x="3019931" y="3194787"/>
              <a:ext cx="1189614" cy="476499"/>
            </a:xfrm>
            <a:custGeom>
              <a:avLst/>
              <a:gdLst/>
              <a:ahLst/>
              <a:cxnLst/>
              <a:rect l="l" t="t" r="r" b="b"/>
              <a:pathLst>
                <a:path w="54992" h="22027" extrusionOk="0">
                  <a:moveTo>
                    <a:pt x="44524" y="1"/>
                  </a:moveTo>
                  <a:lnTo>
                    <a:pt x="43579" y="909"/>
                  </a:lnTo>
                  <a:lnTo>
                    <a:pt x="41616" y="2472"/>
                  </a:lnTo>
                  <a:lnTo>
                    <a:pt x="39653" y="3853"/>
                  </a:lnTo>
                  <a:lnTo>
                    <a:pt x="37654" y="4980"/>
                  </a:lnTo>
                  <a:lnTo>
                    <a:pt x="35583" y="5889"/>
                  </a:lnTo>
                  <a:lnTo>
                    <a:pt x="33438" y="6579"/>
                  </a:lnTo>
                  <a:lnTo>
                    <a:pt x="31185" y="7015"/>
                  </a:lnTo>
                  <a:lnTo>
                    <a:pt x="28822" y="7233"/>
                  </a:lnTo>
                  <a:lnTo>
                    <a:pt x="27586" y="7270"/>
                  </a:lnTo>
                  <a:lnTo>
                    <a:pt x="26423" y="7270"/>
                  </a:lnTo>
                  <a:lnTo>
                    <a:pt x="24134" y="7052"/>
                  </a:lnTo>
                  <a:lnTo>
                    <a:pt x="21917" y="6616"/>
                  </a:lnTo>
                  <a:lnTo>
                    <a:pt x="19736" y="5961"/>
                  </a:lnTo>
                  <a:lnTo>
                    <a:pt x="17628" y="5125"/>
                  </a:lnTo>
                  <a:lnTo>
                    <a:pt x="15592" y="4108"/>
                  </a:lnTo>
                  <a:lnTo>
                    <a:pt x="13702" y="2908"/>
                  </a:lnTo>
                  <a:lnTo>
                    <a:pt x="11885" y="1491"/>
                  </a:lnTo>
                  <a:lnTo>
                    <a:pt x="11013" y="728"/>
                  </a:lnTo>
                  <a:lnTo>
                    <a:pt x="10722" y="437"/>
                  </a:lnTo>
                  <a:lnTo>
                    <a:pt x="10431" y="146"/>
                  </a:lnTo>
                  <a:lnTo>
                    <a:pt x="1345" y="146"/>
                  </a:lnTo>
                  <a:lnTo>
                    <a:pt x="1090" y="182"/>
                  </a:lnTo>
                  <a:lnTo>
                    <a:pt x="582" y="364"/>
                  </a:lnTo>
                  <a:lnTo>
                    <a:pt x="218" y="764"/>
                  </a:lnTo>
                  <a:lnTo>
                    <a:pt x="0" y="1236"/>
                  </a:lnTo>
                  <a:lnTo>
                    <a:pt x="0" y="1527"/>
                  </a:lnTo>
                  <a:lnTo>
                    <a:pt x="0" y="10614"/>
                  </a:lnTo>
                  <a:lnTo>
                    <a:pt x="291" y="10904"/>
                  </a:lnTo>
                  <a:lnTo>
                    <a:pt x="582" y="11195"/>
                  </a:lnTo>
                  <a:lnTo>
                    <a:pt x="1963" y="12467"/>
                  </a:lnTo>
                  <a:lnTo>
                    <a:pt x="4870" y="14793"/>
                  </a:lnTo>
                  <a:lnTo>
                    <a:pt x="8033" y="16829"/>
                  </a:lnTo>
                  <a:lnTo>
                    <a:pt x="11304" y="18501"/>
                  </a:lnTo>
                  <a:lnTo>
                    <a:pt x="14756" y="19882"/>
                  </a:lnTo>
                  <a:lnTo>
                    <a:pt x="18318" y="20936"/>
                  </a:lnTo>
                  <a:lnTo>
                    <a:pt x="21953" y="21663"/>
                  </a:lnTo>
                  <a:lnTo>
                    <a:pt x="25697" y="21990"/>
                  </a:lnTo>
                  <a:lnTo>
                    <a:pt x="27586" y="22026"/>
                  </a:lnTo>
                  <a:lnTo>
                    <a:pt x="29404" y="21990"/>
                  </a:lnTo>
                  <a:lnTo>
                    <a:pt x="33002" y="21699"/>
                  </a:lnTo>
                  <a:lnTo>
                    <a:pt x="36455" y="21045"/>
                  </a:lnTo>
                  <a:lnTo>
                    <a:pt x="39799" y="20100"/>
                  </a:lnTo>
                  <a:lnTo>
                    <a:pt x="43033" y="18791"/>
                  </a:lnTo>
                  <a:lnTo>
                    <a:pt x="46196" y="17156"/>
                  </a:lnTo>
                  <a:lnTo>
                    <a:pt x="49285" y="15193"/>
                  </a:lnTo>
                  <a:lnTo>
                    <a:pt x="52338" y="12867"/>
                  </a:lnTo>
                  <a:lnTo>
                    <a:pt x="53828" y="11559"/>
                  </a:lnTo>
                  <a:lnTo>
                    <a:pt x="54446" y="11013"/>
                  </a:lnTo>
                  <a:lnTo>
                    <a:pt x="54991" y="10468"/>
                  </a:lnTo>
                  <a:lnTo>
                    <a:pt x="45905" y="10468"/>
                  </a:lnTo>
                  <a:lnTo>
                    <a:pt x="45614" y="10432"/>
                  </a:lnTo>
                  <a:lnTo>
                    <a:pt x="45141" y="10214"/>
                  </a:lnTo>
                  <a:lnTo>
                    <a:pt x="44742" y="9850"/>
                  </a:lnTo>
                  <a:lnTo>
                    <a:pt x="44560" y="9378"/>
                  </a:lnTo>
                  <a:lnTo>
                    <a:pt x="44524" y="9087"/>
                  </a:lnTo>
                  <a:lnTo>
                    <a:pt x="44524" y="1"/>
                  </a:lnTo>
                  <a:close/>
                </a:path>
              </a:pathLst>
            </a:custGeom>
            <a:solidFill>
              <a:srgbClr val="183548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30" name="Google Shape;302;p32">
              <a:extLst>
                <a:ext uri="{FF2B5EF4-FFF2-40B4-BE49-F238E27FC236}">
                  <a16:creationId xmlns:a16="http://schemas.microsoft.com/office/drawing/2014/main" id="{9C9DBC72-2C1A-DD7A-5B9E-395FEE2C10D2}"/>
                </a:ext>
              </a:extLst>
            </p:cNvPr>
            <p:cNvSpPr/>
            <p:nvPr/>
          </p:nvSpPr>
          <p:spPr>
            <a:xfrm>
              <a:off x="3995904" y="2218229"/>
              <a:ext cx="996999" cy="1189614"/>
            </a:xfrm>
            <a:custGeom>
              <a:avLst/>
              <a:gdLst/>
              <a:ahLst/>
              <a:cxnLst/>
              <a:rect l="l" t="t" r="r" b="b"/>
              <a:pathLst>
                <a:path w="46088" h="54992" extrusionOk="0">
                  <a:moveTo>
                    <a:pt x="10432" y="1"/>
                  </a:moveTo>
                  <a:lnTo>
                    <a:pt x="10432" y="9087"/>
                  </a:lnTo>
                  <a:lnTo>
                    <a:pt x="10432" y="9378"/>
                  </a:lnTo>
                  <a:lnTo>
                    <a:pt x="10214" y="9851"/>
                  </a:lnTo>
                  <a:lnTo>
                    <a:pt x="9851" y="10250"/>
                  </a:lnTo>
                  <a:lnTo>
                    <a:pt x="9342" y="10432"/>
                  </a:lnTo>
                  <a:lnTo>
                    <a:pt x="9087" y="10468"/>
                  </a:lnTo>
                  <a:lnTo>
                    <a:pt x="1" y="10468"/>
                  </a:lnTo>
                  <a:lnTo>
                    <a:pt x="582" y="11014"/>
                  </a:lnTo>
                  <a:lnTo>
                    <a:pt x="2109" y="12540"/>
                  </a:lnTo>
                  <a:lnTo>
                    <a:pt x="5235" y="16066"/>
                  </a:lnTo>
                  <a:lnTo>
                    <a:pt x="10214" y="22390"/>
                  </a:lnTo>
                  <a:lnTo>
                    <a:pt x="13921" y="27442"/>
                  </a:lnTo>
                  <a:lnTo>
                    <a:pt x="16175" y="30640"/>
                  </a:lnTo>
                  <a:lnTo>
                    <a:pt x="17810" y="32894"/>
                  </a:lnTo>
                  <a:lnTo>
                    <a:pt x="20427" y="36601"/>
                  </a:lnTo>
                  <a:lnTo>
                    <a:pt x="23008" y="40090"/>
                  </a:lnTo>
                  <a:lnTo>
                    <a:pt x="26134" y="44270"/>
                  </a:lnTo>
                  <a:lnTo>
                    <a:pt x="30786" y="49940"/>
                  </a:lnTo>
                  <a:lnTo>
                    <a:pt x="33984" y="53393"/>
                  </a:lnTo>
                  <a:lnTo>
                    <a:pt x="35620" y="54992"/>
                  </a:lnTo>
                  <a:lnTo>
                    <a:pt x="44706" y="54992"/>
                  </a:lnTo>
                  <a:lnTo>
                    <a:pt x="44997" y="54956"/>
                  </a:lnTo>
                  <a:lnTo>
                    <a:pt x="45469" y="54737"/>
                  </a:lnTo>
                  <a:lnTo>
                    <a:pt x="45869" y="54374"/>
                  </a:lnTo>
                  <a:lnTo>
                    <a:pt x="46051" y="53902"/>
                  </a:lnTo>
                  <a:lnTo>
                    <a:pt x="46087" y="53611"/>
                  </a:lnTo>
                  <a:lnTo>
                    <a:pt x="46087" y="44524"/>
                  </a:lnTo>
                  <a:lnTo>
                    <a:pt x="44488" y="42998"/>
                  </a:lnTo>
                  <a:lnTo>
                    <a:pt x="41181" y="39363"/>
                  </a:lnTo>
                  <a:lnTo>
                    <a:pt x="35983" y="32821"/>
                  </a:lnTo>
                  <a:lnTo>
                    <a:pt x="32094" y="27478"/>
                  </a:lnTo>
                  <a:lnTo>
                    <a:pt x="30967" y="25915"/>
                  </a:lnTo>
                  <a:lnTo>
                    <a:pt x="29841" y="24280"/>
                  </a:lnTo>
                  <a:lnTo>
                    <a:pt x="28205" y="22026"/>
                  </a:lnTo>
                  <a:lnTo>
                    <a:pt x="25552" y="18319"/>
                  </a:lnTo>
                  <a:lnTo>
                    <a:pt x="23008" y="14830"/>
                  </a:lnTo>
                  <a:lnTo>
                    <a:pt x="20027" y="10868"/>
                  </a:lnTo>
                  <a:lnTo>
                    <a:pt x="15593" y="5416"/>
                  </a:lnTo>
                  <a:lnTo>
                    <a:pt x="12577" y="2109"/>
                  </a:lnTo>
                  <a:lnTo>
                    <a:pt x="11050" y="5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31" name="Google Shape;303;p32">
              <a:extLst>
                <a:ext uri="{FF2B5EF4-FFF2-40B4-BE49-F238E27FC236}">
                  <a16:creationId xmlns:a16="http://schemas.microsoft.com/office/drawing/2014/main" id="{7F30EC14-0C10-5D5E-29C0-6CF1609F94C0}"/>
                </a:ext>
              </a:extLst>
            </p:cNvPr>
            <p:cNvSpPr/>
            <p:nvPr/>
          </p:nvSpPr>
          <p:spPr>
            <a:xfrm>
              <a:off x="4098917" y="2307034"/>
              <a:ext cx="93582" cy="93582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3853" y="1"/>
                  </a:moveTo>
                  <a:lnTo>
                    <a:pt x="3635" y="146"/>
                  </a:lnTo>
                  <a:lnTo>
                    <a:pt x="146" y="3635"/>
                  </a:lnTo>
                  <a:lnTo>
                    <a:pt x="0" y="3853"/>
                  </a:lnTo>
                  <a:lnTo>
                    <a:pt x="182" y="4253"/>
                  </a:lnTo>
                  <a:lnTo>
                    <a:pt x="436" y="4326"/>
                  </a:lnTo>
                  <a:lnTo>
                    <a:pt x="3926" y="4326"/>
                  </a:lnTo>
                  <a:lnTo>
                    <a:pt x="4071" y="4289"/>
                  </a:lnTo>
                  <a:lnTo>
                    <a:pt x="4289" y="4071"/>
                  </a:lnTo>
                  <a:lnTo>
                    <a:pt x="4325" y="3926"/>
                  </a:lnTo>
                  <a:lnTo>
                    <a:pt x="4325" y="437"/>
                  </a:lnTo>
                  <a:lnTo>
                    <a:pt x="4253" y="182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83" name="Google Shape;304;p32">
              <a:extLst>
                <a:ext uri="{FF2B5EF4-FFF2-40B4-BE49-F238E27FC236}">
                  <a16:creationId xmlns:a16="http://schemas.microsoft.com/office/drawing/2014/main" id="{04097342-7556-5ACA-8D92-8C340397FB98}"/>
                </a:ext>
              </a:extLst>
            </p:cNvPr>
            <p:cNvSpPr/>
            <p:nvPr/>
          </p:nvSpPr>
          <p:spPr>
            <a:xfrm>
              <a:off x="4870211" y="3275158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3817" y="1"/>
                  </a:moveTo>
                  <a:lnTo>
                    <a:pt x="3635" y="146"/>
                  </a:lnTo>
                  <a:lnTo>
                    <a:pt x="146" y="3599"/>
                  </a:lnTo>
                  <a:lnTo>
                    <a:pt x="0" y="3817"/>
                  </a:lnTo>
                  <a:lnTo>
                    <a:pt x="182" y="4253"/>
                  </a:lnTo>
                  <a:lnTo>
                    <a:pt x="437" y="4290"/>
                  </a:lnTo>
                  <a:lnTo>
                    <a:pt x="4071" y="4290"/>
                  </a:lnTo>
                  <a:lnTo>
                    <a:pt x="4289" y="4035"/>
                  </a:lnTo>
                  <a:lnTo>
                    <a:pt x="4289" y="3890"/>
                  </a:lnTo>
                  <a:lnTo>
                    <a:pt x="4289" y="401"/>
                  </a:lnTo>
                  <a:lnTo>
                    <a:pt x="4253" y="146"/>
                  </a:lnTo>
                  <a:lnTo>
                    <a:pt x="38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84" name="Google Shape;306;p32">
              <a:extLst>
                <a:ext uri="{FF2B5EF4-FFF2-40B4-BE49-F238E27FC236}">
                  <a16:creationId xmlns:a16="http://schemas.microsoft.com/office/drawing/2014/main" id="{E4BBB002-52AC-FD5F-0864-9F10A85EF17C}"/>
                </a:ext>
              </a:extLst>
            </p:cNvPr>
            <p:cNvSpPr/>
            <p:nvPr/>
          </p:nvSpPr>
          <p:spPr>
            <a:xfrm>
              <a:off x="5761022" y="2247325"/>
              <a:ext cx="92782" cy="92803"/>
            </a:xfrm>
            <a:custGeom>
              <a:avLst/>
              <a:gdLst/>
              <a:ahLst/>
              <a:cxnLst/>
              <a:rect l="l" t="t" r="r" b="b"/>
              <a:pathLst>
                <a:path w="4289" h="4290" extrusionOk="0">
                  <a:moveTo>
                    <a:pt x="400" y="1"/>
                  </a:moveTo>
                  <a:lnTo>
                    <a:pt x="218" y="37"/>
                  </a:lnTo>
                  <a:lnTo>
                    <a:pt x="0" y="255"/>
                  </a:lnTo>
                  <a:lnTo>
                    <a:pt x="0" y="401"/>
                  </a:lnTo>
                  <a:lnTo>
                    <a:pt x="0" y="3890"/>
                  </a:lnTo>
                  <a:lnTo>
                    <a:pt x="36" y="4108"/>
                  </a:lnTo>
                  <a:lnTo>
                    <a:pt x="473" y="4290"/>
                  </a:lnTo>
                  <a:lnTo>
                    <a:pt x="654" y="4180"/>
                  </a:lnTo>
                  <a:lnTo>
                    <a:pt x="4143" y="691"/>
                  </a:lnTo>
                  <a:lnTo>
                    <a:pt x="4289" y="473"/>
                  </a:lnTo>
                  <a:lnTo>
                    <a:pt x="4107" y="37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85" name="Google Shape;307;p32">
              <a:extLst>
                <a:ext uri="{FF2B5EF4-FFF2-40B4-BE49-F238E27FC236}">
                  <a16:creationId xmlns:a16="http://schemas.microsoft.com/office/drawing/2014/main" id="{A7149056-1DE8-27BA-1B86-A13F37F15DB8}"/>
                </a:ext>
              </a:extLst>
            </p:cNvPr>
            <p:cNvSpPr/>
            <p:nvPr/>
          </p:nvSpPr>
          <p:spPr>
            <a:xfrm>
              <a:off x="4797094" y="2319663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473" y="1"/>
                  </a:moveTo>
                  <a:lnTo>
                    <a:pt x="37" y="182"/>
                  </a:lnTo>
                  <a:lnTo>
                    <a:pt x="0" y="437"/>
                  </a:lnTo>
                  <a:lnTo>
                    <a:pt x="0" y="3890"/>
                  </a:lnTo>
                  <a:lnTo>
                    <a:pt x="0" y="4071"/>
                  </a:lnTo>
                  <a:lnTo>
                    <a:pt x="218" y="4289"/>
                  </a:lnTo>
                  <a:lnTo>
                    <a:pt x="3889" y="4289"/>
                  </a:lnTo>
                  <a:lnTo>
                    <a:pt x="4107" y="4253"/>
                  </a:lnTo>
                  <a:lnTo>
                    <a:pt x="4289" y="3817"/>
                  </a:lnTo>
                  <a:lnTo>
                    <a:pt x="4180" y="3635"/>
                  </a:lnTo>
                  <a:lnTo>
                    <a:pt x="691" y="146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86" name="Google Shape;308;p32">
              <a:extLst>
                <a:ext uri="{FF2B5EF4-FFF2-40B4-BE49-F238E27FC236}">
                  <a16:creationId xmlns:a16="http://schemas.microsoft.com/office/drawing/2014/main" id="{A86AAF5A-D727-626E-58CD-FB07A6EB3C74}"/>
                </a:ext>
              </a:extLst>
            </p:cNvPr>
            <p:cNvSpPr/>
            <p:nvPr/>
          </p:nvSpPr>
          <p:spPr>
            <a:xfrm>
              <a:off x="4025800" y="3282792"/>
              <a:ext cx="93582" cy="93604"/>
            </a:xfrm>
            <a:custGeom>
              <a:avLst/>
              <a:gdLst/>
              <a:ahLst/>
              <a:cxnLst/>
              <a:rect l="l" t="t" r="r" b="b"/>
              <a:pathLst>
                <a:path w="4326" h="4327" extrusionOk="0">
                  <a:moveTo>
                    <a:pt x="509" y="1"/>
                  </a:moveTo>
                  <a:lnTo>
                    <a:pt x="73" y="183"/>
                  </a:lnTo>
                  <a:lnTo>
                    <a:pt x="0" y="437"/>
                  </a:lnTo>
                  <a:lnTo>
                    <a:pt x="0" y="3926"/>
                  </a:lnTo>
                  <a:lnTo>
                    <a:pt x="36" y="4072"/>
                  </a:lnTo>
                  <a:lnTo>
                    <a:pt x="255" y="4290"/>
                  </a:lnTo>
                  <a:lnTo>
                    <a:pt x="400" y="4326"/>
                  </a:lnTo>
                  <a:lnTo>
                    <a:pt x="3889" y="4326"/>
                  </a:lnTo>
                  <a:lnTo>
                    <a:pt x="4143" y="4290"/>
                  </a:lnTo>
                  <a:lnTo>
                    <a:pt x="4325" y="3854"/>
                  </a:lnTo>
                  <a:lnTo>
                    <a:pt x="4180" y="3636"/>
                  </a:lnTo>
                  <a:lnTo>
                    <a:pt x="727" y="18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</p:grpSp>
      <p:sp>
        <p:nvSpPr>
          <p:cNvPr id="87" name="CuadroTexto 86">
            <a:extLst>
              <a:ext uri="{FF2B5EF4-FFF2-40B4-BE49-F238E27FC236}">
                <a16:creationId xmlns:a16="http://schemas.microsoft.com/office/drawing/2014/main" id="{0404E9ED-803B-A0A2-8250-0BB918F78243}"/>
              </a:ext>
            </a:extLst>
          </p:cNvPr>
          <p:cNvSpPr txBox="1"/>
          <p:nvPr/>
        </p:nvSpPr>
        <p:spPr>
          <a:xfrm rot="18698352">
            <a:off x="5352834" y="3369033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6079A9B6-9F47-859A-106F-72E145D4CB4D}"/>
              </a:ext>
            </a:extLst>
          </p:cNvPr>
          <p:cNvSpPr txBox="1"/>
          <p:nvPr/>
        </p:nvSpPr>
        <p:spPr>
          <a:xfrm rot="2875983">
            <a:off x="9062145" y="2539537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08D2836E-413E-9FC7-6323-17E0F675B865}"/>
              </a:ext>
            </a:extLst>
          </p:cNvPr>
          <p:cNvSpPr txBox="1"/>
          <p:nvPr/>
        </p:nvSpPr>
        <p:spPr>
          <a:xfrm>
            <a:off x="7638774" y="4754726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91C1CC6E-80C7-5838-2A9B-FF42B12D2A9F}"/>
              </a:ext>
            </a:extLst>
          </p:cNvPr>
          <p:cNvSpPr txBox="1"/>
          <p:nvPr/>
        </p:nvSpPr>
        <p:spPr>
          <a:xfrm rot="2606566">
            <a:off x="5073639" y="2708028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BFCD45D2-B96E-B3F3-4896-76D871F826C0}"/>
              </a:ext>
            </a:extLst>
          </p:cNvPr>
          <p:cNvSpPr txBox="1"/>
          <p:nvPr/>
        </p:nvSpPr>
        <p:spPr>
          <a:xfrm rot="18717501">
            <a:off x="1865113" y="2369123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EBAA147A-65EA-1A79-69D1-3A2E76A8496F}"/>
              </a:ext>
            </a:extLst>
          </p:cNvPr>
          <p:cNvSpPr txBox="1"/>
          <p:nvPr/>
        </p:nvSpPr>
        <p:spPr>
          <a:xfrm>
            <a:off x="3502493" y="4757755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D121BA76-770A-9119-0CC7-6945864F8ED4}"/>
              </a:ext>
            </a:extLst>
          </p:cNvPr>
          <p:cNvSpPr txBox="1"/>
          <p:nvPr/>
        </p:nvSpPr>
        <p:spPr>
          <a:xfrm>
            <a:off x="2887799" y="2536430"/>
            <a:ext cx="22733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  <a:endParaRPr lang="en-US" sz="9600" b="1" noProof="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7A0FB545-BB8F-CD92-415B-F59E3B4CF98B}"/>
              </a:ext>
            </a:extLst>
          </p:cNvPr>
          <p:cNvSpPr txBox="1"/>
          <p:nvPr/>
        </p:nvSpPr>
        <p:spPr>
          <a:xfrm>
            <a:off x="7406083" y="2499747"/>
            <a:ext cx="23599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n-US" sz="9600" b="1" noProof="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95" name="Grupo 94">
            <a:extLst>
              <a:ext uri="{FF2B5EF4-FFF2-40B4-BE49-F238E27FC236}">
                <a16:creationId xmlns:a16="http://schemas.microsoft.com/office/drawing/2014/main" id="{1B690036-0EC3-1AAD-62BD-37AB172B9328}"/>
              </a:ext>
            </a:extLst>
          </p:cNvPr>
          <p:cNvGrpSpPr/>
          <p:nvPr/>
        </p:nvGrpSpPr>
        <p:grpSpPr>
          <a:xfrm>
            <a:off x="6575970" y="2624613"/>
            <a:ext cx="480299" cy="469978"/>
            <a:chOff x="4811734" y="1535585"/>
            <a:chExt cx="609172" cy="609172"/>
          </a:xfrm>
        </p:grpSpPr>
        <p:sp>
          <p:nvSpPr>
            <p:cNvPr id="96" name="Rectángulo redondeado 95">
              <a:extLst>
                <a:ext uri="{FF2B5EF4-FFF2-40B4-BE49-F238E27FC236}">
                  <a16:creationId xmlns:a16="http://schemas.microsoft.com/office/drawing/2014/main" id="{E4280FF9-A585-5180-E599-F7020D2736A4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97" name="Gráfico 96">
              <a:extLst>
                <a:ext uri="{FF2B5EF4-FFF2-40B4-BE49-F238E27FC236}">
                  <a16:creationId xmlns:a16="http://schemas.microsoft.com/office/drawing/2014/main" id="{A4FCCBC9-AB52-BC10-D57D-2FE1C09B8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98" name="Gráfico 97">
            <a:extLst>
              <a:ext uri="{FF2B5EF4-FFF2-40B4-BE49-F238E27FC236}">
                <a16:creationId xmlns:a16="http://schemas.microsoft.com/office/drawing/2014/main" id="{A3045416-EEA8-4622-3DAE-8896870413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6322" y="3701752"/>
            <a:ext cx="570213" cy="699807"/>
          </a:xfrm>
          <a:prstGeom prst="rect">
            <a:avLst/>
          </a:prstGeom>
        </p:spPr>
      </p:pic>
      <p:pic>
        <p:nvPicPr>
          <p:cNvPr id="99" name="Gráfico 98">
            <a:extLst>
              <a:ext uri="{FF2B5EF4-FFF2-40B4-BE49-F238E27FC236}">
                <a16:creationId xmlns:a16="http://schemas.microsoft.com/office/drawing/2014/main" id="{811B39E2-7A09-8218-4961-506DEE2DCB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4882" y="3758229"/>
            <a:ext cx="581367" cy="713496"/>
          </a:xfrm>
          <a:prstGeom prst="rect">
            <a:avLst/>
          </a:prstGeom>
        </p:spPr>
      </p:pic>
      <p:pic>
        <p:nvPicPr>
          <p:cNvPr id="100" name="Gráfico 99">
            <a:extLst>
              <a:ext uri="{FF2B5EF4-FFF2-40B4-BE49-F238E27FC236}">
                <a16:creationId xmlns:a16="http://schemas.microsoft.com/office/drawing/2014/main" id="{6C86560D-4689-A7AA-C622-7DFC12425A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87782" y="3823186"/>
            <a:ext cx="613109" cy="613109"/>
          </a:xfrm>
          <a:prstGeom prst="rect">
            <a:avLst/>
          </a:prstGeom>
        </p:spPr>
      </p:pic>
      <p:pic>
        <p:nvPicPr>
          <p:cNvPr id="101" name="Gráfico 100">
            <a:extLst>
              <a:ext uri="{FF2B5EF4-FFF2-40B4-BE49-F238E27FC236}">
                <a16:creationId xmlns:a16="http://schemas.microsoft.com/office/drawing/2014/main" id="{8D36E4A7-7BF1-336E-8AF8-27600C56DCF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3895618" y="1913247"/>
            <a:ext cx="508932" cy="508932"/>
          </a:xfrm>
          <a:prstGeom prst="rect">
            <a:avLst/>
          </a:prstGeom>
        </p:spPr>
      </p:pic>
      <p:pic>
        <p:nvPicPr>
          <p:cNvPr id="102" name="Gráfico 101">
            <a:extLst>
              <a:ext uri="{FF2B5EF4-FFF2-40B4-BE49-F238E27FC236}">
                <a16:creationId xmlns:a16="http://schemas.microsoft.com/office/drawing/2014/main" id="{A9670E8B-D4C0-0F64-02A1-F26845D522E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23385" y="1889262"/>
            <a:ext cx="562668" cy="562668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F20FFFA8-AEC2-2643-C53C-691C33FF6D4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99292" y="3756767"/>
            <a:ext cx="554204" cy="554204"/>
          </a:xfrm>
          <a:prstGeom prst="rect">
            <a:avLst/>
          </a:prstGeom>
        </p:spPr>
      </p:pic>
      <p:pic>
        <p:nvPicPr>
          <p:cNvPr id="104" name="Gráfico 103">
            <a:extLst>
              <a:ext uri="{FF2B5EF4-FFF2-40B4-BE49-F238E27FC236}">
                <a16:creationId xmlns:a16="http://schemas.microsoft.com/office/drawing/2014/main" id="{C3FB3F1F-ABF2-5581-6C86-BFAED0E698F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04998" y="4534097"/>
            <a:ext cx="475732" cy="475732"/>
          </a:xfrm>
          <a:prstGeom prst="rect">
            <a:avLst/>
          </a:prstGeom>
        </p:spPr>
      </p:pic>
      <p:sp>
        <p:nvSpPr>
          <p:cNvPr id="74" name="Título 1">
            <a:extLst>
              <a:ext uri="{FF2B5EF4-FFF2-40B4-BE49-F238E27FC236}">
                <a16:creationId xmlns:a16="http://schemas.microsoft.com/office/drawing/2014/main" id="{643E3CA8-134D-41B2-652F-D2E736AEE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</a:p>
        </p:txBody>
      </p:sp>
      <p:sp>
        <p:nvSpPr>
          <p:cNvPr id="24" name="Google Shape;295;p32">
            <a:extLst>
              <a:ext uri="{FF2B5EF4-FFF2-40B4-BE49-F238E27FC236}">
                <a16:creationId xmlns:a16="http://schemas.microsoft.com/office/drawing/2014/main" id="{43D35D21-5D22-EA34-C725-3AF921ECBE95}"/>
              </a:ext>
            </a:extLst>
          </p:cNvPr>
          <p:cNvSpPr/>
          <p:nvPr/>
        </p:nvSpPr>
        <p:spPr>
          <a:xfrm flipV="1">
            <a:off x="-3783065" y="656424"/>
            <a:ext cx="1236928" cy="2509500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01;p32">
            <a:extLst>
              <a:ext uri="{FF2B5EF4-FFF2-40B4-BE49-F238E27FC236}">
                <a16:creationId xmlns:a16="http://schemas.microsoft.com/office/drawing/2014/main" id="{4A7B39E6-771B-40B2-8CEA-B2FDCD6C778E}"/>
              </a:ext>
            </a:extLst>
          </p:cNvPr>
          <p:cNvSpPr/>
          <p:nvPr/>
        </p:nvSpPr>
        <p:spPr>
          <a:xfrm flipV="1">
            <a:off x="-3135868" y="137005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DA91784-BC04-A84B-B2DC-6A6D6C599722}"/>
              </a:ext>
            </a:extLst>
          </p:cNvPr>
          <p:cNvSpPr txBox="1"/>
          <p:nvPr/>
        </p:nvSpPr>
        <p:spPr>
          <a:xfrm>
            <a:off x="-2126115" y="224171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7E28434-4D33-A884-068B-5DD07E811D6D}"/>
              </a:ext>
            </a:extLst>
          </p:cNvPr>
          <p:cNvSpPr txBox="1"/>
          <p:nvPr/>
        </p:nvSpPr>
        <p:spPr>
          <a:xfrm rot="16200000">
            <a:off x="-3835576" y="1677921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Google Shape;298;p32">
            <a:extLst>
              <a:ext uri="{FF2B5EF4-FFF2-40B4-BE49-F238E27FC236}">
                <a16:creationId xmlns:a16="http://schemas.microsoft.com/office/drawing/2014/main" id="{78BCD9C0-799F-CA74-CF14-C5553964E890}"/>
              </a:ext>
            </a:extLst>
          </p:cNvPr>
          <p:cNvSpPr/>
          <p:nvPr/>
        </p:nvSpPr>
        <p:spPr>
          <a:xfrm flipV="1">
            <a:off x="12155884" y="124732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35" name="Google Shape;299;p32">
            <a:extLst>
              <a:ext uri="{FF2B5EF4-FFF2-40B4-BE49-F238E27FC236}">
                <a16:creationId xmlns:a16="http://schemas.microsoft.com/office/drawing/2014/main" id="{D21177CA-D39B-9BF8-4B1A-DD07D7488FDC}"/>
              </a:ext>
            </a:extLst>
          </p:cNvPr>
          <p:cNvSpPr/>
          <p:nvPr/>
        </p:nvSpPr>
        <p:spPr>
          <a:xfrm flipV="1">
            <a:off x="14678933" y="649112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62427DE-685F-AA31-06DF-583CD09A3AB4}"/>
              </a:ext>
            </a:extLst>
          </p:cNvPr>
          <p:cNvSpPr txBox="1"/>
          <p:nvPr/>
        </p:nvSpPr>
        <p:spPr>
          <a:xfrm rot="152627">
            <a:off x="13212342" y="207068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4DEBEA8C-4E57-7524-8F34-BF26B6185B52}"/>
              </a:ext>
            </a:extLst>
          </p:cNvPr>
          <p:cNvSpPr txBox="1"/>
          <p:nvPr/>
        </p:nvSpPr>
        <p:spPr>
          <a:xfrm rot="5400000">
            <a:off x="14777324" y="1771258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096B6A0-BF8A-0E25-9923-3032EC472D4F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4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89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69971-7376-EFD0-D3E1-F82C0F79F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ítulo 1">
            <a:extLst>
              <a:ext uri="{FF2B5EF4-FFF2-40B4-BE49-F238E27FC236}">
                <a16:creationId xmlns:a16="http://schemas.microsoft.com/office/drawing/2014/main" id="{872D6F9B-7D80-F524-239D-922B622AC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Self-adaptation</a:t>
            </a:r>
            <a:endParaRPr lang="es-ES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Google Shape;295;p32">
            <a:extLst>
              <a:ext uri="{FF2B5EF4-FFF2-40B4-BE49-F238E27FC236}">
                <a16:creationId xmlns:a16="http://schemas.microsoft.com/office/drawing/2014/main" id="{97A97B1E-2CA1-40A0-3E09-8F577F6504DE}"/>
              </a:ext>
            </a:extLst>
          </p:cNvPr>
          <p:cNvSpPr/>
          <p:nvPr/>
        </p:nvSpPr>
        <p:spPr>
          <a:xfrm flipV="1">
            <a:off x="-3783065" y="656424"/>
            <a:ext cx="1236928" cy="2509500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01;p32">
            <a:extLst>
              <a:ext uri="{FF2B5EF4-FFF2-40B4-BE49-F238E27FC236}">
                <a16:creationId xmlns:a16="http://schemas.microsoft.com/office/drawing/2014/main" id="{E512CCEA-3766-D884-F9C3-D9B9B6688463}"/>
              </a:ext>
            </a:extLst>
          </p:cNvPr>
          <p:cNvSpPr/>
          <p:nvPr/>
        </p:nvSpPr>
        <p:spPr>
          <a:xfrm flipV="1">
            <a:off x="-3135868" y="137005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B33BDA0-1669-5F12-D5BC-CA0F52AF8542}"/>
              </a:ext>
            </a:extLst>
          </p:cNvPr>
          <p:cNvSpPr txBox="1"/>
          <p:nvPr/>
        </p:nvSpPr>
        <p:spPr>
          <a:xfrm>
            <a:off x="-2126115" y="224171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337467A-E5F6-6F1C-049F-DD6BF175B9CD}"/>
              </a:ext>
            </a:extLst>
          </p:cNvPr>
          <p:cNvSpPr txBox="1"/>
          <p:nvPr/>
        </p:nvSpPr>
        <p:spPr>
          <a:xfrm rot="16200000">
            <a:off x="-3835576" y="1677921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Google Shape;298;p32">
            <a:extLst>
              <a:ext uri="{FF2B5EF4-FFF2-40B4-BE49-F238E27FC236}">
                <a16:creationId xmlns:a16="http://schemas.microsoft.com/office/drawing/2014/main" id="{6B56092B-E682-E4FE-F0D7-AB86BD365379}"/>
              </a:ext>
            </a:extLst>
          </p:cNvPr>
          <p:cNvSpPr/>
          <p:nvPr/>
        </p:nvSpPr>
        <p:spPr>
          <a:xfrm flipV="1">
            <a:off x="12155884" y="124732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35" name="Google Shape;299;p32">
            <a:extLst>
              <a:ext uri="{FF2B5EF4-FFF2-40B4-BE49-F238E27FC236}">
                <a16:creationId xmlns:a16="http://schemas.microsoft.com/office/drawing/2014/main" id="{8866674C-78A5-28CB-19A3-E316F7392CA1}"/>
              </a:ext>
            </a:extLst>
          </p:cNvPr>
          <p:cNvSpPr/>
          <p:nvPr/>
        </p:nvSpPr>
        <p:spPr>
          <a:xfrm flipV="1">
            <a:off x="14678933" y="649112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D021774-1EB3-9025-B02F-E41A9714912E}"/>
              </a:ext>
            </a:extLst>
          </p:cNvPr>
          <p:cNvSpPr txBox="1"/>
          <p:nvPr/>
        </p:nvSpPr>
        <p:spPr>
          <a:xfrm rot="152627">
            <a:off x="13212342" y="207068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263049FE-2B34-9B12-A9DA-D2686DF347A8}"/>
              </a:ext>
            </a:extLst>
          </p:cNvPr>
          <p:cNvSpPr txBox="1"/>
          <p:nvPr/>
        </p:nvSpPr>
        <p:spPr>
          <a:xfrm rot="5400000">
            <a:off x="14777324" y="1771258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1872DF-EF5B-5003-AEE2-D72F4A192129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4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  <p:grpSp>
        <p:nvGrpSpPr>
          <p:cNvPr id="2" name="Google Shape;294;p32">
            <a:extLst>
              <a:ext uri="{FF2B5EF4-FFF2-40B4-BE49-F238E27FC236}">
                <a16:creationId xmlns:a16="http://schemas.microsoft.com/office/drawing/2014/main" id="{09D8D161-3F93-D467-BAF6-75E0AE0F7E38}"/>
              </a:ext>
            </a:extLst>
          </p:cNvPr>
          <p:cNvGrpSpPr/>
          <p:nvPr/>
        </p:nvGrpSpPr>
        <p:grpSpPr>
          <a:xfrm flipV="1">
            <a:off x="1617781" y="1806871"/>
            <a:ext cx="8956437" cy="3583168"/>
            <a:chOff x="2776287" y="1968226"/>
            <a:chExt cx="3427402" cy="1703060"/>
          </a:xfrm>
        </p:grpSpPr>
        <p:sp>
          <p:nvSpPr>
            <p:cNvPr id="3" name="Google Shape;295;p32">
              <a:extLst>
                <a:ext uri="{FF2B5EF4-FFF2-40B4-BE49-F238E27FC236}">
                  <a16:creationId xmlns:a16="http://schemas.microsoft.com/office/drawing/2014/main" id="{0948FFBF-38A0-FA75-10B8-DCB2F1EFBF59}"/>
                </a:ext>
              </a:extLst>
            </p:cNvPr>
            <p:cNvSpPr/>
            <p:nvPr/>
          </p:nvSpPr>
          <p:spPr>
            <a:xfrm>
              <a:off x="2776287" y="2236652"/>
              <a:ext cx="473341" cy="1192751"/>
            </a:xfrm>
            <a:custGeom>
              <a:avLst/>
              <a:gdLst/>
              <a:ahLst/>
              <a:cxnLst/>
              <a:rect l="l" t="t" r="r" b="b"/>
              <a:pathLst>
                <a:path w="21881" h="55137" extrusionOk="0">
                  <a:moveTo>
                    <a:pt x="11413" y="0"/>
                  </a:moveTo>
                  <a:lnTo>
                    <a:pt x="10032" y="1454"/>
                  </a:lnTo>
                  <a:lnTo>
                    <a:pt x="7524" y="4507"/>
                  </a:lnTo>
                  <a:lnTo>
                    <a:pt x="5379" y="7742"/>
                  </a:lnTo>
                  <a:lnTo>
                    <a:pt x="3598" y="11158"/>
                  </a:lnTo>
                  <a:lnTo>
                    <a:pt x="2145" y="14684"/>
                  </a:lnTo>
                  <a:lnTo>
                    <a:pt x="1091" y="18282"/>
                  </a:lnTo>
                  <a:lnTo>
                    <a:pt x="364" y="21989"/>
                  </a:lnTo>
                  <a:lnTo>
                    <a:pt x="0" y="25697"/>
                  </a:lnTo>
                  <a:lnTo>
                    <a:pt x="0" y="29440"/>
                  </a:lnTo>
                  <a:lnTo>
                    <a:pt x="364" y="33184"/>
                  </a:lnTo>
                  <a:lnTo>
                    <a:pt x="1091" y="36855"/>
                  </a:lnTo>
                  <a:lnTo>
                    <a:pt x="2145" y="40489"/>
                  </a:lnTo>
                  <a:lnTo>
                    <a:pt x="3598" y="44015"/>
                  </a:lnTo>
                  <a:lnTo>
                    <a:pt x="5379" y="47395"/>
                  </a:lnTo>
                  <a:lnTo>
                    <a:pt x="7524" y="50630"/>
                  </a:lnTo>
                  <a:lnTo>
                    <a:pt x="10032" y="53683"/>
                  </a:lnTo>
                  <a:lnTo>
                    <a:pt x="11413" y="55137"/>
                  </a:lnTo>
                  <a:lnTo>
                    <a:pt x="11413" y="46050"/>
                  </a:lnTo>
                  <a:lnTo>
                    <a:pt x="11449" y="45759"/>
                  </a:lnTo>
                  <a:lnTo>
                    <a:pt x="11631" y="45287"/>
                  </a:lnTo>
                  <a:lnTo>
                    <a:pt x="12031" y="44887"/>
                  </a:lnTo>
                  <a:lnTo>
                    <a:pt x="12503" y="44705"/>
                  </a:lnTo>
                  <a:lnTo>
                    <a:pt x="12794" y="44669"/>
                  </a:lnTo>
                  <a:lnTo>
                    <a:pt x="21880" y="44669"/>
                  </a:lnTo>
                  <a:lnTo>
                    <a:pt x="21044" y="43797"/>
                  </a:lnTo>
                  <a:lnTo>
                    <a:pt x="19518" y="41979"/>
                  </a:lnTo>
                  <a:lnTo>
                    <a:pt x="18209" y="39980"/>
                  </a:lnTo>
                  <a:lnTo>
                    <a:pt x="17083" y="37909"/>
                  </a:lnTo>
                  <a:lnTo>
                    <a:pt x="16174" y="35728"/>
                  </a:lnTo>
                  <a:lnTo>
                    <a:pt x="15483" y="33438"/>
                  </a:lnTo>
                  <a:lnTo>
                    <a:pt x="15011" y="31112"/>
                  </a:lnTo>
                  <a:lnTo>
                    <a:pt x="14793" y="28750"/>
                  </a:lnTo>
                  <a:lnTo>
                    <a:pt x="14757" y="27550"/>
                  </a:lnTo>
                  <a:lnTo>
                    <a:pt x="14793" y="26351"/>
                  </a:lnTo>
                  <a:lnTo>
                    <a:pt x="15011" y="23952"/>
                  </a:lnTo>
                  <a:lnTo>
                    <a:pt x="15483" y="21626"/>
                  </a:lnTo>
                  <a:lnTo>
                    <a:pt x="16174" y="19372"/>
                  </a:lnTo>
                  <a:lnTo>
                    <a:pt x="17083" y="17192"/>
                  </a:lnTo>
                  <a:lnTo>
                    <a:pt x="18209" y="15084"/>
                  </a:lnTo>
                  <a:lnTo>
                    <a:pt x="19518" y="13121"/>
                  </a:lnTo>
                  <a:lnTo>
                    <a:pt x="21044" y="11267"/>
                  </a:lnTo>
                  <a:lnTo>
                    <a:pt x="21880" y="10431"/>
                  </a:lnTo>
                  <a:lnTo>
                    <a:pt x="21880" y="1381"/>
                  </a:lnTo>
                  <a:lnTo>
                    <a:pt x="21844" y="1091"/>
                  </a:lnTo>
                  <a:lnTo>
                    <a:pt x="21662" y="582"/>
                  </a:lnTo>
                  <a:lnTo>
                    <a:pt x="21262" y="218"/>
                  </a:lnTo>
                  <a:lnTo>
                    <a:pt x="20790" y="37"/>
                  </a:lnTo>
                  <a:lnTo>
                    <a:pt x="20499" y="0"/>
                  </a:lnTo>
                  <a:close/>
                </a:path>
              </a:pathLst>
            </a:custGeom>
            <a:solidFill>
              <a:srgbClr val="FFC000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9" name="Google Shape;296;p32">
              <a:extLst>
                <a:ext uri="{FF2B5EF4-FFF2-40B4-BE49-F238E27FC236}">
                  <a16:creationId xmlns:a16="http://schemas.microsoft.com/office/drawing/2014/main" id="{DFFB8A66-5711-D165-996C-D63B9967DC64}"/>
                </a:ext>
              </a:extLst>
            </p:cNvPr>
            <p:cNvSpPr/>
            <p:nvPr/>
          </p:nvSpPr>
          <p:spPr>
            <a:xfrm>
              <a:off x="3031197" y="1978217"/>
              <a:ext cx="1190415" cy="476477"/>
            </a:xfrm>
            <a:custGeom>
              <a:avLst/>
              <a:gdLst/>
              <a:ahLst/>
              <a:cxnLst/>
              <a:rect l="l" t="t" r="r" b="b"/>
              <a:pathLst>
                <a:path w="55029" h="22026" extrusionOk="0">
                  <a:moveTo>
                    <a:pt x="27587" y="0"/>
                  </a:moveTo>
                  <a:lnTo>
                    <a:pt x="25661" y="36"/>
                  </a:lnTo>
                  <a:lnTo>
                    <a:pt x="21845" y="436"/>
                  </a:lnTo>
                  <a:lnTo>
                    <a:pt x="18065" y="1163"/>
                  </a:lnTo>
                  <a:lnTo>
                    <a:pt x="14430" y="2290"/>
                  </a:lnTo>
                  <a:lnTo>
                    <a:pt x="10904" y="3744"/>
                  </a:lnTo>
                  <a:lnTo>
                    <a:pt x="7561" y="5525"/>
                  </a:lnTo>
                  <a:lnTo>
                    <a:pt x="4362" y="7669"/>
                  </a:lnTo>
                  <a:lnTo>
                    <a:pt x="1418" y="10104"/>
                  </a:lnTo>
                  <a:lnTo>
                    <a:pt x="1" y="11449"/>
                  </a:lnTo>
                  <a:lnTo>
                    <a:pt x="9087" y="11449"/>
                  </a:lnTo>
                  <a:lnTo>
                    <a:pt x="9378" y="11485"/>
                  </a:lnTo>
                  <a:lnTo>
                    <a:pt x="9850" y="11667"/>
                  </a:lnTo>
                  <a:lnTo>
                    <a:pt x="10250" y="12067"/>
                  </a:lnTo>
                  <a:lnTo>
                    <a:pt x="10432" y="12539"/>
                  </a:lnTo>
                  <a:lnTo>
                    <a:pt x="10468" y="12830"/>
                  </a:lnTo>
                  <a:lnTo>
                    <a:pt x="10468" y="21916"/>
                  </a:lnTo>
                  <a:lnTo>
                    <a:pt x="11341" y="21081"/>
                  </a:lnTo>
                  <a:lnTo>
                    <a:pt x="13158" y="19554"/>
                  </a:lnTo>
                  <a:lnTo>
                    <a:pt x="15157" y="18209"/>
                  </a:lnTo>
                  <a:lnTo>
                    <a:pt x="17229" y="17119"/>
                  </a:lnTo>
                  <a:lnTo>
                    <a:pt x="19409" y="16210"/>
                  </a:lnTo>
                  <a:lnTo>
                    <a:pt x="21699" y="15520"/>
                  </a:lnTo>
                  <a:lnTo>
                    <a:pt x="24025" y="15047"/>
                  </a:lnTo>
                  <a:lnTo>
                    <a:pt x="26388" y="14829"/>
                  </a:lnTo>
                  <a:lnTo>
                    <a:pt x="27623" y="14793"/>
                  </a:lnTo>
                  <a:lnTo>
                    <a:pt x="28859" y="14829"/>
                  </a:lnTo>
                  <a:lnTo>
                    <a:pt x="31222" y="15047"/>
                  </a:lnTo>
                  <a:lnTo>
                    <a:pt x="33475" y="15483"/>
                  </a:lnTo>
                  <a:lnTo>
                    <a:pt x="35620" y="16174"/>
                  </a:lnTo>
                  <a:lnTo>
                    <a:pt x="37691" y="17046"/>
                  </a:lnTo>
                  <a:lnTo>
                    <a:pt x="39727" y="18209"/>
                  </a:lnTo>
                  <a:lnTo>
                    <a:pt x="41689" y="19554"/>
                  </a:lnTo>
                  <a:lnTo>
                    <a:pt x="43616" y="21153"/>
                  </a:lnTo>
                  <a:lnTo>
                    <a:pt x="44597" y="22025"/>
                  </a:lnTo>
                  <a:lnTo>
                    <a:pt x="53974" y="22025"/>
                  </a:lnTo>
                  <a:lnTo>
                    <a:pt x="54447" y="21807"/>
                  </a:lnTo>
                  <a:lnTo>
                    <a:pt x="54810" y="21444"/>
                  </a:lnTo>
                  <a:lnTo>
                    <a:pt x="55028" y="20935"/>
                  </a:lnTo>
                  <a:lnTo>
                    <a:pt x="55028" y="20681"/>
                  </a:lnTo>
                  <a:lnTo>
                    <a:pt x="55028" y="11594"/>
                  </a:lnTo>
                  <a:lnTo>
                    <a:pt x="54447" y="11049"/>
                  </a:lnTo>
                  <a:lnTo>
                    <a:pt x="53865" y="10504"/>
                  </a:lnTo>
                  <a:lnTo>
                    <a:pt x="52375" y="9195"/>
                  </a:lnTo>
                  <a:lnTo>
                    <a:pt x="49322" y="6869"/>
                  </a:lnTo>
                  <a:lnTo>
                    <a:pt x="46233" y="4870"/>
                  </a:lnTo>
                  <a:lnTo>
                    <a:pt x="43070" y="3235"/>
                  </a:lnTo>
                  <a:lnTo>
                    <a:pt x="39799" y="1963"/>
                  </a:lnTo>
                  <a:lnTo>
                    <a:pt x="36456" y="981"/>
                  </a:lnTo>
                  <a:lnTo>
                    <a:pt x="33003" y="363"/>
                  </a:lnTo>
                  <a:lnTo>
                    <a:pt x="29441" y="36"/>
                  </a:lnTo>
                  <a:lnTo>
                    <a:pt x="27587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10" name="Google Shape;297;p32">
              <a:extLst>
                <a:ext uri="{FF2B5EF4-FFF2-40B4-BE49-F238E27FC236}">
                  <a16:creationId xmlns:a16="http://schemas.microsoft.com/office/drawing/2014/main" id="{6FFB078A-EC81-17AA-0F70-DB49BDFF23E5}"/>
                </a:ext>
              </a:extLst>
            </p:cNvPr>
            <p:cNvSpPr/>
            <p:nvPr/>
          </p:nvSpPr>
          <p:spPr>
            <a:xfrm>
              <a:off x="3994347" y="2219030"/>
              <a:ext cx="996977" cy="1188814"/>
            </a:xfrm>
            <a:custGeom>
              <a:avLst/>
              <a:gdLst/>
              <a:ahLst/>
              <a:cxnLst/>
              <a:rect l="l" t="t" r="r" b="b"/>
              <a:pathLst>
                <a:path w="46087" h="54955" extrusionOk="0">
                  <a:moveTo>
                    <a:pt x="35619" y="0"/>
                  </a:moveTo>
                  <a:lnTo>
                    <a:pt x="35038" y="545"/>
                  </a:lnTo>
                  <a:lnTo>
                    <a:pt x="33475" y="2072"/>
                  </a:lnTo>
                  <a:lnTo>
                    <a:pt x="30458" y="5379"/>
                  </a:lnTo>
                  <a:lnTo>
                    <a:pt x="26024" y="10831"/>
                  </a:lnTo>
                  <a:lnTo>
                    <a:pt x="23080" y="14829"/>
                  </a:lnTo>
                  <a:lnTo>
                    <a:pt x="20499" y="18318"/>
                  </a:lnTo>
                  <a:lnTo>
                    <a:pt x="17882" y="21989"/>
                  </a:lnTo>
                  <a:lnTo>
                    <a:pt x="16247" y="24279"/>
                  </a:lnTo>
                  <a:lnTo>
                    <a:pt x="15084" y="25878"/>
                  </a:lnTo>
                  <a:lnTo>
                    <a:pt x="13993" y="27441"/>
                  </a:lnTo>
                  <a:lnTo>
                    <a:pt x="10104" y="32784"/>
                  </a:lnTo>
                  <a:lnTo>
                    <a:pt x="4907" y="39363"/>
                  </a:lnTo>
                  <a:lnTo>
                    <a:pt x="1599" y="42961"/>
                  </a:lnTo>
                  <a:lnTo>
                    <a:pt x="0" y="44524"/>
                  </a:lnTo>
                  <a:lnTo>
                    <a:pt x="0" y="53610"/>
                  </a:lnTo>
                  <a:lnTo>
                    <a:pt x="37" y="53865"/>
                  </a:lnTo>
                  <a:lnTo>
                    <a:pt x="218" y="54373"/>
                  </a:lnTo>
                  <a:lnTo>
                    <a:pt x="582" y="54737"/>
                  </a:lnTo>
                  <a:lnTo>
                    <a:pt x="1091" y="54955"/>
                  </a:lnTo>
                  <a:lnTo>
                    <a:pt x="10468" y="54955"/>
                  </a:lnTo>
                  <a:lnTo>
                    <a:pt x="12103" y="53356"/>
                  </a:lnTo>
                  <a:lnTo>
                    <a:pt x="15302" y="49939"/>
                  </a:lnTo>
                  <a:lnTo>
                    <a:pt x="19954" y="44269"/>
                  </a:lnTo>
                  <a:lnTo>
                    <a:pt x="23080" y="40053"/>
                  </a:lnTo>
                  <a:lnTo>
                    <a:pt x="25624" y="36564"/>
                  </a:lnTo>
                  <a:lnTo>
                    <a:pt x="28277" y="32893"/>
                  </a:lnTo>
                  <a:lnTo>
                    <a:pt x="29913" y="30603"/>
                  </a:lnTo>
                  <a:lnTo>
                    <a:pt x="32166" y="27441"/>
                  </a:lnTo>
                  <a:lnTo>
                    <a:pt x="35873" y="22353"/>
                  </a:lnTo>
                  <a:lnTo>
                    <a:pt x="40816" y="16065"/>
                  </a:lnTo>
                  <a:lnTo>
                    <a:pt x="43942" y="12503"/>
                  </a:lnTo>
                  <a:lnTo>
                    <a:pt x="45505" y="10977"/>
                  </a:lnTo>
                  <a:lnTo>
                    <a:pt x="45796" y="10722"/>
                  </a:lnTo>
                  <a:lnTo>
                    <a:pt x="46087" y="10431"/>
                  </a:lnTo>
                  <a:lnTo>
                    <a:pt x="36709" y="10431"/>
                  </a:lnTo>
                  <a:lnTo>
                    <a:pt x="36237" y="10213"/>
                  </a:lnTo>
                  <a:lnTo>
                    <a:pt x="35837" y="9850"/>
                  </a:lnTo>
                  <a:lnTo>
                    <a:pt x="35655" y="9341"/>
                  </a:lnTo>
                  <a:lnTo>
                    <a:pt x="35619" y="9087"/>
                  </a:lnTo>
                  <a:lnTo>
                    <a:pt x="3561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11" name="Google Shape;298;p32">
              <a:extLst>
                <a:ext uri="{FF2B5EF4-FFF2-40B4-BE49-F238E27FC236}">
                  <a16:creationId xmlns:a16="http://schemas.microsoft.com/office/drawing/2014/main" id="{F5F8351D-E9B8-9026-33AE-18E3E9F92D46}"/>
                </a:ext>
              </a:extLst>
            </p:cNvPr>
            <p:cNvSpPr/>
            <p:nvPr/>
          </p:nvSpPr>
          <p:spPr>
            <a:xfrm>
              <a:off x="4770850" y="3176657"/>
              <a:ext cx="1190415" cy="474920"/>
            </a:xfrm>
            <a:custGeom>
              <a:avLst/>
              <a:gdLst/>
              <a:ahLst/>
              <a:cxnLst/>
              <a:rect l="l" t="t" r="r" b="b"/>
              <a:pathLst>
                <a:path w="55029" h="21954" extrusionOk="0">
                  <a:moveTo>
                    <a:pt x="10468" y="1"/>
                  </a:moveTo>
                  <a:lnTo>
                    <a:pt x="10468" y="9087"/>
                  </a:lnTo>
                  <a:lnTo>
                    <a:pt x="10432" y="9342"/>
                  </a:lnTo>
                  <a:lnTo>
                    <a:pt x="10250" y="9850"/>
                  </a:lnTo>
                  <a:lnTo>
                    <a:pt x="9850" y="10214"/>
                  </a:lnTo>
                  <a:lnTo>
                    <a:pt x="9378" y="10432"/>
                  </a:lnTo>
                  <a:lnTo>
                    <a:pt x="1" y="10432"/>
                  </a:lnTo>
                  <a:lnTo>
                    <a:pt x="546" y="10941"/>
                  </a:lnTo>
                  <a:lnTo>
                    <a:pt x="837" y="11195"/>
                  </a:lnTo>
                  <a:lnTo>
                    <a:pt x="1127" y="11450"/>
                  </a:lnTo>
                  <a:lnTo>
                    <a:pt x="2618" y="12758"/>
                  </a:lnTo>
                  <a:lnTo>
                    <a:pt x="5671" y="15084"/>
                  </a:lnTo>
                  <a:lnTo>
                    <a:pt x="8760" y="17083"/>
                  </a:lnTo>
                  <a:lnTo>
                    <a:pt x="11922" y="18719"/>
                  </a:lnTo>
                  <a:lnTo>
                    <a:pt x="15157" y="19991"/>
                  </a:lnTo>
                  <a:lnTo>
                    <a:pt x="18501" y="20972"/>
                  </a:lnTo>
                  <a:lnTo>
                    <a:pt x="21954" y="21590"/>
                  </a:lnTo>
                  <a:lnTo>
                    <a:pt x="25552" y="21917"/>
                  </a:lnTo>
                  <a:lnTo>
                    <a:pt x="27369" y="21953"/>
                  </a:lnTo>
                  <a:lnTo>
                    <a:pt x="27514" y="21953"/>
                  </a:lnTo>
                  <a:lnTo>
                    <a:pt x="29441" y="21917"/>
                  </a:lnTo>
                  <a:lnTo>
                    <a:pt x="33293" y="21517"/>
                  </a:lnTo>
                  <a:lnTo>
                    <a:pt x="37037" y="20754"/>
                  </a:lnTo>
                  <a:lnTo>
                    <a:pt x="40672" y="19627"/>
                  </a:lnTo>
                  <a:lnTo>
                    <a:pt x="44161" y="18174"/>
                  </a:lnTo>
                  <a:lnTo>
                    <a:pt x="47505" y="16356"/>
                  </a:lnTo>
                  <a:lnTo>
                    <a:pt x="50667" y="14212"/>
                  </a:lnTo>
                  <a:lnTo>
                    <a:pt x="53647" y="11777"/>
                  </a:lnTo>
                  <a:lnTo>
                    <a:pt x="55028" y="10432"/>
                  </a:lnTo>
                  <a:lnTo>
                    <a:pt x="55028" y="1345"/>
                  </a:lnTo>
                  <a:lnTo>
                    <a:pt x="54992" y="1055"/>
                  </a:lnTo>
                  <a:lnTo>
                    <a:pt x="54810" y="582"/>
                  </a:lnTo>
                  <a:lnTo>
                    <a:pt x="54447" y="219"/>
                  </a:lnTo>
                  <a:lnTo>
                    <a:pt x="53938" y="1"/>
                  </a:lnTo>
                  <a:lnTo>
                    <a:pt x="44633" y="1"/>
                  </a:lnTo>
                  <a:lnTo>
                    <a:pt x="44561" y="37"/>
                  </a:lnTo>
                  <a:lnTo>
                    <a:pt x="43688" y="873"/>
                  </a:lnTo>
                  <a:lnTo>
                    <a:pt x="41871" y="2400"/>
                  </a:lnTo>
                  <a:lnTo>
                    <a:pt x="39908" y="3708"/>
                  </a:lnTo>
                  <a:lnTo>
                    <a:pt x="37837" y="4835"/>
                  </a:lnTo>
                  <a:lnTo>
                    <a:pt x="35656" y="5743"/>
                  </a:lnTo>
                  <a:lnTo>
                    <a:pt x="33402" y="6434"/>
                  </a:lnTo>
                  <a:lnTo>
                    <a:pt x="31076" y="6906"/>
                  </a:lnTo>
                  <a:lnTo>
                    <a:pt x="28714" y="7124"/>
                  </a:lnTo>
                  <a:lnTo>
                    <a:pt x="27514" y="7161"/>
                  </a:lnTo>
                  <a:lnTo>
                    <a:pt x="26206" y="7161"/>
                  </a:lnTo>
                  <a:lnTo>
                    <a:pt x="23916" y="6943"/>
                  </a:lnTo>
                  <a:lnTo>
                    <a:pt x="21735" y="6507"/>
                  </a:lnTo>
                  <a:lnTo>
                    <a:pt x="19664" y="5889"/>
                  </a:lnTo>
                  <a:lnTo>
                    <a:pt x="17628" y="5053"/>
                  </a:lnTo>
                  <a:lnTo>
                    <a:pt x="15702" y="4035"/>
                  </a:lnTo>
                  <a:lnTo>
                    <a:pt x="13812" y="2763"/>
                  </a:lnTo>
                  <a:lnTo>
                    <a:pt x="11922" y="1309"/>
                  </a:lnTo>
                  <a:lnTo>
                    <a:pt x="10977" y="473"/>
                  </a:lnTo>
                  <a:lnTo>
                    <a:pt x="10468" y="1"/>
                  </a:lnTo>
                  <a:close/>
                </a:path>
              </a:pathLst>
            </a:custGeom>
            <a:solidFill>
              <a:srgbClr val="FFC000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13" name="Google Shape;299;p32">
              <a:extLst>
                <a:ext uri="{FF2B5EF4-FFF2-40B4-BE49-F238E27FC236}">
                  <a16:creationId xmlns:a16="http://schemas.microsoft.com/office/drawing/2014/main" id="{0A9C237E-D3F2-29EC-646C-996CD26C7399}"/>
                </a:ext>
              </a:extLst>
            </p:cNvPr>
            <p:cNvSpPr/>
            <p:nvPr/>
          </p:nvSpPr>
          <p:spPr>
            <a:xfrm>
              <a:off x="5731927" y="2217451"/>
              <a:ext cx="471762" cy="1190393"/>
            </a:xfrm>
            <a:custGeom>
              <a:avLst/>
              <a:gdLst/>
              <a:ahLst/>
              <a:cxnLst/>
              <a:rect l="l" t="t" r="r" b="b"/>
              <a:pathLst>
                <a:path w="21808" h="55028" extrusionOk="0">
                  <a:moveTo>
                    <a:pt x="1345" y="1"/>
                  </a:moveTo>
                  <a:lnTo>
                    <a:pt x="1054" y="37"/>
                  </a:lnTo>
                  <a:lnTo>
                    <a:pt x="582" y="219"/>
                  </a:lnTo>
                  <a:lnTo>
                    <a:pt x="218" y="618"/>
                  </a:lnTo>
                  <a:lnTo>
                    <a:pt x="0" y="1091"/>
                  </a:lnTo>
                  <a:lnTo>
                    <a:pt x="0" y="1382"/>
                  </a:lnTo>
                  <a:lnTo>
                    <a:pt x="0" y="10468"/>
                  </a:lnTo>
                  <a:lnTo>
                    <a:pt x="218" y="10723"/>
                  </a:lnTo>
                  <a:lnTo>
                    <a:pt x="473" y="10977"/>
                  </a:lnTo>
                  <a:lnTo>
                    <a:pt x="1309" y="11849"/>
                  </a:lnTo>
                  <a:lnTo>
                    <a:pt x="2763" y="13776"/>
                  </a:lnTo>
                  <a:lnTo>
                    <a:pt x="3998" y="15775"/>
                  </a:lnTo>
                  <a:lnTo>
                    <a:pt x="5052" y="17846"/>
                  </a:lnTo>
                  <a:lnTo>
                    <a:pt x="5852" y="20027"/>
                  </a:lnTo>
                  <a:lnTo>
                    <a:pt x="6470" y="22208"/>
                  </a:lnTo>
                  <a:lnTo>
                    <a:pt x="6870" y="24461"/>
                  </a:lnTo>
                  <a:lnTo>
                    <a:pt x="7051" y="26751"/>
                  </a:lnTo>
                  <a:lnTo>
                    <a:pt x="7015" y="29004"/>
                  </a:lnTo>
                  <a:lnTo>
                    <a:pt x="6761" y="31258"/>
                  </a:lnTo>
                  <a:lnTo>
                    <a:pt x="6288" y="33511"/>
                  </a:lnTo>
                  <a:lnTo>
                    <a:pt x="5634" y="35692"/>
                  </a:lnTo>
                  <a:lnTo>
                    <a:pt x="4762" y="37836"/>
                  </a:lnTo>
                  <a:lnTo>
                    <a:pt x="3671" y="39872"/>
                  </a:lnTo>
                  <a:lnTo>
                    <a:pt x="2363" y="41834"/>
                  </a:lnTo>
                  <a:lnTo>
                    <a:pt x="836" y="43688"/>
                  </a:lnTo>
                  <a:lnTo>
                    <a:pt x="0" y="44597"/>
                  </a:lnTo>
                  <a:lnTo>
                    <a:pt x="9341" y="44597"/>
                  </a:lnTo>
                  <a:lnTo>
                    <a:pt x="9850" y="44815"/>
                  </a:lnTo>
                  <a:lnTo>
                    <a:pt x="10213" y="45178"/>
                  </a:lnTo>
                  <a:lnTo>
                    <a:pt x="10432" y="45651"/>
                  </a:lnTo>
                  <a:lnTo>
                    <a:pt x="10432" y="45941"/>
                  </a:lnTo>
                  <a:lnTo>
                    <a:pt x="10432" y="55028"/>
                  </a:lnTo>
                  <a:lnTo>
                    <a:pt x="11776" y="53647"/>
                  </a:lnTo>
                  <a:lnTo>
                    <a:pt x="14211" y="50666"/>
                  </a:lnTo>
                  <a:lnTo>
                    <a:pt x="16320" y="47504"/>
                  </a:lnTo>
                  <a:lnTo>
                    <a:pt x="18100" y="44124"/>
                  </a:lnTo>
                  <a:lnTo>
                    <a:pt x="19554" y="40635"/>
                  </a:lnTo>
                  <a:lnTo>
                    <a:pt x="20645" y="37000"/>
                  </a:lnTo>
                  <a:lnTo>
                    <a:pt x="21372" y="33257"/>
                  </a:lnTo>
                  <a:lnTo>
                    <a:pt x="21771" y="29441"/>
                  </a:lnTo>
                  <a:lnTo>
                    <a:pt x="21808" y="27514"/>
                  </a:lnTo>
                  <a:lnTo>
                    <a:pt x="21771" y="25588"/>
                  </a:lnTo>
                  <a:lnTo>
                    <a:pt x="21372" y="21772"/>
                  </a:lnTo>
                  <a:lnTo>
                    <a:pt x="20645" y="18028"/>
                  </a:lnTo>
                  <a:lnTo>
                    <a:pt x="19554" y="14393"/>
                  </a:lnTo>
                  <a:lnTo>
                    <a:pt x="18100" y="10868"/>
                  </a:lnTo>
                  <a:lnTo>
                    <a:pt x="16320" y="7524"/>
                  </a:lnTo>
                  <a:lnTo>
                    <a:pt x="14211" y="4362"/>
                  </a:lnTo>
                  <a:lnTo>
                    <a:pt x="11776" y="13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FFC000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14" name="Google Shape;300;p32">
              <a:extLst>
                <a:ext uri="{FF2B5EF4-FFF2-40B4-BE49-F238E27FC236}">
                  <a16:creationId xmlns:a16="http://schemas.microsoft.com/office/drawing/2014/main" id="{FE64D948-FB14-C55D-D8CB-A08C6E95D937}"/>
                </a:ext>
              </a:extLst>
            </p:cNvPr>
            <p:cNvSpPr/>
            <p:nvPr/>
          </p:nvSpPr>
          <p:spPr>
            <a:xfrm>
              <a:off x="4767220" y="1968226"/>
              <a:ext cx="1189614" cy="475699"/>
            </a:xfrm>
            <a:custGeom>
              <a:avLst/>
              <a:gdLst/>
              <a:ahLst/>
              <a:cxnLst/>
              <a:rect l="l" t="t" r="r" b="b"/>
              <a:pathLst>
                <a:path w="54992" h="21990" extrusionOk="0">
                  <a:moveTo>
                    <a:pt x="27368" y="0"/>
                  </a:moveTo>
                  <a:lnTo>
                    <a:pt x="25515" y="36"/>
                  </a:lnTo>
                  <a:lnTo>
                    <a:pt x="21917" y="363"/>
                  </a:lnTo>
                  <a:lnTo>
                    <a:pt x="18464" y="981"/>
                  </a:lnTo>
                  <a:lnTo>
                    <a:pt x="15120" y="1963"/>
                  </a:lnTo>
                  <a:lnTo>
                    <a:pt x="11885" y="3235"/>
                  </a:lnTo>
                  <a:lnTo>
                    <a:pt x="8723" y="4870"/>
                  </a:lnTo>
                  <a:lnTo>
                    <a:pt x="5634" y="6869"/>
                  </a:lnTo>
                  <a:lnTo>
                    <a:pt x="2581" y="9195"/>
                  </a:lnTo>
                  <a:lnTo>
                    <a:pt x="1090" y="10504"/>
                  </a:lnTo>
                  <a:lnTo>
                    <a:pt x="545" y="11013"/>
                  </a:lnTo>
                  <a:lnTo>
                    <a:pt x="0" y="11522"/>
                  </a:lnTo>
                  <a:lnTo>
                    <a:pt x="0" y="20608"/>
                  </a:lnTo>
                  <a:lnTo>
                    <a:pt x="0" y="20899"/>
                  </a:lnTo>
                  <a:lnTo>
                    <a:pt x="218" y="21371"/>
                  </a:lnTo>
                  <a:lnTo>
                    <a:pt x="582" y="21735"/>
                  </a:lnTo>
                  <a:lnTo>
                    <a:pt x="1054" y="21953"/>
                  </a:lnTo>
                  <a:lnTo>
                    <a:pt x="10431" y="21953"/>
                  </a:lnTo>
                  <a:lnTo>
                    <a:pt x="11413" y="21081"/>
                  </a:lnTo>
                  <a:lnTo>
                    <a:pt x="13339" y="19518"/>
                  </a:lnTo>
                  <a:lnTo>
                    <a:pt x="15302" y="18173"/>
                  </a:lnTo>
                  <a:lnTo>
                    <a:pt x="17301" y="17046"/>
                  </a:lnTo>
                  <a:lnTo>
                    <a:pt x="19372" y="16137"/>
                  </a:lnTo>
                  <a:lnTo>
                    <a:pt x="21517" y="15483"/>
                  </a:lnTo>
                  <a:lnTo>
                    <a:pt x="23770" y="15047"/>
                  </a:lnTo>
                  <a:lnTo>
                    <a:pt x="26133" y="14829"/>
                  </a:lnTo>
                  <a:lnTo>
                    <a:pt x="27368" y="14793"/>
                  </a:lnTo>
                  <a:lnTo>
                    <a:pt x="27514" y="14793"/>
                  </a:lnTo>
                  <a:lnTo>
                    <a:pt x="28713" y="14829"/>
                  </a:lnTo>
                  <a:lnTo>
                    <a:pt x="31076" y="15083"/>
                  </a:lnTo>
                  <a:lnTo>
                    <a:pt x="33402" y="15556"/>
                  </a:lnTo>
                  <a:lnTo>
                    <a:pt x="35655" y="16247"/>
                  </a:lnTo>
                  <a:lnTo>
                    <a:pt x="37800" y="17155"/>
                  </a:lnTo>
                  <a:lnTo>
                    <a:pt x="39908" y="18282"/>
                  </a:lnTo>
                  <a:lnTo>
                    <a:pt x="41870" y="19627"/>
                  </a:lnTo>
                  <a:lnTo>
                    <a:pt x="43688" y="21153"/>
                  </a:lnTo>
                  <a:lnTo>
                    <a:pt x="44560" y="21989"/>
                  </a:lnTo>
                  <a:lnTo>
                    <a:pt x="44560" y="12903"/>
                  </a:lnTo>
                  <a:lnTo>
                    <a:pt x="44560" y="12612"/>
                  </a:lnTo>
                  <a:lnTo>
                    <a:pt x="44778" y="12139"/>
                  </a:lnTo>
                  <a:lnTo>
                    <a:pt x="45141" y="11740"/>
                  </a:lnTo>
                  <a:lnTo>
                    <a:pt x="45614" y="11558"/>
                  </a:lnTo>
                  <a:lnTo>
                    <a:pt x="45905" y="11522"/>
                  </a:lnTo>
                  <a:lnTo>
                    <a:pt x="54991" y="11522"/>
                  </a:lnTo>
                  <a:lnTo>
                    <a:pt x="53610" y="10177"/>
                  </a:lnTo>
                  <a:lnTo>
                    <a:pt x="50666" y="7742"/>
                  </a:lnTo>
                  <a:lnTo>
                    <a:pt x="47468" y="5597"/>
                  </a:lnTo>
                  <a:lnTo>
                    <a:pt x="44124" y="3780"/>
                  </a:lnTo>
                  <a:lnTo>
                    <a:pt x="40635" y="2326"/>
                  </a:lnTo>
                  <a:lnTo>
                    <a:pt x="37000" y="1199"/>
                  </a:lnTo>
                  <a:lnTo>
                    <a:pt x="33256" y="436"/>
                  </a:lnTo>
                  <a:lnTo>
                    <a:pt x="29440" y="36"/>
                  </a:lnTo>
                  <a:lnTo>
                    <a:pt x="27477" y="0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15" name="Google Shape;301;p32">
              <a:extLst>
                <a:ext uri="{FF2B5EF4-FFF2-40B4-BE49-F238E27FC236}">
                  <a16:creationId xmlns:a16="http://schemas.microsoft.com/office/drawing/2014/main" id="{BB97F093-0ED6-6588-50C7-818A420BDF7D}"/>
                </a:ext>
              </a:extLst>
            </p:cNvPr>
            <p:cNvSpPr/>
            <p:nvPr/>
          </p:nvSpPr>
          <p:spPr>
            <a:xfrm>
              <a:off x="3019931" y="3194787"/>
              <a:ext cx="1189614" cy="476499"/>
            </a:xfrm>
            <a:custGeom>
              <a:avLst/>
              <a:gdLst/>
              <a:ahLst/>
              <a:cxnLst/>
              <a:rect l="l" t="t" r="r" b="b"/>
              <a:pathLst>
                <a:path w="54992" h="22027" extrusionOk="0">
                  <a:moveTo>
                    <a:pt x="44524" y="1"/>
                  </a:moveTo>
                  <a:lnTo>
                    <a:pt x="43579" y="909"/>
                  </a:lnTo>
                  <a:lnTo>
                    <a:pt x="41616" y="2472"/>
                  </a:lnTo>
                  <a:lnTo>
                    <a:pt x="39653" y="3853"/>
                  </a:lnTo>
                  <a:lnTo>
                    <a:pt x="37654" y="4980"/>
                  </a:lnTo>
                  <a:lnTo>
                    <a:pt x="35583" y="5889"/>
                  </a:lnTo>
                  <a:lnTo>
                    <a:pt x="33438" y="6579"/>
                  </a:lnTo>
                  <a:lnTo>
                    <a:pt x="31185" y="7015"/>
                  </a:lnTo>
                  <a:lnTo>
                    <a:pt x="28822" y="7233"/>
                  </a:lnTo>
                  <a:lnTo>
                    <a:pt x="27586" y="7270"/>
                  </a:lnTo>
                  <a:lnTo>
                    <a:pt x="26423" y="7270"/>
                  </a:lnTo>
                  <a:lnTo>
                    <a:pt x="24134" y="7052"/>
                  </a:lnTo>
                  <a:lnTo>
                    <a:pt x="21917" y="6616"/>
                  </a:lnTo>
                  <a:lnTo>
                    <a:pt x="19736" y="5961"/>
                  </a:lnTo>
                  <a:lnTo>
                    <a:pt x="17628" y="5125"/>
                  </a:lnTo>
                  <a:lnTo>
                    <a:pt x="15592" y="4108"/>
                  </a:lnTo>
                  <a:lnTo>
                    <a:pt x="13702" y="2908"/>
                  </a:lnTo>
                  <a:lnTo>
                    <a:pt x="11885" y="1491"/>
                  </a:lnTo>
                  <a:lnTo>
                    <a:pt x="11013" y="728"/>
                  </a:lnTo>
                  <a:lnTo>
                    <a:pt x="10722" y="437"/>
                  </a:lnTo>
                  <a:lnTo>
                    <a:pt x="10431" y="146"/>
                  </a:lnTo>
                  <a:lnTo>
                    <a:pt x="1345" y="146"/>
                  </a:lnTo>
                  <a:lnTo>
                    <a:pt x="1090" y="182"/>
                  </a:lnTo>
                  <a:lnTo>
                    <a:pt x="582" y="364"/>
                  </a:lnTo>
                  <a:lnTo>
                    <a:pt x="218" y="764"/>
                  </a:lnTo>
                  <a:lnTo>
                    <a:pt x="0" y="1236"/>
                  </a:lnTo>
                  <a:lnTo>
                    <a:pt x="0" y="1527"/>
                  </a:lnTo>
                  <a:lnTo>
                    <a:pt x="0" y="10614"/>
                  </a:lnTo>
                  <a:lnTo>
                    <a:pt x="291" y="10904"/>
                  </a:lnTo>
                  <a:lnTo>
                    <a:pt x="582" y="11195"/>
                  </a:lnTo>
                  <a:lnTo>
                    <a:pt x="1963" y="12467"/>
                  </a:lnTo>
                  <a:lnTo>
                    <a:pt x="4870" y="14793"/>
                  </a:lnTo>
                  <a:lnTo>
                    <a:pt x="8033" y="16829"/>
                  </a:lnTo>
                  <a:lnTo>
                    <a:pt x="11304" y="18501"/>
                  </a:lnTo>
                  <a:lnTo>
                    <a:pt x="14756" y="19882"/>
                  </a:lnTo>
                  <a:lnTo>
                    <a:pt x="18318" y="20936"/>
                  </a:lnTo>
                  <a:lnTo>
                    <a:pt x="21953" y="21663"/>
                  </a:lnTo>
                  <a:lnTo>
                    <a:pt x="25697" y="21990"/>
                  </a:lnTo>
                  <a:lnTo>
                    <a:pt x="27586" y="22026"/>
                  </a:lnTo>
                  <a:lnTo>
                    <a:pt x="29404" y="21990"/>
                  </a:lnTo>
                  <a:lnTo>
                    <a:pt x="33002" y="21699"/>
                  </a:lnTo>
                  <a:lnTo>
                    <a:pt x="36455" y="21045"/>
                  </a:lnTo>
                  <a:lnTo>
                    <a:pt x="39799" y="20100"/>
                  </a:lnTo>
                  <a:lnTo>
                    <a:pt x="43033" y="18791"/>
                  </a:lnTo>
                  <a:lnTo>
                    <a:pt x="46196" y="17156"/>
                  </a:lnTo>
                  <a:lnTo>
                    <a:pt x="49285" y="15193"/>
                  </a:lnTo>
                  <a:lnTo>
                    <a:pt x="52338" y="12867"/>
                  </a:lnTo>
                  <a:lnTo>
                    <a:pt x="53828" y="11559"/>
                  </a:lnTo>
                  <a:lnTo>
                    <a:pt x="54446" y="11013"/>
                  </a:lnTo>
                  <a:lnTo>
                    <a:pt x="54991" y="10468"/>
                  </a:lnTo>
                  <a:lnTo>
                    <a:pt x="45905" y="10468"/>
                  </a:lnTo>
                  <a:lnTo>
                    <a:pt x="45614" y="10432"/>
                  </a:lnTo>
                  <a:lnTo>
                    <a:pt x="45141" y="10214"/>
                  </a:lnTo>
                  <a:lnTo>
                    <a:pt x="44742" y="9850"/>
                  </a:lnTo>
                  <a:lnTo>
                    <a:pt x="44560" y="9378"/>
                  </a:lnTo>
                  <a:lnTo>
                    <a:pt x="44524" y="9087"/>
                  </a:lnTo>
                  <a:lnTo>
                    <a:pt x="44524" y="1"/>
                  </a:lnTo>
                  <a:close/>
                </a:path>
              </a:pathLst>
            </a:custGeom>
            <a:solidFill>
              <a:srgbClr val="FFC000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16" name="Google Shape;302;p32">
              <a:extLst>
                <a:ext uri="{FF2B5EF4-FFF2-40B4-BE49-F238E27FC236}">
                  <a16:creationId xmlns:a16="http://schemas.microsoft.com/office/drawing/2014/main" id="{B0BDE245-3EAC-7B6B-9138-BEA6113314E4}"/>
                </a:ext>
              </a:extLst>
            </p:cNvPr>
            <p:cNvSpPr/>
            <p:nvPr/>
          </p:nvSpPr>
          <p:spPr>
            <a:xfrm>
              <a:off x="3995904" y="2218229"/>
              <a:ext cx="996999" cy="1189614"/>
            </a:xfrm>
            <a:custGeom>
              <a:avLst/>
              <a:gdLst/>
              <a:ahLst/>
              <a:cxnLst/>
              <a:rect l="l" t="t" r="r" b="b"/>
              <a:pathLst>
                <a:path w="46088" h="54992" extrusionOk="0">
                  <a:moveTo>
                    <a:pt x="10432" y="1"/>
                  </a:moveTo>
                  <a:lnTo>
                    <a:pt x="10432" y="9087"/>
                  </a:lnTo>
                  <a:lnTo>
                    <a:pt x="10432" y="9378"/>
                  </a:lnTo>
                  <a:lnTo>
                    <a:pt x="10214" y="9851"/>
                  </a:lnTo>
                  <a:lnTo>
                    <a:pt x="9851" y="10250"/>
                  </a:lnTo>
                  <a:lnTo>
                    <a:pt x="9342" y="10432"/>
                  </a:lnTo>
                  <a:lnTo>
                    <a:pt x="9087" y="10468"/>
                  </a:lnTo>
                  <a:lnTo>
                    <a:pt x="1" y="10468"/>
                  </a:lnTo>
                  <a:lnTo>
                    <a:pt x="582" y="11014"/>
                  </a:lnTo>
                  <a:lnTo>
                    <a:pt x="2109" y="12540"/>
                  </a:lnTo>
                  <a:lnTo>
                    <a:pt x="5235" y="16066"/>
                  </a:lnTo>
                  <a:lnTo>
                    <a:pt x="10214" y="22390"/>
                  </a:lnTo>
                  <a:lnTo>
                    <a:pt x="13921" y="27442"/>
                  </a:lnTo>
                  <a:lnTo>
                    <a:pt x="16175" y="30640"/>
                  </a:lnTo>
                  <a:lnTo>
                    <a:pt x="17810" y="32894"/>
                  </a:lnTo>
                  <a:lnTo>
                    <a:pt x="20427" y="36601"/>
                  </a:lnTo>
                  <a:lnTo>
                    <a:pt x="23008" y="40090"/>
                  </a:lnTo>
                  <a:lnTo>
                    <a:pt x="26134" y="44270"/>
                  </a:lnTo>
                  <a:lnTo>
                    <a:pt x="30786" y="49940"/>
                  </a:lnTo>
                  <a:lnTo>
                    <a:pt x="33984" y="53393"/>
                  </a:lnTo>
                  <a:lnTo>
                    <a:pt x="35620" y="54992"/>
                  </a:lnTo>
                  <a:lnTo>
                    <a:pt x="44706" y="54992"/>
                  </a:lnTo>
                  <a:lnTo>
                    <a:pt x="44997" y="54956"/>
                  </a:lnTo>
                  <a:lnTo>
                    <a:pt x="45469" y="54737"/>
                  </a:lnTo>
                  <a:lnTo>
                    <a:pt x="45869" y="54374"/>
                  </a:lnTo>
                  <a:lnTo>
                    <a:pt x="46051" y="53902"/>
                  </a:lnTo>
                  <a:lnTo>
                    <a:pt x="46087" y="53611"/>
                  </a:lnTo>
                  <a:lnTo>
                    <a:pt x="46087" y="44524"/>
                  </a:lnTo>
                  <a:lnTo>
                    <a:pt x="44488" y="42998"/>
                  </a:lnTo>
                  <a:lnTo>
                    <a:pt x="41181" y="39363"/>
                  </a:lnTo>
                  <a:lnTo>
                    <a:pt x="35983" y="32821"/>
                  </a:lnTo>
                  <a:lnTo>
                    <a:pt x="32094" y="27478"/>
                  </a:lnTo>
                  <a:lnTo>
                    <a:pt x="30967" y="25915"/>
                  </a:lnTo>
                  <a:lnTo>
                    <a:pt x="29841" y="24280"/>
                  </a:lnTo>
                  <a:lnTo>
                    <a:pt x="28205" y="22026"/>
                  </a:lnTo>
                  <a:lnTo>
                    <a:pt x="25552" y="18319"/>
                  </a:lnTo>
                  <a:lnTo>
                    <a:pt x="23008" y="14830"/>
                  </a:lnTo>
                  <a:lnTo>
                    <a:pt x="20027" y="10868"/>
                  </a:lnTo>
                  <a:lnTo>
                    <a:pt x="15593" y="5416"/>
                  </a:lnTo>
                  <a:lnTo>
                    <a:pt x="12577" y="2109"/>
                  </a:lnTo>
                  <a:lnTo>
                    <a:pt x="11050" y="5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17" name="Google Shape;303;p32">
              <a:extLst>
                <a:ext uri="{FF2B5EF4-FFF2-40B4-BE49-F238E27FC236}">
                  <a16:creationId xmlns:a16="http://schemas.microsoft.com/office/drawing/2014/main" id="{1A1E1506-A6C7-7558-0A38-8CDEC9177F20}"/>
                </a:ext>
              </a:extLst>
            </p:cNvPr>
            <p:cNvSpPr/>
            <p:nvPr/>
          </p:nvSpPr>
          <p:spPr>
            <a:xfrm>
              <a:off x="4098917" y="2307034"/>
              <a:ext cx="93582" cy="93582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3853" y="1"/>
                  </a:moveTo>
                  <a:lnTo>
                    <a:pt x="3635" y="146"/>
                  </a:lnTo>
                  <a:lnTo>
                    <a:pt x="146" y="3635"/>
                  </a:lnTo>
                  <a:lnTo>
                    <a:pt x="0" y="3853"/>
                  </a:lnTo>
                  <a:lnTo>
                    <a:pt x="182" y="4253"/>
                  </a:lnTo>
                  <a:lnTo>
                    <a:pt x="436" y="4326"/>
                  </a:lnTo>
                  <a:lnTo>
                    <a:pt x="3926" y="4326"/>
                  </a:lnTo>
                  <a:lnTo>
                    <a:pt x="4071" y="4289"/>
                  </a:lnTo>
                  <a:lnTo>
                    <a:pt x="4289" y="4071"/>
                  </a:lnTo>
                  <a:lnTo>
                    <a:pt x="4325" y="3926"/>
                  </a:lnTo>
                  <a:lnTo>
                    <a:pt x="4325" y="437"/>
                  </a:lnTo>
                  <a:lnTo>
                    <a:pt x="4253" y="182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19" name="Google Shape;304;p32">
              <a:extLst>
                <a:ext uri="{FF2B5EF4-FFF2-40B4-BE49-F238E27FC236}">
                  <a16:creationId xmlns:a16="http://schemas.microsoft.com/office/drawing/2014/main" id="{4A8F065B-1D98-3D9E-F866-F8F533429EB9}"/>
                </a:ext>
              </a:extLst>
            </p:cNvPr>
            <p:cNvSpPr/>
            <p:nvPr/>
          </p:nvSpPr>
          <p:spPr>
            <a:xfrm>
              <a:off x="4870211" y="3275158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3817" y="1"/>
                  </a:moveTo>
                  <a:lnTo>
                    <a:pt x="3635" y="146"/>
                  </a:lnTo>
                  <a:lnTo>
                    <a:pt x="146" y="3599"/>
                  </a:lnTo>
                  <a:lnTo>
                    <a:pt x="0" y="3817"/>
                  </a:lnTo>
                  <a:lnTo>
                    <a:pt x="182" y="4253"/>
                  </a:lnTo>
                  <a:lnTo>
                    <a:pt x="437" y="4290"/>
                  </a:lnTo>
                  <a:lnTo>
                    <a:pt x="4071" y="4290"/>
                  </a:lnTo>
                  <a:lnTo>
                    <a:pt x="4289" y="4035"/>
                  </a:lnTo>
                  <a:lnTo>
                    <a:pt x="4289" y="3890"/>
                  </a:lnTo>
                  <a:lnTo>
                    <a:pt x="4289" y="401"/>
                  </a:lnTo>
                  <a:lnTo>
                    <a:pt x="4253" y="146"/>
                  </a:lnTo>
                  <a:lnTo>
                    <a:pt x="38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21" name="Google Shape;306;p32">
              <a:extLst>
                <a:ext uri="{FF2B5EF4-FFF2-40B4-BE49-F238E27FC236}">
                  <a16:creationId xmlns:a16="http://schemas.microsoft.com/office/drawing/2014/main" id="{55181F7A-C0B3-BB4D-3934-4069AA8ED339}"/>
                </a:ext>
              </a:extLst>
            </p:cNvPr>
            <p:cNvSpPr/>
            <p:nvPr/>
          </p:nvSpPr>
          <p:spPr>
            <a:xfrm>
              <a:off x="5761022" y="2247325"/>
              <a:ext cx="92782" cy="92803"/>
            </a:xfrm>
            <a:custGeom>
              <a:avLst/>
              <a:gdLst/>
              <a:ahLst/>
              <a:cxnLst/>
              <a:rect l="l" t="t" r="r" b="b"/>
              <a:pathLst>
                <a:path w="4289" h="4290" extrusionOk="0">
                  <a:moveTo>
                    <a:pt x="400" y="1"/>
                  </a:moveTo>
                  <a:lnTo>
                    <a:pt x="218" y="37"/>
                  </a:lnTo>
                  <a:lnTo>
                    <a:pt x="0" y="255"/>
                  </a:lnTo>
                  <a:lnTo>
                    <a:pt x="0" y="401"/>
                  </a:lnTo>
                  <a:lnTo>
                    <a:pt x="0" y="3890"/>
                  </a:lnTo>
                  <a:lnTo>
                    <a:pt x="36" y="4108"/>
                  </a:lnTo>
                  <a:lnTo>
                    <a:pt x="473" y="4290"/>
                  </a:lnTo>
                  <a:lnTo>
                    <a:pt x="654" y="4180"/>
                  </a:lnTo>
                  <a:lnTo>
                    <a:pt x="4143" y="691"/>
                  </a:lnTo>
                  <a:lnTo>
                    <a:pt x="4289" y="473"/>
                  </a:lnTo>
                  <a:lnTo>
                    <a:pt x="4107" y="37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22" name="Google Shape;307;p32">
              <a:extLst>
                <a:ext uri="{FF2B5EF4-FFF2-40B4-BE49-F238E27FC236}">
                  <a16:creationId xmlns:a16="http://schemas.microsoft.com/office/drawing/2014/main" id="{7E9A99FE-3F6D-B665-51BA-C200B7644FE7}"/>
                </a:ext>
              </a:extLst>
            </p:cNvPr>
            <p:cNvSpPr/>
            <p:nvPr/>
          </p:nvSpPr>
          <p:spPr>
            <a:xfrm>
              <a:off x="4797094" y="2319663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473" y="1"/>
                  </a:moveTo>
                  <a:lnTo>
                    <a:pt x="37" y="182"/>
                  </a:lnTo>
                  <a:lnTo>
                    <a:pt x="0" y="437"/>
                  </a:lnTo>
                  <a:lnTo>
                    <a:pt x="0" y="3890"/>
                  </a:lnTo>
                  <a:lnTo>
                    <a:pt x="0" y="4071"/>
                  </a:lnTo>
                  <a:lnTo>
                    <a:pt x="218" y="4289"/>
                  </a:lnTo>
                  <a:lnTo>
                    <a:pt x="3889" y="4289"/>
                  </a:lnTo>
                  <a:lnTo>
                    <a:pt x="4107" y="4253"/>
                  </a:lnTo>
                  <a:lnTo>
                    <a:pt x="4289" y="3817"/>
                  </a:lnTo>
                  <a:lnTo>
                    <a:pt x="4180" y="3635"/>
                  </a:lnTo>
                  <a:lnTo>
                    <a:pt x="691" y="146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23" name="Google Shape;308;p32">
              <a:extLst>
                <a:ext uri="{FF2B5EF4-FFF2-40B4-BE49-F238E27FC236}">
                  <a16:creationId xmlns:a16="http://schemas.microsoft.com/office/drawing/2014/main" id="{2BAD13FB-CC42-A4DD-9B6C-380321A06039}"/>
                </a:ext>
              </a:extLst>
            </p:cNvPr>
            <p:cNvSpPr/>
            <p:nvPr/>
          </p:nvSpPr>
          <p:spPr>
            <a:xfrm>
              <a:off x="4025800" y="3282792"/>
              <a:ext cx="93582" cy="93604"/>
            </a:xfrm>
            <a:custGeom>
              <a:avLst/>
              <a:gdLst/>
              <a:ahLst/>
              <a:cxnLst/>
              <a:rect l="l" t="t" r="r" b="b"/>
              <a:pathLst>
                <a:path w="4326" h="4327" extrusionOk="0">
                  <a:moveTo>
                    <a:pt x="509" y="1"/>
                  </a:moveTo>
                  <a:lnTo>
                    <a:pt x="73" y="183"/>
                  </a:lnTo>
                  <a:lnTo>
                    <a:pt x="0" y="437"/>
                  </a:lnTo>
                  <a:lnTo>
                    <a:pt x="0" y="3926"/>
                  </a:lnTo>
                  <a:lnTo>
                    <a:pt x="36" y="4072"/>
                  </a:lnTo>
                  <a:lnTo>
                    <a:pt x="255" y="4290"/>
                  </a:lnTo>
                  <a:lnTo>
                    <a:pt x="400" y="4326"/>
                  </a:lnTo>
                  <a:lnTo>
                    <a:pt x="3889" y="4326"/>
                  </a:lnTo>
                  <a:lnTo>
                    <a:pt x="4143" y="4290"/>
                  </a:lnTo>
                  <a:lnTo>
                    <a:pt x="4325" y="3854"/>
                  </a:lnTo>
                  <a:lnTo>
                    <a:pt x="4180" y="3636"/>
                  </a:lnTo>
                  <a:lnTo>
                    <a:pt x="727" y="18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</p:grp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9D26AD7-8287-7FD9-7A7E-5C083E17D065}"/>
              </a:ext>
            </a:extLst>
          </p:cNvPr>
          <p:cNvSpPr txBox="1"/>
          <p:nvPr/>
        </p:nvSpPr>
        <p:spPr>
          <a:xfrm rot="18698352">
            <a:off x="5352834" y="3369033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40E44DE-3066-90AD-60E3-D7945E8039F3}"/>
              </a:ext>
            </a:extLst>
          </p:cNvPr>
          <p:cNvSpPr txBox="1"/>
          <p:nvPr/>
        </p:nvSpPr>
        <p:spPr>
          <a:xfrm rot="2875983">
            <a:off x="9062145" y="2539537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5E011D8-9B83-3FAC-8BB4-57D0E2314EBB}"/>
              </a:ext>
            </a:extLst>
          </p:cNvPr>
          <p:cNvSpPr txBox="1"/>
          <p:nvPr/>
        </p:nvSpPr>
        <p:spPr>
          <a:xfrm>
            <a:off x="7638774" y="4754726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88CB1CD-BB89-2C3B-1F33-B65F971394BA}"/>
              </a:ext>
            </a:extLst>
          </p:cNvPr>
          <p:cNvSpPr txBox="1"/>
          <p:nvPr/>
        </p:nvSpPr>
        <p:spPr>
          <a:xfrm rot="2606566">
            <a:off x="5073639" y="2708028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EB9B96E-FB9E-C259-1171-0FA0F996F631}"/>
              </a:ext>
            </a:extLst>
          </p:cNvPr>
          <p:cNvSpPr txBox="1"/>
          <p:nvPr/>
        </p:nvSpPr>
        <p:spPr>
          <a:xfrm rot="18717501">
            <a:off x="1865113" y="2369123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47381C27-322D-DB74-16E7-8FB27AAFF4B9}"/>
              </a:ext>
            </a:extLst>
          </p:cNvPr>
          <p:cNvSpPr txBox="1"/>
          <p:nvPr/>
        </p:nvSpPr>
        <p:spPr>
          <a:xfrm>
            <a:off x="3502493" y="4757755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BDBE87E2-758C-1E33-B8B8-47FE789E1D33}"/>
              </a:ext>
            </a:extLst>
          </p:cNvPr>
          <p:cNvSpPr txBox="1"/>
          <p:nvPr/>
        </p:nvSpPr>
        <p:spPr>
          <a:xfrm>
            <a:off x="2887799" y="2536430"/>
            <a:ext cx="22733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  <a:endParaRPr lang="en-US" sz="9600" b="1" noProof="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72ACFF9-75C4-419E-B577-E01721E7F788}"/>
              </a:ext>
            </a:extLst>
          </p:cNvPr>
          <p:cNvSpPr txBox="1"/>
          <p:nvPr/>
        </p:nvSpPr>
        <p:spPr>
          <a:xfrm>
            <a:off x="7406083" y="2499747"/>
            <a:ext cx="23599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n-US" sz="9600" b="1" noProof="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42" name="Grupo 41">
            <a:extLst>
              <a:ext uri="{FF2B5EF4-FFF2-40B4-BE49-F238E27FC236}">
                <a16:creationId xmlns:a16="http://schemas.microsoft.com/office/drawing/2014/main" id="{7C813BAD-20D7-69A5-B613-A9503C45BEEF}"/>
              </a:ext>
            </a:extLst>
          </p:cNvPr>
          <p:cNvGrpSpPr/>
          <p:nvPr/>
        </p:nvGrpSpPr>
        <p:grpSpPr>
          <a:xfrm>
            <a:off x="6575970" y="2624613"/>
            <a:ext cx="480299" cy="469978"/>
            <a:chOff x="4811734" y="1535585"/>
            <a:chExt cx="609172" cy="609172"/>
          </a:xfrm>
        </p:grpSpPr>
        <p:sp>
          <p:nvSpPr>
            <p:cNvPr id="43" name="Rectángulo redondeado 42">
              <a:extLst>
                <a:ext uri="{FF2B5EF4-FFF2-40B4-BE49-F238E27FC236}">
                  <a16:creationId xmlns:a16="http://schemas.microsoft.com/office/drawing/2014/main" id="{EAE9379E-B35F-B78A-689D-68AC68975873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áfico 43">
              <a:extLst>
                <a:ext uri="{FF2B5EF4-FFF2-40B4-BE49-F238E27FC236}">
                  <a16:creationId xmlns:a16="http://schemas.microsoft.com/office/drawing/2014/main" id="{8A1C1355-C066-AAAE-D094-B23E26556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45" name="Gráfico 44">
            <a:extLst>
              <a:ext uri="{FF2B5EF4-FFF2-40B4-BE49-F238E27FC236}">
                <a16:creationId xmlns:a16="http://schemas.microsoft.com/office/drawing/2014/main" id="{5091F395-3D5D-D0DA-3447-81BFCFCAE3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6322" y="3701752"/>
            <a:ext cx="570213" cy="699807"/>
          </a:xfrm>
          <a:prstGeom prst="rect">
            <a:avLst/>
          </a:prstGeom>
        </p:spPr>
      </p:pic>
      <p:pic>
        <p:nvPicPr>
          <p:cNvPr id="46" name="Gráfico 45">
            <a:extLst>
              <a:ext uri="{FF2B5EF4-FFF2-40B4-BE49-F238E27FC236}">
                <a16:creationId xmlns:a16="http://schemas.microsoft.com/office/drawing/2014/main" id="{1B6B0DB7-4DB6-BBE4-E135-61C28F7348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4882" y="3758229"/>
            <a:ext cx="581367" cy="713496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61E9AF64-D774-5EF7-3447-423074C0D7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87782" y="3823186"/>
            <a:ext cx="613109" cy="613109"/>
          </a:xfrm>
          <a:prstGeom prst="rect">
            <a:avLst/>
          </a:prstGeom>
        </p:spPr>
      </p:pic>
      <p:pic>
        <p:nvPicPr>
          <p:cNvPr id="48" name="Gráfico 47">
            <a:extLst>
              <a:ext uri="{FF2B5EF4-FFF2-40B4-BE49-F238E27FC236}">
                <a16:creationId xmlns:a16="http://schemas.microsoft.com/office/drawing/2014/main" id="{B57D9B19-204E-7D1F-36AC-D0C4415F1DA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3895618" y="1913247"/>
            <a:ext cx="508932" cy="508932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F8DA840E-1D2B-A95D-3482-E22774C80CC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23385" y="1889262"/>
            <a:ext cx="562668" cy="562668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3D23AE73-08C8-E307-7D7C-DDB7AB5650B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99292" y="3756767"/>
            <a:ext cx="554204" cy="554204"/>
          </a:xfrm>
          <a:prstGeom prst="rect">
            <a:avLst/>
          </a:prstGeom>
        </p:spPr>
      </p:pic>
      <p:pic>
        <p:nvPicPr>
          <p:cNvPr id="52" name="Gráfico 51">
            <a:extLst>
              <a:ext uri="{FF2B5EF4-FFF2-40B4-BE49-F238E27FC236}">
                <a16:creationId xmlns:a16="http://schemas.microsoft.com/office/drawing/2014/main" id="{7BBC46F8-8D47-75F6-0EC9-0E9FFD17FD1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04998" y="4534097"/>
            <a:ext cx="475732" cy="475732"/>
          </a:xfrm>
          <a:prstGeom prst="rect">
            <a:avLst/>
          </a:prstGeom>
        </p:spPr>
      </p:pic>
      <p:sp>
        <p:nvSpPr>
          <p:cNvPr id="56" name="Rectángulo 55">
            <a:extLst>
              <a:ext uri="{FF2B5EF4-FFF2-40B4-BE49-F238E27FC236}">
                <a16:creationId xmlns:a16="http://schemas.microsoft.com/office/drawing/2014/main" id="{5FC4221F-CDBD-6AEE-50B7-544F640435AC}"/>
              </a:ext>
            </a:extLst>
          </p:cNvPr>
          <p:cNvSpPr/>
          <p:nvPr/>
        </p:nvSpPr>
        <p:spPr>
          <a:xfrm>
            <a:off x="-19236" y="0"/>
            <a:ext cx="12192000" cy="6858000"/>
          </a:xfrm>
          <a:prstGeom prst="rect">
            <a:avLst/>
          </a:prstGeom>
          <a:solidFill>
            <a:srgbClr val="141414">
              <a:alpha val="5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0AC6E817-95D0-31C5-BE43-C1CB18F50943}"/>
              </a:ext>
            </a:extLst>
          </p:cNvPr>
          <p:cNvGrpSpPr/>
          <p:nvPr/>
        </p:nvGrpSpPr>
        <p:grpSpPr>
          <a:xfrm>
            <a:off x="3224312" y="914400"/>
            <a:ext cx="5703256" cy="5029200"/>
            <a:chOff x="6067780" y="1057835"/>
            <a:chExt cx="5703256" cy="5029200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A359839B-B971-D1C0-C046-4B9506B01197}"/>
                </a:ext>
              </a:extLst>
            </p:cNvPr>
            <p:cNvSpPr/>
            <p:nvPr/>
          </p:nvSpPr>
          <p:spPr>
            <a:xfrm>
              <a:off x="6067780" y="1057835"/>
              <a:ext cx="5703256" cy="50292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59" name="Imagen 58" descr="Una captura de pantalla de un celular con texto e imágenes&#10;&#10;El contenido generado por IA puede ser incorrecto.">
              <a:extLst>
                <a:ext uri="{FF2B5EF4-FFF2-40B4-BE49-F238E27FC236}">
                  <a16:creationId xmlns:a16="http://schemas.microsoft.com/office/drawing/2014/main" id="{1B53A259-3F33-BD90-EDB5-0C5CEB8B0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902" t="-890" r="50716" b="-988"/>
            <a:stretch>
              <a:fillRect/>
            </a:stretch>
          </p:blipFill>
          <p:spPr>
            <a:xfrm>
              <a:off x="6163512" y="1095547"/>
              <a:ext cx="5040545" cy="49585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9555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95638-39C8-E685-AA0D-BC361E43D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ítulo 1">
            <a:extLst>
              <a:ext uri="{FF2B5EF4-FFF2-40B4-BE49-F238E27FC236}">
                <a16:creationId xmlns:a16="http://schemas.microsoft.com/office/drawing/2014/main" id="{A16B6EB8-04CD-FC3C-7E3B-1254124FA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Self-adaptation</a:t>
            </a:r>
            <a:endParaRPr lang="es-ES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Google Shape;295;p32">
            <a:extLst>
              <a:ext uri="{FF2B5EF4-FFF2-40B4-BE49-F238E27FC236}">
                <a16:creationId xmlns:a16="http://schemas.microsoft.com/office/drawing/2014/main" id="{49F3BD30-EE81-0B10-9D22-3FDFA7C35B65}"/>
              </a:ext>
            </a:extLst>
          </p:cNvPr>
          <p:cNvSpPr/>
          <p:nvPr/>
        </p:nvSpPr>
        <p:spPr>
          <a:xfrm flipV="1">
            <a:off x="-3783065" y="656424"/>
            <a:ext cx="1236928" cy="2509500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01;p32">
            <a:extLst>
              <a:ext uri="{FF2B5EF4-FFF2-40B4-BE49-F238E27FC236}">
                <a16:creationId xmlns:a16="http://schemas.microsoft.com/office/drawing/2014/main" id="{2E26AD47-252D-FF92-4A5F-8939EF776643}"/>
              </a:ext>
            </a:extLst>
          </p:cNvPr>
          <p:cNvSpPr/>
          <p:nvPr/>
        </p:nvSpPr>
        <p:spPr>
          <a:xfrm flipV="1">
            <a:off x="-3135868" y="137005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4C54C22-CFF2-DBD7-2FB6-BE90D482EB32}"/>
              </a:ext>
            </a:extLst>
          </p:cNvPr>
          <p:cNvSpPr txBox="1"/>
          <p:nvPr/>
        </p:nvSpPr>
        <p:spPr>
          <a:xfrm>
            <a:off x="-2126115" y="224171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8F86B1F-5A9B-66EA-B044-BF6D573F7C09}"/>
              </a:ext>
            </a:extLst>
          </p:cNvPr>
          <p:cNvSpPr txBox="1"/>
          <p:nvPr/>
        </p:nvSpPr>
        <p:spPr>
          <a:xfrm rot="16200000">
            <a:off x="-3835576" y="1677921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Google Shape;298;p32">
            <a:extLst>
              <a:ext uri="{FF2B5EF4-FFF2-40B4-BE49-F238E27FC236}">
                <a16:creationId xmlns:a16="http://schemas.microsoft.com/office/drawing/2014/main" id="{9D669F1F-ED54-D91B-7068-9CB058EF17D1}"/>
              </a:ext>
            </a:extLst>
          </p:cNvPr>
          <p:cNvSpPr/>
          <p:nvPr/>
        </p:nvSpPr>
        <p:spPr>
          <a:xfrm flipV="1">
            <a:off x="12155884" y="124732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35" name="Google Shape;299;p32">
            <a:extLst>
              <a:ext uri="{FF2B5EF4-FFF2-40B4-BE49-F238E27FC236}">
                <a16:creationId xmlns:a16="http://schemas.microsoft.com/office/drawing/2014/main" id="{B850B020-0A44-3C06-E34B-169C5F4F3157}"/>
              </a:ext>
            </a:extLst>
          </p:cNvPr>
          <p:cNvSpPr/>
          <p:nvPr/>
        </p:nvSpPr>
        <p:spPr>
          <a:xfrm flipV="1">
            <a:off x="14678933" y="649112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D0AFFAE-A6C6-75E6-C8FD-960DD9781E67}"/>
              </a:ext>
            </a:extLst>
          </p:cNvPr>
          <p:cNvSpPr txBox="1"/>
          <p:nvPr/>
        </p:nvSpPr>
        <p:spPr>
          <a:xfrm rot="152627">
            <a:off x="13212342" y="207068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44169933-5ED4-FAF9-9140-2FF3D4C4D18B}"/>
              </a:ext>
            </a:extLst>
          </p:cNvPr>
          <p:cNvSpPr txBox="1"/>
          <p:nvPr/>
        </p:nvSpPr>
        <p:spPr>
          <a:xfrm rot="5400000">
            <a:off x="14777324" y="1771258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07FBA07-0D0E-7053-7C80-D77B22F1433C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4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  <p:grpSp>
        <p:nvGrpSpPr>
          <p:cNvPr id="2" name="Google Shape;294;p32">
            <a:extLst>
              <a:ext uri="{FF2B5EF4-FFF2-40B4-BE49-F238E27FC236}">
                <a16:creationId xmlns:a16="http://schemas.microsoft.com/office/drawing/2014/main" id="{F616B450-0DA2-9FD2-9F6E-FBF80E4C9211}"/>
              </a:ext>
            </a:extLst>
          </p:cNvPr>
          <p:cNvGrpSpPr/>
          <p:nvPr/>
        </p:nvGrpSpPr>
        <p:grpSpPr>
          <a:xfrm flipV="1">
            <a:off x="1617781" y="1806871"/>
            <a:ext cx="8956437" cy="3583168"/>
            <a:chOff x="2776287" y="1968226"/>
            <a:chExt cx="3427402" cy="1703060"/>
          </a:xfrm>
        </p:grpSpPr>
        <p:sp>
          <p:nvSpPr>
            <p:cNvPr id="3" name="Google Shape;295;p32">
              <a:extLst>
                <a:ext uri="{FF2B5EF4-FFF2-40B4-BE49-F238E27FC236}">
                  <a16:creationId xmlns:a16="http://schemas.microsoft.com/office/drawing/2014/main" id="{C75FE5BD-FBD6-CED7-DBE5-3EA887658C4A}"/>
                </a:ext>
              </a:extLst>
            </p:cNvPr>
            <p:cNvSpPr/>
            <p:nvPr/>
          </p:nvSpPr>
          <p:spPr>
            <a:xfrm>
              <a:off x="2776287" y="2236652"/>
              <a:ext cx="473341" cy="1192751"/>
            </a:xfrm>
            <a:custGeom>
              <a:avLst/>
              <a:gdLst/>
              <a:ahLst/>
              <a:cxnLst/>
              <a:rect l="l" t="t" r="r" b="b"/>
              <a:pathLst>
                <a:path w="21881" h="55137" extrusionOk="0">
                  <a:moveTo>
                    <a:pt x="11413" y="0"/>
                  </a:moveTo>
                  <a:lnTo>
                    <a:pt x="10032" y="1454"/>
                  </a:lnTo>
                  <a:lnTo>
                    <a:pt x="7524" y="4507"/>
                  </a:lnTo>
                  <a:lnTo>
                    <a:pt x="5379" y="7742"/>
                  </a:lnTo>
                  <a:lnTo>
                    <a:pt x="3598" y="11158"/>
                  </a:lnTo>
                  <a:lnTo>
                    <a:pt x="2145" y="14684"/>
                  </a:lnTo>
                  <a:lnTo>
                    <a:pt x="1091" y="18282"/>
                  </a:lnTo>
                  <a:lnTo>
                    <a:pt x="364" y="21989"/>
                  </a:lnTo>
                  <a:lnTo>
                    <a:pt x="0" y="25697"/>
                  </a:lnTo>
                  <a:lnTo>
                    <a:pt x="0" y="29440"/>
                  </a:lnTo>
                  <a:lnTo>
                    <a:pt x="364" y="33184"/>
                  </a:lnTo>
                  <a:lnTo>
                    <a:pt x="1091" y="36855"/>
                  </a:lnTo>
                  <a:lnTo>
                    <a:pt x="2145" y="40489"/>
                  </a:lnTo>
                  <a:lnTo>
                    <a:pt x="3598" y="44015"/>
                  </a:lnTo>
                  <a:lnTo>
                    <a:pt x="5379" y="47395"/>
                  </a:lnTo>
                  <a:lnTo>
                    <a:pt x="7524" y="50630"/>
                  </a:lnTo>
                  <a:lnTo>
                    <a:pt x="10032" y="53683"/>
                  </a:lnTo>
                  <a:lnTo>
                    <a:pt x="11413" y="55137"/>
                  </a:lnTo>
                  <a:lnTo>
                    <a:pt x="11413" y="46050"/>
                  </a:lnTo>
                  <a:lnTo>
                    <a:pt x="11449" y="45759"/>
                  </a:lnTo>
                  <a:lnTo>
                    <a:pt x="11631" y="45287"/>
                  </a:lnTo>
                  <a:lnTo>
                    <a:pt x="12031" y="44887"/>
                  </a:lnTo>
                  <a:lnTo>
                    <a:pt x="12503" y="44705"/>
                  </a:lnTo>
                  <a:lnTo>
                    <a:pt x="12794" y="44669"/>
                  </a:lnTo>
                  <a:lnTo>
                    <a:pt x="21880" y="44669"/>
                  </a:lnTo>
                  <a:lnTo>
                    <a:pt x="21044" y="43797"/>
                  </a:lnTo>
                  <a:lnTo>
                    <a:pt x="19518" y="41979"/>
                  </a:lnTo>
                  <a:lnTo>
                    <a:pt x="18209" y="39980"/>
                  </a:lnTo>
                  <a:lnTo>
                    <a:pt x="17083" y="37909"/>
                  </a:lnTo>
                  <a:lnTo>
                    <a:pt x="16174" y="35728"/>
                  </a:lnTo>
                  <a:lnTo>
                    <a:pt x="15483" y="33438"/>
                  </a:lnTo>
                  <a:lnTo>
                    <a:pt x="15011" y="31112"/>
                  </a:lnTo>
                  <a:lnTo>
                    <a:pt x="14793" y="28750"/>
                  </a:lnTo>
                  <a:lnTo>
                    <a:pt x="14757" y="27550"/>
                  </a:lnTo>
                  <a:lnTo>
                    <a:pt x="14793" y="26351"/>
                  </a:lnTo>
                  <a:lnTo>
                    <a:pt x="15011" y="23952"/>
                  </a:lnTo>
                  <a:lnTo>
                    <a:pt x="15483" y="21626"/>
                  </a:lnTo>
                  <a:lnTo>
                    <a:pt x="16174" y="19372"/>
                  </a:lnTo>
                  <a:lnTo>
                    <a:pt x="17083" y="17192"/>
                  </a:lnTo>
                  <a:lnTo>
                    <a:pt x="18209" y="15084"/>
                  </a:lnTo>
                  <a:lnTo>
                    <a:pt x="19518" y="13121"/>
                  </a:lnTo>
                  <a:lnTo>
                    <a:pt x="21044" y="11267"/>
                  </a:lnTo>
                  <a:lnTo>
                    <a:pt x="21880" y="10431"/>
                  </a:lnTo>
                  <a:lnTo>
                    <a:pt x="21880" y="1381"/>
                  </a:lnTo>
                  <a:lnTo>
                    <a:pt x="21844" y="1091"/>
                  </a:lnTo>
                  <a:lnTo>
                    <a:pt x="21662" y="582"/>
                  </a:lnTo>
                  <a:lnTo>
                    <a:pt x="21262" y="218"/>
                  </a:lnTo>
                  <a:lnTo>
                    <a:pt x="20790" y="37"/>
                  </a:lnTo>
                  <a:lnTo>
                    <a:pt x="20499" y="0"/>
                  </a:lnTo>
                  <a:close/>
                </a:path>
              </a:pathLst>
            </a:custGeom>
            <a:solidFill>
              <a:srgbClr val="FFC000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9" name="Google Shape;296;p32">
              <a:extLst>
                <a:ext uri="{FF2B5EF4-FFF2-40B4-BE49-F238E27FC236}">
                  <a16:creationId xmlns:a16="http://schemas.microsoft.com/office/drawing/2014/main" id="{98DC4DEA-7616-6AE7-B401-E33EAFE53050}"/>
                </a:ext>
              </a:extLst>
            </p:cNvPr>
            <p:cNvSpPr/>
            <p:nvPr/>
          </p:nvSpPr>
          <p:spPr>
            <a:xfrm>
              <a:off x="3031197" y="1978217"/>
              <a:ext cx="1190415" cy="476477"/>
            </a:xfrm>
            <a:custGeom>
              <a:avLst/>
              <a:gdLst/>
              <a:ahLst/>
              <a:cxnLst/>
              <a:rect l="l" t="t" r="r" b="b"/>
              <a:pathLst>
                <a:path w="55029" h="22026" extrusionOk="0">
                  <a:moveTo>
                    <a:pt x="27587" y="0"/>
                  </a:moveTo>
                  <a:lnTo>
                    <a:pt x="25661" y="36"/>
                  </a:lnTo>
                  <a:lnTo>
                    <a:pt x="21845" y="436"/>
                  </a:lnTo>
                  <a:lnTo>
                    <a:pt x="18065" y="1163"/>
                  </a:lnTo>
                  <a:lnTo>
                    <a:pt x="14430" y="2290"/>
                  </a:lnTo>
                  <a:lnTo>
                    <a:pt x="10904" y="3744"/>
                  </a:lnTo>
                  <a:lnTo>
                    <a:pt x="7561" y="5525"/>
                  </a:lnTo>
                  <a:lnTo>
                    <a:pt x="4362" y="7669"/>
                  </a:lnTo>
                  <a:lnTo>
                    <a:pt x="1418" y="10104"/>
                  </a:lnTo>
                  <a:lnTo>
                    <a:pt x="1" y="11449"/>
                  </a:lnTo>
                  <a:lnTo>
                    <a:pt x="9087" y="11449"/>
                  </a:lnTo>
                  <a:lnTo>
                    <a:pt x="9378" y="11485"/>
                  </a:lnTo>
                  <a:lnTo>
                    <a:pt x="9850" y="11667"/>
                  </a:lnTo>
                  <a:lnTo>
                    <a:pt x="10250" y="12067"/>
                  </a:lnTo>
                  <a:lnTo>
                    <a:pt x="10432" y="12539"/>
                  </a:lnTo>
                  <a:lnTo>
                    <a:pt x="10468" y="12830"/>
                  </a:lnTo>
                  <a:lnTo>
                    <a:pt x="10468" y="21916"/>
                  </a:lnTo>
                  <a:lnTo>
                    <a:pt x="11341" y="21081"/>
                  </a:lnTo>
                  <a:lnTo>
                    <a:pt x="13158" y="19554"/>
                  </a:lnTo>
                  <a:lnTo>
                    <a:pt x="15157" y="18209"/>
                  </a:lnTo>
                  <a:lnTo>
                    <a:pt x="17229" y="17119"/>
                  </a:lnTo>
                  <a:lnTo>
                    <a:pt x="19409" y="16210"/>
                  </a:lnTo>
                  <a:lnTo>
                    <a:pt x="21699" y="15520"/>
                  </a:lnTo>
                  <a:lnTo>
                    <a:pt x="24025" y="15047"/>
                  </a:lnTo>
                  <a:lnTo>
                    <a:pt x="26388" y="14829"/>
                  </a:lnTo>
                  <a:lnTo>
                    <a:pt x="27623" y="14793"/>
                  </a:lnTo>
                  <a:lnTo>
                    <a:pt x="28859" y="14829"/>
                  </a:lnTo>
                  <a:lnTo>
                    <a:pt x="31222" y="15047"/>
                  </a:lnTo>
                  <a:lnTo>
                    <a:pt x="33475" y="15483"/>
                  </a:lnTo>
                  <a:lnTo>
                    <a:pt x="35620" y="16174"/>
                  </a:lnTo>
                  <a:lnTo>
                    <a:pt x="37691" y="17046"/>
                  </a:lnTo>
                  <a:lnTo>
                    <a:pt x="39727" y="18209"/>
                  </a:lnTo>
                  <a:lnTo>
                    <a:pt x="41689" y="19554"/>
                  </a:lnTo>
                  <a:lnTo>
                    <a:pt x="43616" y="21153"/>
                  </a:lnTo>
                  <a:lnTo>
                    <a:pt x="44597" y="22025"/>
                  </a:lnTo>
                  <a:lnTo>
                    <a:pt x="53974" y="22025"/>
                  </a:lnTo>
                  <a:lnTo>
                    <a:pt x="54447" y="21807"/>
                  </a:lnTo>
                  <a:lnTo>
                    <a:pt x="54810" y="21444"/>
                  </a:lnTo>
                  <a:lnTo>
                    <a:pt x="55028" y="20935"/>
                  </a:lnTo>
                  <a:lnTo>
                    <a:pt x="55028" y="20681"/>
                  </a:lnTo>
                  <a:lnTo>
                    <a:pt x="55028" y="11594"/>
                  </a:lnTo>
                  <a:lnTo>
                    <a:pt x="54447" y="11049"/>
                  </a:lnTo>
                  <a:lnTo>
                    <a:pt x="53865" y="10504"/>
                  </a:lnTo>
                  <a:lnTo>
                    <a:pt x="52375" y="9195"/>
                  </a:lnTo>
                  <a:lnTo>
                    <a:pt x="49322" y="6869"/>
                  </a:lnTo>
                  <a:lnTo>
                    <a:pt x="46233" y="4870"/>
                  </a:lnTo>
                  <a:lnTo>
                    <a:pt x="43070" y="3235"/>
                  </a:lnTo>
                  <a:lnTo>
                    <a:pt x="39799" y="1963"/>
                  </a:lnTo>
                  <a:lnTo>
                    <a:pt x="36456" y="981"/>
                  </a:lnTo>
                  <a:lnTo>
                    <a:pt x="33003" y="363"/>
                  </a:lnTo>
                  <a:lnTo>
                    <a:pt x="29441" y="36"/>
                  </a:lnTo>
                  <a:lnTo>
                    <a:pt x="27587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10" name="Google Shape;297;p32">
              <a:extLst>
                <a:ext uri="{FF2B5EF4-FFF2-40B4-BE49-F238E27FC236}">
                  <a16:creationId xmlns:a16="http://schemas.microsoft.com/office/drawing/2014/main" id="{0697B90E-4711-3E97-BCB6-8CA4260E41EE}"/>
                </a:ext>
              </a:extLst>
            </p:cNvPr>
            <p:cNvSpPr/>
            <p:nvPr/>
          </p:nvSpPr>
          <p:spPr>
            <a:xfrm>
              <a:off x="3994347" y="2219030"/>
              <a:ext cx="996977" cy="1188814"/>
            </a:xfrm>
            <a:custGeom>
              <a:avLst/>
              <a:gdLst/>
              <a:ahLst/>
              <a:cxnLst/>
              <a:rect l="l" t="t" r="r" b="b"/>
              <a:pathLst>
                <a:path w="46087" h="54955" extrusionOk="0">
                  <a:moveTo>
                    <a:pt x="35619" y="0"/>
                  </a:moveTo>
                  <a:lnTo>
                    <a:pt x="35038" y="545"/>
                  </a:lnTo>
                  <a:lnTo>
                    <a:pt x="33475" y="2072"/>
                  </a:lnTo>
                  <a:lnTo>
                    <a:pt x="30458" y="5379"/>
                  </a:lnTo>
                  <a:lnTo>
                    <a:pt x="26024" y="10831"/>
                  </a:lnTo>
                  <a:lnTo>
                    <a:pt x="23080" y="14829"/>
                  </a:lnTo>
                  <a:lnTo>
                    <a:pt x="20499" y="18318"/>
                  </a:lnTo>
                  <a:lnTo>
                    <a:pt x="17882" y="21989"/>
                  </a:lnTo>
                  <a:lnTo>
                    <a:pt x="16247" y="24279"/>
                  </a:lnTo>
                  <a:lnTo>
                    <a:pt x="15084" y="25878"/>
                  </a:lnTo>
                  <a:lnTo>
                    <a:pt x="13993" y="27441"/>
                  </a:lnTo>
                  <a:lnTo>
                    <a:pt x="10104" y="32784"/>
                  </a:lnTo>
                  <a:lnTo>
                    <a:pt x="4907" y="39363"/>
                  </a:lnTo>
                  <a:lnTo>
                    <a:pt x="1599" y="42961"/>
                  </a:lnTo>
                  <a:lnTo>
                    <a:pt x="0" y="44524"/>
                  </a:lnTo>
                  <a:lnTo>
                    <a:pt x="0" y="53610"/>
                  </a:lnTo>
                  <a:lnTo>
                    <a:pt x="37" y="53865"/>
                  </a:lnTo>
                  <a:lnTo>
                    <a:pt x="218" y="54373"/>
                  </a:lnTo>
                  <a:lnTo>
                    <a:pt x="582" y="54737"/>
                  </a:lnTo>
                  <a:lnTo>
                    <a:pt x="1091" y="54955"/>
                  </a:lnTo>
                  <a:lnTo>
                    <a:pt x="10468" y="54955"/>
                  </a:lnTo>
                  <a:lnTo>
                    <a:pt x="12103" y="53356"/>
                  </a:lnTo>
                  <a:lnTo>
                    <a:pt x="15302" y="49939"/>
                  </a:lnTo>
                  <a:lnTo>
                    <a:pt x="19954" y="44269"/>
                  </a:lnTo>
                  <a:lnTo>
                    <a:pt x="23080" y="40053"/>
                  </a:lnTo>
                  <a:lnTo>
                    <a:pt x="25624" y="36564"/>
                  </a:lnTo>
                  <a:lnTo>
                    <a:pt x="28277" y="32893"/>
                  </a:lnTo>
                  <a:lnTo>
                    <a:pt x="29913" y="30603"/>
                  </a:lnTo>
                  <a:lnTo>
                    <a:pt x="32166" y="27441"/>
                  </a:lnTo>
                  <a:lnTo>
                    <a:pt x="35873" y="22353"/>
                  </a:lnTo>
                  <a:lnTo>
                    <a:pt x="40816" y="16065"/>
                  </a:lnTo>
                  <a:lnTo>
                    <a:pt x="43942" y="12503"/>
                  </a:lnTo>
                  <a:lnTo>
                    <a:pt x="45505" y="10977"/>
                  </a:lnTo>
                  <a:lnTo>
                    <a:pt x="45796" y="10722"/>
                  </a:lnTo>
                  <a:lnTo>
                    <a:pt x="46087" y="10431"/>
                  </a:lnTo>
                  <a:lnTo>
                    <a:pt x="36709" y="10431"/>
                  </a:lnTo>
                  <a:lnTo>
                    <a:pt x="36237" y="10213"/>
                  </a:lnTo>
                  <a:lnTo>
                    <a:pt x="35837" y="9850"/>
                  </a:lnTo>
                  <a:lnTo>
                    <a:pt x="35655" y="9341"/>
                  </a:lnTo>
                  <a:lnTo>
                    <a:pt x="35619" y="9087"/>
                  </a:lnTo>
                  <a:lnTo>
                    <a:pt x="3561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11" name="Google Shape;298;p32">
              <a:extLst>
                <a:ext uri="{FF2B5EF4-FFF2-40B4-BE49-F238E27FC236}">
                  <a16:creationId xmlns:a16="http://schemas.microsoft.com/office/drawing/2014/main" id="{BA15F4BE-F297-3196-6405-00DEF853466C}"/>
                </a:ext>
              </a:extLst>
            </p:cNvPr>
            <p:cNvSpPr/>
            <p:nvPr/>
          </p:nvSpPr>
          <p:spPr>
            <a:xfrm>
              <a:off x="4770850" y="3176657"/>
              <a:ext cx="1190415" cy="474920"/>
            </a:xfrm>
            <a:custGeom>
              <a:avLst/>
              <a:gdLst/>
              <a:ahLst/>
              <a:cxnLst/>
              <a:rect l="l" t="t" r="r" b="b"/>
              <a:pathLst>
                <a:path w="55029" h="21954" extrusionOk="0">
                  <a:moveTo>
                    <a:pt x="10468" y="1"/>
                  </a:moveTo>
                  <a:lnTo>
                    <a:pt x="10468" y="9087"/>
                  </a:lnTo>
                  <a:lnTo>
                    <a:pt x="10432" y="9342"/>
                  </a:lnTo>
                  <a:lnTo>
                    <a:pt x="10250" y="9850"/>
                  </a:lnTo>
                  <a:lnTo>
                    <a:pt x="9850" y="10214"/>
                  </a:lnTo>
                  <a:lnTo>
                    <a:pt x="9378" y="10432"/>
                  </a:lnTo>
                  <a:lnTo>
                    <a:pt x="1" y="10432"/>
                  </a:lnTo>
                  <a:lnTo>
                    <a:pt x="546" y="10941"/>
                  </a:lnTo>
                  <a:lnTo>
                    <a:pt x="837" y="11195"/>
                  </a:lnTo>
                  <a:lnTo>
                    <a:pt x="1127" y="11450"/>
                  </a:lnTo>
                  <a:lnTo>
                    <a:pt x="2618" y="12758"/>
                  </a:lnTo>
                  <a:lnTo>
                    <a:pt x="5671" y="15084"/>
                  </a:lnTo>
                  <a:lnTo>
                    <a:pt x="8760" y="17083"/>
                  </a:lnTo>
                  <a:lnTo>
                    <a:pt x="11922" y="18719"/>
                  </a:lnTo>
                  <a:lnTo>
                    <a:pt x="15157" y="19991"/>
                  </a:lnTo>
                  <a:lnTo>
                    <a:pt x="18501" y="20972"/>
                  </a:lnTo>
                  <a:lnTo>
                    <a:pt x="21954" y="21590"/>
                  </a:lnTo>
                  <a:lnTo>
                    <a:pt x="25552" y="21917"/>
                  </a:lnTo>
                  <a:lnTo>
                    <a:pt x="27369" y="21953"/>
                  </a:lnTo>
                  <a:lnTo>
                    <a:pt x="27514" y="21953"/>
                  </a:lnTo>
                  <a:lnTo>
                    <a:pt x="29441" y="21917"/>
                  </a:lnTo>
                  <a:lnTo>
                    <a:pt x="33293" y="21517"/>
                  </a:lnTo>
                  <a:lnTo>
                    <a:pt x="37037" y="20754"/>
                  </a:lnTo>
                  <a:lnTo>
                    <a:pt x="40672" y="19627"/>
                  </a:lnTo>
                  <a:lnTo>
                    <a:pt x="44161" y="18174"/>
                  </a:lnTo>
                  <a:lnTo>
                    <a:pt x="47505" y="16356"/>
                  </a:lnTo>
                  <a:lnTo>
                    <a:pt x="50667" y="14212"/>
                  </a:lnTo>
                  <a:lnTo>
                    <a:pt x="53647" y="11777"/>
                  </a:lnTo>
                  <a:lnTo>
                    <a:pt x="55028" y="10432"/>
                  </a:lnTo>
                  <a:lnTo>
                    <a:pt x="55028" y="1345"/>
                  </a:lnTo>
                  <a:lnTo>
                    <a:pt x="54992" y="1055"/>
                  </a:lnTo>
                  <a:lnTo>
                    <a:pt x="54810" y="582"/>
                  </a:lnTo>
                  <a:lnTo>
                    <a:pt x="54447" y="219"/>
                  </a:lnTo>
                  <a:lnTo>
                    <a:pt x="53938" y="1"/>
                  </a:lnTo>
                  <a:lnTo>
                    <a:pt x="44633" y="1"/>
                  </a:lnTo>
                  <a:lnTo>
                    <a:pt x="44561" y="37"/>
                  </a:lnTo>
                  <a:lnTo>
                    <a:pt x="43688" y="873"/>
                  </a:lnTo>
                  <a:lnTo>
                    <a:pt x="41871" y="2400"/>
                  </a:lnTo>
                  <a:lnTo>
                    <a:pt x="39908" y="3708"/>
                  </a:lnTo>
                  <a:lnTo>
                    <a:pt x="37837" y="4835"/>
                  </a:lnTo>
                  <a:lnTo>
                    <a:pt x="35656" y="5743"/>
                  </a:lnTo>
                  <a:lnTo>
                    <a:pt x="33402" y="6434"/>
                  </a:lnTo>
                  <a:lnTo>
                    <a:pt x="31076" y="6906"/>
                  </a:lnTo>
                  <a:lnTo>
                    <a:pt x="28714" y="7124"/>
                  </a:lnTo>
                  <a:lnTo>
                    <a:pt x="27514" y="7161"/>
                  </a:lnTo>
                  <a:lnTo>
                    <a:pt x="26206" y="7161"/>
                  </a:lnTo>
                  <a:lnTo>
                    <a:pt x="23916" y="6943"/>
                  </a:lnTo>
                  <a:lnTo>
                    <a:pt x="21735" y="6507"/>
                  </a:lnTo>
                  <a:lnTo>
                    <a:pt x="19664" y="5889"/>
                  </a:lnTo>
                  <a:lnTo>
                    <a:pt x="17628" y="5053"/>
                  </a:lnTo>
                  <a:lnTo>
                    <a:pt x="15702" y="4035"/>
                  </a:lnTo>
                  <a:lnTo>
                    <a:pt x="13812" y="2763"/>
                  </a:lnTo>
                  <a:lnTo>
                    <a:pt x="11922" y="1309"/>
                  </a:lnTo>
                  <a:lnTo>
                    <a:pt x="10977" y="473"/>
                  </a:lnTo>
                  <a:lnTo>
                    <a:pt x="10468" y="1"/>
                  </a:lnTo>
                  <a:close/>
                </a:path>
              </a:pathLst>
            </a:custGeom>
            <a:solidFill>
              <a:srgbClr val="FFC000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13" name="Google Shape;299;p32">
              <a:extLst>
                <a:ext uri="{FF2B5EF4-FFF2-40B4-BE49-F238E27FC236}">
                  <a16:creationId xmlns:a16="http://schemas.microsoft.com/office/drawing/2014/main" id="{BF72E885-3F42-F83D-276B-573C3114B3AE}"/>
                </a:ext>
              </a:extLst>
            </p:cNvPr>
            <p:cNvSpPr/>
            <p:nvPr/>
          </p:nvSpPr>
          <p:spPr>
            <a:xfrm>
              <a:off x="5731927" y="2217451"/>
              <a:ext cx="471762" cy="1190393"/>
            </a:xfrm>
            <a:custGeom>
              <a:avLst/>
              <a:gdLst/>
              <a:ahLst/>
              <a:cxnLst/>
              <a:rect l="l" t="t" r="r" b="b"/>
              <a:pathLst>
                <a:path w="21808" h="55028" extrusionOk="0">
                  <a:moveTo>
                    <a:pt x="1345" y="1"/>
                  </a:moveTo>
                  <a:lnTo>
                    <a:pt x="1054" y="37"/>
                  </a:lnTo>
                  <a:lnTo>
                    <a:pt x="582" y="219"/>
                  </a:lnTo>
                  <a:lnTo>
                    <a:pt x="218" y="618"/>
                  </a:lnTo>
                  <a:lnTo>
                    <a:pt x="0" y="1091"/>
                  </a:lnTo>
                  <a:lnTo>
                    <a:pt x="0" y="1382"/>
                  </a:lnTo>
                  <a:lnTo>
                    <a:pt x="0" y="10468"/>
                  </a:lnTo>
                  <a:lnTo>
                    <a:pt x="218" y="10723"/>
                  </a:lnTo>
                  <a:lnTo>
                    <a:pt x="473" y="10977"/>
                  </a:lnTo>
                  <a:lnTo>
                    <a:pt x="1309" y="11849"/>
                  </a:lnTo>
                  <a:lnTo>
                    <a:pt x="2763" y="13776"/>
                  </a:lnTo>
                  <a:lnTo>
                    <a:pt x="3998" y="15775"/>
                  </a:lnTo>
                  <a:lnTo>
                    <a:pt x="5052" y="17846"/>
                  </a:lnTo>
                  <a:lnTo>
                    <a:pt x="5852" y="20027"/>
                  </a:lnTo>
                  <a:lnTo>
                    <a:pt x="6470" y="22208"/>
                  </a:lnTo>
                  <a:lnTo>
                    <a:pt x="6870" y="24461"/>
                  </a:lnTo>
                  <a:lnTo>
                    <a:pt x="7051" y="26751"/>
                  </a:lnTo>
                  <a:lnTo>
                    <a:pt x="7015" y="29004"/>
                  </a:lnTo>
                  <a:lnTo>
                    <a:pt x="6761" y="31258"/>
                  </a:lnTo>
                  <a:lnTo>
                    <a:pt x="6288" y="33511"/>
                  </a:lnTo>
                  <a:lnTo>
                    <a:pt x="5634" y="35692"/>
                  </a:lnTo>
                  <a:lnTo>
                    <a:pt x="4762" y="37836"/>
                  </a:lnTo>
                  <a:lnTo>
                    <a:pt x="3671" y="39872"/>
                  </a:lnTo>
                  <a:lnTo>
                    <a:pt x="2363" y="41834"/>
                  </a:lnTo>
                  <a:lnTo>
                    <a:pt x="836" y="43688"/>
                  </a:lnTo>
                  <a:lnTo>
                    <a:pt x="0" y="44597"/>
                  </a:lnTo>
                  <a:lnTo>
                    <a:pt x="9341" y="44597"/>
                  </a:lnTo>
                  <a:lnTo>
                    <a:pt x="9850" y="44815"/>
                  </a:lnTo>
                  <a:lnTo>
                    <a:pt x="10213" y="45178"/>
                  </a:lnTo>
                  <a:lnTo>
                    <a:pt x="10432" y="45651"/>
                  </a:lnTo>
                  <a:lnTo>
                    <a:pt x="10432" y="45941"/>
                  </a:lnTo>
                  <a:lnTo>
                    <a:pt x="10432" y="55028"/>
                  </a:lnTo>
                  <a:lnTo>
                    <a:pt x="11776" y="53647"/>
                  </a:lnTo>
                  <a:lnTo>
                    <a:pt x="14211" y="50666"/>
                  </a:lnTo>
                  <a:lnTo>
                    <a:pt x="16320" y="47504"/>
                  </a:lnTo>
                  <a:lnTo>
                    <a:pt x="18100" y="44124"/>
                  </a:lnTo>
                  <a:lnTo>
                    <a:pt x="19554" y="40635"/>
                  </a:lnTo>
                  <a:lnTo>
                    <a:pt x="20645" y="37000"/>
                  </a:lnTo>
                  <a:lnTo>
                    <a:pt x="21372" y="33257"/>
                  </a:lnTo>
                  <a:lnTo>
                    <a:pt x="21771" y="29441"/>
                  </a:lnTo>
                  <a:lnTo>
                    <a:pt x="21808" y="27514"/>
                  </a:lnTo>
                  <a:lnTo>
                    <a:pt x="21771" y="25588"/>
                  </a:lnTo>
                  <a:lnTo>
                    <a:pt x="21372" y="21772"/>
                  </a:lnTo>
                  <a:lnTo>
                    <a:pt x="20645" y="18028"/>
                  </a:lnTo>
                  <a:lnTo>
                    <a:pt x="19554" y="14393"/>
                  </a:lnTo>
                  <a:lnTo>
                    <a:pt x="18100" y="10868"/>
                  </a:lnTo>
                  <a:lnTo>
                    <a:pt x="16320" y="7524"/>
                  </a:lnTo>
                  <a:lnTo>
                    <a:pt x="14211" y="4362"/>
                  </a:lnTo>
                  <a:lnTo>
                    <a:pt x="11776" y="13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FFC000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14" name="Google Shape;300;p32">
              <a:extLst>
                <a:ext uri="{FF2B5EF4-FFF2-40B4-BE49-F238E27FC236}">
                  <a16:creationId xmlns:a16="http://schemas.microsoft.com/office/drawing/2014/main" id="{5F71247D-5DB5-9732-CA44-27351516B137}"/>
                </a:ext>
              </a:extLst>
            </p:cNvPr>
            <p:cNvSpPr/>
            <p:nvPr/>
          </p:nvSpPr>
          <p:spPr>
            <a:xfrm>
              <a:off x="4767220" y="1968226"/>
              <a:ext cx="1189614" cy="475699"/>
            </a:xfrm>
            <a:custGeom>
              <a:avLst/>
              <a:gdLst/>
              <a:ahLst/>
              <a:cxnLst/>
              <a:rect l="l" t="t" r="r" b="b"/>
              <a:pathLst>
                <a:path w="54992" h="21990" extrusionOk="0">
                  <a:moveTo>
                    <a:pt x="27368" y="0"/>
                  </a:moveTo>
                  <a:lnTo>
                    <a:pt x="25515" y="36"/>
                  </a:lnTo>
                  <a:lnTo>
                    <a:pt x="21917" y="363"/>
                  </a:lnTo>
                  <a:lnTo>
                    <a:pt x="18464" y="981"/>
                  </a:lnTo>
                  <a:lnTo>
                    <a:pt x="15120" y="1963"/>
                  </a:lnTo>
                  <a:lnTo>
                    <a:pt x="11885" y="3235"/>
                  </a:lnTo>
                  <a:lnTo>
                    <a:pt x="8723" y="4870"/>
                  </a:lnTo>
                  <a:lnTo>
                    <a:pt x="5634" y="6869"/>
                  </a:lnTo>
                  <a:lnTo>
                    <a:pt x="2581" y="9195"/>
                  </a:lnTo>
                  <a:lnTo>
                    <a:pt x="1090" y="10504"/>
                  </a:lnTo>
                  <a:lnTo>
                    <a:pt x="545" y="11013"/>
                  </a:lnTo>
                  <a:lnTo>
                    <a:pt x="0" y="11522"/>
                  </a:lnTo>
                  <a:lnTo>
                    <a:pt x="0" y="20608"/>
                  </a:lnTo>
                  <a:lnTo>
                    <a:pt x="0" y="20899"/>
                  </a:lnTo>
                  <a:lnTo>
                    <a:pt x="218" y="21371"/>
                  </a:lnTo>
                  <a:lnTo>
                    <a:pt x="582" y="21735"/>
                  </a:lnTo>
                  <a:lnTo>
                    <a:pt x="1054" y="21953"/>
                  </a:lnTo>
                  <a:lnTo>
                    <a:pt x="10431" y="21953"/>
                  </a:lnTo>
                  <a:lnTo>
                    <a:pt x="11413" y="21081"/>
                  </a:lnTo>
                  <a:lnTo>
                    <a:pt x="13339" y="19518"/>
                  </a:lnTo>
                  <a:lnTo>
                    <a:pt x="15302" y="18173"/>
                  </a:lnTo>
                  <a:lnTo>
                    <a:pt x="17301" y="17046"/>
                  </a:lnTo>
                  <a:lnTo>
                    <a:pt x="19372" y="16137"/>
                  </a:lnTo>
                  <a:lnTo>
                    <a:pt x="21517" y="15483"/>
                  </a:lnTo>
                  <a:lnTo>
                    <a:pt x="23770" y="15047"/>
                  </a:lnTo>
                  <a:lnTo>
                    <a:pt x="26133" y="14829"/>
                  </a:lnTo>
                  <a:lnTo>
                    <a:pt x="27368" y="14793"/>
                  </a:lnTo>
                  <a:lnTo>
                    <a:pt x="27514" y="14793"/>
                  </a:lnTo>
                  <a:lnTo>
                    <a:pt x="28713" y="14829"/>
                  </a:lnTo>
                  <a:lnTo>
                    <a:pt x="31076" y="15083"/>
                  </a:lnTo>
                  <a:lnTo>
                    <a:pt x="33402" y="15556"/>
                  </a:lnTo>
                  <a:lnTo>
                    <a:pt x="35655" y="16247"/>
                  </a:lnTo>
                  <a:lnTo>
                    <a:pt x="37800" y="17155"/>
                  </a:lnTo>
                  <a:lnTo>
                    <a:pt x="39908" y="18282"/>
                  </a:lnTo>
                  <a:lnTo>
                    <a:pt x="41870" y="19627"/>
                  </a:lnTo>
                  <a:lnTo>
                    <a:pt x="43688" y="21153"/>
                  </a:lnTo>
                  <a:lnTo>
                    <a:pt x="44560" y="21989"/>
                  </a:lnTo>
                  <a:lnTo>
                    <a:pt x="44560" y="12903"/>
                  </a:lnTo>
                  <a:lnTo>
                    <a:pt x="44560" y="12612"/>
                  </a:lnTo>
                  <a:lnTo>
                    <a:pt x="44778" y="12139"/>
                  </a:lnTo>
                  <a:lnTo>
                    <a:pt x="45141" y="11740"/>
                  </a:lnTo>
                  <a:lnTo>
                    <a:pt x="45614" y="11558"/>
                  </a:lnTo>
                  <a:lnTo>
                    <a:pt x="45905" y="11522"/>
                  </a:lnTo>
                  <a:lnTo>
                    <a:pt x="54991" y="11522"/>
                  </a:lnTo>
                  <a:lnTo>
                    <a:pt x="53610" y="10177"/>
                  </a:lnTo>
                  <a:lnTo>
                    <a:pt x="50666" y="7742"/>
                  </a:lnTo>
                  <a:lnTo>
                    <a:pt x="47468" y="5597"/>
                  </a:lnTo>
                  <a:lnTo>
                    <a:pt x="44124" y="3780"/>
                  </a:lnTo>
                  <a:lnTo>
                    <a:pt x="40635" y="2326"/>
                  </a:lnTo>
                  <a:lnTo>
                    <a:pt x="37000" y="1199"/>
                  </a:lnTo>
                  <a:lnTo>
                    <a:pt x="33256" y="436"/>
                  </a:lnTo>
                  <a:lnTo>
                    <a:pt x="29440" y="36"/>
                  </a:lnTo>
                  <a:lnTo>
                    <a:pt x="27477" y="0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15" name="Google Shape;301;p32">
              <a:extLst>
                <a:ext uri="{FF2B5EF4-FFF2-40B4-BE49-F238E27FC236}">
                  <a16:creationId xmlns:a16="http://schemas.microsoft.com/office/drawing/2014/main" id="{C6475F79-B9EA-39E5-D395-2E3F1DB49AAC}"/>
                </a:ext>
              </a:extLst>
            </p:cNvPr>
            <p:cNvSpPr/>
            <p:nvPr/>
          </p:nvSpPr>
          <p:spPr>
            <a:xfrm>
              <a:off x="3019931" y="3194787"/>
              <a:ext cx="1189614" cy="476499"/>
            </a:xfrm>
            <a:custGeom>
              <a:avLst/>
              <a:gdLst/>
              <a:ahLst/>
              <a:cxnLst/>
              <a:rect l="l" t="t" r="r" b="b"/>
              <a:pathLst>
                <a:path w="54992" h="22027" extrusionOk="0">
                  <a:moveTo>
                    <a:pt x="44524" y="1"/>
                  </a:moveTo>
                  <a:lnTo>
                    <a:pt x="43579" y="909"/>
                  </a:lnTo>
                  <a:lnTo>
                    <a:pt x="41616" y="2472"/>
                  </a:lnTo>
                  <a:lnTo>
                    <a:pt x="39653" y="3853"/>
                  </a:lnTo>
                  <a:lnTo>
                    <a:pt x="37654" y="4980"/>
                  </a:lnTo>
                  <a:lnTo>
                    <a:pt x="35583" y="5889"/>
                  </a:lnTo>
                  <a:lnTo>
                    <a:pt x="33438" y="6579"/>
                  </a:lnTo>
                  <a:lnTo>
                    <a:pt x="31185" y="7015"/>
                  </a:lnTo>
                  <a:lnTo>
                    <a:pt x="28822" y="7233"/>
                  </a:lnTo>
                  <a:lnTo>
                    <a:pt x="27586" y="7270"/>
                  </a:lnTo>
                  <a:lnTo>
                    <a:pt x="26423" y="7270"/>
                  </a:lnTo>
                  <a:lnTo>
                    <a:pt x="24134" y="7052"/>
                  </a:lnTo>
                  <a:lnTo>
                    <a:pt x="21917" y="6616"/>
                  </a:lnTo>
                  <a:lnTo>
                    <a:pt x="19736" y="5961"/>
                  </a:lnTo>
                  <a:lnTo>
                    <a:pt x="17628" y="5125"/>
                  </a:lnTo>
                  <a:lnTo>
                    <a:pt x="15592" y="4108"/>
                  </a:lnTo>
                  <a:lnTo>
                    <a:pt x="13702" y="2908"/>
                  </a:lnTo>
                  <a:lnTo>
                    <a:pt x="11885" y="1491"/>
                  </a:lnTo>
                  <a:lnTo>
                    <a:pt x="11013" y="728"/>
                  </a:lnTo>
                  <a:lnTo>
                    <a:pt x="10722" y="437"/>
                  </a:lnTo>
                  <a:lnTo>
                    <a:pt x="10431" y="146"/>
                  </a:lnTo>
                  <a:lnTo>
                    <a:pt x="1345" y="146"/>
                  </a:lnTo>
                  <a:lnTo>
                    <a:pt x="1090" y="182"/>
                  </a:lnTo>
                  <a:lnTo>
                    <a:pt x="582" y="364"/>
                  </a:lnTo>
                  <a:lnTo>
                    <a:pt x="218" y="764"/>
                  </a:lnTo>
                  <a:lnTo>
                    <a:pt x="0" y="1236"/>
                  </a:lnTo>
                  <a:lnTo>
                    <a:pt x="0" y="1527"/>
                  </a:lnTo>
                  <a:lnTo>
                    <a:pt x="0" y="10614"/>
                  </a:lnTo>
                  <a:lnTo>
                    <a:pt x="291" y="10904"/>
                  </a:lnTo>
                  <a:lnTo>
                    <a:pt x="582" y="11195"/>
                  </a:lnTo>
                  <a:lnTo>
                    <a:pt x="1963" y="12467"/>
                  </a:lnTo>
                  <a:lnTo>
                    <a:pt x="4870" y="14793"/>
                  </a:lnTo>
                  <a:lnTo>
                    <a:pt x="8033" y="16829"/>
                  </a:lnTo>
                  <a:lnTo>
                    <a:pt x="11304" y="18501"/>
                  </a:lnTo>
                  <a:lnTo>
                    <a:pt x="14756" y="19882"/>
                  </a:lnTo>
                  <a:lnTo>
                    <a:pt x="18318" y="20936"/>
                  </a:lnTo>
                  <a:lnTo>
                    <a:pt x="21953" y="21663"/>
                  </a:lnTo>
                  <a:lnTo>
                    <a:pt x="25697" y="21990"/>
                  </a:lnTo>
                  <a:lnTo>
                    <a:pt x="27586" y="22026"/>
                  </a:lnTo>
                  <a:lnTo>
                    <a:pt x="29404" y="21990"/>
                  </a:lnTo>
                  <a:lnTo>
                    <a:pt x="33002" y="21699"/>
                  </a:lnTo>
                  <a:lnTo>
                    <a:pt x="36455" y="21045"/>
                  </a:lnTo>
                  <a:lnTo>
                    <a:pt x="39799" y="20100"/>
                  </a:lnTo>
                  <a:lnTo>
                    <a:pt x="43033" y="18791"/>
                  </a:lnTo>
                  <a:lnTo>
                    <a:pt x="46196" y="17156"/>
                  </a:lnTo>
                  <a:lnTo>
                    <a:pt x="49285" y="15193"/>
                  </a:lnTo>
                  <a:lnTo>
                    <a:pt x="52338" y="12867"/>
                  </a:lnTo>
                  <a:lnTo>
                    <a:pt x="53828" y="11559"/>
                  </a:lnTo>
                  <a:lnTo>
                    <a:pt x="54446" y="11013"/>
                  </a:lnTo>
                  <a:lnTo>
                    <a:pt x="54991" y="10468"/>
                  </a:lnTo>
                  <a:lnTo>
                    <a:pt x="45905" y="10468"/>
                  </a:lnTo>
                  <a:lnTo>
                    <a:pt x="45614" y="10432"/>
                  </a:lnTo>
                  <a:lnTo>
                    <a:pt x="45141" y="10214"/>
                  </a:lnTo>
                  <a:lnTo>
                    <a:pt x="44742" y="9850"/>
                  </a:lnTo>
                  <a:lnTo>
                    <a:pt x="44560" y="9378"/>
                  </a:lnTo>
                  <a:lnTo>
                    <a:pt x="44524" y="9087"/>
                  </a:lnTo>
                  <a:lnTo>
                    <a:pt x="44524" y="1"/>
                  </a:lnTo>
                  <a:close/>
                </a:path>
              </a:pathLst>
            </a:custGeom>
            <a:solidFill>
              <a:srgbClr val="FFC000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16" name="Google Shape;302;p32">
              <a:extLst>
                <a:ext uri="{FF2B5EF4-FFF2-40B4-BE49-F238E27FC236}">
                  <a16:creationId xmlns:a16="http://schemas.microsoft.com/office/drawing/2014/main" id="{0156D499-EF30-A3EE-6368-DBA114945888}"/>
                </a:ext>
              </a:extLst>
            </p:cNvPr>
            <p:cNvSpPr/>
            <p:nvPr/>
          </p:nvSpPr>
          <p:spPr>
            <a:xfrm>
              <a:off x="3995904" y="2218229"/>
              <a:ext cx="996999" cy="1189614"/>
            </a:xfrm>
            <a:custGeom>
              <a:avLst/>
              <a:gdLst/>
              <a:ahLst/>
              <a:cxnLst/>
              <a:rect l="l" t="t" r="r" b="b"/>
              <a:pathLst>
                <a:path w="46088" h="54992" extrusionOk="0">
                  <a:moveTo>
                    <a:pt x="10432" y="1"/>
                  </a:moveTo>
                  <a:lnTo>
                    <a:pt x="10432" y="9087"/>
                  </a:lnTo>
                  <a:lnTo>
                    <a:pt x="10432" y="9378"/>
                  </a:lnTo>
                  <a:lnTo>
                    <a:pt x="10214" y="9851"/>
                  </a:lnTo>
                  <a:lnTo>
                    <a:pt x="9851" y="10250"/>
                  </a:lnTo>
                  <a:lnTo>
                    <a:pt x="9342" y="10432"/>
                  </a:lnTo>
                  <a:lnTo>
                    <a:pt x="9087" y="10468"/>
                  </a:lnTo>
                  <a:lnTo>
                    <a:pt x="1" y="10468"/>
                  </a:lnTo>
                  <a:lnTo>
                    <a:pt x="582" y="11014"/>
                  </a:lnTo>
                  <a:lnTo>
                    <a:pt x="2109" y="12540"/>
                  </a:lnTo>
                  <a:lnTo>
                    <a:pt x="5235" y="16066"/>
                  </a:lnTo>
                  <a:lnTo>
                    <a:pt x="10214" y="22390"/>
                  </a:lnTo>
                  <a:lnTo>
                    <a:pt x="13921" y="27442"/>
                  </a:lnTo>
                  <a:lnTo>
                    <a:pt x="16175" y="30640"/>
                  </a:lnTo>
                  <a:lnTo>
                    <a:pt x="17810" y="32894"/>
                  </a:lnTo>
                  <a:lnTo>
                    <a:pt x="20427" y="36601"/>
                  </a:lnTo>
                  <a:lnTo>
                    <a:pt x="23008" y="40090"/>
                  </a:lnTo>
                  <a:lnTo>
                    <a:pt x="26134" y="44270"/>
                  </a:lnTo>
                  <a:lnTo>
                    <a:pt x="30786" y="49940"/>
                  </a:lnTo>
                  <a:lnTo>
                    <a:pt x="33984" y="53393"/>
                  </a:lnTo>
                  <a:lnTo>
                    <a:pt x="35620" y="54992"/>
                  </a:lnTo>
                  <a:lnTo>
                    <a:pt x="44706" y="54992"/>
                  </a:lnTo>
                  <a:lnTo>
                    <a:pt x="44997" y="54956"/>
                  </a:lnTo>
                  <a:lnTo>
                    <a:pt x="45469" y="54737"/>
                  </a:lnTo>
                  <a:lnTo>
                    <a:pt x="45869" y="54374"/>
                  </a:lnTo>
                  <a:lnTo>
                    <a:pt x="46051" y="53902"/>
                  </a:lnTo>
                  <a:lnTo>
                    <a:pt x="46087" y="53611"/>
                  </a:lnTo>
                  <a:lnTo>
                    <a:pt x="46087" y="44524"/>
                  </a:lnTo>
                  <a:lnTo>
                    <a:pt x="44488" y="42998"/>
                  </a:lnTo>
                  <a:lnTo>
                    <a:pt x="41181" y="39363"/>
                  </a:lnTo>
                  <a:lnTo>
                    <a:pt x="35983" y="32821"/>
                  </a:lnTo>
                  <a:lnTo>
                    <a:pt x="32094" y="27478"/>
                  </a:lnTo>
                  <a:lnTo>
                    <a:pt x="30967" y="25915"/>
                  </a:lnTo>
                  <a:lnTo>
                    <a:pt x="29841" y="24280"/>
                  </a:lnTo>
                  <a:lnTo>
                    <a:pt x="28205" y="22026"/>
                  </a:lnTo>
                  <a:lnTo>
                    <a:pt x="25552" y="18319"/>
                  </a:lnTo>
                  <a:lnTo>
                    <a:pt x="23008" y="14830"/>
                  </a:lnTo>
                  <a:lnTo>
                    <a:pt x="20027" y="10868"/>
                  </a:lnTo>
                  <a:lnTo>
                    <a:pt x="15593" y="5416"/>
                  </a:lnTo>
                  <a:lnTo>
                    <a:pt x="12577" y="2109"/>
                  </a:lnTo>
                  <a:lnTo>
                    <a:pt x="11050" y="5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17" name="Google Shape;303;p32">
              <a:extLst>
                <a:ext uri="{FF2B5EF4-FFF2-40B4-BE49-F238E27FC236}">
                  <a16:creationId xmlns:a16="http://schemas.microsoft.com/office/drawing/2014/main" id="{26636493-0706-DB8F-10B5-CE1960FCB338}"/>
                </a:ext>
              </a:extLst>
            </p:cNvPr>
            <p:cNvSpPr/>
            <p:nvPr/>
          </p:nvSpPr>
          <p:spPr>
            <a:xfrm>
              <a:off x="4098917" y="2307034"/>
              <a:ext cx="93582" cy="93582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3853" y="1"/>
                  </a:moveTo>
                  <a:lnTo>
                    <a:pt x="3635" y="146"/>
                  </a:lnTo>
                  <a:lnTo>
                    <a:pt x="146" y="3635"/>
                  </a:lnTo>
                  <a:lnTo>
                    <a:pt x="0" y="3853"/>
                  </a:lnTo>
                  <a:lnTo>
                    <a:pt x="182" y="4253"/>
                  </a:lnTo>
                  <a:lnTo>
                    <a:pt x="436" y="4326"/>
                  </a:lnTo>
                  <a:lnTo>
                    <a:pt x="3926" y="4326"/>
                  </a:lnTo>
                  <a:lnTo>
                    <a:pt x="4071" y="4289"/>
                  </a:lnTo>
                  <a:lnTo>
                    <a:pt x="4289" y="4071"/>
                  </a:lnTo>
                  <a:lnTo>
                    <a:pt x="4325" y="3926"/>
                  </a:lnTo>
                  <a:lnTo>
                    <a:pt x="4325" y="437"/>
                  </a:lnTo>
                  <a:lnTo>
                    <a:pt x="4253" y="182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19" name="Google Shape;304;p32">
              <a:extLst>
                <a:ext uri="{FF2B5EF4-FFF2-40B4-BE49-F238E27FC236}">
                  <a16:creationId xmlns:a16="http://schemas.microsoft.com/office/drawing/2014/main" id="{4EC3F479-33A8-6AE8-A985-9E5C5E9DC423}"/>
                </a:ext>
              </a:extLst>
            </p:cNvPr>
            <p:cNvSpPr/>
            <p:nvPr/>
          </p:nvSpPr>
          <p:spPr>
            <a:xfrm>
              <a:off x="4870211" y="3275158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3817" y="1"/>
                  </a:moveTo>
                  <a:lnTo>
                    <a:pt x="3635" y="146"/>
                  </a:lnTo>
                  <a:lnTo>
                    <a:pt x="146" y="3599"/>
                  </a:lnTo>
                  <a:lnTo>
                    <a:pt x="0" y="3817"/>
                  </a:lnTo>
                  <a:lnTo>
                    <a:pt x="182" y="4253"/>
                  </a:lnTo>
                  <a:lnTo>
                    <a:pt x="437" y="4290"/>
                  </a:lnTo>
                  <a:lnTo>
                    <a:pt x="4071" y="4290"/>
                  </a:lnTo>
                  <a:lnTo>
                    <a:pt x="4289" y="4035"/>
                  </a:lnTo>
                  <a:lnTo>
                    <a:pt x="4289" y="3890"/>
                  </a:lnTo>
                  <a:lnTo>
                    <a:pt x="4289" y="401"/>
                  </a:lnTo>
                  <a:lnTo>
                    <a:pt x="4253" y="146"/>
                  </a:lnTo>
                  <a:lnTo>
                    <a:pt x="38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21" name="Google Shape;306;p32">
              <a:extLst>
                <a:ext uri="{FF2B5EF4-FFF2-40B4-BE49-F238E27FC236}">
                  <a16:creationId xmlns:a16="http://schemas.microsoft.com/office/drawing/2014/main" id="{1C746D33-BD4F-DC3D-EE24-C1EAD64DF145}"/>
                </a:ext>
              </a:extLst>
            </p:cNvPr>
            <p:cNvSpPr/>
            <p:nvPr/>
          </p:nvSpPr>
          <p:spPr>
            <a:xfrm>
              <a:off x="5761022" y="2247325"/>
              <a:ext cx="92782" cy="92803"/>
            </a:xfrm>
            <a:custGeom>
              <a:avLst/>
              <a:gdLst/>
              <a:ahLst/>
              <a:cxnLst/>
              <a:rect l="l" t="t" r="r" b="b"/>
              <a:pathLst>
                <a:path w="4289" h="4290" extrusionOk="0">
                  <a:moveTo>
                    <a:pt x="400" y="1"/>
                  </a:moveTo>
                  <a:lnTo>
                    <a:pt x="218" y="37"/>
                  </a:lnTo>
                  <a:lnTo>
                    <a:pt x="0" y="255"/>
                  </a:lnTo>
                  <a:lnTo>
                    <a:pt x="0" y="401"/>
                  </a:lnTo>
                  <a:lnTo>
                    <a:pt x="0" y="3890"/>
                  </a:lnTo>
                  <a:lnTo>
                    <a:pt x="36" y="4108"/>
                  </a:lnTo>
                  <a:lnTo>
                    <a:pt x="473" y="4290"/>
                  </a:lnTo>
                  <a:lnTo>
                    <a:pt x="654" y="4180"/>
                  </a:lnTo>
                  <a:lnTo>
                    <a:pt x="4143" y="691"/>
                  </a:lnTo>
                  <a:lnTo>
                    <a:pt x="4289" y="473"/>
                  </a:lnTo>
                  <a:lnTo>
                    <a:pt x="4107" y="37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22" name="Google Shape;307;p32">
              <a:extLst>
                <a:ext uri="{FF2B5EF4-FFF2-40B4-BE49-F238E27FC236}">
                  <a16:creationId xmlns:a16="http://schemas.microsoft.com/office/drawing/2014/main" id="{055DFAEB-4C97-5C2E-A9FD-5EE8A3F2C415}"/>
                </a:ext>
              </a:extLst>
            </p:cNvPr>
            <p:cNvSpPr/>
            <p:nvPr/>
          </p:nvSpPr>
          <p:spPr>
            <a:xfrm>
              <a:off x="4797094" y="2319663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473" y="1"/>
                  </a:moveTo>
                  <a:lnTo>
                    <a:pt x="37" y="182"/>
                  </a:lnTo>
                  <a:lnTo>
                    <a:pt x="0" y="437"/>
                  </a:lnTo>
                  <a:lnTo>
                    <a:pt x="0" y="3890"/>
                  </a:lnTo>
                  <a:lnTo>
                    <a:pt x="0" y="4071"/>
                  </a:lnTo>
                  <a:lnTo>
                    <a:pt x="218" y="4289"/>
                  </a:lnTo>
                  <a:lnTo>
                    <a:pt x="3889" y="4289"/>
                  </a:lnTo>
                  <a:lnTo>
                    <a:pt x="4107" y="4253"/>
                  </a:lnTo>
                  <a:lnTo>
                    <a:pt x="4289" y="3817"/>
                  </a:lnTo>
                  <a:lnTo>
                    <a:pt x="4180" y="3635"/>
                  </a:lnTo>
                  <a:lnTo>
                    <a:pt x="691" y="146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23" name="Google Shape;308;p32">
              <a:extLst>
                <a:ext uri="{FF2B5EF4-FFF2-40B4-BE49-F238E27FC236}">
                  <a16:creationId xmlns:a16="http://schemas.microsoft.com/office/drawing/2014/main" id="{31FB15C6-C6FA-E5B7-6F00-D352A491AA11}"/>
                </a:ext>
              </a:extLst>
            </p:cNvPr>
            <p:cNvSpPr/>
            <p:nvPr/>
          </p:nvSpPr>
          <p:spPr>
            <a:xfrm>
              <a:off x="4025800" y="3282792"/>
              <a:ext cx="93582" cy="93604"/>
            </a:xfrm>
            <a:custGeom>
              <a:avLst/>
              <a:gdLst/>
              <a:ahLst/>
              <a:cxnLst/>
              <a:rect l="l" t="t" r="r" b="b"/>
              <a:pathLst>
                <a:path w="4326" h="4327" extrusionOk="0">
                  <a:moveTo>
                    <a:pt x="509" y="1"/>
                  </a:moveTo>
                  <a:lnTo>
                    <a:pt x="73" y="183"/>
                  </a:lnTo>
                  <a:lnTo>
                    <a:pt x="0" y="437"/>
                  </a:lnTo>
                  <a:lnTo>
                    <a:pt x="0" y="3926"/>
                  </a:lnTo>
                  <a:lnTo>
                    <a:pt x="36" y="4072"/>
                  </a:lnTo>
                  <a:lnTo>
                    <a:pt x="255" y="4290"/>
                  </a:lnTo>
                  <a:lnTo>
                    <a:pt x="400" y="4326"/>
                  </a:lnTo>
                  <a:lnTo>
                    <a:pt x="3889" y="4326"/>
                  </a:lnTo>
                  <a:lnTo>
                    <a:pt x="4143" y="4290"/>
                  </a:lnTo>
                  <a:lnTo>
                    <a:pt x="4325" y="3854"/>
                  </a:lnTo>
                  <a:lnTo>
                    <a:pt x="4180" y="3636"/>
                  </a:lnTo>
                  <a:lnTo>
                    <a:pt x="727" y="18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</p:grp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60E8525-B120-ACFA-7DDC-559364811C23}"/>
              </a:ext>
            </a:extLst>
          </p:cNvPr>
          <p:cNvSpPr txBox="1"/>
          <p:nvPr/>
        </p:nvSpPr>
        <p:spPr>
          <a:xfrm rot="18698352">
            <a:off x="5352834" y="3369033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EF0CEEB-AACA-462C-74EF-27309D4E1207}"/>
              </a:ext>
            </a:extLst>
          </p:cNvPr>
          <p:cNvSpPr txBox="1"/>
          <p:nvPr/>
        </p:nvSpPr>
        <p:spPr>
          <a:xfrm rot="2875983">
            <a:off x="9062145" y="2539537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066C601-318A-B014-0E2A-53FA7B5FBDE1}"/>
              </a:ext>
            </a:extLst>
          </p:cNvPr>
          <p:cNvSpPr txBox="1"/>
          <p:nvPr/>
        </p:nvSpPr>
        <p:spPr>
          <a:xfrm>
            <a:off x="7638774" y="4754726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5ADC659-8E22-0719-1D0D-588BF3B7F7B5}"/>
              </a:ext>
            </a:extLst>
          </p:cNvPr>
          <p:cNvSpPr txBox="1"/>
          <p:nvPr/>
        </p:nvSpPr>
        <p:spPr>
          <a:xfrm rot="2606566">
            <a:off x="5073639" y="2708028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884B218-AD98-24F6-DB88-874CFF13F59F}"/>
              </a:ext>
            </a:extLst>
          </p:cNvPr>
          <p:cNvSpPr txBox="1"/>
          <p:nvPr/>
        </p:nvSpPr>
        <p:spPr>
          <a:xfrm rot="18717501">
            <a:off x="1865113" y="2369123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0D5ECDF5-AE88-E970-3E58-425A30D1A868}"/>
              </a:ext>
            </a:extLst>
          </p:cNvPr>
          <p:cNvSpPr txBox="1"/>
          <p:nvPr/>
        </p:nvSpPr>
        <p:spPr>
          <a:xfrm>
            <a:off x="3502493" y="4757755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699BD39-0E2A-D590-DC91-843FA4AA3F55}"/>
              </a:ext>
            </a:extLst>
          </p:cNvPr>
          <p:cNvSpPr txBox="1"/>
          <p:nvPr/>
        </p:nvSpPr>
        <p:spPr>
          <a:xfrm>
            <a:off x="2887799" y="2536430"/>
            <a:ext cx="22733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  <a:endParaRPr lang="en-US" sz="9600" b="1" noProof="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A69DC81-0C53-F8B2-8070-DA4F9FA74A55}"/>
              </a:ext>
            </a:extLst>
          </p:cNvPr>
          <p:cNvSpPr txBox="1"/>
          <p:nvPr/>
        </p:nvSpPr>
        <p:spPr>
          <a:xfrm>
            <a:off x="7406083" y="2499747"/>
            <a:ext cx="23599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n-US" sz="9600" b="1" noProof="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42" name="Grupo 41">
            <a:extLst>
              <a:ext uri="{FF2B5EF4-FFF2-40B4-BE49-F238E27FC236}">
                <a16:creationId xmlns:a16="http://schemas.microsoft.com/office/drawing/2014/main" id="{31CF24BD-E1F1-65BF-2B65-2D3E0A0F6853}"/>
              </a:ext>
            </a:extLst>
          </p:cNvPr>
          <p:cNvGrpSpPr/>
          <p:nvPr/>
        </p:nvGrpSpPr>
        <p:grpSpPr>
          <a:xfrm>
            <a:off x="6575970" y="2624613"/>
            <a:ext cx="480299" cy="469978"/>
            <a:chOff x="4811734" y="1535585"/>
            <a:chExt cx="609172" cy="609172"/>
          </a:xfrm>
        </p:grpSpPr>
        <p:sp>
          <p:nvSpPr>
            <p:cNvPr id="43" name="Rectángulo redondeado 42">
              <a:extLst>
                <a:ext uri="{FF2B5EF4-FFF2-40B4-BE49-F238E27FC236}">
                  <a16:creationId xmlns:a16="http://schemas.microsoft.com/office/drawing/2014/main" id="{3A3C3A06-6E25-1FBA-38BB-2BF3F737E40E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áfico 43">
              <a:extLst>
                <a:ext uri="{FF2B5EF4-FFF2-40B4-BE49-F238E27FC236}">
                  <a16:creationId xmlns:a16="http://schemas.microsoft.com/office/drawing/2014/main" id="{33EA4BB1-53E9-4D19-C5A1-C40DC20DB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45" name="Gráfico 44">
            <a:extLst>
              <a:ext uri="{FF2B5EF4-FFF2-40B4-BE49-F238E27FC236}">
                <a16:creationId xmlns:a16="http://schemas.microsoft.com/office/drawing/2014/main" id="{A8DAAE52-D260-171A-6348-AA6D7B6A2B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6322" y="3701752"/>
            <a:ext cx="570213" cy="699807"/>
          </a:xfrm>
          <a:prstGeom prst="rect">
            <a:avLst/>
          </a:prstGeom>
        </p:spPr>
      </p:pic>
      <p:pic>
        <p:nvPicPr>
          <p:cNvPr id="46" name="Gráfico 45">
            <a:extLst>
              <a:ext uri="{FF2B5EF4-FFF2-40B4-BE49-F238E27FC236}">
                <a16:creationId xmlns:a16="http://schemas.microsoft.com/office/drawing/2014/main" id="{D0F329AA-4716-AF04-43D9-8D68F5DDCD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4882" y="3758229"/>
            <a:ext cx="581367" cy="713496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94BC3671-05F7-FD05-DC12-187CC16F978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87782" y="3823186"/>
            <a:ext cx="613109" cy="613109"/>
          </a:xfrm>
          <a:prstGeom prst="rect">
            <a:avLst/>
          </a:prstGeom>
        </p:spPr>
      </p:pic>
      <p:pic>
        <p:nvPicPr>
          <p:cNvPr id="48" name="Gráfico 47">
            <a:extLst>
              <a:ext uri="{FF2B5EF4-FFF2-40B4-BE49-F238E27FC236}">
                <a16:creationId xmlns:a16="http://schemas.microsoft.com/office/drawing/2014/main" id="{BEFC1F6E-4902-87B1-A3DD-FE03A7196D3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3895618" y="1913247"/>
            <a:ext cx="508932" cy="508932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44D719C8-B36B-7CF9-CB90-8EA01EDC82F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23385" y="1889262"/>
            <a:ext cx="562668" cy="562668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58B19EB4-F5C7-CF9A-1E09-FABF07E7F65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99292" y="3756767"/>
            <a:ext cx="554204" cy="554204"/>
          </a:xfrm>
          <a:prstGeom prst="rect">
            <a:avLst/>
          </a:prstGeom>
        </p:spPr>
      </p:pic>
      <p:pic>
        <p:nvPicPr>
          <p:cNvPr id="52" name="Gráfico 51">
            <a:extLst>
              <a:ext uri="{FF2B5EF4-FFF2-40B4-BE49-F238E27FC236}">
                <a16:creationId xmlns:a16="http://schemas.microsoft.com/office/drawing/2014/main" id="{AC40870A-C00E-C334-D2A3-0A3F4C479D2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04998" y="4534097"/>
            <a:ext cx="475732" cy="475732"/>
          </a:xfrm>
          <a:prstGeom prst="rect">
            <a:avLst/>
          </a:prstGeom>
        </p:spPr>
      </p:pic>
      <p:sp>
        <p:nvSpPr>
          <p:cNvPr id="56" name="Rectángulo 55">
            <a:extLst>
              <a:ext uri="{FF2B5EF4-FFF2-40B4-BE49-F238E27FC236}">
                <a16:creationId xmlns:a16="http://schemas.microsoft.com/office/drawing/2014/main" id="{7F4C912A-A29E-B59D-89E2-5C45D0D8FFDF}"/>
              </a:ext>
            </a:extLst>
          </p:cNvPr>
          <p:cNvSpPr/>
          <p:nvPr/>
        </p:nvSpPr>
        <p:spPr>
          <a:xfrm>
            <a:off x="-19236" y="0"/>
            <a:ext cx="12192000" cy="6858000"/>
          </a:xfrm>
          <a:prstGeom prst="rect">
            <a:avLst/>
          </a:prstGeom>
          <a:solidFill>
            <a:srgbClr val="141414">
              <a:alpha val="5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C8A7109-B06F-4003-0332-B4CCDE12695F}"/>
              </a:ext>
            </a:extLst>
          </p:cNvPr>
          <p:cNvGrpSpPr/>
          <p:nvPr/>
        </p:nvGrpSpPr>
        <p:grpSpPr>
          <a:xfrm>
            <a:off x="3198199" y="899890"/>
            <a:ext cx="5703256" cy="5029200"/>
            <a:chOff x="6067780" y="1057835"/>
            <a:chExt cx="5703256" cy="5029200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25B19D7D-5CDD-B593-EB49-E8B930A8FFF5}"/>
                </a:ext>
              </a:extLst>
            </p:cNvPr>
            <p:cNvSpPr/>
            <p:nvPr/>
          </p:nvSpPr>
          <p:spPr>
            <a:xfrm>
              <a:off x="6067780" y="1057835"/>
              <a:ext cx="5703256" cy="50292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6" name="Imagen 5" descr="Una captura de pantalla de un celular con texto e imágenes&#10;&#10;El contenido generado por IA puede ser incorrecto.">
              <a:extLst>
                <a:ext uri="{FF2B5EF4-FFF2-40B4-BE49-F238E27FC236}">
                  <a16:creationId xmlns:a16="http://schemas.microsoft.com/office/drawing/2014/main" id="{61EB38FF-436F-9C33-A0B0-AAD02029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534" b="13678"/>
            <a:stretch>
              <a:fillRect/>
            </a:stretch>
          </p:blipFill>
          <p:spPr>
            <a:xfrm>
              <a:off x="6163512" y="1095547"/>
              <a:ext cx="5430535" cy="49585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0482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294;p32">
            <a:extLst>
              <a:ext uri="{FF2B5EF4-FFF2-40B4-BE49-F238E27FC236}">
                <a16:creationId xmlns:a16="http://schemas.microsoft.com/office/drawing/2014/main" id="{A35BCF2C-6A47-0D0A-AB5B-6D454C37B3F8}"/>
              </a:ext>
            </a:extLst>
          </p:cNvPr>
          <p:cNvGrpSpPr/>
          <p:nvPr/>
        </p:nvGrpSpPr>
        <p:grpSpPr>
          <a:xfrm flipV="1">
            <a:off x="1828138" y="1717688"/>
            <a:ext cx="8935425" cy="3553280"/>
            <a:chOff x="2784331" y="1968226"/>
            <a:chExt cx="3419361" cy="1688854"/>
          </a:xfrm>
        </p:grpSpPr>
        <p:sp>
          <p:nvSpPr>
            <p:cNvPr id="40" name="Google Shape;295;p32">
              <a:extLst>
                <a:ext uri="{FF2B5EF4-FFF2-40B4-BE49-F238E27FC236}">
                  <a16:creationId xmlns:a16="http://schemas.microsoft.com/office/drawing/2014/main" id="{FE3F0FDB-EA6D-C270-D444-5E31D7677D38}"/>
                </a:ext>
              </a:extLst>
            </p:cNvPr>
            <p:cNvSpPr/>
            <p:nvPr/>
          </p:nvSpPr>
          <p:spPr>
            <a:xfrm>
              <a:off x="2784331" y="2216672"/>
              <a:ext cx="473341" cy="1192751"/>
            </a:xfrm>
            <a:custGeom>
              <a:avLst/>
              <a:gdLst/>
              <a:ahLst/>
              <a:cxnLst/>
              <a:rect l="l" t="t" r="r" b="b"/>
              <a:pathLst>
                <a:path w="21881" h="55137" extrusionOk="0">
                  <a:moveTo>
                    <a:pt x="11413" y="0"/>
                  </a:moveTo>
                  <a:lnTo>
                    <a:pt x="10032" y="1454"/>
                  </a:lnTo>
                  <a:lnTo>
                    <a:pt x="7524" y="4507"/>
                  </a:lnTo>
                  <a:lnTo>
                    <a:pt x="5379" y="7742"/>
                  </a:lnTo>
                  <a:lnTo>
                    <a:pt x="3598" y="11158"/>
                  </a:lnTo>
                  <a:lnTo>
                    <a:pt x="2145" y="14684"/>
                  </a:lnTo>
                  <a:lnTo>
                    <a:pt x="1091" y="18282"/>
                  </a:lnTo>
                  <a:lnTo>
                    <a:pt x="364" y="21989"/>
                  </a:lnTo>
                  <a:lnTo>
                    <a:pt x="0" y="25697"/>
                  </a:lnTo>
                  <a:lnTo>
                    <a:pt x="0" y="29440"/>
                  </a:lnTo>
                  <a:lnTo>
                    <a:pt x="364" y="33184"/>
                  </a:lnTo>
                  <a:lnTo>
                    <a:pt x="1091" y="36855"/>
                  </a:lnTo>
                  <a:lnTo>
                    <a:pt x="2145" y="40489"/>
                  </a:lnTo>
                  <a:lnTo>
                    <a:pt x="3598" y="44015"/>
                  </a:lnTo>
                  <a:lnTo>
                    <a:pt x="5379" y="47395"/>
                  </a:lnTo>
                  <a:lnTo>
                    <a:pt x="7524" y="50630"/>
                  </a:lnTo>
                  <a:lnTo>
                    <a:pt x="10032" y="53683"/>
                  </a:lnTo>
                  <a:lnTo>
                    <a:pt x="11413" y="55137"/>
                  </a:lnTo>
                  <a:lnTo>
                    <a:pt x="11413" y="46050"/>
                  </a:lnTo>
                  <a:lnTo>
                    <a:pt x="11449" y="45759"/>
                  </a:lnTo>
                  <a:lnTo>
                    <a:pt x="11631" y="45287"/>
                  </a:lnTo>
                  <a:lnTo>
                    <a:pt x="12031" y="44887"/>
                  </a:lnTo>
                  <a:lnTo>
                    <a:pt x="12503" y="44705"/>
                  </a:lnTo>
                  <a:lnTo>
                    <a:pt x="12794" y="44669"/>
                  </a:lnTo>
                  <a:lnTo>
                    <a:pt x="21880" y="44669"/>
                  </a:lnTo>
                  <a:lnTo>
                    <a:pt x="21044" y="43797"/>
                  </a:lnTo>
                  <a:lnTo>
                    <a:pt x="19518" y="41979"/>
                  </a:lnTo>
                  <a:lnTo>
                    <a:pt x="18209" y="39980"/>
                  </a:lnTo>
                  <a:lnTo>
                    <a:pt x="17083" y="37909"/>
                  </a:lnTo>
                  <a:lnTo>
                    <a:pt x="16174" y="35728"/>
                  </a:lnTo>
                  <a:lnTo>
                    <a:pt x="15483" y="33438"/>
                  </a:lnTo>
                  <a:lnTo>
                    <a:pt x="15011" y="31112"/>
                  </a:lnTo>
                  <a:lnTo>
                    <a:pt x="14793" y="28750"/>
                  </a:lnTo>
                  <a:lnTo>
                    <a:pt x="14757" y="27550"/>
                  </a:lnTo>
                  <a:lnTo>
                    <a:pt x="14793" y="26351"/>
                  </a:lnTo>
                  <a:lnTo>
                    <a:pt x="15011" y="23952"/>
                  </a:lnTo>
                  <a:lnTo>
                    <a:pt x="15483" y="21626"/>
                  </a:lnTo>
                  <a:lnTo>
                    <a:pt x="16174" y="19372"/>
                  </a:lnTo>
                  <a:lnTo>
                    <a:pt x="17083" y="17192"/>
                  </a:lnTo>
                  <a:lnTo>
                    <a:pt x="18209" y="15084"/>
                  </a:lnTo>
                  <a:lnTo>
                    <a:pt x="19518" y="13121"/>
                  </a:lnTo>
                  <a:lnTo>
                    <a:pt x="21044" y="11267"/>
                  </a:lnTo>
                  <a:lnTo>
                    <a:pt x="21880" y="10431"/>
                  </a:lnTo>
                  <a:lnTo>
                    <a:pt x="21880" y="1381"/>
                  </a:lnTo>
                  <a:lnTo>
                    <a:pt x="21844" y="1091"/>
                  </a:lnTo>
                  <a:lnTo>
                    <a:pt x="21662" y="582"/>
                  </a:lnTo>
                  <a:lnTo>
                    <a:pt x="21262" y="218"/>
                  </a:lnTo>
                  <a:lnTo>
                    <a:pt x="20790" y="37"/>
                  </a:lnTo>
                  <a:lnTo>
                    <a:pt x="2049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1" name="Google Shape;296;p32">
              <a:extLst>
                <a:ext uri="{FF2B5EF4-FFF2-40B4-BE49-F238E27FC236}">
                  <a16:creationId xmlns:a16="http://schemas.microsoft.com/office/drawing/2014/main" id="{B8BE4147-3B3B-84ED-AE6E-4C20AD0201D1}"/>
                </a:ext>
              </a:extLst>
            </p:cNvPr>
            <p:cNvSpPr/>
            <p:nvPr/>
          </p:nvSpPr>
          <p:spPr>
            <a:xfrm>
              <a:off x="3031197" y="1968226"/>
              <a:ext cx="1190415" cy="476477"/>
            </a:xfrm>
            <a:custGeom>
              <a:avLst/>
              <a:gdLst/>
              <a:ahLst/>
              <a:cxnLst/>
              <a:rect l="l" t="t" r="r" b="b"/>
              <a:pathLst>
                <a:path w="55029" h="22026" extrusionOk="0">
                  <a:moveTo>
                    <a:pt x="27587" y="0"/>
                  </a:moveTo>
                  <a:lnTo>
                    <a:pt x="25661" y="36"/>
                  </a:lnTo>
                  <a:lnTo>
                    <a:pt x="21845" y="436"/>
                  </a:lnTo>
                  <a:lnTo>
                    <a:pt x="18065" y="1163"/>
                  </a:lnTo>
                  <a:lnTo>
                    <a:pt x="14430" y="2290"/>
                  </a:lnTo>
                  <a:lnTo>
                    <a:pt x="10904" y="3744"/>
                  </a:lnTo>
                  <a:lnTo>
                    <a:pt x="7561" y="5525"/>
                  </a:lnTo>
                  <a:lnTo>
                    <a:pt x="4362" y="7669"/>
                  </a:lnTo>
                  <a:lnTo>
                    <a:pt x="1418" y="10104"/>
                  </a:lnTo>
                  <a:lnTo>
                    <a:pt x="1" y="11449"/>
                  </a:lnTo>
                  <a:lnTo>
                    <a:pt x="9087" y="11449"/>
                  </a:lnTo>
                  <a:lnTo>
                    <a:pt x="9378" y="11485"/>
                  </a:lnTo>
                  <a:lnTo>
                    <a:pt x="9850" y="11667"/>
                  </a:lnTo>
                  <a:lnTo>
                    <a:pt x="10250" y="12067"/>
                  </a:lnTo>
                  <a:lnTo>
                    <a:pt x="10432" y="12539"/>
                  </a:lnTo>
                  <a:lnTo>
                    <a:pt x="10468" y="12830"/>
                  </a:lnTo>
                  <a:lnTo>
                    <a:pt x="10468" y="21916"/>
                  </a:lnTo>
                  <a:lnTo>
                    <a:pt x="11341" y="21081"/>
                  </a:lnTo>
                  <a:lnTo>
                    <a:pt x="13158" y="19554"/>
                  </a:lnTo>
                  <a:lnTo>
                    <a:pt x="15157" y="18209"/>
                  </a:lnTo>
                  <a:lnTo>
                    <a:pt x="17229" y="17119"/>
                  </a:lnTo>
                  <a:lnTo>
                    <a:pt x="19409" y="16210"/>
                  </a:lnTo>
                  <a:lnTo>
                    <a:pt x="21699" y="15520"/>
                  </a:lnTo>
                  <a:lnTo>
                    <a:pt x="24025" y="15047"/>
                  </a:lnTo>
                  <a:lnTo>
                    <a:pt x="26388" y="14829"/>
                  </a:lnTo>
                  <a:lnTo>
                    <a:pt x="27623" y="14793"/>
                  </a:lnTo>
                  <a:lnTo>
                    <a:pt x="28859" y="14829"/>
                  </a:lnTo>
                  <a:lnTo>
                    <a:pt x="31222" y="15047"/>
                  </a:lnTo>
                  <a:lnTo>
                    <a:pt x="33475" y="15483"/>
                  </a:lnTo>
                  <a:lnTo>
                    <a:pt x="35620" y="16174"/>
                  </a:lnTo>
                  <a:lnTo>
                    <a:pt x="37691" y="17046"/>
                  </a:lnTo>
                  <a:lnTo>
                    <a:pt x="39727" y="18209"/>
                  </a:lnTo>
                  <a:lnTo>
                    <a:pt x="41689" y="19554"/>
                  </a:lnTo>
                  <a:lnTo>
                    <a:pt x="43616" y="21153"/>
                  </a:lnTo>
                  <a:lnTo>
                    <a:pt x="44597" y="22025"/>
                  </a:lnTo>
                  <a:lnTo>
                    <a:pt x="53974" y="22025"/>
                  </a:lnTo>
                  <a:lnTo>
                    <a:pt x="54447" y="21807"/>
                  </a:lnTo>
                  <a:lnTo>
                    <a:pt x="54810" y="21444"/>
                  </a:lnTo>
                  <a:lnTo>
                    <a:pt x="55028" y="20935"/>
                  </a:lnTo>
                  <a:lnTo>
                    <a:pt x="55028" y="20681"/>
                  </a:lnTo>
                  <a:lnTo>
                    <a:pt x="55028" y="11594"/>
                  </a:lnTo>
                  <a:lnTo>
                    <a:pt x="54447" y="11049"/>
                  </a:lnTo>
                  <a:lnTo>
                    <a:pt x="53865" y="10504"/>
                  </a:lnTo>
                  <a:lnTo>
                    <a:pt x="52375" y="9195"/>
                  </a:lnTo>
                  <a:lnTo>
                    <a:pt x="49322" y="6869"/>
                  </a:lnTo>
                  <a:lnTo>
                    <a:pt x="46233" y="4870"/>
                  </a:lnTo>
                  <a:lnTo>
                    <a:pt x="43070" y="3235"/>
                  </a:lnTo>
                  <a:lnTo>
                    <a:pt x="39799" y="1963"/>
                  </a:lnTo>
                  <a:lnTo>
                    <a:pt x="36456" y="981"/>
                  </a:lnTo>
                  <a:lnTo>
                    <a:pt x="33003" y="363"/>
                  </a:lnTo>
                  <a:lnTo>
                    <a:pt x="29441" y="36"/>
                  </a:lnTo>
                  <a:lnTo>
                    <a:pt x="27587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2" name="Google Shape;297;p32">
              <a:extLst>
                <a:ext uri="{FF2B5EF4-FFF2-40B4-BE49-F238E27FC236}">
                  <a16:creationId xmlns:a16="http://schemas.microsoft.com/office/drawing/2014/main" id="{C3029896-526D-FEB6-8A1C-42DCCEFDA4D9}"/>
                </a:ext>
              </a:extLst>
            </p:cNvPr>
            <p:cNvSpPr/>
            <p:nvPr/>
          </p:nvSpPr>
          <p:spPr>
            <a:xfrm>
              <a:off x="3994347" y="2219030"/>
              <a:ext cx="996977" cy="1188814"/>
            </a:xfrm>
            <a:custGeom>
              <a:avLst/>
              <a:gdLst/>
              <a:ahLst/>
              <a:cxnLst/>
              <a:rect l="l" t="t" r="r" b="b"/>
              <a:pathLst>
                <a:path w="46087" h="54955" extrusionOk="0">
                  <a:moveTo>
                    <a:pt x="35619" y="0"/>
                  </a:moveTo>
                  <a:lnTo>
                    <a:pt x="35038" y="545"/>
                  </a:lnTo>
                  <a:lnTo>
                    <a:pt x="33475" y="2072"/>
                  </a:lnTo>
                  <a:lnTo>
                    <a:pt x="30458" y="5379"/>
                  </a:lnTo>
                  <a:lnTo>
                    <a:pt x="26024" y="10831"/>
                  </a:lnTo>
                  <a:lnTo>
                    <a:pt x="23080" y="14829"/>
                  </a:lnTo>
                  <a:lnTo>
                    <a:pt x="20499" y="18318"/>
                  </a:lnTo>
                  <a:lnTo>
                    <a:pt x="17882" y="21989"/>
                  </a:lnTo>
                  <a:lnTo>
                    <a:pt x="16247" y="24279"/>
                  </a:lnTo>
                  <a:lnTo>
                    <a:pt x="15084" y="25878"/>
                  </a:lnTo>
                  <a:lnTo>
                    <a:pt x="13993" y="27441"/>
                  </a:lnTo>
                  <a:lnTo>
                    <a:pt x="10104" y="32784"/>
                  </a:lnTo>
                  <a:lnTo>
                    <a:pt x="4907" y="39363"/>
                  </a:lnTo>
                  <a:lnTo>
                    <a:pt x="1599" y="42961"/>
                  </a:lnTo>
                  <a:lnTo>
                    <a:pt x="0" y="44524"/>
                  </a:lnTo>
                  <a:lnTo>
                    <a:pt x="0" y="53610"/>
                  </a:lnTo>
                  <a:lnTo>
                    <a:pt x="37" y="53865"/>
                  </a:lnTo>
                  <a:lnTo>
                    <a:pt x="218" y="54373"/>
                  </a:lnTo>
                  <a:lnTo>
                    <a:pt x="582" y="54737"/>
                  </a:lnTo>
                  <a:lnTo>
                    <a:pt x="1091" y="54955"/>
                  </a:lnTo>
                  <a:lnTo>
                    <a:pt x="10468" y="54955"/>
                  </a:lnTo>
                  <a:lnTo>
                    <a:pt x="12103" y="53356"/>
                  </a:lnTo>
                  <a:lnTo>
                    <a:pt x="15302" y="49939"/>
                  </a:lnTo>
                  <a:lnTo>
                    <a:pt x="19954" y="44269"/>
                  </a:lnTo>
                  <a:lnTo>
                    <a:pt x="23080" y="40053"/>
                  </a:lnTo>
                  <a:lnTo>
                    <a:pt x="25624" y="36564"/>
                  </a:lnTo>
                  <a:lnTo>
                    <a:pt x="28277" y="32893"/>
                  </a:lnTo>
                  <a:lnTo>
                    <a:pt x="29913" y="30603"/>
                  </a:lnTo>
                  <a:lnTo>
                    <a:pt x="32166" y="27441"/>
                  </a:lnTo>
                  <a:lnTo>
                    <a:pt x="35873" y="22353"/>
                  </a:lnTo>
                  <a:lnTo>
                    <a:pt x="40816" y="16065"/>
                  </a:lnTo>
                  <a:lnTo>
                    <a:pt x="43942" y="12503"/>
                  </a:lnTo>
                  <a:lnTo>
                    <a:pt x="45505" y="10977"/>
                  </a:lnTo>
                  <a:lnTo>
                    <a:pt x="45796" y="10722"/>
                  </a:lnTo>
                  <a:lnTo>
                    <a:pt x="46087" y="10431"/>
                  </a:lnTo>
                  <a:lnTo>
                    <a:pt x="36709" y="10431"/>
                  </a:lnTo>
                  <a:lnTo>
                    <a:pt x="36237" y="10213"/>
                  </a:lnTo>
                  <a:lnTo>
                    <a:pt x="35837" y="9850"/>
                  </a:lnTo>
                  <a:lnTo>
                    <a:pt x="35655" y="9341"/>
                  </a:lnTo>
                  <a:lnTo>
                    <a:pt x="35619" y="9087"/>
                  </a:lnTo>
                  <a:lnTo>
                    <a:pt x="3561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3" name="Google Shape;298;p32">
              <a:extLst>
                <a:ext uri="{FF2B5EF4-FFF2-40B4-BE49-F238E27FC236}">
                  <a16:creationId xmlns:a16="http://schemas.microsoft.com/office/drawing/2014/main" id="{2EF79E74-7224-4753-AB42-AC12AF159828}"/>
                </a:ext>
              </a:extLst>
            </p:cNvPr>
            <p:cNvSpPr/>
            <p:nvPr/>
          </p:nvSpPr>
          <p:spPr>
            <a:xfrm>
              <a:off x="4766420" y="3182159"/>
              <a:ext cx="1190415" cy="474920"/>
            </a:xfrm>
            <a:custGeom>
              <a:avLst/>
              <a:gdLst/>
              <a:ahLst/>
              <a:cxnLst/>
              <a:rect l="l" t="t" r="r" b="b"/>
              <a:pathLst>
                <a:path w="55029" h="21954" extrusionOk="0">
                  <a:moveTo>
                    <a:pt x="10468" y="1"/>
                  </a:moveTo>
                  <a:lnTo>
                    <a:pt x="10468" y="9087"/>
                  </a:lnTo>
                  <a:lnTo>
                    <a:pt x="10432" y="9342"/>
                  </a:lnTo>
                  <a:lnTo>
                    <a:pt x="10250" y="9850"/>
                  </a:lnTo>
                  <a:lnTo>
                    <a:pt x="9850" y="10214"/>
                  </a:lnTo>
                  <a:lnTo>
                    <a:pt x="9378" y="10432"/>
                  </a:lnTo>
                  <a:lnTo>
                    <a:pt x="1" y="10432"/>
                  </a:lnTo>
                  <a:lnTo>
                    <a:pt x="546" y="10941"/>
                  </a:lnTo>
                  <a:lnTo>
                    <a:pt x="837" y="11195"/>
                  </a:lnTo>
                  <a:lnTo>
                    <a:pt x="1127" y="11450"/>
                  </a:lnTo>
                  <a:lnTo>
                    <a:pt x="2618" y="12758"/>
                  </a:lnTo>
                  <a:lnTo>
                    <a:pt x="5671" y="15084"/>
                  </a:lnTo>
                  <a:lnTo>
                    <a:pt x="8760" y="17083"/>
                  </a:lnTo>
                  <a:lnTo>
                    <a:pt x="11922" y="18719"/>
                  </a:lnTo>
                  <a:lnTo>
                    <a:pt x="15157" y="19991"/>
                  </a:lnTo>
                  <a:lnTo>
                    <a:pt x="18501" y="20972"/>
                  </a:lnTo>
                  <a:lnTo>
                    <a:pt x="21954" y="21590"/>
                  </a:lnTo>
                  <a:lnTo>
                    <a:pt x="25552" y="21917"/>
                  </a:lnTo>
                  <a:lnTo>
                    <a:pt x="27369" y="21953"/>
                  </a:lnTo>
                  <a:lnTo>
                    <a:pt x="27514" y="21953"/>
                  </a:lnTo>
                  <a:lnTo>
                    <a:pt x="29441" y="21917"/>
                  </a:lnTo>
                  <a:lnTo>
                    <a:pt x="33293" y="21517"/>
                  </a:lnTo>
                  <a:lnTo>
                    <a:pt x="37037" y="20754"/>
                  </a:lnTo>
                  <a:lnTo>
                    <a:pt x="40672" y="19627"/>
                  </a:lnTo>
                  <a:lnTo>
                    <a:pt x="44161" y="18174"/>
                  </a:lnTo>
                  <a:lnTo>
                    <a:pt x="47505" y="16356"/>
                  </a:lnTo>
                  <a:lnTo>
                    <a:pt x="50667" y="14212"/>
                  </a:lnTo>
                  <a:lnTo>
                    <a:pt x="53647" y="11777"/>
                  </a:lnTo>
                  <a:lnTo>
                    <a:pt x="55028" y="10432"/>
                  </a:lnTo>
                  <a:lnTo>
                    <a:pt x="55028" y="1345"/>
                  </a:lnTo>
                  <a:lnTo>
                    <a:pt x="54992" y="1055"/>
                  </a:lnTo>
                  <a:lnTo>
                    <a:pt x="54810" y="582"/>
                  </a:lnTo>
                  <a:lnTo>
                    <a:pt x="54447" y="219"/>
                  </a:lnTo>
                  <a:lnTo>
                    <a:pt x="53938" y="1"/>
                  </a:lnTo>
                  <a:lnTo>
                    <a:pt x="44633" y="1"/>
                  </a:lnTo>
                  <a:lnTo>
                    <a:pt x="44561" y="37"/>
                  </a:lnTo>
                  <a:lnTo>
                    <a:pt x="43688" y="873"/>
                  </a:lnTo>
                  <a:lnTo>
                    <a:pt x="41871" y="2400"/>
                  </a:lnTo>
                  <a:lnTo>
                    <a:pt x="39908" y="3708"/>
                  </a:lnTo>
                  <a:lnTo>
                    <a:pt x="37837" y="4835"/>
                  </a:lnTo>
                  <a:lnTo>
                    <a:pt x="35656" y="5743"/>
                  </a:lnTo>
                  <a:lnTo>
                    <a:pt x="33402" y="6434"/>
                  </a:lnTo>
                  <a:lnTo>
                    <a:pt x="31076" y="6906"/>
                  </a:lnTo>
                  <a:lnTo>
                    <a:pt x="28714" y="7124"/>
                  </a:lnTo>
                  <a:lnTo>
                    <a:pt x="27514" y="7161"/>
                  </a:lnTo>
                  <a:lnTo>
                    <a:pt x="26206" y="7161"/>
                  </a:lnTo>
                  <a:lnTo>
                    <a:pt x="23916" y="6943"/>
                  </a:lnTo>
                  <a:lnTo>
                    <a:pt x="21735" y="6507"/>
                  </a:lnTo>
                  <a:lnTo>
                    <a:pt x="19664" y="5889"/>
                  </a:lnTo>
                  <a:lnTo>
                    <a:pt x="17628" y="5053"/>
                  </a:lnTo>
                  <a:lnTo>
                    <a:pt x="15702" y="4035"/>
                  </a:lnTo>
                  <a:lnTo>
                    <a:pt x="13812" y="2763"/>
                  </a:lnTo>
                  <a:lnTo>
                    <a:pt x="11922" y="1309"/>
                  </a:lnTo>
                  <a:lnTo>
                    <a:pt x="10977" y="473"/>
                  </a:lnTo>
                  <a:lnTo>
                    <a:pt x="10468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4" name="Google Shape;299;p32">
              <a:extLst>
                <a:ext uri="{FF2B5EF4-FFF2-40B4-BE49-F238E27FC236}">
                  <a16:creationId xmlns:a16="http://schemas.microsoft.com/office/drawing/2014/main" id="{3C9B9B0F-59C2-ED7A-C1D4-50E2BE420474}"/>
                </a:ext>
              </a:extLst>
            </p:cNvPr>
            <p:cNvSpPr/>
            <p:nvPr/>
          </p:nvSpPr>
          <p:spPr>
            <a:xfrm>
              <a:off x="5731927" y="2217451"/>
              <a:ext cx="471762" cy="1190393"/>
            </a:xfrm>
            <a:custGeom>
              <a:avLst/>
              <a:gdLst/>
              <a:ahLst/>
              <a:cxnLst/>
              <a:rect l="l" t="t" r="r" b="b"/>
              <a:pathLst>
                <a:path w="21808" h="55028" extrusionOk="0">
                  <a:moveTo>
                    <a:pt x="1345" y="1"/>
                  </a:moveTo>
                  <a:lnTo>
                    <a:pt x="1054" y="37"/>
                  </a:lnTo>
                  <a:lnTo>
                    <a:pt x="582" y="219"/>
                  </a:lnTo>
                  <a:lnTo>
                    <a:pt x="218" y="618"/>
                  </a:lnTo>
                  <a:lnTo>
                    <a:pt x="0" y="1091"/>
                  </a:lnTo>
                  <a:lnTo>
                    <a:pt x="0" y="1382"/>
                  </a:lnTo>
                  <a:lnTo>
                    <a:pt x="0" y="10468"/>
                  </a:lnTo>
                  <a:lnTo>
                    <a:pt x="218" y="10723"/>
                  </a:lnTo>
                  <a:lnTo>
                    <a:pt x="473" y="10977"/>
                  </a:lnTo>
                  <a:lnTo>
                    <a:pt x="1309" y="11849"/>
                  </a:lnTo>
                  <a:lnTo>
                    <a:pt x="2763" y="13776"/>
                  </a:lnTo>
                  <a:lnTo>
                    <a:pt x="3998" y="15775"/>
                  </a:lnTo>
                  <a:lnTo>
                    <a:pt x="5052" y="17846"/>
                  </a:lnTo>
                  <a:lnTo>
                    <a:pt x="5852" y="20027"/>
                  </a:lnTo>
                  <a:lnTo>
                    <a:pt x="6470" y="22208"/>
                  </a:lnTo>
                  <a:lnTo>
                    <a:pt x="6870" y="24461"/>
                  </a:lnTo>
                  <a:lnTo>
                    <a:pt x="7051" y="26751"/>
                  </a:lnTo>
                  <a:lnTo>
                    <a:pt x="7015" y="29004"/>
                  </a:lnTo>
                  <a:lnTo>
                    <a:pt x="6761" y="31258"/>
                  </a:lnTo>
                  <a:lnTo>
                    <a:pt x="6288" y="33511"/>
                  </a:lnTo>
                  <a:lnTo>
                    <a:pt x="5634" y="35692"/>
                  </a:lnTo>
                  <a:lnTo>
                    <a:pt x="4762" y="37836"/>
                  </a:lnTo>
                  <a:lnTo>
                    <a:pt x="3671" y="39872"/>
                  </a:lnTo>
                  <a:lnTo>
                    <a:pt x="2363" y="41834"/>
                  </a:lnTo>
                  <a:lnTo>
                    <a:pt x="836" y="43688"/>
                  </a:lnTo>
                  <a:lnTo>
                    <a:pt x="0" y="44597"/>
                  </a:lnTo>
                  <a:lnTo>
                    <a:pt x="9341" y="44597"/>
                  </a:lnTo>
                  <a:lnTo>
                    <a:pt x="9850" y="44815"/>
                  </a:lnTo>
                  <a:lnTo>
                    <a:pt x="10213" y="45178"/>
                  </a:lnTo>
                  <a:lnTo>
                    <a:pt x="10432" y="45651"/>
                  </a:lnTo>
                  <a:lnTo>
                    <a:pt x="10432" y="45941"/>
                  </a:lnTo>
                  <a:lnTo>
                    <a:pt x="10432" y="55028"/>
                  </a:lnTo>
                  <a:lnTo>
                    <a:pt x="11776" y="53647"/>
                  </a:lnTo>
                  <a:lnTo>
                    <a:pt x="14211" y="50666"/>
                  </a:lnTo>
                  <a:lnTo>
                    <a:pt x="16320" y="47504"/>
                  </a:lnTo>
                  <a:lnTo>
                    <a:pt x="18100" y="44124"/>
                  </a:lnTo>
                  <a:lnTo>
                    <a:pt x="19554" y="40635"/>
                  </a:lnTo>
                  <a:lnTo>
                    <a:pt x="20645" y="37000"/>
                  </a:lnTo>
                  <a:lnTo>
                    <a:pt x="21372" y="33257"/>
                  </a:lnTo>
                  <a:lnTo>
                    <a:pt x="21771" y="29441"/>
                  </a:lnTo>
                  <a:lnTo>
                    <a:pt x="21808" y="27514"/>
                  </a:lnTo>
                  <a:lnTo>
                    <a:pt x="21771" y="25588"/>
                  </a:lnTo>
                  <a:lnTo>
                    <a:pt x="21372" y="21772"/>
                  </a:lnTo>
                  <a:lnTo>
                    <a:pt x="20645" y="18028"/>
                  </a:lnTo>
                  <a:lnTo>
                    <a:pt x="19554" y="14393"/>
                  </a:lnTo>
                  <a:lnTo>
                    <a:pt x="18100" y="10868"/>
                  </a:lnTo>
                  <a:lnTo>
                    <a:pt x="16320" y="7524"/>
                  </a:lnTo>
                  <a:lnTo>
                    <a:pt x="14211" y="4362"/>
                  </a:lnTo>
                  <a:lnTo>
                    <a:pt x="11776" y="13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5" name="Google Shape;300;p32">
              <a:extLst>
                <a:ext uri="{FF2B5EF4-FFF2-40B4-BE49-F238E27FC236}">
                  <a16:creationId xmlns:a16="http://schemas.microsoft.com/office/drawing/2014/main" id="{7F3CEE66-AB0F-2E5F-D679-C079BDB7B660}"/>
                </a:ext>
              </a:extLst>
            </p:cNvPr>
            <p:cNvSpPr/>
            <p:nvPr/>
          </p:nvSpPr>
          <p:spPr>
            <a:xfrm>
              <a:off x="4767220" y="1968226"/>
              <a:ext cx="1189614" cy="475699"/>
            </a:xfrm>
            <a:custGeom>
              <a:avLst/>
              <a:gdLst/>
              <a:ahLst/>
              <a:cxnLst/>
              <a:rect l="l" t="t" r="r" b="b"/>
              <a:pathLst>
                <a:path w="54992" h="21990" extrusionOk="0">
                  <a:moveTo>
                    <a:pt x="27368" y="0"/>
                  </a:moveTo>
                  <a:lnTo>
                    <a:pt x="25515" y="36"/>
                  </a:lnTo>
                  <a:lnTo>
                    <a:pt x="21917" y="363"/>
                  </a:lnTo>
                  <a:lnTo>
                    <a:pt x="18464" y="981"/>
                  </a:lnTo>
                  <a:lnTo>
                    <a:pt x="15120" y="1963"/>
                  </a:lnTo>
                  <a:lnTo>
                    <a:pt x="11885" y="3235"/>
                  </a:lnTo>
                  <a:lnTo>
                    <a:pt x="8723" y="4870"/>
                  </a:lnTo>
                  <a:lnTo>
                    <a:pt x="5634" y="6869"/>
                  </a:lnTo>
                  <a:lnTo>
                    <a:pt x="2581" y="9195"/>
                  </a:lnTo>
                  <a:lnTo>
                    <a:pt x="1090" y="10504"/>
                  </a:lnTo>
                  <a:lnTo>
                    <a:pt x="545" y="11013"/>
                  </a:lnTo>
                  <a:lnTo>
                    <a:pt x="0" y="11522"/>
                  </a:lnTo>
                  <a:lnTo>
                    <a:pt x="0" y="20608"/>
                  </a:lnTo>
                  <a:lnTo>
                    <a:pt x="0" y="20899"/>
                  </a:lnTo>
                  <a:lnTo>
                    <a:pt x="218" y="21371"/>
                  </a:lnTo>
                  <a:lnTo>
                    <a:pt x="582" y="21735"/>
                  </a:lnTo>
                  <a:lnTo>
                    <a:pt x="1054" y="21953"/>
                  </a:lnTo>
                  <a:lnTo>
                    <a:pt x="10431" y="21953"/>
                  </a:lnTo>
                  <a:lnTo>
                    <a:pt x="11413" y="21081"/>
                  </a:lnTo>
                  <a:lnTo>
                    <a:pt x="13339" y="19518"/>
                  </a:lnTo>
                  <a:lnTo>
                    <a:pt x="15302" y="18173"/>
                  </a:lnTo>
                  <a:lnTo>
                    <a:pt x="17301" y="17046"/>
                  </a:lnTo>
                  <a:lnTo>
                    <a:pt x="19372" y="16137"/>
                  </a:lnTo>
                  <a:lnTo>
                    <a:pt x="21517" y="15483"/>
                  </a:lnTo>
                  <a:lnTo>
                    <a:pt x="23770" y="15047"/>
                  </a:lnTo>
                  <a:lnTo>
                    <a:pt x="26133" y="14829"/>
                  </a:lnTo>
                  <a:lnTo>
                    <a:pt x="27368" y="14793"/>
                  </a:lnTo>
                  <a:lnTo>
                    <a:pt x="27514" y="14793"/>
                  </a:lnTo>
                  <a:lnTo>
                    <a:pt x="28713" y="14829"/>
                  </a:lnTo>
                  <a:lnTo>
                    <a:pt x="31076" y="15083"/>
                  </a:lnTo>
                  <a:lnTo>
                    <a:pt x="33402" y="15556"/>
                  </a:lnTo>
                  <a:lnTo>
                    <a:pt x="35655" y="16247"/>
                  </a:lnTo>
                  <a:lnTo>
                    <a:pt x="37800" y="17155"/>
                  </a:lnTo>
                  <a:lnTo>
                    <a:pt x="39908" y="18282"/>
                  </a:lnTo>
                  <a:lnTo>
                    <a:pt x="41870" y="19627"/>
                  </a:lnTo>
                  <a:lnTo>
                    <a:pt x="43688" y="21153"/>
                  </a:lnTo>
                  <a:lnTo>
                    <a:pt x="44560" y="21989"/>
                  </a:lnTo>
                  <a:lnTo>
                    <a:pt x="44560" y="12903"/>
                  </a:lnTo>
                  <a:lnTo>
                    <a:pt x="44560" y="12612"/>
                  </a:lnTo>
                  <a:lnTo>
                    <a:pt x="44778" y="12139"/>
                  </a:lnTo>
                  <a:lnTo>
                    <a:pt x="45141" y="11740"/>
                  </a:lnTo>
                  <a:lnTo>
                    <a:pt x="45614" y="11558"/>
                  </a:lnTo>
                  <a:lnTo>
                    <a:pt x="45905" y="11522"/>
                  </a:lnTo>
                  <a:lnTo>
                    <a:pt x="54991" y="11522"/>
                  </a:lnTo>
                  <a:lnTo>
                    <a:pt x="53610" y="10177"/>
                  </a:lnTo>
                  <a:lnTo>
                    <a:pt x="50666" y="7742"/>
                  </a:lnTo>
                  <a:lnTo>
                    <a:pt x="47468" y="5597"/>
                  </a:lnTo>
                  <a:lnTo>
                    <a:pt x="44124" y="3780"/>
                  </a:lnTo>
                  <a:lnTo>
                    <a:pt x="40635" y="2326"/>
                  </a:lnTo>
                  <a:lnTo>
                    <a:pt x="37000" y="1199"/>
                  </a:lnTo>
                  <a:lnTo>
                    <a:pt x="33256" y="436"/>
                  </a:lnTo>
                  <a:lnTo>
                    <a:pt x="29440" y="36"/>
                  </a:lnTo>
                  <a:lnTo>
                    <a:pt x="27477" y="0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6" name="Google Shape;301;p32">
              <a:extLst>
                <a:ext uri="{FF2B5EF4-FFF2-40B4-BE49-F238E27FC236}">
                  <a16:creationId xmlns:a16="http://schemas.microsoft.com/office/drawing/2014/main" id="{00DC062B-CD6E-F8D6-927F-3697A31DD918}"/>
                </a:ext>
              </a:extLst>
            </p:cNvPr>
            <p:cNvSpPr/>
            <p:nvPr/>
          </p:nvSpPr>
          <p:spPr>
            <a:xfrm>
              <a:off x="3031997" y="3179801"/>
              <a:ext cx="1189614" cy="476499"/>
            </a:xfrm>
            <a:custGeom>
              <a:avLst/>
              <a:gdLst/>
              <a:ahLst/>
              <a:cxnLst/>
              <a:rect l="l" t="t" r="r" b="b"/>
              <a:pathLst>
                <a:path w="54992" h="22027" extrusionOk="0">
                  <a:moveTo>
                    <a:pt x="44524" y="1"/>
                  </a:moveTo>
                  <a:lnTo>
                    <a:pt x="43579" y="909"/>
                  </a:lnTo>
                  <a:lnTo>
                    <a:pt x="41616" y="2472"/>
                  </a:lnTo>
                  <a:lnTo>
                    <a:pt x="39653" y="3853"/>
                  </a:lnTo>
                  <a:lnTo>
                    <a:pt x="37654" y="4980"/>
                  </a:lnTo>
                  <a:lnTo>
                    <a:pt x="35583" y="5889"/>
                  </a:lnTo>
                  <a:lnTo>
                    <a:pt x="33438" y="6579"/>
                  </a:lnTo>
                  <a:lnTo>
                    <a:pt x="31185" y="7015"/>
                  </a:lnTo>
                  <a:lnTo>
                    <a:pt x="28822" y="7233"/>
                  </a:lnTo>
                  <a:lnTo>
                    <a:pt x="27586" y="7270"/>
                  </a:lnTo>
                  <a:lnTo>
                    <a:pt x="26423" y="7270"/>
                  </a:lnTo>
                  <a:lnTo>
                    <a:pt x="24134" y="7052"/>
                  </a:lnTo>
                  <a:lnTo>
                    <a:pt x="21917" y="6616"/>
                  </a:lnTo>
                  <a:lnTo>
                    <a:pt x="19736" y="5961"/>
                  </a:lnTo>
                  <a:lnTo>
                    <a:pt x="17628" y="5125"/>
                  </a:lnTo>
                  <a:lnTo>
                    <a:pt x="15592" y="4108"/>
                  </a:lnTo>
                  <a:lnTo>
                    <a:pt x="13702" y="2908"/>
                  </a:lnTo>
                  <a:lnTo>
                    <a:pt x="11885" y="1491"/>
                  </a:lnTo>
                  <a:lnTo>
                    <a:pt x="11013" y="728"/>
                  </a:lnTo>
                  <a:lnTo>
                    <a:pt x="10722" y="437"/>
                  </a:lnTo>
                  <a:lnTo>
                    <a:pt x="10431" y="146"/>
                  </a:lnTo>
                  <a:lnTo>
                    <a:pt x="1345" y="146"/>
                  </a:lnTo>
                  <a:lnTo>
                    <a:pt x="1090" y="182"/>
                  </a:lnTo>
                  <a:lnTo>
                    <a:pt x="582" y="364"/>
                  </a:lnTo>
                  <a:lnTo>
                    <a:pt x="218" y="764"/>
                  </a:lnTo>
                  <a:lnTo>
                    <a:pt x="0" y="1236"/>
                  </a:lnTo>
                  <a:lnTo>
                    <a:pt x="0" y="1527"/>
                  </a:lnTo>
                  <a:lnTo>
                    <a:pt x="0" y="10614"/>
                  </a:lnTo>
                  <a:lnTo>
                    <a:pt x="291" y="10904"/>
                  </a:lnTo>
                  <a:lnTo>
                    <a:pt x="582" y="11195"/>
                  </a:lnTo>
                  <a:lnTo>
                    <a:pt x="1963" y="12467"/>
                  </a:lnTo>
                  <a:lnTo>
                    <a:pt x="4870" y="14793"/>
                  </a:lnTo>
                  <a:lnTo>
                    <a:pt x="8033" y="16829"/>
                  </a:lnTo>
                  <a:lnTo>
                    <a:pt x="11304" y="18501"/>
                  </a:lnTo>
                  <a:lnTo>
                    <a:pt x="14756" y="19882"/>
                  </a:lnTo>
                  <a:lnTo>
                    <a:pt x="18318" y="20936"/>
                  </a:lnTo>
                  <a:lnTo>
                    <a:pt x="21953" y="21663"/>
                  </a:lnTo>
                  <a:lnTo>
                    <a:pt x="25697" y="21990"/>
                  </a:lnTo>
                  <a:lnTo>
                    <a:pt x="27586" y="22026"/>
                  </a:lnTo>
                  <a:lnTo>
                    <a:pt x="29404" y="21990"/>
                  </a:lnTo>
                  <a:lnTo>
                    <a:pt x="33002" y="21699"/>
                  </a:lnTo>
                  <a:lnTo>
                    <a:pt x="36455" y="21045"/>
                  </a:lnTo>
                  <a:lnTo>
                    <a:pt x="39799" y="20100"/>
                  </a:lnTo>
                  <a:lnTo>
                    <a:pt x="43033" y="18791"/>
                  </a:lnTo>
                  <a:lnTo>
                    <a:pt x="46196" y="17156"/>
                  </a:lnTo>
                  <a:lnTo>
                    <a:pt x="49285" y="15193"/>
                  </a:lnTo>
                  <a:lnTo>
                    <a:pt x="52338" y="12867"/>
                  </a:lnTo>
                  <a:lnTo>
                    <a:pt x="53828" y="11559"/>
                  </a:lnTo>
                  <a:lnTo>
                    <a:pt x="54446" y="11013"/>
                  </a:lnTo>
                  <a:lnTo>
                    <a:pt x="54991" y="10468"/>
                  </a:lnTo>
                  <a:lnTo>
                    <a:pt x="45905" y="10468"/>
                  </a:lnTo>
                  <a:lnTo>
                    <a:pt x="45614" y="10432"/>
                  </a:lnTo>
                  <a:lnTo>
                    <a:pt x="45141" y="10214"/>
                  </a:lnTo>
                  <a:lnTo>
                    <a:pt x="44742" y="9850"/>
                  </a:lnTo>
                  <a:lnTo>
                    <a:pt x="44560" y="9378"/>
                  </a:lnTo>
                  <a:lnTo>
                    <a:pt x="44524" y="9087"/>
                  </a:lnTo>
                  <a:lnTo>
                    <a:pt x="44524" y="1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7" name="Google Shape;302;p32">
              <a:extLst>
                <a:ext uri="{FF2B5EF4-FFF2-40B4-BE49-F238E27FC236}">
                  <a16:creationId xmlns:a16="http://schemas.microsoft.com/office/drawing/2014/main" id="{AAB4651C-FE69-68C6-703F-C42FC08F66FA}"/>
                </a:ext>
              </a:extLst>
            </p:cNvPr>
            <p:cNvSpPr/>
            <p:nvPr/>
          </p:nvSpPr>
          <p:spPr>
            <a:xfrm>
              <a:off x="3995904" y="2218229"/>
              <a:ext cx="996999" cy="1189614"/>
            </a:xfrm>
            <a:custGeom>
              <a:avLst/>
              <a:gdLst/>
              <a:ahLst/>
              <a:cxnLst/>
              <a:rect l="l" t="t" r="r" b="b"/>
              <a:pathLst>
                <a:path w="46088" h="54992" extrusionOk="0">
                  <a:moveTo>
                    <a:pt x="10432" y="1"/>
                  </a:moveTo>
                  <a:lnTo>
                    <a:pt x="10432" y="9087"/>
                  </a:lnTo>
                  <a:lnTo>
                    <a:pt x="10432" y="9378"/>
                  </a:lnTo>
                  <a:lnTo>
                    <a:pt x="10214" y="9851"/>
                  </a:lnTo>
                  <a:lnTo>
                    <a:pt x="9851" y="10250"/>
                  </a:lnTo>
                  <a:lnTo>
                    <a:pt x="9342" y="10432"/>
                  </a:lnTo>
                  <a:lnTo>
                    <a:pt x="9087" y="10468"/>
                  </a:lnTo>
                  <a:lnTo>
                    <a:pt x="1" y="10468"/>
                  </a:lnTo>
                  <a:lnTo>
                    <a:pt x="582" y="11014"/>
                  </a:lnTo>
                  <a:lnTo>
                    <a:pt x="2109" y="12540"/>
                  </a:lnTo>
                  <a:lnTo>
                    <a:pt x="5235" y="16066"/>
                  </a:lnTo>
                  <a:lnTo>
                    <a:pt x="10214" y="22390"/>
                  </a:lnTo>
                  <a:lnTo>
                    <a:pt x="13921" y="27442"/>
                  </a:lnTo>
                  <a:lnTo>
                    <a:pt x="16175" y="30640"/>
                  </a:lnTo>
                  <a:lnTo>
                    <a:pt x="17810" y="32894"/>
                  </a:lnTo>
                  <a:lnTo>
                    <a:pt x="20427" y="36601"/>
                  </a:lnTo>
                  <a:lnTo>
                    <a:pt x="23008" y="40090"/>
                  </a:lnTo>
                  <a:lnTo>
                    <a:pt x="26134" y="44270"/>
                  </a:lnTo>
                  <a:lnTo>
                    <a:pt x="30786" y="49940"/>
                  </a:lnTo>
                  <a:lnTo>
                    <a:pt x="33984" y="53393"/>
                  </a:lnTo>
                  <a:lnTo>
                    <a:pt x="35620" y="54992"/>
                  </a:lnTo>
                  <a:lnTo>
                    <a:pt x="44706" y="54992"/>
                  </a:lnTo>
                  <a:lnTo>
                    <a:pt x="44997" y="54956"/>
                  </a:lnTo>
                  <a:lnTo>
                    <a:pt x="45469" y="54737"/>
                  </a:lnTo>
                  <a:lnTo>
                    <a:pt x="45869" y="54374"/>
                  </a:lnTo>
                  <a:lnTo>
                    <a:pt x="46051" y="53902"/>
                  </a:lnTo>
                  <a:lnTo>
                    <a:pt x="46087" y="53611"/>
                  </a:lnTo>
                  <a:lnTo>
                    <a:pt x="46087" y="44524"/>
                  </a:lnTo>
                  <a:lnTo>
                    <a:pt x="44488" y="42998"/>
                  </a:lnTo>
                  <a:lnTo>
                    <a:pt x="41181" y="39363"/>
                  </a:lnTo>
                  <a:lnTo>
                    <a:pt x="35983" y="32821"/>
                  </a:lnTo>
                  <a:lnTo>
                    <a:pt x="32094" y="27478"/>
                  </a:lnTo>
                  <a:lnTo>
                    <a:pt x="30967" y="25915"/>
                  </a:lnTo>
                  <a:lnTo>
                    <a:pt x="29841" y="24280"/>
                  </a:lnTo>
                  <a:lnTo>
                    <a:pt x="28205" y="22026"/>
                  </a:lnTo>
                  <a:lnTo>
                    <a:pt x="25552" y="18319"/>
                  </a:lnTo>
                  <a:lnTo>
                    <a:pt x="23008" y="14830"/>
                  </a:lnTo>
                  <a:lnTo>
                    <a:pt x="20027" y="10868"/>
                  </a:lnTo>
                  <a:lnTo>
                    <a:pt x="15593" y="5416"/>
                  </a:lnTo>
                  <a:lnTo>
                    <a:pt x="12577" y="2109"/>
                  </a:lnTo>
                  <a:lnTo>
                    <a:pt x="11050" y="5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8" name="Google Shape;303;p32">
              <a:extLst>
                <a:ext uri="{FF2B5EF4-FFF2-40B4-BE49-F238E27FC236}">
                  <a16:creationId xmlns:a16="http://schemas.microsoft.com/office/drawing/2014/main" id="{E715F6BF-4096-CA92-06A6-84BB0D8D0B5D}"/>
                </a:ext>
              </a:extLst>
            </p:cNvPr>
            <p:cNvSpPr/>
            <p:nvPr/>
          </p:nvSpPr>
          <p:spPr>
            <a:xfrm>
              <a:off x="4098917" y="2322021"/>
              <a:ext cx="93582" cy="93582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3853" y="1"/>
                  </a:moveTo>
                  <a:lnTo>
                    <a:pt x="3635" y="146"/>
                  </a:lnTo>
                  <a:lnTo>
                    <a:pt x="146" y="3635"/>
                  </a:lnTo>
                  <a:lnTo>
                    <a:pt x="0" y="3853"/>
                  </a:lnTo>
                  <a:lnTo>
                    <a:pt x="182" y="4253"/>
                  </a:lnTo>
                  <a:lnTo>
                    <a:pt x="436" y="4326"/>
                  </a:lnTo>
                  <a:lnTo>
                    <a:pt x="3926" y="4326"/>
                  </a:lnTo>
                  <a:lnTo>
                    <a:pt x="4071" y="4289"/>
                  </a:lnTo>
                  <a:lnTo>
                    <a:pt x="4289" y="4071"/>
                  </a:lnTo>
                  <a:lnTo>
                    <a:pt x="4325" y="3926"/>
                  </a:lnTo>
                  <a:lnTo>
                    <a:pt x="4325" y="437"/>
                  </a:lnTo>
                  <a:lnTo>
                    <a:pt x="4253" y="182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9" name="Google Shape;304;p32">
              <a:extLst>
                <a:ext uri="{FF2B5EF4-FFF2-40B4-BE49-F238E27FC236}">
                  <a16:creationId xmlns:a16="http://schemas.microsoft.com/office/drawing/2014/main" id="{AF1D46D2-C4A1-E466-64DF-0694BF7133E8}"/>
                </a:ext>
              </a:extLst>
            </p:cNvPr>
            <p:cNvSpPr/>
            <p:nvPr/>
          </p:nvSpPr>
          <p:spPr>
            <a:xfrm>
              <a:off x="4870211" y="3285150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3817" y="1"/>
                  </a:moveTo>
                  <a:lnTo>
                    <a:pt x="3635" y="146"/>
                  </a:lnTo>
                  <a:lnTo>
                    <a:pt x="146" y="3599"/>
                  </a:lnTo>
                  <a:lnTo>
                    <a:pt x="0" y="3817"/>
                  </a:lnTo>
                  <a:lnTo>
                    <a:pt x="182" y="4253"/>
                  </a:lnTo>
                  <a:lnTo>
                    <a:pt x="437" y="4290"/>
                  </a:lnTo>
                  <a:lnTo>
                    <a:pt x="4071" y="4290"/>
                  </a:lnTo>
                  <a:lnTo>
                    <a:pt x="4289" y="4035"/>
                  </a:lnTo>
                  <a:lnTo>
                    <a:pt x="4289" y="3890"/>
                  </a:lnTo>
                  <a:lnTo>
                    <a:pt x="4289" y="401"/>
                  </a:lnTo>
                  <a:lnTo>
                    <a:pt x="4253" y="146"/>
                  </a:lnTo>
                  <a:lnTo>
                    <a:pt x="38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0" name="Google Shape;305;p32">
              <a:extLst>
                <a:ext uri="{FF2B5EF4-FFF2-40B4-BE49-F238E27FC236}">
                  <a16:creationId xmlns:a16="http://schemas.microsoft.com/office/drawing/2014/main" id="{E0D9FF09-A110-2B36-FBBF-7365F014C36F}"/>
                </a:ext>
              </a:extLst>
            </p:cNvPr>
            <p:cNvSpPr/>
            <p:nvPr/>
          </p:nvSpPr>
          <p:spPr>
            <a:xfrm>
              <a:off x="5834139" y="3210475"/>
              <a:ext cx="93582" cy="93582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436" y="0"/>
                  </a:moveTo>
                  <a:lnTo>
                    <a:pt x="182" y="73"/>
                  </a:lnTo>
                  <a:lnTo>
                    <a:pt x="0" y="509"/>
                  </a:lnTo>
                  <a:lnTo>
                    <a:pt x="146" y="691"/>
                  </a:lnTo>
                  <a:lnTo>
                    <a:pt x="3635" y="4180"/>
                  </a:lnTo>
                  <a:lnTo>
                    <a:pt x="3853" y="4325"/>
                  </a:lnTo>
                  <a:lnTo>
                    <a:pt x="4253" y="4144"/>
                  </a:lnTo>
                  <a:lnTo>
                    <a:pt x="4325" y="3889"/>
                  </a:lnTo>
                  <a:lnTo>
                    <a:pt x="4325" y="436"/>
                  </a:lnTo>
                  <a:lnTo>
                    <a:pt x="4289" y="255"/>
                  </a:lnTo>
                  <a:lnTo>
                    <a:pt x="4071" y="36"/>
                  </a:lnTo>
                  <a:lnTo>
                    <a:pt x="39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1" name="Google Shape;306;p32">
              <a:extLst>
                <a:ext uri="{FF2B5EF4-FFF2-40B4-BE49-F238E27FC236}">
                  <a16:creationId xmlns:a16="http://schemas.microsoft.com/office/drawing/2014/main" id="{0643345D-719F-CCEF-9341-9CE4C98D9481}"/>
                </a:ext>
              </a:extLst>
            </p:cNvPr>
            <p:cNvSpPr/>
            <p:nvPr/>
          </p:nvSpPr>
          <p:spPr>
            <a:xfrm>
              <a:off x="5761022" y="2247325"/>
              <a:ext cx="92782" cy="92803"/>
            </a:xfrm>
            <a:custGeom>
              <a:avLst/>
              <a:gdLst/>
              <a:ahLst/>
              <a:cxnLst/>
              <a:rect l="l" t="t" r="r" b="b"/>
              <a:pathLst>
                <a:path w="4289" h="4290" extrusionOk="0">
                  <a:moveTo>
                    <a:pt x="400" y="1"/>
                  </a:moveTo>
                  <a:lnTo>
                    <a:pt x="218" y="37"/>
                  </a:lnTo>
                  <a:lnTo>
                    <a:pt x="0" y="255"/>
                  </a:lnTo>
                  <a:lnTo>
                    <a:pt x="0" y="401"/>
                  </a:lnTo>
                  <a:lnTo>
                    <a:pt x="0" y="3890"/>
                  </a:lnTo>
                  <a:lnTo>
                    <a:pt x="36" y="4108"/>
                  </a:lnTo>
                  <a:lnTo>
                    <a:pt x="473" y="4290"/>
                  </a:lnTo>
                  <a:lnTo>
                    <a:pt x="654" y="4180"/>
                  </a:lnTo>
                  <a:lnTo>
                    <a:pt x="4143" y="691"/>
                  </a:lnTo>
                  <a:lnTo>
                    <a:pt x="4289" y="473"/>
                  </a:lnTo>
                  <a:lnTo>
                    <a:pt x="4107" y="37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2" name="Google Shape;307;p32">
              <a:extLst>
                <a:ext uri="{FF2B5EF4-FFF2-40B4-BE49-F238E27FC236}">
                  <a16:creationId xmlns:a16="http://schemas.microsoft.com/office/drawing/2014/main" id="{6AB2B8D9-E40D-7530-F40C-2A7D3A20A804}"/>
                </a:ext>
              </a:extLst>
            </p:cNvPr>
            <p:cNvSpPr/>
            <p:nvPr/>
          </p:nvSpPr>
          <p:spPr>
            <a:xfrm>
              <a:off x="4797094" y="2319663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473" y="1"/>
                  </a:moveTo>
                  <a:lnTo>
                    <a:pt x="37" y="182"/>
                  </a:lnTo>
                  <a:lnTo>
                    <a:pt x="0" y="437"/>
                  </a:lnTo>
                  <a:lnTo>
                    <a:pt x="0" y="3890"/>
                  </a:lnTo>
                  <a:lnTo>
                    <a:pt x="0" y="4071"/>
                  </a:lnTo>
                  <a:lnTo>
                    <a:pt x="218" y="4289"/>
                  </a:lnTo>
                  <a:lnTo>
                    <a:pt x="3889" y="4289"/>
                  </a:lnTo>
                  <a:lnTo>
                    <a:pt x="4107" y="4253"/>
                  </a:lnTo>
                  <a:lnTo>
                    <a:pt x="4289" y="3817"/>
                  </a:lnTo>
                  <a:lnTo>
                    <a:pt x="4180" y="3635"/>
                  </a:lnTo>
                  <a:lnTo>
                    <a:pt x="691" y="146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3" name="Google Shape;308;p32">
              <a:extLst>
                <a:ext uri="{FF2B5EF4-FFF2-40B4-BE49-F238E27FC236}">
                  <a16:creationId xmlns:a16="http://schemas.microsoft.com/office/drawing/2014/main" id="{11B3721F-098B-42C8-E6ED-C7B904573B6E}"/>
                </a:ext>
              </a:extLst>
            </p:cNvPr>
            <p:cNvSpPr/>
            <p:nvPr/>
          </p:nvSpPr>
          <p:spPr>
            <a:xfrm>
              <a:off x="4025800" y="3282792"/>
              <a:ext cx="93582" cy="93604"/>
            </a:xfrm>
            <a:custGeom>
              <a:avLst/>
              <a:gdLst/>
              <a:ahLst/>
              <a:cxnLst/>
              <a:rect l="l" t="t" r="r" b="b"/>
              <a:pathLst>
                <a:path w="4326" h="4327" extrusionOk="0">
                  <a:moveTo>
                    <a:pt x="509" y="1"/>
                  </a:moveTo>
                  <a:lnTo>
                    <a:pt x="73" y="183"/>
                  </a:lnTo>
                  <a:lnTo>
                    <a:pt x="0" y="437"/>
                  </a:lnTo>
                  <a:lnTo>
                    <a:pt x="0" y="3926"/>
                  </a:lnTo>
                  <a:lnTo>
                    <a:pt x="36" y="4072"/>
                  </a:lnTo>
                  <a:lnTo>
                    <a:pt x="255" y="4290"/>
                  </a:lnTo>
                  <a:lnTo>
                    <a:pt x="400" y="4326"/>
                  </a:lnTo>
                  <a:lnTo>
                    <a:pt x="3889" y="4326"/>
                  </a:lnTo>
                  <a:lnTo>
                    <a:pt x="4143" y="4290"/>
                  </a:lnTo>
                  <a:lnTo>
                    <a:pt x="4325" y="3854"/>
                  </a:lnTo>
                  <a:lnTo>
                    <a:pt x="4180" y="3636"/>
                  </a:lnTo>
                  <a:lnTo>
                    <a:pt x="727" y="18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4" name="Google Shape;309;p32">
              <a:extLst>
                <a:ext uri="{FF2B5EF4-FFF2-40B4-BE49-F238E27FC236}">
                  <a16:creationId xmlns:a16="http://schemas.microsoft.com/office/drawing/2014/main" id="{5F2D6E15-4674-A9AF-C369-D662FD3C159A}"/>
                </a:ext>
              </a:extLst>
            </p:cNvPr>
            <p:cNvSpPr/>
            <p:nvPr/>
          </p:nvSpPr>
          <p:spPr>
            <a:xfrm>
              <a:off x="3061071" y="3212833"/>
              <a:ext cx="92803" cy="92782"/>
            </a:xfrm>
            <a:custGeom>
              <a:avLst/>
              <a:gdLst/>
              <a:ahLst/>
              <a:cxnLst/>
              <a:rect l="l" t="t" r="r" b="b"/>
              <a:pathLst>
                <a:path w="4290" h="4289" extrusionOk="0">
                  <a:moveTo>
                    <a:pt x="255" y="0"/>
                  </a:moveTo>
                  <a:lnTo>
                    <a:pt x="1" y="218"/>
                  </a:lnTo>
                  <a:lnTo>
                    <a:pt x="1" y="400"/>
                  </a:lnTo>
                  <a:lnTo>
                    <a:pt x="1" y="3889"/>
                  </a:lnTo>
                  <a:lnTo>
                    <a:pt x="37" y="4107"/>
                  </a:lnTo>
                  <a:lnTo>
                    <a:pt x="473" y="4289"/>
                  </a:lnTo>
                  <a:lnTo>
                    <a:pt x="691" y="4144"/>
                  </a:lnTo>
                  <a:lnTo>
                    <a:pt x="4181" y="691"/>
                  </a:lnTo>
                  <a:lnTo>
                    <a:pt x="4290" y="473"/>
                  </a:lnTo>
                  <a:lnTo>
                    <a:pt x="4144" y="37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5" name="Google Shape;310;p32">
              <a:extLst>
                <a:ext uri="{FF2B5EF4-FFF2-40B4-BE49-F238E27FC236}">
                  <a16:creationId xmlns:a16="http://schemas.microsoft.com/office/drawing/2014/main" id="{2544250C-AAE3-D28C-858A-7F35A0A9F71E}"/>
                </a:ext>
              </a:extLst>
            </p:cNvPr>
            <p:cNvSpPr/>
            <p:nvPr/>
          </p:nvSpPr>
          <p:spPr>
            <a:xfrm>
              <a:off x="3134988" y="2245767"/>
              <a:ext cx="92803" cy="93582"/>
            </a:xfrm>
            <a:custGeom>
              <a:avLst/>
              <a:gdLst/>
              <a:ahLst/>
              <a:cxnLst/>
              <a:rect l="l" t="t" r="r" b="b"/>
              <a:pathLst>
                <a:path w="4290" h="4326" extrusionOk="0">
                  <a:moveTo>
                    <a:pt x="437" y="0"/>
                  </a:moveTo>
                  <a:lnTo>
                    <a:pt x="182" y="73"/>
                  </a:lnTo>
                  <a:lnTo>
                    <a:pt x="0" y="473"/>
                  </a:lnTo>
                  <a:lnTo>
                    <a:pt x="146" y="691"/>
                  </a:lnTo>
                  <a:lnTo>
                    <a:pt x="3599" y="4180"/>
                  </a:lnTo>
                  <a:lnTo>
                    <a:pt x="3817" y="4325"/>
                  </a:lnTo>
                  <a:lnTo>
                    <a:pt x="4253" y="4143"/>
                  </a:lnTo>
                  <a:lnTo>
                    <a:pt x="4289" y="3889"/>
                  </a:lnTo>
                  <a:lnTo>
                    <a:pt x="4289" y="400"/>
                  </a:lnTo>
                  <a:lnTo>
                    <a:pt x="4289" y="254"/>
                  </a:lnTo>
                  <a:lnTo>
                    <a:pt x="4071" y="36"/>
                  </a:lnTo>
                  <a:lnTo>
                    <a:pt x="38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</p:grpSp>
      <p:sp>
        <p:nvSpPr>
          <p:cNvPr id="57" name="CuadroTexto 56">
            <a:extLst>
              <a:ext uri="{FF2B5EF4-FFF2-40B4-BE49-F238E27FC236}">
                <a16:creationId xmlns:a16="http://schemas.microsoft.com/office/drawing/2014/main" id="{2F0FC760-872B-42DC-CB3C-91FBDF9391C1}"/>
              </a:ext>
            </a:extLst>
          </p:cNvPr>
          <p:cNvSpPr txBox="1"/>
          <p:nvPr/>
        </p:nvSpPr>
        <p:spPr>
          <a:xfrm rot="18698352">
            <a:off x="5542171" y="3249962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718F02CD-3667-3442-F5D0-F72A7822CBA7}"/>
              </a:ext>
            </a:extLst>
          </p:cNvPr>
          <p:cNvSpPr txBox="1"/>
          <p:nvPr/>
        </p:nvSpPr>
        <p:spPr>
          <a:xfrm rot="152627">
            <a:off x="8064162" y="1800026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B30DFDA0-8963-A308-7010-91999DADC710}"/>
              </a:ext>
            </a:extLst>
          </p:cNvPr>
          <p:cNvSpPr txBox="1"/>
          <p:nvPr/>
        </p:nvSpPr>
        <p:spPr>
          <a:xfrm rot="5400000">
            <a:off x="9629144" y="3364216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881CA8A7-CC01-BDAB-47CD-4DB10B1970ED}"/>
              </a:ext>
            </a:extLst>
          </p:cNvPr>
          <p:cNvSpPr txBox="1"/>
          <p:nvPr/>
        </p:nvSpPr>
        <p:spPr>
          <a:xfrm>
            <a:off x="7828111" y="4635655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B480C1E2-E04A-780B-A745-1A57F756D6DF}"/>
              </a:ext>
            </a:extLst>
          </p:cNvPr>
          <p:cNvSpPr txBox="1"/>
          <p:nvPr/>
        </p:nvSpPr>
        <p:spPr>
          <a:xfrm rot="2606566">
            <a:off x="5262976" y="2588957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C3CEAA41-0DB8-DC24-AFFA-8F121F059190}"/>
              </a:ext>
            </a:extLst>
          </p:cNvPr>
          <p:cNvSpPr txBox="1"/>
          <p:nvPr/>
        </p:nvSpPr>
        <p:spPr>
          <a:xfrm>
            <a:off x="3485088" y="1806495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A1147635-5FB7-ED30-2713-BB786305D12D}"/>
              </a:ext>
            </a:extLst>
          </p:cNvPr>
          <p:cNvSpPr txBox="1"/>
          <p:nvPr/>
        </p:nvSpPr>
        <p:spPr>
          <a:xfrm rot="16200000">
            <a:off x="1775627" y="3260245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5D475E2B-738F-2B5B-49C6-DE1162738CB1}"/>
              </a:ext>
            </a:extLst>
          </p:cNvPr>
          <p:cNvSpPr txBox="1"/>
          <p:nvPr/>
        </p:nvSpPr>
        <p:spPr>
          <a:xfrm>
            <a:off x="3691830" y="4638684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FF8512C2-5C69-AEEB-EED1-69E5B3CC0F06}"/>
              </a:ext>
            </a:extLst>
          </p:cNvPr>
          <p:cNvSpPr txBox="1"/>
          <p:nvPr/>
        </p:nvSpPr>
        <p:spPr>
          <a:xfrm>
            <a:off x="2942355" y="2726742"/>
            <a:ext cx="22733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4BC3E37C-03EB-E2E5-9FAF-19241DB536CA}"/>
              </a:ext>
            </a:extLst>
          </p:cNvPr>
          <p:cNvSpPr txBox="1"/>
          <p:nvPr/>
        </p:nvSpPr>
        <p:spPr>
          <a:xfrm>
            <a:off x="7399213" y="2727237"/>
            <a:ext cx="23599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</a:p>
        </p:txBody>
      </p:sp>
      <p:grpSp>
        <p:nvGrpSpPr>
          <p:cNvPr id="83" name="Grupo 82">
            <a:extLst>
              <a:ext uri="{FF2B5EF4-FFF2-40B4-BE49-F238E27FC236}">
                <a16:creationId xmlns:a16="http://schemas.microsoft.com/office/drawing/2014/main" id="{57787002-49BD-B904-AB07-76856C9414ED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7EBA8672-0BA7-2802-4D5A-AE8C5AEF0977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rgbClr val="8B1B3F"/>
                  </a:solidFill>
                </a:rPr>
                <a:t>PROVIDER EVENTS (</a:t>
              </a:r>
              <a:r>
                <a:rPr lang="en-US" b="1" noProof="0" dirty="0" err="1">
                  <a:solidFill>
                    <a:srgbClr val="8B1B3F"/>
                  </a:solidFill>
                </a:rPr>
                <a:t>pe</a:t>
              </a:r>
              <a:r>
                <a:rPr lang="en-US" b="1" baseline="-25000" noProof="0" dirty="0" err="1">
                  <a:solidFill>
                    <a:srgbClr val="8B1B3F"/>
                  </a:solidFill>
                </a:rPr>
                <a:t>j</a:t>
              </a:r>
              <a:r>
                <a:rPr lang="en-US" b="1" noProof="0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10DCC8B1-5115-C27B-3D64-D38369219203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/>
                <a:t>pe</a:t>
              </a:r>
              <a:r>
                <a:rPr lang="en-US" sz="2400" baseline="-25000" noProof="0" dirty="0"/>
                <a:t>1 (new plan)</a:t>
              </a:r>
            </a:p>
          </p:txBody>
        </p:sp>
        <p:sp>
          <p:nvSpPr>
            <p:cNvPr id="86" name="Rectángulo 85">
              <a:extLst>
                <a:ext uri="{FF2B5EF4-FFF2-40B4-BE49-F238E27FC236}">
                  <a16:creationId xmlns:a16="http://schemas.microsoft.com/office/drawing/2014/main" id="{ADCC2B62-DF54-DBA2-9BC5-F179615B4CA6}"/>
                </a:ext>
              </a:extLst>
            </p:cNvPr>
            <p:cNvSpPr/>
            <p:nvPr/>
          </p:nvSpPr>
          <p:spPr>
            <a:xfrm>
              <a:off x="4642441" y="0"/>
              <a:ext cx="2292129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/>
                <a:t>pe</a:t>
              </a:r>
              <a:r>
                <a:rPr lang="en-US" sz="2400" baseline="-25000" noProof="0" dirty="0"/>
                <a:t>2 (new feature)</a:t>
              </a:r>
            </a:p>
          </p:txBody>
        </p:sp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DD407CE3-F5E2-C4D2-077C-E262D0B3527F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/>
                <a:t>pe</a:t>
              </a:r>
              <a:r>
                <a:rPr lang="en-US" sz="2400" baseline="-25000" noProof="0" dirty="0"/>
                <a:t>3 (price change)</a:t>
              </a:r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0869CCAF-46E5-3167-6A03-98CC846C6A9A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 err="1"/>
                <a:t>pe</a:t>
              </a:r>
              <a:r>
                <a:rPr lang="en-US" sz="2400" baseline="-25000" noProof="0" dirty="0" err="1"/>
                <a:t>j</a:t>
              </a:r>
              <a:r>
                <a:rPr lang="en-US" sz="2400" baseline="-25000" noProof="0" dirty="0"/>
                <a:t> (feature reallocation)</a:t>
              </a:r>
            </a:p>
          </p:txBody>
        </p:sp>
      </p:grp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6650A221-5A94-1A44-6FFF-C080F59F92C4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D396BEEF-FE6C-7E04-22F2-22B8972C22D1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Elipse 90">
            <a:extLst>
              <a:ext uri="{FF2B5EF4-FFF2-40B4-BE49-F238E27FC236}">
                <a16:creationId xmlns:a16="http://schemas.microsoft.com/office/drawing/2014/main" id="{E8DA74AB-D33C-428C-AF24-DFC290B1BB3B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C187F5B8-C213-83B7-C29F-60004B342C7F}"/>
              </a:ext>
            </a:extLst>
          </p:cNvPr>
          <p:cNvSpPr/>
          <p:nvPr/>
        </p:nvSpPr>
        <p:spPr>
          <a:xfrm>
            <a:off x="5662891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sp>
        <p:nvSpPr>
          <p:cNvPr id="93" name="Elipse 92">
            <a:extLst>
              <a:ext uri="{FF2B5EF4-FFF2-40B4-BE49-F238E27FC236}">
                <a16:creationId xmlns:a16="http://schemas.microsoft.com/office/drawing/2014/main" id="{1D3F91C5-6DA0-BEA5-029D-89238747901C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185B34C0-0DEC-9E06-F2FB-F5A2474298EE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grpSp>
        <p:nvGrpSpPr>
          <p:cNvPr id="95" name="Grupo 94">
            <a:extLst>
              <a:ext uri="{FF2B5EF4-FFF2-40B4-BE49-F238E27FC236}">
                <a16:creationId xmlns:a16="http://schemas.microsoft.com/office/drawing/2014/main" id="{507463E2-7069-B78B-CCF3-F5F55C7004B8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96" name="Elipse 95">
              <a:extLst>
                <a:ext uri="{FF2B5EF4-FFF2-40B4-BE49-F238E27FC236}">
                  <a16:creationId xmlns:a16="http://schemas.microsoft.com/office/drawing/2014/main" id="{A719E09F-A3DA-3344-1413-222AD468A614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7" name="Elipse 96">
              <a:extLst>
                <a:ext uri="{FF2B5EF4-FFF2-40B4-BE49-F238E27FC236}">
                  <a16:creationId xmlns:a16="http://schemas.microsoft.com/office/drawing/2014/main" id="{20FD2593-D7AB-357F-ED74-866A33680ADF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8" name="Elipse 97">
              <a:extLst>
                <a:ext uri="{FF2B5EF4-FFF2-40B4-BE49-F238E27FC236}">
                  <a16:creationId xmlns:a16="http://schemas.microsoft.com/office/drawing/2014/main" id="{52BD2877-8CC2-F679-278A-C9329D30ACB0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F3BB0F85-9E56-8971-5119-9BBECEBA353A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ítulo 1">
            <a:extLst>
              <a:ext uri="{FF2B5EF4-FFF2-40B4-BE49-F238E27FC236}">
                <a16:creationId xmlns:a16="http://schemas.microsoft.com/office/drawing/2014/main" id="{FC8B8AB6-B9DC-56A1-82F9-E0C35C63F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n-US" b="1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Traditional DevOps </a:t>
            </a:r>
            <a:r>
              <a:rPr lang="en-US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</a:t>
            </a:r>
            <a:r>
              <a:rPr lang="en-US" b="1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ife </a:t>
            </a:r>
            <a:r>
              <a:rPr lang="en-US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</a:t>
            </a:r>
            <a:r>
              <a:rPr lang="en-US" b="1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ycle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151D705-3436-B326-B1F9-3A6513BA4F85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84993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9611E3-9E8D-2704-D290-2F44075AC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294;p32">
            <a:extLst>
              <a:ext uri="{FF2B5EF4-FFF2-40B4-BE49-F238E27FC236}">
                <a16:creationId xmlns:a16="http://schemas.microsoft.com/office/drawing/2014/main" id="{2A1714CE-0174-78CB-81C7-5E37D60547EE}"/>
              </a:ext>
            </a:extLst>
          </p:cNvPr>
          <p:cNvGrpSpPr/>
          <p:nvPr/>
        </p:nvGrpSpPr>
        <p:grpSpPr>
          <a:xfrm flipV="1">
            <a:off x="1828138" y="1717688"/>
            <a:ext cx="8935425" cy="3553280"/>
            <a:chOff x="2784331" y="1968226"/>
            <a:chExt cx="3419361" cy="1688854"/>
          </a:xfrm>
        </p:grpSpPr>
        <p:sp>
          <p:nvSpPr>
            <p:cNvPr id="40" name="Google Shape;295;p32">
              <a:extLst>
                <a:ext uri="{FF2B5EF4-FFF2-40B4-BE49-F238E27FC236}">
                  <a16:creationId xmlns:a16="http://schemas.microsoft.com/office/drawing/2014/main" id="{D8107E62-348E-1C12-FCE5-B3D2FCF7A5E4}"/>
                </a:ext>
              </a:extLst>
            </p:cNvPr>
            <p:cNvSpPr/>
            <p:nvPr/>
          </p:nvSpPr>
          <p:spPr>
            <a:xfrm>
              <a:off x="2784331" y="2216672"/>
              <a:ext cx="473341" cy="1192751"/>
            </a:xfrm>
            <a:custGeom>
              <a:avLst/>
              <a:gdLst/>
              <a:ahLst/>
              <a:cxnLst/>
              <a:rect l="l" t="t" r="r" b="b"/>
              <a:pathLst>
                <a:path w="21881" h="55137" extrusionOk="0">
                  <a:moveTo>
                    <a:pt x="11413" y="0"/>
                  </a:moveTo>
                  <a:lnTo>
                    <a:pt x="10032" y="1454"/>
                  </a:lnTo>
                  <a:lnTo>
                    <a:pt x="7524" y="4507"/>
                  </a:lnTo>
                  <a:lnTo>
                    <a:pt x="5379" y="7742"/>
                  </a:lnTo>
                  <a:lnTo>
                    <a:pt x="3598" y="11158"/>
                  </a:lnTo>
                  <a:lnTo>
                    <a:pt x="2145" y="14684"/>
                  </a:lnTo>
                  <a:lnTo>
                    <a:pt x="1091" y="18282"/>
                  </a:lnTo>
                  <a:lnTo>
                    <a:pt x="364" y="21989"/>
                  </a:lnTo>
                  <a:lnTo>
                    <a:pt x="0" y="25697"/>
                  </a:lnTo>
                  <a:lnTo>
                    <a:pt x="0" y="29440"/>
                  </a:lnTo>
                  <a:lnTo>
                    <a:pt x="364" y="33184"/>
                  </a:lnTo>
                  <a:lnTo>
                    <a:pt x="1091" y="36855"/>
                  </a:lnTo>
                  <a:lnTo>
                    <a:pt x="2145" y="40489"/>
                  </a:lnTo>
                  <a:lnTo>
                    <a:pt x="3598" y="44015"/>
                  </a:lnTo>
                  <a:lnTo>
                    <a:pt x="5379" y="47395"/>
                  </a:lnTo>
                  <a:lnTo>
                    <a:pt x="7524" y="50630"/>
                  </a:lnTo>
                  <a:lnTo>
                    <a:pt x="10032" y="53683"/>
                  </a:lnTo>
                  <a:lnTo>
                    <a:pt x="11413" y="55137"/>
                  </a:lnTo>
                  <a:lnTo>
                    <a:pt x="11413" y="46050"/>
                  </a:lnTo>
                  <a:lnTo>
                    <a:pt x="11449" y="45759"/>
                  </a:lnTo>
                  <a:lnTo>
                    <a:pt x="11631" y="45287"/>
                  </a:lnTo>
                  <a:lnTo>
                    <a:pt x="12031" y="44887"/>
                  </a:lnTo>
                  <a:lnTo>
                    <a:pt x="12503" y="44705"/>
                  </a:lnTo>
                  <a:lnTo>
                    <a:pt x="12794" y="44669"/>
                  </a:lnTo>
                  <a:lnTo>
                    <a:pt x="21880" y="44669"/>
                  </a:lnTo>
                  <a:lnTo>
                    <a:pt x="21044" y="43797"/>
                  </a:lnTo>
                  <a:lnTo>
                    <a:pt x="19518" y="41979"/>
                  </a:lnTo>
                  <a:lnTo>
                    <a:pt x="18209" y="39980"/>
                  </a:lnTo>
                  <a:lnTo>
                    <a:pt x="17083" y="37909"/>
                  </a:lnTo>
                  <a:lnTo>
                    <a:pt x="16174" y="35728"/>
                  </a:lnTo>
                  <a:lnTo>
                    <a:pt x="15483" y="33438"/>
                  </a:lnTo>
                  <a:lnTo>
                    <a:pt x="15011" y="31112"/>
                  </a:lnTo>
                  <a:lnTo>
                    <a:pt x="14793" y="28750"/>
                  </a:lnTo>
                  <a:lnTo>
                    <a:pt x="14757" y="27550"/>
                  </a:lnTo>
                  <a:lnTo>
                    <a:pt x="14793" y="26351"/>
                  </a:lnTo>
                  <a:lnTo>
                    <a:pt x="15011" y="23952"/>
                  </a:lnTo>
                  <a:lnTo>
                    <a:pt x="15483" y="21626"/>
                  </a:lnTo>
                  <a:lnTo>
                    <a:pt x="16174" y="19372"/>
                  </a:lnTo>
                  <a:lnTo>
                    <a:pt x="17083" y="17192"/>
                  </a:lnTo>
                  <a:lnTo>
                    <a:pt x="18209" y="15084"/>
                  </a:lnTo>
                  <a:lnTo>
                    <a:pt x="19518" y="13121"/>
                  </a:lnTo>
                  <a:lnTo>
                    <a:pt x="21044" y="11267"/>
                  </a:lnTo>
                  <a:lnTo>
                    <a:pt x="21880" y="10431"/>
                  </a:lnTo>
                  <a:lnTo>
                    <a:pt x="21880" y="1381"/>
                  </a:lnTo>
                  <a:lnTo>
                    <a:pt x="21844" y="1091"/>
                  </a:lnTo>
                  <a:lnTo>
                    <a:pt x="21662" y="582"/>
                  </a:lnTo>
                  <a:lnTo>
                    <a:pt x="21262" y="218"/>
                  </a:lnTo>
                  <a:lnTo>
                    <a:pt x="20790" y="37"/>
                  </a:lnTo>
                  <a:lnTo>
                    <a:pt x="2049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1" name="Google Shape;296;p32">
              <a:extLst>
                <a:ext uri="{FF2B5EF4-FFF2-40B4-BE49-F238E27FC236}">
                  <a16:creationId xmlns:a16="http://schemas.microsoft.com/office/drawing/2014/main" id="{260C5CF2-BF0D-A83D-F34A-EF0A5836C0FC}"/>
                </a:ext>
              </a:extLst>
            </p:cNvPr>
            <p:cNvSpPr/>
            <p:nvPr/>
          </p:nvSpPr>
          <p:spPr>
            <a:xfrm>
              <a:off x="3031197" y="1968226"/>
              <a:ext cx="1190415" cy="476477"/>
            </a:xfrm>
            <a:custGeom>
              <a:avLst/>
              <a:gdLst/>
              <a:ahLst/>
              <a:cxnLst/>
              <a:rect l="l" t="t" r="r" b="b"/>
              <a:pathLst>
                <a:path w="55029" h="22026" extrusionOk="0">
                  <a:moveTo>
                    <a:pt x="27587" y="0"/>
                  </a:moveTo>
                  <a:lnTo>
                    <a:pt x="25661" y="36"/>
                  </a:lnTo>
                  <a:lnTo>
                    <a:pt x="21845" y="436"/>
                  </a:lnTo>
                  <a:lnTo>
                    <a:pt x="18065" y="1163"/>
                  </a:lnTo>
                  <a:lnTo>
                    <a:pt x="14430" y="2290"/>
                  </a:lnTo>
                  <a:lnTo>
                    <a:pt x="10904" y="3744"/>
                  </a:lnTo>
                  <a:lnTo>
                    <a:pt x="7561" y="5525"/>
                  </a:lnTo>
                  <a:lnTo>
                    <a:pt x="4362" y="7669"/>
                  </a:lnTo>
                  <a:lnTo>
                    <a:pt x="1418" y="10104"/>
                  </a:lnTo>
                  <a:lnTo>
                    <a:pt x="1" y="11449"/>
                  </a:lnTo>
                  <a:lnTo>
                    <a:pt x="9087" y="11449"/>
                  </a:lnTo>
                  <a:lnTo>
                    <a:pt x="9378" y="11485"/>
                  </a:lnTo>
                  <a:lnTo>
                    <a:pt x="9850" y="11667"/>
                  </a:lnTo>
                  <a:lnTo>
                    <a:pt x="10250" y="12067"/>
                  </a:lnTo>
                  <a:lnTo>
                    <a:pt x="10432" y="12539"/>
                  </a:lnTo>
                  <a:lnTo>
                    <a:pt x="10468" y="12830"/>
                  </a:lnTo>
                  <a:lnTo>
                    <a:pt x="10468" y="21916"/>
                  </a:lnTo>
                  <a:lnTo>
                    <a:pt x="11341" y="21081"/>
                  </a:lnTo>
                  <a:lnTo>
                    <a:pt x="13158" y="19554"/>
                  </a:lnTo>
                  <a:lnTo>
                    <a:pt x="15157" y="18209"/>
                  </a:lnTo>
                  <a:lnTo>
                    <a:pt x="17229" y="17119"/>
                  </a:lnTo>
                  <a:lnTo>
                    <a:pt x="19409" y="16210"/>
                  </a:lnTo>
                  <a:lnTo>
                    <a:pt x="21699" y="15520"/>
                  </a:lnTo>
                  <a:lnTo>
                    <a:pt x="24025" y="15047"/>
                  </a:lnTo>
                  <a:lnTo>
                    <a:pt x="26388" y="14829"/>
                  </a:lnTo>
                  <a:lnTo>
                    <a:pt x="27623" y="14793"/>
                  </a:lnTo>
                  <a:lnTo>
                    <a:pt x="28859" y="14829"/>
                  </a:lnTo>
                  <a:lnTo>
                    <a:pt x="31222" y="15047"/>
                  </a:lnTo>
                  <a:lnTo>
                    <a:pt x="33475" y="15483"/>
                  </a:lnTo>
                  <a:lnTo>
                    <a:pt x="35620" y="16174"/>
                  </a:lnTo>
                  <a:lnTo>
                    <a:pt x="37691" y="17046"/>
                  </a:lnTo>
                  <a:lnTo>
                    <a:pt x="39727" y="18209"/>
                  </a:lnTo>
                  <a:lnTo>
                    <a:pt x="41689" y="19554"/>
                  </a:lnTo>
                  <a:lnTo>
                    <a:pt x="43616" y="21153"/>
                  </a:lnTo>
                  <a:lnTo>
                    <a:pt x="44597" y="22025"/>
                  </a:lnTo>
                  <a:lnTo>
                    <a:pt x="53974" y="22025"/>
                  </a:lnTo>
                  <a:lnTo>
                    <a:pt x="54447" y="21807"/>
                  </a:lnTo>
                  <a:lnTo>
                    <a:pt x="54810" y="21444"/>
                  </a:lnTo>
                  <a:lnTo>
                    <a:pt x="55028" y="20935"/>
                  </a:lnTo>
                  <a:lnTo>
                    <a:pt x="55028" y="20681"/>
                  </a:lnTo>
                  <a:lnTo>
                    <a:pt x="55028" y="11594"/>
                  </a:lnTo>
                  <a:lnTo>
                    <a:pt x="54447" y="11049"/>
                  </a:lnTo>
                  <a:lnTo>
                    <a:pt x="53865" y="10504"/>
                  </a:lnTo>
                  <a:lnTo>
                    <a:pt x="52375" y="9195"/>
                  </a:lnTo>
                  <a:lnTo>
                    <a:pt x="49322" y="6869"/>
                  </a:lnTo>
                  <a:lnTo>
                    <a:pt x="46233" y="4870"/>
                  </a:lnTo>
                  <a:lnTo>
                    <a:pt x="43070" y="3235"/>
                  </a:lnTo>
                  <a:lnTo>
                    <a:pt x="39799" y="1963"/>
                  </a:lnTo>
                  <a:lnTo>
                    <a:pt x="36456" y="981"/>
                  </a:lnTo>
                  <a:lnTo>
                    <a:pt x="33003" y="363"/>
                  </a:lnTo>
                  <a:lnTo>
                    <a:pt x="29441" y="36"/>
                  </a:lnTo>
                  <a:lnTo>
                    <a:pt x="27587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2" name="Google Shape;297;p32">
              <a:extLst>
                <a:ext uri="{FF2B5EF4-FFF2-40B4-BE49-F238E27FC236}">
                  <a16:creationId xmlns:a16="http://schemas.microsoft.com/office/drawing/2014/main" id="{A509BBC7-233B-19F4-D27C-FF83CB30E376}"/>
                </a:ext>
              </a:extLst>
            </p:cNvPr>
            <p:cNvSpPr/>
            <p:nvPr/>
          </p:nvSpPr>
          <p:spPr>
            <a:xfrm>
              <a:off x="3994347" y="2219030"/>
              <a:ext cx="996977" cy="1188814"/>
            </a:xfrm>
            <a:custGeom>
              <a:avLst/>
              <a:gdLst/>
              <a:ahLst/>
              <a:cxnLst/>
              <a:rect l="l" t="t" r="r" b="b"/>
              <a:pathLst>
                <a:path w="46087" h="54955" extrusionOk="0">
                  <a:moveTo>
                    <a:pt x="35619" y="0"/>
                  </a:moveTo>
                  <a:lnTo>
                    <a:pt x="35038" y="545"/>
                  </a:lnTo>
                  <a:lnTo>
                    <a:pt x="33475" y="2072"/>
                  </a:lnTo>
                  <a:lnTo>
                    <a:pt x="30458" y="5379"/>
                  </a:lnTo>
                  <a:lnTo>
                    <a:pt x="26024" y="10831"/>
                  </a:lnTo>
                  <a:lnTo>
                    <a:pt x="23080" y="14829"/>
                  </a:lnTo>
                  <a:lnTo>
                    <a:pt x="20499" y="18318"/>
                  </a:lnTo>
                  <a:lnTo>
                    <a:pt x="17882" y="21989"/>
                  </a:lnTo>
                  <a:lnTo>
                    <a:pt x="16247" y="24279"/>
                  </a:lnTo>
                  <a:lnTo>
                    <a:pt x="15084" y="25878"/>
                  </a:lnTo>
                  <a:lnTo>
                    <a:pt x="13993" y="27441"/>
                  </a:lnTo>
                  <a:lnTo>
                    <a:pt x="10104" y="32784"/>
                  </a:lnTo>
                  <a:lnTo>
                    <a:pt x="4907" y="39363"/>
                  </a:lnTo>
                  <a:lnTo>
                    <a:pt x="1599" y="42961"/>
                  </a:lnTo>
                  <a:lnTo>
                    <a:pt x="0" y="44524"/>
                  </a:lnTo>
                  <a:lnTo>
                    <a:pt x="0" y="53610"/>
                  </a:lnTo>
                  <a:lnTo>
                    <a:pt x="37" y="53865"/>
                  </a:lnTo>
                  <a:lnTo>
                    <a:pt x="218" y="54373"/>
                  </a:lnTo>
                  <a:lnTo>
                    <a:pt x="582" y="54737"/>
                  </a:lnTo>
                  <a:lnTo>
                    <a:pt x="1091" y="54955"/>
                  </a:lnTo>
                  <a:lnTo>
                    <a:pt x="10468" y="54955"/>
                  </a:lnTo>
                  <a:lnTo>
                    <a:pt x="12103" y="53356"/>
                  </a:lnTo>
                  <a:lnTo>
                    <a:pt x="15302" y="49939"/>
                  </a:lnTo>
                  <a:lnTo>
                    <a:pt x="19954" y="44269"/>
                  </a:lnTo>
                  <a:lnTo>
                    <a:pt x="23080" y="40053"/>
                  </a:lnTo>
                  <a:lnTo>
                    <a:pt x="25624" y="36564"/>
                  </a:lnTo>
                  <a:lnTo>
                    <a:pt x="28277" y="32893"/>
                  </a:lnTo>
                  <a:lnTo>
                    <a:pt x="29913" y="30603"/>
                  </a:lnTo>
                  <a:lnTo>
                    <a:pt x="32166" y="27441"/>
                  </a:lnTo>
                  <a:lnTo>
                    <a:pt x="35873" y="22353"/>
                  </a:lnTo>
                  <a:lnTo>
                    <a:pt x="40816" y="16065"/>
                  </a:lnTo>
                  <a:lnTo>
                    <a:pt x="43942" y="12503"/>
                  </a:lnTo>
                  <a:lnTo>
                    <a:pt x="45505" y="10977"/>
                  </a:lnTo>
                  <a:lnTo>
                    <a:pt x="45796" y="10722"/>
                  </a:lnTo>
                  <a:lnTo>
                    <a:pt x="46087" y="10431"/>
                  </a:lnTo>
                  <a:lnTo>
                    <a:pt x="36709" y="10431"/>
                  </a:lnTo>
                  <a:lnTo>
                    <a:pt x="36237" y="10213"/>
                  </a:lnTo>
                  <a:lnTo>
                    <a:pt x="35837" y="9850"/>
                  </a:lnTo>
                  <a:lnTo>
                    <a:pt x="35655" y="9341"/>
                  </a:lnTo>
                  <a:lnTo>
                    <a:pt x="35619" y="9087"/>
                  </a:lnTo>
                  <a:lnTo>
                    <a:pt x="3561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3" name="Google Shape;298;p32">
              <a:extLst>
                <a:ext uri="{FF2B5EF4-FFF2-40B4-BE49-F238E27FC236}">
                  <a16:creationId xmlns:a16="http://schemas.microsoft.com/office/drawing/2014/main" id="{7970C617-3F4A-83F0-288F-1C563427258E}"/>
                </a:ext>
              </a:extLst>
            </p:cNvPr>
            <p:cNvSpPr/>
            <p:nvPr/>
          </p:nvSpPr>
          <p:spPr>
            <a:xfrm>
              <a:off x="4766420" y="3182159"/>
              <a:ext cx="1190415" cy="474920"/>
            </a:xfrm>
            <a:custGeom>
              <a:avLst/>
              <a:gdLst/>
              <a:ahLst/>
              <a:cxnLst/>
              <a:rect l="l" t="t" r="r" b="b"/>
              <a:pathLst>
                <a:path w="55029" h="21954" extrusionOk="0">
                  <a:moveTo>
                    <a:pt x="10468" y="1"/>
                  </a:moveTo>
                  <a:lnTo>
                    <a:pt x="10468" y="9087"/>
                  </a:lnTo>
                  <a:lnTo>
                    <a:pt x="10432" y="9342"/>
                  </a:lnTo>
                  <a:lnTo>
                    <a:pt x="10250" y="9850"/>
                  </a:lnTo>
                  <a:lnTo>
                    <a:pt x="9850" y="10214"/>
                  </a:lnTo>
                  <a:lnTo>
                    <a:pt x="9378" y="10432"/>
                  </a:lnTo>
                  <a:lnTo>
                    <a:pt x="1" y="10432"/>
                  </a:lnTo>
                  <a:lnTo>
                    <a:pt x="546" y="10941"/>
                  </a:lnTo>
                  <a:lnTo>
                    <a:pt x="837" y="11195"/>
                  </a:lnTo>
                  <a:lnTo>
                    <a:pt x="1127" y="11450"/>
                  </a:lnTo>
                  <a:lnTo>
                    <a:pt x="2618" y="12758"/>
                  </a:lnTo>
                  <a:lnTo>
                    <a:pt x="5671" y="15084"/>
                  </a:lnTo>
                  <a:lnTo>
                    <a:pt x="8760" y="17083"/>
                  </a:lnTo>
                  <a:lnTo>
                    <a:pt x="11922" y="18719"/>
                  </a:lnTo>
                  <a:lnTo>
                    <a:pt x="15157" y="19991"/>
                  </a:lnTo>
                  <a:lnTo>
                    <a:pt x="18501" y="20972"/>
                  </a:lnTo>
                  <a:lnTo>
                    <a:pt x="21954" y="21590"/>
                  </a:lnTo>
                  <a:lnTo>
                    <a:pt x="25552" y="21917"/>
                  </a:lnTo>
                  <a:lnTo>
                    <a:pt x="27369" y="21953"/>
                  </a:lnTo>
                  <a:lnTo>
                    <a:pt x="27514" y="21953"/>
                  </a:lnTo>
                  <a:lnTo>
                    <a:pt x="29441" y="21917"/>
                  </a:lnTo>
                  <a:lnTo>
                    <a:pt x="33293" y="21517"/>
                  </a:lnTo>
                  <a:lnTo>
                    <a:pt x="37037" y="20754"/>
                  </a:lnTo>
                  <a:lnTo>
                    <a:pt x="40672" y="19627"/>
                  </a:lnTo>
                  <a:lnTo>
                    <a:pt x="44161" y="18174"/>
                  </a:lnTo>
                  <a:lnTo>
                    <a:pt x="47505" y="16356"/>
                  </a:lnTo>
                  <a:lnTo>
                    <a:pt x="50667" y="14212"/>
                  </a:lnTo>
                  <a:lnTo>
                    <a:pt x="53647" y="11777"/>
                  </a:lnTo>
                  <a:lnTo>
                    <a:pt x="55028" y="10432"/>
                  </a:lnTo>
                  <a:lnTo>
                    <a:pt x="55028" y="1345"/>
                  </a:lnTo>
                  <a:lnTo>
                    <a:pt x="54992" y="1055"/>
                  </a:lnTo>
                  <a:lnTo>
                    <a:pt x="54810" y="582"/>
                  </a:lnTo>
                  <a:lnTo>
                    <a:pt x="54447" y="219"/>
                  </a:lnTo>
                  <a:lnTo>
                    <a:pt x="53938" y="1"/>
                  </a:lnTo>
                  <a:lnTo>
                    <a:pt x="44633" y="1"/>
                  </a:lnTo>
                  <a:lnTo>
                    <a:pt x="44561" y="37"/>
                  </a:lnTo>
                  <a:lnTo>
                    <a:pt x="43688" y="873"/>
                  </a:lnTo>
                  <a:lnTo>
                    <a:pt x="41871" y="2400"/>
                  </a:lnTo>
                  <a:lnTo>
                    <a:pt x="39908" y="3708"/>
                  </a:lnTo>
                  <a:lnTo>
                    <a:pt x="37837" y="4835"/>
                  </a:lnTo>
                  <a:lnTo>
                    <a:pt x="35656" y="5743"/>
                  </a:lnTo>
                  <a:lnTo>
                    <a:pt x="33402" y="6434"/>
                  </a:lnTo>
                  <a:lnTo>
                    <a:pt x="31076" y="6906"/>
                  </a:lnTo>
                  <a:lnTo>
                    <a:pt x="28714" y="7124"/>
                  </a:lnTo>
                  <a:lnTo>
                    <a:pt x="27514" y="7161"/>
                  </a:lnTo>
                  <a:lnTo>
                    <a:pt x="26206" y="7161"/>
                  </a:lnTo>
                  <a:lnTo>
                    <a:pt x="23916" y="6943"/>
                  </a:lnTo>
                  <a:lnTo>
                    <a:pt x="21735" y="6507"/>
                  </a:lnTo>
                  <a:lnTo>
                    <a:pt x="19664" y="5889"/>
                  </a:lnTo>
                  <a:lnTo>
                    <a:pt x="17628" y="5053"/>
                  </a:lnTo>
                  <a:lnTo>
                    <a:pt x="15702" y="4035"/>
                  </a:lnTo>
                  <a:lnTo>
                    <a:pt x="13812" y="2763"/>
                  </a:lnTo>
                  <a:lnTo>
                    <a:pt x="11922" y="1309"/>
                  </a:lnTo>
                  <a:lnTo>
                    <a:pt x="10977" y="473"/>
                  </a:lnTo>
                  <a:lnTo>
                    <a:pt x="10468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4" name="Google Shape;299;p32">
              <a:extLst>
                <a:ext uri="{FF2B5EF4-FFF2-40B4-BE49-F238E27FC236}">
                  <a16:creationId xmlns:a16="http://schemas.microsoft.com/office/drawing/2014/main" id="{BEE42B26-2096-F380-E4E1-223AAD0471F3}"/>
                </a:ext>
              </a:extLst>
            </p:cNvPr>
            <p:cNvSpPr/>
            <p:nvPr/>
          </p:nvSpPr>
          <p:spPr>
            <a:xfrm>
              <a:off x="5731927" y="2217451"/>
              <a:ext cx="471762" cy="1190393"/>
            </a:xfrm>
            <a:custGeom>
              <a:avLst/>
              <a:gdLst/>
              <a:ahLst/>
              <a:cxnLst/>
              <a:rect l="l" t="t" r="r" b="b"/>
              <a:pathLst>
                <a:path w="21808" h="55028" extrusionOk="0">
                  <a:moveTo>
                    <a:pt x="1345" y="1"/>
                  </a:moveTo>
                  <a:lnTo>
                    <a:pt x="1054" y="37"/>
                  </a:lnTo>
                  <a:lnTo>
                    <a:pt x="582" y="219"/>
                  </a:lnTo>
                  <a:lnTo>
                    <a:pt x="218" y="618"/>
                  </a:lnTo>
                  <a:lnTo>
                    <a:pt x="0" y="1091"/>
                  </a:lnTo>
                  <a:lnTo>
                    <a:pt x="0" y="1382"/>
                  </a:lnTo>
                  <a:lnTo>
                    <a:pt x="0" y="10468"/>
                  </a:lnTo>
                  <a:lnTo>
                    <a:pt x="218" y="10723"/>
                  </a:lnTo>
                  <a:lnTo>
                    <a:pt x="473" y="10977"/>
                  </a:lnTo>
                  <a:lnTo>
                    <a:pt x="1309" y="11849"/>
                  </a:lnTo>
                  <a:lnTo>
                    <a:pt x="2763" y="13776"/>
                  </a:lnTo>
                  <a:lnTo>
                    <a:pt x="3998" y="15775"/>
                  </a:lnTo>
                  <a:lnTo>
                    <a:pt x="5052" y="17846"/>
                  </a:lnTo>
                  <a:lnTo>
                    <a:pt x="5852" y="20027"/>
                  </a:lnTo>
                  <a:lnTo>
                    <a:pt x="6470" y="22208"/>
                  </a:lnTo>
                  <a:lnTo>
                    <a:pt x="6870" y="24461"/>
                  </a:lnTo>
                  <a:lnTo>
                    <a:pt x="7051" y="26751"/>
                  </a:lnTo>
                  <a:lnTo>
                    <a:pt x="7015" y="29004"/>
                  </a:lnTo>
                  <a:lnTo>
                    <a:pt x="6761" y="31258"/>
                  </a:lnTo>
                  <a:lnTo>
                    <a:pt x="6288" y="33511"/>
                  </a:lnTo>
                  <a:lnTo>
                    <a:pt x="5634" y="35692"/>
                  </a:lnTo>
                  <a:lnTo>
                    <a:pt x="4762" y="37836"/>
                  </a:lnTo>
                  <a:lnTo>
                    <a:pt x="3671" y="39872"/>
                  </a:lnTo>
                  <a:lnTo>
                    <a:pt x="2363" y="41834"/>
                  </a:lnTo>
                  <a:lnTo>
                    <a:pt x="836" y="43688"/>
                  </a:lnTo>
                  <a:lnTo>
                    <a:pt x="0" y="44597"/>
                  </a:lnTo>
                  <a:lnTo>
                    <a:pt x="9341" y="44597"/>
                  </a:lnTo>
                  <a:lnTo>
                    <a:pt x="9850" y="44815"/>
                  </a:lnTo>
                  <a:lnTo>
                    <a:pt x="10213" y="45178"/>
                  </a:lnTo>
                  <a:lnTo>
                    <a:pt x="10432" y="45651"/>
                  </a:lnTo>
                  <a:lnTo>
                    <a:pt x="10432" y="45941"/>
                  </a:lnTo>
                  <a:lnTo>
                    <a:pt x="10432" y="55028"/>
                  </a:lnTo>
                  <a:lnTo>
                    <a:pt x="11776" y="53647"/>
                  </a:lnTo>
                  <a:lnTo>
                    <a:pt x="14211" y="50666"/>
                  </a:lnTo>
                  <a:lnTo>
                    <a:pt x="16320" y="47504"/>
                  </a:lnTo>
                  <a:lnTo>
                    <a:pt x="18100" y="44124"/>
                  </a:lnTo>
                  <a:lnTo>
                    <a:pt x="19554" y="40635"/>
                  </a:lnTo>
                  <a:lnTo>
                    <a:pt x="20645" y="37000"/>
                  </a:lnTo>
                  <a:lnTo>
                    <a:pt x="21372" y="33257"/>
                  </a:lnTo>
                  <a:lnTo>
                    <a:pt x="21771" y="29441"/>
                  </a:lnTo>
                  <a:lnTo>
                    <a:pt x="21808" y="27514"/>
                  </a:lnTo>
                  <a:lnTo>
                    <a:pt x="21771" y="25588"/>
                  </a:lnTo>
                  <a:lnTo>
                    <a:pt x="21372" y="21772"/>
                  </a:lnTo>
                  <a:lnTo>
                    <a:pt x="20645" y="18028"/>
                  </a:lnTo>
                  <a:lnTo>
                    <a:pt x="19554" y="14393"/>
                  </a:lnTo>
                  <a:lnTo>
                    <a:pt x="18100" y="10868"/>
                  </a:lnTo>
                  <a:lnTo>
                    <a:pt x="16320" y="7524"/>
                  </a:lnTo>
                  <a:lnTo>
                    <a:pt x="14211" y="4362"/>
                  </a:lnTo>
                  <a:lnTo>
                    <a:pt x="11776" y="13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5" name="Google Shape;300;p32">
              <a:extLst>
                <a:ext uri="{FF2B5EF4-FFF2-40B4-BE49-F238E27FC236}">
                  <a16:creationId xmlns:a16="http://schemas.microsoft.com/office/drawing/2014/main" id="{F7527A8F-22C3-A76A-DB8A-CAC7E643B56C}"/>
                </a:ext>
              </a:extLst>
            </p:cNvPr>
            <p:cNvSpPr/>
            <p:nvPr/>
          </p:nvSpPr>
          <p:spPr>
            <a:xfrm>
              <a:off x="4767220" y="1968226"/>
              <a:ext cx="1189614" cy="475699"/>
            </a:xfrm>
            <a:custGeom>
              <a:avLst/>
              <a:gdLst/>
              <a:ahLst/>
              <a:cxnLst/>
              <a:rect l="l" t="t" r="r" b="b"/>
              <a:pathLst>
                <a:path w="54992" h="21990" extrusionOk="0">
                  <a:moveTo>
                    <a:pt x="27368" y="0"/>
                  </a:moveTo>
                  <a:lnTo>
                    <a:pt x="25515" y="36"/>
                  </a:lnTo>
                  <a:lnTo>
                    <a:pt x="21917" y="363"/>
                  </a:lnTo>
                  <a:lnTo>
                    <a:pt x="18464" y="981"/>
                  </a:lnTo>
                  <a:lnTo>
                    <a:pt x="15120" y="1963"/>
                  </a:lnTo>
                  <a:lnTo>
                    <a:pt x="11885" y="3235"/>
                  </a:lnTo>
                  <a:lnTo>
                    <a:pt x="8723" y="4870"/>
                  </a:lnTo>
                  <a:lnTo>
                    <a:pt x="5634" y="6869"/>
                  </a:lnTo>
                  <a:lnTo>
                    <a:pt x="2581" y="9195"/>
                  </a:lnTo>
                  <a:lnTo>
                    <a:pt x="1090" y="10504"/>
                  </a:lnTo>
                  <a:lnTo>
                    <a:pt x="545" y="11013"/>
                  </a:lnTo>
                  <a:lnTo>
                    <a:pt x="0" y="11522"/>
                  </a:lnTo>
                  <a:lnTo>
                    <a:pt x="0" y="20608"/>
                  </a:lnTo>
                  <a:lnTo>
                    <a:pt x="0" y="20899"/>
                  </a:lnTo>
                  <a:lnTo>
                    <a:pt x="218" y="21371"/>
                  </a:lnTo>
                  <a:lnTo>
                    <a:pt x="582" y="21735"/>
                  </a:lnTo>
                  <a:lnTo>
                    <a:pt x="1054" y="21953"/>
                  </a:lnTo>
                  <a:lnTo>
                    <a:pt x="10431" y="21953"/>
                  </a:lnTo>
                  <a:lnTo>
                    <a:pt x="11413" y="21081"/>
                  </a:lnTo>
                  <a:lnTo>
                    <a:pt x="13339" y="19518"/>
                  </a:lnTo>
                  <a:lnTo>
                    <a:pt x="15302" y="18173"/>
                  </a:lnTo>
                  <a:lnTo>
                    <a:pt x="17301" y="17046"/>
                  </a:lnTo>
                  <a:lnTo>
                    <a:pt x="19372" y="16137"/>
                  </a:lnTo>
                  <a:lnTo>
                    <a:pt x="21517" y="15483"/>
                  </a:lnTo>
                  <a:lnTo>
                    <a:pt x="23770" y="15047"/>
                  </a:lnTo>
                  <a:lnTo>
                    <a:pt x="26133" y="14829"/>
                  </a:lnTo>
                  <a:lnTo>
                    <a:pt x="27368" y="14793"/>
                  </a:lnTo>
                  <a:lnTo>
                    <a:pt x="27514" y="14793"/>
                  </a:lnTo>
                  <a:lnTo>
                    <a:pt x="28713" y="14829"/>
                  </a:lnTo>
                  <a:lnTo>
                    <a:pt x="31076" y="15083"/>
                  </a:lnTo>
                  <a:lnTo>
                    <a:pt x="33402" y="15556"/>
                  </a:lnTo>
                  <a:lnTo>
                    <a:pt x="35655" y="16247"/>
                  </a:lnTo>
                  <a:lnTo>
                    <a:pt x="37800" y="17155"/>
                  </a:lnTo>
                  <a:lnTo>
                    <a:pt x="39908" y="18282"/>
                  </a:lnTo>
                  <a:lnTo>
                    <a:pt x="41870" y="19627"/>
                  </a:lnTo>
                  <a:lnTo>
                    <a:pt x="43688" y="21153"/>
                  </a:lnTo>
                  <a:lnTo>
                    <a:pt x="44560" y="21989"/>
                  </a:lnTo>
                  <a:lnTo>
                    <a:pt x="44560" y="12903"/>
                  </a:lnTo>
                  <a:lnTo>
                    <a:pt x="44560" y="12612"/>
                  </a:lnTo>
                  <a:lnTo>
                    <a:pt x="44778" y="12139"/>
                  </a:lnTo>
                  <a:lnTo>
                    <a:pt x="45141" y="11740"/>
                  </a:lnTo>
                  <a:lnTo>
                    <a:pt x="45614" y="11558"/>
                  </a:lnTo>
                  <a:lnTo>
                    <a:pt x="45905" y="11522"/>
                  </a:lnTo>
                  <a:lnTo>
                    <a:pt x="54991" y="11522"/>
                  </a:lnTo>
                  <a:lnTo>
                    <a:pt x="53610" y="10177"/>
                  </a:lnTo>
                  <a:lnTo>
                    <a:pt x="50666" y="7742"/>
                  </a:lnTo>
                  <a:lnTo>
                    <a:pt x="47468" y="5597"/>
                  </a:lnTo>
                  <a:lnTo>
                    <a:pt x="44124" y="3780"/>
                  </a:lnTo>
                  <a:lnTo>
                    <a:pt x="40635" y="2326"/>
                  </a:lnTo>
                  <a:lnTo>
                    <a:pt x="37000" y="1199"/>
                  </a:lnTo>
                  <a:lnTo>
                    <a:pt x="33256" y="436"/>
                  </a:lnTo>
                  <a:lnTo>
                    <a:pt x="29440" y="36"/>
                  </a:lnTo>
                  <a:lnTo>
                    <a:pt x="27477" y="0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6" name="Google Shape;301;p32">
              <a:extLst>
                <a:ext uri="{FF2B5EF4-FFF2-40B4-BE49-F238E27FC236}">
                  <a16:creationId xmlns:a16="http://schemas.microsoft.com/office/drawing/2014/main" id="{78801C73-B953-BCF7-2524-635723CB2587}"/>
                </a:ext>
              </a:extLst>
            </p:cNvPr>
            <p:cNvSpPr/>
            <p:nvPr/>
          </p:nvSpPr>
          <p:spPr>
            <a:xfrm>
              <a:off x="3031997" y="3179801"/>
              <a:ext cx="1189614" cy="476499"/>
            </a:xfrm>
            <a:custGeom>
              <a:avLst/>
              <a:gdLst/>
              <a:ahLst/>
              <a:cxnLst/>
              <a:rect l="l" t="t" r="r" b="b"/>
              <a:pathLst>
                <a:path w="54992" h="22027" extrusionOk="0">
                  <a:moveTo>
                    <a:pt x="44524" y="1"/>
                  </a:moveTo>
                  <a:lnTo>
                    <a:pt x="43579" y="909"/>
                  </a:lnTo>
                  <a:lnTo>
                    <a:pt x="41616" y="2472"/>
                  </a:lnTo>
                  <a:lnTo>
                    <a:pt x="39653" y="3853"/>
                  </a:lnTo>
                  <a:lnTo>
                    <a:pt x="37654" y="4980"/>
                  </a:lnTo>
                  <a:lnTo>
                    <a:pt x="35583" y="5889"/>
                  </a:lnTo>
                  <a:lnTo>
                    <a:pt x="33438" y="6579"/>
                  </a:lnTo>
                  <a:lnTo>
                    <a:pt x="31185" y="7015"/>
                  </a:lnTo>
                  <a:lnTo>
                    <a:pt x="28822" y="7233"/>
                  </a:lnTo>
                  <a:lnTo>
                    <a:pt x="27586" y="7270"/>
                  </a:lnTo>
                  <a:lnTo>
                    <a:pt x="26423" y="7270"/>
                  </a:lnTo>
                  <a:lnTo>
                    <a:pt x="24134" y="7052"/>
                  </a:lnTo>
                  <a:lnTo>
                    <a:pt x="21917" y="6616"/>
                  </a:lnTo>
                  <a:lnTo>
                    <a:pt x="19736" y="5961"/>
                  </a:lnTo>
                  <a:lnTo>
                    <a:pt x="17628" y="5125"/>
                  </a:lnTo>
                  <a:lnTo>
                    <a:pt x="15592" y="4108"/>
                  </a:lnTo>
                  <a:lnTo>
                    <a:pt x="13702" y="2908"/>
                  </a:lnTo>
                  <a:lnTo>
                    <a:pt x="11885" y="1491"/>
                  </a:lnTo>
                  <a:lnTo>
                    <a:pt x="11013" y="728"/>
                  </a:lnTo>
                  <a:lnTo>
                    <a:pt x="10722" y="437"/>
                  </a:lnTo>
                  <a:lnTo>
                    <a:pt x="10431" y="146"/>
                  </a:lnTo>
                  <a:lnTo>
                    <a:pt x="1345" y="146"/>
                  </a:lnTo>
                  <a:lnTo>
                    <a:pt x="1090" y="182"/>
                  </a:lnTo>
                  <a:lnTo>
                    <a:pt x="582" y="364"/>
                  </a:lnTo>
                  <a:lnTo>
                    <a:pt x="218" y="764"/>
                  </a:lnTo>
                  <a:lnTo>
                    <a:pt x="0" y="1236"/>
                  </a:lnTo>
                  <a:lnTo>
                    <a:pt x="0" y="1527"/>
                  </a:lnTo>
                  <a:lnTo>
                    <a:pt x="0" y="10614"/>
                  </a:lnTo>
                  <a:lnTo>
                    <a:pt x="291" y="10904"/>
                  </a:lnTo>
                  <a:lnTo>
                    <a:pt x="582" y="11195"/>
                  </a:lnTo>
                  <a:lnTo>
                    <a:pt x="1963" y="12467"/>
                  </a:lnTo>
                  <a:lnTo>
                    <a:pt x="4870" y="14793"/>
                  </a:lnTo>
                  <a:lnTo>
                    <a:pt x="8033" y="16829"/>
                  </a:lnTo>
                  <a:lnTo>
                    <a:pt x="11304" y="18501"/>
                  </a:lnTo>
                  <a:lnTo>
                    <a:pt x="14756" y="19882"/>
                  </a:lnTo>
                  <a:lnTo>
                    <a:pt x="18318" y="20936"/>
                  </a:lnTo>
                  <a:lnTo>
                    <a:pt x="21953" y="21663"/>
                  </a:lnTo>
                  <a:lnTo>
                    <a:pt x="25697" y="21990"/>
                  </a:lnTo>
                  <a:lnTo>
                    <a:pt x="27586" y="22026"/>
                  </a:lnTo>
                  <a:lnTo>
                    <a:pt x="29404" y="21990"/>
                  </a:lnTo>
                  <a:lnTo>
                    <a:pt x="33002" y="21699"/>
                  </a:lnTo>
                  <a:lnTo>
                    <a:pt x="36455" y="21045"/>
                  </a:lnTo>
                  <a:lnTo>
                    <a:pt x="39799" y="20100"/>
                  </a:lnTo>
                  <a:lnTo>
                    <a:pt x="43033" y="18791"/>
                  </a:lnTo>
                  <a:lnTo>
                    <a:pt x="46196" y="17156"/>
                  </a:lnTo>
                  <a:lnTo>
                    <a:pt x="49285" y="15193"/>
                  </a:lnTo>
                  <a:lnTo>
                    <a:pt x="52338" y="12867"/>
                  </a:lnTo>
                  <a:lnTo>
                    <a:pt x="53828" y="11559"/>
                  </a:lnTo>
                  <a:lnTo>
                    <a:pt x="54446" y="11013"/>
                  </a:lnTo>
                  <a:lnTo>
                    <a:pt x="54991" y="10468"/>
                  </a:lnTo>
                  <a:lnTo>
                    <a:pt x="45905" y="10468"/>
                  </a:lnTo>
                  <a:lnTo>
                    <a:pt x="45614" y="10432"/>
                  </a:lnTo>
                  <a:lnTo>
                    <a:pt x="45141" y="10214"/>
                  </a:lnTo>
                  <a:lnTo>
                    <a:pt x="44742" y="9850"/>
                  </a:lnTo>
                  <a:lnTo>
                    <a:pt x="44560" y="9378"/>
                  </a:lnTo>
                  <a:lnTo>
                    <a:pt x="44524" y="9087"/>
                  </a:lnTo>
                  <a:lnTo>
                    <a:pt x="44524" y="1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7" name="Google Shape;302;p32">
              <a:extLst>
                <a:ext uri="{FF2B5EF4-FFF2-40B4-BE49-F238E27FC236}">
                  <a16:creationId xmlns:a16="http://schemas.microsoft.com/office/drawing/2014/main" id="{4FE71AE4-FF4A-3CF3-40D2-A15239207F15}"/>
                </a:ext>
              </a:extLst>
            </p:cNvPr>
            <p:cNvSpPr/>
            <p:nvPr/>
          </p:nvSpPr>
          <p:spPr>
            <a:xfrm>
              <a:off x="3995904" y="2218229"/>
              <a:ext cx="996999" cy="1189614"/>
            </a:xfrm>
            <a:custGeom>
              <a:avLst/>
              <a:gdLst/>
              <a:ahLst/>
              <a:cxnLst/>
              <a:rect l="l" t="t" r="r" b="b"/>
              <a:pathLst>
                <a:path w="46088" h="54992" extrusionOk="0">
                  <a:moveTo>
                    <a:pt x="10432" y="1"/>
                  </a:moveTo>
                  <a:lnTo>
                    <a:pt x="10432" y="9087"/>
                  </a:lnTo>
                  <a:lnTo>
                    <a:pt x="10432" y="9378"/>
                  </a:lnTo>
                  <a:lnTo>
                    <a:pt x="10214" y="9851"/>
                  </a:lnTo>
                  <a:lnTo>
                    <a:pt x="9851" y="10250"/>
                  </a:lnTo>
                  <a:lnTo>
                    <a:pt x="9342" y="10432"/>
                  </a:lnTo>
                  <a:lnTo>
                    <a:pt x="9087" y="10468"/>
                  </a:lnTo>
                  <a:lnTo>
                    <a:pt x="1" y="10468"/>
                  </a:lnTo>
                  <a:lnTo>
                    <a:pt x="582" y="11014"/>
                  </a:lnTo>
                  <a:lnTo>
                    <a:pt x="2109" y="12540"/>
                  </a:lnTo>
                  <a:lnTo>
                    <a:pt x="5235" y="16066"/>
                  </a:lnTo>
                  <a:lnTo>
                    <a:pt x="10214" y="22390"/>
                  </a:lnTo>
                  <a:lnTo>
                    <a:pt x="13921" y="27442"/>
                  </a:lnTo>
                  <a:lnTo>
                    <a:pt x="16175" y="30640"/>
                  </a:lnTo>
                  <a:lnTo>
                    <a:pt x="17810" y="32894"/>
                  </a:lnTo>
                  <a:lnTo>
                    <a:pt x="20427" y="36601"/>
                  </a:lnTo>
                  <a:lnTo>
                    <a:pt x="23008" y="40090"/>
                  </a:lnTo>
                  <a:lnTo>
                    <a:pt x="26134" y="44270"/>
                  </a:lnTo>
                  <a:lnTo>
                    <a:pt x="30786" y="49940"/>
                  </a:lnTo>
                  <a:lnTo>
                    <a:pt x="33984" y="53393"/>
                  </a:lnTo>
                  <a:lnTo>
                    <a:pt x="35620" y="54992"/>
                  </a:lnTo>
                  <a:lnTo>
                    <a:pt x="44706" y="54992"/>
                  </a:lnTo>
                  <a:lnTo>
                    <a:pt x="44997" y="54956"/>
                  </a:lnTo>
                  <a:lnTo>
                    <a:pt x="45469" y="54737"/>
                  </a:lnTo>
                  <a:lnTo>
                    <a:pt x="45869" y="54374"/>
                  </a:lnTo>
                  <a:lnTo>
                    <a:pt x="46051" y="53902"/>
                  </a:lnTo>
                  <a:lnTo>
                    <a:pt x="46087" y="53611"/>
                  </a:lnTo>
                  <a:lnTo>
                    <a:pt x="46087" y="44524"/>
                  </a:lnTo>
                  <a:lnTo>
                    <a:pt x="44488" y="42998"/>
                  </a:lnTo>
                  <a:lnTo>
                    <a:pt x="41181" y="39363"/>
                  </a:lnTo>
                  <a:lnTo>
                    <a:pt x="35983" y="32821"/>
                  </a:lnTo>
                  <a:lnTo>
                    <a:pt x="32094" y="27478"/>
                  </a:lnTo>
                  <a:lnTo>
                    <a:pt x="30967" y="25915"/>
                  </a:lnTo>
                  <a:lnTo>
                    <a:pt x="29841" y="24280"/>
                  </a:lnTo>
                  <a:lnTo>
                    <a:pt x="28205" y="22026"/>
                  </a:lnTo>
                  <a:lnTo>
                    <a:pt x="25552" y="18319"/>
                  </a:lnTo>
                  <a:lnTo>
                    <a:pt x="23008" y="14830"/>
                  </a:lnTo>
                  <a:lnTo>
                    <a:pt x="20027" y="10868"/>
                  </a:lnTo>
                  <a:lnTo>
                    <a:pt x="15593" y="5416"/>
                  </a:lnTo>
                  <a:lnTo>
                    <a:pt x="12577" y="2109"/>
                  </a:lnTo>
                  <a:lnTo>
                    <a:pt x="11050" y="5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8" name="Google Shape;303;p32">
              <a:extLst>
                <a:ext uri="{FF2B5EF4-FFF2-40B4-BE49-F238E27FC236}">
                  <a16:creationId xmlns:a16="http://schemas.microsoft.com/office/drawing/2014/main" id="{A02D3A01-5A3A-67BE-4116-9730EAB9979A}"/>
                </a:ext>
              </a:extLst>
            </p:cNvPr>
            <p:cNvSpPr/>
            <p:nvPr/>
          </p:nvSpPr>
          <p:spPr>
            <a:xfrm>
              <a:off x="4098917" y="2322021"/>
              <a:ext cx="93582" cy="93582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3853" y="1"/>
                  </a:moveTo>
                  <a:lnTo>
                    <a:pt x="3635" y="146"/>
                  </a:lnTo>
                  <a:lnTo>
                    <a:pt x="146" y="3635"/>
                  </a:lnTo>
                  <a:lnTo>
                    <a:pt x="0" y="3853"/>
                  </a:lnTo>
                  <a:lnTo>
                    <a:pt x="182" y="4253"/>
                  </a:lnTo>
                  <a:lnTo>
                    <a:pt x="436" y="4326"/>
                  </a:lnTo>
                  <a:lnTo>
                    <a:pt x="3926" y="4326"/>
                  </a:lnTo>
                  <a:lnTo>
                    <a:pt x="4071" y="4289"/>
                  </a:lnTo>
                  <a:lnTo>
                    <a:pt x="4289" y="4071"/>
                  </a:lnTo>
                  <a:lnTo>
                    <a:pt x="4325" y="3926"/>
                  </a:lnTo>
                  <a:lnTo>
                    <a:pt x="4325" y="437"/>
                  </a:lnTo>
                  <a:lnTo>
                    <a:pt x="4253" y="182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9" name="Google Shape;304;p32">
              <a:extLst>
                <a:ext uri="{FF2B5EF4-FFF2-40B4-BE49-F238E27FC236}">
                  <a16:creationId xmlns:a16="http://schemas.microsoft.com/office/drawing/2014/main" id="{BC1AC88D-081A-FCFC-1585-FE45D9BEDEE9}"/>
                </a:ext>
              </a:extLst>
            </p:cNvPr>
            <p:cNvSpPr/>
            <p:nvPr/>
          </p:nvSpPr>
          <p:spPr>
            <a:xfrm>
              <a:off x="4870211" y="3285150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3817" y="1"/>
                  </a:moveTo>
                  <a:lnTo>
                    <a:pt x="3635" y="146"/>
                  </a:lnTo>
                  <a:lnTo>
                    <a:pt x="146" y="3599"/>
                  </a:lnTo>
                  <a:lnTo>
                    <a:pt x="0" y="3817"/>
                  </a:lnTo>
                  <a:lnTo>
                    <a:pt x="182" y="4253"/>
                  </a:lnTo>
                  <a:lnTo>
                    <a:pt x="437" y="4290"/>
                  </a:lnTo>
                  <a:lnTo>
                    <a:pt x="4071" y="4290"/>
                  </a:lnTo>
                  <a:lnTo>
                    <a:pt x="4289" y="4035"/>
                  </a:lnTo>
                  <a:lnTo>
                    <a:pt x="4289" y="3890"/>
                  </a:lnTo>
                  <a:lnTo>
                    <a:pt x="4289" y="401"/>
                  </a:lnTo>
                  <a:lnTo>
                    <a:pt x="4253" y="146"/>
                  </a:lnTo>
                  <a:lnTo>
                    <a:pt x="38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0" name="Google Shape;305;p32">
              <a:extLst>
                <a:ext uri="{FF2B5EF4-FFF2-40B4-BE49-F238E27FC236}">
                  <a16:creationId xmlns:a16="http://schemas.microsoft.com/office/drawing/2014/main" id="{DFD8E778-42B0-0E54-0104-9DB40CF07259}"/>
                </a:ext>
              </a:extLst>
            </p:cNvPr>
            <p:cNvSpPr/>
            <p:nvPr/>
          </p:nvSpPr>
          <p:spPr>
            <a:xfrm>
              <a:off x="5834139" y="3210475"/>
              <a:ext cx="93582" cy="93582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436" y="0"/>
                  </a:moveTo>
                  <a:lnTo>
                    <a:pt x="182" y="73"/>
                  </a:lnTo>
                  <a:lnTo>
                    <a:pt x="0" y="509"/>
                  </a:lnTo>
                  <a:lnTo>
                    <a:pt x="146" y="691"/>
                  </a:lnTo>
                  <a:lnTo>
                    <a:pt x="3635" y="4180"/>
                  </a:lnTo>
                  <a:lnTo>
                    <a:pt x="3853" y="4325"/>
                  </a:lnTo>
                  <a:lnTo>
                    <a:pt x="4253" y="4144"/>
                  </a:lnTo>
                  <a:lnTo>
                    <a:pt x="4325" y="3889"/>
                  </a:lnTo>
                  <a:lnTo>
                    <a:pt x="4325" y="436"/>
                  </a:lnTo>
                  <a:lnTo>
                    <a:pt x="4289" y="255"/>
                  </a:lnTo>
                  <a:lnTo>
                    <a:pt x="4071" y="36"/>
                  </a:lnTo>
                  <a:lnTo>
                    <a:pt x="39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1" name="Google Shape;306;p32">
              <a:extLst>
                <a:ext uri="{FF2B5EF4-FFF2-40B4-BE49-F238E27FC236}">
                  <a16:creationId xmlns:a16="http://schemas.microsoft.com/office/drawing/2014/main" id="{2A21521E-CB4E-F9DB-3580-CFF5DE2CB695}"/>
                </a:ext>
              </a:extLst>
            </p:cNvPr>
            <p:cNvSpPr/>
            <p:nvPr/>
          </p:nvSpPr>
          <p:spPr>
            <a:xfrm>
              <a:off x="5761022" y="2247325"/>
              <a:ext cx="92782" cy="92803"/>
            </a:xfrm>
            <a:custGeom>
              <a:avLst/>
              <a:gdLst/>
              <a:ahLst/>
              <a:cxnLst/>
              <a:rect l="l" t="t" r="r" b="b"/>
              <a:pathLst>
                <a:path w="4289" h="4290" extrusionOk="0">
                  <a:moveTo>
                    <a:pt x="400" y="1"/>
                  </a:moveTo>
                  <a:lnTo>
                    <a:pt x="218" y="37"/>
                  </a:lnTo>
                  <a:lnTo>
                    <a:pt x="0" y="255"/>
                  </a:lnTo>
                  <a:lnTo>
                    <a:pt x="0" y="401"/>
                  </a:lnTo>
                  <a:lnTo>
                    <a:pt x="0" y="3890"/>
                  </a:lnTo>
                  <a:lnTo>
                    <a:pt x="36" y="4108"/>
                  </a:lnTo>
                  <a:lnTo>
                    <a:pt x="473" y="4290"/>
                  </a:lnTo>
                  <a:lnTo>
                    <a:pt x="654" y="4180"/>
                  </a:lnTo>
                  <a:lnTo>
                    <a:pt x="4143" y="691"/>
                  </a:lnTo>
                  <a:lnTo>
                    <a:pt x="4289" y="473"/>
                  </a:lnTo>
                  <a:lnTo>
                    <a:pt x="4107" y="37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2" name="Google Shape;307;p32">
              <a:extLst>
                <a:ext uri="{FF2B5EF4-FFF2-40B4-BE49-F238E27FC236}">
                  <a16:creationId xmlns:a16="http://schemas.microsoft.com/office/drawing/2014/main" id="{898D26DB-EBC4-6987-0822-D1D34588510D}"/>
                </a:ext>
              </a:extLst>
            </p:cNvPr>
            <p:cNvSpPr/>
            <p:nvPr/>
          </p:nvSpPr>
          <p:spPr>
            <a:xfrm>
              <a:off x="4797094" y="2319663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473" y="1"/>
                  </a:moveTo>
                  <a:lnTo>
                    <a:pt x="37" y="182"/>
                  </a:lnTo>
                  <a:lnTo>
                    <a:pt x="0" y="437"/>
                  </a:lnTo>
                  <a:lnTo>
                    <a:pt x="0" y="3890"/>
                  </a:lnTo>
                  <a:lnTo>
                    <a:pt x="0" y="4071"/>
                  </a:lnTo>
                  <a:lnTo>
                    <a:pt x="218" y="4289"/>
                  </a:lnTo>
                  <a:lnTo>
                    <a:pt x="3889" y="4289"/>
                  </a:lnTo>
                  <a:lnTo>
                    <a:pt x="4107" y="4253"/>
                  </a:lnTo>
                  <a:lnTo>
                    <a:pt x="4289" y="3817"/>
                  </a:lnTo>
                  <a:lnTo>
                    <a:pt x="4180" y="3635"/>
                  </a:lnTo>
                  <a:lnTo>
                    <a:pt x="691" y="146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3" name="Google Shape;308;p32">
              <a:extLst>
                <a:ext uri="{FF2B5EF4-FFF2-40B4-BE49-F238E27FC236}">
                  <a16:creationId xmlns:a16="http://schemas.microsoft.com/office/drawing/2014/main" id="{04139F97-8D74-5F8D-6BA5-7C2F0E9D036B}"/>
                </a:ext>
              </a:extLst>
            </p:cNvPr>
            <p:cNvSpPr/>
            <p:nvPr/>
          </p:nvSpPr>
          <p:spPr>
            <a:xfrm>
              <a:off x="4025800" y="3282792"/>
              <a:ext cx="93582" cy="93604"/>
            </a:xfrm>
            <a:custGeom>
              <a:avLst/>
              <a:gdLst/>
              <a:ahLst/>
              <a:cxnLst/>
              <a:rect l="l" t="t" r="r" b="b"/>
              <a:pathLst>
                <a:path w="4326" h="4327" extrusionOk="0">
                  <a:moveTo>
                    <a:pt x="509" y="1"/>
                  </a:moveTo>
                  <a:lnTo>
                    <a:pt x="73" y="183"/>
                  </a:lnTo>
                  <a:lnTo>
                    <a:pt x="0" y="437"/>
                  </a:lnTo>
                  <a:lnTo>
                    <a:pt x="0" y="3926"/>
                  </a:lnTo>
                  <a:lnTo>
                    <a:pt x="36" y="4072"/>
                  </a:lnTo>
                  <a:lnTo>
                    <a:pt x="255" y="4290"/>
                  </a:lnTo>
                  <a:lnTo>
                    <a:pt x="400" y="4326"/>
                  </a:lnTo>
                  <a:lnTo>
                    <a:pt x="3889" y="4326"/>
                  </a:lnTo>
                  <a:lnTo>
                    <a:pt x="4143" y="4290"/>
                  </a:lnTo>
                  <a:lnTo>
                    <a:pt x="4325" y="3854"/>
                  </a:lnTo>
                  <a:lnTo>
                    <a:pt x="4180" y="3636"/>
                  </a:lnTo>
                  <a:lnTo>
                    <a:pt x="727" y="18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4" name="Google Shape;309;p32">
              <a:extLst>
                <a:ext uri="{FF2B5EF4-FFF2-40B4-BE49-F238E27FC236}">
                  <a16:creationId xmlns:a16="http://schemas.microsoft.com/office/drawing/2014/main" id="{52D2F770-BE08-1D6E-F321-66061585EBF4}"/>
                </a:ext>
              </a:extLst>
            </p:cNvPr>
            <p:cNvSpPr/>
            <p:nvPr/>
          </p:nvSpPr>
          <p:spPr>
            <a:xfrm>
              <a:off x="3061071" y="3212833"/>
              <a:ext cx="92803" cy="92782"/>
            </a:xfrm>
            <a:custGeom>
              <a:avLst/>
              <a:gdLst/>
              <a:ahLst/>
              <a:cxnLst/>
              <a:rect l="l" t="t" r="r" b="b"/>
              <a:pathLst>
                <a:path w="4290" h="4289" extrusionOk="0">
                  <a:moveTo>
                    <a:pt x="255" y="0"/>
                  </a:moveTo>
                  <a:lnTo>
                    <a:pt x="1" y="218"/>
                  </a:lnTo>
                  <a:lnTo>
                    <a:pt x="1" y="400"/>
                  </a:lnTo>
                  <a:lnTo>
                    <a:pt x="1" y="3889"/>
                  </a:lnTo>
                  <a:lnTo>
                    <a:pt x="37" y="4107"/>
                  </a:lnTo>
                  <a:lnTo>
                    <a:pt x="473" y="4289"/>
                  </a:lnTo>
                  <a:lnTo>
                    <a:pt x="691" y="4144"/>
                  </a:lnTo>
                  <a:lnTo>
                    <a:pt x="4181" y="691"/>
                  </a:lnTo>
                  <a:lnTo>
                    <a:pt x="4290" y="473"/>
                  </a:lnTo>
                  <a:lnTo>
                    <a:pt x="4144" y="37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5" name="Google Shape;310;p32">
              <a:extLst>
                <a:ext uri="{FF2B5EF4-FFF2-40B4-BE49-F238E27FC236}">
                  <a16:creationId xmlns:a16="http://schemas.microsoft.com/office/drawing/2014/main" id="{6AA7A676-5F70-9D0A-30A6-6C8C236626E9}"/>
                </a:ext>
              </a:extLst>
            </p:cNvPr>
            <p:cNvSpPr/>
            <p:nvPr/>
          </p:nvSpPr>
          <p:spPr>
            <a:xfrm>
              <a:off x="3134988" y="2245767"/>
              <a:ext cx="92803" cy="93582"/>
            </a:xfrm>
            <a:custGeom>
              <a:avLst/>
              <a:gdLst/>
              <a:ahLst/>
              <a:cxnLst/>
              <a:rect l="l" t="t" r="r" b="b"/>
              <a:pathLst>
                <a:path w="4290" h="4326" extrusionOk="0">
                  <a:moveTo>
                    <a:pt x="437" y="0"/>
                  </a:moveTo>
                  <a:lnTo>
                    <a:pt x="182" y="73"/>
                  </a:lnTo>
                  <a:lnTo>
                    <a:pt x="0" y="473"/>
                  </a:lnTo>
                  <a:lnTo>
                    <a:pt x="146" y="691"/>
                  </a:lnTo>
                  <a:lnTo>
                    <a:pt x="3599" y="4180"/>
                  </a:lnTo>
                  <a:lnTo>
                    <a:pt x="3817" y="4325"/>
                  </a:lnTo>
                  <a:lnTo>
                    <a:pt x="4253" y="4143"/>
                  </a:lnTo>
                  <a:lnTo>
                    <a:pt x="4289" y="3889"/>
                  </a:lnTo>
                  <a:lnTo>
                    <a:pt x="4289" y="400"/>
                  </a:lnTo>
                  <a:lnTo>
                    <a:pt x="4289" y="254"/>
                  </a:lnTo>
                  <a:lnTo>
                    <a:pt x="4071" y="36"/>
                  </a:lnTo>
                  <a:lnTo>
                    <a:pt x="38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</p:grpSp>
      <p:sp>
        <p:nvSpPr>
          <p:cNvPr id="57" name="CuadroTexto 56">
            <a:extLst>
              <a:ext uri="{FF2B5EF4-FFF2-40B4-BE49-F238E27FC236}">
                <a16:creationId xmlns:a16="http://schemas.microsoft.com/office/drawing/2014/main" id="{DEAFE098-7ADC-EA25-0620-C6E96000416E}"/>
              </a:ext>
            </a:extLst>
          </p:cNvPr>
          <p:cNvSpPr txBox="1"/>
          <p:nvPr/>
        </p:nvSpPr>
        <p:spPr>
          <a:xfrm rot="18698352">
            <a:off x="5542171" y="3249962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30ED1870-9FC0-AE40-E986-5D4355A4DF8B}"/>
              </a:ext>
            </a:extLst>
          </p:cNvPr>
          <p:cNvSpPr txBox="1"/>
          <p:nvPr/>
        </p:nvSpPr>
        <p:spPr>
          <a:xfrm rot="152627">
            <a:off x="8064162" y="1800026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53C5A641-01A5-46AB-C299-59084B1B4EB0}"/>
              </a:ext>
            </a:extLst>
          </p:cNvPr>
          <p:cNvSpPr txBox="1"/>
          <p:nvPr/>
        </p:nvSpPr>
        <p:spPr>
          <a:xfrm rot="5400000">
            <a:off x="9629144" y="3364216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61BA9B2B-DD09-5BE4-C53B-9108128DF730}"/>
              </a:ext>
            </a:extLst>
          </p:cNvPr>
          <p:cNvSpPr txBox="1"/>
          <p:nvPr/>
        </p:nvSpPr>
        <p:spPr>
          <a:xfrm>
            <a:off x="7828111" y="4635655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D1740973-97B9-01F7-B174-09EA55A15040}"/>
              </a:ext>
            </a:extLst>
          </p:cNvPr>
          <p:cNvSpPr txBox="1"/>
          <p:nvPr/>
        </p:nvSpPr>
        <p:spPr>
          <a:xfrm rot="2606566">
            <a:off x="5262976" y="2588957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EBBE92D8-C013-0C2D-3EEB-61DCEEBECFA1}"/>
              </a:ext>
            </a:extLst>
          </p:cNvPr>
          <p:cNvSpPr txBox="1"/>
          <p:nvPr/>
        </p:nvSpPr>
        <p:spPr>
          <a:xfrm>
            <a:off x="3485088" y="1806495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AB0DC6D3-2C93-F539-2D40-276F9D941444}"/>
              </a:ext>
            </a:extLst>
          </p:cNvPr>
          <p:cNvSpPr txBox="1"/>
          <p:nvPr/>
        </p:nvSpPr>
        <p:spPr>
          <a:xfrm rot="16200000">
            <a:off x="1775627" y="3260245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42A7104-1EEC-A847-6FC1-3052B3CB3866}"/>
              </a:ext>
            </a:extLst>
          </p:cNvPr>
          <p:cNvSpPr txBox="1"/>
          <p:nvPr/>
        </p:nvSpPr>
        <p:spPr>
          <a:xfrm>
            <a:off x="3691830" y="4638684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1DCE8011-5EA1-D7D2-6643-130E81F7A2E0}"/>
              </a:ext>
            </a:extLst>
          </p:cNvPr>
          <p:cNvSpPr txBox="1"/>
          <p:nvPr/>
        </p:nvSpPr>
        <p:spPr>
          <a:xfrm>
            <a:off x="2942355" y="2726742"/>
            <a:ext cx="22733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B35FCF70-4D51-5223-902D-4C6C77234A53}"/>
              </a:ext>
            </a:extLst>
          </p:cNvPr>
          <p:cNvSpPr txBox="1"/>
          <p:nvPr/>
        </p:nvSpPr>
        <p:spPr>
          <a:xfrm>
            <a:off x="7399213" y="2727237"/>
            <a:ext cx="23599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</a:p>
        </p:txBody>
      </p:sp>
      <p:grpSp>
        <p:nvGrpSpPr>
          <p:cNvPr id="83" name="Grupo 82">
            <a:extLst>
              <a:ext uri="{FF2B5EF4-FFF2-40B4-BE49-F238E27FC236}">
                <a16:creationId xmlns:a16="http://schemas.microsoft.com/office/drawing/2014/main" id="{9988D3BF-F988-6809-5FBB-CBF0A846A218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2ABB4222-FCA2-F69A-F54E-5740B13F534D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rgbClr val="8B1B3F"/>
                  </a:solidFill>
                </a:rPr>
                <a:t>PROVIDER EVENTS (</a:t>
              </a:r>
              <a:r>
                <a:rPr lang="en-US" b="1" noProof="0" dirty="0" err="1">
                  <a:solidFill>
                    <a:srgbClr val="8B1B3F"/>
                  </a:solidFill>
                </a:rPr>
                <a:t>pe</a:t>
              </a:r>
              <a:r>
                <a:rPr lang="en-US" b="1" baseline="-25000" noProof="0" dirty="0" err="1">
                  <a:solidFill>
                    <a:srgbClr val="8B1B3F"/>
                  </a:solidFill>
                </a:rPr>
                <a:t>j</a:t>
              </a:r>
              <a:r>
                <a:rPr lang="en-US" b="1" noProof="0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8FC19C18-7946-0426-0029-9B0580B329FE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rgbClr val="FF0000"/>
                  </a:solidFill>
                </a:rPr>
                <a:t>pe</a:t>
              </a:r>
              <a:r>
                <a:rPr lang="en-US" sz="2400" baseline="-25000" noProof="0" dirty="0">
                  <a:solidFill>
                    <a:srgbClr val="FF0000"/>
                  </a:solidFill>
                </a:rPr>
                <a:t>1 (new plan)</a:t>
              </a:r>
            </a:p>
          </p:txBody>
        </p:sp>
        <p:sp>
          <p:nvSpPr>
            <p:cNvPr id="86" name="Rectángulo 85">
              <a:extLst>
                <a:ext uri="{FF2B5EF4-FFF2-40B4-BE49-F238E27FC236}">
                  <a16:creationId xmlns:a16="http://schemas.microsoft.com/office/drawing/2014/main" id="{AE796115-043E-94D1-E4DE-39274ED08DC0}"/>
                </a:ext>
              </a:extLst>
            </p:cNvPr>
            <p:cNvSpPr/>
            <p:nvPr/>
          </p:nvSpPr>
          <p:spPr>
            <a:xfrm>
              <a:off x="4642441" y="0"/>
              <a:ext cx="2292129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/>
                <a:t>pe</a:t>
              </a:r>
              <a:r>
                <a:rPr lang="en-US" sz="2400" baseline="-25000" noProof="0" dirty="0"/>
                <a:t>2 (new feature)</a:t>
              </a:r>
            </a:p>
          </p:txBody>
        </p:sp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1B7A8492-9FC7-45ED-77CB-DEEE26E24B3F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rgbClr val="FF0000"/>
                  </a:solidFill>
                </a:rPr>
                <a:t>pe</a:t>
              </a:r>
              <a:r>
                <a:rPr lang="en-US" sz="2400" baseline="-25000" noProof="0" dirty="0">
                  <a:solidFill>
                    <a:srgbClr val="FF0000"/>
                  </a:solidFill>
                </a:rPr>
                <a:t>3 (price change)</a:t>
              </a:r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0F1F2B91-0984-DF80-6B61-04F74497AE9F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 err="1">
                  <a:solidFill>
                    <a:srgbClr val="FF0000"/>
                  </a:solidFill>
                </a:rPr>
                <a:t>pe</a:t>
              </a:r>
              <a:r>
                <a:rPr lang="en-US" sz="2400" baseline="-25000" noProof="0" dirty="0" err="1">
                  <a:solidFill>
                    <a:srgbClr val="FF0000"/>
                  </a:solidFill>
                </a:rPr>
                <a:t>j</a:t>
              </a:r>
              <a:r>
                <a:rPr lang="en-US" sz="2400" baseline="-25000" noProof="0" dirty="0">
                  <a:solidFill>
                    <a:srgbClr val="FF0000"/>
                  </a:solidFill>
                </a:rPr>
                <a:t> (feature reallocation)</a:t>
              </a:r>
            </a:p>
          </p:txBody>
        </p:sp>
      </p:grp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188D1620-6E14-5A51-AF04-A7D3B4518036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DA7DE43F-23A3-8225-6A4D-05CC39DE734B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Elipse 90">
            <a:extLst>
              <a:ext uri="{FF2B5EF4-FFF2-40B4-BE49-F238E27FC236}">
                <a16:creationId xmlns:a16="http://schemas.microsoft.com/office/drawing/2014/main" id="{CCB3E782-CEC7-BE6B-91A6-987659779942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0EF17895-7B43-2FEF-F909-E7E69E3D2BF1}"/>
              </a:ext>
            </a:extLst>
          </p:cNvPr>
          <p:cNvSpPr/>
          <p:nvPr/>
        </p:nvSpPr>
        <p:spPr>
          <a:xfrm>
            <a:off x="5662891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sp>
        <p:nvSpPr>
          <p:cNvPr id="93" name="Elipse 92">
            <a:extLst>
              <a:ext uri="{FF2B5EF4-FFF2-40B4-BE49-F238E27FC236}">
                <a16:creationId xmlns:a16="http://schemas.microsoft.com/office/drawing/2014/main" id="{30E2287E-670D-04E9-F480-5EE954B83F73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3BAB8155-8657-BB56-9612-039903C595FD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grpSp>
        <p:nvGrpSpPr>
          <p:cNvPr id="95" name="Grupo 94">
            <a:extLst>
              <a:ext uri="{FF2B5EF4-FFF2-40B4-BE49-F238E27FC236}">
                <a16:creationId xmlns:a16="http://schemas.microsoft.com/office/drawing/2014/main" id="{D3551DF4-8256-CEC1-4925-421C31467448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96" name="Elipse 95">
              <a:extLst>
                <a:ext uri="{FF2B5EF4-FFF2-40B4-BE49-F238E27FC236}">
                  <a16:creationId xmlns:a16="http://schemas.microsoft.com/office/drawing/2014/main" id="{80409262-4F0F-5309-2D1F-048FF7973450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7" name="Elipse 96">
              <a:extLst>
                <a:ext uri="{FF2B5EF4-FFF2-40B4-BE49-F238E27FC236}">
                  <a16:creationId xmlns:a16="http://schemas.microsoft.com/office/drawing/2014/main" id="{41BF8E78-6012-D328-3D85-8566D5166614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8" name="Elipse 97">
              <a:extLst>
                <a:ext uri="{FF2B5EF4-FFF2-40B4-BE49-F238E27FC236}">
                  <a16:creationId xmlns:a16="http://schemas.microsoft.com/office/drawing/2014/main" id="{54222033-51AA-2DF6-0429-D13B88943CB9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667CE300-BFCC-A527-949B-61E97E9F23C6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ítulo 1">
            <a:extLst>
              <a:ext uri="{FF2B5EF4-FFF2-40B4-BE49-F238E27FC236}">
                <a16:creationId xmlns:a16="http://schemas.microsoft.com/office/drawing/2014/main" id="{2C3AED7A-AAD0-3F03-F69C-D56DA2D47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n-US" b="1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Traditional DevOps </a:t>
            </a:r>
            <a:r>
              <a:rPr lang="en-US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</a:t>
            </a:r>
            <a:r>
              <a:rPr lang="en-US" b="1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ife </a:t>
            </a:r>
            <a:r>
              <a:rPr lang="en-US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</a:t>
            </a:r>
            <a:r>
              <a:rPr lang="en-US" b="1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ycle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2536B36-9CD0-780E-8A13-A4F3191408BE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7221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EA9B974-F6A6-25D6-4B96-C7EB62DA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DC944B07-5147-F100-B89D-71CDB6FC87BA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6372F415-C68D-E7B8-3AC8-8AFCCA24F185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rgbClr val="8B1B3F"/>
                  </a:solidFill>
                </a:rPr>
                <a:t>PROVIDER EVENTS (</a:t>
              </a:r>
              <a:r>
                <a:rPr lang="en-US" b="1" noProof="0" dirty="0" err="1">
                  <a:solidFill>
                    <a:srgbClr val="8B1B3F"/>
                  </a:solidFill>
                </a:rPr>
                <a:t>pe</a:t>
              </a:r>
              <a:r>
                <a:rPr lang="en-US" b="1" baseline="-25000" noProof="0" dirty="0" err="1">
                  <a:solidFill>
                    <a:srgbClr val="8B1B3F"/>
                  </a:solidFill>
                </a:rPr>
                <a:t>j</a:t>
              </a:r>
              <a:r>
                <a:rPr lang="en-US" b="1" noProof="0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7E524140-0C35-EFF6-8995-712A0D80DA4D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/>
                <a:t>pe</a:t>
              </a:r>
              <a:r>
                <a:rPr lang="en-US" sz="2400" baseline="-25000" noProof="0" dirty="0"/>
                <a:t>1 (new plan)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BE14C7F-8797-52D2-D83A-A4FBC23667E7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/>
                <a:t>pe</a:t>
              </a:r>
              <a:r>
                <a:rPr lang="en-US" sz="2400" baseline="-25000" noProof="0" dirty="0"/>
                <a:t>3 (price change)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A8E92A7D-6328-7B65-C76F-CC39915340A4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 err="1"/>
                <a:t>pe</a:t>
              </a:r>
              <a:r>
                <a:rPr lang="en-US" sz="2400" baseline="-25000" noProof="0" dirty="0" err="1"/>
                <a:t>j</a:t>
              </a:r>
              <a:r>
                <a:rPr lang="en-US" sz="2400" baseline="-25000" noProof="0" dirty="0"/>
                <a:t> (feature reallocation)</a:t>
              </a:r>
            </a:p>
          </p:txBody>
        </p: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E2F698C-871B-47CD-D49B-4D41F3A9431F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54612FD-435C-2CD8-5262-871F5EDBB87F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9F9B1421-7BE0-4779-0030-B54C00C12326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7E319008-0095-B4A4-DE44-05405DBF22E9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326E837-C691-73F5-0A2A-E8608DCDDD98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22830D6F-9773-D93A-4B38-A36F800085A2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D3227006-6877-128A-8C5D-980E302D97E9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382FC1FA-BDFB-2962-EDD9-F669D56272E1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72981DE7-74C3-AD3A-E52A-BCF66CA15FC3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8068DD4B-E214-878D-C377-68094DC9BC77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oogle Shape;294;p32">
            <a:extLst>
              <a:ext uri="{FF2B5EF4-FFF2-40B4-BE49-F238E27FC236}">
                <a16:creationId xmlns:a16="http://schemas.microsoft.com/office/drawing/2014/main" id="{893A3218-572D-39A4-5C1D-9A7FC8507BC4}"/>
              </a:ext>
            </a:extLst>
          </p:cNvPr>
          <p:cNvGrpSpPr/>
          <p:nvPr/>
        </p:nvGrpSpPr>
        <p:grpSpPr>
          <a:xfrm flipV="1">
            <a:off x="1617781" y="1806871"/>
            <a:ext cx="8956437" cy="3583168"/>
            <a:chOff x="2776287" y="1968226"/>
            <a:chExt cx="3427402" cy="1703060"/>
          </a:xfrm>
        </p:grpSpPr>
        <p:sp>
          <p:nvSpPr>
            <p:cNvPr id="40" name="Google Shape;295;p32">
              <a:extLst>
                <a:ext uri="{FF2B5EF4-FFF2-40B4-BE49-F238E27FC236}">
                  <a16:creationId xmlns:a16="http://schemas.microsoft.com/office/drawing/2014/main" id="{0F709D72-0252-8EB5-E0D4-BA9A2793D670}"/>
                </a:ext>
              </a:extLst>
            </p:cNvPr>
            <p:cNvSpPr/>
            <p:nvPr/>
          </p:nvSpPr>
          <p:spPr>
            <a:xfrm>
              <a:off x="2776287" y="2236652"/>
              <a:ext cx="473341" cy="1192751"/>
            </a:xfrm>
            <a:custGeom>
              <a:avLst/>
              <a:gdLst/>
              <a:ahLst/>
              <a:cxnLst/>
              <a:rect l="l" t="t" r="r" b="b"/>
              <a:pathLst>
                <a:path w="21881" h="55137" extrusionOk="0">
                  <a:moveTo>
                    <a:pt x="11413" y="0"/>
                  </a:moveTo>
                  <a:lnTo>
                    <a:pt x="10032" y="1454"/>
                  </a:lnTo>
                  <a:lnTo>
                    <a:pt x="7524" y="4507"/>
                  </a:lnTo>
                  <a:lnTo>
                    <a:pt x="5379" y="7742"/>
                  </a:lnTo>
                  <a:lnTo>
                    <a:pt x="3598" y="11158"/>
                  </a:lnTo>
                  <a:lnTo>
                    <a:pt x="2145" y="14684"/>
                  </a:lnTo>
                  <a:lnTo>
                    <a:pt x="1091" y="18282"/>
                  </a:lnTo>
                  <a:lnTo>
                    <a:pt x="364" y="21989"/>
                  </a:lnTo>
                  <a:lnTo>
                    <a:pt x="0" y="25697"/>
                  </a:lnTo>
                  <a:lnTo>
                    <a:pt x="0" y="29440"/>
                  </a:lnTo>
                  <a:lnTo>
                    <a:pt x="364" y="33184"/>
                  </a:lnTo>
                  <a:lnTo>
                    <a:pt x="1091" y="36855"/>
                  </a:lnTo>
                  <a:lnTo>
                    <a:pt x="2145" y="40489"/>
                  </a:lnTo>
                  <a:lnTo>
                    <a:pt x="3598" y="44015"/>
                  </a:lnTo>
                  <a:lnTo>
                    <a:pt x="5379" y="47395"/>
                  </a:lnTo>
                  <a:lnTo>
                    <a:pt x="7524" y="50630"/>
                  </a:lnTo>
                  <a:lnTo>
                    <a:pt x="10032" y="53683"/>
                  </a:lnTo>
                  <a:lnTo>
                    <a:pt x="11413" y="55137"/>
                  </a:lnTo>
                  <a:lnTo>
                    <a:pt x="11413" y="46050"/>
                  </a:lnTo>
                  <a:lnTo>
                    <a:pt x="11449" y="45759"/>
                  </a:lnTo>
                  <a:lnTo>
                    <a:pt x="11631" y="45287"/>
                  </a:lnTo>
                  <a:lnTo>
                    <a:pt x="12031" y="44887"/>
                  </a:lnTo>
                  <a:lnTo>
                    <a:pt x="12503" y="44705"/>
                  </a:lnTo>
                  <a:lnTo>
                    <a:pt x="12794" y="44669"/>
                  </a:lnTo>
                  <a:lnTo>
                    <a:pt x="21880" y="44669"/>
                  </a:lnTo>
                  <a:lnTo>
                    <a:pt x="21044" y="43797"/>
                  </a:lnTo>
                  <a:lnTo>
                    <a:pt x="19518" y="41979"/>
                  </a:lnTo>
                  <a:lnTo>
                    <a:pt x="18209" y="39980"/>
                  </a:lnTo>
                  <a:lnTo>
                    <a:pt x="17083" y="37909"/>
                  </a:lnTo>
                  <a:lnTo>
                    <a:pt x="16174" y="35728"/>
                  </a:lnTo>
                  <a:lnTo>
                    <a:pt x="15483" y="33438"/>
                  </a:lnTo>
                  <a:lnTo>
                    <a:pt x="15011" y="31112"/>
                  </a:lnTo>
                  <a:lnTo>
                    <a:pt x="14793" y="28750"/>
                  </a:lnTo>
                  <a:lnTo>
                    <a:pt x="14757" y="27550"/>
                  </a:lnTo>
                  <a:lnTo>
                    <a:pt x="14793" y="26351"/>
                  </a:lnTo>
                  <a:lnTo>
                    <a:pt x="15011" y="23952"/>
                  </a:lnTo>
                  <a:lnTo>
                    <a:pt x="15483" y="21626"/>
                  </a:lnTo>
                  <a:lnTo>
                    <a:pt x="16174" y="19372"/>
                  </a:lnTo>
                  <a:lnTo>
                    <a:pt x="17083" y="17192"/>
                  </a:lnTo>
                  <a:lnTo>
                    <a:pt x="18209" y="15084"/>
                  </a:lnTo>
                  <a:lnTo>
                    <a:pt x="19518" y="13121"/>
                  </a:lnTo>
                  <a:lnTo>
                    <a:pt x="21044" y="11267"/>
                  </a:lnTo>
                  <a:lnTo>
                    <a:pt x="21880" y="10431"/>
                  </a:lnTo>
                  <a:lnTo>
                    <a:pt x="21880" y="1381"/>
                  </a:lnTo>
                  <a:lnTo>
                    <a:pt x="21844" y="1091"/>
                  </a:lnTo>
                  <a:lnTo>
                    <a:pt x="21662" y="582"/>
                  </a:lnTo>
                  <a:lnTo>
                    <a:pt x="21262" y="218"/>
                  </a:lnTo>
                  <a:lnTo>
                    <a:pt x="20790" y="37"/>
                  </a:lnTo>
                  <a:lnTo>
                    <a:pt x="2049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1" name="Google Shape;296;p32">
              <a:extLst>
                <a:ext uri="{FF2B5EF4-FFF2-40B4-BE49-F238E27FC236}">
                  <a16:creationId xmlns:a16="http://schemas.microsoft.com/office/drawing/2014/main" id="{54E76DA2-7586-E7D5-38B3-2BB2555A66CB}"/>
                </a:ext>
              </a:extLst>
            </p:cNvPr>
            <p:cNvSpPr/>
            <p:nvPr/>
          </p:nvSpPr>
          <p:spPr>
            <a:xfrm>
              <a:off x="3031197" y="1978217"/>
              <a:ext cx="1190415" cy="476477"/>
            </a:xfrm>
            <a:custGeom>
              <a:avLst/>
              <a:gdLst/>
              <a:ahLst/>
              <a:cxnLst/>
              <a:rect l="l" t="t" r="r" b="b"/>
              <a:pathLst>
                <a:path w="55029" h="22026" extrusionOk="0">
                  <a:moveTo>
                    <a:pt x="27587" y="0"/>
                  </a:moveTo>
                  <a:lnTo>
                    <a:pt x="25661" y="36"/>
                  </a:lnTo>
                  <a:lnTo>
                    <a:pt x="21845" y="436"/>
                  </a:lnTo>
                  <a:lnTo>
                    <a:pt x="18065" y="1163"/>
                  </a:lnTo>
                  <a:lnTo>
                    <a:pt x="14430" y="2290"/>
                  </a:lnTo>
                  <a:lnTo>
                    <a:pt x="10904" y="3744"/>
                  </a:lnTo>
                  <a:lnTo>
                    <a:pt x="7561" y="5525"/>
                  </a:lnTo>
                  <a:lnTo>
                    <a:pt x="4362" y="7669"/>
                  </a:lnTo>
                  <a:lnTo>
                    <a:pt x="1418" y="10104"/>
                  </a:lnTo>
                  <a:lnTo>
                    <a:pt x="1" y="11449"/>
                  </a:lnTo>
                  <a:lnTo>
                    <a:pt x="9087" y="11449"/>
                  </a:lnTo>
                  <a:lnTo>
                    <a:pt x="9378" y="11485"/>
                  </a:lnTo>
                  <a:lnTo>
                    <a:pt x="9850" y="11667"/>
                  </a:lnTo>
                  <a:lnTo>
                    <a:pt x="10250" y="12067"/>
                  </a:lnTo>
                  <a:lnTo>
                    <a:pt x="10432" y="12539"/>
                  </a:lnTo>
                  <a:lnTo>
                    <a:pt x="10468" y="12830"/>
                  </a:lnTo>
                  <a:lnTo>
                    <a:pt x="10468" y="21916"/>
                  </a:lnTo>
                  <a:lnTo>
                    <a:pt x="11341" y="21081"/>
                  </a:lnTo>
                  <a:lnTo>
                    <a:pt x="13158" y="19554"/>
                  </a:lnTo>
                  <a:lnTo>
                    <a:pt x="15157" y="18209"/>
                  </a:lnTo>
                  <a:lnTo>
                    <a:pt x="17229" y="17119"/>
                  </a:lnTo>
                  <a:lnTo>
                    <a:pt x="19409" y="16210"/>
                  </a:lnTo>
                  <a:lnTo>
                    <a:pt x="21699" y="15520"/>
                  </a:lnTo>
                  <a:lnTo>
                    <a:pt x="24025" y="15047"/>
                  </a:lnTo>
                  <a:lnTo>
                    <a:pt x="26388" y="14829"/>
                  </a:lnTo>
                  <a:lnTo>
                    <a:pt x="27623" y="14793"/>
                  </a:lnTo>
                  <a:lnTo>
                    <a:pt x="28859" y="14829"/>
                  </a:lnTo>
                  <a:lnTo>
                    <a:pt x="31222" y="15047"/>
                  </a:lnTo>
                  <a:lnTo>
                    <a:pt x="33475" y="15483"/>
                  </a:lnTo>
                  <a:lnTo>
                    <a:pt x="35620" y="16174"/>
                  </a:lnTo>
                  <a:lnTo>
                    <a:pt x="37691" y="17046"/>
                  </a:lnTo>
                  <a:lnTo>
                    <a:pt x="39727" y="18209"/>
                  </a:lnTo>
                  <a:lnTo>
                    <a:pt x="41689" y="19554"/>
                  </a:lnTo>
                  <a:lnTo>
                    <a:pt x="43616" y="21153"/>
                  </a:lnTo>
                  <a:lnTo>
                    <a:pt x="44597" y="22025"/>
                  </a:lnTo>
                  <a:lnTo>
                    <a:pt x="53974" y="22025"/>
                  </a:lnTo>
                  <a:lnTo>
                    <a:pt x="54447" y="21807"/>
                  </a:lnTo>
                  <a:lnTo>
                    <a:pt x="54810" y="21444"/>
                  </a:lnTo>
                  <a:lnTo>
                    <a:pt x="55028" y="20935"/>
                  </a:lnTo>
                  <a:lnTo>
                    <a:pt x="55028" y="20681"/>
                  </a:lnTo>
                  <a:lnTo>
                    <a:pt x="55028" y="11594"/>
                  </a:lnTo>
                  <a:lnTo>
                    <a:pt x="54447" y="11049"/>
                  </a:lnTo>
                  <a:lnTo>
                    <a:pt x="53865" y="10504"/>
                  </a:lnTo>
                  <a:lnTo>
                    <a:pt x="52375" y="9195"/>
                  </a:lnTo>
                  <a:lnTo>
                    <a:pt x="49322" y="6869"/>
                  </a:lnTo>
                  <a:lnTo>
                    <a:pt x="46233" y="4870"/>
                  </a:lnTo>
                  <a:lnTo>
                    <a:pt x="43070" y="3235"/>
                  </a:lnTo>
                  <a:lnTo>
                    <a:pt x="39799" y="1963"/>
                  </a:lnTo>
                  <a:lnTo>
                    <a:pt x="36456" y="981"/>
                  </a:lnTo>
                  <a:lnTo>
                    <a:pt x="33003" y="363"/>
                  </a:lnTo>
                  <a:lnTo>
                    <a:pt x="29441" y="36"/>
                  </a:lnTo>
                  <a:lnTo>
                    <a:pt x="27587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2" name="Google Shape;297;p32">
              <a:extLst>
                <a:ext uri="{FF2B5EF4-FFF2-40B4-BE49-F238E27FC236}">
                  <a16:creationId xmlns:a16="http://schemas.microsoft.com/office/drawing/2014/main" id="{20B18BBA-1352-3105-A69B-9A6332F14B11}"/>
                </a:ext>
              </a:extLst>
            </p:cNvPr>
            <p:cNvSpPr/>
            <p:nvPr/>
          </p:nvSpPr>
          <p:spPr>
            <a:xfrm>
              <a:off x="3994347" y="2219030"/>
              <a:ext cx="996977" cy="1188814"/>
            </a:xfrm>
            <a:custGeom>
              <a:avLst/>
              <a:gdLst/>
              <a:ahLst/>
              <a:cxnLst/>
              <a:rect l="l" t="t" r="r" b="b"/>
              <a:pathLst>
                <a:path w="46087" h="54955" extrusionOk="0">
                  <a:moveTo>
                    <a:pt x="35619" y="0"/>
                  </a:moveTo>
                  <a:lnTo>
                    <a:pt x="35038" y="545"/>
                  </a:lnTo>
                  <a:lnTo>
                    <a:pt x="33475" y="2072"/>
                  </a:lnTo>
                  <a:lnTo>
                    <a:pt x="30458" y="5379"/>
                  </a:lnTo>
                  <a:lnTo>
                    <a:pt x="26024" y="10831"/>
                  </a:lnTo>
                  <a:lnTo>
                    <a:pt x="23080" y="14829"/>
                  </a:lnTo>
                  <a:lnTo>
                    <a:pt x="20499" y="18318"/>
                  </a:lnTo>
                  <a:lnTo>
                    <a:pt x="17882" y="21989"/>
                  </a:lnTo>
                  <a:lnTo>
                    <a:pt x="16247" y="24279"/>
                  </a:lnTo>
                  <a:lnTo>
                    <a:pt x="15084" y="25878"/>
                  </a:lnTo>
                  <a:lnTo>
                    <a:pt x="13993" y="27441"/>
                  </a:lnTo>
                  <a:lnTo>
                    <a:pt x="10104" y="32784"/>
                  </a:lnTo>
                  <a:lnTo>
                    <a:pt x="4907" y="39363"/>
                  </a:lnTo>
                  <a:lnTo>
                    <a:pt x="1599" y="42961"/>
                  </a:lnTo>
                  <a:lnTo>
                    <a:pt x="0" y="44524"/>
                  </a:lnTo>
                  <a:lnTo>
                    <a:pt x="0" y="53610"/>
                  </a:lnTo>
                  <a:lnTo>
                    <a:pt x="37" y="53865"/>
                  </a:lnTo>
                  <a:lnTo>
                    <a:pt x="218" y="54373"/>
                  </a:lnTo>
                  <a:lnTo>
                    <a:pt x="582" y="54737"/>
                  </a:lnTo>
                  <a:lnTo>
                    <a:pt x="1091" y="54955"/>
                  </a:lnTo>
                  <a:lnTo>
                    <a:pt x="10468" y="54955"/>
                  </a:lnTo>
                  <a:lnTo>
                    <a:pt x="12103" y="53356"/>
                  </a:lnTo>
                  <a:lnTo>
                    <a:pt x="15302" y="49939"/>
                  </a:lnTo>
                  <a:lnTo>
                    <a:pt x="19954" y="44269"/>
                  </a:lnTo>
                  <a:lnTo>
                    <a:pt x="23080" y="40053"/>
                  </a:lnTo>
                  <a:lnTo>
                    <a:pt x="25624" y="36564"/>
                  </a:lnTo>
                  <a:lnTo>
                    <a:pt x="28277" y="32893"/>
                  </a:lnTo>
                  <a:lnTo>
                    <a:pt x="29913" y="30603"/>
                  </a:lnTo>
                  <a:lnTo>
                    <a:pt x="32166" y="27441"/>
                  </a:lnTo>
                  <a:lnTo>
                    <a:pt x="35873" y="22353"/>
                  </a:lnTo>
                  <a:lnTo>
                    <a:pt x="40816" y="16065"/>
                  </a:lnTo>
                  <a:lnTo>
                    <a:pt x="43942" y="12503"/>
                  </a:lnTo>
                  <a:lnTo>
                    <a:pt x="45505" y="10977"/>
                  </a:lnTo>
                  <a:lnTo>
                    <a:pt x="45796" y="10722"/>
                  </a:lnTo>
                  <a:lnTo>
                    <a:pt x="46087" y="10431"/>
                  </a:lnTo>
                  <a:lnTo>
                    <a:pt x="36709" y="10431"/>
                  </a:lnTo>
                  <a:lnTo>
                    <a:pt x="36237" y="10213"/>
                  </a:lnTo>
                  <a:lnTo>
                    <a:pt x="35837" y="9850"/>
                  </a:lnTo>
                  <a:lnTo>
                    <a:pt x="35655" y="9341"/>
                  </a:lnTo>
                  <a:lnTo>
                    <a:pt x="35619" y="9087"/>
                  </a:lnTo>
                  <a:lnTo>
                    <a:pt x="3561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3" name="Google Shape;298;p32">
              <a:extLst>
                <a:ext uri="{FF2B5EF4-FFF2-40B4-BE49-F238E27FC236}">
                  <a16:creationId xmlns:a16="http://schemas.microsoft.com/office/drawing/2014/main" id="{AD90EBCF-006F-80F0-3448-D6F5033F8666}"/>
                </a:ext>
              </a:extLst>
            </p:cNvPr>
            <p:cNvSpPr/>
            <p:nvPr/>
          </p:nvSpPr>
          <p:spPr>
            <a:xfrm>
              <a:off x="4770850" y="3176657"/>
              <a:ext cx="1190415" cy="474920"/>
            </a:xfrm>
            <a:custGeom>
              <a:avLst/>
              <a:gdLst/>
              <a:ahLst/>
              <a:cxnLst/>
              <a:rect l="l" t="t" r="r" b="b"/>
              <a:pathLst>
                <a:path w="55029" h="21954" extrusionOk="0">
                  <a:moveTo>
                    <a:pt x="10468" y="1"/>
                  </a:moveTo>
                  <a:lnTo>
                    <a:pt x="10468" y="9087"/>
                  </a:lnTo>
                  <a:lnTo>
                    <a:pt x="10432" y="9342"/>
                  </a:lnTo>
                  <a:lnTo>
                    <a:pt x="10250" y="9850"/>
                  </a:lnTo>
                  <a:lnTo>
                    <a:pt x="9850" y="10214"/>
                  </a:lnTo>
                  <a:lnTo>
                    <a:pt x="9378" y="10432"/>
                  </a:lnTo>
                  <a:lnTo>
                    <a:pt x="1" y="10432"/>
                  </a:lnTo>
                  <a:lnTo>
                    <a:pt x="546" y="10941"/>
                  </a:lnTo>
                  <a:lnTo>
                    <a:pt x="837" y="11195"/>
                  </a:lnTo>
                  <a:lnTo>
                    <a:pt x="1127" y="11450"/>
                  </a:lnTo>
                  <a:lnTo>
                    <a:pt x="2618" y="12758"/>
                  </a:lnTo>
                  <a:lnTo>
                    <a:pt x="5671" y="15084"/>
                  </a:lnTo>
                  <a:lnTo>
                    <a:pt x="8760" y="17083"/>
                  </a:lnTo>
                  <a:lnTo>
                    <a:pt x="11922" y="18719"/>
                  </a:lnTo>
                  <a:lnTo>
                    <a:pt x="15157" y="19991"/>
                  </a:lnTo>
                  <a:lnTo>
                    <a:pt x="18501" y="20972"/>
                  </a:lnTo>
                  <a:lnTo>
                    <a:pt x="21954" y="21590"/>
                  </a:lnTo>
                  <a:lnTo>
                    <a:pt x="25552" y="21917"/>
                  </a:lnTo>
                  <a:lnTo>
                    <a:pt x="27369" y="21953"/>
                  </a:lnTo>
                  <a:lnTo>
                    <a:pt x="27514" y="21953"/>
                  </a:lnTo>
                  <a:lnTo>
                    <a:pt x="29441" y="21917"/>
                  </a:lnTo>
                  <a:lnTo>
                    <a:pt x="33293" y="21517"/>
                  </a:lnTo>
                  <a:lnTo>
                    <a:pt x="37037" y="20754"/>
                  </a:lnTo>
                  <a:lnTo>
                    <a:pt x="40672" y="19627"/>
                  </a:lnTo>
                  <a:lnTo>
                    <a:pt x="44161" y="18174"/>
                  </a:lnTo>
                  <a:lnTo>
                    <a:pt x="47505" y="16356"/>
                  </a:lnTo>
                  <a:lnTo>
                    <a:pt x="50667" y="14212"/>
                  </a:lnTo>
                  <a:lnTo>
                    <a:pt x="53647" y="11777"/>
                  </a:lnTo>
                  <a:lnTo>
                    <a:pt x="55028" y="10432"/>
                  </a:lnTo>
                  <a:lnTo>
                    <a:pt x="55028" y="1345"/>
                  </a:lnTo>
                  <a:lnTo>
                    <a:pt x="54992" y="1055"/>
                  </a:lnTo>
                  <a:lnTo>
                    <a:pt x="54810" y="582"/>
                  </a:lnTo>
                  <a:lnTo>
                    <a:pt x="54447" y="219"/>
                  </a:lnTo>
                  <a:lnTo>
                    <a:pt x="53938" y="1"/>
                  </a:lnTo>
                  <a:lnTo>
                    <a:pt x="44633" y="1"/>
                  </a:lnTo>
                  <a:lnTo>
                    <a:pt x="44561" y="37"/>
                  </a:lnTo>
                  <a:lnTo>
                    <a:pt x="43688" y="873"/>
                  </a:lnTo>
                  <a:lnTo>
                    <a:pt x="41871" y="2400"/>
                  </a:lnTo>
                  <a:lnTo>
                    <a:pt x="39908" y="3708"/>
                  </a:lnTo>
                  <a:lnTo>
                    <a:pt x="37837" y="4835"/>
                  </a:lnTo>
                  <a:lnTo>
                    <a:pt x="35656" y="5743"/>
                  </a:lnTo>
                  <a:lnTo>
                    <a:pt x="33402" y="6434"/>
                  </a:lnTo>
                  <a:lnTo>
                    <a:pt x="31076" y="6906"/>
                  </a:lnTo>
                  <a:lnTo>
                    <a:pt x="28714" y="7124"/>
                  </a:lnTo>
                  <a:lnTo>
                    <a:pt x="27514" y="7161"/>
                  </a:lnTo>
                  <a:lnTo>
                    <a:pt x="26206" y="7161"/>
                  </a:lnTo>
                  <a:lnTo>
                    <a:pt x="23916" y="6943"/>
                  </a:lnTo>
                  <a:lnTo>
                    <a:pt x="21735" y="6507"/>
                  </a:lnTo>
                  <a:lnTo>
                    <a:pt x="19664" y="5889"/>
                  </a:lnTo>
                  <a:lnTo>
                    <a:pt x="17628" y="5053"/>
                  </a:lnTo>
                  <a:lnTo>
                    <a:pt x="15702" y="4035"/>
                  </a:lnTo>
                  <a:lnTo>
                    <a:pt x="13812" y="2763"/>
                  </a:lnTo>
                  <a:lnTo>
                    <a:pt x="11922" y="1309"/>
                  </a:lnTo>
                  <a:lnTo>
                    <a:pt x="10977" y="473"/>
                  </a:lnTo>
                  <a:lnTo>
                    <a:pt x="10468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4" name="Google Shape;299;p32">
              <a:extLst>
                <a:ext uri="{FF2B5EF4-FFF2-40B4-BE49-F238E27FC236}">
                  <a16:creationId xmlns:a16="http://schemas.microsoft.com/office/drawing/2014/main" id="{C178967A-641E-C2AA-503D-6CFACDDF6FAF}"/>
                </a:ext>
              </a:extLst>
            </p:cNvPr>
            <p:cNvSpPr/>
            <p:nvPr/>
          </p:nvSpPr>
          <p:spPr>
            <a:xfrm>
              <a:off x="5731927" y="2217451"/>
              <a:ext cx="471762" cy="1190393"/>
            </a:xfrm>
            <a:custGeom>
              <a:avLst/>
              <a:gdLst/>
              <a:ahLst/>
              <a:cxnLst/>
              <a:rect l="l" t="t" r="r" b="b"/>
              <a:pathLst>
                <a:path w="21808" h="55028" extrusionOk="0">
                  <a:moveTo>
                    <a:pt x="1345" y="1"/>
                  </a:moveTo>
                  <a:lnTo>
                    <a:pt x="1054" y="37"/>
                  </a:lnTo>
                  <a:lnTo>
                    <a:pt x="582" y="219"/>
                  </a:lnTo>
                  <a:lnTo>
                    <a:pt x="218" y="618"/>
                  </a:lnTo>
                  <a:lnTo>
                    <a:pt x="0" y="1091"/>
                  </a:lnTo>
                  <a:lnTo>
                    <a:pt x="0" y="1382"/>
                  </a:lnTo>
                  <a:lnTo>
                    <a:pt x="0" y="10468"/>
                  </a:lnTo>
                  <a:lnTo>
                    <a:pt x="218" y="10723"/>
                  </a:lnTo>
                  <a:lnTo>
                    <a:pt x="473" y="10977"/>
                  </a:lnTo>
                  <a:lnTo>
                    <a:pt x="1309" y="11849"/>
                  </a:lnTo>
                  <a:lnTo>
                    <a:pt x="2763" y="13776"/>
                  </a:lnTo>
                  <a:lnTo>
                    <a:pt x="3998" y="15775"/>
                  </a:lnTo>
                  <a:lnTo>
                    <a:pt x="5052" y="17846"/>
                  </a:lnTo>
                  <a:lnTo>
                    <a:pt x="5852" y="20027"/>
                  </a:lnTo>
                  <a:lnTo>
                    <a:pt x="6470" y="22208"/>
                  </a:lnTo>
                  <a:lnTo>
                    <a:pt x="6870" y="24461"/>
                  </a:lnTo>
                  <a:lnTo>
                    <a:pt x="7051" y="26751"/>
                  </a:lnTo>
                  <a:lnTo>
                    <a:pt x="7015" y="29004"/>
                  </a:lnTo>
                  <a:lnTo>
                    <a:pt x="6761" y="31258"/>
                  </a:lnTo>
                  <a:lnTo>
                    <a:pt x="6288" y="33511"/>
                  </a:lnTo>
                  <a:lnTo>
                    <a:pt x="5634" y="35692"/>
                  </a:lnTo>
                  <a:lnTo>
                    <a:pt x="4762" y="37836"/>
                  </a:lnTo>
                  <a:lnTo>
                    <a:pt x="3671" y="39872"/>
                  </a:lnTo>
                  <a:lnTo>
                    <a:pt x="2363" y="41834"/>
                  </a:lnTo>
                  <a:lnTo>
                    <a:pt x="836" y="43688"/>
                  </a:lnTo>
                  <a:lnTo>
                    <a:pt x="0" y="44597"/>
                  </a:lnTo>
                  <a:lnTo>
                    <a:pt x="9341" y="44597"/>
                  </a:lnTo>
                  <a:lnTo>
                    <a:pt x="9850" y="44815"/>
                  </a:lnTo>
                  <a:lnTo>
                    <a:pt x="10213" y="45178"/>
                  </a:lnTo>
                  <a:lnTo>
                    <a:pt x="10432" y="45651"/>
                  </a:lnTo>
                  <a:lnTo>
                    <a:pt x="10432" y="45941"/>
                  </a:lnTo>
                  <a:lnTo>
                    <a:pt x="10432" y="55028"/>
                  </a:lnTo>
                  <a:lnTo>
                    <a:pt x="11776" y="53647"/>
                  </a:lnTo>
                  <a:lnTo>
                    <a:pt x="14211" y="50666"/>
                  </a:lnTo>
                  <a:lnTo>
                    <a:pt x="16320" y="47504"/>
                  </a:lnTo>
                  <a:lnTo>
                    <a:pt x="18100" y="44124"/>
                  </a:lnTo>
                  <a:lnTo>
                    <a:pt x="19554" y="40635"/>
                  </a:lnTo>
                  <a:lnTo>
                    <a:pt x="20645" y="37000"/>
                  </a:lnTo>
                  <a:lnTo>
                    <a:pt x="21372" y="33257"/>
                  </a:lnTo>
                  <a:lnTo>
                    <a:pt x="21771" y="29441"/>
                  </a:lnTo>
                  <a:lnTo>
                    <a:pt x="21808" y="27514"/>
                  </a:lnTo>
                  <a:lnTo>
                    <a:pt x="21771" y="25588"/>
                  </a:lnTo>
                  <a:lnTo>
                    <a:pt x="21372" y="21772"/>
                  </a:lnTo>
                  <a:lnTo>
                    <a:pt x="20645" y="18028"/>
                  </a:lnTo>
                  <a:lnTo>
                    <a:pt x="19554" y="14393"/>
                  </a:lnTo>
                  <a:lnTo>
                    <a:pt x="18100" y="10868"/>
                  </a:lnTo>
                  <a:lnTo>
                    <a:pt x="16320" y="7524"/>
                  </a:lnTo>
                  <a:lnTo>
                    <a:pt x="14211" y="4362"/>
                  </a:lnTo>
                  <a:lnTo>
                    <a:pt x="11776" y="13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5" name="Google Shape;300;p32">
              <a:extLst>
                <a:ext uri="{FF2B5EF4-FFF2-40B4-BE49-F238E27FC236}">
                  <a16:creationId xmlns:a16="http://schemas.microsoft.com/office/drawing/2014/main" id="{624EF4D6-5712-EEEE-C8F2-5C0E89B95FC8}"/>
                </a:ext>
              </a:extLst>
            </p:cNvPr>
            <p:cNvSpPr/>
            <p:nvPr/>
          </p:nvSpPr>
          <p:spPr>
            <a:xfrm>
              <a:off x="4767220" y="1968226"/>
              <a:ext cx="1189614" cy="475699"/>
            </a:xfrm>
            <a:custGeom>
              <a:avLst/>
              <a:gdLst/>
              <a:ahLst/>
              <a:cxnLst/>
              <a:rect l="l" t="t" r="r" b="b"/>
              <a:pathLst>
                <a:path w="54992" h="21990" extrusionOk="0">
                  <a:moveTo>
                    <a:pt x="27368" y="0"/>
                  </a:moveTo>
                  <a:lnTo>
                    <a:pt x="25515" y="36"/>
                  </a:lnTo>
                  <a:lnTo>
                    <a:pt x="21917" y="363"/>
                  </a:lnTo>
                  <a:lnTo>
                    <a:pt x="18464" y="981"/>
                  </a:lnTo>
                  <a:lnTo>
                    <a:pt x="15120" y="1963"/>
                  </a:lnTo>
                  <a:lnTo>
                    <a:pt x="11885" y="3235"/>
                  </a:lnTo>
                  <a:lnTo>
                    <a:pt x="8723" y="4870"/>
                  </a:lnTo>
                  <a:lnTo>
                    <a:pt x="5634" y="6869"/>
                  </a:lnTo>
                  <a:lnTo>
                    <a:pt x="2581" y="9195"/>
                  </a:lnTo>
                  <a:lnTo>
                    <a:pt x="1090" y="10504"/>
                  </a:lnTo>
                  <a:lnTo>
                    <a:pt x="545" y="11013"/>
                  </a:lnTo>
                  <a:lnTo>
                    <a:pt x="0" y="11522"/>
                  </a:lnTo>
                  <a:lnTo>
                    <a:pt x="0" y="20608"/>
                  </a:lnTo>
                  <a:lnTo>
                    <a:pt x="0" y="20899"/>
                  </a:lnTo>
                  <a:lnTo>
                    <a:pt x="218" y="21371"/>
                  </a:lnTo>
                  <a:lnTo>
                    <a:pt x="582" y="21735"/>
                  </a:lnTo>
                  <a:lnTo>
                    <a:pt x="1054" y="21953"/>
                  </a:lnTo>
                  <a:lnTo>
                    <a:pt x="10431" y="21953"/>
                  </a:lnTo>
                  <a:lnTo>
                    <a:pt x="11413" y="21081"/>
                  </a:lnTo>
                  <a:lnTo>
                    <a:pt x="13339" y="19518"/>
                  </a:lnTo>
                  <a:lnTo>
                    <a:pt x="15302" y="18173"/>
                  </a:lnTo>
                  <a:lnTo>
                    <a:pt x="17301" y="17046"/>
                  </a:lnTo>
                  <a:lnTo>
                    <a:pt x="19372" y="16137"/>
                  </a:lnTo>
                  <a:lnTo>
                    <a:pt x="21517" y="15483"/>
                  </a:lnTo>
                  <a:lnTo>
                    <a:pt x="23770" y="15047"/>
                  </a:lnTo>
                  <a:lnTo>
                    <a:pt x="26133" y="14829"/>
                  </a:lnTo>
                  <a:lnTo>
                    <a:pt x="27368" y="14793"/>
                  </a:lnTo>
                  <a:lnTo>
                    <a:pt x="27514" y="14793"/>
                  </a:lnTo>
                  <a:lnTo>
                    <a:pt x="28713" y="14829"/>
                  </a:lnTo>
                  <a:lnTo>
                    <a:pt x="31076" y="15083"/>
                  </a:lnTo>
                  <a:lnTo>
                    <a:pt x="33402" y="15556"/>
                  </a:lnTo>
                  <a:lnTo>
                    <a:pt x="35655" y="16247"/>
                  </a:lnTo>
                  <a:lnTo>
                    <a:pt x="37800" y="17155"/>
                  </a:lnTo>
                  <a:lnTo>
                    <a:pt x="39908" y="18282"/>
                  </a:lnTo>
                  <a:lnTo>
                    <a:pt x="41870" y="19627"/>
                  </a:lnTo>
                  <a:lnTo>
                    <a:pt x="43688" y="21153"/>
                  </a:lnTo>
                  <a:lnTo>
                    <a:pt x="44560" y="21989"/>
                  </a:lnTo>
                  <a:lnTo>
                    <a:pt x="44560" y="12903"/>
                  </a:lnTo>
                  <a:lnTo>
                    <a:pt x="44560" y="12612"/>
                  </a:lnTo>
                  <a:lnTo>
                    <a:pt x="44778" y="12139"/>
                  </a:lnTo>
                  <a:lnTo>
                    <a:pt x="45141" y="11740"/>
                  </a:lnTo>
                  <a:lnTo>
                    <a:pt x="45614" y="11558"/>
                  </a:lnTo>
                  <a:lnTo>
                    <a:pt x="45905" y="11522"/>
                  </a:lnTo>
                  <a:lnTo>
                    <a:pt x="54991" y="11522"/>
                  </a:lnTo>
                  <a:lnTo>
                    <a:pt x="53610" y="10177"/>
                  </a:lnTo>
                  <a:lnTo>
                    <a:pt x="50666" y="7742"/>
                  </a:lnTo>
                  <a:lnTo>
                    <a:pt x="47468" y="5597"/>
                  </a:lnTo>
                  <a:lnTo>
                    <a:pt x="44124" y="3780"/>
                  </a:lnTo>
                  <a:lnTo>
                    <a:pt x="40635" y="2326"/>
                  </a:lnTo>
                  <a:lnTo>
                    <a:pt x="37000" y="1199"/>
                  </a:lnTo>
                  <a:lnTo>
                    <a:pt x="33256" y="436"/>
                  </a:lnTo>
                  <a:lnTo>
                    <a:pt x="29440" y="36"/>
                  </a:lnTo>
                  <a:lnTo>
                    <a:pt x="27477" y="0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6" name="Google Shape;301;p32">
              <a:extLst>
                <a:ext uri="{FF2B5EF4-FFF2-40B4-BE49-F238E27FC236}">
                  <a16:creationId xmlns:a16="http://schemas.microsoft.com/office/drawing/2014/main" id="{D9015CB6-E636-D828-7111-6F73C1F5C065}"/>
                </a:ext>
              </a:extLst>
            </p:cNvPr>
            <p:cNvSpPr/>
            <p:nvPr/>
          </p:nvSpPr>
          <p:spPr>
            <a:xfrm>
              <a:off x="3019931" y="3194787"/>
              <a:ext cx="1189614" cy="476499"/>
            </a:xfrm>
            <a:custGeom>
              <a:avLst/>
              <a:gdLst/>
              <a:ahLst/>
              <a:cxnLst/>
              <a:rect l="l" t="t" r="r" b="b"/>
              <a:pathLst>
                <a:path w="54992" h="22027" extrusionOk="0">
                  <a:moveTo>
                    <a:pt x="44524" y="1"/>
                  </a:moveTo>
                  <a:lnTo>
                    <a:pt x="43579" y="909"/>
                  </a:lnTo>
                  <a:lnTo>
                    <a:pt x="41616" y="2472"/>
                  </a:lnTo>
                  <a:lnTo>
                    <a:pt x="39653" y="3853"/>
                  </a:lnTo>
                  <a:lnTo>
                    <a:pt x="37654" y="4980"/>
                  </a:lnTo>
                  <a:lnTo>
                    <a:pt x="35583" y="5889"/>
                  </a:lnTo>
                  <a:lnTo>
                    <a:pt x="33438" y="6579"/>
                  </a:lnTo>
                  <a:lnTo>
                    <a:pt x="31185" y="7015"/>
                  </a:lnTo>
                  <a:lnTo>
                    <a:pt x="28822" y="7233"/>
                  </a:lnTo>
                  <a:lnTo>
                    <a:pt x="27586" y="7270"/>
                  </a:lnTo>
                  <a:lnTo>
                    <a:pt x="26423" y="7270"/>
                  </a:lnTo>
                  <a:lnTo>
                    <a:pt x="24134" y="7052"/>
                  </a:lnTo>
                  <a:lnTo>
                    <a:pt x="21917" y="6616"/>
                  </a:lnTo>
                  <a:lnTo>
                    <a:pt x="19736" y="5961"/>
                  </a:lnTo>
                  <a:lnTo>
                    <a:pt x="17628" y="5125"/>
                  </a:lnTo>
                  <a:lnTo>
                    <a:pt x="15592" y="4108"/>
                  </a:lnTo>
                  <a:lnTo>
                    <a:pt x="13702" y="2908"/>
                  </a:lnTo>
                  <a:lnTo>
                    <a:pt x="11885" y="1491"/>
                  </a:lnTo>
                  <a:lnTo>
                    <a:pt x="11013" y="728"/>
                  </a:lnTo>
                  <a:lnTo>
                    <a:pt x="10722" y="437"/>
                  </a:lnTo>
                  <a:lnTo>
                    <a:pt x="10431" y="146"/>
                  </a:lnTo>
                  <a:lnTo>
                    <a:pt x="1345" y="146"/>
                  </a:lnTo>
                  <a:lnTo>
                    <a:pt x="1090" y="182"/>
                  </a:lnTo>
                  <a:lnTo>
                    <a:pt x="582" y="364"/>
                  </a:lnTo>
                  <a:lnTo>
                    <a:pt x="218" y="764"/>
                  </a:lnTo>
                  <a:lnTo>
                    <a:pt x="0" y="1236"/>
                  </a:lnTo>
                  <a:lnTo>
                    <a:pt x="0" y="1527"/>
                  </a:lnTo>
                  <a:lnTo>
                    <a:pt x="0" y="10614"/>
                  </a:lnTo>
                  <a:lnTo>
                    <a:pt x="291" y="10904"/>
                  </a:lnTo>
                  <a:lnTo>
                    <a:pt x="582" y="11195"/>
                  </a:lnTo>
                  <a:lnTo>
                    <a:pt x="1963" y="12467"/>
                  </a:lnTo>
                  <a:lnTo>
                    <a:pt x="4870" y="14793"/>
                  </a:lnTo>
                  <a:lnTo>
                    <a:pt x="8033" y="16829"/>
                  </a:lnTo>
                  <a:lnTo>
                    <a:pt x="11304" y="18501"/>
                  </a:lnTo>
                  <a:lnTo>
                    <a:pt x="14756" y="19882"/>
                  </a:lnTo>
                  <a:lnTo>
                    <a:pt x="18318" y="20936"/>
                  </a:lnTo>
                  <a:lnTo>
                    <a:pt x="21953" y="21663"/>
                  </a:lnTo>
                  <a:lnTo>
                    <a:pt x="25697" y="21990"/>
                  </a:lnTo>
                  <a:lnTo>
                    <a:pt x="27586" y="22026"/>
                  </a:lnTo>
                  <a:lnTo>
                    <a:pt x="29404" y="21990"/>
                  </a:lnTo>
                  <a:lnTo>
                    <a:pt x="33002" y="21699"/>
                  </a:lnTo>
                  <a:lnTo>
                    <a:pt x="36455" y="21045"/>
                  </a:lnTo>
                  <a:lnTo>
                    <a:pt x="39799" y="20100"/>
                  </a:lnTo>
                  <a:lnTo>
                    <a:pt x="43033" y="18791"/>
                  </a:lnTo>
                  <a:lnTo>
                    <a:pt x="46196" y="17156"/>
                  </a:lnTo>
                  <a:lnTo>
                    <a:pt x="49285" y="15193"/>
                  </a:lnTo>
                  <a:lnTo>
                    <a:pt x="52338" y="12867"/>
                  </a:lnTo>
                  <a:lnTo>
                    <a:pt x="53828" y="11559"/>
                  </a:lnTo>
                  <a:lnTo>
                    <a:pt x="54446" y="11013"/>
                  </a:lnTo>
                  <a:lnTo>
                    <a:pt x="54991" y="10468"/>
                  </a:lnTo>
                  <a:lnTo>
                    <a:pt x="45905" y="10468"/>
                  </a:lnTo>
                  <a:lnTo>
                    <a:pt x="45614" y="10432"/>
                  </a:lnTo>
                  <a:lnTo>
                    <a:pt x="45141" y="10214"/>
                  </a:lnTo>
                  <a:lnTo>
                    <a:pt x="44742" y="9850"/>
                  </a:lnTo>
                  <a:lnTo>
                    <a:pt x="44560" y="9378"/>
                  </a:lnTo>
                  <a:lnTo>
                    <a:pt x="44524" y="9087"/>
                  </a:lnTo>
                  <a:lnTo>
                    <a:pt x="44524" y="1"/>
                  </a:lnTo>
                  <a:close/>
                </a:path>
              </a:pathLst>
            </a:custGeom>
            <a:solidFill>
              <a:srgbClr val="183548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7" name="Google Shape;302;p32">
              <a:extLst>
                <a:ext uri="{FF2B5EF4-FFF2-40B4-BE49-F238E27FC236}">
                  <a16:creationId xmlns:a16="http://schemas.microsoft.com/office/drawing/2014/main" id="{132E4A38-46AF-43C3-6167-DF4A2F86E56B}"/>
                </a:ext>
              </a:extLst>
            </p:cNvPr>
            <p:cNvSpPr/>
            <p:nvPr/>
          </p:nvSpPr>
          <p:spPr>
            <a:xfrm>
              <a:off x="3995904" y="2218229"/>
              <a:ext cx="996999" cy="1189614"/>
            </a:xfrm>
            <a:custGeom>
              <a:avLst/>
              <a:gdLst/>
              <a:ahLst/>
              <a:cxnLst/>
              <a:rect l="l" t="t" r="r" b="b"/>
              <a:pathLst>
                <a:path w="46088" h="54992" extrusionOk="0">
                  <a:moveTo>
                    <a:pt x="10432" y="1"/>
                  </a:moveTo>
                  <a:lnTo>
                    <a:pt x="10432" y="9087"/>
                  </a:lnTo>
                  <a:lnTo>
                    <a:pt x="10432" y="9378"/>
                  </a:lnTo>
                  <a:lnTo>
                    <a:pt x="10214" y="9851"/>
                  </a:lnTo>
                  <a:lnTo>
                    <a:pt x="9851" y="10250"/>
                  </a:lnTo>
                  <a:lnTo>
                    <a:pt x="9342" y="10432"/>
                  </a:lnTo>
                  <a:lnTo>
                    <a:pt x="9087" y="10468"/>
                  </a:lnTo>
                  <a:lnTo>
                    <a:pt x="1" y="10468"/>
                  </a:lnTo>
                  <a:lnTo>
                    <a:pt x="582" y="11014"/>
                  </a:lnTo>
                  <a:lnTo>
                    <a:pt x="2109" y="12540"/>
                  </a:lnTo>
                  <a:lnTo>
                    <a:pt x="5235" y="16066"/>
                  </a:lnTo>
                  <a:lnTo>
                    <a:pt x="10214" y="22390"/>
                  </a:lnTo>
                  <a:lnTo>
                    <a:pt x="13921" y="27442"/>
                  </a:lnTo>
                  <a:lnTo>
                    <a:pt x="16175" y="30640"/>
                  </a:lnTo>
                  <a:lnTo>
                    <a:pt x="17810" y="32894"/>
                  </a:lnTo>
                  <a:lnTo>
                    <a:pt x="20427" y="36601"/>
                  </a:lnTo>
                  <a:lnTo>
                    <a:pt x="23008" y="40090"/>
                  </a:lnTo>
                  <a:lnTo>
                    <a:pt x="26134" y="44270"/>
                  </a:lnTo>
                  <a:lnTo>
                    <a:pt x="30786" y="49940"/>
                  </a:lnTo>
                  <a:lnTo>
                    <a:pt x="33984" y="53393"/>
                  </a:lnTo>
                  <a:lnTo>
                    <a:pt x="35620" y="54992"/>
                  </a:lnTo>
                  <a:lnTo>
                    <a:pt x="44706" y="54992"/>
                  </a:lnTo>
                  <a:lnTo>
                    <a:pt x="44997" y="54956"/>
                  </a:lnTo>
                  <a:lnTo>
                    <a:pt x="45469" y="54737"/>
                  </a:lnTo>
                  <a:lnTo>
                    <a:pt x="45869" y="54374"/>
                  </a:lnTo>
                  <a:lnTo>
                    <a:pt x="46051" y="53902"/>
                  </a:lnTo>
                  <a:lnTo>
                    <a:pt x="46087" y="53611"/>
                  </a:lnTo>
                  <a:lnTo>
                    <a:pt x="46087" y="44524"/>
                  </a:lnTo>
                  <a:lnTo>
                    <a:pt x="44488" y="42998"/>
                  </a:lnTo>
                  <a:lnTo>
                    <a:pt x="41181" y="39363"/>
                  </a:lnTo>
                  <a:lnTo>
                    <a:pt x="35983" y="32821"/>
                  </a:lnTo>
                  <a:lnTo>
                    <a:pt x="32094" y="27478"/>
                  </a:lnTo>
                  <a:lnTo>
                    <a:pt x="30967" y="25915"/>
                  </a:lnTo>
                  <a:lnTo>
                    <a:pt x="29841" y="24280"/>
                  </a:lnTo>
                  <a:lnTo>
                    <a:pt x="28205" y="22026"/>
                  </a:lnTo>
                  <a:lnTo>
                    <a:pt x="25552" y="18319"/>
                  </a:lnTo>
                  <a:lnTo>
                    <a:pt x="23008" y="14830"/>
                  </a:lnTo>
                  <a:lnTo>
                    <a:pt x="20027" y="10868"/>
                  </a:lnTo>
                  <a:lnTo>
                    <a:pt x="15593" y="5416"/>
                  </a:lnTo>
                  <a:lnTo>
                    <a:pt x="12577" y="2109"/>
                  </a:lnTo>
                  <a:lnTo>
                    <a:pt x="11050" y="5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8" name="Google Shape;303;p32">
              <a:extLst>
                <a:ext uri="{FF2B5EF4-FFF2-40B4-BE49-F238E27FC236}">
                  <a16:creationId xmlns:a16="http://schemas.microsoft.com/office/drawing/2014/main" id="{57EE6414-68B4-3335-9EFE-EA36347F9453}"/>
                </a:ext>
              </a:extLst>
            </p:cNvPr>
            <p:cNvSpPr/>
            <p:nvPr/>
          </p:nvSpPr>
          <p:spPr>
            <a:xfrm>
              <a:off x="4098917" y="2307034"/>
              <a:ext cx="93582" cy="93582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3853" y="1"/>
                  </a:moveTo>
                  <a:lnTo>
                    <a:pt x="3635" y="146"/>
                  </a:lnTo>
                  <a:lnTo>
                    <a:pt x="146" y="3635"/>
                  </a:lnTo>
                  <a:lnTo>
                    <a:pt x="0" y="3853"/>
                  </a:lnTo>
                  <a:lnTo>
                    <a:pt x="182" y="4253"/>
                  </a:lnTo>
                  <a:lnTo>
                    <a:pt x="436" y="4326"/>
                  </a:lnTo>
                  <a:lnTo>
                    <a:pt x="3926" y="4326"/>
                  </a:lnTo>
                  <a:lnTo>
                    <a:pt x="4071" y="4289"/>
                  </a:lnTo>
                  <a:lnTo>
                    <a:pt x="4289" y="4071"/>
                  </a:lnTo>
                  <a:lnTo>
                    <a:pt x="4325" y="3926"/>
                  </a:lnTo>
                  <a:lnTo>
                    <a:pt x="4325" y="437"/>
                  </a:lnTo>
                  <a:lnTo>
                    <a:pt x="4253" y="182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9" name="Google Shape;304;p32">
              <a:extLst>
                <a:ext uri="{FF2B5EF4-FFF2-40B4-BE49-F238E27FC236}">
                  <a16:creationId xmlns:a16="http://schemas.microsoft.com/office/drawing/2014/main" id="{F751D9AF-0AF5-B071-04A6-7DCD208C73E1}"/>
                </a:ext>
              </a:extLst>
            </p:cNvPr>
            <p:cNvSpPr/>
            <p:nvPr/>
          </p:nvSpPr>
          <p:spPr>
            <a:xfrm>
              <a:off x="4870211" y="3275158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3817" y="1"/>
                  </a:moveTo>
                  <a:lnTo>
                    <a:pt x="3635" y="146"/>
                  </a:lnTo>
                  <a:lnTo>
                    <a:pt x="146" y="3599"/>
                  </a:lnTo>
                  <a:lnTo>
                    <a:pt x="0" y="3817"/>
                  </a:lnTo>
                  <a:lnTo>
                    <a:pt x="182" y="4253"/>
                  </a:lnTo>
                  <a:lnTo>
                    <a:pt x="437" y="4290"/>
                  </a:lnTo>
                  <a:lnTo>
                    <a:pt x="4071" y="4290"/>
                  </a:lnTo>
                  <a:lnTo>
                    <a:pt x="4289" y="4035"/>
                  </a:lnTo>
                  <a:lnTo>
                    <a:pt x="4289" y="3890"/>
                  </a:lnTo>
                  <a:lnTo>
                    <a:pt x="4289" y="401"/>
                  </a:lnTo>
                  <a:lnTo>
                    <a:pt x="4253" y="146"/>
                  </a:lnTo>
                  <a:lnTo>
                    <a:pt x="38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1" name="Google Shape;306;p32">
              <a:extLst>
                <a:ext uri="{FF2B5EF4-FFF2-40B4-BE49-F238E27FC236}">
                  <a16:creationId xmlns:a16="http://schemas.microsoft.com/office/drawing/2014/main" id="{CD0CD8A0-8EB0-95F1-6517-B253E5F3D006}"/>
                </a:ext>
              </a:extLst>
            </p:cNvPr>
            <p:cNvSpPr/>
            <p:nvPr/>
          </p:nvSpPr>
          <p:spPr>
            <a:xfrm>
              <a:off x="5761022" y="2247325"/>
              <a:ext cx="92782" cy="92803"/>
            </a:xfrm>
            <a:custGeom>
              <a:avLst/>
              <a:gdLst/>
              <a:ahLst/>
              <a:cxnLst/>
              <a:rect l="l" t="t" r="r" b="b"/>
              <a:pathLst>
                <a:path w="4289" h="4290" extrusionOk="0">
                  <a:moveTo>
                    <a:pt x="400" y="1"/>
                  </a:moveTo>
                  <a:lnTo>
                    <a:pt x="218" y="37"/>
                  </a:lnTo>
                  <a:lnTo>
                    <a:pt x="0" y="255"/>
                  </a:lnTo>
                  <a:lnTo>
                    <a:pt x="0" y="401"/>
                  </a:lnTo>
                  <a:lnTo>
                    <a:pt x="0" y="3890"/>
                  </a:lnTo>
                  <a:lnTo>
                    <a:pt x="36" y="4108"/>
                  </a:lnTo>
                  <a:lnTo>
                    <a:pt x="473" y="4290"/>
                  </a:lnTo>
                  <a:lnTo>
                    <a:pt x="654" y="4180"/>
                  </a:lnTo>
                  <a:lnTo>
                    <a:pt x="4143" y="691"/>
                  </a:lnTo>
                  <a:lnTo>
                    <a:pt x="4289" y="473"/>
                  </a:lnTo>
                  <a:lnTo>
                    <a:pt x="4107" y="37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2" name="Google Shape;307;p32">
              <a:extLst>
                <a:ext uri="{FF2B5EF4-FFF2-40B4-BE49-F238E27FC236}">
                  <a16:creationId xmlns:a16="http://schemas.microsoft.com/office/drawing/2014/main" id="{941DA015-EB3D-C144-56E1-0A5A95F65383}"/>
                </a:ext>
              </a:extLst>
            </p:cNvPr>
            <p:cNvSpPr/>
            <p:nvPr/>
          </p:nvSpPr>
          <p:spPr>
            <a:xfrm>
              <a:off x="4797094" y="2319663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473" y="1"/>
                  </a:moveTo>
                  <a:lnTo>
                    <a:pt x="37" y="182"/>
                  </a:lnTo>
                  <a:lnTo>
                    <a:pt x="0" y="437"/>
                  </a:lnTo>
                  <a:lnTo>
                    <a:pt x="0" y="3890"/>
                  </a:lnTo>
                  <a:lnTo>
                    <a:pt x="0" y="4071"/>
                  </a:lnTo>
                  <a:lnTo>
                    <a:pt x="218" y="4289"/>
                  </a:lnTo>
                  <a:lnTo>
                    <a:pt x="3889" y="4289"/>
                  </a:lnTo>
                  <a:lnTo>
                    <a:pt x="4107" y="4253"/>
                  </a:lnTo>
                  <a:lnTo>
                    <a:pt x="4289" y="3817"/>
                  </a:lnTo>
                  <a:lnTo>
                    <a:pt x="4180" y="3635"/>
                  </a:lnTo>
                  <a:lnTo>
                    <a:pt x="691" y="146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3" name="Google Shape;308;p32">
              <a:extLst>
                <a:ext uri="{FF2B5EF4-FFF2-40B4-BE49-F238E27FC236}">
                  <a16:creationId xmlns:a16="http://schemas.microsoft.com/office/drawing/2014/main" id="{25B6C0EF-5AEA-D939-67E5-67583837229E}"/>
                </a:ext>
              </a:extLst>
            </p:cNvPr>
            <p:cNvSpPr/>
            <p:nvPr/>
          </p:nvSpPr>
          <p:spPr>
            <a:xfrm>
              <a:off x="4025800" y="3282792"/>
              <a:ext cx="93582" cy="93604"/>
            </a:xfrm>
            <a:custGeom>
              <a:avLst/>
              <a:gdLst/>
              <a:ahLst/>
              <a:cxnLst/>
              <a:rect l="l" t="t" r="r" b="b"/>
              <a:pathLst>
                <a:path w="4326" h="4327" extrusionOk="0">
                  <a:moveTo>
                    <a:pt x="509" y="1"/>
                  </a:moveTo>
                  <a:lnTo>
                    <a:pt x="73" y="183"/>
                  </a:lnTo>
                  <a:lnTo>
                    <a:pt x="0" y="437"/>
                  </a:lnTo>
                  <a:lnTo>
                    <a:pt x="0" y="3926"/>
                  </a:lnTo>
                  <a:lnTo>
                    <a:pt x="36" y="4072"/>
                  </a:lnTo>
                  <a:lnTo>
                    <a:pt x="255" y="4290"/>
                  </a:lnTo>
                  <a:lnTo>
                    <a:pt x="400" y="4326"/>
                  </a:lnTo>
                  <a:lnTo>
                    <a:pt x="3889" y="4326"/>
                  </a:lnTo>
                  <a:lnTo>
                    <a:pt x="4143" y="4290"/>
                  </a:lnTo>
                  <a:lnTo>
                    <a:pt x="4325" y="3854"/>
                  </a:lnTo>
                  <a:lnTo>
                    <a:pt x="4180" y="3636"/>
                  </a:lnTo>
                  <a:lnTo>
                    <a:pt x="727" y="18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</p:grpSp>
      <p:sp>
        <p:nvSpPr>
          <p:cNvPr id="57" name="CuadroTexto 56">
            <a:extLst>
              <a:ext uri="{FF2B5EF4-FFF2-40B4-BE49-F238E27FC236}">
                <a16:creationId xmlns:a16="http://schemas.microsoft.com/office/drawing/2014/main" id="{226E6187-36BC-E216-50AC-961B7ED95C12}"/>
              </a:ext>
            </a:extLst>
          </p:cNvPr>
          <p:cNvSpPr txBox="1"/>
          <p:nvPr/>
        </p:nvSpPr>
        <p:spPr>
          <a:xfrm rot="18698352">
            <a:off x="5352834" y="3369033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581D8236-CAC6-7C3E-42A2-474431E80F3A}"/>
              </a:ext>
            </a:extLst>
          </p:cNvPr>
          <p:cNvSpPr txBox="1"/>
          <p:nvPr/>
        </p:nvSpPr>
        <p:spPr>
          <a:xfrm rot="2875983">
            <a:off x="9062145" y="2539537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B416EEFA-5B00-F204-BB80-565B9A5983AC}"/>
              </a:ext>
            </a:extLst>
          </p:cNvPr>
          <p:cNvSpPr txBox="1"/>
          <p:nvPr/>
        </p:nvSpPr>
        <p:spPr>
          <a:xfrm>
            <a:off x="7638774" y="4754726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64611B82-E796-6B25-DC0D-3A56638FE830}"/>
              </a:ext>
            </a:extLst>
          </p:cNvPr>
          <p:cNvSpPr txBox="1"/>
          <p:nvPr/>
        </p:nvSpPr>
        <p:spPr>
          <a:xfrm rot="2606566">
            <a:off x="5073639" y="2708028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994EDF51-5BF8-283B-7529-741691D86677}"/>
              </a:ext>
            </a:extLst>
          </p:cNvPr>
          <p:cNvSpPr txBox="1"/>
          <p:nvPr/>
        </p:nvSpPr>
        <p:spPr>
          <a:xfrm rot="18717501">
            <a:off x="1865113" y="2369123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A1D289E3-257D-AD08-7AC5-679C8B504514}"/>
              </a:ext>
            </a:extLst>
          </p:cNvPr>
          <p:cNvSpPr txBox="1"/>
          <p:nvPr/>
        </p:nvSpPr>
        <p:spPr>
          <a:xfrm>
            <a:off x="3502493" y="4757755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0CB9AFF0-20E2-510B-B47E-DBDFD279BF6C}"/>
              </a:ext>
            </a:extLst>
          </p:cNvPr>
          <p:cNvSpPr txBox="1"/>
          <p:nvPr/>
        </p:nvSpPr>
        <p:spPr>
          <a:xfrm>
            <a:off x="2887799" y="2536430"/>
            <a:ext cx="22733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  <a:endParaRPr lang="en-US" sz="9600" b="1" noProof="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9F58A753-76F2-2DFF-9C62-8B96867EC7D9}"/>
              </a:ext>
            </a:extLst>
          </p:cNvPr>
          <p:cNvSpPr txBox="1"/>
          <p:nvPr/>
        </p:nvSpPr>
        <p:spPr>
          <a:xfrm>
            <a:off x="7406083" y="2499747"/>
            <a:ext cx="23599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n-US" sz="9600" b="1" noProof="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7E3ACA7-23DE-98D2-B4C5-9C4E633AE4EE}"/>
              </a:ext>
            </a:extLst>
          </p:cNvPr>
          <p:cNvGrpSpPr/>
          <p:nvPr/>
        </p:nvGrpSpPr>
        <p:grpSpPr>
          <a:xfrm>
            <a:off x="6575970" y="2624613"/>
            <a:ext cx="480299" cy="46997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70B803E2-25FE-4762-8CE5-E077A5BF3F1F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590C0BD0-2962-A5C7-8F8C-3D7F81736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8C4BE6BC-456B-FB59-0E6F-18BAE32BC9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6322" y="3701752"/>
            <a:ext cx="570213" cy="699807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B1E68B2E-494A-9E6F-0A4D-03172A1401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74882" y="3758229"/>
            <a:ext cx="581367" cy="713496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29D6ACE1-0CC7-D2E3-410A-81E3CB25B5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87782" y="3823186"/>
            <a:ext cx="613109" cy="61310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6C158D43-9518-B7D8-76D5-4837BBC4A58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7370723">
            <a:off x="3895618" y="1913247"/>
            <a:ext cx="508932" cy="508932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E5B50498-288B-8DB1-D3FD-3DE46072554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23385" y="1889262"/>
            <a:ext cx="562668" cy="562668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32438EAB-1FD8-D855-6DFE-2D218FD7955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799292" y="3756767"/>
            <a:ext cx="554204" cy="554204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5B9B9857-2C15-60CD-C860-6265C196914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104998" y="4534097"/>
            <a:ext cx="475732" cy="475732"/>
          </a:xfrm>
          <a:prstGeom prst="rect">
            <a:avLst/>
          </a:prstGeom>
        </p:spPr>
      </p:pic>
      <p:sp>
        <p:nvSpPr>
          <p:cNvPr id="74" name="Título 1">
            <a:extLst>
              <a:ext uri="{FF2B5EF4-FFF2-40B4-BE49-F238E27FC236}">
                <a16:creationId xmlns:a16="http://schemas.microsoft.com/office/drawing/2014/main" id="{CC1C044E-87B9-2F44-D5A8-4DCBE3900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n-US" b="1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 Development and Operation of SaaS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8B125E57-E6FC-21DC-1870-ECA3E301CE79}"/>
              </a:ext>
            </a:extLst>
          </p:cNvPr>
          <p:cNvGrpSpPr/>
          <p:nvPr/>
        </p:nvGrpSpPr>
        <p:grpSpPr>
          <a:xfrm>
            <a:off x="4177421" y="1930186"/>
            <a:ext cx="7761199" cy="3944952"/>
            <a:chOff x="4177421" y="1930186"/>
            <a:chExt cx="7761199" cy="3944952"/>
          </a:xfrm>
        </p:grpSpPr>
        <p:pic>
          <p:nvPicPr>
            <p:cNvPr id="6" name="Imagen 5" descr="Diagrama&#10;&#10;El contenido generado por IA puede ser incorrecto.">
              <a:extLst>
                <a:ext uri="{FF2B5EF4-FFF2-40B4-BE49-F238E27FC236}">
                  <a16:creationId xmlns:a16="http://schemas.microsoft.com/office/drawing/2014/main" id="{9CD8A507-A551-5840-230D-5B01D32A7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5636" y="1930186"/>
              <a:ext cx="7152984" cy="3280692"/>
            </a:xfrm>
            <a:prstGeom prst="rect">
              <a:avLst/>
            </a:prstGeom>
            <a:ln w="28575">
              <a:solidFill>
                <a:srgbClr val="00B050"/>
              </a:solidFill>
            </a:ln>
          </p:spPr>
        </p:pic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7C295340-03A4-E844-C736-B2EF16E34A06}"/>
                </a:ext>
              </a:extLst>
            </p:cNvPr>
            <p:cNvGrpSpPr/>
            <p:nvPr/>
          </p:nvGrpSpPr>
          <p:grpSpPr>
            <a:xfrm>
              <a:off x="4177421" y="3644900"/>
              <a:ext cx="5478947" cy="2230238"/>
              <a:chOff x="4177421" y="3644900"/>
              <a:chExt cx="5478947" cy="2230238"/>
            </a:xfrm>
          </p:grpSpPr>
          <p:grpSp>
            <p:nvGrpSpPr>
              <p:cNvPr id="23" name="Grupo 22">
                <a:extLst>
                  <a:ext uri="{FF2B5EF4-FFF2-40B4-BE49-F238E27FC236}">
                    <a16:creationId xmlns:a16="http://schemas.microsoft.com/office/drawing/2014/main" id="{BCDA638A-E833-79EA-A75B-59045040F8A3}"/>
                  </a:ext>
                </a:extLst>
              </p:cNvPr>
              <p:cNvGrpSpPr/>
              <p:nvPr/>
            </p:nvGrpSpPr>
            <p:grpSpPr>
              <a:xfrm>
                <a:off x="4177421" y="3644900"/>
                <a:ext cx="632674" cy="752698"/>
                <a:chOff x="4177421" y="3644900"/>
                <a:chExt cx="632674" cy="752698"/>
              </a:xfrm>
            </p:grpSpPr>
            <p:cxnSp>
              <p:nvCxnSpPr>
                <p:cNvPr id="7" name="Conector recto 6">
                  <a:extLst>
                    <a:ext uri="{FF2B5EF4-FFF2-40B4-BE49-F238E27FC236}">
                      <a16:creationId xmlns:a16="http://schemas.microsoft.com/office/drawing/2014/main" id="{9FFC563C-EF6B-D5EF-8401-589C029BC8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81489" y="3644900"/>
                  <a:ext cx="586041" cy="403696"/>
                </a:xfrm>
                <a:prstGeom prst="line">
                  <a:avLst/>
                </a:prstGeom>
                <a:ln w="28575">
                  <a:solidFill>
                    <a:srgbClr val="00B05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Conector recto 7">
                  <a:extLst>
                    <a:ext uri="{FF2B5EF4-FFF2-40B4-BE49-F238E27FC236}">
                      <a16:creationId xmlns:a16="http://schemas.microsoft.com/office/drawing/2014/main" id="{B0F9A997-3F53-EF58-6B4C-FB8AC375BA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77421" y="4048596"/>
                  <a:ext cx="601605" cy="317934"/>
                </a:xfrm>
                <a:prstGeom prst="line">
                  <a:avLst/>
                </a:prstGeom>
                <a:ln w="28575">
                  <a:solidFill>
                    <a:srgbClr val="00B05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Triángulo 17">
                  <a:extLst>
                    <a:ext uri="{FF2B5EF4-FFF2-40B4-BE49-F238E27FC236}">
                      <a16:creationId xmlns:a16="http://schemas.microsoft.com/office/drawing/2014/main" id="{2738DFBC-E881-BF06-4138-19DF97CD8AFF}"/>
                    </a:ext>
                  </a:extLst>
                </p:cNvPr>
                <p:cNvSpPr/>
                <p:nvPr/>
              </p:nvSpPr>
              <p:spPr>
                <a:xfrm rot="16037026">
                  <a:off x="4170134" y="3757636"/>
                  <a:ext cx="738178" cy="541745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</p:grpSp>
          <p:sp>
            <p:nvSpPr>
              <p:cNvPr id="20" name="Título 1">
                <a:extLst>
                  <a:ext uri="{FF2B5EF4-FFF2-40B4-BE49-F238E27FC236}">
                    <a16:creationId xmlns:a16="http://schemas.microsoft.com/office/drawing/2014/main" id="{5FC65DB7-5A55-1F8F-DDAD-45DB8FA2B8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32104" y="5210882"/>
                <a:ext cx="2324264" cy="66425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50"/>
                </a:solidFill>
              </a:ln>
            </p:spPr>
            <p:txBody>
              <a:bodyPr vert="horz" lIns="36000" tIns="0" rIns="36000" bIns="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US" sz="3200" b="1" noProof="0" dirty="0" err="1">
                    <a:solidFill>
                      <a:srgbClr val="7E0029"/>
                    </a:solidFill>
                  </a:rPr>
                  <a:t>iPricing</a:t>
                </a:r>
                <a:endParaRPr lang="en-US" sz="3600" b="1" noProof="0" dirty="0">
                  <a:solidFill>
                    <a:srgbClr val="7E0029"/>
                  </a:solidFill>
                </a:endParaRPr>
              </a:p>
            </p:txBody>
          </p:sp>
        </p:grpSp>
      </p:grp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F85B2A2-6319-8FA5-C2AF-B0921893D1E6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92941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AE79BA2-D06B-0C13-B583-FEDA9A89D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39C3E91A-EB39-E567-47F2-2DFED2D57830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1AB702BE-C244-E9B2-32C2-47C3B5CD4E52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rgbClr val="8B1B3F"/>
                  </a:solidFill>
                </a:rPr>
                <a:t>PROVIDER EVENTS (</a:t>
              </a:r>
              <a:r>
                <a:rPr lang="en-US" b="1" noProof="0" dirty="0" err="1">
                  <a:solidFill>
                    <a:srgbClr val="8B1B3F"/>
                  </a:solidFill>
                </a:rPr>
                <a:t>pe</a:t>
              </a:r>
              <a:r>
                <a:rPr lang="en-US" b="1" baseline="-25000" noProof="0" dirty="0" err="1">
                  <a:solidFill>
                    <a:srgbClr val="8B1B3F"/>
                  </a:solidFill>
                </a:rPr>
                <a:t>j</a:t>
              </a:r>
              <a:r>
                <a:rPr lang="en-US" b="1" noProof="0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E371A9DD-1120-A3E1-20D2-61D96986B25A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/>
                <a:t>pe</a:t>
              </a:r>
              <a:r>
                <a:rPr lang="en-US" sz="2400" baseline="-25000" noProof="0" dirty="0"/>
                <a:t>1 (new plan)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53046A9D-9C65-72ED-310E-9073BB19CB46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/>
                <a:t>pe</a:t>
              </a:r>
              <a:r>
                <a:rPr lang="en-US" sz="2400" baseline="-25000" noProof="0" dirty="0"/>
                <a:t>3 (price change)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90FE3BF6-170D-8CA3-D6FA-C6213665429A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 err="1"/>
                <a:t>pe</a:t>
              </a:r>
              <a:r>
                <a:rPr lang="en-US" sz="2400" baseline="-25000" noProof="0" dirty="0" err="1"/>
                <a:t>j</a:t>
              </a:r>
              <a:r>
                <a:rPr lang="en-US" sz="2400" baseline="-25000" noProof="0" dirty="0"/>
                <a:t> (feature reallocation)</a:t>
              </a:r>
            </a:p>
          </p:txBody>
        </p: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9441A885-425C-09C0-94BA-10DC70A09B96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C69D717-5D56-A92A-1D10-D02F500EC6CA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3E7BD4E1-2B94-058C-043C-029A95711C73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44C52956-A069-2054-184A-5B8A9DB08F63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BE9C639F-F7EF-354D-0F6E-868DE3DC40E2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7922A11E-BD9A-18C6-3D67-F2C080F08D7F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3F8CA48B-E38F-8E90-CC3D-5A6325692CBB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8F9E62FB-7A50-8199-ED9C-2F3148FC492E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F8390D45-F0EC-AC63-99D9-B2DFD443F4A2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0AAC83C7-36DC-D087-19CD-9EBD510A0628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oogle Shape;294;p32">
            <a:extLst>
              <a:ext uri="{FF2B5EF4-FFF2-40B4-BE49-F238E27FC236}">
                <a16:creationId xmlns:a16="http://schemas.microsoft.com/office/drawing/2014/main" id="{0F6C3DF7-B936-2F15-C6F0-780502BC97B4}"/>
              </a:ext>
            </a:extLst>
          </p:cNvPr>
          <p:cNvGrpSpPr/>
          <p:nvPr/>
        </p:nvGrpSpPr>
        <p:grpSpPr>
          <a:xfrm flipV="1">
            <a:off x="1617781" y="1806871"/>
            <a:ext cx="8956437" cy="3583168"/>
            <a:chOff x="2776287" y="1968226"/>
            <a:chExt cx="3427402" cy="1703060"/>
          </a:xfrm>
        </p:grpSpPr>
        <p:sp>
          <p:nvSpPr>
            <p:cNvPr id="40" name="Google Shape;295;p32">
              <a:extLst>
                <a:ext uri="{FF2B5EF4-FFF2-40B4-BE49-F238E27FC236}">
                  <a16:creationId xmlns:a16="http://schemas.microsoft.com/office/drawing/2014/main" id="{457ED061-2468-D9D1-A575-5966E5400DD8}"/>
                </a:ext>
              </a:extLst>
            </p:cNvPr>
            <p:cNvSpPr/>
            <p:nvPr/>
          </p:nvSpPr>
          <p:spPr>
            <a:xfrm>
              <a:off x="2776287" y="2236652"/>
              <a:ext cx="473341" cy="1192751"/>
            </a:xfrm>
            <a:custGeom>
              <a:avLst/>
              <a:gdLst/>
              <a:ahLst/>
              <a:cxnLst/>
              <a:rect l="l" t="t" r="r" b="b"/>
              <a:pathLst>
                <a:path w="21881" h="55137" extrusionOk="0">
                  <a:moveTo>
                    <a:pt x="11413" y="0"/>
                  </a:moveTo>
                  <a:lnTo>
                    <a:pt x="10032" y="1454"/>
                  </a:lnTo>
                  <a:lnTo>
                    <a:pt x="7524" y="4507"/>
                  </a:lnTo>
                  <a:lnTo>
                    <a:pt x="5379" y="7742"/>
                  </a:lnTo>
                  <a:lnTo>
                    <a:pt x="3598" y="11158"/>
                  </a:lnTo>
                  <a:lnTo>
                    <a:pt x="2145" y="14684"/>
                  </a:lnTo>
                  <a:lnTo>
                    <a:pt x="1091" y="18282"/>
                  </a:lnTo>
                  <a:lnTo>
                    <a:pt x="364" y="21989"/>
                  </a:lnTo>
                  <a:lnTo>
                    <a:pt x="0" y="25697"/>
                  </a:lnTo>
                  <a:lnTo>
                    <a:pt x="0" y="29440"/>
                  </a:lnTo>
                  <a:lnTo>
                    <a:pt x="364" y="33184"/>
                  </a:lnTo>
                  <a:lnTo>
                    <a:pt x="1091" y="36855"/>
                  </a:lnTo>
                  <a:lnTo>
                    <a:pt x="2145" y="40489"/>
                  </a:lnTo>
                  <a:lnTo>
                    <a:pt x="3598" y="44015"/>
                  </a:lnTo>
                  <a:lnTo>
                    <a:pt x="5379" y="47395"/>
                  </a:lnTo>
                  <a:lnTo>
                    <a:pt x="7524" y="50630"/>
                  </a:lnTo>
                  <a:lnTo>
                    <a:pt x="10032" y="53683"/>
                  </a:lnTo>
                  <a:lnTo>
                    <a:pt x="11413" y="55137"/>
                  </a:lnTo>
                  <a:lnTo>
                    <a:pt x="11413" y="46050"/>
                  </a:lnTo>
                  <a:lnTo>
                    <a:pt x="11449" y="45759"/>
                  </a:lnTo>
                  <a:lnTo>
                    <a:pt x="11631" y="45287"/>
                  </a:lnTo>
                  <a:lnTo>
                    <a:pt x="12031" y="44887"/>
                  </a:lnTo>
                  <a:lnTo>
                    <a:pt x="12503" y="44705"/>
                  </a:lnTo>
                  <a:lnTo>
                    <a:pt x="12794" y="44669"/>
                  </a:lnTo>
                  <a:lnTo>
                    <a:pt x="21880" y="44669"/>
                  </a:lnTo>
                  <a:lnTo>
                    <a:pt x="21044" y="43797"/>
                  </a:lnTo>
                  <a:lnTo>
                    <a:pt x="19518" y="41979"/>
                  </a:lnTo>
                  <a:lnTo>
                    <a:pt x="18209" y="39980"/>
                  </a:lnTo>
                  <a:lnTo>
                    <a:pt x="17083" y="37909"/>
                  </a:lnTo>
                  <a:lnTo>
                    <a:pt x="16174" y="35728"/>
                  </a:lnTo>
                  <a:lnTo>
                    <a:pt x="15483" y="33438"/>
                  </a:lnTo>
                  <a:lnTo>
                    <a:pt x="15011" y="31112"/>
                  </a:lnTo>
                  <a:lnTo>
                    <a:pt x="14793" y="28750"/>
                  </a:lnTo>
                  <a:lnTo>
                    <a:pt x="14757" y="27550"/>
                  </a:lnTo>
                  <a:lnTo>
                    <a:pt x="14793" y="26351"/>
                  </a:lnTo>
                  <a:lnTo>
                    <a:pt x="15011" y="23952"/>
                  </a:lnTo>
                  <a:lnTo>
                    <a:pt x="15483" y="21626"/>
                  </a:lnTo>
                  <a:lnTo>
                    <a:pt x="16174" y="19372"/>
                  </a:lnTo>
                  <a:lnTo>
                    <a:pt x="17083" y="17192"/>
                  </a:lnTo>
                  <a:lnTo>
                    <a:pt x="18209" y="15084"/>
                  </a:lnTo>
                  <a:lnTo>
                    <a:pt x="19518" y="13121"/>
                  </a:lnTo>
                  <a:lnTo>
                    <a:pt x="21044" y="11267"/>
                  </a:lnTo>
                  <a:lnTo>
                    <a:pt x="21880" y="10431"/>
                  </a:lnTo>
                  <a:lnTo>
                    <a:pt x="21880" y="1381"/>
                  </a:lnTo>
                  <a:lnTo>
                    <a:pt x="21844" y="1091"/>
                  </a:lnTo>
                  <a:lnTo>
                    <a:pt x="21662" y="582"/>
                  </a:lnTo>
                  <a:lnTo>
                    <a:pt x="21262" y="218"/>
                  </a:lnTo>
                  <a:lnTo>
                    <a:pt x="20790" y="37"/>
                  </a:lnTo>
                  <a:lnTo>
                    <a:pt x="2049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1" name="Google Shape;296;p32">
              <a:extLst>
                <a:ext uri="{FF2B5EF4-FFF2-40B4-BE49-F238E27FC236}">
                  <a16:creationId xmlns:a16="http://schemas.microsoft.com/office/drawing/2014/main" id="{B6C051F0-A9EA-5100-7BB0-B5173AD6A4A1}"/>
                </a:ext>
              </a:extLst>
            </p:cNvPr>
            <p:cNvSpPr/>
            <p:nvPr/>
          </p:nvSpPr>
          <p:spPr>
            <a:xfrm>
              <a:off x="3031197" y="1978217"/>
              <a:ext cx="1190415" cy="476477"/>
            </a:xfrm>
            <a:custGeom>
              <a:avLst/>
              <a:gdLst/>
              <a:ahLst/>
              <a:cxnLst/>
              <a:rect l="l" t="t" r="r" b="b"/>
              <a:pathLst>
                <a:path w="55029" h="22026" extrusionOk="0">
                  <a:moveTo>
                    <a:pt x="27587" y="0"/>
                  </a:moveTo>
                  <a:lnTo>
                    <a:pt x="25661" y="36"/>
                  </a:lnTo>
                  <a:lnTo>
                    <a:pt x="21845" y="436"/>
                  </a:lnTo>
                  <a:lnTo>
                    <a:pt x="18065" y="1163"/>
                  </a:lnTo>
                  <a:lnTo>
                    <a:pt x="14430" y="2290"/>
                  </a:lnTo>
                  <a:lnTo>
                    <a:pt x="10904" y="3744"/>
                  </a:lnTo>
                  <a:lnTo>
                    <a:pt x="7561" y="5525"/>
                  </a:lnTo>
                  <a:lnTo>
                    <a:pt x="4362" y="7669"/>
                  </a:lnTo>
                  <a:lnTo>
                    <a:pt x="1418" y="10104"/>
                  </a:lnTo>
                  <a:lnTo>
                    <a:pt x="1" y="11449"/>
                  </a:lnTo>
                  <a:lnTo>
                    <a:pt x="9087" y="11449"/>
                  </a:lnTo>
                  <a:lnTo>
                    <a:pt x="9378" y="11485"/>
                  </a:lnTo>
                  <a:lnTo>
                    <a:pt x="9850" y="11667"/>
                  </a:lnTo>
                  <a:lnTo>
                    <a:pt x="10250" y="12067"/>
                  </a:lnTo>
                  <a:lnTo>
                    <a:pt x="10432" y="12539"/>
                  </a:lnTo>
                  <a:lnTo>
                    <a:pt x="10468" y="12830"/>
                  </a:lnTo>
                  <a:lnTo>
                    <a:pt x="10468" y="21916"/>
                  </a:lnTo>
                  <a:lnTo>
                    <a:pt x="11341" y="21081"/>
                  </a:lnTo>
                  <a:lnTo>
                    <a:pt x="13158" y="19554"/>
                  </a:lnTo>
                  <a:lnTo>
                    <a:pt x="15157" y="18209"/>
                  </a:lnTo>
                  <a:lnTo>
                    <a:pt x="17229" y="17119"/>
                  </a:lnTo>
                  <a:lnTo>
                    <a:pt x="19409" y="16210"/>
                  </a:lnTo>
                  <a:lnTo>
                    <a:pt x="21699" y="15520"/>
                  </a:lnTo>
                  <a:lnTo>
                    <a:pt x="24025" y="15047"/>
                  </a:lnTo>
                  <a:lnTo>
                    <a:pt x="26388" y="14829"/>
                  </a:lnTo>
                  <a:lnTo>
                    <a:pt x="27623" y="14793"/>
                  </a:lnTo>
                  <a:lnTo>
                    <a:pt x="28859" y="14829"/>
                  </a:lnTo>
                  <a:lnTo>
                    <a:pt x="31222" y="15047"/>
                  </a:lnTo>
                  <a:lnTo>
                    <a:pt x="33475" y="15483"/>
                  </a:lnTo>
                  <a:lnTo>
                    <a:pt x="35620" y="16174"/>
                  </a:lnTo>
                  <a:lnTo>
                    <a:pt x="37691" y="17046"/>
                  </a:lnTo>
                  <a:lnTo>
                    <a:pt x="39727" y="18209"/>
                  </a:lnTo>
                  <a:lnTo>
                    <a:pt x="41689" y="19554"/>
                  </a:lnTo>
                  <a:lnTo>
                    <a:pt x="43616" y="21153"/>
                  </a:lnTo>
                  <a:lnTo>
                    <a:pt x="44597" y="22025"/>
                  </a:lnTo>
                  <a:lnTo>
                    <a:pt x="53974" y="22025"/>
                  </a:lnTo>
                  <a:lnTo>
                    <a:pt x="54447" y="21807"/>
                  </a:lnTo>
                  <a:lnTo>
                    <a:pt x="54810" y="21444"/>
                  </a:lnTo>
                  <a:lnTo>
                    <a:pt x="55028" y="20935"/>
                  </a:lnTo>
                  <a:lnTo>
                    <a:pt x="55028" y="20681"/>
                  </a:lnTo>
                  <a:lnTo>
                    <a:pt x="55028" y="11594"/>
                  </a:lnTo>
                  <a:lnTo>
                    <a:pt x="54447" y="11049"/>
                  </a:lnTo>
                  <a:lnTo>
                    <a:pt x="53865" y="10504"/>
                  </a:lnTo>
                  <a:lnTo>
                    <a:pt x="52375" y="9195"/>
                  </a:lnTo>
                  <a:lnTo>
                    <a:pt x="49322" y="6869"/>
                  </a:lnTo>
                  <a:lnTo>
                    <a:pt x="46233" y="4870"/>
                  </a:lnTo>
                  <a:lnTo>
                    <a:pt x="43070" y="3235"/>
                  </a:lnTo>
                  <a:lnTo>
                    <a:pt x="39799" y="1963"/>
                  </a:lnTo>
                  <a:lnTo>
                    <a:pt x="36456" y="981"/>
                  </a:lnTo>
                  <a:lnTo>
                    <a:pt x="33003" y="363"/>
                  </a:lnTo>
                  <a:lnTo>
                    <a:pt x="29441" y="36"/>
                  </a:lnTo>
                  <a:lnTo>
                    <a:pt x="27587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2" name="Google Shape;297;p32">
              <a:extLst>
                <a:ext uri="{FF2B5EF4-FFF2-40B4-BE49-F238E27FC236}">
                  <a16:creationId xmlns:a16="http://schemas.microsoft.com/office/drawing/2014/main" id="{23C38BEC-17D7-C0F8-FEE3-95376B721D79}"/>
                </a:ext>
              </a:extLst>
            </p:cNvPr>
            <p:cNvSpPr/>
            <p:nvPr/>
          </p:nvSpPr>
          <p:spPr>
            <a:xfrm>
              <a:off x="3994347" y="2219030"/>
              <a:ext cx="996977" cy="1188814"/>
            </a:xfrm>
            <a:custGeom>
              <a:avLst/>
              <a:gdLst/>
              <a:ahLst/>
              <a:cxnLst/>
              <a:rect l="l" t="t" r="r" b="b"/>
              <a:pathLst>
                <a:path w="46087" h="54955" extrusionOk="0">
                  <a:moveTo>
                    <a:pt x="35619" y="0"/>
                  </a:moveTo>
                  <a:lnTo>
                    <a:pt x="35038" y="545"/>
                  </a:lnTo>
                  <a:lnTo>
                    <a:pt x="33475" y="2072"/>
                  </a:lnTo>
                  <a:lnTo>
                    <a:pt x="30458" y="5379"/>
                  </a:lnTo>
                  <a:lnTo>
                    <a:pt x="26024" y="10831"/>
                  </a:lnTo>
                  <a:lnTo>
                    <a:pt x="23080" y="14829"/>
                  </a:lnTo>
                  <a:lnTo>
                    <a:pt x="20499" y="18318"/>
                  </a:lnTo>
                  <a:lnTo>
                    <a:pt x="17882" y="21989"/>
                  </a:lnTo>
                  <a:lnTo>
                    <a:pt x="16247" y="24279"/>
                  </a:lnTo>
                  <a:lnTo>
                    <a:pt x="15084" y="25878"/>
                  </a:lnTo>
                  <a:lnTo>
                    <a:pt x="13993" y="27441"/>
                  </a:lnTo>
                  <a:lnTo>
                    <a:pt x="10104" y="32784"/>
                  </a:lnTo>
                  <a:lnTo>
                    <a:pt x="4907" y="39363"/>
                  </a:lnTo>
                  <a:lnTo>
                    <a:pt x="1599" y="42961"/>
                  </a:lnTo>
                  <a:lnTo>
                    <a:pt x="0" y="44524"/>
                  </a:lnTo>
                  <a:lnTo>
                    <a:pt x="0" y="53610"/>
                  </a:lnTo>
                  <a:lnTo>
                    <a:pt x="37" y="53865"/>
                  </a:lnTo>
                  <a:lnTo>
                    <a:pt x="218" y="54373"/>
                  </a:lnTo>
                  <a:lnTo>
                    <a:pt x="582" y="54737"/>
                  </a:lnTo>
                  <a:lnTo>
                    <a:pt x="1091" y="54955"/>
                  </a:lnTo>
                  <a:lnTo>
                    <a:pt x="10468" y="54955"/>
                  </a:lnTo>
                  <a:lnTo>
                    <a:pt x="12103" y="53356"/>
                  </a:lnTo>
                  <a:lnTo>
                    <a:pt x="15302" y="49939"/>
                  </a:lnTo>
                  <a:lnTo>
                    <a:pt x="19954" y="44269"/>
                  </a:lnTo>
                  <a:lnTo>
                    <a:pt x="23080" y="40053"/>
                  </a:lnTo>
                  <a:lnTo>
                    <a:pt x="25624" y="36564"/>
                  </a:lnTo>
                  <a:lnTo>
                    <a:pt x="28277" y="32893"/>
                  </a:lnTo>
                  <a:lnTo>
                    <a:pt x="29913" y="30603"/>
                  </a:lnTo>
                  <a:lnTo>
                    <a:pt x="32166" y="27441"/>
                  </a:lnTo>
                  <a:lnTo>
                    <a:pt x="35873" y="22353"/>
                  </a:lnTo>
                  <a:lnTo>
                    <a:pt x="40816" y="16065"/>
                  </a:lnTo>
                  <a:lnTo>
                    <a:pt x="43942" y="12503"/>
                  </a:lnTo>
                  <a:lnTo>
                    <a:pt x="45505" y="10977"/>
                  </a:lnTo>
                  <a:lnTo>
                    <a:pt x="45796" y="10722"/>
                  </a:lnTo>
                  <a:lnTo>
                    <a:pt x="46087" y="10431"/>
                  </a:lnTo>
                  <a:lnTo>
                    <a:pt x="36709" y="10431"/>
                  </a:lnTo>
                  <a:lnTo>
                    <a:pt x="36237" y="10213"/>
                  </a:lnTo>
                  <a:lnTo>
                    <a:pt x="35837" y="9850"/>
                  </a:lnTo>
                  <a:lnTo>
                    <a:pt x="35655" y="9341"/>
                  </a:lnTo>
                  <a:lnTo>
                    <a:pt x="35619" y="9087"/>
                  </a:lnTo>
                  <a:lnTo>
                    <a:pt x="3561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3" name="Google Shape;298;p32">
              <a:extLst>
                <a:ext uri="{FF2B5EF4-FFF2-40B4-BE49-F238E27FC236}">
                  <a16:creationId xmlns:a16="http://schemas.microsoft.com/office/drawing/2014/main" id="{1EA2B81A-AEA8-49E6-F106-5766B3A09777}"/>
                </a:ext>
              </a:extLst>
            </p:cNvPr>
            <p:cNvSpPr/>
            <p:nvPr/>
          </p:nvSpPr>
          <p:spPr>
            <a:xfrm>
              <a:off x="4770850" y="3176657"/>
              <a:ext cx="1190415" cy="474920"/>
            </a:xfrm>
            <a:custGeom>
              <a:avLst/>
              <a:gdLst/>
              <a:ahLst/>
              <a:cxnLst/>
              <a:rect l="l" t="t" r="r" b="b"/>
              <a:pathLst>
                <a:path w="55029" h="21954" extrusionOk="0">
                  <a:moveTo>
                    <a:pt x="10468" y="1"/>
                  </a:moveTo>
                  <a:lnTo>
                    <a:pt x="10468" y="9087"/>
                  </a:lnTo>
                  <a:lnTo>
                    <a:pt x="10432" y="9342"/>
                  </a:lnTo>
                  <a:lnTo>
                    <a:pt x="10250" y="9850"/>
                  </a:lnTo>
                  <a:lnTo>
                    <a:pt x="9850" y="10214"/>
                  </a:lnTo>
                  <a:lnTo>
                    <a:pt x="9378" y="10432"/>
                  </a:lnTo>
                  <a:lnTo>
                    <a:pt x="1" y="10432"/>
                  </a:lnTo>
                  <a:lnTo>
                    <a:pt x="546" y="10941"/>
                  </a:lnTo>
                  <a:lnTo>
                    <a:pt x="837" y="11195"/>
                  </a:lnTo>
                  <a:lnTo>
                    <a:pt x="1127" y="11450"/>
                  </a:lnTo>
                  <a:lnTo>
                    <a:pt x="2618" y="12758"/>
                  </a:lnTo>
                  <a:lnTo>
                    <a:pt x="5671" y="15084"/>
                  </a:lnTo>
                  <a:lnTo>
                    <a:pt x="8760" y="17083"/>
                  </a:lnTo>
                  <a:lnTo>
                    <a:pt x="11922" y="18719"/>
                  </a:lnTo>
                  <a:lnTo>
                    <a:pt x="15157" y="19991"/>
                  </a:lnTo>
                  <a:lnTo>
                    <a:pt x="18501" y="20972"/>
                  </a:lnTo>
                  <a:lnTo>
                    <a:pt x="21954" y="21590"/>
                  </a:lnTo>
                  <a:lnTo>
                    <a:pt x="25552" y="21917"/>
                  </a:lnTo>
                  <a:lnTo>
                    <a:pt x="27369" y="21953"/>
                  </a:lnTo>
                  <a:lnTo>
                    <a:pt x="27514" y="21953"/>
                  </a:lnTo>
                  <a:lnTo>
                    <a:pt x="29441" y="21917"/>
                  </a:lnTo>
                  <a:lnTo>
                    <a:pt x="33293" y="21517"/>
                  </a:lnTo>
                  <a:lnTo>
                    <a:pt x="37037" y="20754"/>
                  </a:lnTo>
                  <a:lnTo>
                    <a:pt x="40672" y="19627"/>
                  </a:lnTo>
                  <a:lnTo>
                    <a:pt x="44161" y="18174"/>
                  </a:lnTo>
                  <a:lnTo>
                    <a:pt x="47505" y="16356"/>
                  </a:lnTo>
                  <a:lnTo>
                    <a:pt x="50667" y="14212"/>
                  </a:lnTo>
                  <a:lnTo>
                    <a:pt x="53647" y="11777"/>
                  </a:lnTo>
                  <a:lnTo>
                    <a:pt x="55028" y="10432"/>
                  </a:lnTo>
                  <a:lnTo>
                    <a:pt x="55028" y="1345"/>
                  </a:lnTo>
                  <a:lnTo>
                    <a:pt x="54992" y="1055"/>
                  </a:lnTo>
                  <a:lnTo>
                    <a:pt x="54810" y="582"/>
                  </a:lnTo>
                  <a:lnTo>
                    <a:pt x="54447" y="219"/>
                  </a:lnTo>
                  <a:lnTo>
                    <a:pt x="53938" y="1"/>
                  </a:lnTo>
                  <a:lnTo>
                    <a:pt x="44633" y="1"/>
                  </a:lnTo>
                  <a:lnTo>
                    <a:pt x="44561" y="37"/>
                  </a:lnTo>
                  <a:lnTo>
                    <a:pt x="43688" y="873"/>
                  </a:lnTo>
                  <a:lnTo>
                    <a:pt x="41871" y="2400"/>
                  </a:lnTo>
                  <a:lnTo>
                    <a:pt x="39908" y="3708"/>
                  </a:lnTo>
                  <a:lnTo>
                    <a:pt x="37837" y="4835"/>
                  </a:lnTo>
                  <a:lnTo>
                    <a:pt x="35656" y="5743"/>
                  </a:lnTo>
                  <a:lnTo>
                    <a:pt x="33402" y="6434"/>
                  </a:lnTo>
                  <a:lnTo>
                    <a:pt x="31076" y="6906"/>
                  </a:lnTo>
                  <a:lnTo>
                    <a:pt x="28714" y="7124"/>
                  </a:lnTo>
                  <a:lnTo>
                    <a:pt x="27514" y="7161"/>
                  </a:lnTo>
                  <a:lnTo>
                    <a:pt x="26206" y="7161"/>
                  </a:lnTo>
                  <a:lnTo>
                    <a:pt x="23916" y="6943"/>
                  </a:lnTo>
                  <a:lnTo>
                    <a:pt x="21735" y="6507"/>
                  </a:lnTo>
                  <a:lnTo>
                    <a:pt x="19664" y="5889"/>
                  </a:lnTo>
                  <a:lnTo>
                    <a:pt x="17628" y="5053"/>
                  </a:lnTo>
                  <a:lnTo>
                    <a:pt x="15702" y="4035"/>
                  </a:lnTo>
                  <a:lnTo>
                    <a:pt x="13812" y="2763"/>
                  </a:lnTo>
                  <a:lnTo>
                    <a:pt x="11922" y="1309"/>
                  </a:lnTo>
                  <a:lnTo>
                    <a:pt x="10977" y="473"/>
                  </a:lnTo>
                  <a:lnTo>
                    <a:pt x="10468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4" name="Google Shape;299;p32">
              <a:extLst>
                <a:ext uri="{FF2B5EF4-FFF2-40B4-BE49-F238E27FC236}">
                  <a16:creationId xmlns:a16="http://schemas.microsoft.com/office/drawing/2014/main" id="{F48E5D34-4A09-0BD9-6141-98A1D9AAD43D}"/>
                </a:ext>
              </a:extLst>
            </p:cNvPr>
            <p:cNvSpPr/>
            <p:nvPr/>
          </p:nvSpPr>
          <p:spPr>
            <a:xfrm>
              <a:off x="5731927" y="2217451"/>
              <a:ext cx="471762" cy="1190393"/>
            </a:xfrm>
            <a:custGeom>
              <a:avLst/>
              <a:gdLst/>
              <a:ahLst/>
              <a:cxnLst/>
              <a:rect l="l" t="t" r="r" b="b"/>
              <a:pathLst>
                <a:path w="21808" h="55028" extrusionOk="0">
                  <a:moveTo>
                    <a:pt x="1345" y="1"/>
                  </a:moveTo>
                  <a:lnTo>
                    <a:pt x="1054" y="37"/>
                  </a:lnTo>
                  <a:lnTo>
                    <a:pt x="582" y="219"/>
                  </a:lnTo>
                  <a:lnTo>
                    <a:pt x="218" y="618"/>
                  </a:lnTo>
                  <a:lnTo>
                    <a:pt x="0" y="1091"/>
                  </a:lnTo>
                  <a:lnTo>
                    <a:pt x="0" y="1382"/>
                  </a:lnTo>
                  <a:lnTo>
                    <a:pt x="0" y="10468"/>
                  </a:lnTo>
                  <a:lnTo>
                    <a:pt x="218" y="10723"/>
                  </a:lnTo>
                  <a:lnTo>
                    <a:pt x="473" y="10977"/>
                  </a:lnTo>
                  <a:lnTo>
                    <a:pt x="1309" y="11849"/>
                  </a:lnTo>
                  <a:lnTo>
                    <a:pt x="2763" y="13776"/>
                  </a:lnTo>
                  <a:lnTo>
                    <a:pt x="3998" y="15775"/>
                  </a:lnTo>
                  <a:lnTo>
                    <a:pt x="5052" y="17846"/>
                  </a:lnTo>
                  <a:lnTo>
                    <a:pt x="5852" y="20027"/>
                  </a:lnTo>
                  <a:lnTo>
                    <a:pt x="6470" y="22208"/>
                  </a:lnTo>
                  <a:lnTo>
                    <a:pt x="6870" y="24461"/>
                  </a:lnTo>
                  <a:lnTo>
                    <a:pt x="7051" y="26751"/>
                  </a:lnTo>
                  <a:lnTo>
                    <a:pt x="7015" y="29004"/>
                  </a:lnTo>
                  <a:lnTo>
                    <a:pt x="6761" y="31258"/>
                  </a:lnTo>
                  <a:lnTo>
                    <a:pt x="6288" y="33511"/>
                  </a:lnTo>
                  <a:lnTo>
                    <a:pt x="5634" y="35692"/>
                  </a:lnTo>
                  <a:lnTo>
                    <a:pt x="4762" y="37836"/>
                  </a:lnTo>
                  <a:lnTo>
                    <a:pt x="3671" y="39872"/>
                  </a:lnTo>
                  <a:lnTo>
                    <a:pt x="2363" y="41834"/>
                  </a:lnTo>
                  <a:lnTo>
                    <a:pt x="836" y="43688"/>
                  </a:lnTo>
                  <a:lnTo>
                    <a:pt x="0" y="44597"/>
                  </a:lnTo>
                  <a:lnTo>
                    <a:pt x="9341" y="44597"/>
                  </a:lnTo>
                  <a:lnTo>
                    <a:pt x="9850" y="44815"/>
                  </a:lnTo>
                  <a:lnTo>
                    <a:pt x="10213" y="45178"/>
                  </a:lnTo>
                  <a:lnTo>
                    <a:pt x="10432" y="45651"/>
                  </a:lnTo>
                  <a:lnTo>
                    <a:pt x="10432" y="45941"/>
                  </a:lnTo>
                  <a:lnTo>
                    <a:pt x="10432" y="55028"/>
                  </a:lnTo>
                  <a:lnTo>
                    <a:pt x="11776" y="53647"/>
                  </a:lnTo>
                  <a:lnTo>
                    <a:pt x="14211" y="50666"/>
                  </a:lnTo>
                  <a:lnTo>
                    <a:pt x="16320" y="47504"/>
                  </a:lnTo>
                  <a:lnTo>
                    <a:pt x="18100" y="44124"/>
                  </a:lnTo>
                  <a:lnTo>
                    <a:pt x="19554" y="40635"/>
                  </a:lnTo>
                  <a:lnTo>
                    <a:pt x="20645" y="37000"/>
                  </a:lnTo>
                  <a:lnTo>
                    <a:pt x="21372" y="33257"/>
                  </a:lnTo>
                  <a:lnTo>
                    <a:pt x="21771" y="29441"/>
                  </a:lnTo>
                  <a:lnTo>
                    <a:pt x="21808" y="27514"/>
                  </a:lnTo>
                  <a:lnTo>
                    <a:pt x="21771" y="25588"/>
                  </a:lnTo>
                  <a:lnTo>
                    <a:pt x="21372" y="21772"/>
                  </a:lnTo>
                  <a:lnTo>
                    <a:pt x="20645" y="18028"/>
                  </a:lnTo>
                  <a:lnTo>
                    <a:pt x="19554" y="14393"/>
                  </a:lnTo>
                  <a:lnTo>
                    <a:pt x="18100" y="10868"/>
                  </a:lnTo>
                  <a:lnTo>
                    <a:pt x="16320" y="7524"/>
                  </a:lnTo>
                  <a:lnTo>
                    <a:pt x="14211" y="4362"/>
                  </a:lnTo>
                  <a:lnTo>
                    <a:pt x="11776" y="13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5" name="Google Shape;300;p32">
              <a:extLst>
                <a:ext uri="{FF2B5EF4-FFF2-40B4-BE49-F238E27FC236}">
                  <a16:creationId xmlns:a16="http://schemas.microsoft.com/office/drawing/2014/main" id="{3CC02288-0ABB-6784-C87D-30129FD4F0F6}"/>
                </a:ext>
              </a:extLst>
            </p:cNvPr>
            <p:cNvSpPr/>
            <p:nvPr/>
          </p:nvSpPr>
          <p:spPr>
            <a:xfrm>
              <a:off x="4767220" y="1968226"/>
              <a:ext cx="1189614" cy="475699"/>
            </a:xfrm>
            <a:custGeom>
              <a:avLst/>
              <a:gdLst/>
              <a:ahLst/>
              <a:cxnLst/>
              <a:rect l="l" t="t" r="r" b="b"/>
              <a:pathLst>
                <a:path w="54992" h="21990" extrusionOk="0">
                  <a:moveTo>
                    <a:pt x="27368" y="0"/>
                  </a:moveTo>
                  <a:lnTo>
                    <a:pt x="25515" y="36"/>
                  </a:lnTo>
                  <a:lnTo>
                    <a:pt x="21917" y="363"/>
                  </a:lnTo>
                  <a:lnTo>
                    <a:pt x="18464" y="981"/>
                  </a:lnTo>
                  <a:lnTo>
                    <a:pt x="15120" y="1963"/>
                  </a:lnTo>
                  <a:lnTo>
                    <a:pt x="11885" y="3235"/>
                  </a:lnTo>
                  <a:lnTo>
                    <a:pt x="8723" y="4870"/>
                  </a:lnTo>
                  <a:lnTo>
                    <a:pt x="5634" y="6869"/>
                  </a:lnTo>
                  <a:lnTo>
                    <a:pt x="2581" y="9195"/>
                  </a:lnTo>
                  <a:lnTo>
                    <a:pt x="1090" y="10504"/>
                  </a:lnTo>
                  <a:lnTo>
                    <a:pt x="545" y="11013"/>
                  </a:lnTo>
                  <a:lnTo>
                    <a:pt x="0" y="11522"/>
                  </a:lnTo>
                  <a:lnTo>
                    <a:pt x="0" y="20608"/>
                  </a:lnTo>
                  <a:lnTo>
                    <a:pt x="0" y="20899"/>
                  </a:lnTo>
                  <a:lnTo>
                    <a:pt x="218" y="21371"/>
                  </a:lnTo>
                  <a:lnTo>
                    <a:pt x="582" y="21735"/>
                  </a:lnTo>
                  <a:lnTo>
                    <a:pt x="1054" y="21953"/>
                  </a:lnTo>
                  <a:lnTo>
                    <a:pt x="10431" y="21953"/>
                  </a:lnTo>
                  <a:lnTo>
                    <a:pt x="11413" y="21081"/>
                  </a:lnTo>
                  <a:lnTo>
                    <a:pt x="13339" y="19518"/>
                  </a:lnTo>
                  <a:lnTo>
                    <a:pt x="15302" y="18173"/>
                  </a:lnTo>
                  <a:lnTo>
                    <a:pt x="17301" y="17046"/>
                  </a:lnTo>
                  <a:lnTo>
                    <a:pt x="19372" y="16137"/>
                  </a:lnTo>
                  <a:lnTo>
                    <a:pt x="21517" y="15483"/>
                  </a:lnTo>
                  <a:lnTo>
                    <a:pt x="23770" y="15047"/>
                  </a:lnTo>
                  <a:lnTo>
                    <a:pt x="26133" y="14829"/>
                  </a:lnTo>
                  <a:lnTo>
                    <a:pt x="27368" y="14793"/>
                  </a:lnTo>
                  <a:lnTo>
                    <a:pt x="27514" y="14793"/>
                  </a:lnTo>
                  <a:lnTo>
                    <a:pt x="28713" y="14829"/>
                  </a:lnTo>
                  <a:lnTo>
                    <a:pt x="31076" y="15083"/>
                  </a:lnTo>
                  <a:lnTo>
                    <a:pt x="33402" y="15556"/>
                  </a:lnTo>
                  <a:lnTo>
                    <a:pt x="35655" y="16247"/>
                  </a:lnTo>
                  <a:lnTo>
                    <a:pt x="37800" y="17155"/>
                  </a:lnTo>
                  <a:lnTo>
                    <a:pt x="39908" y="18282"/>
                  </a:lnTo>
                  <a:lnTo>
                    <a:pt x="41870" y="19627"/>
                  </a:lnTo>
                  <a:lnTo>
                    <a:pt x="43688" y="21153"/>
                  </a:lnTo>
                  <a:lnTo>
                    <a:pt x="44560" y="21989"/>
                  </a:lnTo>
                  <a:lnTo>
                    <a:pt x="44560" y="12903"/>
                  </a:lnTo>
                  <a:lnTo>
                    <a:pt x="44560" y="12612"/>
                  </a:lnTo>
                  <a:lnTo>
                    <a:pt x="44778" y="12139"/>
                  </a:lnTo>
                  <a:lnTo>
                    <a:pt x="45141" y="11740"/>
                  </a:lnTo>
                  <a:lnTo>
                    <a:pt x="45614" y="11558"/>
                  </a:lnTo>
                  <a:lnTo>
                    <a:pt x="45905" y="11522"/>
                  </a:lnTo>
                  <a:lnTo>
                    <a:pt x="54991" y="11522"/>
                  </a:lnTo>
                  <a:lnTo>
                    <a:pt x="53610" y="10177"/>
                  </a:lnTo>
                  <a:lnTo>
                    <a:pt x="50666" y="7742"/>
                  </a:lnTo>
                  <a:lnTo>
                    <a:pt x="47468" y="5597"/>
                  </a:lnTo>
                  <a:lnTo>
                    <a:pt x="44124" y="3780"/>
                  </a:lnTo>
                  <a:lnTo>
                    <a:pt x="40635" y="2326"/>
                  </a:lnTo>
                  <a:lnTo>
                    <a:pt x="37000" y="1199"/>
                  </a:lnTo>
                  <a:lnTo>
                    <a:pt x="33256" y="436"/>
                  </a:lnTo>
                  <a:lnTo>
                    <a:pt x="29440" y="36"/>
                  </a:lnTo>
                  <a:lnTo>
                    <a:pt x="27477" y="0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6" name="Google Shape;301;p32">
              <a:extLst>
                <a:ext uri="{FF2B5EF4-FFF2-40B4-BE49-F238E27FC236}">
                  <a16:creationId xmlns:a16="http://schemas.microsoft.com/office/drawing/2014/main" id="{952E0BEC-3A55-EFEC-7C82-606289FB2D25}"/>
                </a:ext>
              </a:extLst>
            </p:cNvPr>
            <p:cNvSpPr/>
            <p:nvPr/>
          </p:nvSpPr>
          <p:spPr>
            <a:xfrm>
              <a:off x="3019931" y="3194787"/>
              <a:ext cx="1189614" cy="476499"/>
            </a:xfrm>
            <a:custGeom>
              <a:avLst/>
              <a:gdLst/>
              <a:ahLst/>
              <a:cxnLst/>
              <a:rect l="l" t="t" r="r" b="b"/>
              <a:pathLst>
                <a:path w="54992" h="22027" extrusionOk="0">
                  <a:moveTo>
                    <a:pt x="44524" y="1"/>
                  </a:moveTo>
                  <a:lnTo>
                    <a:pt x="43579" y="909"/>
                  </a:lnTo>
                  <a:lnTo>
                    <a:pt x="41616" y="2472"/>
                  </a:lnTo>
                  <a:lnTo>
                    <a:pt x="39653" y="3853"/>
                  </a:lnTo>
                  <a:lnTo>
                    <a:pt x="37654" y="4980"/>
                  </a:lnTo>
                  <a:lnTo>
                    <a:pt x="35583" y="5889"/>
                  </a:lnTo>
                  <a:lnTo>
                    <a:pt x="33438" y="6579"/>
                  </a:lnTo>
                  <a:lnTo>
                    <a:pt x="31185" y="7015"/>
                  </a:lnTo>
                  <a:lnTo>
                    <a:pt x="28822" y="7233"/>
                  </a:lnTo>
                  <a:lnTo>
                    <a:pt x="27586" y="7270"/>
                  </a:lnTo>
                  <a:lnTo>
                    <a:pt x="26423" y="7270"/>
                  </a:lnTo>
                  <a:lnTo>
                    <a:pt x="24134" y="7052"/>
                  </a:lnTo>
                  <a:lnTo>
                    <a:pt x="21917" y="6616"/>
                  </a:lnTo>
                  <a:lnTo>
                    <a:pt x="19736" y="5961"/>
                  </a:lnTo>
                  <a:lnTo>
                    <a:pt x="17628" y="5125"/>
                  </a:lnTo>
                  <a:lnTo>
                    <a:pt x="15592" y="4108"/>
                  </a:lnTo>
                  <a:lnTo>
                    <a:pt x="13702" y="2908"/>
                  </a:lnTo>
                  <a:lnTo>
                    <a:pt x="11885" y="1491"/>
                  </a:lnTo>
                  <a:lnTo>
                    <a:pt x="11013" y="728"/>
                  </a:lnTo>
                  <a:lnTo>
                    <a:pt x="10722" y="437"/>
                  </a:lnTo>
                  <a:lnTo>
                    <a:pt x="10431" y="146"/>
                  </a:lnTo>
                  <a:lnTo>
                    <a:pt x="1345" y="146"/>
                  </a:lnTo>
                  <a:lnTo>
                    <a:pt x="1090" y="182"/>
                  </a:lnTo>
                  <a:lnTo>
                    <a:pt x="582" y="364"/>
                  </a:lnTo>
                  <a:lnTo>
                    <a:pt x="218" y="764"/>
                  </a:lnTo>
                  <a:lnTo>
                    <a:pt x="0" y="1236"/>
                  </a:lnTo>
                  <a:lnTo>
                    <a:pt x="0" y="1527"/>
                  </a:lnTo>
                  <a:lnTo>
                    <a:pt x="0" y="10614"/>
                  </a:lnTo>
                  <a:lnTo>
                    <a:pt x="291" y="10904"/>
                  </a:lnTo>
                  <a:lnTo>
                    <a:pt x="582" y="11195"/>
                  </a:lnTo>
                  <a:lnTo>
                    <a:pt x="1963" y="12467"/>
                  </a:lnTo>
                  <a:lnTo>
                    <a:pt x="4870" y="14793"/>
                  </a:lnTo>
                  <a:lnTo>
                    <a:pt x="8033" y="16829"/>
                  </a:lnTo>
                  <a:lnTo>
                    <a:pt x="11304" y="18501"/>
                  </a:lnTo>
                  <a:lnTo>
                    <a:pt x="14756" y="19882"/>
                  </a:lnTo>
                  <a:lnTo>
                    <a:pt x="18318" y="20936"/>
                  </a:lnTo>
                  <a:lnTo>
                    <a:pt x="21953" y="21663"/>
                  </a:lnTo>
                  <a:lnTo>
                    <a:pt x="25697" y="21990"/>
                  </a:lnTo>
                  <a:lnTo>
                    <a:pt x="27586" y="22026"/>
                  </a:lnTo>
                  <a:lnTo>
                    <a:pt x="29404" y="21990"/>
                  </a:lnTo>
                  <a:lnTo>
                    <a:pt x="33002" y="21699"/>
                  </a:lnTo>
                  <a:lnTo>
                    <a:pt x="36455" y="21045"/>
                  </a:lnTo>
                  <a:lnTo>
                    <a:pt x="39799" y="20100"/>
                  </a:lnTo>
                  <a:lnTo>
                    <a:pt x="43033" y="18791"/>
                  </a:lnTo>
                  <a:lnTo>
                    <a:pt x="46196" y="17156"/>
                  </a:lnTo>
                  <a:lnTo>
                    <a:pt x="49285" y="15193"/>
                  </a:lnTo>
                  <a:lnTo>
                    <a:pt x="52338" y="12867"/>
                  </a:lnTo>
                  <a:lnTo>
                    <a:pt x="53828" y="11559"/>
                  </a:lnTo>
                  <a:lnTo>
                    <a:pt x="54446" y="11013"/>
                  </a:lnTo>
                  <a:lnTo>
                    <a:pt x="54991" y="10468"/>
                  </a:lnTo>
                  <a:lnTo>
                    <a:pt x="45905" y="10468"/>
                  </a:lnTo>
                  <a:lnTo>
                    <a:pt x="45614" y="10432"/>
                  </a:lnTo>
                  <a:lnTo>
                    <a:pt x="45141" y="10214"/>
                  </a:lnTo>
                  <a:lnTo>
                    <a:pt x="44742" y="9850"/>
                  </a:lnTo>
                  <a:lnTo>
                    <a:pt x="44560" y="9378"/>
                  </a:lnTo>
                  <a:lnTo>
                    <a:pt x="44524" y="9087"/>
                  </a:lnTo>
                  <a:lnTo>
                    <a:pt x="44524" y="1"/>
                  </a:lnTo>
                  <a:close/>
                </a:path>
              </a:pathLst>
            </a:custGeom>
            <a:solidFill>
              <a:srgbClr val="183548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7" name="Google Shape;302;p32">
              <a:extLst>
                <a:ext uri="{FF2B5EF4-FFF2-40B4-BE49-F238E27FC236}">
                  <a16:creationId xmlns:a16="http://schemas.microsoft.com/office/drawing/2014/main" id="{7BE8A218-AC84-05B1-3D51-863DB583FE9E}"/>
                </a:ext>
              </a:extLst>
            </p:cNvPr>
            <p:cNvSpPr/>
            <p:nvPr/>
          </p:nvSpPr>
          <p:spPr>
            <a:xfrm>
              <a:off x="3995904" y="2218229"/>
              <a:ext cx="996999" cy="1189614"/>
            </a:xfrm>
            <a:custGeom>
              <a:avLst/>
              <a:gdLst/>
              <a:ahLst/>
              <a:cxnLst/>
              <a:rect l="l" t="t" r="r" b="b"/>
              <a:pathLst>
                <a:path w="46088" h="54992" extrusionOk="0">
                  <a:moveTo>
                    <a:pt x="10432" y="1"/>
                  </a:moveTo>
                  <a:lnTo>
                    <a:pt x="10432" y="9087"/>
                  </a:lnTo>
                  <a:lnTo>
                    <a:pt x="10432" y="9378"/>
                  </a:lnTo>
                  <a:lnTo>
                    <a:pt x="10214" y="9851"/>
                  </a:lnTo>
                  <a:lnTo>
                    <a:pt x="9851" y="10250"/>
                  </a:lnTo>
                  <a:lnTo>
                    <a:pt x="9342" y="10432"/>
                  </a:lnTo>
                  <a:lnTo>
                    <a:pt x="9087" y="10468"/>
                  </a:lnTo>
                  <a:lnTo>
                    <a:pt x="1" y="10468"/>
                  </a:lnTo>
                  <a:lnTo>
                    <a:pt x="582" y="11014"/>
                  </a:lnTo>
                  <a:lnTo>
                    <a:pt x="2109" y="12540"/>
                  </a:lnTo>
                  <a:lnTo>
                    <a:pt x="5235" y="16066"/>
                  </a:lnTo>
                  <a:lnTo>
                    <a:pt x="10214" y="22390"/>
                  </a:lnTo>
                  <a:lnTo>
                    <a:pt x="13921" y="27442"/>
                  </a:lnTo>
                  <a:lnTo>
                    <a:pt x="16175" y="30640"/>
                  </a:lnTo>
                  <a:lnTo>
                    <a:pt x="17810" y="32894"/>
                  </a:lnTo>
                  <a:lnTo>
                    <a:pt x="20427" y="36601"/>
                  </a:lnTo>
                  <a:lnTo>
                    <a:pt x="23008" y="40090"/>
                  </a:lnTo>
                  <a:lnTo>
                    <a:pt x="26134" y="44270"/>
                  </a:lnTo>
                  <a:lnTo>
                    <a:pt x="30786" y="49940"/>
                  </a:lnTo>
                  <a:lnTo>
                    <a:pt x="33984" y="53393"/>
                  </a:lnTo>
                  <a:lnTo>
                    <a:pt x="35620" y="54992"/>
                  </a:lnTo>
                  <a:lnTo>
                    <a:pt x="44706" y="54992"/>
                  </a:lnTo>
                  <a:lnTo>
                    <a:pt x="44997" y="54956"/>
                  </a:lnTo>
                  <a:lnTo>
                    <a:pt x="45469" y="54737"/>
                  </a:lnTo>
                  <a:lnTo>
                    <a:pt x="45869" y="54374"/>
                  </a:lnTo>
                  <a:lnTo>
                    <a:pt x="46051" y="53902"/>
                  </a:lnTo>
                  <a:lnTo>
                    <a:pt x="46087" y="53611"/>
                  </a:lnTo>
                  <a:lnTo>
                    <a:pt x="46087" y="44524"/>
                  </a:lnTo>
                  <a:lnTo>
                    <a:pt x="44488" y="42998"/>
                  </a:lnTo>
                  <a:lnTo>
                    <a:pt x="41181" y="39363"/>
                  </a:lnTo>
                  <a:lnTo>
                    <a:pt x="35983" y="32821"/>
                  </a:lnTo>
                  <a:lnTo>
                    <a:pt x="32094" y="27478"/>
                  </a:lnTo>
                  <a:lnTo>
                    <a:pt x="30967" y="25915"/>
                  </a:lnTo>
                  <a:lnTo>
                    <a:pt x="29841" y="24280"/>
                  </a:lnTo>
                  <a:lnTo>
                    <a:pt x="28205" y="22026"/>
                  </a:lnTo>
                  <a:lnTo>
                    <a:pt x="25552" y="18319"/>
                  </a:lnTo>
                  <a:lnTo>
                    <a:pt x="23008" y="14830"/>
                  </a:lnTo>
                  <a:lnTo>
                    <a:pt x="20027" y="10868"/>
                  </a:lnTo>
                  <a:lnTo>
                    <a:pt x="15593" y="5416"/>
                  </a:lnTo>
                  <a:lnTo>
                    <a:pt x="12577" y="2109"/>
                  </a:lnTo>
                  <a:lnTo>
                    <a:pt x="11050" y="5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8" name="Google Shape;303;p32">
              <a:extLst>
                <a:ext uri="{FF2B5EF4-FFF2-40B4-BE49-F238E27FC236}">
                  <a16:creationId xmlns:a16="http://schemas.microsoft.com/office/drawing/2014/main" id="{C22C35C4-BA63-5DC7-1B9F-DA101AD8748E}"/>
                </a:ext>
              </a:extLst>
            </p:cNvPr>
            <p:cNvSpPr/>
            <p:nvPr/>
          </p:nvSpPr>
          <p:spPr>
            <a:xfrm>
              <a:off x="4098917" y="2307034"/>
              <a:ext cx="93582" cy="93582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3853" y="1"/>
                  </a:moveTo>
                  <a:lnTo>
                    <a:pt x="3635" y="146"/>
                  </a:lnTo>
                  <a:lnTo>
                    <a:pt x="146" y="3635"/>
                  </a:lnTo>
                  <a:lnTo>
                    <a:pt x="0" y="3853"/>
                  </a:lnTo>
                  <a:lnTo>
                    <a:pt x="182" y="4253"/>
                  </a:lnTo>
                  <a:lnTo>
                    <a:pt x="436" y="4326"/>
                  </a:lnTo>
                  <a:lnTo>
                    <a:pt x="3926" y="4326"/>
                  </a:lnTo>
                  <a:lnTo>
                    <a:pt x="4071" y="4289"/>
                  </a:lnTo>
                  <a:lnTo>
                    <a:pt x="4289" y="4071"/>
                  </a:lnTo>
                  <a:lnTo>
                    <a:pt x="4325" y="3926"/>
                  </a:lnTo>
                  <a:lnTo>
                    <a:pt x="4325" y="437"/>
                  </a:lnTo>
                  <a:lnTo>
                    <a:pt x="4253" y="182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9" name="Google Shape;304;p32">
              <a:extLst>
                <a:ext uri="{FF2B5EF4-FFF2-40B4-BE49-F238E27FC236}">
                  <a16:creationId xmlns:a16="http://schemas.microsoft.com/office/drawing/2014/main" id="{8072EDC5-0CD0-7C23-8F59-FC0B3CBA354F}"/>
                </a:ext>
              </a:extLst>
            </p:cNvPr>
            <p:cNvSpPr/>
            <p:nvPr/>
          </p:nvSpPr>
          <p:spPr>
            <a:xfrm>
              <a:off x="4870211" y="3275158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3817" y="1"/>
                  </a:moveTo>
                  <a:lnTo>
                    <a:pt x="3635" y="146"/>
                  </a:lnTo>
                  <a:lnTo>
                    <a:pt x="146" y="3599"/>
                  </a:lnTo>
                  <a:lnTo>
                    <a:pt x="0" y="3817"/>
                  </a:lnTo>
                  <a:lnTo>
                    <a:pt x="182" y="4253"/>
                  </a:lnTo>
                  <a:lnTo>
                    <a:pt x="437" y="4290"/>
                  </a:lnTo>
                  <a:lnTo>
                    <a:pt x="4071" y="4290"/>
                  </a:lnTo>
                  <a:lnTo>
                    <a:pt x="4289" y="4035"/>
                  </a:lnTo>
                  <a:lnTo>
                    <a:pt x="4289" y="3890"/>
                  </a:lnTo>
                  <a:lnTo>
                    <a:pt x="4289" y="401"/>
                  </a:lnTo>
                  <a:lnTo>
                    <a:pt x="4253" y="146"/>
                  </a:lnTo>
                  <a:lnTo>
                    <a:pt x="38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1" name="Google Shape;306;p32">
              <a:extLst>
                <a:ext uri="{FF2B5EF4-FFF2-40B4-BE49-F238E27FC236}">
                  <a16:creationId xmlns:a16="http://schemas.microsoft.com/office/drawing/2014/main" id="{79CFDB1F-AF24-2B0D-368D-5A5A4FB329DD}"/>
                </a:ext>
              </a:extLst>
            </p:cNvPr>
            <p:cNvSpPr/>
            <p:nvPr/>
          </p:nvSpPr>
          <p:spPr>
            <a:xfrm>
              <a:off x="5761022" y="2247325"/>
              <a:ext cx="92782" cy="92803"/>
            </a:xfrm>
            <a:custGeom>
              <a:avLst/>
              <a:gdLst/>
              <a:ahLst/>
              <a:cxnLst/>
              <a:rect l="l" t="t" r="r" b="b"/>
              <a:pathLst>
                <a:path w="4289" h="4290" extrusionOk="0">
                  <a:moveTo>
                    <a:pt x="400" y="1"/>
                  </a:moveTo>
                  <a:lnTo>
                    <a:pt x="218" y="37"/>
                  </a:lnTo>
                  <a:lnTo>
                    <a:pt x="0" y="255"/>
                  </a:lnTo>
                  <a:lnTo>
                    <a:pt x="0" y="401"/>
                  </a:lnTo>
                  <a:lnTo>
                    <a:pt x="0" y="3890"/>
                  </a:lnTo>
                  <a:lnTo>
                    <a:pt x="36" y="4108"/>
                  </a:lnTo>
                  <a:lnTo>
                    <a:pt x="473" y="4290"/>
                  </a:lnTo>
                  <a:lnTo>
                    <a:pt x="654" y="4180"/>
                  </a:lnTo>
                  <a:lnTo>
                    <a:pt x="4143" y="691"/>
                  </a:lnTo>
                  <a:lnTo>
                    <a:pt x="4289" y="473"/>
                  </a:lnTo>
                  <a:lnTo>
                    <a:pt x="4107" y="37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2" name="Google Shape;307;p32">
              <a:extLst>
                <a:ext uri="{FF2B5EF4-FFF2-40B4-BE49-F238E27FC236}">
                  <a16:creationId xmlns:a16="http://schemas.microsoft.com/office/drawing/2014/main" id="{28805DC0-1CC1-7B13-53E6-027D551D37CB}"/>
                </a:ext>
              </a:extLst>
            </p:cNvPr>
            <p:cNvSpPr/>
            <p:nvPr/>
          </p:nvSpPr>
          <p:spPr>
            <a:xfrm>
              <a:off x="4797094" y="2319663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473" y="1"/>
                  </a:moveTo>
                  <a:lnTo>
                    <a:pt x="37" y="182"/>
                  </a:lnTo>
                  <a:lnTo>
                    <a:pt x="0" y="437"/>
                  </a:lnTo>
                  <a:lnTo>
                    <a:pt x="0" y="3890"/>
                  </a:lnTo>
                  <a:lnTo>
                    <a:pt x="0" y="4071"/>
                  </a:lnTo>
                  <a:lnTo>
                    <a:pt x="218" y="4289"/>
                  </a:lnTo>
                  <a:lnTo>
                    <a:pt x="3889" y="4289"/>
                  </a:lnTo>
                  <a:lnTo>
                    <a:pt x="4107" y="4253"/>
                  </a:lnTo>
                  <a:lnTo>
                    <a:pt x="4289" y="3817"/>
                  </a:lnTo>
                  <a:lnTo>
                    <a:pt x="4180" y="3635"/>
                  </a:lnTo>
                  <a:lnTo>
                    <a:pt x="691" y="146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3" name="Google Shape;308;p32">
              <a:extLst>
                <a:ext uri="{FF2B5EF4-FFF2-40B4-BE49-F238E27FC236}">
                  <a16:creationId xmlns:a16="http://schemas.microsoft.com/office/drawing/2014/main" id="{587BBB3A-2631-1925-8864-D4193E8CB86F}"/>
                </a:ext>
              </a:extLst>
            </p:cNvPr>
            <p:cNvSpPr/>
            <p:nvPr/>
          </p:nvSpPr>
          <p:spPr>
            <a:xfrm>
              <a:off x="4025800" y="3282792"/>
              <a:ext cx="93582" cy="93604"/>
            </a:xfrm>
            <a:custGeom>
              <a:avLst/>
              <a:gdLst/>
              <a:ahLst/>
              <a:cxnLst/>
              <a:rect l="l" t="t" r="r" b="b"/>
              <a:pathLst>
                <a:path w="4326" h="4327" extrusionOk="0">
                  <a:moveTo>
                    <a:pt x="509" y="1"/>
                  </a:moveTo>
                  <a:lnTo>
                    <a:pt x="73" y="183"/>
                  </a:lnTo>
                  <a:lnTo>
                    <a:pt x="0" y="437"/>
                  </a:lnTo>
                  <a:lnTo>
                    <a:pt x="0" y="3926"/>
                  </a:lnTo>
                  <a:lnTo>
                    <a:pt x="36" y="4072"/>
                  </a:lnTo>
                  <a:lnTo>
                    <a:pt x="255" y="4290"/>
                  </a:lnTo>
                  <a:lnTo>
                    <a:pt x="400" y="4326"/>
                  </a:lnTo>
                  <a:lnTo>
                    <a:pt x="3889" y="4326"/>
                  </a:lnTo>
                  <a:lnTo>
                    <a:pt x="4143" y="4290"/>
                  </a:lnTo>
                  <a:lnTo>
                    <a:pt x="4325" y="3854"/>
                  </a:lnTo>
                  <a:lnTo>
                    <a:pt x="4180" y="3636"/>
                  </a:lnTo>
                  <a:lnTo>
                    <a:pt x="727" y="18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</p:grpSp>
      <p:sp>
        <p:nvSpPr>
          <p:cNvPr id="57" name="CuadroTexto 56">
            <a:extLst>
              <a:ext uri="{FF2B5EF4-FFF2-40B4-BE49-F238E27FC236}">
                <a16:creationId xmlns:a16="http://schemas.microsoft.com/office/drawing/2014/main" id="{E04324AC-2DE1-DFB7-637A-F7A59CABD3DA}"/>
              </a:ext>
            </a:extLst>
          </p:cNvPr>
          <p:cNvSpPr txBox="1"/>
          <p:nvPr/>
        </p:nvSpPr>
        <p:spPr>
          <a:xfrm rot="18698352">
            <a:off x="5352834" y="3369033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FF53DD72-4FFA-B58E-BF07-303064CC107B}"/>
              </a:ext>
            </a:extLst>
          </p:cNvPr>
          <p:cNvSpPr txBox="1"/>
          <p:nvPr/>
        </p:nvSpPr>
        <p:spPr>
          <a:xfrm rot="2875983">
            <a:off x="9062145" y="2539537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F7744E71-ABD9-D775-FFC5-9A030B942C16}"/>
              </a:ext>
            </a:extLst>
          </p:cNvPr>
          <p:cNvSpPr txBox="1"/>
          <p:nvPr/>
        </p:nvSpPr>
        <p:spPr>
          <a:xfrm>
            <a:off x="7638774" y="4754726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D812A839-3CEB-0764-4AF8-C132F606A301}"/>
              </a:ext>
            </a:extLst>
          </p:cNvPr>
          <p:cNvSpPr txBox="1"/>
          <p:nvPr/>
        </p:nvSpPr>
        <p:spPr>
          <a:xfrm rot="2606566">
            <a:off x="5073639" y="2708028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B510C357-2028-13DD-E987-99A1F2017E77}"/>
              </a:ext>
            </a:extLst>
          </p:cNvPr>
          <p:cNvSpPr txBox="1"/>
          <p:nvPr/>
        </p:nvSpPr>
        <p:spPr>
          <a:xfrm rot="18717501">
            <a:off x="1865113" y="2369123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567EDC57-0467-DD11-C7E5-F478388D0FA8}"/>
              </a:ext>
            </a:extLst>
          </p:cNvPr>
          <p:cNvSpPr txBox="1"/>
          <p:nvPr/>
        </p:nvSpPr>
        <p:spPr>
          <a:xfrm>
            <a:off x="3502493" y="4757755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3120A737-6E02-E710-B2C1-B36111EAFAC8}"/>
              </a:ext>
            </a:extLst>
          </p:cNvPr>
          <p:cNvSpPr txBox="1"/>
          <p:nvPr/>
        </p:nvSpPr>
        <p:spPr>
          <a:xfrm>
            <a:off x="2887799" y="2536430"/>
            <a:ext cx="22733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  <a:endParaRPr lang="en-US" sz="9600" b="1" noProof="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A45C6CCF-9985-E9FD-FDB7-B0E13FFBAA9C}"/>
              </a:ext>
            </a:extLst>
          </p:cNvPr>
          <p:cNvSpPr txBox="1"/>
          <p:nvPr/>
        </p:nvSpPr>
        <p:spPr>
          <a:xfrm>
            <a:off x="7406083" y="2499747"/>
            <a:ext cx="23599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n-US" sz="9600" b="1" noProof="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6DDC2E7-0401-34A5-4A51-6571F1EAAE9F}"/>
              </a:ext>
            </a:extLst>
          </p:cNvPr>
          <p:cNvGrpSpPr/>
          <p:nvPr/>
        </p:nvGrpSpPr>
        <p:grpSpPr>
          <a:xfrm>
            <a:off x="6575970" y="2624613"/>
            <a:ext cx="480299" cy="46997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044C22A5-ACAC-28C1-F7C6-0FDA2AB72A1A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7CDF04CC-8535-5065-BA3E-B35DE94E6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AE23970C-8363-F384-DCC7-F4DE59D05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6322" y="3701752"/>
            <a:ext cx="570213" cy="699807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D5E02365-28D2-01A3-CCB2-0CE5ED391D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4882" y="3758229"/>
            <a:ext cx="581367" cy="713496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84D91A41-0868-5123-F89C-551F476F69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87782" y="3823186"/>
            <a:ext cx="613109" cy="61310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08FCEAA8-3CA2-5AE4-B9B0-30A7FF1E249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3895618" y="1913247"/>
            <a:ext cx="508932" cy="508932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5C270B02-B284-8DA1-46B7-27CECB86657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23385" y="1889262"/>
            <a:ext cx="562668" cy="562668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EE2F5050-9426-ACDD-9EFF-21417AEC11E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99292" y="3756767"/>
            <a:ext cx="554204" cy="554204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C7104D09-8146-8920-934F-D5EE2E139BD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04998" y="4534097"/>
            <a:ext cx="475732" cy="475732"/>
          </a:xfrm>
          <a:prstGeom prst="rect">
            <a:avLst/>
          </a:prstGeom>
        </p:spPr>
      </p:pic>
      <p:sp>
        <p:nvSpPr>
          <p:cNvPr id="74" name="Título 1">
            <a:extLst>
              <a:ext uri="{FF2B5EF4-FFF2-40B4-BE49-F238E27FC236}">
                <a16:creationId xmlns:a16="http://schemas.microsoft.com/office/drawing/2014/main" id="{57D0139D-CC35-280C-9D7A-09CAE93F0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n-US" b="1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 Development and Operation of SaaS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A5E2EB1-D9E4-5885-5818-F94557DA24C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2344" y="1104649"/>
            <a:ext cx="7239927" cy="4826618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85DD40D0-2B4D-A8C7-CC4C-5C02EFA4F4B6}"/>
              </a:ext>
            </a:extLst>
          </p:cNvPr>
          <p:cNvSpPr txBox="1">
            <a:spLocks/>
          </p:cNvSpPr>
          <p:nvPr/>
        </p:nvSpPr>
        <p:spPr>
          <a:xfrm>
            <a:off x="5190053" y="5278020"/>
            <a:ext cx="2324264" cy="664256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vert="horz" lIns="36000" tIns="0" rIns="3600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noProof="0" dirty="0" err="1">
                <a:solidFill>
                  <a:srgbClr val="7E0029"/>
                </a:solidFill>
              </a:rPr>
              <a:t>iSubscription</a:t>
            </a:r>
            <a:endParaRPr lang="en-US" sz="3600" b="1" noProof="0" dirty="0">
              <a:solidFill>
                <a:srgbClr val="7E0029"/>
              </a:solidFill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F96EE3A2-F250-5D66-7A28-50863980B4DB}"/>
              </a:ext>
            </a:extLst>
          </p:cNvPr>
          <p:cNvGrpSpPr/>
          <p:nvPr/>
        </p:nvGrpSpPr>
        <p:grpSpPr>
          <a:xfrm>
            <a:off x="7493780" y="3775882"/>
            <a:ext cx="640120" cy="750601"/>
            <a:chOff x="7493780" y="3775882"/>
            <a:chExt cx="640120" cy="750601"/>
          </a:xfrm>
        </p:grpSpPr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BA1F4423-D164-3150-A4D2-ECB1F66E3D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8253" y="3775882"/>
              <a:ext cx="594151" cy="403697"/>
            </a:xfrm>
            <a:prstGeom prst="line">
              <a:avLst/>
            </a:prstGeom>
            <a:ln w="28575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7A6186F1-9D51-26C9-F8AE-0104E0882E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2295" y="4179579"/>
              <a:ext cx="601605" cy="317934"/>
            </a:xfrm>
            <a:prstGeom prst="line">
              <a:avLst/>
            </a:prstGeom>
            <a:ln w="28575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riángulo 17">
              <a:extLst>
                <a:ext uri="{FF2B5EF4-FFF2-40B4-BE49-F238E27FC236}">
                  <a16:creationId xmlns:a16="http://schemas.microsoft.com/office/drawing/2014/main" id="{F732BEE5-8AFA-EFCA-CBE9-9BC2905BDE5A}"/>
                </a:ext>
              </a:extLst>
            </p:cNvPr>
            <p:cNvSpPr/>
            <p:nvPr/>
          </p:nvSpPr>
          <p:spPr>
            <a:xfrm rot="5562974" flipH="1">
              <a:off x="7395564" y="3886521"/>
              <a:ext cx="738178" cy="541745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85A1CBA-3E46-C714-C929-30071803E9A6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3486670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934EF4-DC8D-DD2C-1FC7-B99A0316B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6E9CC117-E115-EDCC-436D-B13D58E0CFBE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164F5A9F-0469-6DA1-8613-98F7F7B23152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rgbClr val="8B1B3F"/>
                  </a:solidFill>
                </a:rPr>
                <a:t>PROVIDER EVENTS (</a:t>
              </a:r>
              <a:r>
                <a:rPr lang="en-US" b="1" noProof="0" dirty="0" err="1">
                  <a:solidFill>
                    <a:srgbClr val="8B1B3F"/>
                  </a:solidFill>
                </a:rPr>
                <a:t>pe</a:t>
              </a:r>
              <a:r>
                <a:rPr lang="en-US" b="1" baseline="-25000" noProof="0" dirty="0" err="1">
                  <a:solidFill>
                    <a:srgbClr val="8B1B3F"/>
                  </a:solidFill>
                </a:rPr>
                <a:t>j</a:t>
              </a:r>
              <a:r>
                <a:rPr lang="en-US" b="1" noProof="0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6F9D59B0-9A60-B2CC-FCC1-3C68E3C9789C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/>
                <a:t>pe</a:t>
              </a:r>
              <a:r>
                <a:rPr lang="en-US" sz="2400" baseline="-25000" noProof="0" dirty="0"/>
                <a:t>1 (new plan)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4C62F271-F0DC-121E-EA04-A6E30EB8AE3F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/>
                <a:t>pe</a:t>
              </a:r>
              <a:r>
                <a:rPr lang="en-US" sz="2400" baseline="-25000" noProof="0" dirty="0"/>
                <a:t>3 (price change)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99FDCBEE-D3BA-20DD-0350-A6B3EE46F814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 err="1"/>
                <a:t>pe</a:t>
              </a:r>
              <a:r>
                <a:rPr lang="en-US" sz="2400" baseline="-25000" noProof="0" dirty="0" err="1"/>
                <a:t>j</a:t>
              </a:r>
              <a:r>
                <a:rPr lang="en-US" sz="2400" baseline="-25000" noProof="0" dirty="0"/>
                <a:t> (feature reallocation)</a:t>
              </a:r>
            </a:p>
          </p:txBody>
        </p: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2F6913E0-0211-2628-6D5E-6B6A4F7727E1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57529C68-C6FB-AE70-A147-48C0776E7E21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30FF3E61-E60D-84C2-14F1-C0596721FF3C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38682D65-85F3-430F-08A4-0D046A098E2D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F1133E01-34D8-6BB6-707F-C4904DB781AB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C4439144-9674-570E-A1BF-D6144A73FE13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96AA6B3C-34D8-51F0-917C-9BEED635400A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7832800A-88BF-19F8-A47C-FE1805259AAA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08F4242B-15C5-782F-F77E-B053743A3ECA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A36ED6A9-787A-A0F5-CE76-1C5799697EC9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oogle Shape;294;p32">
            <a:extLst>
              <a:ext uri="{FF2B5EF4-FFF2-40B4-BE49-F238E27FC236}">
                <a16:creationId xmlns:a16="http://schemas.microsoft.com/office/drawing/2014/main" id="{9A97E094-CAE5-4D3B-1DB2-2F371F3C82CE}"/>
              </a:ext>
            </a:extLst>
          </p:cNvPr>
          <p:cNvGrpSpPr/>
          <p:nvPr/>
        </p:nvGrpSpPr>
        <p:grpSpPr>
          <a:xfrm flipV="1">
            <a:off x="1617781" y="1806871"/>
            <a:ext cx="8956437" cy="3583168"/>
            <a:chOff x="2776287" y="1968226"/>
            <a:chExt cx="3427402" cy="1703060"/>
          </a:xfrm>
        </p:grpSpPr>
        <p:sp>
          <p:nvSpPr>
            <p:cNvPr id="40" name="Google Shape;295;p32">
              <a:extLst>
                <a:ext uri="{FF2B5EF4-FFF2-40B4-BE49-F238E27FC236}">
                  <a16:creationId xmlns:a16="http://schemas.microsoft.com/office/drawing/2014/main" id="{69D48DAA-6527-F225-1740-5ADFF50E0B75}"/>
                </a:ext>
              </a:extLst>
            </p:cNvPr>
            <p:cNvSpPr/>
            <p:nvPr/>
          </p:nvSpPr>
          <p:spPr>
            <a:xfrm>
              <a:off x="2776287" y="2236652"/>
              <a:ext cx="473341" cy="1192751"/>
            </a:xfrm>
            <a:custGeom>
              <a:avLst/>
              <a:gdLst/>
              <a:ahLst/>
              <a:cxnLst/>
              <a:rect l="l" t="t" r="r" b="b"/>
              <a:pathLst>
                <a:path w="21881" h="55137" extrusionOk="0">
                  <a:moveTo>
                    <a:pt x="11413" y="0"/>
                  </a:moveTo>
                  <a:lnTo>
                    <a:pt x="10032" y="1454"/>
                  </a:lnTo>
                  <a:lnTo>
                    <a:pt x="7524" y="4507"/>
                  </a:lnTo>
                  <a:lnTo>
                    <a:pt x="5379" y="7742"/>
                  </a:lnTo>
                  <a:lnTo>
                    <a:pt x="3598" y="11158"/>
                  </a:lnTo>
                  <a:lnTo>
                    <a:pt x="2145" y="14684"/>
                  </a:lnTo>
                  <a:lnTo>
                    <a:pt x="1091" y="18282"/>
                  </a:lnTo>
                  <a:lnTo>
                    <a:pt x="364" y="21989"/>
                  </a:lnTo>
                  <a:lnTo>
                    <a:pt x="0" y="25697"/>
                  </a:lnTo>
                  <a:lnTo>
                    <a:pt x="0" y="29440"/>
                  </a:lnTo>
                  <a:lnTo>
                    <a:pt x="364" y="33184"/>
                  </a:lnTo>
                  <a:lnTo>
                    <a:pt x="1091" y="36855"/>
                  </a:lnTo>
                  <a:lnTo>
                    <a:pt x="2145" y="40489"/>
                  </a:lnTo>
                  <a:lnTo>
                    <a:pt x="3598" y="44015"/>
                  </a:lnTo>
                  <a:lnTo>
                    <a:pt x="5379" y="47395"/>
                  </a:lnTo>
                  <a:lnTo>
                    <a:pt x="7524" y="50630"/>
                  </a:lnTo>
                  <a:lnTo>
                    <a:pt x="10032" y="53683"/>
                  </a:lnTo>
                  <a:lnTo>
                    <a:pt x="11413" y="55137"/>
                  </a:lnTo>
                  <a:lnTo>
                    <a:pt x="11413" y="46050"/>
                  </a:lnTo>
                  <a:lnTo>
                    <a:pt x="11449" y="45759"/>
                  </a:lnTo>
                  <a:lnTo>
                    <a:pt x="11631" y="45287"/>
                  </a:lnTo>
                  <a:lnTo>
                    <a:pt x="12031" y="44887"/>
                  </a:lnTo>
                  <a:lnTo>
                    <a:pt x="12503" y="44705"/>
                  </a:lnTo>
                  <a:lnTo>
                    <a:pt x="12794" y="44669"/>
                  </a:lnTo>
                  <a:lnTo>
                    <a:pt x="21880" y="44669"/>
                  </a:lnTo>
                  <a:lnTo>
                    <a:pt x="21044" y="43797"/>
                  </a:lnTo>
                  <a:lnTo>
                    <a:pt x="19518" y="41979"/>
                  </a:lnTo>
                  <a:lnTo>
                    <a:pt x="18209" y="39980"/>
                  </a:lnTo>
                  <a:lnTo>
                    <a:pt x="17083" y="37909"/>
                  </a:lnTo>
                  <a:lnTo>
                    <a:pt x="16174" y="35728"/>
                  </a:lnTo>
                  <a:lnTo>
                    <a:pt x="15483" y="33438"/>
                  </a:lnTo>
                  <a:lnTo>
                    <a:pt x="15011" y="31112"/>
                  </a:lnTo>
                  <a:lnTo>
                    <a:pt x="14793" y="28750"/>
                  </a:lnTo>
                  <a:lnTo>
                    <a:pt x="14757" y="27550"/>
                  </a:lnTo>
                  <a:lnTo>
                    <a:pt x="14793" y="26351"/>
                  </a:lnTo>
                  <a:lnTo>
                    <a:pt x="15011" y="23952"/>
                  </a:lnTo>
                  <a:lnTo>
                    <a:pt x="15483" y="21626"/>
                  </a:lnTo>
                  <a:lnTo>
                    <a:pt x="16174" y="19372"/>
                  </a:lnTo>
                  <a:lnTo>
                    <a:pt x="17083" y="17192"/>
                  </a:lnTo>
                  <a:lnTo>
                    <a:pt x="18209" y="15084"/>
                  </a:lnTo>
                  <a:lnTo>
                    <a:pt x="19518" y="13121"/>
                  </a:lnTo>
                  <a:lnTo>
                    <a:pt x="21044" y="11267"/>
                  </a:lnTo>
                  <a:lnTo>
                    <a:pt x="21880" y="10431"/>
                  </a:lnTo>
                  <a:lnTo>
                    <a:pt x="21880" y="1381"/>
                  </a:lnTo>
                  <a:lnTo>
                    <a:pt x="21844" y="1091"/>
                  </a:lnTo>
                  <a:lnTo>
                    <a:pt x="21662" y="582"/>
                  </a:lnTo>
                  <a:lnTo>
                    <a:pt x="21262" y="218"/>
                  </a:lnTo>
                  <a:lnTo>
                    <a:pt x="20790" y="37"/>
                  </a:lnTo>
                  <a:lnTo>
                    <a:pt x="20499" y="0"/>
                  </a:lnTo>
                  <a:close/>
                </a:path>
              </a:pathLst>
            </a:custGeom>
            <a:solidFill>
              <a:srgbClr val="FFC000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1" name="Google Shape;296;p32">
              <a:extLst>
                <a:ext uri="{FF2B5EF4-FFF2-40B4-BE49-F238E27FC236}">
                  <a16:creationId xmlns:a16="http://schemas.microsoft.com/office/drawing/2014/main" id="{077F8A4F-332C-5F43-C1E3-F92E60BA6EA7}"/>
                </a:ext>
              </a:extLst>
            </p:cNvPr>
            <p:cNvSpPr/>
            <p:nvPr/>
          </p:nvSpPr>
          <p:spPr>
            <a:xfrm>
              <a:off x="3031197" y="1978217"/>
              <a:ext cx="1190415" cy="476477"/>
            </a:xfrm>
            <a:custGeom>
              <a:avLst/>
              <a:gdLst/>
              <a:ahLst/>
              <a:cxnLst/>
              <a:rect l="l" t="t" r="r" b="b"/>
              <a:pathLst>
                <a:path w="55029" h="22026" extrusionOk="0">
                  <a:moveTo>
                    <a:pt x="27587" y="0"/>
                  </a:moveTo>
                  <a:lnTo>
                    <a:pt x="25661" y="36"/>
                  </a:lnTo>
                  <a:lnTo>
                    <a:pt x="21845" y="436"/>
                  </a:lnTo>
                  <a:lnTo>
                    <a:pt x="18065" y="1163"/>
                  </a:lnTo>
                  <a:lnTo>
                    <a:pt x="14430" y="2290"/>
                  </a:lnTo>
                  <a:lnTo>
                    <a:pt x="10904" y="3744"/>
                  </a:lnTo>
                  <a:lnTo>
                    <a:pt x="7561" y="5525"/>
                  </a:lnTo>
                  <a:lnTo>
                    <a:pt x="4362" y="7669"/>
                  </a:lnTo>
                  <a:lnTo>
                    <a:pt x="1418" y="10104"/>
                  </a:lnTo>
                  <a:lnTo>
                    <a:pt x="1" y="11449"/>
                  </a:lnTo>
                  <a:lnTo>
                    <a:pt x="9087" y="11449"/>
                  </a:lnTo>
                  <a:lnTo>
                    <a:pt x="9378" y="11485"/>
                  </a:lnTo>
                  <a:lnTo>
                    <a:pt x="9850" y="11667"/>
                  </a:lnTo>
                  <a:lnTo>
                    <a:pt x="10250" y="12067"/>
                  </a:lnTo>
                  <a:lnTo>
                    <a:pt x="10432" y="12539"/>
                  </a:lnTo>
                  <a:lnTo>
                    <a:pt x="10468" y="12830"/>
                  </a:lnTo>
                  <a:lnTo>
                    <a:pt x="10468" y="21916"/>
                  </a:lnTo>
                  <a:lnTo>
                    <a:pt x="11341" y="21081"/>
                  </a:lnTo>
                  <a:lnTo>
                    <a:pt x="13158" y="19554"/>
                  </a:lnTo>
                  <a:lnTo>
                    <a:pt x="15157" y="18209"/>
                  </a:lnTo>
                  <a:lnTo>
                    <a:pt x="17229" y="17119"/>
                  </a:lnTo>
                  <a:lnTo>
                    <a:pt x="19409" y="16210"/>
                  </a:lnTo>
                  <a:lnTo>
                    <a:pt x="21699" y="15520"/>
                  </a:lnTo>
                  <a:lnTo>
                    <a:pt x="24025" y="15047"/>
                  </a:lnTo>
                  <a:lnTo>
                    <a:pt x="26388" y="14829"/>
                  </a:lnTo>
                  <a:lnTo>
                    <a:pt x="27623" y="14793"/>
                  </a:lnTo>
                  <a:lnTo>
                    <a:pt x="28859" y="14829"/>
                  </a:lnTo>
                  <a:lnTo>
                    <a:pt x="31222" y="15047"/>
                  </a:lnTo>
                  <a:lnTo>
                    <a:pt x="33475" y="15483"/>
                  </a:lnTo>
                  <a:lnTo>
                    <a:pt x="35620" y="16174"/>
                  </a:lnTo>
                  <a:lnTo>
                    <a:pt x="37691" y="17046"/>
                  </a:lnTo>
                  <a:lnTo>
                    <a:pt x="39727" y="18209"/>
                  </a:lnTo>
                  <a:lnTo>
                    <a:pt x="41689" y="19554"/>
                  </a:lnTo>
                  <a:lnTo>
                    <a:pt x="43616" y="21153"/>
                  </a:lnTo>
                  <a:lnTo>
                    <a:pt x="44597" y="22025"/>
                  </a:lnTo>
                  <a:lnTo>
                    <a:pt x="53974" y="22025"/>
                  </a:lnTo>
                  <a:lnTo>
                    <a:pt x="54447" y="21807"/>
                  </a:lnTo>
                  <a:lnTo>
                    <a:pt x="54810" y="21444"/>
                  </a:lnTo>
                  <a:lnTo>
                    <a:pt x="55028" y="20935"/>
                  </a:lnTo>
                  <a:lnTo>
                    <a:pt x="55028" y="20681"/>
                  </a:lnTo>
                  <a:lnTo>
                    <a:pt x="55028" y="11594"/>
                  </a:lnTo>
                  <a:lnTo>
                    <a:pt x="54447" y="11049"/>
                  </a:lnTo>
                  <a:lnTo>
                    <a:pt x="53865" y="10504"/>
                  </a:lnTo>
                  <a:lnTo>
                    <a:pt x="52375" y="9195"/>
                  </a:lnTo>
                  <a:lnTo>
                    <a:pt x="49322" y="6869"/>
                  </a:lnTo>
                  <a:lnTo>
                    <a:pt x="46233" y="4870"/>
                  </a:lnTo>
                  <a:lnTo>
                    <a:pt x="43070" y="3235"/>
                  </a:lnTo>
                  <a:lnTo>
                    <a:pt x="39799" y="1963"/>
                  </a:lnTo>
                  <a:lnTo>
                    <a:pt x="36456" y="981"/>
                  </a:lnTo>
                  <a:lnTo>
                    <a:pt x="33003" y="363"/>
                  </a:lnTo>
                  <a:lnTo>
                    <a:pt x="29441" y="36"/>
                  </a:lnTo>
                  <a:lnTo>
                    <a:pt x="27587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2" name="Google Shape;297;p32">
              <a:extLst>
                <a:ext uri="{FF2B5EF4-FFF2-40B4-BE49-F238E27FC236}">
                  <a16:creationId xmlns:a16="http://schemas.microsoft.com/office/drawing/2014/main" id="{A1A72FD3-6C26-2837-B605-8684202032B0}"/>
                </a:ext>
              </a:extLst>
            </p:cNvPr>
            <p:cNvSpPr/>
            <p:nvPr/>
          </p:nvSpPr>
          <p:spPr>
            <a:xfrm>
              <a:off x="3994347" y="2219030"/>
              <a:ext cx="996977" cy="1188814"/>
            </a:xfrm>
            <a:custGeom>
              <a:avLst/>
              <a:gdLst/>
              <a:ahLst/>
              <a:cxnLst/>
              <a:rect l="l" t="t" r="r" b="b"/>
              <a:pathLst>
                <a:path w="46087" h="54955" extrusionOk="0">
                  <a:moveTo>
                    <a:pt x="35619" y="0"/>
                  </a:moveTo>
                  <a:lnTo>
                    <a:pt x="35038" y="545"/>
                  </a:lnTo>
                  <a:lnTo>
                    <a:pt x="33475" y="2072"/>
                  </a:lnTo>
                  <a:lnTo>
                    <a:pt x="30458" y="5379"/>
                  </a:lnTo>
                  <a:lnTo>
                    <a:pt x="26024" y="10831"/>
                  </a:lnTo>
                  <a:lnTo>
                    <a:pt x="23080" y="14829"/>
                  </a:lnTo>
                  <a:lnTo>
                    <a:pt x="20499" y="18318"/>
                  </a:lnTo>
                  <a:lnTo>
                    <a:pt x="17882" y="21989"/>
                  </a:lnTo>
                  <a:lnTo>
                    <a:pt x="16247" y="24279"/>
                  </a:lnTo>
                  <a:lnTo>
                    <a:pt x="15084" y="25878"/>
                  </a:lnTo>
                  <a:lnTo>
                    <a:pt x="13993" y="27441"/>
                  </a:lnTo>
                  <a:lnTo>
                    <a:pt x="10104" y="32784"/>
                  </a:lnTo>
                  <a:lnTo>
                    <a:pt x="4907" y="39363"/>
                  </a:lnTo>
                  <a:lnTo>
                    <a:pt x="1599" y="42961"/>
                  </a:lnTo>
                  <a:lnTo>
                    <a:pt x="0" y="44524"/>
                  </a:lnTo>
                  <a:lnTo>
                    <a:pt x="0" y="53610"/>
                  </a:lnTo>
                  <a:lnTo>
                    <a:pt x="37" y="53865"/>
                  </a:lnTo>
                  <a:lnTo>
                    <a:pt x="218" y="54373"/>
                  </a:lnTo>
                  <a:lnTo>
                    <a:pt x="582" y="54737"/>
                  </a:lnTo>
                  <a:lnTo>
                    <a:pt x="1091" y="54955"/>
                  </a:lnTo>
                  <a:lnTo>
                    <a:pt x="10468" y="54955"/>
                  </a:lnTo>
                  <a:lnTo>
                    <a:pt x="12103" y="53356"/>
                  </a:lnTo>
                  <a:lnTo>
                    <a:pt x="15302" y="49939"/>
                  </a:lnTo>
                  <a:lnTo>
                    <a:pt x="19954" y="44269"/>
                  </a:lnTo>
                  <a:lnTo>
                    <a:pt x="23080" y="40053"/>
                  </a:lnTo>
                  <a:lnTo>
                    <a:pt x="25624" y="36564"/>
                  </a:lnTo>
                  <a:lnTo>
                    <a:pt x="28277" y="32893"/>
                  </a:lnTo>
                  <a:lnTo>
                    <a:pt x="29913" y="30603"/>
                  </a:lnTo>
                  <a:lnTo>
                    <a:pt x="32166" y="27441"/>
                  </a:lnTo>
                  <a:lnTo>
                    <a:pt x="35873" y="22353"/>
                  </a:lnTo>
                  <a:lnTo>
                    <a:pt x="40816" y="16065"/>
                  </a:lnTo>
                  <a:lnTo>
                    <a:pt x="43942" y="12503"/>
                  </a:lnTo>
                  <a:lnTo>
                    <a:pt x="45505" y="10977"/>
                  </a:lnTo>
                  <a:lnTo>
                    <a:pt x="45796" y="10722"/>
                  </a:lnTo>
                  <a:lnTo>
                    <a:pt x="46087" y="10431"/>
                  </a:lnTo>
                  <a:lnTo>
                    <a:pt x="36709" y="10431"/>
                  </a:lnTo>
                  <a:lnTo>
                    <a:pt x="36237" y="10213"/>
                  </a:lnTo>
                  <a:lnTo>
                    <a:pt x="35837" y="9850"/>
                  </a:lnTo>
                  <a:lnTo>
                    <a:pt x="35655" y="9341"/>
                  </a:lnTo>
                  <a:lnTo>
                    <a:pt x="35619" y="9087"/>
                  </a:lnTo>
                  <a:lnTo>
                    <a:pt x="3561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3" name="Google Shape;298;p32">
              <a:extLst>
                <a:ext uri="{FF2B5EF4-FFF2-40B4-BE49-F238E27FC236}">
                  <a16:creationId xmlns:a16="http://schemas.microsoft.com/office/drawing/2014/main" id="{882E09B6-7610-3F35-6787-9F9139014BCA}"/>
                </a:ext>
              </a:extLst>
            </p:cNvPr>
            <p:cNvSpPr/>
            <p:nvPr/>
          </p:nvSpPr>
          <p:spPr>
            <a:xfrm>
              <a:off x="4770850" y="3176657"/>
              <a:ext cx="1190415" cy="474920"/>
            </a:xfrm>
            <a:custGeom>
              <a:avLst/>
              <a:gdLst/>
              <a:ahLst/>
              <a:cxnLst/>
              <a:rect l="l" t="t" r="r" b="b"/>
              <a:pathLst>
                <a:path w="55029" h="21954" extrusionOk="0">
                  <a:moveTo>
                    <a:pt x="10468" y="1"/>
                  </a:moveTo>
                  <a:lnTo>
                    <a:pt x="10468" y="9087"/>
                  </a:lnTo>
                  <a:lnTo>
                    <a:pt x="10432" y="9342"/>
                  </a:lnTo>
                  <a:lnTo>
                    <a:pt x="10250" y="9850"/>
                  </a:lnTo>
                  <a:lnTo>
                    <a:pt x="9850" y="10214"/>
                  </a:lnTo>
                  <a:lnTo>
                    <a:pt x="9378" y="10432"/>
                  </a:lnTo>
                  <a:lnTo>
                    <a:pt x="1" y="10432"/>
                  </a:lnTo>
                  <a:lnTo>
                    <a:pt x="546" y="10941"/>
                  </a:lnTo>
                  <a:lnTo>
                    <a:pt x="837" y="11195"/>
                  </a:lnTo>
                  <a:lnTo>
                    <a:pt x="1127" y="11450"/>
                  </a:lnTo>
                  <a:lnTo>
                    <a:pt x="2618" y="12758"/>
                  </a:lnTo>
                  <a:lnTo>
                    <a:pt x="5671" y="15084"/>
                  </a:lnTo>
                  <a:lnTo>
                    <a:pt x="8760" y="17083"/>
                  </a:lnTo>
                  <a:lnTo>
                    <a:pt x="11922" y="18719"/>
                  </a:lnTo>
                  <a:lnTo>
                    <a:pt x="15157" y="19991"/>
                  </a:lnTo>
                  <a:lnTo>
                    <a:pt x="18501" y="20972"/>
                  </a:lnTo>
                  <a:lnTo>
                    <a:pt x="21954" y="21590"/>
                  </a:lnTo>
                  <a:lnTo>
                    <a:pt x="25552" y="21917"/>
                  </a:lnTo>
                  <a:lnTo>
                    <a:pt x="27369" y="21953"/>
                  </a:lnTo>
                  <a:lnTo>
                    <a:pt x="27514" y="21953"/>
                  </a:lnTo>
                  <a:lnTo>
                    <a:pt x="29441" y="21917"/>
                  </a:lnTo>
                  <a:lnTo>
                    <a:pt x="33293" y="21517"/>
                  </a:lnTo>
                  <a:lnTo>
                    <a:pt x="37037" y="20754"/>
                  </a:lnTo>
                  <a:lnTo>
                    <a:pt x="40672" y="19627"/>
                  </a:lnTo>
                  <a:lnTo>
                    <a:pt x="44161" y="18174"/>
                  </a:lnTo>
                  <a:lnTo>
                    <a:pt x="47505" y="16356"/>
                  </a:lnTo>
                  <a:lnTo>
                    <a:pt x="50667" y="14212"/>
                  </a:lnTo>
                  <a:lnTo>
                    <a:pt x="53647" y="11777"/>
                  </a:lnTo>
                  <a:lnTo>
                    <a:pt x="55028" y="10432"/>
                  </a:lnTo>
                  <a:lnTo>
                    <a:pt x="55028" y="1345"/>
                  </a:lnTo>
                  <a:lnTo>
                    <a:pt x="54992" y="1055"/>
                  </a:lnTo>
                  <a:lnTo>
                    <a:pt x="54810" y="582"/>
                  </a:lnTo>
                  <a:lnTo>
                    <a:pt x="54447" y="219"/>
                  </a:lnTo>
                  <a:lnTo>
                    <a:pt x="53938" y="1"/>
                  </a:lnTo>
                  <a:lnTo>
                    <a:pt x="44633" y="1"/>
                  </a:lnTo>
                  <a:lnTo>
                    <a:pt x="44561" y="37"/>
                  </a:lnTo>
                  <a:lnTo>
                    <a:pt x="43688" y="873"/>
                  </a:lnTo>
                  <a:lnTo>
                    <a:pt x="41871" y="2400"/>
                  </a:lnTo>
                  <a:lnTo>
                    <a:pt x="39908" y="3708"/>
                  </a:lnTo>
                  <a:lnTo>
                    <a:pt x="37837" y="4835"/>
                  </a:lnTo>
                  <a:lnTo>
                    <a:pt x="35656" y="5743"/>
                  </a:lnTo>
                  <a:lnTo>
                    <a:pt x="33402" y="6434"/>
                  </a:lnTo>
                  <a:lnTo>
                    <a:pt x="31076" y="6906"/>
                  </a:lnTo>
                  <a:lnTo>
                    <a:pt x="28714" y="7124"/>
                  </a:lnTo>
                  <a:lnTo>
                    <a:pt x="27514" y="7161"/>
                  </a:lnTo>
                  <a:lnTo>
                    <a:pt x="26206" y="7161"/>
                  </a:lnTo>
                  <a:lnTo>
                    <a:pt x="23916" y="6943"/>
                  </a:lnTo>
                  <a:lnTo>
                    <a:pt x="21735" y="6507"/>
                  </a:lnTo>
                  <a:lnTo>
                    <a:pt x="19664" y="5889"/>
                  </a:lnTo>
                  <a:lnTo>
                    <a:pt x="17628" y="5053"/>
                  </a:lnTo>
                  <a:lnTo>
                    <a:pt x="15702" y="4035"/>
                  </a:lnTo>
                  <a:lnTo>
                    <a:pt x="13812" y="2763"/>
                  </a:lnTo>
                  <a:lnTo>
                    <a:pt x="11922" y="1309"/>
                  </a:lnTo>
                  <a:lnTo>
                    <a:pt x="10977" y="473"/>
                  </a:lnTo>
                  <a:lnTo>
                    <a:pt x="10468" y="1"/>
                  </a:lnTo>
                  <a:close/>
                </a:path>
              </a:pathLst>
            </a:custGeom>
            <a:solidFill>
              <a:srgbClr val="FFC000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4" name="Google Shape;299;p32">
              <a:extLst>
                <a:ext uri="{FF2B5EF4-FFF2-40B4-BE49-F238E27FC236}">
                  <a16:creationId xmlns:a16="http://schemas.microsoft.com/office/drawing/2014/main" id="{A6B1B6CD-4E21-9341-298A-DF470649EF61}"/>
                </a:ext>
              </a:extLst>
            </p:cNvPr>
            <p:cNvSpPr/>
            <p:nvPr/>
          </p:nvSpPr>
          <p:spPr>
            <a:xfrm>
              <a:off x="5731927" y="2217451"/>
              <a:ext cx="471762" cy="1190393"/>
            </a:xfrm>
            <a:custGeom>
              <a:avLst/>
              <a:gdLst/>
              <a:ahLst/>
              <a:cxnLst/>
              <a:rect l="l" t="t" r="r" b="b"/>
              <a:pathLst>
                <a:path w="21808" h="55028" extrusionOk="0">
                  <a:moveTo>
                    <a:pt x="1345" y="1"/>
                  </a:moveTo>
                  <a:lnTo>
                    <a:pt x="1054" y="37"/>
                  </a:lnTo>
                  <a:lnTo>
                    <a:pt x="582" y="219"/>
                  </a:lnTo>
                  <a:lnTo>
                    <a:pt x="218" y="618"/>
                  </a:lnTo>
                  <a:lnTo>
                    <a:pt x="0" y="1091"/>
                  </a:lnTo>
                  <a:lnTo>
                    <a:pt x="0" y="1382"/>
                  </a:lnTo>
                  <a:lnTo>
                    <a:pt x="0" y="10468"/>
                  </a:lnTo>
                  <a:lnTo>
                    <a:pt x="218" y="10723"/>
                  </a:lnTo>
                  <a:lnTo>
                    <a:pt x="473" y="10977"/>
                  </a:lnTo>
                  <a:lnTo>
                    <a:pt x="1309" y="11849"/>
                  </a:lnTo>
                  <a:lnTo>
                    <a:pt x="2763" y="13776"/>
                  </a:lnTo>
                  <a:lnTo>
                    <a:pt x="3998" y="15775"/>
                  </a:lnTo>
                  <a:lnTo>
                    <a:pt x="5052" y="17846"/>
                  </a:lnTo>
                  <a:lnTo>
                    <a:pt x="5852" y="20027"/>
                  </a:lnTo>
                  <a:lnTo>
                    <a:pt x="6470" y="22208"/>
                  </a:lnTo>
                  <a:lnTo>
                    <a:pt x="6870" y="24461"/>
                  </a:lnTo>
                  <a:lnTo>
                    <a:pt x="7051" y="26751"/>
                  </a:lnTo>
                  <a:lnTo>
                    <a:pt x="7015" y="29004"/>
                  </a:lnTo>
                  <a:lnTo>
                    <a:pt x="6761" y="31258"/>
                  </a:lnTo>
                  <a:lnTo>
                    <a:pt x="6288" y="33511"/>
                  </a:lnTo>
                  <a:lnTo>
                    <a:pt x="5634" y="35692"/>
                  </a:lnTo>
                  <a:lnTo>
                    <a:pt x="4762" y="37836"/>
                  </a:lnTo>
                  <a:lnTo>
                    <a:pt x="3671" y="39872"/>
                  </a:lnTo>
                  <a:lnTo>
                    <a:pt x="2363" y="41834"/>
                  </a:lnTo>
                  <a:lnTo>
                    <a:pt x="836" y="43688"/>
                  </a:lnTo>
                  <a:lnTo>
                    <a:pt x="0" y="44597"/>
                  </a:lnTo>
                  <a:lnTo>
                    <a:pt x="9341" y="44597"/>
                  </a:lnTo>
                  <a:lnTo>
                    <a:pt x="9850" y="44815"/>
                  </a:lnTo>
                  <a:lnTo>
                    <a:pt x="10213" y="45178"/>
                  </a:lnTo>
                  <a:lnTo>
                    <a:pt x="10432" y="45651"/>
                  </a:lnTo>
                  <a:lnTo>
                    <a:pt x="10432" y="45941"/>
                  </a:lnTo>
                  <a:lnTo>
                    <a:pt x="10432" y="55028"/>
                  </a:lnTo>
                  <a:lnTo>
                    <a:pt x="11776" y="53647"/>
                  </a:lnTo>
                  <a:lnTo>
                    <a:pt x="14211" y="50666"/>
                  </a:lnTo>
                  <a:lnTo>
                    <a:pt x="16320" y="47504"/>
                  </a:lnTo>
                  <a:lnTo>
                    <a:pt x="18100" y="44124"/>
                  </a:lnTo>
                  <a:lnTo>
                    <a:pt x="19554" y="40635"/>
                  </a:lnTo>
                  <a:lnTo>
                    <a:pt x="20645" y="37000"/>
                  </a:lnTo>
                  <a:lnTo>
                    <a:pt x="21372" y="33257"/>
                  </a:lnTo>
                  <a:lnTo>
                    <a:pt x="21771" y="29441"/>
                  </a:lnTo>
                  <a:lnTo>
                    <a:pt x="21808" y="27514"/>
                  </a:lnTo>
                  <a:lnTo>
                    <a:pt x="21771" y="25588"/>
                  </a:lnTo>
                  <a:lnTo>
                    <a:pt x="21372" y="21772"/>
                  </a:lnTo>
                  <a:lnTo>
                    <a:pt x="20645" y="18028"/>
                  </a:lnTo>
                  <a:lnTo>
                    <a:pt x="19554" y="14393"/>
                  </a:lnTo>
                  <a:lnTo>
                    <a:pt x="18100" y="10868"/>
                  </a:lnTo>
                  <a:lnTo>
                    <a:pt x="16320" y="7524"/>
                  </a:lnTo>
                  <a:lnTo>
                    <a:pt x="14211" y="4362"/>
                  </a:lnTo>
                  <a:lnTo>
                    <a:pt x="11776" y="13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FFC000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5" name="Google Shape;300;p32">
              <a:extLst>
                <a:ext uri="{FF2B5EF4-FFF2-40B4-BE49-F238E27FC236}">
                  <a16:creationId xmlns:a16="http://schemas.microsoft.com/office/drawing/2014/main" id="{F7E37022-D132-024E-2F2C-76085E5B581E}"/>
                </a:ext>
              </a:extLst>
            </p:cNvPr>
            <p:cNvSpPr/>
            <p:nvPr/>
          </p:nvSpPr>
          <p:spPr>
            <a:xfrm>
              <a:off x="4767220" y="1968226"/>
              <a:ext cx="1189614" cy="475699"/>
            </a:xfrm>
            <a:custGeom>
              <a:avLst/>
              <a:gdLst/>
              <a:ahLst/>
              <a:cxnLst/>
              <a:rect l="l" t="t" r="r" b="b"/>
              <a:pathLst>
                <a:path w="54992" h="21990" extrusionOk="0">
                  <a:moveTo>
                    <a:pt x="27368" y="0"/>
                  </a:moveTo>
                  <a:lnTo>
                    <a:pt x="25515" y="36"/>
                  </a:lnTo>
                  <a:lnTo>
                    <a:pt x="21917" y="363"/>
                  </a:lnTo>
                  <a:lnTo>
                    <a:pt x="18464" y="981"/>
                  </a:lnTo>
                  <a:lnTo>
                    <a:pt x="15120" y="1963"/>
                  </a:lnTo>
                  <a:lnTo>
                    <a:pt x="11885" y="3235"/>
                  </a:lnTo>
                  <a:lnTo>
                    <a:pt x="8723" y="4870"/>
                  </a:lnTo>
                  <a:lnTo>
                    <a:pt x="5634" y="6869"/>
                  </a:lnTo>
                  <a:lnTo>
                    <a:pt x="2581" y="9195"/>
                  </a:lnTo>
                  <a:lnTo>
                    <a:pt x="1090" y="10504"/>
                  </a:lnTo>
                  <a:lnTo>
                    <a:pt x="545" y="11013"/>
                  </a:lnTo>
                  <a:lnTo>
                    <a:pt x="0" y="11522"/>
                  </a:lnTo>
                  <a:lnTo>
                    <a:pt x="0" y="20608"/>
                  </a:lnTo>
                  <a:lnTo>
                    <a:pt x="0" y="20899"/>
                  </a:lnTo>
                  <a:lnTo>
                    <a:pt x="218" y="21371"/>
                  </a:lnTo>
                  <a:lnTo>
                    <a:pt x="582" y="21735"/>
                  </a:lnTo>
                  <a:lnTo>
                    <a:pt x="1054" y="21953"/>
                  </a:lnTo>
                  <a:lnTo>
                    <a:pt x="10431" y="21953"/>
                  </a:lnTo>
                  <a:lnTo>
                    <a:pt x="11413" y="21081"/>
                  </a:lnTo>
                  <a:lnTo>
                    <a:pt x="13339" y="19518"/>
                  </a:lnTo>
                  <a:lnTo>
                    <a:pt x="15302" y="18173"/>
                  </a:lnTo>
                  <a:lnTo>
                    <a:pt x="17301" y="17046"/>
                  </a:lnTo>
                  <a:lnTo>
                    <a:pt x="19372" y="16137"/>
                  </a:lnTo>
                  <a:lnTo>
                    <a:pt x="21517" y="15483"/>
                  </a:lnTo>
                  <a:lnTo>
                    <a:pt x="23770" y="15047"/>
                  </a:lnTo>
                  <a:lnTo>
                    <a:pt x="26133" y="14829"/>
                  </a:lnTo>
                  <a:lnTo>
                    <a:pt x="27368" y="14793"/>
                  </a:lnTo>
                  <a:lnTo>
                    <a:pt x="27514" y="14793"/>
                  </a:lnTo>
                  <a:lnTo>
                    <a:pt x="28713" y="14829"/>
                  </a:lnTo>
                  <a:lnTo>
                    <a:pt x="31076" y="15083"/>
                  </a:lnTo>
                  <a:lnTo>
                    <a:pt x="33402" y="15556"/>
                  </a:lnTo>
                  <a:lnTo>
                    <a:pt x="35655" y="16247"/>
                  </a:lnTo>
                  <a:lnTo>
                    <a:pt x="37800" y="17155"/>
                  </a:lnTo>
                  <a:lnTo>
                    <a:pt x="39908" y="18282"/>
                  </a:lnTo>
                  <a:lnTo>
                    <a:pt x="41870" y="19627"/>
                  </a:lnTo>
                  <a:lnTo>
                    <a:pt x="43688" y="21153"/>
                  </a:lnTo>
                  <a:lnTo>
                    <a:pt x="44560" y="21989"/>
                  </a:lnTo>
                  <a:lnTo>
                    <a:pt x="44560" y="12903"/>
                  </a:lnTo>
                  <a:lnTo>
                    <a:pt x="44560" y="12612"/>
                  </a:lnTo>
                  <a:lnTo>
                    <a:pt x="44778" y="12139"/>
                  </a:lnTo>
                  <a:lnTo>
                    <a:pt x="45141" y="11740"/>
                  </a:lnTo>
                  <a:lnTo>
                    <a:pt x="45614" y="11558"/>
                  </a:lnTo>
                  <a:lnTo>
                    <a:pt x="45905" y="11522"/>
                  </a:lnTo>
                  <a:lnTo>
                    <a:pt x="54991" y="11522"/>
                  </a:lnTo>
                  <a:lnTo>
                    <a:pt x="53610" y="10177"/>
                  </a:lnTo>
                  <a:lnTo>
                    <a:pt x="50666" y="7742"/>
                  </a:lnTo>
                  <a:lnTo>
                    <a:pt x="47468" y="5597"/>
                  </a:lnTo>
                  <a:lnTo>
                    <a:pt x="44124" y="3780"/>
                  </a:lnTo>
                  <a:lnTo>
                    <a:pt x="40635" y="2326"/>
                  </a:lnTo>
                  <a:lnTo>
                    <a:pt x="37000" y="1199"/>
                  </a:lnTo>
                  <a:lnTo>
                    <a:pt x="33256" y="436"/>
                  </a:lnTo>
                  <a:lnTo>
                    <a:pt x="29440" y="36"/>
                  </a:lnTo>
                  <a:lnTo>
                    <a:pt x="27477" y="0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6" name="Google Shape;301;p32">
              <a:extLst>
                <a:ext uri="{FF2B5EF4-FFF2-40B4-BE49-F238E27FC236}">
                  <a16:creationId xmlns:a16="http://schemas.microsoft.com/office/drawing/2014/main" id="{B16ED892-5DFB-F7B7-E8BE-EF83697D8C91}"/>
                </a:ext>
              </a:extLst>
            </p:cNvPr>
            <p:cNvSpPr/>
            <p:nvPr/>
          </p:nvSpPr>
          <p:spPr>
            <a:xfrm>
              <a:off x="3019931" y="3194787"/>
              <a:ext cx="1189614" cy="476499"/>
            </a:xfrm>
            <a:custGeom>
              <a:avLst/>
              <a:gdLst/>
              <a:ahLst/>
              <a:cxnLst/>
              <a:rect l="l" t="t" r="r" b="b"/>
              <a:pathLst>
                <a:path w="54992" h="22027" extrusionOk="0">
                  <a:moveTo>
                    <a:pt x="44524" y="1"/>
                  </a:moveTo>
                  <a:lnTo>
                    <a:pt x="43579" y="909"/>
                  </a:lnTo>
                  <a:lnTo>
                    <a:pt x="41616" y="2472"/>
                  </a:lnTo>
                  <a:lnTo>
                    <a:pt x="39653" y="3853"/>
                  </a:lnTo>
                  <a:lnTo>
                    <a:pt x="37654" y="4980"/>
                  </a:lnTo>
                  <a:lnTo>
                    <a:pt x="35583" y="5889"/>
                  </a:lnTo>
                  <a:lnTo>
                    <a:pt x="33438" y="6579"/>
                  </a:lnTo>
                  <a:lnTo>
                    <a:pt x="31185" y="7015"/>
                  </a:lnTo>
                  <a:lnTo>
                    <a:pt x="28822" y="7233"/>
                  </a:lnTo>
                  <a:lnTo>
                    <a:pt x="27586" y="7270"/>
                  </a:lnTo>
                  <a:lnTo>
                    <a:pt x="26423" y="7270"/>
                  </a:lnTo>
                  <a:lnTo>
                    <a:pt x="24134" y="7052"/>
                  </a:lnTo>
                  <a:lnTo>
                    <a:pt x="21917" y="6616"/>
                  </a:lnTo>
                  <a:lnTo>
                    <a:pt x="19736" y="5961"/>
                  </a:lnTo>
                  <a:lnTo>
                    <a:pt x="17628" y="5125"/>
                  </a:lnTo>
                  <a:lnTo>
                    <a:pt x="15592" y="4108"/>
                  </a:lnTo>
                  <a:lnTo>
                    <a:pt x="13702" y="2908"/>
                  </a:lnTo>
                  <a:lnTo>
                    <a:pt x="11885" y="1491"/>
                  </a:lnTo>
                  <a:lnTo>
                    <a:pt x="11013" y="728"/>
                  </a:lnTo>
                  <a:lnTo>
                    <a:pt x="10722" y="437"/>
                  </a:lnTo>
                  <a:lnTo>
                    <a:pt x="10431" y="146"/>
                  </a:lnTo>
                  <a:lnTo>
                    <a:pt x="1345" y="146"/>
                  </a:lnTo>
                  <a:lnTo>
                    <a:pt x="1090" y="182"/>
                  </a:lnTo>
                  <a:lnTo>
                    <a:pt x="582" y="364"/>
                  </a:lnTo>
                  <a:lnTo>
                    <a:pt x="218" y="764"/>
                  </a:lnTo>
                  <a:lnTo>
                    <a:pt x="0" y="1236"/>
                  </a:lnTo>
                  <a:lnTo>
                    <a:pt x="0" y="1527"/>
                  </a:lnTo>
                  <a:lnTo>
                    <a:pt x="0" y="10614"/>
                  </a:lnTo>
                  <a:lnTo>
                    <a:pt x="291" y="10904"/>
                  </a:lnTo>
                  <a:lnTo>
                    <a:pt x="582" y="11195"/>
                  </a:lnTo>
                  <a:lnTo>
                    <a:pt x="1963" y="12467"/>
                  </a:lnTo>
                  <a:lnTo>
                    <a:pt x="4870" y="14793"/>
                  </a:lnTo>
                  <a:lnTo>
                    <a:pt x="8033" y="16829"/>
                  </a:lnTo>
                  <a:lnTo>
                    <a:pt x="11304" y="18501"/>
                  </a:lnTo>
                  <a:lnTo>
                    <a:pt x="14756" y="19882"/>
                  </a:lnTo>
                  <a:lnTo>
                    <a:pt x="18318" y="20936"/>
                  </a:lnTo>
                  <a:lnTo>
                    <a:pt x="21953" y="21663"/>
                  </a:lnTo>
                  <a:lnTo>
                    <a:pt x="25697" y="21990"/>
                  </a:lnTo>
                  <a:lnTo>
                    <a:pt x="27586" y="22026"/>
                  </a:lnTo>
                  <a:lnTo>
                    <a:pt x="29404" y="21990"/>
                  </a:lnTo>
                  <a:lnTo>
                    <a:pt x="33002" y="21699"/>
                  </a:lnTo>
                  <a:lnTo>
                    <a:pt x="36455" y="21045"/>
                  </a:lnTo>
                  <a:lnTo>
                    <a:pt x="39799" y="20100"/>
                  </a:lnTo>
                  <a:lnTo>
                    <a:pt x="43033" y="18791"/>
                  </a:lnTo>
                  <a:lnTo>
                    <a:pt x="46196" y="17156"/>
                  </a:lnTo>
                  <a:lnTo>
                    <a:pt x="49285" y="15193"/>
                  </a:lnTo>
                  <a:lnTo>
                    <a:pt x="52338" y="12867"/>
                  </a:lnTo>
                  <a:lnTo>
                    <a:pt x="53828" y="11559"/>
                  </a:lnTo>
                  <a:lnTo>
                    <a:pt x="54446" y="11013"/>
                  </a:lnTo>
                  <a:lnTo>
                    <a:pt x="54991" y="10468"/>
                  </a:lnTo>
                  <a:lnTo>
                    <a:pt x="45905" y="10468"/>
                  </a:lnTo>
                  <a:lnTo>
                    <a:pt x="45614" y="10432"/>
                  </a:lnTo>
                  <a:lnTo>
                    <a:pt x="45141" y="10214"/>
                  </a:lnTo>
                  <a:lnTo>
                    <a:pt x="44742" y="9850"/>
                  </a:lnTo>
                  <a:lnTo>
                    <a:pt x="44560" y="9378"/>
                  </a:lnTo>
                  <a:lnTo>
                    <a:pt x="44524" y="9087"/>
                  </a:lnTo>
                  <a:lnTo>
                    <a:pt x="44524" y="1"/>
                  </a:lnTo>
                  <a:close/>
                </a:path>
              </a:pathLst>
            </a:custGeom>
            <a:solidFill>
              <a:srgbClr val="FFC000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7" name="Google Shape;302;p32">
              <a:extLst>
                <a:ext uri="{FF2B5EF4-FFF2-40B4-BE49-F238E27FC236}">
                  <a16:creationId xmlns:a16="http://schemas.microsoft.com/office/drawing/2014/main" id="{40A16AAE-9B4B-4567-7C1B-AEF51A3E1546}"/>
                </a:ext>
              </a:extLst>
            </p:cNvPr>
            <p:cNvSpPr/>
            <p:nvPr/>
          </p:nvSpPr>
          <p:spPr>
            <a:xfrm>
              <a:off x="3995904" y="2218229"/>
              <a:ext cx="996999" cy="1189614"/>
            </a:xfrm>
            <a:custGeom>
              <a:avLst/>
              <a:gdLst/>
              <a:ahLst/>
              <a:cxnLst/>
              <a:rect l="l" t="t" r="r" b="b"/>
              <a:pathLst>
                <a:path w="46088" h="54992" extrusionOk="0">
                  <a:moveTo>
                    <a:pt x="10432" y="1"/>
                  </a:moveTo>
                  <a:lnTo>
                    <a:pt x="10432" y="9087"/>
                  </a:lnTo>
                  <a:lnTo>
                    <a:pt x="10432" y="9378"/>
                  </a:lnTo>
                  <a:lnTo>
                    <a:pt x="10214" y="9851"/>
                  </a:lnTo>
                  <a:lnTo>
                    <a:pt x="9851" y="10250"/>
                  </a:lnTo>
                  <a:lnTo>
                    <a:pt x="9342" y="10432"/>
                  </a:lnTo>
                  <a:lnTo>
                    <a:pt x="9087" y="10468"/>
                  </a:lnTo>
                  <a:lnTo>
                    <a:pt x="1" y="10468"/>
                  </a:lnTo>
                  <a:lnTo>
                    <a:pt x="582" y="11014"/>
                  </a:lnTo>
                  <a:lnTo>
                    <a:pt x="2109" y="12540"/>
                  </a:lnTo>
                  <a:lnTo>
                    <a:pt x="5235" y="16066"/>
                  </a:lnTo>
                  <a:lnTo>
                    <a:pt x="10214" y="22390"/>
                  </a:lnTo>
                  <a:lnTo>
                    <a:pt x="13921" y="27442"/>
                  </a:lnTo>
                  <a:lnTo>
                    <a:pt x="16175" y="30640"/>
                  </a:lnTo>
                  <a:lnTo>
                    <a:pt x="17810" y="32894"/>
                  </a:lnTo>
                  <a:lnTo>
                    <a:pt x="20427" y="36601"/>
                  </a:lnTo>
                  <a:lnTo>
                    <a:pt x="23008" y="40090"/>
                  </a:lnTo>
                  <a:lnTo>
                    <a:pt x="26134" y="44270"/>
                  </a:lnTo>
                  <a:lnTo>
                    <a:pt x="30786" y="49940"/>
                  </a:lnTo>
                  <a:lnTo>
                    <a:pt x="33984" y="53393"/>
                  </a:lnTo>
                  <a:lnTo>
                    <a:pt x="35620" y="54992"/>
                  </a:lnTo>
                  <a:lnTo>
                    <a:pt x="44706" y="54992"/>
                  </a:lnTo>
                  <a:lnTo>
                    <a:pt x="44997" y="54956"/>
                  </a:lnTo>
                  <a:lnTo>
                    <a:pt x="45469" y="54737"/>
                  </a:lnTo>
                  <a:lnTo>
                    <a:pt x="45869" y="54374"/>
                  </a:lnTo>
                  <a:lnTo>
                    <a:pt x="46051" y="53902"/>
                  </a:lnTo>
                  <a:lnTo>
                    <a:pt x="46087" y="53611"/>
                  </a:lnTo>
                  <a:lnTo>
                    <a:pt x="46087" y="44524"/>
                  </a:lnTo>
                  <a:lnTo>
                    <a:pt x="44488" y="42998"/>
                  </a:lnTo>
                  <a:lnTo>
                    <a:pt x="41181" y="39363"/>
                  </a:lnTo>
                  <a:lnTo>
                    <a:pt x="35983" y="32821"/>
                  </a:lnTo>
                  <a:lnTo>
                    <a:pt x="32094" y="27478"/>
                  </a:lnTo>
                  <a:lnTo>
                    <a:pt x="30967" y="25915"/>
                  </a:lnTo>
                  <a:lnTo>
                    <a:pt x="29841" y="24280"/>
                  </a:lnTo>
                  <a:lnTo>
                    <a:pt x="28205" y="22026"/>
                  </a:lnTo>
                  <a:lnTo>
                    <a:pt x="25552" y="18319"/>
                  </a:lnTo>
                  <a:lnTo>
                    <a:pt x="23008" y="14830"/>
                  </a:lnTo>
                  <a:lnTo>
                    <a:pt x="20027" y="10868"/>
                  </a:lnTo>
                  <a:lnTo>
                    <a:pt x="15593" y="5416"/>
                  </a:lnTo>
                  <a:lnTo>
                    <a:pt x="12577" y="2109"/>
                  </a:lnTo>
                  <a:lnTo>
                    <a:pt x="11050" y="5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8" name="Google Shape;303;p32">
              <a:extLst>
                <a:ext uri="{FF2B5EF4-FFF2-40B4-BE49-F238E27FC236}">
                  <a16:creationId xmlns:a16="http://schemas.microsoft.com/office/drawing/2014/main" id="{6D9957DE-3246-396D-5390-72E4E114815D}"/>
                </a:ext>
              </a:extLst>
            </p:cNvPr>
            <p:cNvSpPr/>
            <p:nvPr/>
          </p:nvSpPr>
          <p:spPr>
            <a:xfrm>
              <a:off x="4098917" y="2307034"/>
              <a:ext cx="93582" cy="93582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3853" y="1"/>
                  </a:moveTo>
                  <a:lnTo>
                    <a:pt x="3635" y="146"/>
                  </a:lnTo>
                  <a:lnTo>
                    <a:pt x="146" y="3635"/>
                  </a:lnTo>
                  <a:lnTo>
                    <a:pt x="0" y="3853"/>
                  </a:lnTo>
                  <a:lnTo>
                    <a:pt x="182" y="4253"/>
                  </a:lnTo>
                  <a:lnTo>
                    <a:pt x="436" y="4326"/>
                  </a:lnTo>
                  <a:lnTo>
                    <a:pt x="3926" y="4326"/>
                  </a:lnTo>
                  <a:lnTo>
                    <a:pt x="4071" y="4289"/>
                  </a:lnTo>
                  <a:lnTo>
                    <a:pt x="4289" y="4071"/>
                  </a:lnTo>
                  <a:lnTo>
                    <a:pt x="4325" y="3926"/>
                  </a:lnTo>
                  <a:lnTo>
                    <a:pt x="4325" y="437"/>
                  </a:lnTo>
                  <a:lnTo>
                    <a:pt x="4253" y="182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9" name="Google Shape;304;p32">
              <a:extLst>
                <a:ext uri="{FF2B5EF4-FFF2-40B4-BE49-F238E27FC236}">
                  <a16:creationId xmlns:a16="http://schemas.microsoft.com/office/drawing/2014/main" id="{5841E2FD-D3A1-012A-7433-8DF0016306EB}"/>
                </a:ext>
              </a:extLst>
            </p:cNvPr>
            <p:cNvSpPr/>
            <p:nvPr/>
          </p:nvSpPr>
          <p:spPr>
            <a:xfrm>
              <a:off x="4870211" y="3275158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3817" y="1"/>
                  </a:moveTo>
                  <a:lnTo>
                    <a:pt x="3635" y="146"/>
                  </a:lnTo>
                  <a:lnTo>
                    <a:pt x="146" y="3599"/>
                  </a:lnTo>
                  <a:lnTo>
                    <a:pt x="0" y="3817"/>
                  </a:lnTo>
                  <a:lnTo>
                    <a:pt x="182" y="4253"/>
                  </a:lnTo>
                  <a:lnTo>
                    <a:pt x="437" y="4290"/>
                  </a:lnTo>
                  <a:lnTo>
                    <a:pt x="4071" y="4290"/>
                  </a:lnTo>
                  <a:lnTo>
                    <a:pt x="4289" y="4035"/>
                  </a:lnTo>
                  <a:lnTo>
                    <a:pt x="4289" y="3890"/>
                  </a:lnTo>
                  <a:lnTo>
                    <a:pt x="4289" y="401"/>
                  </a:lnTo>
                  <a:lnTo>
                    <a:pt x="4253" y="146"/>
                  </a:lnTo>
                  <a:lnTo>
                    <a:pt x="38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1" name="Google Shape;306;p32">
              <a:extLst>
                <a:ext uri="{FF2B5EF4-FFF2-40B4-BE49-F238E27FC236}">
                  <a16:creationId xmlns:a16="http://schemas.microsoft.com/office/drawing/2014/main" id="{14146B82-180F-9C09-283B-C71B0A34F250}"/>
                </a:ext>
              </a:extLst>
            </p:cNvPr>
            <p:cNvSpPr/>
            <p:nvPr/>
          </p:nvSpPr>
          <p:spPr>
            <a:xfrm>
              <a:off x="5761022" y="2247325"/>
              <a:ext cx="92782" cy="92803"/>
            </a:xfrm>
            <a:custGeom>
              <a:avLst/>
              <a:gdLst/>
              <a:ahLst/>
              <a:cxnLst/>
              <a:rect l="l" t="t" r="r" b="b"/>
              <a:pathLst>
                <a:path w="4289" h="4290" extrusionOk="0">
                  <a:moveTo>
                    <a:pt x="400" y="1"/>
                  </a:moveTo>
                  <a:lnTo>
                    <a:pt x="218" y="37"/>
                  </a:lnTo>
                  <a:lnTo>
                    <a:pt x="0" y="255"/>
                  </a:lnTo>
                  <a:lnTo>
                    <a:pt x="0" y="401"/>
                  </a:lnTo>
                  <a:lnTo>
                    <a:pt x="0" y="3890"/>
                  </a:lnTo>
                  <a:lnTo>
                    <a:pt x="36" y="4108"/>
                  </a:lnTo>
                  <a:lnTo>
                    <a:pt x="473" y="4290"/>
                  </a:lnTo>
                  <a:lnTo>
                    <a:pt x="654" y="4180"/>
                  </a:lnTo>
                  <a:lnTo>
                    <a:pt x="4143" y="691"/>
                  </a:lnTo>
                  <a:lnTo>
                    <a:pt x="4289" y="473"/>
                  </a:lnTo>
                  <a:lnTo>
                    <a:pt x="4107" y="37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2" name="Google Shape;307;p32">
              <a:extLst>
                <a:ext uri="{FF2B5EF4-FFF2-40B4-BE49-F238E27FC236}">
                  <a16:creationId xmlns:a16="http://schemas.microsoft.com/office/drawing/2014/main" id="{00C005D8-681C-1969-6B31-3FDEE0AB529F}"/>
                </a:ext>
              </a:extLst>
            </p:cNvPr>
            <p:cNvSpPr/>
            <p:nvPr/>
          </p:nvSpPr>
          <p:spPr>
            <a:xfrm>
              <a:off x="4797094" y="2319663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473" y="1"/>
                  </a:moveTo>
                  <a:lnTo>
                    <a:pt x="37" y="182"/>
                  </a:lnTo>
                  <a:lnTo>
                    <a:pt x="0" y="437"/>
                  </a:lnTo>
                  <a:lnTo>
                    <a:pt x="0" y="3890"/>
                  </a:lnTo>
                  <a:lnTo>
                    <a:pt x="0" y="4071"/>
                  </a:lnTo>
                  <a:lnTo>
                    <a:pt x="218" y="4289"/>
                  </a:lnTo>
                  <a:lnTo>
                    <a:pt x="3889" y="4289"/>
                  </a:lnTo>
                  <a:lnTo>
                    <a:pt x="4107" y="4253"/>
                  </a:lnTo>
                  <a:lnTo>
                    <a:pt x="4289" y="3817"/>
                  </a:lnTo>
                  <a:lnTo>
                    <a:pt x="4180" y="3635"/>
                  </a:lnTo>
                  <a:lnTo>
                    <a:pt x="691" y="146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3" name="Google Shape;308;p32">
              <a:extLst>
                <a:ext uri="{FF2B5EF4-FFF2-40B4-BE49-F238E27FC236}">
                  <a16:creationId xmlns:a16="http://schemas.microsoft.com/office/drawing/2014/main" id="{25EF86DF-C4A0-DFEE-300C-B8A5FAE30911}"/>
                </a:ext>
              </a:extLst>
            </p:cNvPr>
            <p:cNvSpPr/>
            <p:nvPr/>
          </p:nvSpPr>
          <p:spPr>
            <a:xfrm>
              <a:off x="4025800" y="3282792"/>
              <a:ext cx="93582" cy="93604"/>
            </a:xfrm>
            <a:custGeom>
              <a:avLst/>
              <a:gdLst/>
              <a:ahLst/>
              <a:cxnLst/>
              <a:rect l="l" t="t" r="r" b="b"/>
              <a:pathLst>
                <a:path w="4326" h="4327" extrusionOk="0">
                  <a:moveTo>
                    <a:pt x="509" y="1"/>
                  </a:moveTo>
                  <a:lnTo>
                    <a:pt x="73" y="183"/>
                  </a:lnTo>
                  <a:lnTo>
                    <a:pt x="0" y="437"/>
                  </a:lnTo>
                  <a:lnTo>
                    <a:pt x="0" y="3926"/>
                  </a:lnTo>
                  <a:lnTo>
                    <a:pt x="36" y="4072"/>
                  </a:lnTo>
                  <a:lnTo>
                    <a:pt x="255" y="4290"/>
                  </a:lnTo>
                  <a:lnTo>
                    <a:pt x="400" y="4326"/>
                  </a:lnTo>
                  <a:lnTo>
                    <a:pt x="3889" y="4326"/>
                  </a:lnTo>
                  <a:lnTo>
                    <a:pt x="4143" y="4290"/>
                  </a:lnTo>
                  <a:lnTo>
                    <a:pt x="4325" y="3854"/>
                  </a:lnTo>
                  <a:lnTo>
                    <a:pt x="4180" y="3636"/>
                  </a:lnTo>
                  <a:lnTo>
                    <a:pt x="727" y="18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</p:grpSp>
      <p:sp>
        <p:nvSpPr>
          <p:cNvPr id="57" name="CuadroTexto 56">
            <a:extLst>
              <a:ext uri="{FF2B5EF4-FFF2-40B4-BE49-F238E27FC236}">
                <a16:creationId xmlns:a16="http://schemas.microsoft.com/office/drawing/2014/main" id="{39D3ED8F-FD3F-6738-992A-5C4094DE6AB0}"/>
              </a:ext>
            </a:extLst>
          </p:cNvPr>
          <p:cNvSpPr txBox="1"/>
          <p:nvPr/>
        </p:nvSpPr>
        <p:spPr>
          <a:xfrm rot="18698352">
            <a:off x="5352834" y="3369033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21E9889F-6D0F-36A1-0BF5-27AF0CDAEC3D}"/>
              </a:ext>
            </a:extLst>
          </p:cNvPr>
          <p:cNvSpPr txBox="1"/>
          <p:nvPr/>
        </p:nvSpPr>
        <p:spPr>
          <a:xfrm rot="2875983">
            <a:off x="9062145" y="2539537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3BCAD6DC-2AF3-FA58-2CFD-FF0515499B0F}"/>
              </a:ext>
            </a:extLst>
          </p:cNvPr>
          <p:cNvSpPr txBox="1"/>
          <p:nvPr/>
        </p:nvSpPr>
        <p:spPr>
          <a:xfrm>
            <a:off x="7638774" y="4754726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92A758A-6BB2-198E-6E74-B1D138DFA2D6}"/>
              </a:ext>
            </a:extLst>
          </p:cNvPr>
          <p:cNvSpPr txBox="1"/>
          <p:nvPr/>
        </p:nvSpPr>
        <p:spPr>
          <a:xfrm rot="2606566">
            <a:off x="5073639" y="2708028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DA9920E3-67D4-96D3-7532-70F92F535BAB}"/>
              </a:ext>
            </a:extLst>
          </p:cNvPr>
          <p:cNvSpPr txBox="1"/>
          <p:nvPr/>
        </p:nvSpPr>
        <p:spPr>
          <a:xfrm rot="18717501">
            <a:off x="1865113" y="2369123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45D8BCF0-C182-E4F7-3C73-C90C51DAA218}"/>
              </a:ext>
            </a:extLst>
          </p:cNvPr>
          <p:cNvSpPr txBox="1"/>
          <p:nvPr/>
        </p:nvSpPr>
        <p:spPr>
          <a:xfrm>
            <a:off x="3502493" y="4757755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0E3AD442-C394-A72D-968B-FB0B587A7023}"/>
              </a:ext>
            </a:extLst>
          </p:cNvPr>
          <p:cNvSpPr txBox="1"/>
          <p:nvPr/>
        </p:nvSpPr>
        <p:spPr>
          <a:xfrm>
            <a:off x="2887799" y="2536430"/>
            <a:ext cx="22733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  <a:endParaRPr lang="en-US" sz="9600" b="1" noProof="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D6095E8-9D60-BCB2-8D7A-F50BF3CC5A01}"/>
              </a:ext>
            </a:extLst>
          </p:cNvPr>
          <p:cNvSpPr txBox="1"/>
          <p:nvPr/>
        </p:nvSpPr>
        <p:spPr>
          <a:xfrm>
            <a:off x="7406083" y="2499747"/>
            <a:ext cx="23599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n-US" sz="9600" b="1" noProof="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DEF8976-F74E-4FAC-784A-AA145B268CD8}"/>
              </a:ext>
            </a:extLst>
          </p:cNvPr>
          <p:cNvGrpSpPr/>
          <p:nvPr/>
        </p:nvGrpSpPr>
        <p:grpSpPr>
          <a:xfrm>
            <a:off x="6575970" y="2624613"/>
            <a:ext cx="480299" cy="46997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F723AFD0-7AF3-EE72-AC59-710A36E21F42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7C9DC5FA-E84A-6755-DE7B-BB884481AA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909CF251-8D67-6F45-533E-1E12B6ED99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6322" y="3701752"/>
            <a:ext cx="570213" cy="699807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E536DF4F-953E-2723-5CCE-8D34595705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4882" y="3758229"/>
            <a:ext cx="581367" cy="713496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144F8E6D-98F1-799F-EE2D-3A7C9440DA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87782" y="3823186"/>
            <a:ext cx="613109" cy="61310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1A2B8867-F7D5-5649-64AD-BD5826515A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3895618" y="1913247"/>
            <a:ext cx="508932" cy="508932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59EDB365-5810-A477-7BCA-93655B29120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23385" y="1889262"/>
            <a:ext cx="562668" cy="562668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F75F611F-3A5A-B566-082E-9F107F19670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99292" y="3756767"/>
            <a:ext cx="554204" cy="554204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E5425F9B-2FCB-7850-6C76-AA3D651C71D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04998" y="4534097"/>
            <a:ext cx="475732" cy="475732"/>
          </a:xfrm>
          <a:prstGeom prst="rect">
            <a:avLst/>
          </a:prstGeom>
        </p:spPr>
      </p:pic>
      <p:sp>
        <p:nvSpPr>
          <p:cNvPr id="74" name="Título 1">
            <a:extLst>
              <a:ext uri="{FF2B5EF4-FFF2-40B4-BE49-F238E27FC236}">
                <a16:creationId xmlns:a16="http://schemas.microsoft.com/office/drawing/2014/main" id="{B7E09C02-564B-D77D-E3A5-41AFF724E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 Self-adaptation</a:t>
            </a:r>
            <a:endParaRPr lang="en-US" b="1" noProof="0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5A8F395-9DBD-9C72-247E-4D58965C5C8B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25408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FA250B9-CE28-767F-E86A-A73646D3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C5187AAB-7315-2BAE-9A16-5DB12C915322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EC08D5CE-3377-91A3-985F-4C290D23D96F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rgbClr val="8B1B3F"/>
                  </a:solidFill>
                </a:rPr>
                <a:t>PROVIDER EVENTS (</a:t>
              </a:r>
              <a:r>
                <a:rPr lang="en-US" b="1" noProof="0" dirty="0" err="1">
                  <a:solidFill>
                    <a:srgbClr val="8B1B3F"/>
                  </a:solidFill>
                </a:rPr>
                <a:t>pe</a:t>
              </a:r>
              <a:r>
                <a:rPr lang="en-US" b="1" baseline="-25000" noProof="0" dirty="0" err="1">
                  <a:solidFill>
                    <a:srgbClr val="8B1B3F"/>
                  </a:solidFill>
                </a:rPr>
                <a:t>j</a:t>
              </a:r>
              <a:r>
                <a:rPr lang="en-US" b="1" noProof="0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3A4008BD-D740-F865-F51B-B3AE8F92F5D1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/>
                <a:t>pe</a:t>
              </a:r>
              <a:r>
                <a:rPr lang="en-US" sz="2400" baseline="-25000" noProof="0" dirty="0"/>
                <a:t>1 (new plan)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E66437AC-7588-1310-74ED-ECAE3B22210C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/>
                <a:t>pe</a:t>
              </a:r>
              <a:r>
                <a:rPr lang="en-US" sz="2400" baseline="-25000" noProof="0" dirty="0"/>
                <a:t>3 (price change)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3B4328A8-50C8-7D31-7B0C-E4BB1A21B91F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 err="1"/>
                <a:t>pe</a:t>
              </a:r>
              <a:r>
                <a:rPr lang="en-US" sz="2400" baseline="-25000" noProof="0" dirty="0" err="1"/>
                <a:t>j</a:t>
              </a:r>
              <a:r>
                <a:rPr lang="en-US" sz="2400" baseline="-25000" noProof="0" dirty="0"/>
                <a:t> (feature reallocation)</a:t>
              </a:r>
            </a:p>
          </p:txBody>
        </p: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80E2F40-5311-7CDF-41BE-2B992ED2F2C7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874A5FA8-342D-BD9D-362D-06C1411E4B12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78DF860D-879B-4A28-B055-641F188D10FD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B7C026FF-6900-DADD-1B66-4984A568B7F7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C8BCB705-7688-0A26-4081-B1BADD468E97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8179344F-5AD6-809B-73A1-F1F872A54BD9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080828C5-4761-D6B7-D3BE-863023BB7FE8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EC1BB969-92A3-969E-2ECB-B23461B729CF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CE21EA91-9828-866E-F968-BE5CD80A66D2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857C9D84-4D84-7A61-8EA1-BC8A1656B587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oogle Shape;294;p32">
            <a:extLst>
              <a:ext uri="{FF2B5EF4-FFF2-40B4-BE49-F238E27FC236}">
                <a16:creationId xmlns:a16="http://schemas.microsoft.com/office/drawing/2014/main" id="{96DA9B92-A627-967F-B4CB-21752407F098}"/>
              </a:ext>
            </a:extLst>
          </p:cNvPr>
          <p:cNvGrpSpPr/>
          <p:nvPr/>
        </p:nvGrpSpPr>
        <p:grpSpPr>
          <a:xfrm flipV="1">
            <a:off x="1617781" y="1806871"/>
            <a:ext cx="8956437" cy="3583168"/>
            <a:chOff x="2776287" y="1968226"/>
            <a:chExt cx="3427402" cy="1703060"/>
          </a:xfrm>
        </p:grpSpPr>
        <p:sp>
          <p:nvSpPr>
            <p:cNvPr id="40" name="Google Shape;295;p32">
              <a:extLst>
                <a:ext uri="{FF2B5EF4-FFF2-40B4-BE49-F238E27FC236}">
                  <a16:creationId xmlns:a16="http://schemas.microsoft.com/office/drawing/2014/main" id="{1467773A-FAE5-4310-E46F-2D3725FC351E}"/>
                </a:ext>
              </a:extLst>
            </p:cNvPr>
            <p:cNvSpPr/>
            <p:nvPr/>
          </p:nvSpPr>
          <p:spPr>
            <a:xfrm>
              <a:off x="2776287" y="2236652"/>
              <a:ext cx="473341" cy="1192751"/>
            </a:xfrm>
            <a:custGeom>
              <a:avLst/>
              <a:gdLst/>
              <a:ahLst/>
              <a:cxnLst/>
              <a:rect l="l" t="t" r="r" b="b"/>
              <a:pathLst>
                <a:path w="21881" h="55137" extrusionOk="0">
                  <a:moveTo>
                    <a:pt x="11413" y="0"/>
                  </a:moveTo>
                  <a:lnTo>
                    <a:pt x="10032" y="1454"/>
                  </a:lnTo>
                  <a:lnTo>
                    <a:pt x="7524" y="4507"/>
                  </a:lnTo>
                  <a:lnTo>
                    <a:pt x="5379" y="7742"/>
                  </a:lnTo>
                  <a:lnTo>
                    <a:pt x="3598" y="11158"/>
                  </a:lnTo>
                  <a:lnTo>
                    <a:pt x="2145" y="14684"/>
                  </a:lnTo>
                  <a:lnTo>
                    <a:pt x="1091" y="18282"/>
                  </a:lnTo>
                  <a:lnTo>
                    <a:pt x="364" y="21989"/>
                  </a:lnTo>
                  <a:lnTo>
                    <a:pt x="0" y="25697"/>
                  </a:lnTo>
                  <a:lnTo>
                    <a:pt x="0" y="29440"/>
                  </a:lnTo>
                  <a:lnTo>
                    <a:pt x="364" y="33184"/>
                  </a:lnTo>
                  <a:lnTo>
                    <a:pt x="1091" y="36855"/>
                  </a:lnTo>
                  <a:lnTo>
                    <a:pt x="2145" y="40489"/>
                  </a:lnTo>
                  <a:lnTo>
                    <a:pt x="3598" y="44015"/>
                  </a:lnTo>
                  <a:lnTo>
                    <a:pt x="5379" y="47395"/>
                  </a:lnTo>
                  <a:lnTo>
                    <a:pt x="7524" y="50630"/>
                  </a:lnTo>
                  <a:lnTo>
                    <a:pt x="10032" y="53683"/>
                  </a:lnTo>
                  <a:lnTo>
                    <a:pt x="11413" y="55137"/>
                  </a:lnTo>
                  <a:lnTo>
                    <a:pt x="11413" y="46050"/>
                  </a:lnTo>
                  <a:lnTo>
                    <a:pt x="11449" y="45759"/>
                  </a:lnTo>
                  <a:lnTo>
                    <a:pt x="11631" y="45287"/>
                  </a:lnTo>
                  <a:lnTo>
                    <a:pt x="12031" y="44887"/>
                  </a:lnTo>
                  <a:lnTo>
                    <a:pt x="12503" y="44705"/>
                  </a:lnTo>
                  <a:lnTo>
                    <a:pt x="12794" y="44669"/>
                  </a:lnTo>
                  <a:lnTo>
                    <a:pt x="21880" y="44669"/>
                  </a:lnTo>
                  <a:lnTo>
                    <a:pt x="21044" y="43797"/>
                  </a:lnTo>
                  <a:lnTo>
                    <a:pt x="19518" y="41979"/>
                  </a:lnTo>
                  <a:lnTo>
                    <a:pt x="18209" y="39980"/>
                  </a:lnTo>
                  <a:lnTo>
                    <a:pt x="17083" y="37909"/>
                  </a:lnTo>
                  <a:lnTo>
                    <a:pt x="16174" y="35728"/>
                  </a:lnTo>
                  <a:lnTo>
                    <a:pt x="15483" y="33438"/>
                  </a:lnTo>
                  <a:lnTo>
                    <a:pt x="15011" y="31112"/>
                  </a:lnTo>
                  <a:lnTo>
                    <a:pt x="14793" y="28750"/>
                  </a:lnTo>
                  <a:lnTo>
                    <a:pt x="14757" y="27550"/>
                  </a:lnTo>
                  <a:lnTo>
                    <a:pt x="14793" y="26351"/>
                  </a:lnTo>
                  <a:lnTo>
                    <a:pt x="15011" y="23952"/>
                  </a:lnTo>
                  <a:lnTo>
                    <a:pt x="15483" y="21626"/>
                  </a:lnTo>
                  <a:lnTo>
                    <a:pt x="16174" y="19372"/>
                  </a:lnTo>
                  <a:lnTo>
                    <a:pt x="17083" y="17192"/>
                  </a:lnTo>
                  <a:lnTo>
                    <a:pt x="18209" y="15084"/>
                  </a:lnTo>
                  <a:lnTo>
                    <a:pt x="19518" y="13121"/>
                  </a:lnTo>
                  <a:lnTo>
                    <a:pt x="21044" y="11267"/>
                  </a:lnTo>
                  <a:lnTo>
                    <a:pt x="21880" y="10431"/>
                  </a:lnTo>
                  <a:lnTo>
                    <a:pt x="21880" y="1381"/>
                  </a:lnTo>
                  <a:lnTo>
                    <a:pt x="21844" y="1091"/>
                  </a:lnTo>
                  <a:lnTo>
                    <a:pt x="21662" y="582"/>
                  </a:lnTo>
                  <a:lnTo>
                    <a:pt x="21262" y="218"/>
                  </a:lnTo>
                  <a:lnTo>
                    <a:pt x="20790" y="37"/>
                  </a:lnTo>
                  <a:lnTo>
                    <a:pt x="20499" y="0"/>
                  </a:lnTo>
                  <a:close/>
                </a:path>
              </a:pathLst>
            </a:custGeom>
            <a:solidFill>
              <a:srgbClr val="FFC000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1" name="Google Shape;296;p32">
              <a:extLst>
                <a:ext uri="{FF2B5EF4-FFF2-40B4-BE49-F238E27FC236}">
                  <a16:creationId xmlns:a16="http://schemas.microsoft.com/office/drawing/2014/main" id="{C0314FC3-BB7F-8FCE-25C5-849ABF9C3523}"/>
                </a:ext>
              </a:extLst>
            </p:cNvPr>
            <p:cNvSpPr/>
            <p:nvPr/>
          </p:nvSpPr>
          <p:spPr>
            <a:xfrm>
              <a:off x="3031197" y="1978217"/>
              <a:ext cx="1190415" cy="476477"/>
            </a:xfrm>
            <a:custGeom>
              <a:avLst/>
              <a:gdLst/>
              <a:ahLst/>
              <a:cxnLst/>
              <a:rect l="l" t="t" r="r" b="b"/>
              <a:pathLst>
                <a:path w="55029" h="22026" extrusionOk="0">
                  <a:moveTo>
                    <a:pt x="27587" y="0"/>
                  </a:moveTo>
                  <a:lnTo>
                    <a:pt x="25661" y="36"/>
                  </a:lnTo>
                  <a:lnTo>
                    <a:pt x="21845" y="436"/>
                  </a:lnTo>
                  <a:lnTo>
                    <a:pt x="18065" y="1163"/>
                  </a:lnTo>
                  <a:lnTo>
                    <a:pt x="14430" y="2290"/>
                  </a:lnTo>
                  <a:lnTo>
                    <a:pt x="10904" y="3744"/>
                  </a:lnTo>
                  <a:lnTo>
                    <a:pt x="7561" y="5525"/>
                  </a:lnTo>
                  <a:lnTo>
                    <a:pt x="4362" y="7669"/>
                  </a:lnTo>
                  <a:lnTo>
                    <a:pt x="1418" y="10104"/>
                  </a:lnTo>
                  <a:lnTo>
                    <a:pt x="1" y="11449"/>
                  </a:lnTo>
                  <a:lnTo>
                    <a:pt x="9087" y="11449"/>
                  </a:lnTo>
                  <a:lnTo>
                    <a:pt x="9378" y="11485"/>
                  </a:lnTo>
                  <a:lnTo>
                    <a:pt x="9850" y="11667"/>
                  </a:lnTo>
                  <a:lnTo>
                    <a:pt x="10250" y="12067"/>
                  </a:lnTo>
                  <a:lnTo>
                    <a:pt x="10432" y="12539"/>
                  </a:lnTo>
                  <a:lnTo>
                    <a:pt x="10468" y="12830"/>
                  </a:lnTo>
                  <a:lnTo>
                    <a:pt x="10468" y="21916"/>
                  </a:lnTo>
                  <a:lnTo>
                    <a:pt x="11341" y="21081"/>
                  </a:lnTo>
                  <a:lnTo>
                    <a:pt x="13158" y="19554"/>
                  </a:lnTo>
                  <a:lnTo>
                    <a:pt x="15157" y="18209"/>
                  </a:lnTo>
                  <a:lnTo>
                    <a:pt x="17229" y="17119"/>
                  </a:lnTo>
                  <a:lnTo>
                    <a:pt x="19409" y="16210"/>
                  </a:lnTo>
                  <a:lnTo>
                    <a:pt x="21699" y="15520"/>
                  </a:lnTo>
                  <a:lnTo>
                    <a:pt x="24025" y="15047"/>
                  </a:lnTo>
                  <a:lnTo>
                    <a:pt x="26388" y="14829"/>
                  </a:lnTo>
                  <a:lnTo>
                    <a:pt x="27623" y="14793"/>
                  </a:lnTo>
                  <a:lnTo>
                    <a:pt x="28859" y="14829"/>
                  </a:lnTo>
                  <a:lnTo>
                    <a:pt x="31222" y="15047"/>
                  </a:lnTo>
                  <a:lnTo>
                    <a:pt x="33475" y="15483"/>
                  </a:lnTo>
                  <a:lnTo>
                    <a:pt x="35620" y="16174"/>
                  </a:lnTo>
                  <a:lnTo>
                    <a:pt x="37691" y="17046"/>
                  </a:lnTo>
                  <a:lnTo>
                    <a:pt x="39727" y="18209"/>
                  </a:lnTo>
                  <a:lnTo>
                    <a:pt x="41689" y="19554"/>
                  </a:lnTo>
                  <a:lnTo>
                    <a:pt x="43616" y="21153"/>
                  </a:lnTo>
                  <a:lnTo>
                    <a:pt x="44597" y="22025"/>
                  </a:lnTo>
                  <a:lnTo>
                    <a:pt x="53974" y="22025"/>
                  </a:lnTo>
                  <a:lnTo>
                    <a:pt x="54447" y="21807"/>
                  </a:lnTo>
                  <a:lnTo>
                    <a:pt x="54810" y="21444"/>
                  </a:lnTo>
                  <a:lnTo>
                    <a:pt x="55028" y="20935"/>
                  </a:lnTo>
                  <a:lnTo>
                    <a:pt x="55028" y="20681"/>
                  </a:lnTo>
                  <a:lnTo>
                    <a:pt x="55028" y="11594"/>
                  </a:lnTo>
                  <a:lnTo>
                    <a:pt x="54447" y="11049"/>
                  </a:lnTo>
                  <a:lnTo>
                    <a:pt x="53865" y="10504"/>
                  </a:lnTo>
                  <a:lnTo>
                    <a:pt x="52375" y="9195"/>
                  </a:lnTo>
                  <a:lnTo>
                    <a:pt x="49322" y="6869"/>
                  </a:lnTo>
                  <a:lnTo>
                    <a:pt x="46233" y="4870"/>
                  </a:lnTo>
                  <a:lnTo>
                    <a:pt x="43070" y="3235"/>
                  </a:lnTo>
                  <a:lnTo>
                    <a:pt x="39799" y="1963"/>
                  </a:lnTo>
                  <a:lnTo>
                    <a:pt x="36456" y="981"/>
                  </a:lnTo>
                  <a:lnTo>
                    <a:pt x="33003" y="363"/>
                  </a:lnTo>
                  <a:lnTo>
                    <a:pt x="29441" y="36"/>
                  </a:lnTo>
                  <a:lnTo>
                    <a:pt x="27587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2" name="Google Shape;297;p32">
              <a:extLst>
                <a:ext uri="{FF2B5EF4-FFF2-40B4-BE49-F238E27FC236}">
                  <a16:creationId xmlns:a16="http://schemas.microsoft.com/office/drawing/2014/main" id="{06784E7B-8D9A-5EAB-A8AC-EEDD3EF21247}"/>
                </a:ext>
              </a:extLst>
            </p:cNvPr>
            <p:cNvSpPr/>
            <p:nvPr/>
          </p:nvSpPr>
          <p:spPr>
            <a:xfrm>
              <a:off x="3994347" y="2219030"/>
              <a:ext cx="996977" cy="1188814"/>
            </a:xfrm>
            <a:custGeom>
              <a:avLst/>
              <a:gdLst/>
              <a:ahLst/>
              <a:cxnLst/>
              <a:rect l="l" t="t" r="r" b="b"/>
              <a:pathLst>
                <a:path w="46087" h="54955" extrusionOk="0">
                  <a:moveTo>
                    <a:pt x="35619" y="0"/>
                  </a:moveTo>
                  <a:lnTo>
                    <a:pt x="35038" y="545"/>
                  </a:lnTo>
                  <a:lnTo>
                    <a:pt x="33475" y="2072"/>
                  </a:lnTo>
                  <a:lnTo>
                    <a:pt x="30458" y="5379"/>
                  </a:lnTo>
                  <a:lnTo>
                    <a:pt x="26024" y="10831"/>
                  </a:lnTo>
                  <a:lnTo>
                    <a:pt x="23080" y="14829"/>
                  </a:lnTo>
                  <a:lnTo>
                    <a:pt x="20499" y="18318"/>
                  </a:lnTo>
                  <a:lnTo>
                    <a:pt x="17882" y="21989"/>
                  </a:lnTo>
                  <a:lnTo>
                    <a:pt x="16247" y="24279"/>
                  </a:lnTo>
                  <a:lnTo>
                    <a:pt x="15084" y="25878"/>
                  </a:lnTo>
                  <a:lnTo>
                    <a:pt x="13993" y="27441"/>
                  </a:lnTo>
                  <a:lnTo>
                    <a:pt x="10104" y="32784"/>
                  </a:lnTo>
                  <a:lnTo>
                    <a:pt x="4907" y="39363"/>
                  </a:lnTo>
                  <a:lnTo>
                    <a:pt x="1599" y="42961"/>
                  </a:lnTo>
                  <a:lnTo>
                    <a:pt x="0" y="44524"/>
                  </a:lnTo>
                  <a:lnTo>
                    <a:pt x="0" y="53610"/>
                  </a:lnTo>
                  <a:lnTo>
                    <a:pt x="37" y="53865"/>
                  </a:lnTo>
                  <a:lnTo>
                    <a:pt x="218" y="54373"/>
                  </a:lnTo>
                  <a:lnTo>
                    <a:pt x="582" y="54737"/>
                  </a:lnTo>
                  <a:lnTo>
                    <a:pt x="1091" y="54955"/>
                  </a:lnTo>
                  <a:lnTo>
                    <a:pt x="10468" y="54955"/>
                  </a:lnTo>
                  <a:lnTo>
                    <a:pt x="12103" y="53356"/>
                  </a:lnTo>
                  <a:lnTo>
                    <a:pt x="15302" y="49939"/>
                  </a:lnTo>
                  <a:lnTo>
                    <a:pt x="19954" y="44269"/>
                  </a:lnTo>
                  <a:lnTo>
                    <a:pt x="23080" y="40053"/>
                  </a:lnTo>
                  <a:lnTo>
                    <a:pt x="25624" y="36564"/>
                  </a:lnTo>
                  <a:lnTo>
                    <a:pt x="28277" y="32893"/>
                  </a:lnTo>
                  <a:lnTo>
                    <a:pt x="29913" y="30603"/>
                  </a:lnTo>
                  <a:lnTo>
                    <a:pt x="32166" y="27441"/>
                  </a:lnTo>
                  <a:lnTo>
                    <a:pt x="35873" y="22353"/>
                  </a:lnTo>
                  <a:lnTo>
                    <a:pt x="40816" y="16065"/>
                  </a:lnTo>
                  <a:lnTo>
                    <a:pt x="43942" y="12503"/>
                  </a:lnTo>
                  <a:lnTo>
                    <a:pt x="45505" y="10977"/>
                  </a:lnTo>
                  <a:lnTo>
                    <a:pt x="45796" y="10722"/>
                  </a:lnTo>
                  <a:lnTo>
                    <a:pt x="46087" y="10431"/>
                  </a:lnTo>
                  <a:lnTo>
                    <a:pt x="36709" y="10431"/>
                  </a:lnTo>
                  <a:lnTo>
                    <a:pt x="36237" y="10213"/>
                  </a:lnTo>
                  <a:lnTo>
                    <a:pt x="35837" y="9850"/>
                  </a:lnTo>
                  <a:lnTo>
                    <a:pt x="35655" y="9341"/>
                  </a:lnTo>
                  <a:lnTo>
                    <a:pt x="35619" y="9087"/>
                  </a:lnTo>
                  <a:lnTo>
                    <a:pt x="3561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3" name="Google Shape;298;p32">
              <a:extLst>
                <a:ext uri="{FF2B5EF4-FFF2-40B4-BE49-F238E27FC236}">
                  <a16:creationId xmlns:a16="http://schemas.microsoft.com/office/drawing/2014/main" id="{918778E8-99FA-6755-F37A-62432C58F35E}"/>
                </a:ext>
              </a:extLst>
            </p:cNvPr>
            <p:cNvSpPr/>
            <p:nvPr/>
          </p:nvSpPr>
          <p:spPr>
            <a:xfrm>
              <a:off x="4770850" y="3176657"/>
              <a:ext cx="1190415" cy="474920"/>
            </a:xfrm>
            <a:custGeom>
              <a:avLst/>
              <a:gdLst/>
              <a:ahLst/>
              <a:cxnLst/>
              <a:rect l="l" t="t" r="r" b="b"/>
              <a:pathLst>
                <a:path w="55029" h="21954" extrusionOk="0">
                  <a:moveTo>
                    <a:pt x="10468" y="1"/>
                  </a:moveTo>
                  <a:lnTo>
                    <a:pt x="10468" y="9087"/>
                  </a:lnTo>
                  <a:lnTo>
                    <a:pt x="10432" y="9342"/>
                  </a:lnTo>
                  <a:lnTo>
                    <a:pt x="10250" y="9850"/>
                  </a:lnTo>
                  <a:lnTo>
                    <a:pt x="9850" y="10214"/>
                  </a:lnTo>
                  <a:lnTo>
                    <a:pt x="9378" y="10432"/>
                  </a:lnTo>
                  <a:lnTo>
                    <a:pt x="1" y="10432"/>
                  </a:lnTo>
                  <a:lnTo>
                    <a:pt x="546" y="10941"/>
                  </a:lnTo>
                  <a:lnTo>
                    <a:pt x="837" y="11195"/>
                  </a:lnTo>
                  <a:lnTo>
                    <a:pt x="1127" y="11450"/>
                  </a:lnTo>
                  <a:lnTo>
                    <a:pt x="2618" y="12758"/>
                  </a:lnTo>
                  <a:lnTo>
                    <a:pt x="5671" y="15084"/>
                  </a:lnTo>
                  <a:lnTo>
                    <a:pt x="8760" y="17083"/>
                  </a:lnTo>
                  <a:lnTo>
                    <a:pt x="11922" y="18719"/>
                  </a:lnTo>
                  <a:lnTo>
                    <a:pt x="15157" y="19991"/>
                  </a:lnTo>
                  <a:lnTo>
                    <a:pt x="18501" y="20972"/>
                  </a:lnTo>
                  <a:lnTo>
                    <a:pt x="21954" y="21590"/>
                  </a:lnTo>
                  <a:lnTo>
                    <a:pt x="25552" y="21917"/>
                  </a:lnTo>
                  <a:lnTo>
                    <a:pt x="27369" y="21953"/>
                  </a:lnTo>
                  <a:lnTo>
                    <a:pt x="27514" y="21953"/>
                  </a:lnTo>
                  <a:lnTo>
                    <a:pt x="29441" y="21917"/>
                  </a:lnTo>
                  <a:lnTo>
                    <a:pt x="33293" y="21517"/>
                  </a:lnTo>
                  <a:lnTo>
                    <a:pt x="37037" y="20754"/>
                  </a:lnTo>
                  <a:lnTo>
                    <a:pt x="40672" y="19627"/>
                  </a:lnTo>
                  <a:lnTo>
                    <a:pt x="44161" y="18174"/>
                  </a:lnTo>
                  <a:lnTo>
                    <a:pt x="47505" y="16356"/>
                  </a:lnTo>
                  <a:lnTo>
                    <a:pt x="50667" y="14212"/>
                  </a:lnTo>
                  <a:lnTo>
                    <a:pt x="53647" y="11777"/>
                  </a:lnTo>
                  <a:lnTo>
                    <a:pt x="55028" y="10432"/>
                  </a:lnTo>
                  <a:lnTo>
                    <a:pt x="55028" y="1345"/>
                  </a:lnTo>
                  <a:lnTo>
                    <a:pt x="54992" y="1055"/>
                  </a:lnTo>
                  <a:lnTo>
                    <a:pt x="54810" y="582"/>
                  </a:lnTo>
                  <a:lnTo>
                    <a:pt x="54447" y="219"/>
                  </a:lnTo>
                  <a:lnTo>
                    <a:pt x="53938" y="1"/>
                  </a:lnTo>
                  <a:lnTo>
                    <a:pt x="44633" y="1"/>
                  </a:lnTo>
                  <a:lnTo>
                    <a:pt x="44561" y="37"/>
                  </a:lnTo>
                  <a:lnTo>
                    <a:pt x="43688" y="873"/>
                  </a:lnTo>
                  <a:lnTo>
                    <a:pt x="41871" y="2400"/>
                  </a:lnTo>
                  <a:lnTo>
                    <a:pt x="39908" y="3708"/>
                  </a:lnTo>
                  <a:lnTo>
                    <a:pt x="37837" y="4835"/>
                  </a:lnTo>
                  <a:lnTo>
                    <a:pt x="35656" y="5743"/>
                  </a:lnTo>
                  <a:lnTo>
                    <a:pt x="33402" y="6434"/>
                  </a:lnTo>
                  <a:lnTo>
                    <a:pt x="31076" y="6906"/>
                  </a:lnTo>
                  <a:lnTo>
                    <a:pt x="28714" y="7124"/>
                  </a:lnTo>
                  <a:lnTo>
                    <a:pt x="27514" y="7161"/>
                  </a:lnTo>
                  <a:lnTo>
                    <a:pt x="26206" y="7161"/>
                  </a:lnTo>
                  <a:lnTo>
                    <a:pt x="23916" y="6943"/>
                  </a:lnTo>
                  <a:lnTo>
                    <a:pt x="21735" y="6507"/>
                  </a:lnTo>
                  <a:lnTo>
                    <a:pt x="19664" y="5889"/>
                  </a:lnTo>
                  <a:lnTo>
                    <a:pt x="17628" y="5053"/>
                  </a:lnTo>
                  <a:lnTo>
                    <a:pt x="15702" y="4035"/>
                  </a:lnTo>
                  <a:lnTo>
                    <a:pt x="13812" y="2763"/>
                  </a:lnTo>
                  <a:lnTo>
                    <a:pt x="11922" y="1309"/>
                  </a:lnTo>
                  <a:lnTo>
                    <a:pt x="10977" y="473"/>
                  </a:lnTo>
                  <a:lnTo>
                    <a:pt x="10468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4" name="Google Shape;299;p32">
              <a:extLst>
                <a:ext uri="{FF2B5EF4-FFF2-40B4-BE49-F238E27FC236}">
                  <a16:creationId xmlns:a16="http://schemas.microsoft.com/office/drawing/2014/main" id="{6CE8A82E-380A-923D-9C83-C13F7DFB58F6}"/>
                </a:ext>
              </a:extLst>
            </p:cNvPr>
            <p:cNvSpPr/>
            <p:nvPr/>
          </p:nvSpPr>
          <p:spPr>
            <a:xfrm>
              <a:off x="5731927" y="2217451"/>
              <a:ext cx="471762" cy="1190393"/>
            </a:xfrm>
            <a:custGeom>
              <a:avLst/>
              <a:gdLst/>
              <a:ahLst/>
              <a:cxnLst/>
              <a:rect l="l" t="t" r="r" b="b"/>
              <a:pathLst>
                <a:path w="21808" h="55028" extrusionOk="0">
                  <a:moveTo>
                    <a:pt x="1345" y="1"/>
                  </a:moveTo>
                  <a:lnTo>
                    <a:pt x="1054" y="37"/>
                  </a:lnTo>
                  <a:lnTo>
                    <a:pt x="582" y="219"/>
                  </a:lnTo>
                  <a:lnTo>
                    <a:pt x="218" y="618"/>
                  </a:lnTo>
                  <a:lnTo>
                    <a:pt x="0" y="1091"/>
                  </a:lnTo>
                  <a:lnTo>
                    <a:pt x="0" y="1382"/>
                  </a:lnTo>
                  <a:lnTo>
                    <a:pt x="0" y="10468"/>
                  </a:lnTo>
                  <a:lnTo>
                    <a:pt x="218" y="10723"/>
                  </a:lnTo>
                  <a:lnTo>
                    <a:pt x="473" y="10977"/>
                  </a:lnTo>
                  <a:lnTo>
                    <a:pt x="1309" y="11849"/>
                  </a:lnTo>
                  <a:lnTo>
                    <a:pt x="2763" y="13776"/>
                  </a:lnTo>
                  <a:lnTo>
                    <a:pt x="3998" y="15775"/>
                  </a:lnTo>
                  <a:lnTo>
                    <a:pt x="5052" y="17846"/>
                  </a:lnTo>
                  <a:lnTo>
                    <a:pt x="5852" y="20027"/>
                  </a:lnTo>
                  <a:lnTo>
                    <a:pt x="6470" y="22208"/>
                  </a:lnTo>
                  <a:lnTo>
                    <a:pt x="6870" y="24461"/>
                  </a:lnTo>
                  <a:lnTo>
                    <a:pt x="7051" y="26751"/>
                  </a:lnTo>
                  <a:lnTo>
                    <a:pt x="7015" y="29004"/>
                  </a:lnTo>
                  <a:lnTo>
                    <a:pt x="6761" y="31258"/>
                  </a:lnTo>
                  <a:lnTo>
                    <a:pt x="6288" y="33511"/>
                  </a:lnTo>
                  <a:lnTo>
                    <a:pt x="5634" y="35692"/>
                  </a:lnTo>
                  <a:lnTo>
                    <a:pt x="4762" y="37836"/>
                  </a:lnTo>
                  <a:lnTo>
                    <a:pt x="3671" y="39872"/>
                  </a:lnTo>
                  <a:lnTo>
                    <a:pt x="2363" y="41834"/>
                  </a:lnTo>
                  <a:lnTo>
                    <a:pt x="836" y="43688"/>
                  </a:lnTo>
                  <a:lnTo>
                    <a:pt x="0" y="44597"/>
                  </a:lnTo>
                  <a:lnTo>
                    <a:pt x="9341" y="44597"/>
                  </a:lnTo>
                  <a:lnTo>
                    <a:pt x="9850" y="44815"/>
                  </a:lnTo>
                  <a:lnTo>
                    <a:pt x="10213" y="45178"/>
                  </a:lnTo>
                  <a:lnTo>
                    <a:pt x="10432" y="45651"/>
                  </a:lnTo>
                  <a:lnTo>
                    <a:pt x="10432" y="45941"/>
                  </a:lnTo>
                  <a:lnTo>
                    <a:pt x="10432" y="55028"/>
                  </a:lnTo>
                  <a:lnTo>
                    <a:pt x="11776" y="53647"/>
                  </a:lnTo>
                  <a:lnTo>
                    <a:pt x="14211" y="50666"/>
                  </a:lnTo>
                  <a:lnTo>
                    <a:pt x="16320" y="47504"/>
                  </a:lnTo>
                  <a:lnTo>
                    <a:pt x="18100" y="44124"/>
                  </a:lnTo>
                  <a:lnTo>
                    <a:pt x="19554" y="40635"/>
                  </a:lnTo>
                  <a:lnTo>
                    <a:pt x="20645" y="37000"/>
                  </a:lnTo>
                  <a:lnTo>
                    <a:pt x="21372" y="33257"/>
                  </a:lnTo>
                  <a:lnTo>
                    <a:pt x="21771" y="29441"/>
                  </a:lnTo>
                  <a:lnTo>
                    <a:pt x="21808" y="27514"/>
                  </a:lnTo>
                  <a:lnTo>
                    <a:pt x="21771" y="25588"/>
                  </a:lnTo>
                  <a:lnTo>
                    <a:pt x="21372" y="21772"/>
                  </a:lnTo>
                  <a:lnTo>
                    <a:pt x="20645" y="18028"/>
                  </a:lnTo>
                  <a:lnTo>
                    <a:pt x="19554" y="14393"/>
                  </a:lnTo>
                  <a:lnTo>
                    <a:pt x="18100" y="10868"/>
                  </a:lnTo>
                  <a:lnTo>
                    <a:pt x="16320" y="7524"/>
                  </a:lnTo>
                  <a:lnTo>
                    <a:pt x="14211" y="4362"/>
                  </a:lnTo>
                  <a:lnTo>
                    <a:pt x="11776" y="13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5" name="Google Shape;300;p32">
              <a:extLst>
                <a:ext uri="{FF2B5EF4-FFF2-40B4-BE49-F238E27FC236}">
                  <a16:creationId xmlns:a16="http://schemas.microsoft.com/office/drawing/2014/main" id="{F9E07D95-6CCD-9D7F-76CB-AF5551E4ACB8}"/>
                </a:ext>
              </a:extLst>
            </p:cNvPr>
            <p:cNvSpPr/>
            <p:nvPr/>
          </p:nvSpPr>
          <p:spPr>
            <a:xfrm>
              <a:off x="4767220" y="1968226"/>
              <a:ext cx="1189614" cy="475699"/>
            </a:xfrm>
            <a:custGeom>
              <a:avLst/>
              <a:gdLst/>
              <a:ahLst/>
              <a:cxnLst/>
              <a:rect l="l" t="t" r="r" b="b"/>
              <a:pathLst>
                <a:path w="54992" h="21990" extrusionOk="0">
                  <a:moveTo>
                    <a:pt x="27368" y="0"/>
                  </a:moveTo>
                  <a:lnTo>
                    <a:pt x="25515" y="36"/>
                  </a:lnTo>
                  <a:lnTo>
                    <a:pt x="21917" y="363"/>
                  </a:lnTo>
                  <a:lnTo>
                    <a:pt x="18464" y="981"/>
                  </a:lnTo>
                  <a:lnTo>
                    <a:pt x="15120" y="1963"/>
                  </a:lnTo>
                  <a:lnTo>
                    <a:pt x="11885" y="3235"/>
                  </a:lnTo>
                  <a:lnTo>
                    <a:pt x="8723" y="4870"/>
                  </a:lnTo>
                  <a:lnTo>
                    <a:pt x="5634" y="6869"/>
                  </a:lnTo>
                  <a:lnTo>
                    <a:pt x="2581" y="9195"/>
                  </a:lnTo>
                  <a:lnTo>
                    <a:pt x="1090" y="10504"/>
                  </a:lnTo>
                  <a:lnTo>
                    <a:pt x="545" y="11013"/>
                  </a:lnTo>
                  <a:lnTo>
                    <a:pt x="0" y="11522"/>
                  </a:lnTo>
                  <a:lnTo>
                    <a:pt x="0" y="20608"/>
                  </a:lnTo>
                  <a:lnTo>
                    <a:pt x="0" y="20899"/>
                  </a:lnTo>
                  <a:lnTo>
                    <a:pt x="218" y="21371"/>
                  </a:lnTo>
                  <a:lnTo>
                    <a:pt x="582" y="21735"/>
                  </a:lnTo>
                  <a:lnTo>
                    <a:pt x="1054" y="21953"/>
                  </a:lnTo>
                  <a:lnTo>
                    <a:pt x="10431" y="21953"/>
                  </a:lnTo>
                  <a:lnTo>
                    <a:pt x="11413" y="21081"/>
                  </a:lnTo>
                  <a:lnTo>
                    <a:pt x="13339" y="19518"/>
                  </a:lnTo>
                  <a:lnTo>
                    <a:pt x="15302" y="18173"/>
                  </a:lnTo>
                  <a:lnTo>
                    <a:pt x="17301" y="17046"/>
                  </a:lnTo>
                  <a:lnTo>
                    <a:pt x="19372" y="16137"/>
                  </a:lnTo>
                  <a:lnTo>
                    <a:pt x="21517" y="15483"/>
                  </a:lnTo>
                  <a:lnTo>
                    <a:pt x="23770" y="15047"/>
                  </a:lnTo>
                  <a:lnTo>
                    <a:pt x="26133" y="14829"/>
                  </a:lnTo>
                  <a:lnTo>
                    <a:pt x="27368" y="14793"/>
                  </a:lnTo>
                  <a:lnTo>
                    <a:pt x="27514" y="14793"/>
                  </a:lnTo>
                  <a:lnTo>
                    <a:pt x="28713" y="14829"/>
                  </a:lnTo>
                  <a:lnTo>
                    <a:pt x="31076" y="15083"/>
                  </a:lnTo>
                  <a:lnTo>
                    <a:pt x="33402" y="15556"/>
                  </a:lnTo>
                  <a:lnTo>
                    <a:pt x="35655" y="16247"/>
                  </a:lnTo>
                  <a:lnTo>
                    <a:pt x="37800" y="17155"/>
                  </a:lnTo>
                  <a:lnTo>
                    <a:pt x="39908" y="18282"/>
                  </a:lnTo>
                  <a:lnTo>
                    <a:pt x="41870" y="19627"/>
                  </a:lnTo>
                  <a:lnTo>
                    <a:pt x="43688" y="21153"/>
                  </a:lnTo>
                  <a:lnTo>
                    <a:pt x="44560" y="21989"/>
                  </a:lnTo>
                  <a:lnTo>
                    <a:pt x="44560" y="12903"/>
                  </a:lnTo>
                  <a:lnTo>
                    <a:pt x="44560" y="12612"/>
                  </a:lnTo>
                  <a:lnTo>
                    <a:pt x="44778" y="12139"/>
                  </a:lnTo>
                  <a:lnTo>
                    <a:pt x="45141" y="11740"/>
                  </a:lnTo>
                  <a:lnTo>
                    <a:pt x="45614" y="11558"/>
                  </a:lnTo>
                  <a:lnTo>
                    <a:pt x="45905" y="11522"/>
                  </a:lnTo>
                  <a:lnTo>
                    <a:pt x="54991" y="11522"/>
                  </a:lnTo>
                  <a:lnTo>
                    <a:pt x="53610" y="10177"/>
                  </a:lnTo>
                  <a:lnTo>
                    <a:pt x="50666" y="7742"/>
                  </a:lnTo>
                  <a:lnTo>
                    <a:pt x="47468" y="5597"/>
                  </a:lnTo>
                  <a:lnTo>
                    <a:pt x="44124" y="3780"/>
                  </a:lnTo>
                  <a:lnTo>
                    <a:pt x="40635" y="2326"/>
                  </a:lnTo>
                  <a:lnTo>
                    <a:pt x="37000" y="1199"/>
                  </a:lnTo>
                  <a:lnTo>
                    <a:pt x="33256" y="436"/>
                  </a:lnTo>
                  <a:lnTo>
                    <a:pt x="29440" y="36"/>
                  </a:lnTo>
                  <a:lnTo>
                    <a:pt x="27477" y="0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6" name="Google Shape;301;p32">
              <a:extLst>
                <a:ext uri="{FF2B5EF4-FFF2-40B4-BE49-F238E27FC236}">
                  <a16:creationId xmlns:a16="http://schemas.microsoft.com/office/drawing/2014/main" id="{1856ED97-8D1D-9BAE-0948-79AB53FAD196}"/>
                </a:ext>
              </a:extLst>
            </p:cNvPr>
            <p:cNvSpPr/>
            <p:nvPr/>
          </p:nvSpPr>
          <p:spPr>
            <a:xfrm>
              <a:off x="3019931" y="3194787"/>
              <a:ext cx="1189614" cy="476499"/>
            </a:xfrm>
            <a:custGeom>
              <a:avLst/>
              <a:gdLst/>
              <a:ahLst/>
              <a:cxnLst/>
              <a:rect l="l" t="t" r="r" b="b"/>
              <a:pathLst>
                <a:path w="54992" h="22027" extrusionOk="0">
                  <a:moveTo>
                    <a:pt x="44524" y="1"/>
                  </a:moveTo>
                  <a:lnTo>
                    <a:pt x="43579" y="909"/>
                  </a:lnTo>
                  <a:lnTo>
                    <a:pt x="41616" y="2472"/>
                  </a:lnTo>
                  <a:lnTo>
                    <a:pt x="39653" y="3853"/>
                  </a:lnTo>
                  <a:lnTo>
                    <a:pt x="37654" y="4980"/>
                  </a:lnTo>
                  <a:lnTo>
                    <a:pt x="35583" y="5889"/>
                  </a:lnTo>
                  <a:lnTo>
                    <a:pt x="33438" y="6579"/>
                  </a:lnTo>
                  <a:lnTo>
                    <a:pt x="31185" y="7015"/>
                  </a:lnTo>
                  <a:lnTo>
                    <a:pt x="28822" y="7233"/>
                  </a:lnTo>
                  <a:lnTo>
                    <a:pt x="27586" y="7270"/>
                  </a:lnTo>
                  <a:lnTo>
                    <a:pt x="26423" y="7270"/>
                  </a:lnTo>
                  <a:lnTo>
                    <a:pt x="24134" y="7052"/>
                  </a:lnTo>
                  <a:lnTo>
                    <a:pt x="21917" y="6616"/>
                  </a:lnTo>
                  <a:lnTo>
                    <a:pt x="19736" y="5961"/>
                  </a:lnTo>
                  <a:lnTo>
                    <a:pt x="17628" y="5125"/>
                  </a:lnTo>
                  <a:lnTo>
                    <a:pt x="15592" y="4108"/>
                  </a:lnTo>
                  <a:lnTo>
                    <a:pt x="13702" y="2908"/>
                  </a:lnTo>
                  <a:lnTo>
                    <a:pt x="11885" y="1491"/>
                  </a:lnTo>
                  <a:lnTo>
                    <a:pt x="11013" y="728"/>
                  </a:lnTo>
                  <a:lnTo>
                    <a:pt x="10722" y="437"/>
                  </a:lnTo>
                  <a:lnTo>
                    <a:pt x="10431" y="146"/>
                  </a:lnTo>
                  <a:lnTo>
                    <a:pt x="1345" y="146"/>
                  </a:lnTo>
                  <a:lnTo>
                    <a:pt x="1090" y="182"/>
                  </a:lnTo>
                  <a:lnTo>
                    <a:pt x="582" y="364"/>
                  </a:lnTo>
                  <a:lnTo>
                    <a:pt x="218" y="764"/>
                  </a:lnTo>
                  <a:lnTo>
                    <a:pt x="0" y="1236"/>
                  </a:lnTo>
                  <a:lnTo>
                    <a:pt x="0" y="1527"/>
                  </a:lnTo>
                  <a:lnTo>
                    <a:pt x="0" y="10614"/>
                  </a:lnTo>
                  <a:lnTo>
                    <a:pt x="291" y="10904"/>
                  </a:lnTo>
                  <a:lnTo>
                    <a:pt x="582" y="11195"/>
                  </a:lnTo>
                  <a:lnTo>
                    <a:pt x="1963" y="12467"/>
                  </a:lnTo>
                  <a:lnTo>
                    <a:pt x="4870" y="14793"/>
                  </a:lnTo>
                  <a:lnTo>
                    <a:pt x="8033" y="16829"/>
                  </a:lnTo>
                  <a:lnTo>
                    <a:pt x="11304" y="18501"/>
                  </a:lnTo>
                  <a:lnTo>
                    <a:pt x="14756" y="19882"/>
                  </a:lnTo>
                  <a:lnTo>
                    <a:pt x="18318" y="20936"/>
                  </a:lnTo>
                  <a:lnTo>
                    <a:pt x="21953" y="21663"/>
                  </a:lnTo>
                  <a:lnTo>
                    <a:pt x="25697" y="21990"/>
                  </a:lnTo>
                  <a:lnTo>
                    <a:pt x="27586" y="22026"/>
                  </a:lnTo>
                  <a:lnTo>
                    <a:pt x="29404" y="21990"/>
                  </a:lnTo>
                  <a:lnTo>
                    <a:pt x="33002" y="21699"/>
                  </a:lnTo>
                  <a:lnTo>
                    <a:pt x="36455" y="21045"/>
                  </a:lnTo>
                  <a:lnTo>
                    <a:pt x="39799" y="20100"/>
                  </a:lnTo>
                  <a:lnTo>
                    <a:pt x="43033" y="18791"/>
                  </a:lnTo>
                  <a:lnTo>
                    <a:pt x="46196" y="17156"/>
                  </a:lnTo>
                  <a:lnTo>
                    <a:pt x="49285" y="15193"/>
                  </a:lnTo>
                  <a:lnTo>
                    <a:pt x="52338" y="12867"/>
                  </a:lnTo>
                  <a:lnTo>
                    <a:pt x="53828" y="11559"/>
                  </a:lnTo>
                  <a:lnTo>
                    <a:pt x="54446" y="11013"/>
                  </a:lnTo>
                  <a:lnTo>
                    <a:pt x="54991" y="10468"/>
                  </a:lnTo>
                  <a:lnTo>
                    <a:pt x="45905" y="10468"/>
                  </a:lnTo>
                  <a:lnTo>
                    <a:pt x="45614" y="10432"/>
                  </a:lnTo>
                  <a:lnTo>
                    <a:pt x="45141" y="10214"/>
                  </a:lnTo>
                  <a:lnTo>
                    <a:pt x="44742" y="9850"/>
                  </a:lnTo>
                  <a:lnTo>
                    <a:pt x="44560" y="9378"/>
                  </a:lnTo>
                  <a:lnTo>
                    <a:pt x="44524" y="9087"/>
                  </a:lnTo>
                  <a:lnTo>
                    <a:pt x="44524" y="1"/>
                  </a:lnTo>
                  <a:close/>
                </a:path>
              </a:pathLst>
            </a:custGeom>
            <a:solidFill>
              <a:srgbClr val="FFC000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7" name="Google Shape;302;p32">
              <a:extLst>
                <a:ext uri="{FF2B5EF4-FFF2-40B4-BE49-F238E27FC236}">
                  <a16:creationId xmlns:a16="http://schemas.microsoft.com/office/drawing/2014/main" id="{DB64917B-8BB2-4023-E5FE-762F97D79AD3}"/>
                </a:ext>
              </a:extLst>
            </p:cNvPr>
            <p:cNvSpPr/>
            <p:nvPr/>
          </p:nvSpPr>
          <p:spPr>
            <a:xfrm>
              <a:off x="3995904" y="2218229"/>
              <a:ext cx="996999" cy="1189614"/>
            </a:xfrm>
            <a:custGeom>
              <a:avLst/>
              <a:gdLst/>
              <a:ahLst/>
              <a:cxnLst/>
              <a:rect l="l" t="t" r="r" b="b"/>
              <a:pathLst>
                <a:path w="46088" h="54992" extrusionOk="0">
                  <a:moveTo>
                    <a:pt x="10432" y="1"/>
                  </a:moveTo>
                  <a:lnTo>
                    <a:pt x="10432" y="9087"/>
                  </a:lnTo>
                  <a:lnTo>
                    <a:pt x="10432" y="9378"/>
                  </a:lnTo>
                  <a:lnTo>
                    <a:pt x="10214" y="9851"/>
                  </a:lnTo>
                  <a:lnTo>
                    <a:pt x="9851" y="10250"/>
                  </a:lnTo>
                  <a:lnTo>
                    <a:pt x="9342" y="10432"/>
                  </a:lnTo>
                  <a:lnTo>
                    <a:pt x="9087" y="10468"/>
                  </a:lnTo>
                  <a:lnTo>
                    <a:pt x="1" y="10468"/>
                  </a:lnTo>
                  <a:lnTo>
                    <a:pt x="582" y="11014"/>
                  </a:lnTo>
                  <a:lnTo>
                    <a:pt x="2109" y="12540"/>
                  </a:lnTo>
                  <a:lnTo>
                    <a:pt x="5235" y="16066"/>
                  </a:lnTo>
                  <a:lnTo>
                    <a:pt x="10214" y="22390"/>
                  </a:lnTo>
                  <a:lnTo>
                    <a:pt x="13921" y="27442"/>
                  </a:lnTo>
                  <a:lnTo>
                    <a:pt x="16175" y="30640"/>
                  </a:lnTo>
                  <a:lnTo>
                    <a:pt x="17810" y="32894"/>
                  </a:lnTo>
                  <a:lnTo>
                    <a:pt x="20427" y="36601"/>
                  </a:lnTo>
                  <a:lnTo>
                    <a:pt x="23008" y="40090"/>
                  </a:lnTo>
                  <a:lnTo>
                    <a:pt x="26134" y="44270"/>
                  </a:lnTo>
                  <a:lnTo>
                    <a:pt x="30786" y="49940"/>
                  </a:lnTo>
                  <a:lnTo>
                    <a:pt x="33984" y="53393"/>
                  </a:lnTo>
                  <a:lnTo>
                    <a:pt x="35620" y="54992"/>
                  </a:lnTo>
                  <a:lnTo>
                    <a:pt x="44706" y="54992"/>
                  </a:lnTo>
                  <a:lnTo>
                    <a:pt x="44997" y="54956"/>
                  </a:lnTo>
                  <a:lnTo>
                    <a:pt x="45469" y="54737"/>
                  </a:lnTo>
                  <a:lnTo>
                    <a:pt x="45869" y="54374"/>
                  </a:lnTo>
                  <a:lnTo>
                    <a:pt x="46051" y="53902"/>
                  </a:lnTo>
                  <a:lnTo>
                    <a:pt x="46087" y="53611"/>
                  </a:lnTo>
                  <a:lnTo>
                    <a:pt x="46087" y="44524"/>
                  </a:lnTo>
                  <a:lnTo>
                    <a:pt x="44488" y="42998"/>
                  </a:lnTo>
                  <a:lnTo>
                    <a:pt x="41181" y="39363"/>
                  </a:lnTo>
                  <a:lnTo>
                    <a:pt x="35983" y="32821"/>
                  </a:lnTo>
                  <a:lnTo>
                    <a:pt x="32094" y="27478"/>
                  </a:lnTo>
                  <a:lnTo>
                    <a:pt x="30967" y="25915"/>
                  </a:lnTo>
                  <a:lnTo>
                    <a:pt x="29841" y="24280"/>
                  </a:lnTo>
                  <a:lnTo>
                    <a:pt x="28205" y="22026"/>
                  </a:lnTo>
                  <a:lnTo>
                    <a:pt x="25552" y="18319"/>
                  </a:lnTo>
                  <a:lnTo>
                    <a:pt x="23008" y="14830"/>
                  </a:lnTo>
                  <a:lnTo>
                    <a:pt x="20027" y="10868"/>
                  </a:lnTo>
                  <a:lnTo>
                    <a:pt x="15593" y="5416"/>
                  </a:lnTo>
                  <a:lnTo>
                    <a:pt x="12577" y="2109"/>
                  </a:lnTo>
                  <a:lnTo>
                    <a:pt x="11050" y="5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8" name="Google Shape;303;p32">
              <a:extLst>
                <a:ext uri="{FF2B5EF4-FFF2-40B4-BE49-F238E27FC236}">
                  <a16:creationId xmlns:a16="http://schemas.microsoft.com/office/drawing/2014/main" id="{8E0CFC14-19DC-8084-FEF2-D68E3445F290}"/>
                </a:ext>
              </a:extLst>
            </p:cNvPr>
            <p:cNvSpPr/>
            <p:nvPr/>
          </p:nvSpPr>
          <p:spPr>
            <a:xfrm>
              <a:off x="4098917" y="2307034"/>
              <a:ext cx="93582" cy="93582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3853" y="1"/>
                  </a:moveTo>
                  <a:lnTo>
                    <a:pt x="3635" y="146"/>
                  </a:lnTo>
                  <a:lnTo>
                    <a:pt x="146" y="3635"/>
                  </a:lnTo>
                  <a:lnTo>
                    <a:pt x="0" y="3853"/>
                  </a:lnTo>
                  <a:lnTo>
                    <a:pt x="182" y="4253"/>
                  </a:lnTo>
                  <a:lnTo>
                    <a:pt x="436" y="4326"/>
                  </a:lnTo>
                  <a:lnTo>
                    <a:pt x="3926" y="4326"/>
                  </a:lnTo>
                  <a:lnTo>
                    <a:pt x="4071" y="4289"/>
                  </a:lnTo>
                  <a:lnTo>
                    <a:pt x="4289" y="4071"/>
                  </a:lnTo>
                  <a:lnTo>
                    <a:pt x="4325" y="3926"/>
                  </a:lnTo>
                  <a:lnTo>
                    <a:pt x="4325" y="437"/>
                  </a:lnTo>
                  <a:lnTo>
                    <a:pt x="4253" y="182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9" name="Google Shape;304;p32">
              <a:extLst>
                <a:ext uri="{FF2B5EF4-FFF2-40B4-BE49-F238E27FC236}">
                  <a16:creationId xmlns:a16="http://schemas.microsoft.com/office/drawing/2014/main" id="{23EA54C4-EFFD-DFD0-B61D-8B4BAD6D9F5B}"/>
                </a:ext>
              </a:extLst>
            </p:cNvPr>
            <p:cNvSpPr/>
            <p:nvPr/>
          </p:nvSpPr>
          <p:spPr>
            <a:xfrm>
              <a:off x="4870211" y="3275158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3817" y="1"/>
                  </a:moveTo>
                  <a:lnTo>
                    <a:pt x="3635" y="146"/>
                  </a:lnTo>
                  <a:lnTo>
                    <a:pt x="146" y="3599"/>
                  </a:lnTo>
                  <a:lnTo>
                    <a:pt x="0" y="3817"/>
                  </a:lnTo>
                  <a:lnTo>
                    <a:pt x="182" y="4253"/>
                  </a:lnTo>
                  <a:lnTo>
                    <a:pt x="437" y="4290"/>
                  </a:lnTo>
                  <a:lnTo>
                    <a:pt x="4071" y="4290"/>
                  </a:lnTo>
                  <a:lnTo>
                    <a:pt x="4289" y="4035"/>
                  </a:lnTo>
                  <a:lnTo>
                    <a:pt x="4289" y="3890"/>
                  </a:lnTo>
                  <a:lnTo>
                    <a:pt x="4289" y="401"/>
                  </a:lnTo>
                  <a:lnTo>
                    <a:pt x="4253" y="146"/>
                  </a:lnTo>
                  <a:lnTo>
                    <a:pt x="38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1" name="Google Shape;306;p32">
              <a:extLst>
                <a:ext uri="{FF2B5EF4-FFF2-40B4-BE49-F238E27FC236}">
                  <a16:creationId xmlns:a16="http://schemas.microsoft.com/office/drawing/2014/main" id="{85FFA6AF-B0BC-57A6-D214-D60ABD50DD9F}"/>
                </a:ext>
              </a:extLst>
            </p:cNvPr>
            <p:cNvSpPr/>
            <p:nvPr/>
          </p:nvSpPr>
          <p:spPr>
            <a:xfrm>
              <a:off x="5761022" y="2247325"/>
              <a:ext cx="92782" cy="92803"/>
            </a:xfrm>
            <a:custGeom>
              <a:avLst/>
              <a:gdLst/>
              <a:ahLst/>
              <a:cxnLst/>
              <a:rect l="l" t="t" r="r" b="b"/>
              <a:pathLst>
                <a:path w="4289" h="4290" extrusionOk="0">
                  <a:moveTo>
                    <a:pt x="400" y="1"/>
                  </a:moveTo>
                  <a:lnTo>
                    <a:pt x="218" y="37"/>
                  </a:lnTo>
                  <a:lnTo>
                    <a:pt x="0" y="255"/>
                  </a:lnTo>
                  <a:lnTo>
                    <a:pt x="0" y="401"/>
                  </a:lnTo>
                  <a:lnTo>
                    <a:pt x="0" y="3890"/>
                  </a:lnTo>
                  <a:lnTo>
                    <a:pt x="36" y="4108"/>
                  </a:lnTo>
                  <a:lnTo>
                    <a:pt x="473" y="4290"/>
                  </a:lnTo>
                  <a:lnTo>
                    <a:pt x="654" y="4180"/>
                  </a:lnTo>
                  <a:lnTo>
                    <a:pt x="4143" y="691"/>
                  </a:lnTo>
                  <a:lnTo>
                    <a:pt x="4289" y="473"/>
                  </a:lnTo>
                  <a:lnTo>
                    <a:pt x="4107" y="37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2" name="Google Shape;307;p32">
              <a:extLst>
                <a:ext uri="{FF2B5EF4-FFF2-40B4-BE49-F238E27FC236}">
                  <a16:creationId xmlns:a16="http://schemas.microsoft.com/office/drawing/2014/main" id="{63D2D0E6-B21D-5B8A-A33C-59CE671E0DC1}"/>
                </a:ext>
              </a:extLst>
            </p:cNvPr>
            <p:cNvSpPr/>
            <p:nvPr/>
          </p:nvSpPr>
          <p:spPr>
            <a:xfrm>
              <a:off x="4797094" y="2319663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473" y="1"/>
                  </a:moveTo>
                  <a:lnTo>
                    <a:pt x="37" y="182"/>
                  </a:lnTo>
                  <a:lnTo>
                    <a:pt x="0" y="437"/>
                  </a:lnTo>
                  <a:lnTo>
                    <a:pt x="0" y="3890"/>
                  </a:lnTo>
                  <a:lnTo>
                    <a:pt x="0" y="4071"/>
                  </a:lnTo>
                  <a:lnTo>
                    <a:pt x="218" y="4289"/>
                  </a:lnTo>
                  <a:lnTo>
                    <a:pt x="3889" y="4289"/>
                  </a:lnTo>
                  <a:lnTo>
                    <a:pt x="4107" y="4253"/>
                  </a:lnTo>
                  <a:lnTo>
                    <a:pt x="4289" y="3817"/>
                  </a:lnTo>
                  <a:lnTo>
                    <a:pt x="4180" y="3635"/>
                  </a:lnTo>
                  <a:lnTo>
                    <a:pt x="691" y="146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3" name="Google Shape;308;p32">
              <a:extLst>
                <a:ext uri="{FF2B5EF4-FFF2-40B4-BE49-F238E27FC236}">
                  <a16:creationId xmlns:a16="http://schemas.microsoft.com/office/drawing/2014/main" id="{4015B22F-4E45-2602-7830-E2DD0C80DCED}"/>
                </a:ext>
              </a:extLst>
            </p:cNvPr>
            <p:cNvSpPr/>
            <p:nvPr/>
          </p:nvSpPr>
          <p:spPr>
            <a:xfrm>
              <a:off x="4025800" y="3282792"/>
              <a:ext cx="93582" cy="93604"/>
            </a:xfrm>
            <a:custGeom>
              <a:avLst/>
              <a:gdLst/>
              <a:ahLst/>
              <a:cxnLst/>
              <a:rect l="l" t="t" r="r" b="b"/>
              <a:pathLst>
                <a:path w="4326" h="4327" extrusionOk="0">
                  <a:moveTo>
                    <a:pt x="509" y="1"/>
                  </a:moveTo>
                  <a:lnTo>
                    <a:pt x="73" y="183"/>
                  </a:lnTo>
                  <a:lnTo>
                    <a:pt x="0" y="437"/>
                  </a:lnTo>
                  <a:lnTo>
                    <a:pt x="0" y="3926"/>
                  </a:lnTo>
                  <a:lnTo>
                    <a:pt x="36" y="4072"/>
                  </a:lnTo>
                  <a:lnTo>
                    <a:pt x="255" y="4290"/>
                  </a:lnTo>
                  <a:lnTo>
                    <a:pt x="400" y="4326"/>
                  </a:lnTo>
                  <a:lnTo>
                    <a:pt x="3889" y="4326"/>
                  </a:lnTo>
                  <a:lnTo>
                    <a:pt x="4143" y="4290"/>
                  </a:lnTo>
                  <a:lnTo>
                    <a:pt x="4325" y="3854"/>
                  </a:lnTo>
                  <a:lnTo>
                    <a:pt x="4180" y="3636"/>
                  </a:lnTo>
                  <a:lnTo>
                    <a:pt x="727" y="18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</p:grpSp>
      <p:sp>
        <p:nvSpPr>
          <p:cNvPr id="57" name="CuadroTexto 56">
            <a:extLst>
              <a:ext uri="{FF2B5EF4-FFF2-40B4-BE49-F238E27FC236}">
                <a16:creationId xmlns:a16="http://schemas.microsoft.com/office/drawing/2014/main" id="{D1D345D7-27FD-C45C-90EF-AB1B2A99C9AF}"/>
              </a:ext>
            </a:extLst>
          </p:cNvPr>
          <p:cNvSpPr txBox="1"/>
          <p:nvPr/>
        </p:nvSpPr>
        <p:spPr>
          <a:xfrm rot="18698352">
            <a:off x="5352834" y="3369033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0F113878-772F-ADA4-9D21-4F484CBFFC7B}"/>
              </a:ext>
            </a:extLst>
          </p:cNvPr>
          <p:cNvSpPr txBox="1"/>
          <p:nvPr/>
        </p:nvSpPr>
        <p:spPr>
          <a:xfrm rot="2875983">
            <a:off x="9062145" y="2539537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176B8BF3-4A77-81FC-6AE9-FA0624D46EDB}"/>
              </a:ext>
            </a:extLst>
          </p:cNvPr>
          <p:cNvSpPr txBox="1"/>
          <p:nvPr/>
        </p:nvSpPr>
        <p:spPr>
          <a:xfrm>
            <a:off x="7638774" y="4754726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FCB98F9C-48AC-4595-544A-0AF8758EC834}"/>
              </a:ext>
            </a:extLst>
          </p:cNvPr>
          <p:cNvSpPr txBox="1"/>
          <p:nvPr/>
        </p:nvSpPr>
        <p:spPr>
          <a:xfrm rot="2606566">
            <a:off x="5073639" y="2708028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0C91D6D9-E281-72AE-BE30-1C1CE768611E}"/>
              </a:ext>
            </a:extLst>
          </p:cNvPr>
          <p:cNvSpPr txBox="1"/>
          <p:nvPr/>
        </p:nvSpPr>
        <p:spPr>
          <a:xfrm rot="18717501">
            <a:off x="1865113" y="2369123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6B0517CB-E145-596B-AA23-040BF25D304B}"/>
              </a:ext>
            </a:extLst>
          </p:cNvPr>
          <p:cNvSpPr txBox="1"/>
          <p:nvPr/>
        </p:nvSpPr>
        <p:spPr>
          <a:xfrm>
            <a:off x="3502493" y="4757755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2CFF4CCD-FF2D-FC86-35C2-6EA7357FF654}"/>
              </a:ext>
            </a:extLst>
          </p:cNvPr>
          <p:cNvSpPr txBox="1"/>
          <p:nvPr/>
        </p:nvSpPr>
        <p:spPr>
          <a:xfrm>
            <a:off x="2887799" y="2536430"/>
            <a:ext cx="22733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  <a:endParaRPr lang="en-US" sz="9600" b="1" noProof="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84630560-30A1-65F1-ABEC-5BEC8923C225}"/>
              </a:ext>
            </a:extLst>
          </p:cNvPr>
          <p:cNvSpPr txBox="1"/>
          <p:nvPr/>
        </p:nvSpPr>
        <p:spPr>
          <a:xfrm>
            <a:off x="7406083" y="2499747"/>
            <a:ext cx="23599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n-US" sz="9600" b="1" noProof="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37411AFE-5C10-1BC5-77FC-C40FFDB6F526}"/>
              </a:ext>
            </a:extLst>
          </p:cNvPr>
          <p:cNvGrpSpPr/>
          <p:nvPr/>
        </p:nvGrpSpPr>
        <p:grpSpPr>
          <a:xfrm>
            <a:off x="6575970" y="2624613"/>
            <a:ext cx="480299" cy="46997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65D2CD0E-B412-A3EF-9EC8-175642777481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179BB1FE-255A-F83A-B2FC-ADBB618F7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7FAD3D7B-5998-DB7F-F321-94652B299B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6322" y="3701752"/>
            <a:ext cx="570213" cy="699807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C545339E-06F5-C3E2-A13E-2C29A59ADE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4882" y="3758229"/>
            <a:ext cx="581367" cy="713496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D6DE7D7E-91A1-9437-6147-51E1BE19EC0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87782" y="3823186"/>
            <a:ext cx="613109" cy="61310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C2B90413-DB2A-8548-C206-0E472DC74B8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3895618" y="1913247"/>
            <a:ext cx="508932" cy="508932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B2EFA568-3340-6928-33C6-9B285CD12D2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23385" y="1889262"/>
            <a:ext cx="562668" cy="562668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4F27637C-8415-E26A-7C4F-FC07120FBC7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99292" y="3756767"/>
            <a:ext cx="554204" cy="554204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A0592EDB-A97E-39B1-B9E6-EFAB5AE97D4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04998" y="4534097"/>
            <a:ext cx="475732" cy="475732"/>
          </a:xfrm>
          <a:prstGeom prst="rect">
            <a:avLst/>
          </a:prstGeom>
        </p:spPr>
      </p:pic>
      <p:sp>
        <p:nvSpPr>
          <p:cNvPr id="74" name="Título 1">
            <a:extLst>
              <a:ext uri="{FF2B5EF4-FFF2-40B4-BE49-F238E27FC236}">
                <a16:creationId xmlns:a16="http://schemas.microsoft.com/office/drawing/2014/main" id="{69BA0F03-78A5-8D50-4DF6-C5E369A79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 Self-adaptation</a:t>
            </a:r>
            <a:endParaRPr lang="en-US" b="1" noProof="0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2D731D8-1B69-1F63-7774-30E496CBC6F3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51247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FE5E3-F094-4055-E898-52E0F5B3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975CAE4-9AF5-D739-FFE8-C4E00464B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69444"/>
            <a:ext cx="10972800" cy="519112"/>
          </a:xfrm>
        </p:spPr>
        <p:txBody>
          <a:bodyPr/>
          <a:lstStyle/>
          <a:p>
            <a:r>
              <a:rPr lang="es-ES_tradnl" sz="36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  <a:r>
              <a:rPr lang="es-ES_tradnl" sz="3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36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Toggles</a:t>
            </a:r>
            <a:endParaRPr lang="es-ES_tradnl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AA604A-754B-1B77-92DF-50414C7BF9EF}"/>
              </a:ext>
            </a:extLst>
          </p:cNvPr>
          <p:cNvSpPr txBox="1"/>
          <p:nvPr/>
        </p:nvSpPr>
        <p:spPr>
          <a:xfrm>
            <a:off x="11843828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16442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C5DBC-09BA-C096-0106-8C26A3495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78C4C-F226-5710-2A36-D647541C8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feature toggle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809134-EE78-ACD2-E432-31AC0AA9D8BE}"/>
              </a:ext>
            </a:extLst>
          </p:cNvPr>
          <p:cNvSpPr txBox="1"/>
          <p:nvPr/>
        </p:nvSpPr>
        <p:spPr>
          <a:xfrm>
            <a:off x="11843828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5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  <p:pic>
        <p:nvPicPr>
          <p:cNvPr id="8" name="Imagen 7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86D58FD1-6946-7B93-E8AB-57E2A2F10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36"/>
          <a:stretch>
            <a:fillRect/>
          </a:stretch>
        </p:blipFill>
        <p:spPr>
          <a:xfrm>
            <a:off x="4633383" y="1473869"/>
            <a:ext cx="2925234" cy="39102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36C806A-4596-2C4E-35A1-9C775AC4EC53}"/>
              </a:ext>
            </a:extLst>
          </p:cNvPr>
          <p:cNvSpPr txBox="1"/>
          <p:nvPr/>
        </p:nvSpPr>
        <p:spPr>
          <a:xfrm>
            <a:off x="4793400" y="5541030"/>
            <a:ext cx="2605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SaaS </a:t>
            </a:r>
            <a:r>
              <a:rPr lang="es-ES_tradnl" sz="2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r>
              <a:rPr lang="es-ES_tradnl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2359408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2008F-1124-9472-B0AD-4DDC54027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feature toggle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A88A6E5-57CE-13B1-F71E-0D594508B59D}"/>
              </a:ext>
            </a:extLst>
          </p:cNvPr>
          <p:cNvSpPr txBox="1"/>
          <p:nvPr/>
        </p:nvSpPr>
        <p:spPr>
          <a:xfrm>
            <a:off x="11843828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5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  <p:pic>
        <p:nvPicPr>
          <p:cNvPr id="8" name="Imagen 7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712F92AE-C9F5-EE00-8C55-377FAB0816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36"/>
          <a:stretch>
            <a:fillRect/>
          </a:stretch>
        </p:blipFill>
        <p:spPr>
          <a:xfrm>
            <a:off x="8002411" y="1473869"/>
            <a:ext cx="2925234" cy="3910262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0E70E8D-9362-FB8B-518E-423178DC5A7C}"/>
              </a:ext>
            </a:extLst>
          </p:cNvPr>
          <p:cNvCxnSpPr>
            <a:cxnSpLocks/>
          </p:cNvCxnSpPr>
          <p:nvPr/>
        </p:nvCxnSpPr>
        <p:spPr>
          <a:xfrm flipH="1">
            <a:off x="7318375" y="2562578"/>
            <a:ext cx="1757892" cy="2226733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076AE97F-D785-B178-975B-99A1C8EBD10E}"/>
              </a:ext>
            </a:extLst>
          </p:cNvPr>
          <p:cNvCxnSpPr>
            <a:cxnSpLocks/>
          </p:cNvCxnSpPr>
          <p:nvPr/>
        </p:nvCxnSpPr>
        <p:spPr>
          <a:xfrm flipH="1" flipV="1">
            <a:off x="7318375" y="2068689"/>
            <a:ext cx="1757892" cy="268111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n 1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6BD8336F-8DBB-15D2-077E-617CD3584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8" t="27867" r="10888" b="18453"/>
          <a:stretch>
            <a:fillRect/>
          </a:stretch>
        </p:blipFill>
        <p:spPr>
          <a:xfrm>
            <a:off x="169333" y="2068689"/>
            <a:ext cx="7123348" cy="2720622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29366F79-E6C0-DD5A-178D-7B0CBDB93332}"/>
              </a:ext>
            </a:extLst>
          </p:cNvPr>
          <p:cNvCxnSpPr>
            <a:cxnSpLocks/>
          </p:cNvCxnSpPr>
          <p:nvPr/>
        </p:nvCxnSpPr>
        <p:spPr>
          <a:xfrm flipV="1">
            <a:off x="1488558" y="3675944"/>
            <a:ext cx="536814" cy="1534009"/>
          </a:xfrm>
          <a:prstGeom prst="straightConnector1">
            <a:avLst/>
          </a:prstGeom>
          <a:ln w="7620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B44E1AD-DD77-A4E3-4520-FE99D7258D4A}"/>
              </a:ext>
            </a:extLst>
          </p:cNvPr>
          <p:cNvSpPr/>
          <p:nvPr/>
        </p:nvSpPr>
        <p:spPr>
          <a:xfrm>
            <a:off x="1919178" y="3306725"/>
            <a:ext cx="1493874" cy="358586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DEDCAAB-82E6-40A3-445D-7C817DD8DCE3}"/>
              </a:ext>
            </a:extLst>
          </p:cNvPr>
          <p:cNvSpPr txBox="1"/>
          <p:nvPr/>
        </p:nvSpPr>
        <p:spPr>
          <a:xfrm>
            <a:off x="609600" y="5224642"/>
            <a:ext cx="14157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  <a:endParaRPr lang="es-ES_tradnl" sz="28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0F7A947-3F1D-909B-7FDF-22B78E52F89F}"/>
              </a:ext>
            </a:extLst>
          </p:cNvPr>
          <p:cNvSpPr/>
          <p:nvPr/>
        </p:nvSpPr>
        <p:spPr>
          <a:xfrm>
            <a:off x="830223" y="2916239"/>
            <a:ext cx="6155368" cy="39048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595E9C98-09DC-FF45-FBA9-0A25D7C87386}"/>
              </a:ext>
            </a:extLst>
          </p:cNvPr>
          <p:cNvCxnSpPr>
            <a:cxnSpLocks/>
          </p:cNvCxnSpPr>
          <p:nvPr/>
        </p:nvCxnSpPr>
        <p:spPr>
          <a:xfrm flipH="1">
            <a:off x="5975498" y="1699469"/>
            <a:ext cx="244549" cy="1216769"/>
          </a:xfrm>
          <a:prstGeom prst="straightConnector1">
            <a:avLst/>
          </a:prstGeom>
          <a:ln w="7620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58758E0-38A4-FD1A-0608-553B6AD6F1F5}"/>
              </a:ext>
            </a:extLst>
          </p:cNvPr>
          <p:cNvSpPr txBox="1"/>
          <p:nvPr/>
        </p:nvSpPr>
        <p:spPr>
          <a:xfrm>
            <a:off x="5767839" y="1212259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Rule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288B0A9-376C-5A1F-9BC0-893D6196D802}"/>
              </a:ext>
            </a:extLst>
          </p:cNvPr>
          <p:cNvSpPr txBox="1"/>
          <p:nvPr/>
        </p:nvSpPr>
        <p:spPr>
          <a:xfrm>
            <a:off x="8162428" y="5455731"/>
            <a:ext cx="2605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SaaS </a:t>
            </a:r>
            <a:r>
              <a:rPr lang="es-ES_tradnl" sz="2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r>
              <a:rPr lang="es-ES_tradnl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File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3BD8B845-7886-F4BA-2E0A-30F466E07D4C}"/>
              </a:ext>
            </a:extLst>
          </p:cNvPr>
          <p:cNvSpPr/>
          <p:nvPr/>
        </p:nvSpPr>
        <p:spPr>
          <a:xfrm>
            <a:off x="830223" y="2387786"/>
            <a:ext cx="4046947" cy="39048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BE4FB31-7694-812A-6052-E98B15A377BD}"/>
              </a:ext>
            </a:extLst>
          </p:cNvPr>
          <p:cNvSpPr txBox="1"/>
          <p:nvPr/>
        </p:nvSpPr>
        <p:spPr>
          <a:xfrm>
            <a:off x="3089776" y="1121694"/>
            <a:ext cx="14446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Context</a:t>
            </a:r>
            <a:endParaRPr lang="es-ES_tradnl" sz="28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2C8BFF0-3982-E264-A918-5F7B25F8E3F0}"/>
              </a:ext>
            </a:extLst>
          </p:cNvPr>
          <p:cNvCxnSpPr>
            <a:cxnSpLocks/>
          </p:cNvCxnSpPr>
          <p:nvPr/>
        </p:nvCxnSpPr>
        <p:spPr>
          <a:xfrm>
            <a:off x="3907907" y="1706549"/>
            <a:ext cx="77568" cy="681236"/>
          </a:xfrm>
          <a:prstGeom prst="straightConnector1">
            <a:avLst/>
          </a:prstGeom>
          <a:ln w="7620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032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  <p:bldP spid="30" grpId="0" animBg="1"/>
      <p:bldP spid="34" grpId="0"/>
      <p:bldP spid="36" grpId="0" animBg="1"/>
      <p:bldP spid="3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87F23-9AD9-F4AA-74EF-633248191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B47748C9-7D86-E7F5-6504-725B6CA85DB2}"/>
              </a:ext>
            </a:extLst>
          </p:cNvPr>
          <p:cNvSpPr/>
          <p:nvPr/>
        </p:nvSpPr>
        <p:spPr>
          <a:xfrm>
            <a:off x="-5029200" y="-751840"/>
            <a:ext cx="8514080" cy="8361680"/>
          </a:xfrm>
          <a:prstGeom prst="ellipse">
            <a:avLst/>
          </a:prstGeom>
          <a:noFill/>
          <a:ln w="762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0C30ABF-FD68-ADF3-7AF9-C3A8BFC8B399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E5D6497-16E1-5B4A-5E7E-71E2CF3DCAF9}"/>
              </a:ext>
            </a:extLst>
          </p:cNvPr>
          <p:cNvSpPr/>
          <p:nvPr/>
        </p:nvSpPr>
        <p:spPr>
          <a:xfrm>
            <a:off x="2944880" y="1983240"/>
            <a:ext cx="1080000" cy="1080000"/>
          </a:xfrm>
          <a:prstGeom prst="ellipse">
            <a:avLst/>
          </a:prstGeom>
          <a:solidFill>
            <a:srgbClr val="C00000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chemeClr val="bg1"/>
                </a:solidFill>
              </a:rPr>
              <a:t>2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AFD71C4-ADF6-CC8A-CD15-ED6F8BE1B4AD}"/>
              </a:ext>
            </a:extLst>
          </p:cNvPr>
          <p:cNvSpPr/>
          <p:nvPr/>
        </p:nvSpPr>
        <p:spPr>
          <a:xfrm>
            <a:off x="2944880" y="393421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3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4813263-F2AB-C215-5CCB-836674B189AD}"/>
              </a:ext>
            </a:extLst>
          </p:cNvPr>
          <p:cNvSpPr/>
          <p:nvPr/>
        </p:nvSpPr>
        <p:spPr>
          <a:xfrm>
            <a:off x="2134880" y="561061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4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F79DF23-AE6C-7AC0-E752-A27C32053920}"/>
              </a:ext>
            </a:extLst>
          </p:cNvPr>
          <p:cNvGrpSpPr/>
          <p:nvPr/>
        </p:nvGrpSpPr>
        <p:grpSpPr>
          <a:xfrm>
            <a:off x="3484880" y="258580"/>
            <a:ext cx="7191760" cy="1080000"/>
            <a:chOff x="3484880" y="258580"/>
            <a:chExt cx="7191760" cy="1080000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8785EF7C-DB73-E92F-E771-FB2CEF369A5A}"/>
                </a:ext>
              </a:extLst>
            </p:cNvPr>
            <p:cNvSpPr/>
            <p:nvPr/>
          </p:nvSpPr>
          <p:spPr>
            <a:xfrm>
              <a:off x="3484880" y="25858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INTRODUCTION</a:t>
              </a: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626C75FA-FE45-D4FC-83AE-2390E1170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2967" y="356263"/>
              <a:ext cx="831665" cy="831665"/>
            </a:xfrm>
            <a:prstGeom prst="rect">
              <a:avLst/>
            </a:prstGeom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8FBE04BE-0507-5F53-ECBF-7F063E1E12B0}"/>
              </a:ext>
            </a:extLst>
          </p:cNvPr>
          <p:cNvGrpSpPr/>
          <p:nvPr/>
        </p:nvGrpSpPr>
        <p:grpSpPr>
          <a:xfrm>
            <a:off x="4338320" y="1983240"/>
            <a:ext cx="7191760" cy="1080000"/>
            <a:chOff x="4338320" y="1983240"/>
            <a:chExt cx="7191760" cy="1080000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C9F50BD7-3E87-743E-AAF0-AF1844DC847B}"/>
                </a:ext>
              </a:extLst>
            </p:cNvPr>
            <p:cNvSpPr/>
            <p:nvPr/>
          </p:nvSpPr>
          <p:spPr>
            <a:xfrm>
              <a:off x="4338320" y="198324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PROPOSAL</a:t>
              </a:r>
              <a:endParaRPr lang="en-US" sz="4000" noProof="0" dirty="0"/>
            </a:p>
          </p:txBody>
        </p:sp>
        <p:pic>
          <p:nvPicPr>
            <p:cNvPr id="20" name="Imagen 8">
              <a:extLst>
                <a:ext uri="{FF2B5EF4-FFF2-40B4-BE49-F238E27FC236}">
                  <a16:creationId xmlns:a16="http://schemas.microsoft.com/office/drawing/2014/main" id="{A88EE6A9-4CD4-CE3C-09F1-562B9097F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78097" y="2107407"/>
              <a:ext cx="831665" cy="831665"/>
            </a:xfrm>
            <a:prstGeom prst="rect">
              <a:avLst/>
            </a:prstGeom>
          </p:spPr>
        </p:pic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23431563-7B43-FAEA-E019-981E1B5F2663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A9D5F651-A13F-A954-3D23-DCB168B86979}"/>
              </a:ext>
            </a:extLst>
          </p:cNvPr>
          <p:cNvGrpSpPr/>
          <p:nvPr/>
        </p:nvGrpSpPr>
        <p:grpSpPr>
          <a:xfrm>
            <a:off x="3484880" y="5610610"/>
            <a:ext cx="7191760" cy="1080000"/>
            <a:chOff x="3484880" y="5610610"/>
            <a:chExt cx="7191760" cy="1080000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EE34236E-06BB-5B4F-4EA8-F85691BE66A0}"/>
                </a:ext>
              </a:extLst>
            </p:cNvPr>
            <p:cNvSpPr/>
            <p:nvPr/>
          </p:nvSpPr>
          <p:spPr>
            <a:xfrm>
              <a:off x="3484880" y="56106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CONCLUSIONS</a:t>
              </a:r>
              <a:endParaRPr lang="en-US" sz="4000" noProof="0" dirty="0"/>
            </a:p>
          </p:txBody>
        </p:sp>
        <p:pic>
          <p:nvPicPr>
            <p:cNvPr id="2" name="Imagen 8">
              <a:extLst>
                <a:ext uri="{FF2B5EF4-FFF2-40B4-BE49-F238E27FC236}">
                  <a16:creationId xmlns:a16="http://schemas.microsoft.com/office/drawing/2014/main" id="{035D75BD-43EF-6EE8-51BC-0BCB78E41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30641" y="5742931"/>
              <a:ext cx="815357" cy="815357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516A601B-59D4-A147-98E2-4F033AB9BA51}"/>
              </a:ext>
            </a:extLst>
          </p:cNvPr>
          <p:cNvGrpSpPr/>
          <p:nvPr/>
        </p:nvGrpSpPr>
        <p:grpSpPr>
          <a:xfrm>
            <a:off x="4338320" y="3934210"/>
            <a:ext cx="7191760" cy="1080000"/>
            <a:chOff x="4338320" y="3934210"/>
            <a:chExt cx="7191760" cy="1080000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DA680B97-98E5-E644-581D-66316178FA8D}"/>
                </a:ext>
              </a:extLst>
            </p:cNvPr>
            <p:cNvSpPr/>
            <p:nvPr/>
          </p:nvSpPr>
          <p:spPr>
            <a:xfrm>
              <a:off x="4338320" y="39342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</a:t>
              </a:r>
              <a:r>
                <a:rPr lang="en-US" sz="4000" b="1" dirty="0">
                  <a:solidFill>
                    <a:schemeClr val="tx1"/>
                  </a:solidFill>
                </a:rPr>
                <a:t> USE CASE</a:t>
              </a:r>
              <a:endParaRPr lang="en-US" noProof="0" dirty="0"/>
            </a:p>
          </p:txBody>
        </p:sp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416DC482-6935-9C78-8581-7E4C61081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990743" y="4082559"/>
              <a:ext cx="783301" cy="783301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FD87514-BB54-B9DB-5597-6836AA8EB1AE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6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859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B38B7-88C1-3CE1-87C1-29E290A63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6AB297EC-9DB7-6913-EE52-814BFED4D51B}"/>
              </a:ext>
            </a:extLst>
          </p:cNvPr>
          <p:cNvSpPr/>
          <p:nvPr/>
        </p:nvSpPr>
        <p:spPr bwMode="auto">
          <a:xfrm rot="10800000">
            <a:off x="4863114" y="1973932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A5C0AF02-890D-F4AE-8931-D75F0866B762}"/>
              </a:ext>
            </a:extLst>
          </p:cNvPr>
          <p:cNvSpPr/>
          <p:nvPr/>
        </p:nvSpPr>
        <p:spPr bwMode="auto">
          <a:xfrm rot="10800000">
            <a:off x="4863114" y="1973932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5AB75DB3-F577-D949-6315-7859439EB422}"/>
              </a:ext>
            </a:extLst>
          </p:cNvPr>
          <p:cNvSpPr/>
          <p:nvPr/>
        </p:nvSpPr>
        <p:spPr>
          <a:xfrm>
            <a:off x="4714672" y="1835782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9D540E8C-1EA8-7973-B9DA-F0FB55CE0C8D}"/>
              </a:ext>
            </a:extLst>
          </p:cNvPr>
          <p:cNvSpPr/>
          <p:nvPr/>
        </p:nvSpPr>
        <p:spPr>
          <a:xfrm>
            <a:off x="4784444" y="1811324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7CB5060-97A5-5AE9-86F4-A7CC19AEFE07}"/>
              </a:ext>
            </a:extLst>
          </p:cNvPr>
          <p:cNvGrpSpPr/>
          <p:nvPr/>
        </p:nvGrpSpPr>
        <p:grpSpPr>
          <a:xfrm>
            <a:off x="4896403" y="1951795"/>
            <a:ext cx="2557171" cy="2387324"/>
            <a:chOff x="4928539" y="2020392"/>
            <a:chExt cx="2449132" cy="2298898"/>
          </a:xfrm>
        </p:grpSpPr>
        <p:sp>
          <p:nvSpPr>
            <p:cNvPr id="18" name="Pentágono regular 17">
              <a:extLst>
                <a:ext uri="{FF2B5EF4-FFF2-40B4-BE49-F238E27FC236}">
                  <a16:creationId xmlns:a16="http://schemas.microsoft.com/office/drawing/2014/main" id="{0490BA66-4226-6A75-1BD7-FFB10C540C5A}"/>
                </a:ext>
              </a:extLst>
            </p:cNvPr>
            <p:cNvSpPr/>
            <p:nvPr/>
          </p:nvSpPr>
          <p:spPr>
            <a:xfrm>
              <a:off x="4928539" y="2020392"/>
              <a:ext cx="2449132" cy="2298898"/>
            </a:xfrm>
            <a:prstGeom prst="pentagon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" name="Imagen 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99707863-31FF-B369-F5B1-DAF1B22E5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0444" y="2500383"/>
              <a:ext cx="1594297" cy="1315343"/>
            </a:xfrm>
            <a:prstGeom prst="rect">
              <a:avLst/>
            </a:prstGeom>
          </p:spPr>
        </p:pic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B110821F-56C4-E680-DCDA-0386FAD04E7B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071684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5F830-D83A-4020-F5BB-15EB26D85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64B4E600-B1A7-928C-B4A4-987693417BFD}"/>
              </a:ext>
            </a:extLst>
          </p:cNvPr>
          <p:cNvSpPr/>
          <p:nvPr/>
        </p:nvSpPr>
        <p:spPr bwMode="auto">
          <a:xfrm rot="10800000">
            <a:off x="6206836" y="399142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79FDE07E-AA6B-38DC-B740-483BA1514E06}"/>
              </a:ext>
            </a:extLst>
          </p:cNvPr>
          <p:cNvSpPr/>
          <p:nvPr/>
        </p:nvSpPr>
        <p:spPr bwMode="auto">
          <a:xfrm rot="10800000">
            <a:off x="4871404" y="196898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40FA3348-A32B-8B7C-B393-6064CD644EFB}"/>
              </a:ext>
            </a:extLst>
          </p:cNvPr>
          <p:cNvSpPr/>
          <p:nvPr/>
        </p:nvSpPr>
        <p:spPr bwMode="auto">
          <a:xfrm rot="10800000">
            <a:off x="4871404" y="196898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5E6159A5-E97F-E664-06F3-764D4D7B46E7}"/>
              </a:ext>
            </a:extLst>
          </p:cNvPr>
          <p:cNvSpPr txBox="1"/>
          <p:nvPr/>
        </p:nvSpPr>
        <p:spPr>
          <a:xfrm rot="2160000">
            <a:off x="6664445" y="1117763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Management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70338572-8B12-FBEA-648E-CE88343BA637}"/>
              </a:ext>
            </a:extLst>
          </p:cNvPr>
          <p:cNvSpPr/>
          <p:nvPr/>
        </p:nvSpPr>
        <p:spPr>
          <a:xfrm>
            <a:off x="4722962" y="1830833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4E5282F8-0F7F-E7D9-A5F6-0F8A90F9403C}"/>
              </a:ext>
            </a:extLst>
          </p:cNvPr>
          <p:cNvSpPr/>
          <p:nvPr/>
        </p:nvSpPr>
        <p:spPr>
          <a:xfrm rot="12960000">
            <a:off x="6152972" y="2015512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18A0F56E-0744-9E67-447B-269D4740D8AE}"/>
              </a:ext>
            </a:extLst>
          </p:cNvPr>
          <p:cNvSpPr/>
          <p:nvPr/>
        </p:nvSpPr>
        <p:spPr>
          <a:xfrm>
            <a:off x="6402619" y="1643908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5C4E8A83-00D4-E163-A077-EEF82F78B2A6}"/>
              </a:ext>
            </a:extLst>
          </p:cNvPr>
          <p:cNvSpPr/>
          <p:nvPr/>
        </p:nvSpPr>
        <p:spPr>
          <a:xfrm>
            <a:off x="4792734" y="1806375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26FF4B0C-2048-7616-2EEA-A7B69B6D7DDA}"/>
              </a:ext>
            </a:extLst>
          </p:cNvPr>
          <p:cNvGrpSpPr/>
          <p:nvPr/>
        </p:nvGrpSpPr>
        <p:grpSpPr>
          <a:xfrm>
            <a:off x="4904693" y="1946846"/>
            <a:ext cx="2557171" cy="2387324"/>
            <a:chOff x="4928539" y="2020392"/>
            <a:chExt cx="2449132" cy="2298898"/>
          </a:xfrm>
        </p:grpSpPr>
        <p:sp>
          <p:nvSpPr>
            <p:cNvPr id="18" name="Pentágono regular 17">
              <a:extLst>
                <a:ext uri="{FF2B5EF4-FFF2-40B4-BE49-F238E27FC236}">
                  <a16:creationId xmlns:a16="http://schemas.microsoft.com/office/drawing/2014/main" id="{43551E58-65B6-8FF6-5E49-7CD48CFD4A7E}"/>
                </a:ext>
              </a:extLst>
            </p:cNvPr>
            <p:cNvSpPr/>
            <p:nvPr/>
          </p:nvSpPr>
          <p:spPr>
            <a:xfrm>
              <a:off x="4928539" y="2020392"/>
              <a:ext cx="2449132" cy="2298898"/>
            </a:xfrm>
            <a:prstGeom prst="pentagon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" name="Imagen 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3054B94B-CD79-0F7D-7A9E-79449742F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0444" y="2500383"/>
              <a:ext cx="1594297" cy="1315343"/>
            </a:xfrm>
            <a:prstGeom prst="rect">
              <a:avLst/>
            </a:prstGeom>
          </p:spPr>
        </p:pic>
      </p:grpSp>
      <p:sp>
        <p:nvSpPr>
          <p:cNvPr id="71" name="Elipse 70">
            <a:extLst>
              <a:ext uri="{FF2B5EF4-FFF2-40B4-BE49-F238E27FC236}">
                <a16:creationId xmlns:a16="http://schemas.microsoft.com/office/drawing/2014/main" id="{5A06D017-1CA9-026F-DCF8-6C98C2B4F50C}"/>
              </a:ext>
            </a:extLst>
          </p:cNvPr>
          <p:cNvSpPr/>
          <p:nvPr/>
        </p:nvSpPr>
        <p:spPr>
          <a:xfrm>
            <a:off x="6580475" y="1839211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8" name="Gráfico 107">
            <a:extLst>
              <a:ext uri="{FF2B5EF4-FFF2-40B4-BE49-F238E27FC236}">
                <a16:creationId xmlns:a16="http://schemas.microsoft.com/office/drawing/2014/main" id="{2B6E0A79-EF99-17A6-18AB-29FD654E32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60000">
            <a:off x="6689247" y="1949142"/>
            <a:ext cx="517427" cy="51742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7710FFD-BEE2-D163-FCE6-2F7AC14AB731}"/>
              </a:ext>
            </a:extLst>
          </p:cNvPr>
          <p:cNvSpPr txBox="1"/>
          <p:nvPr/>
        </p:nvSpPr>
        <p:spPr>
          <a:xfrm>
            <a:off x="11843828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884579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5328E-2BFC-1582-687C-CBF83EF3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22B8107B-1ADE-DCF9-E24F-5C4893E73D67}"/>
              </a:ext>
            </a:extLst>
          </p:cNvPr>
          <p:cNvSpPr/>
          <p:nvPr/>
        </p:nvSpPr>
        <p:spPr bwMode="auto">
          <a:xfrm rot="6492807">
            <a:off x="6345807" y="310358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B9AEACD9-10BD-4CBE-F469-018D41865AC6}"/>
              </a:ext>
            </a:extLst>
          </p:cNvPr>
          <p:cNvSpPr/>
          <p:nvPr/>
        </p:nvSpPr>
        <p:spPr bwMode="auto">
          <a:xfrm rot="6492807">
            <a:off x="3755705" y="305863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8F4CF1A8-4568-4B28-A870-2A03D64878CC}"/>
              </a:ext>
            </a:extLst>
          </p:cNvPr>
          <p:cNvSpPr/>
          <p:nvPr/>
        </p:nvSpPr>
        <p:spPr bwMode="auto">
          <a:xfrm rot="6492807">
            <a:off x="4878613" y="203327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00CEA231-81B5-C265-0684-48A722151EA3}"/>
              </a:ext>
            </a:extLst>
          </p:cNvPr>
          <p:cNvSpPr/>
          <p:nvPr/>
        </p:nvSpPr>
        <p:spPr bwMode="auto">
          <a:xfrm rot="6492807">
            <a:off x="4878613" y="203327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F45F4275-8CD8-6E98-6C6F-BDF45B60D300}"/>
              </a:ext>
            </a:extLst>
          </p:cNvPr>
          <p:cNvSpPr txBox="1"/>
          <p:nvPr/>
        </p:nvSpPr>
        <p:spPr>
          <a:xfrm rot="19452807">
            <a:off x="4042093" y="1130748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Management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B0BCEBB-5B8E-8059-A69A-62C30460BED7}"/>
              </a:ext>
            </a:extLst>
          </p:cNvPr>
          <p:cNvSpPr/>
          <p:nvPr/>
        </p:nvSpPr>
        <p:spPr>
          <a:xfrm rot="8652807">
            <a:off x="4568575" y="2055124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EB412752-89E8-0A76-2EB5-CA6E9B01C011}"/>
              </a:ext>
            </a:extLst>
          </p:cNvPr>
          <p:cNvSpPr/>
          <p:nvPr/>
        </p:nvSpPr>
        <p:spPr>
          <a:xfrm rot="12972807">
            <a:off x="6159720" y="2115367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5D6ED523-C24D-7523-2A4D-8E171EF557BD}"/>
              </a:ext>
            </a:extLst>
          </p:cNvPr>
          <p:cNvSpPr/>
          <p:nvPr/>
        </p:nvSpPr>
        <p:spPr>
          <a:xfrm rot="17292807">
            <a:off x="4851367" y="1712521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0449FF4A-F85B-DF7E-20D7-6D99B57CF77B}"/>
              </a:ext>
            </a:extLst>
          </p:cNvPr>
          <p:cNvSpPr/>
          <p:nvPr/>
        </p:nvSpPr>
        <p:spPr>
          <a:xfrm rot="17292807">
            <a:off x="6458888" y="1741062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7E6188B7-40EB-EC1F-779D-F4D58BF51463}"/>
              </a:ext>
            </a:extLst>
          </p:cNvPr>
          <p:cNvSpPr/>
          <p:nvPr/>
        </p:nvSpPr>
        <p:spPr>
          <a:xfrm rot="17292807">
            <a:off x="4651642" y="1946785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7196AADE-5578-9927-813D-BF9F555DC21A}"/>
              </a:ext>
            </a:extLst>
          </p:cNvPr>
          <p:cNvGrpSpPr/>
          <p:nvPr/>
        </p:nvGrpSpPr>
        <p:grpSpPr>
          <a:xfrm rot="17292807">
            <a:off x="4784116" y="2079148"/>
            <a:ext cx="2557171" cy="2387324"/>
            <a:chOff x="4928539" y="2020392"/>
            <a:chExt cx="2449132" cy="2298898"/>
          </a:xfrm>
        </p:grpSpPr>
        <p:sp>
          <p:nvSpPr>
            <p:cNvPr id="18" name="Pentágono regular 17">
              <a:extLst>
                <a:ext uri="{FF2B5EF4-FFF2-40B4-BE49-F238E27FC236}">
                  <a16:creationId xmlns:a16="http://schemas.microsoft.com/office/drawing/2014/main" id="{BBB4074D-F80C-6D6F-CAD6-4EF72FA35BA7}"/>
                </a:ext>
              </a:extLst>
            </p:cNvPr>
            <p:cNvSpPr/>
            <p:nvPr/>
          </p:nvSpPr>
          <p:spPr>
            <a:xfrm>
              <a:off x="4928539" y="2020392"/>
              <a:ext cx="2449132" cy="2298898"/>
            </a:xfrm>
            <a:prstGeom prst="pentagon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" name="Imagen 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CFFC014E-CB6A-4D0E-8212-FAA1B000D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0444" y="2500383"/>
              <a:ext cx="1594297" cy="1315343"/>
            </a:xfrm>
            <a:prstGeom prst="rect">
              <a:avLst/>
            </a:prstGeom>
          </p:spPr>
        </p:pic>
      </p:grpSp>
      <p:sp>
        <p:nvSpPr>
          <p:cNvPr id="71" name="Elipse 70">
            <a:extLst>
              <a:ext uri="{FF2B5EF4-FFF2-40B4-BE49-F238E27FC236}">
                <a16:creationId xmlns:a16="http://schemas.microsoft.com/office/drawing/2014/main" id="{E1B878A1-463E-A79C-AF82-3592A3C0EEF8}"/>
              </a:ext>
            </a:extLst>
          </p:cNvPr>
          <p:cNvSpPr/>
          <p:nvPr/>
        </p:nvSpPr>
        <p:spPr>
          <a:xfrm rot="17292807">
            <a:off x="5045233" y="1899340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B5DA4207-8FFB-33C4-5CB8-C94E32ADDCFC}"/>
              </a:ext>
            </a:extLst>
          </p:cNvPr>
          <p:cNvSpPr txBox="1"/>
          <p:nvPr/>
        </p:nvSpPr>
        <p:spPr>
          <a:xfrm rot="2412807">
            <a:off x="6776321" y="1150043"/>
            <a:ext cx="1765227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8446AD21-B2D4-1337-27C3-0D9145398E0F}"/>
              </a:ext>
            </a:extLst>
          </p:cNvPr>
          <p:cNvSpPr/>
          <p:nvPr/>
        </p:nvSpPr>
        <p:spPr>
          <a:xfrm rot="17292807">
            <a:off x="6652754" y="1927882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5" name="Gráfico 104">
            <a:extLst>
              <a:ext uri="{FF2B5EF4-FFF2-40B4-BE49-F238E27FC236}">
                <a16:creationId xmlns:a16="http://schemas.microsoft.com/office/drawing/2014/main" id="{3D98AE98-C3F2-A5FE-A52E-25B4A976CE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412807">
            <a:off x="6788285" y="2019257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401465E9-3584-2AC8-8767-AB3F283BF3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452807">
            <a:off x="5157070" y="1996218"/>
            <a:ext cx="517427" cy="51742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BA82439-2B89-84AF-4286-267955D2BFE7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6664586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DD7C0-A73B-507F-522A-7599CFEF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BA5255E9-2B1D-D8D9-E246-A562D3D37B3C}"/>
              </a:ext>
            </a:extLst>
          </p:cNvPr>
          <p:cNvSpPr/>
          <p:nvPr/>
        </p:nvSpPr>
        <p:spPr bwMode="auto">
          <a:xfrm rot="2150281">
            <a:off x="5653130" y="757699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67124A9B-F2E1-3D56-6526-435133170E0D}"/>
              </a:ext>
            </a:extLst>
          </p:cNvPr>
          <p:cNvSpPr/>
          <p:nvPr/>
        </p:nvSpPr>
        <p:spPr bwMode="auto">
          <a:xfrm rot="2150281">
            <a:off x="4100536" y="124506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C4238A7C-F51A-BBDC-69CD-A0431B83C146}"/>
              </a:ext>
            </a:extLst>
          </p:cNvPr>
          <p:cNvSpPr/>
          <p:nvPr/>
        </p:nvSpPr>
        <p:spPr bwMode="auto">
          <a:xfrm rot="2150281">
            <a:off x="2813843" y="2577976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EE0FA13A-32ED-FCFB-A392-9C0A02D8FBF3}"/>
              </a:ext>
            </a:extLst>
          </p:cNvPr>
          <p:cNvSpPr/>
          <p:nvPr/>
        </p:nvSpPr>
        <p:spPr bwMode="auto">
          <a:xfrm rot="2150281">
            <a:off x="4925591" y="2026434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74CA476C-265A-5075-F45E-B0310C48E686}"/>
              </a:ext>
            </a:extLst>
          </p:cNvPr>
          <p:cNvSpPr/>
          <p:nvPr/>
        </p:nvSpPr>
        <p:spPr bwMode="auto">
          <a:xfrm rot="2150281">
            <a:off x="4925591" y="2026434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17CFEFB6-E219-2D72-F487-891C2EA421DE}"/>
              </a:ext>
            </a:extLst>
          </p:cNvPr>
          <p:cNvSpPr txBox="1"/>
          <p:nvPr/>
        </p:nvSpPr>
        <p:spPr>
          <a:xfrm rot="15110281">
            <a:off x="3225129" y="3627748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Management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11E7CA0A-1E18-CB38-3E28-E8163745FDE0}"/>
              </a:ext>
            </a:extLst>
          </p:cNvPr>
          <p:cNvSpPr/>
          <p:nvPr/>
        </p:nvSpPr>
        <p:spPr>
          <a:xfrm rot="12950281">
            <a:off x="4772081" y="1863374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E858F308-0E5B-0DE7-E143-39009A08CC14}"/>
              </a:ext>
            </a:extLst>
          </p:cNvPr>
          <p:cNvSpPr/>
          <p:nvPr/>
        </p:nvSpPr>
        <p:spPr>
          <a:xfrm rot="4310281">
            <a:off x="4098739" y="3565769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FA8C8249-F1C1-00BF-1319-56C393DB5E69}"/>
              </a:ext>
            </a:extLst>
          </p:cNvPr>
          <p:cNvSpPr/>
          <p:nvPr/>
        </p:nvSpPr>
        <p:spPr>
          <a:xfrm rot="8630281">
            <a:off x="4605465" y="2091292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58D204A2-506F-D49D-BFA6-D26D4051F01D}"/>
              </a:ext>
            </a:extLst>
          </p:cNvPr>
          <p:cNvSpPr/>
          <p:nvPr/>
        </p:nvSpPr>
        <p:spPr>
          <a:xfrm rot="12950281">
            <a:off x="6163936" y="2099576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E72FABA0-83C5-B161-33D8-0A19152B2A78}"/>
              </a:ext>
            </a:extLst>
          </p:cNvPr>
          <p:cNvSpPr/>
          <p:nvPr/>
        </p:nvSpPr>
        <p:spPr>
          <a:xfrm rot="12950281">
            <a:off x="4419591" y="3200391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85719A3D-6175-574F-A090-995C8AFD2289}"/>
              </a:ext>
            </a:extLst>
          </p:cNvPr>
          <p:cNvSpPr/>
          <p:nvPr/>
        </p:nvSpPr>
        <p:spPr>
          <a:xfrm rot="12950281">
            <a:off x="4933515" y="1676967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14CA170F-3786-FDC5-E115-F2BC158EE326}"/>
              </a:ext>
            </a:extLst>
          </p:cNvPr>
          <p:cNvSpPr/>
          <p:nvPr/>
        </p:nvSpPr>
        <p:spPr>
          <a:xfrm rot="12950281">
            <a:off x="6409481" y="1697058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DC0F7960-BC67-3EEA-6F84-0D22DFFE9A51}"/>
              </a:ext>
            </a:extLst>
          </p:cNvPr>
          <p:cNvSpPr/>
          <p:nvPr/>
        </p:nvSpPr>
        <p:spPr>
          <a:xfrm rot="12950281">
            <a:off x="4725607" y="2105636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EF848324-E62A-536D-4147-C144EF86C2CF}"/>
              </a:ext>
            </a:extLst>
          </p:cNvPr>
          <p:cNvGrpSpPr/>
          <p:nvPr/>
        </p:nvGrpSpPr>
        <p:grpSpPr>
          <a:xfrm rot="12950281">
            <a:off x="4856669" y="2215827"/>
            <a:ext cx="2557171" cy="2387324"/>
            <a:chOff x="4928539" y="2020392"/>
            <a:chExt cx="2449132" cy="2298898"/>
          </a:xfrm>
        </p:grpSpPr>
        <p:sp>
          <p:nvSpPr>
            <p:cNvPr id="18" name="Pentágono regular 17">
              <a:extLst>
                <a:ext uri="{FF2B5EF4-FFF2-40B4-BE49-F238E27FC236}">
                  <a16:creationId xmlns:a16="http://schemas.microsoft.com/office/drawing/2014/main" id="{E8FDB0BA-B7A0-FFBF-6568-F96F846F1516}"/>
                </a:ext>
              </a:extLst>
            </p:cNvPr>
            <p:cNvSpPr/>
            <p:nvPr/>
          </p:nvSpPr>
          <p:spPr>
            <a:xfrm>
              <a:off x="4928539" y="2020392"/>
              <a:ext cx="2449132" cy="2298898"/>
            </a:xfrm>
            <a:prstGeom prst="pentagon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" name="Imagen 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0A3194DB-F234-E431-44D1-0104814DD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0444" y="2500383"/>
              <a:ext cx="1594297" cy="1315343"/>
            </a:xfrm>
            <a:prstGeom prst="rect">
              <a:avLst/>
            </a:prstGeom>
          </p:spPr>
        </p:pic>
      </p:grpSp>
      <p:sp>
        <p:nvSpPr>
          <p:cNvPr id="71" name="Elipse 70">
            <a:extLst>
              <a:ext uri="{FF2B5EF4-FFF2-40B4-BE49-F238E27FC236}">
                <a16:creationId xmlns:a16="http://schemas.microsoft.com/office/drawing/2014/main" id="{889FA190-8D78-BF5B-8D10-E9F88DCC6264}"/>
              </a:ext>
            </a:extLst>
          </p:cNvPr>
          <p:cNvSpPr/>
          <p:nvPr/>
        </p:nvSpPr>
        <p:spPr>
          <a:xfrm rot="12950281">
            <a:off x="4610289" y="3369240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7EFDB284-E41D-D83D-8725-D54E0831C448}"/>
              </a:ext>
            </a:extLst>
          </p:cNvPr>
          <p:cNvSpPr txBox="1"/>
          <p:nvPr/>
        </p:nvSpPr>
        <p:spPr>
          <a:xfrm rot="19670281">
            <a:off x="4050149" y="998677"/>
            <a:ext cx="1765227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7A7A6677-C976-6CFF-B854-FCD344542CFF}"/>
              </a:ext>
            </a:extLst>
          </p:cNvPr>
          <p:cNvSpPr/>
          <p:nvPr/>
        </p:nvSpPr>
        <p:spPr>
          <a:xfrm rot="12950281">
            <a:off x="5124213" y="1845816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BC2580D9-0A51-AAC1-CDDE-3A5B02A02B41}"/>
              </a:ext>
            </a:extLst>
          </p:cNvPr>
          <p:cNvSpPr/>
          <p:nvPr/>
        </p:nvSpPr>
        <p:spPr>
          <a:xfrm rot="12950281">
            <a:off x="6600179" y="1865908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FCE15173-413F-1118-D243-19187E38E807}"/>
              </a:ext>
            </a:extLst>
          </p:cNvPr>
          <p:cNvSpPr txBox="1"/>
          <p:nvPr/>
        </p:nvSpPr>
        <p:spPr>
          <a:xfrm rot="2150281">
            <a:off x="6836741" y="1122999"/>
            <a:ext cx="1388522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</p:txBody>
      </p:sp>
      <p:pic>
        <p:nvPicPr>
          <p:cNvPr id="103" name="Gráfico 102">
            <a:extLst>
              <a:ext uri="{FF2B5EF4-FFF2-40B4-BE49-F238E27FC236}">
                <a16:creationId xmlns:a16="http://schemas.microsoft.com/office/drawing/2014/main" id="{BE562FAD-AF66-3181-A749-BCDAD0D38C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50281">
            <a:off x="6711030" y="1960999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36B3F561-BDBC-8FE7-7215-96792FF3FC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670281">
            <a:off x="5222985" y="1933641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9C4C9325-E78B-7FD0-FFAB-41471CFC4E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5110281">
            <a:off x="4710568" y="3459136"/>
            <a:ext cx="517427" cy="51742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EA77022-20A9-F174-D6C8-03095A0A1382}"/>
              </a:ext>
            </a:extLst>
          </p:cNvPr>
          <p:cNvSpPr txBox="1"/>
          <p:nvPr/>
        </p:nvSpPr>
        <p:spPr>
          <a:xfrm>
            <a:off x="11843828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478126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B8023-27A8-654F-0C58-47DDA41D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99E9869E-CDE3-9AFD-736A-F7F04B205736}"/>
              </a:ext>
            </a:extLst>
          </p:cNvPr>
          <p:cNvSpPr/>
          <p:nvPr/>
        </p:nvSpPr>
        <p:spPr bwMode="auto">
          <a:xfrm rot="19462802">
            <a:off x="3502676" y="710234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71">
            <a:extLst>
              <a:ext uri="{FF2B5EF4-FFF2-40B4-BE49-F238E27FC236}">
                <a16:creationId xmlns:a16="http://schemas.microsoft.com/office/drawing/2014/main" id="{3F90C4D3-CBB0-E15E-F172-FF75DBF60B65}"/>
              </a:ext>
            </a:extLst>
          </p:cNvPr>
          <p:cNvSpPr/>
          <p:nvPr/>
        </p:nvSpPr>
        <p:spPr bwMode="auto">
          <a:xfrm rot="19462802">
            <a:off x="6109282" y="61877"/>
            <a:ext cx="2189012" cy="3121694"/>
          </a:xfrm>
          <a:custGeom>
            <a:avLst/>
            <a:gdLst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7303 w 2023871"/>
              <a:gd name="connsiteY6" fmla="*/ 1873307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26868 w 2023871"/>
              <a:gd name="connsiteY5" fmla="*/ 2054966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3871" h="2888762">
                <a:moveTo>
                  <a:pt x="979889" y="0"/>
                </a:moveTo>
                <a:cubicBezTo>
                  <a:pt x="1860735" y="675631"/>
                  <a:pt x="2230953" y="1826240"/>
                  <a:pt x="1909372" y="2888762"/>
                </a:cubicBezTo>
                <a:lnTo>
                  <a:pt x="387277" y="2428087"/>
                </a:lnTo>
                <a:lnTo>
                  <a:pt x="401942" y="2371051"/>
                </a:lnTo>
                <a:lnTo>
                  <a:pt x="398382" y="2380612"/>
                </a:lnTo>
                <a:lnTo>
                  <a:pt x="126868" y="2054966"/>
                </a:lnTo>
                <a:cubicBezTo>
                  <a:pt x="114632" y="1996794"/>
                  <a:pt x="121445" y="1979103"/>
                  <a:pt x="94922" y="1878069"/>
                </a:cubicBezTo>
                <a:lnTo>
                  <a:pt x="15918" y="1907805"/>
                </a:lnTo>
                <a:lnTo>
                  <a:pt x="46704" y="1312796"/>
                </a:lnTo>
                <a:lnTo>
                  <a:pt x="44660" y="1310916"/>
                </a:lnTo>
                <a:lnTo>
                  <a:pt x="0" y="1277520"/>
                </a:lnTo>
                <a:lnTo>
                  <a:pt x="979889" y="0"/>
                </a:lnTo>
                <a:close/>
              </a:path>
            </a:pathLst>
          </a:custGeom>
          <a:solidFill>
            <a:srgbClr val="B5372D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3819DF15-CE2D-0AB3-40F9-13035B141A42}"/>
              </a:ext>
            </a:extLst>
          </p:cNvPr>
          <p:cNvSpPr/>
          <p:nvPr/>
        </p:nvSpPr>
        <p:spPr bwMode="auto">
          <a:xfrm rot="19462802">
            <a:off x="3204388" y="2159522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8D0270BB-53E9-5599-1C95-BA2596375DED}"/>
              </a:ext>
            </a:extLst>
          </p:cNvPr>
          <p:cNvSpPr/>
          <p:nvPr/>
        </p:nvSpPr>
        <p:spPr bwMode="auto">
          <a:xfrm rot="19462802">
            <a:off x="4676327" y="4128848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3B6533DA-3F2A-A072-B7A6-9E3FA3131399}"/>
              </a:ext>
            </a:extLst>
          </p:cNvPr>
          <p:cNvSpPr/>
          <p:nvPr/>
        </p:nvSpPr>
        <p:spPr bwMode="auto">
          <a:xfrm rot="19462802">
            <a:off x="4901446" y="196129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3C15038C-510E-794D-7BB7-D0AE68107BF2}"/>
              </a:ext>
            </a:extLst>
          </p:cNvPr>
          <p:cNvSpPr/>
          <p:nvPr/>
        </p:nvSpPr>
        <p:spPr bwMode="auto">
          <a:xfrm rot="19462802">
            <a:off x="4901446" y="196129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C49E9E85-653D-FA7E-FD6D-8CE912A0B633}"/>
              </a:ext>
            </a:extLst>
          </p:cNvPr>
          <p:cNvSpPr txBox="1"/>
          <p:nvPr/>
        </p:nvSpPr>
        <p:spPr>
          <a:xfrm rot="10822802">
            <a:off x="5289804" y="5143525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Management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EEE9B889-EDE1-FCC6-E24F-BED9BC3EABD7}"/>
              </a:ext>
            </a:extLst>
          </p:cNvPr>
          <p:cNvSpPr/>
          <p:nvPr/>
        </p:nvSpPr>
        <p:spPr>
          <a:xfrm rot="22802">
            <a:off x="5342635" y="4452382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D817CE93-6EBD-A553-E77F-F2BA41F1A729}"/>
              </a:ext>
            </a:extLst>
          </p:cNvPr>
          <p:cNvSpPr/>
          <p:nvPr/>
        </p:nvSpPr>
        <p:spPr>
          <a:xfrm rot="4342802">
            <a:off x="4073551" y="3526300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C12EAE8-4871-A87B-58FF-622CBDB5E357}"/>
              </a:ext>
            </a:extLst>
          </p:cNvPr>
          <p:cNvSpPr/>
          <p:nvPr/>
        </p:nvSpPr>
        <p:spPr>
          <a:xfrm rot="8662802">
            <a:off x="4576999" y="2051362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CC9CED14-B8F5-0C8A-D2D2-35C9A7D51CF3}"/>
              </a:ext>
            </a:extLst>
          </p:cNvPr>
          <p:cNvSpPr/>
          <p:nvPr/>
        </p:nvSpPr>
        <p:spPr>
          <a:xfrm rot="12982802">
            <a:off x="6163071" y="1994087"/>
            <a:ext cx="1652512" cy="322444"/>
          </a:xfrm>
          <a:prstGeom prst="rect">
            <a:avLst/>
          </a:prstGeom>
          <a:solidFill>
            <a:srgbClr val="B5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79D08712-8E71-164C-7B4D-8B8312143016}"/>
              </a:ext>
            </a:extLst>
          </p:cNvPr>
          <p:cNvSpPr/>
          <p:nvPr/>
        </p:nvSpPr>
        <p:spPr>
          <a:xfrm rot="8662802">
            <a:off x="5653758" y="4044229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29284E2C-7403-3B74-F322-3ACC4F7B4F1D}"/>
              </a:ext>
            </a:extLst>
          </p:cNvPr>
          <p:cNvSpPr/>
          <p:nvPr/>
        </p:nvSpPr>
        <p:spPr>
          <a:xfrm rot="8662802">
            <a:off x="4372842" y="3072534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EB769C7F-C69D-200F-4FDF-CDF22A9AC35B}"/>
              </a:ext>
            </a:extLst>
          </p:cNvPr>
          <p:cNvSpPr/>
          <p:nvPr/>
        </p:nvSpPr>
        <p:spPr>
          <a:xfrm rot="8662802">
            <a:off x="4861248" y="1679573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718BB2C8-153A-4100-3F82-A2D52C2E05A0}"/>
              </a:ext>
            </a:extLst>
          </p:cNvPr>
          <p:cNvSpPr/>
          <p:nvPr/>
        </p:nvSpPr>
        <p:spPr>
          <a:xfrm rot="8662802">
            <a:off x="6416127" y="1666737"/>
            <a:ext cx="1080000" cy="1080000"/>
          </a:xfrm>
          <a:prstGeom prst="ellipse">
            <a:avLst/>
          </a:prstGeom>
          <a:solidFill>
            <a:srgbClr val="78241E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8BB1A060-2FB8-5270-D75C-3CB4DD9AFBF6}"/>
              </a:ext>
            </a:extLst>
          </p:cNvPr>
          <p:cNvSpPr/>
          <p:nvPr/>
        </p:nvSpPr>
        <p:spPr>
          <a:xfrm rot="8662802">
            <a:off x="4865526" y="2065992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19D1259D-8ABF-7C87-B30B-10A0D4E08FF8}"/>
              </a:ext>
            </a:extLst>
          </p:cNvPr>
          <p:cNvGrpSpPr/>
          <p:nvPr/>
        </p:nvGrpSpPr>
        <p:grpSpPr>
          <a:xfrm rot="8662802">
            <a:off x="4975309" y="2170705"/>
            <a:ext cx="2557171" cy="2387324"/>
            <a:chOff x="4928539" y="2020392"/>
            <a:chExt cx="2449132" cy="2298898"/>
          </a:xfrm>
        </p:grpSpPr>
        <p:sp>
          <p:nvSpPr>
            <p:cNvPr id="18" name="Pentágono regular 17">
              <a:extLst>
                <a:ext uri="{FF2B5EF4-FFF2-40B4-BE49-F238E27FC236}">
                  <a16:creationId xmlns:a16="http://schemas.microsoft.com/office/drawing/2014/main" id="{71FDD097-E059-6D2F-9491-FAC85F5D8BF5}"/>
                </a:ext>
              </a:extLst>
            </p:cNvPr>
            <p:cNvSpPr/>
            <p:nvPr/>
          </p:nvSpPr>
          <p:spPr>
            <a:xfrm>
              <a:off x="4928539" y="2020392"/>
              <a:ext cx="2449132" cy="2298898"/>
            </a:xfrm>
            <a:prstGeom prst="pentagon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" name="Imagen 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4CC13D2E-11C9-476E-7924-8240E281D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0444" y="2500383"/>
              <a:ext cx="1594297" cy="1315343"/>
            </a:xfrm>
            <a:prstGeom prst="rect">
              <a:avLst/>
            </a:prstGeom>
          </p:spPr>
        </p:pic>
      </p:grpSp>
      <p:sp>
        <p:nvSpPr>
          <p:cNvPr id="71" name="Elipse 70">
            <a:extLst>
              <a:ext uri="{FF2B5EF4-FFF2-40B4-BE49-F238E27FC236}">
                <a16:creationId xmlns:a16="http://schemas.microsoft.com/office/drawing/2014/main" id="{46960B1D-6B2D-08AA-1FAE-3E48EB7C1193}"/>
              </a:ext>
            </a:extLst>
          </p:cNvPr>
          <p:cNvSpPr/>
          <p:nvPr/>
        </p:nvSpPr>
        <p:spPr>
          <a:xfrm rot="8662802">
            <a:off x="5826589" y="4210541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734E5D75-2E6F-08A9-1B8E-5A08677F852A}"/>
              </a:ext>
            </a:extLst>
          </p:cNvPr>
          <p:cNvSpPr txBox="1"/>
          <p:nvPr/>
        </p:nvSpPr>
        <p:spPr>
          <a:xfrm rot="15382802">
            <a:off x="3038791" y="3496411"/>
            <a:ext cx="1765227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DB439838-2C4B-2301-33D9-96551B8D9183}"/>
              </a:ext>
            </a:extLst>
          </p:cNvPr>
          <p:cNvSpPr/>
          <p:nvPr/>
        </p:nvSpPr>
        <p:spPr>
          <a:xfrm rot="8662802">
            <a:off x="4545673" y="3238845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5E52DFD4-93EA-A059-3FE7-14580945826D}"/>
              </a:ext>
            </a:extLst>
          </p:cNvPr>
          <p:cNvSpPr/>
          <p:nvPr/>
        </p:nvSpPr>
        <p:spPr>
          <a:xfrm rot="8662802">
            <a:off x="5034079" y="1845885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816685E3-04A5-AD76-C0C2-C7CEDBDCD6EB}"/>
              </a:ext>
            </a:extLst>
          </p:cNvPr>
          <p:cNvSpPr txBox="1"/>
          <p:nvPr/>
        </p:nvSpPr>
        <p:spPr>
          <a:xfrm rot="19462802">
            <a:off x="4171252" y="1072578"/>
            <a:ext cx="1388522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DACFB273-67EC-21B1-3E2F-952B31EDA8A3}"/>
              </a:ext>
            </a:extLst>
          </p:cNvPr>
          <p:cNvSpPr/>
          <p:nvPr/>
        </p:nvSpPr>
        <p:spPr>
          <a:xfrm rot="8662802">
            <a:off x="6588957" y="1833049"/>
            <a:ext cx="720000" cy="720000"/>
          </a:xfrm>
          <a:prstGeom prst="ellipse">
            <a:avLst/>
          </a:prstGeom>
          <a:solidFill>
            <a:srgbClr val="B5372D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5">
            <a:extLst>
              <a:ext uri="{FF2B5EF4-FFF2-40B4-BE49-F238E27FC236}">
                <a16:creationId xmlns:a16="http://schemas.microsoft.com/office/drawing/2014/main" id="{9115A789-CBF5-66A2-9722-CBEDAF6C670C}"/>
              </a:ext>
            </a:extLst>
          </p:cNvPr>
          <p:cNvSpPr txBox="1"/>
          <p:nvPr/>
        </p:nvSpPr>
        <p:spPr>
          <a:xfrm rot="1942802">
            <a:off x="6800861" y="1137010"/>
            <a:ext cx="144943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Integration</a:t>
            </a:r>
          </a:p>
        </p:txBody>
      </p:sp>
      <p:pic>
        <p:nvPicPr>
          <p:cNvPr id="99" name="Gráfico 98">
            <a:extLst>
              <a:ext uri="{FF2B5EF4-FFF2-40B4-BE49-F238E27FC236}">
                <a16:creationId xmlns:a16="http://schemas.microsoft.com/office/drawing/2014/main" id="{DB480020-7096-31A3-AF0F-0FBF88B242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662802">
            <a:off x="6754766" y="1997071"/>
            <a:ext cx="375674" cy="375674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E1F2EAFA-F941-6809-2EB7-5E99EBB8D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462802">
            <a:off x="5132693" y="1935152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0D586955-6591-C9E2-E686-DF839D1C24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5382802">
            <a:off x="4629820" y="3360139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F79727F3-0F5A-24E8-B800-261C14095A6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22802">
            <a:off x="5916756" y="4309160"/>
            <a:ext cx="517427" cy="51742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15FAD1E-32F3-2816-D12F-FED4F64E3703}"/>
              </a:ext>
            </a:extLst>
          </p:cNvPr>
          <p:cNvSpPr txBox="1"/>
          <p:nvPr/>
        </p:nvSpPr>
        <p:spPr>
          <a:xfrm>
            <a:off x="11843828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953404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9851B-CB11-8D45-1CF1-546DB0DB2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A3103C0C-F157-6F6C-EAD1-0871B9593A16}"/>
              </a:ext>
            </a:extLst>
          </p:cNvPr>
          <p:cNvSpPr/>
          <p:nvPr/>
        </p:nvSpPr>
        <p:spPr bwMode="auto">
          <a:xfrm rot="15076377">
            <a:off x="2820108" y="2768823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71">
            <a:extLst>
              <a:ext uri="{FF2B5EF4-FFF2-40B4-BE49-F238E27FC236}">
                <a16:creationId xmlns:a16="http://schemas.microsoft.com/office/drawing/2014/main" id="{51EFB128-929F-F0F1-542E-9287258CEC8B}"/>
              </a:ext>
            </a:extLst>
          </p:cNvPr>
          <p:cNvSpPr/>
          <p:nvPr/>
        </p:nvSpPr>
        <p:spPr bwMode="auto">
          <a:xfrm rot="15076377">
            <a:off x="3792912" y="243352"/>
            <a:ext cx="2189012" cy="3121694"/>
          </a:xfrm>
          <a:custGeom>
            <a:avLst/>
            <a:gdLst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7303 w 2023871"/>
              <a:gd name="connsiteY6" fmla="*/ 1873307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26868 w 2023871"/>
              <a:gd name="connsiteY5" fmla="*/ 2054966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3871" h="2888762">
                <a:moveTo>
                  <a:pt x="979889" y="0"/>
                </a:moveTo>
                <a:cubicBezTo>
                  <a:pt x="1860735" y="675631"/>
                  <a:pt x="2230953" y="1826240"/>
                  <a:pt x="1909372" y="2888762"/>
                </a:cubicBezTo>
                <a:lnTo>
                  <a:pt x="387277" y="2428087"/>
                </a:lnTo>
                <a:lnTo>
                  <a:pt x="401942" y="2371051"/>
                </a:lnTo>
                <a:lnTo>
                  <a:pt x="398382" y="2380612"/>
                </a:lnTo>
                <a:lnTo>
                  <a:pt x="126868" y="2054966"/>
                </a:lnTo>
                <a:cubicBezTo>
                  <a:pt x="114632" y="1996794"/>
                  <a:pt x="121445" y="1979103"/>
                  <a:pt x="94922" y="1878069"/>
                </a:cubicBezTo>
                <a:lnTo>
                  <a:pt x="15918" y="1907805"/>
                </a:lnTo>
                <a:lnTo>
                  <a:pt x="46704" y="1312796"/>
                </a:lnTo>
                <a:lnTo>
                  <a:pt x="44660" y="1310916"/>
                </a:lnTo>
                <a:lnTo>
                  <a:pt x="0" y="1277520"/>
                </a:lnTo>
                <a:lnTo>
                  <a:pt x="979889" y="0"/>
                </a:lnTo>
                <a:close/>
              </a:path>
            </a:pathLst>
          </a:custGeom>
          <a:solidFill>
            <a:srgbClr val="B5372D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C3C871F6-190D-1E8C-ACDA-DC4F94823E7D}"/>
              </a:ext>
            </a:extLst>
          </p:cNvPr>
          <p:cNvSpPr/>
          <p:nvPr/>
        </p:nvSpPr>
        <p:spPr bwMode="auto">
          <a:xfrm rot="15076377">
            <a:off x="4934317" y="3645880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052EA613-C6A5-835F-27F6-20300316F179}"/>
              </a:ext>
            </a:extLst>
          </p:cNvPr>
          <p:cNvSpPr/>
          <p:nvPr/>
        </p:nvSpPr>
        <p:spPr bwMode="auto">
          <a:xfrm rot="15076377">
            <a:off x="6792121" y="2784852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72">
            <a:extLst>
              <a:ext uri="{FF2B5EF4-FFF2-40B4-BE49-F238E27FC236}">
                <a16:creationId xmlns:a16="http://schemas.microsoft.com/office/drawing/2014/main" id="{E9B2391C-A2F0-EF0A-3BF9-A9A59E297455}"/>
              </a:ext>
            </a:extLst>
          </p:cNvPr>
          <p:cNvSpPr/>
          <p:nvPr/>
        </p:nvSpPr>
        <p:spPr bwMode="auto">
          <a:xfrm rot="15076377">
            <a:off x="5914061" y="187541"/>
            <a:ext cx="2676121" cy="2488033"/>
          </a:xfrm>
          <a:custGeom>
            <a:avLst/>
            <a:gdLst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71289 w 2474232"/>
              <a:gd name="connsiteY5" fmla="*/ 362322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4232" h="2302383">
                <a:moveTo>
                  <a:pt x="977082" y="0"/>
                </a:moveTo>
                <a:lnTo>
                  <a:pt x="2474232" y="536250"/>
                </a:lnTo>
                <a:cubicBezTo>
                  <a:pt x="2105680" y="1565207"/>
                  <a:pt x="1146625" y="2265148"/>
                  <a:pt x="54290" y="2302383"/>
                </a:cubicBezTo>
                <a:lnTo>
                  <a:pt x="0" y="709687"/>
                </a:lnTo>
                <a:lnTo>
                  <a:pt x="44232" y="707454"/>
                </a:lnTo>
                <a:lnTo>
                  <a:pt x="261764" y="350416"/>
                </a:lnTo>
                <a:cubicBezTo>
                  <a:pt x="311327" y="321494"/>
                  <a:pt x="320408" y="330672"/>
                  <a:pt x="410453" y="263650"/>
                </a:cubicBezTo>
                <a:lnTo>
                  <a:pt x="374461" y="208352"/>
                </a:lnTo>
                <a:lnTo>
                  <a:pt x="956206" y="57038"/>
                </a:lnTo>
                <a:lnTo>
                  <a:pt x="977082" y="0"/>
                </a:lnTo>
                <a:close/>
              </a:path>
            </a:pathLst>
          </a:custGeom>
          <a:solidFill>
            <a:srgbClr val="425166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1EAA29FA-2A7A-34EE-8A99-A275B1B0EC4A}"/>
              </a:ext>
            </a:extLst>
          </p:cNvPr>
          <p:cNvSpPr/>
          <p:nvPr/>
        </p:nvSpPr>
        <p:spPr bwMode="auto">
          <a:xfrm rot="15076377">
            <a:off x="4861672" y="194863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3" name="Circle: Hollow 10">
            <a:extLst>
              <a:ext uri="{FF2B5EF4-FFF2-40B4-BE49-F238E27FC236}">
                <a16:creationId xmlns:a16="http://schemas.microsoft.com/office/drawing/2014/main" id="{90B58342-F164-5BAA-A0A2-5CFFF5B3BD1A}"/>
              </a:ext>
            </a:extLst>
          </p:cNvPr>
          <p:cNvSpPr/>
          <p:nvPr/>
        </p:nvSpPr>
        <p:spPr bwMode="auto">
          <a:xfrm rot="15076377">
            <a:off x="4700107" y="1787214"/>
            <a:ext cx="2913066" cy="2910472"/>
          </a:xfrm>
          <a:prstGeom prst="donut">
            <a:avLst>
              <a:gd name="adj" fmla="val 5846"/>
            </a:avLst>
          </a:prstGeom>
          <a:solidFill>
            <a:schemeClr val="accent2">
              <a:lumMod val="50000"/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7936BC1A-455C-F746-89BA-E4AB02574D20}"/>
              </a:ext>
            </a:extLst>
          </p:cNvPr>
          <p:cNvSpPr/>
          <p:nvPr/>
        </p:nvSpPr>
        <p:spPr bwMode="auto">
          <a:xfrm rot="15076377">
            <a:off x="4861672" y="194863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A6E3ED8B-CA22-0B61-162B-F39F9688BADF}"/>
              </a:ext>
            </a:extLst>
          </p:cNvPr>
          <p:cNvSpPr txBox="1"/>
          <p:nvPr/>
        </p:nvSpPr>
        <p:spPr>
          <a:xfrm rot="6436377">
            <a:off x="7434259" y="3592203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Management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C0522096-237A-A8FA-E4DD-F8073467EFD1}"/>
              </a:ext>
            </a:extLst>
          </p:cNvPr>
          <p:cNvSpPr/>
          <p:nvPr/>
        </p:nvSpPr>
        <p:spPr>
          <a:xfrm rot="4276377">
            <a:off x="4697755" y="1808798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91C39DF6-7019-10C5-D8FA-02814870816F}"/>
              </a:ext>
            </a:extLst>
          </p:cNvPr>
          <p:cNvSpPr/>
          <p:nvPr/>
        </p:nvSpPr>
        <p:spPr>
          <a:xfrm rot="17236377">
            <a:off x="6621088" y="3503188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4E9FB75C-CC77-972D-7728-01C2FEC69452}"/>
              </a:ext>
            </a:extLst>
          </p:cNvPr>
          <p:cNvSpPr/>
          <p:nvPr/>
        </p:nvSpPr>
        <p:spPr>
          <a:xfrm rot="21556377">
            <a:off x="5333608" y="4472563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B84D2BC5-9BBF-FB8B-8D13-09AF71F6F8AA}"/>
              </a:ext>
            </a:extLst>
          </p:cNvPr>
          <p:cNvSpPr/>
          <p:nvPr/>
        </p:nvSpPr>
        <p:spPr>
          <a:xfrm rot="4276377">
            <a:off x="4068608" y="3562246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EDE2AD64-7252-8E0B-0C77-F2DC9282EECB}"/>
              </a:ext>
            </a:extLst>
          </p:cNvPr>
          <p:cNvSpPr/>
          <p:nvPr/>
        </p:nvSpPr>
        <p:spPr>
          <a:xfrm rot="8596377">
            <a:off x="4508447" y="2002944"/>
            <a:ext cx="1652512" cy="322444"/>
          </a:xfrm>
          <a:prstGeom prst="rect">
            <a:avLst/>
          </a:prstGeom>
          <a:solidFill>
            <a:srgbClr val="B5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4CD43A76-23E9-699B-AB67-562B1ACA559A}"/>
              </a:ext>
            </a:extLst>
          </p:cNvPr>
          <p:cNvSpPr/>
          <p:nvPr/>
        </p:nvSpPr>
        <p:spPr>
          <a:xfrm rot="12916377">
            <a:off x="6104369" y="1983525"/>
            <a:ext cx="1652512" cy="317411"/>
          </a:xfrm>
          <a:prstGeom prst="rect">
            <a:avLst/>
          </a:prstGeom>
          <a:solidFill>
            <a:srgbClr val="425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A5ECEBDF-0FB3-7857-B57C-4DD8DDF3DA0A}"/>
              </a:ext>
            </a:extLst>
          </p:cNvPr>
          <p:cNvSpPr/>
          <p:nvPr/>
        </p:nvSpPr>
        <p:spPr>
          <a:xfrm rot="4276377">
            <a:off x="6887635" y="3091211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72B7FB77-117A-BB9E-E8D4-DA68EC77F8FC}"/>
              </a:ext>
            </a:extLst>
          </p:cNvPr>
          <p:cNvSpPr/>
          <p:nvPr/>
        </p:nvSpPr>
        <p:spPr>
          <a:xfrm rot="4276377">
            <a:off x="5585655" y="4034495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45375BAF-9CD6-9E2F-3F66-622A62980F6F}"/>
              </a:ext>
            </a:extLst>
          </p:cNvPr>
          <p:cNvSpPr/>
          <p:nvPr/>
        </p:nvSpPr>
        <p:spPr>
          <a:xfrm rot="4276377">
            <a:off x="4394724" y="3162393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1835B53A-FB4F-7A90-487D-D03F9E321DF1}"/>
              </a:ext>
            </a:extLst>
          </p:cNvPr>
          <p:cNvSpPr/>
          <p:nvPr/>
        </p:nvSpPr>
        <p:spPr>
          <a:xfrm rot="4276377">
            <a:off x="4834265" y="1670878"/>
            <a:ext cx="1080000" cy="1080000"/>
          </a:xfrm>
          <a:prstGeom prst="ellipse">
            <a:avLst/>
          </a:prstGeom>
          <a:solidFill>
            <a:srgbClr val="78241E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6A681B1F-A7DE-2013-956C-AA4FEFEA8373}"/>
              </a:ext>
            </a:extLst>
          </p:cNvPr>
          <p:cNvSpPr/>
          <p:nvPr/>
        </p:nvSpPr>
        <p:spPr>
          <a:xfrm rot="4276377">
            <a:off x="6325315" y="1623353"/>
            <a:ext cx="1080000" cy="1080000"/>
          </a:xfrm>
          <a:prstGeom prst="ellipse">
            <a:avLst/>
          </a:prstGeom>
          <a:solidFill>
            <a:srgbClr val="07090B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2A9A9DC6-8153-9FBC-7BD2-BD43DE658454}"/>
              </a:ext>
            </a:extLst>
          </p:cNvPr>
          <p:cNvSpPr/>
          <p:nvPr/>
        </p:nvSpPr>
        <p:spPr>
          <a:xfrm rot="4276377">
            <a:off x="4901442" y="1901849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0A125372-552F-DBD6-E086-942FFCEFFE72}"/>
              </a:ext>
            </a:extLst>
          </p:cNvPr>
          <p:cNvGrpSpPr/>
          <p:nvPr/>
        </p:nvGrpSpPr>
        <p:grpSpPr>
          <a:xfrm rot="4276377">
            <a:off x="4999299" y="2025535"/>
            <a:ext cx="2557171" cy="2387324"/>
            <a:chOff x="4928539" y="2020392"/>
            <a:chExt cx="2449132" cy="2298898"/>
          </a:xfrm>
        </p:grpSpPr>
        <p:sp>
          <p:nvSpPr>
            <p:cNvPr id="18" name="Pentágono regular 17">
              <a:extLst>
                <a:ext uri="{FF2B5EF4-FFF2-40B4-BE49-F238E27FC236}">
                  <a16:creationId xmlns:a16="http://schemas.microsoft.com/office/drawing/2014/main" id="{2B72E04A-0E1B-DBEB-9247-2EB49DD67FD6}"/>
                </a:ext>
              </a:extLst>
            </p:cNvPr>
            <p:cNvSpPr/>
            <p:nvPr/>
          </p:nvSpPr>
          <p:spPr>
            <a:xfrm>
              <a:off x="4928539" y="2020392"/>
              <a:ext cx="2449132" cy="2298898"/>
            </a:xfrm>
            <a:prstGeom prst="pentagon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" name="Imagen 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EC9AF2D9-315D-3606-EA91-C19A92DF2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0444" y="2500383"/>
              <a:ext cx="1594297" cy="1315343"/>
            </a:xfrm>
            <a:prstGeom prst="rect">
              <a:avLst/>
            </a:prstGeom>
          </p:spPr>
        </p:pic>
      </p:grpSp>
      <p:sp>
        <p:nvSpPr>
          <p:cNvPr id="71" name="Elipse 70">
            <a:extLst>
              <a:ext uri="{FF2B5EF4-FFF2-40B4-BE49-F238E27FC236}">
                <a16:creationId xmlns:a16="http://schemas.microsoft.com/office/drawing/2014/main" id="{55B3079A-640D-274A-9D90-608E39755313}"/>
              </a:ext>
            </a:extLst>
          </p:cNvPr>
          <p:cNvSpPr/>
          <p:nvPr/>
        </p:nvSpPr>
        <p:spPr>
          <a:xfrm rot="4276377">
            <a:off x="7052454" y="3274094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73C52257-A38E-BE4E-E979-A735DBA5B18F}"/>
              </a:ext>
            </a:extLst>
          </p:cNvPr>
          <p:cNvSpPr txBox="1"/>
          <p:nvPr/>
        </p:nvSpPr>
        <p:spPr>
          <a:xfrm rot="10996377">
            <a:off x="5182504" y="5238317"/>
            <a:ext cx="1765227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CEEF5E84-8794-24D9-811C-A8E5B361DCB2}"/>
              </a:ext>
            </a:extLst>
          </p:cNvPr>
          <p:cNvSpPr/>
          <p:nvPr/>
        </p:nvSpPr>
        <p:spPr>
          <a:xfrm rot="4276377">
            <a:off x="5750474" y="4217378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5A253148-4834-4896-A242-59D4B3D5E239}"/>
              </a:ext>
            </a:extLst>
          </p:cNvPr>
          <p:cNvSpPr/>
          <p:nvPr/>
        </p:nvSpPr>
        <p:spPr>
          <a:xfrm rot="4276377">
            <a:off x="4559543" y="3345275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4D1FA9DD-554C-8B21-3AF2-1FB5A714D024}"/>
              </a:ext>
            </a:extLst>
          </p:cNvPr>
          <p:cNvSpPr txBox="1"/>
          <p:nvPr/>
        </p:nvSpPr>
        <p:spPr>
          <a:xfrm rot="15076377">
            <a:off x="3325956" y="3630620"/>
            <a:ext cx="1388522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B9B53147-4010-D5CE-1F54-DFA818D39D34}"/>
              </a:ext>
            </a:extLst>
          </p:cNvPr>
          <p:cNvSpPr/>
          <p:nvPr/>
        </p:nvSpPr>
        <p:spPr>
          <a:xfrm rot="4276377">
            <a:off x="4999084" y="1853761"/>
            <a:ext cx="720000" cy="720000"/>
          </a:xfrm>
          <a:prstGeom prst="ellipse">
            <a:avLst/>
          </a:prstGeom>
          <a:solidFill>
            <a:srgbClr val="B5372D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5">
            <a:extLst>
              <a:ext uri="{FF2B5EF4-FFF2-40B4-BE49-F238E27FC236}">
                <a16:creationId xmlns:a16="http://schemas.microsoft.com/office/drawing/2014/main" id="{6256A158-A141-85FB-EB0C-E6151FC28EBB}"/>
              </a:ext>
            </a:extLst>
          </p:cNvPr>
          <p:cNvSpPr txBox="1"/>
          <p:nvPr/>
        </p:nvSpPr>
        <p:spPr>
          <a:xfrm rot="19156377">
            <a:off x="3982875" y="1213230"/>
            <a:ext cx="144943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Integration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A202E4D7-9AC3-0763-7604-2FDA33B4B4D9}"/>
              </a:ext>
            </a:extLst>
          </p:cNvPr>
          <p:cNvSpPr/>
          <p:nvPr/>
        </p:nvSpPr>
        <p:spPr>
          <a:xfrm rot="4276377">
            <a:off x="6490133" y="1806236"/>
            <a:ext cx="720000" cy="720000"/>
          </a:xfrm>
          <a:prstGeom prst="ellipse">
            <a:avLst/>
          </a:prstGeom>
          <a:solidFill>
            <a:srgbClr val="425166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TextBox 85">
            <a:extLst>
              <a:ext uri="{FF2B5EF4-FFF2-40B4-BE49-F238E27FC236}">
                <a16:creationId xmlns:a16="http://schemas.microsoft.com/office/drawing/2014/main" id="{FB63F888-0296-C88F-5D47-00F0577F52E0}"/>
              </a:ext>
            </a:extLst>
          </p:cNvPr>
          <p:cNvSpPr txBox="1"/>
          <p:nvPr/>
        </p:nvSpPr>
        <p:spPr>
          <a:xfrm rot="2116377">
            <a:off x="6522292" y="1031824"/>
            <a:ext cx="1821332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Automation</a:t>
            </a:r>
          </a:p>
        </p:txBody>
      </p:sp>
      <p:pic>
        <p:nvPicPr>
          <p:cNvPr id="99" name="Gráfico 98">
            <a:extLst>
              <a:ext uri="{FF2B5EF4-FFF2-40B4-BE49-F238E27FC236}">
                <a16:creationId xmlns:a16="http://schemas.microsoft.com/office/drawing/2014/main" id="{DB787ED1-5D4A-23A5-CB0D-13A2D536BE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4276377">
            <a:off x="5161610" y="2029638"/>
            <a:ext cx="375674" cy="375674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715AFC9B-AAD7-7BB3-1AE6-196A628629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5076377">
            <a:off x="4648701" y="3444623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4EDAA879-E208-B763-3EC3-2AE61007E9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996377">
            <a:off x="5862599" y="4363268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00CF8538-6B00-03AC-DC83-CFBCFEBB94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6436377">
            <a:off x="7147957" y="3385245"/>
            <a:ext cx="517427" cy="517427"/>
          </a:xfrm>
          <a:prstGeom prst="rect">
            <a:avLst/>
          </a:prstGeom>
        </p:spPr>
      </p:pic>
      <p:grpSp>
        <p:nvGrpSpPr>
          <p:cNvPr id="112" name="Grupo 111">
            <a:extLst>
              <a:ext uri="{FF2B5EF4-FFF2-40B4-BE49-F238E27FC236}">
                <a16:creationId xmlns:a16="http://schemas.microsoft.com/office/drawing/2014/main" id="{6B1F5ED9-E2B2-B635-F966-E2644EBD7FBB}"/>
              </a:ext>
            </a:extLst>
          </p:cNvPr>
          <p:cNvGrpSpPr/>
          <p:nvPr/>
        </p:nvGrpSpPr>
        <p:grpSpPr>
          <a:xfrm rot="4276377">
            <a:off x="6728894" y="1844577"/>
            <a:ext cx="411608" cy="586329"/>
            <a:chOff x="5155859" y="1883039"/>
            <a:chExt cx="411608" cy="586329"/>
          </a:xfrm>
        </p:grpSpPr>
        <p:pic>
          <p:nvPicPr>
            <p:cNvPr id="101" name="Gráfico 100">
              <a:extLst>
                <a:ext uri="{FF2B5EF4-FFF2-40B4-BE49-F238E27FC236}">
                  <a16:creationId xmlns:a16="http://schemas.microsoft.com/office/drawing/2014/main" id="{F1AB3C5C-6823-382B-5237-66D8642B96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155859" y="2067653"/>
              <a:ext cx="401715" cy="401715"/>
            </a:xfrm>
            <a:prstGeom prst="rect">
              <a:avLst/>
            </a:prstGeom>
          </p:spPr>
        </p:pic>
        <p:sp>
          <p:nvSpPr>
            <p:cNvPr id="109" name="Elipse 108">
              <a:extLst>
                <a:ext uri="{FF2B5EF4-FFF2-40B4-BE49-F238E27FC236}">
                  <a16:creationId xmlns:a16="http://schemas.microsoft.com/office/drawing/2014/main" id="{83E5FAF3-6FF1-FCE2-02B9-C6D155E512FE}"/>
                </a:ext>
              </a:extLst>
            </p:cNvPr>
            <p:cNvSpPr/>
            <p:nvPr/>
          </p:nvSpPr>
          <p:spPr>
            <a:xfrm>
              <a:off x="5331967" y="2046981"/>
              <a:ext cx="235500" cy="253446"/>
            </a:xfrm>
            <a:prstGeom prst="ellipse">
              <a:avLst/>
            </a:prstGeom>
            <a:solidFill>
              <a:srgbClr val="425166"/>
            </a:solidFill>
            <a:ln w="1016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CuadroTexto 109">
              <a:extLst>
                <a:ext uri="{FF2B5EF4-FFF2-40B4-BE49-F238E27FC236}">
                  <a16:creationId xmlns:a16="http://schemas.microsoft.com/office/drawing/2014/main" id="{305AC765-C70B-D826-7EF6-A3B8B0D17692}"/>
                </a:ext>
              </a:extLst>
            </p:cNvPr>
            <p:cNvSpPr txBox="1"/>
            <p:nvPr/>
          </p:nvSpPr>
          <p:spPr>
            <a:xfrm>
              <a:off x="5274715" y="1883039"/>
              <a:ext cx="1778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Aharoni" panose="02010803020104030203" pitchFamily="2" charset="-79"/>
                  <a:ea typeface="Roboto" panose="02000000000000000000" pitchFamily="2" charset="0"/>
                  <a:cs typeface="Aharoni" panose="02010803020104030203" pitchFamily="2" charset="-79"/>
                </a:rPr>
                <a:t>$</a:t>
              </a:r>
              <a:endParaRPr lang="en-US" sz="3600" b="1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endParaRPr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9972F08F-009D-5308-E937-84D4EAE72B97}"/>
              </a:ext>
            </a:extLst>
          </p:cNvPr>
          <p:cNvSpPr txBox="1"/>
          <p:nvPr/>
        </p:nvSpPr>
        <p:spPr>
          <a:xfrm>
            <a:off x="11838774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776307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995B25-C4B5-683D-1104-0BDBB8AA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7ED936E6-2558-5DC3-253D-65E7BCAC6755}"/>
              </a:ext>
            </a:extLst>
          </p:cNvPr>
          <p:cNvSpPr/>
          <p:nvPr/>
        </p:nvSpPr>
        <p:spPr bwMode="auto">
          <a:xfrm rot="10800000">
            <a:off x="3281174" y="676234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EBA06E06-CEDE-D338-EE08-11DE9511AD81}"/>
              </a:ext>
            </a:extLst>
          </p:cNvPr>
          <p:cNvSpPr/>
          <p:nvPr/>
        </p:nvSpPr>
        <p:spPr bwMode="auto">
          <a:xfrm rot="10800000">
            <a:off x="1945742" y="2246075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A912959F-E93E-D4D2-743B-BB8C01C70A46}"/>
              </a:ext>
            </a:extLst>
          </p:cNvPr>
          <p:cNvSpPr/>
          <p:nvPr/>
        </p:nvSpPr>
        <p:spPr bwMode="auto">
          <a:xfrm rot="10800000">
            <a:off x="1945742" y="2246075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7742A6D9-72DE-E68F-1347-3370EB3F9725}"/>
              </a:ext>
            </a:extLst>
          </p:cNvPr>
          <p:cNvSpPr txBox="1"/>
          <p:nvPr/>
        </p:nvSpPr>
        <p:spPr>
          <a:xfrm rot="2160000">
            <a:off x="3738783" y="1394855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Management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A5C47F3C-D2AE-FBBC-9CE0-EA856DF17DDA}"/>
              </a:ext>
            </a:extLst>
          </p:cNvPr>
          <p:cNvSpPr/>
          <p:nvPr/>
        </p:nvSpPr>
        <p:spPr>
          <a:xfrm>
            <a:off x="1797300" y="2107925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16770542-5464-CE19-CB76-12A34772ADDC}"/>
              </a:ext>
            </a:extLst>
          </p:cNvPr>
          <p:cNvSpPr/>
          <p:nvPr/>
        </p:nvSpPr>
        <p:spPr>
          <a:xfrm rot="12960000">
            <a:off x="3227310" y="2292604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2F9B5FBB-97B7-1CF7-C56B-7F25A6C2DDFE}"/>
              </a:ext>
            </a:extLst>
          </p:cNvPr>
          <p:cNvSpPr/>
          <p:nvPr/>
        </p:nvSpPr>
        <p:spPr>
          <a:xfrm>
            <a:off x="3476957" y="1921000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9ED1DD01-ADA3-5297-B64C-82C977F66C63}"/>
              </a:ext>
            </a:extLst>
          </p:cNvPr>
          <p:cNvSpPr/>
          <p:nvPr/>
        </p:nvSpPr>
        <p:spPr>
          <a:xfrm>
            <a:off x="1867072" y="2083467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3038A305-1BEB-2CDB-4B0C-2F4DE2A4F051}"/>
              </a:ext>
            </a:extLst>
          </p:cNvPr>
          <p:cNvGrpSpPr/>
          <p:nvPr/>
        </p:nvGrpSpPr>
        <p:grpSpPr>
          <a:xfrm>
            <a:off x="1979031" y="2223938"/>
            <a:ext cx="2557171" cy="2387324"/>
            <a:chOff x="4928539" y="2020392"/>
            <a:chExt cx="2449132" cy="2298898"/>
          </a:xfrm>
        </p:grpSpPr>
        <p:sp>
          <p:nvSpPr>
            <p:cNvPr id="18" name="Pentágono regular 17">
              <a:extLst>
                <a:ext uri="{FF2B5EF4-FFF2-40B4-BE49-F238E27FC236}">
                  <a16:creationId xmlns:a16="http://schemas.microsoft.com/office/drawing/2014/main" id="{C7EBC832-119F-1A41-A34E-1A245BB01E94}"/>
                </a:ext>
              </a:extLst>
            </p:cNvPr>
            <p:cNvSpPr/>
            <p:nvPr/>
          </p:nvSpPr>
          <p:spPr>
            <a:xfrm>
              <a:off x="4928539" y="2020392"/>
              <a:ext cx="2449132" cy="2298898"/>
            </a:xfrm>
            <a:prstGeom prst="pentagon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" name="Imagen 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0E8FBB34-836A-F50A-AF72-E61FFF68C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0444" y="2500383"/>
              <a:ext cx="1594297" cy="1315343"/>
            </a:xfrm>
            <a:prstGeom prst="rect">
              <a:avLst/>
            </a:prstGeom>
          </p:spPr>
        </p:pic>
      </p:grpSp>
      <p:sp>
        <p:nvSpPr>
          <p:cNvPr id="71" name="Elipse 70">
            <a:extLst>
              <a:ext uri="{FF2B5EF4-FFF2-40B4-BE49-F238E27FC236}">
                <a16:creationId xmlns:a16="http://schemas.microsoft.com/office/drawing/2014/main" id="{9441C3B2-C4C8-424F-13BC-FAA3E80E85F1}"/>
              </a:ext>
            </a:extLst>
          </p:cNvPr>
          <p:cNvSpPr/>
          <p:nvPr/>
        </p:nvSpPr>
        <p:spPr>
          <a:xfrm>
            <a:off x="3654813" y="2116303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8" name="Gráfico 107">
            <a:extLst>
              <a:ext uri="{FF2B5EF4-FFF2-40B4-BE49-F238E27FC236}">
                <a16:creationId xmlns:a16="http://schemas.microsoft.com/office/drawing/2014/main" id="{061D9AC9-ADCD-CBF9-7756-661A8CDB3F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60000">
            <a:off x="3763585" y="2226234"/>
            <a:ext cx="517427" cy="517427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4F635F29-0759-CEE4-47DB-517939305080}"/>
              </a:ext>
            </a:extLst>
          </p:cNvPr>
          <p:cNvGrpSpPr/>
          <p:nvPr/>
        </p:nvGrpSpPr>
        <p:grpSpPr>
          <a:xfrm>
            <a:off x="5488392" y="1251857"/>
            <a:ext cx="5952494" cy="500743"/>
            <a:chOff x="5488392" y="1251857"/>
            <a:chExt cx="5952494" cy="500743"/>
          </a:xfrm>
        </p:grpSpPr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BFF97263-6438-9335-6857-36A8769886D9}"/>
                </a:ext>
              </a:extLst>
            </p:cNvPr>
            <p:cNvCxnSpPr/>
            <p:nvPr/>
          </p:nvCxnSpPr>
          <p:spPr>
            <a:xfrm flipV="1">
              <a:off x="5488392" y="1251857"/>
              <a:ext cx="934179" cy="500743"/>
            </a:xfrm>
            <a:prstGeom prst="line">
              <a:avLst/>
            </a:prstGeom>
            <a:ln>
              <a:solidFill>
                <a:srgbClr val="1EA1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1A4DEA31-3508-7213-04BE-ACCDC73DEE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571" y="1251857"/>
              <a:ext cx="5018315" cy="0"/>
            </a:xfrm>
            <a:prstGeom prst="line">
              <a:avLst/>
            </a:prstGeom>
            <a:ln>
              <a:solidFill>
                <a:srgbClr val="1EA18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85">
            <a:extLst>
              <a:ext uri="{FF2B5EF4-FFF2-40B4-BE49-F238E27FC236}">
                <a16:creationId xmlns:a16="http://schemas.microsoft.com/office/drawing/2014/main" id="{CD47FD8C-591A-F366-422C-5DC84FF5CEFF}"/>
              </a:ext>
            </a:extLst>
          </p:cNvPr>
          <p:cNvSpPr txBox="1"/>
          <p:nvPr/>
        </p:nvSpPr>
        <p:spPr>
          <a:xfrm>
            <a:off x="6845860" y="699325"/>
            <a:ext cx="417173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 Management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C3B41D6-63A5-054E-5831-4D3E0A8810AE}"/>
              </a:ext>
            </a:extLst>
          </p:cNvPr>
          <p:cNvSpPr txBox="1"/>
          <p:nvPr/>
        </p:nvSpPr>
        <p:spPr>
          <a:xfrm>
            <a:off x="6845860" y="2553932"/>
            <a:ext cx="36455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1EA18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Features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CRUD Operations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A30E4F7-ABF3-4F69-C3F7-1E8FFA6B4315}"/>
              </a:ext>
            </a:extLst>
          </p:cNvPr>
          <p:cNvSpPr txBox="1"/>
          <p:nvPr/>
        </p:nvSpPr>
        <p:spPr>
          <a:xfrm>
            <a:off x="6845860" y="3376348"/>
            <a:ext cx="3265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1EA18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Rules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CRUD Operations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F51F148-B8DF-97A0-B16F-1EA0499518CA}"/>
              </a:ext>
            </a:extLst>
          </p:cNvPr>
          <p:cNvSpPr txBox="1"/>
          <p:nvPr/>
        </p:nvSpPr>
        <p:spPr>
          <a:xfrm>
            <a:off x="6845860" y="4253511"/>
            <a:ext cx="48590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1EA18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Dependencies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Management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653DC24-977E-8E27-4894-31F1A3EFD526}"/>
              </a:ext>
            </a:extLst>
          </p:cNvPr>
          <p:cNvSpPr txBox="1"/>
          <p:nvPr/>
        </p:nvSpPr>
        <p:spPr>
          <a:xfrm>
            <a:off x="6845860" y="5130674"/>
            <a:ext cx="43845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1EA18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Centralized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Feature Management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359C678-1257-FF9A-6716-E030A8CF71AE}"/>
              </a:ext>
            </a:extLst>
          </p:cNvPr>
          <p:cNvSpPr/>
          <p:nvPr/>
        </p:nvSpPr>
        <p:spPr>
          <a:xfrm>
            <a:off x="233122" y="188452"/>
            <a:ext cx="6189449" cy="6375627"/>
          </a:xfrm>
          <a:prstGeom prst="rect">
            <a:avLst/>
          </a:prstGeom>
          <a:solidFill>
            <a:schemeClr val="bg2"/>
          </a:solidFill>
          <a:ln w="38100">
            <a:solidFill>
              <a:srgbClr val="1EA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Imagen 20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72F35EFF-3259-1667-4DAC-2444A2A8F1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75" y="587535"/>
            <a:ext cx="6048115" cy="5432265"/>
          </a:xfrm>
          <a:prstGeom prst="rect">
            <a:avLst/>
          </a:prstGeom>
        </p:spPr>
      </p:pic>
      <p:grpSp>
        <p:nvGrpSpPr>
          <p:cNvPr id="26" name="Grupo 25">
            <a:extLst>
              <a:ext uri="{FF2B5EF4-FFF2-40B4-BE49-F238E27FC236}">
                <a16:creationId xmlns:a16="http://schemas.microsoft.com/office/drawing/2014/main" id="{BDD5FC83-D522-D76D-AB88-38D10D681FE6}"/>
              </a:ext>
            </a:extLst>
          </p:cNvPr>
          <p:cNvGrpSpPr/>
          <p:nvPr/>
        </p:nvGrpSpPr>
        <p:grpSpPr>
          <a:xfrm>
            <a:off x="860832" y="2047335"/>
            <a:ext cx="2161234" cy="584775"/>
            <a:chOff x="860832" y="2047335"/>
            <a:chExt cx="2161234" cy="584775"/>
          </a:xfrm>
        </p:grpSpPr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2F569804-6CA5-7D38-3D5F-7539BE72A5CA}"/>
                </a:ext>
              </a:extLst>
            </p:cNvPr>
            <p:cNvSpPr/>
            <p:nvPr/>
          </p:nvSpPr>
          <p:spPr>
            <a:xfrm>
              <a:off x="1190069" y="2047335"/>
              <a:ext cx="1831997" cy="319324"/>
            </a:xfrm>
            <a:prstGeom prst="rect">
              <a:avLst/>
            </a:prstGeom>
            <a:noFill/>
            <a:ln w="38100">
              <a:solidFill>
                <a:srgbClr val="1EA1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15DBF9BD-6F2C-EADC-3558-3595691615CD}"/>
                </a:ext>
              </a:extLst>
            </p:cNvPr>
            <p:cNvSpPr txBox="1"/>
            <p:nvPr/>
          </p:nvSpPr>
          <p:spPr>
            <a:xfrm>
              <a:off x="860832" y="2047335"/>
              <a:ext cx="4203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1EA185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1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39BAA77F-A45C-2168-B379-B153D0E28EA3}"/>
              </a:ext>
            </a:extLst>
          </p:cNvPr>
          <p:cNvGrpSpPr/>
          <p:nvPr/>
        </p:nvGrpSpPr>
        <p:grpSpPr>
          <a:xfrm>
            <a:off x="2631375" y="2047334"/>
            <a:ext cx="3330088" cy="924445"/>
            <a:chOff x="2631375" y="2047334"/>
            <a:chExt cx="3330088" cy="924445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FE071E33-4086-00B4-C06C-6D386FB88201}"/>
                </a:ext>
              </a:extLst>
            </p:cNvPr>
            <p:cNvSpPr/>
            <p:nvPr/>
          </p:nvSpPr>
          <p:spPr>
            <a:xfrm>
              <a:off x="3022066" y="2047334"/>
              <a:ext cx="2939397" cy="589057"/>
            </a:xfrm>
            <a:prstGeom prst="rect">
              <a:avLst/>
            </a:prstGeom>
            <a:noFill/>
            <a:ln w="38100">
              <a:solidFill>
                <a:srgbClr val="1EA1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4EF36F80-898D-9488-8FB1-D37E4288DE9A}"/>
                </a:ext>
              </a:extLst>
            </p:cNvPr>
            <p:cNvSpPr txBox="1"/>
            <p:nvPr/>
          </p:nvSpPr>
          <p:spPr>
            <a:xfrm>
              <a:off x="2631375" y="2387004"/>
              <a:ext cx="4203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1EA185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2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95CA8296-8FC5-35F9-78B3-94A0949EE00A}"/>
              </a:ext>
            </a:extLst>
          </p:cNvPr>
          <p:cNvGrpSpPr/>
          <p:nvPr/>
        </p:nvGrpSpPr>
        <p:grpSpPr>
          <a:xfrm>
            <a:off x="1665177" y="1732108"/>
            <a:ext cx="3250048" cy="3334525"/>
            <a:chOff x="7845415" y="2152111"/>
            <a:chExt cx="3250048" cy="3334525"/>
          </a:xfrm>
        </p:grpSpPr>
        <p:pic>
          <p:nvPicPr>
            <p:cNvPr id="28" name="Imagen 27" descr="Imagen que contiene Aplicación&#10;&#10;El contenido generado por IA puede ser incorrecto.">
              <a:extLst>
                <a:ext uri="{FF2B5EF4-FFF2-40B4-BE49-F238E27FC236}">
                  <a16:creationId xmlns:a16="http://schemas.microsoft.com/office/drawing/2014/main" id="{613CF022-F005-1E70-8303-CBD456040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399"/>
            <a:stretch>
              <a:fillRect/>
            </a:stretch>
          </p:blipFill>
          <p:spPr>
            <a:xfrm>
              <a:off x="7845415" y="2152111"/>
              <a:ext cx="2363475" cy="3334525"/>
            </a:xfrm>
            <a:prstGeom prst="rect">
              <a:avLst/>
            </a:prstGeom>
          </p:spPr>
        </p:pic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A2863E8E-7DCF-FAF1-9F51-CF4DF004E9EA}"/>
                </a:ext>
              </a:extLst>
            </p:cNvPr>
            <p:cNvGrpSpPr/>
            <p:nvPr/>
          </p:nvGrpSpPr>
          <p:grpSpPr>
            <a:xfrm>
              <a:off x="10224719" y="2720824"/>
              <a:ext cx="669074" cy="943774"/>
              <a:chOff x="10224719" y="2720824"/>
              <a:chExt cx="669074" cy="943774"/>
            </a:xfrm>
          </p:grpSpPr>
          <p:sp>
            <p:nvSpPr>
              <p:cNvPr id="35" name="Flecha doblada hacia arriba 34">
                <a:extLst>
                  <a:ext uri="{FF2B5EF4-FFF2-40B4-BE49-F238E27FC236}">
                    <a16:creationId xmlns:a16="http://schemas.microsoft.com/office/drawing/2014/main" id="{A28E0308-7A01-9F78-661C-724531892E2C}"/>
                  </a:ext>
                </a:extLst>
              </p:cNvPr>
              <p:cNvSpPr/>
              <p:nvPr/>
            </p:nvSpPr>
            <p:spPr>
              <a:xfrm rot="16200000" flipH="1">
                <a:off x="10187768" y="2958573"/>
                <a:ext cx="742976" cy="669073"/>
              </a:xfrm>
              <a:prstGeom prst="bentUpArrow">
                <a:avLst>
                  <a:gd name="adj1" fmla="val 10000"/>
                  <a:gd name="adj2" fmla="val 13333"/>
                  <a:gd name="adj3" fmla="val 25000"/>
                </a:avLst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Flecha doblada hacia arriba 35">
                <a:extLst>
                  <a:ext uri="{FF2B5EF4-FFF2-40B4-BE49-F238E27FC236}">
                    <a16:creationId xmlns:a16="http://schemas.microsoft.com/office/drawing/2014/main" id="{88B75E8E-2898-2F3C-B1F4-FC1B1974D74C}"/>
                  </a:ext>
                </a:extLst>
              </p:cNvPr>
              <p:cNvSpPr/>
              <p:nvPr/>
            </p:nvSpPr>
            <p:spPr>
              <a:xfrm rot="16200000">
                <a:off x="10129898" y="2815646"/>
                <a:ext cx="858717" cy="669073"/>
              </a:xfrm>
              <a:prstGeom prst="bentUpArrow">
                <a:avLst>
                  <a:gd name="adj1" fmla="val 10000"/>
                  <a:gd name="adj2" fmla="val 13333"/>
                  <a:gd name="adj3" fmla="val 25000"/>
                </a:avLst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7" name="Grupo 36">
              <a:extLst>
                <a:ext uri="{FF2B5EF4-FFF2-40B4-BE49-F238E27FC236}">
                  <a16:creationId xmlns:a16="http://schemas.microsoft.com/office/drawing/2014/main" id="{CFEAC76B-0BD5-649A-66B9-E8DD56F57952}"/>
                </a:ext>
              </a:extLst>
            </p:cNvPr>
            <p:cNvGrpSpPr/>
            <p:nvPr/>
          </p:nvGrpSpPr>
          <p:grpSpPr>
            <a:xfrm>
              <a:off x="10242092" y="2375208"/>
              <a:ext cx="853371" cy="2886091"/>
              <a:chOff x="10242092" y="2375208"/>
              <a:chExt cx="853371" cy="2886091"/>
            </a:xfrm>
          </p:grpSpPr>
          <p:sp>
            <p:nvSpPr>
              <p:cNvPr id="38" name="Flecha doblada hacia arriba 37">
                <a:extLst>
                  <a:ext uri="{FF2B5EF4-FFF2-40B4-BE49-F238E27FC236}">
                    <a16:creationId xmlns:a16="http://schemas.microsoft.com/office/drawing/2014/main" id="{2A4A0491-35F0-25D6-81EE-3191D7BADAA3}"/>
                  </a:ext>
                </a:extLst>
              </p:cNvPr>
              <p:cNvSpPr/>
              <p:nvPr/>
            </p:nvSpPr>
            <p:spPr>
              <a:xfrm rot="16200000">
                <a:off x="9341415" y="3275886"/>
                <a:ext cx="2654725" cy="853370"/>
              </a:xfrm>
              <a:prstGeom prst="bentUpArrow">
                <a:avLst>
                  <a:gd name="adj1" fmla="val 7387"/>
                  <a:gd name="adj2" fmla="val 12026"/>
                  <a:gd name="adj3" fmla="val 18466"/>
                </a:avLst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Flecha doblada hacia arriba 38">
                <a:extLst>
                  <a:ext uri="{FF2B5EF4-FFF2-40B4-BE49-F238E27FC236}">
                    <a16:creationId xmlns:a16="http://schemas.microsoft.com/office/drawing/2014/main" id="{27558BFF-0247-4D3E-1743-68693499D961}"/>
                  </a:ext>
                </a:extLst>
              </p:cNvPr>
              <p:cNvSpPr/>
              <p:nvPr/>
            </p:nvSpPr>
            <p:spPr>
              <a:xfrm rot="16200000" flipH="1">
                <a:off x="10083338" y="4249175"/>
                <a:ext cx="1170878" cy="853370"/>
              </a:xfrm>
              <a:prstGeom prst="bentUpArrow">
                <a:avLst>
                  <a:gd name="adj1" fmla="val 7387"/>
                  <a:gd name="adj2" fmla="val 12026"/>
                  <a:gd name="adj3" fmla="val 18466"/>
                </a:avLst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8E818174-4ABB-0C2B-FC48-011DD9674F56}"/>
              </a:ext>
            </a:extLst>
          </p:cNvPr>
          <p:cNvGrpSpPr/>
          <p:nvPr/>
        </p:nvGrpSpPr>
        <p:grpSpPr>
          <a:xfrm>
            <a:off x="233122" y="599131"/>
            <a:ext cx="6168550" cy="2901389"/>
            <a:chOff x="233122" y="599131"/>
            <a:chExt cx="6168550" cy="2901389"/>
          </a:xfrm>
        </p:grpSpPr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6086B9A7-4C9A-7F22-AC72-C10DFA36DD75}"/>
                </a:ext>
              </a:extLst>
            </p:cNvPr>
            <p:cNvSpPr/>
            <p:nvPr/>
          </p:nvSpPr>
          <p:spPr>
            <a:xfrm>
              <a:off x="233122" y="599131"/>
              <a:ext cx="6168550" cy="2387323"/>
            </a:xfrm>
            <a:prstGeom prst="rect">
              <a:avLst/>
            </a:prstGeom>
            <a:noFill/>
            <a:ln w="38100">
              <a:solidFill>
                <a:srgbClr val="1EA1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69915AE9-2473-3541-BDF2-6DE08639F5AF}"/>
                </a:ext>
              </a:extLst>
            </p:cNvPr>
            <p:cNvSpPr txBox="1"/>
            <p:nvPr/>
          </p:nvSpPr>
          <p:spPr>
            <a:xfrm>
              <a:off x="457456" y="2915745"/>
              <a:ext cx="4203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1EA185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4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0A3EE414-E280-32BA-B0D7-37BDCDF14CE9}"/>
              </a:ext>
            </a:extLst>
          </p:cNvPr>
          <p:cNvSpPr txBox="1"/>
          <p:nvPr/>
        </p:nvSpPr>
        <p:spPr>
          <a:xfrm>
            <a:off x="2290692" y="6059928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8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A01F8D11-B7F1-3CEC-00E7-CC61FEE0128E}"/>
              </a:ext>
            </a:extLst>
          </p:cNvPr>
          <p:cNvGrpSpPr/>
          <p:nvPr/>
        </p:nvGrpSpPr>
        <p:grpSpPr>
          <a:xfrm>
            <a:off x="233122" y="5572583"/>
            <a:ext cx="2424978" cy="992459"/>
            <a:chOff x="233122" y="5572583"/>
            <a:chExt cx="2424978" cy="992459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5E7FEFA6-0B6A-3CD9-917B-E1DC056B7FEC}"/>
                </a:ext>
              </a:extLst>
            </p:cNvPr>
            <p:cNvSpPr/>
            <p:nvPr/>
          </p:nvSpPr>
          <p:spPr>
            <a:xfrm>
              <a:off x="233122" y="5572583"/>
              <a:ext cx="2424978" cy="992459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rgbClr val="1EA1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" name="Flecha derecha 6">
              <a:extLst>
                <a:ext uri="{FF2B5EF4-FFF2-40B4-BE49-F238E27FC236}">
                  <a16:creationId xmlns:a16="http://schemas.microsoft.com/office/drawing/2014/main" id="{8C5A78B2-8A02-D66A-3327-81DCB84BDC4F}"/>
                </a:ext>
              </a:extLst>
            </p:cNvPr>
            <p:cNvSpPr/>
            <p:nvPr/>
          </p:nvSpPr>
          <p:spPr>
            <a:xfrm>
              <a:off x="316811" y="5700910"/>
              <a:ext cx="724830" cy="278781"/>
            </a:xfrm>
            <a:prstGeom prst="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20A5B454-EC12-9155-CFDD-67EF629B970D}"/>
                </a:ext>
              </a:extLst>
            </p:cNvPr>
            <p:cNvSpPr txBox="1"/>
            <p:nvPr/>
          </p:nvSpPr>
          <p:spPr>
            <a:xfrm>
              <a:off x="1214433" y="5655634"/>
              <a:ext cx="14045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Depends on</a:t>
              </a:r>
            </a:p>
          </p:txBody>
        </p:sp>
        <p:sp>
          <p:nvSpPr>
            <p:cNvPr id="15" name="Flecha derecha 14">
              <a:extLst>
                <a:ext uri="{FF2B5EF4-FFF2-40B4-BE49-F238E27FC236}">
                  <a16:creationId xmlns:a16="http://schemas.microsoft.com/office/drawing/2014/main" id="{A8518316-8FDE-DAA7-2B49-9B2BEA2BCD9A}"/>
                </a:ext>
              </a:extLst>
            </p:cNvPr>
            <p:cNvSpPr/>
            <p:nvPr/>
          </p:nvSpPr>
          <p:spPr>
            <a:xfrm>
              <a:off x="316811" y="6197139"/>
              <a:ext cx="724830" cy="278781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8B1E52B4-9AD2-C747-FF11-7D09EB0ED5D1}"/>
                </a:ext>
              </a:extLst>
            </p:cNvPr>
            <p:cNvSpPr txBox="1"/>
            <p:nvPr/>
          </p:nvSpPr>
          <p:spPr>
            <a:xfrm>
              <a:off x="1214433" y="6130231"/>
              <a:ext cx="11031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Excludes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84773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6" grpId="0" animBg="1"/>
      <p:bldP spid="16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92A0E0D-C23C-711D-10FE-EC27217E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05C09781-589A-0CE0-C0BD-C447F84D5F9F}"/>
              </a:ext>
            </a:extLst>
          </p:cNvPr>
          <p:cNvSpPr/>
          <p:nvPr/>
        </p:nvSpPr>
        <p:spPr bwMode="auto">
          <a:xfrm rot="6492807">
            <a:off x="3062279" y="574699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87449279-244B-B799-BDA1-58B4CC079050}"/>
              </a:ext>
            </a:extLst>
          </p:cNvPr>
          <p:cNvSpPr/>
          <p:nvPr/>
        </p:nvSpPr>
        <p:spPr bwMode="auto">
          <a:xfrm rot="6492807">
            <a:off x="444467" y="528639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A5AB10E3-053A-692B-9B42-9D66A041888B}"/>
              </a:ext>
            </a:extLst>
          </p:cNvPr>
          <p:cNvSpPr/>
          <p:nvPr/>
        </p:nvSpPr>
        <p:spPr bwMode="auto">
          <a:xfrm rot="6492807">
            <a:off x="1595085" y="2297617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DA08013C-C7DE-1670-92C7-C5E9DBE0AC1B}"/>
              </a:ext>
            </a:extLst>
          </p:cNvPr>
          <p:cNvSpPr/>
          <p:nvPr/>
        </p:nvSpPr>
        <p:spPr bwMode="auto">
          <a:xfrm rot="6492807">
            <a:off x="1595085" y="2297617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7F78DFB0-BD64-F140-7CA6-7FA6C764F4C2}"/>
              </a:ext>
            </a:extLst>
          </p:cNvPr>
          <p:cNvSpPr txBox="1"/>
          <p:nvPr/>
        </p:nvSpPr>
        <p:spPr>
          <a:xfrm rot="19452807">
            <a:off x="758565" y="1395089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Management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7CD71C8C-614E-4195-A1A5-8348212B220E}"/>
              </a:ext>
            </a:extLst>
          </p:cNvPr>
          <p:cNvSpPr/>
          <p:nvPr/>
        </p:nvSpPr>
        <p:spPr>
          <a:xfrm rot="8652807">
            <a:off x="1285047" y="2319465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3D016FB2-547A-AB01-D9B3-EEE72CB1B6E3}"/>
              </a:ext>
            </a:extLst>
          </p:cNvPr>
          <p:cNvSpPr/>
          <p:nvPr/>
        </p:nvSpPr>
        <p:spPr>
          <a:xfrm rot="12972807">
            <a:off x="2876192" y="2379708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92F88BDB-C872-7D29-8589-C2CE33D8FDE3}"/>
              </a:ext>
            </a:extLst>
          </p:cNvPr>
          <p:cNvSpPr/>
          <p:nvPr/>
        </p:nvSpPr>
        <p:spPr>
          <a:xfrm rot="17292807">
            <a:off x="1567839" y="1976862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E6F26025-F8AF-E495-D07F-EEE544F9B76B}"/>
              </a:ext>
            </a:extLst>
          </p:cNvPr>
          <p:cNvSpPr/>
          <p:nvPr/>
        </p:nvSpPr>
        <p:spPr>
          <a:xfrm rot="17292807">
            <a:off x="3175360" y="2005403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80C3A4F0-7131-97AB-540A-749BA38FFE17}"/>
              </a:ext>
            </a:extLst>
          </p:cNvPr>
          <p:cNvSpPr/>
          <p:nvPr/>
        </p:nvSpPr>
        <p:spPr>
          <a:xfrm rot="17292807">
            <a:off x="1368114" y="2211126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7AA9C685-9E40-E998-5A5C-FAF206785D58}"/>
              </a:ext>
            </a:extLst>
          </p:cNvPr>
          <p:cNvGrpSpPr/>
          <p:nvPr/>
        </p:nvGrpSpPr>
        <p:grpSpPr>
          <a:xfrm rot="17292807">
            <a:off x="1500588" y="2343489"/>
            <a:ext cx="2557171" cy="2387324"/>
            <a:chOff x="4928539" y="2020392"/>
            <a:chExt cx="2449132" cy="2298898"/>
          </a:xfrm>
        </p:grpSpPr>
        <p:sp>
          <p:nvSpPr>
            <p:cNvPr id="18" name="Pentágono regular 17">
              <a:extLst>
                <a:ext uri="{FF2B5EF4-FFF2-40B4-BE49-F238E27FC236}">
                  <a16:creationId xmlns:a16="http://schemas.microsoft.com/office/drawing/2014/main" id="{909B780D-423F-7260-E3C1-95F5BCBE80C3}"/>
                </a:ext>
              </a:extLst>
            </p:cNvPr>
            <p:cNvSpPr/>
            <p:nvPr/>
          </p:nvSpPr>
          <p:spPr>
            <a:xfrm>
              <a:off x="4928539" y="2020392"/>
              <a:ext cx="2449132" cy="2298898"/>
            </a:xfrm>
            <a:prstGeom prst="pentagon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" name="Imagen 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16DE7793-67BC-A8A2-A52F-554CCFD65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0444" y="2500383"/>
              <a:ext cx="1594297" cy="1315343"/>
            </a:xfrm>
            <a:prstGeom prst="rect">
              <a:avLst/>
            </a:prstGeom>
          </p:spPr>
        </p:pic>
      </p:grpSp>
      <p:sp>
        <p:nvSpPr>
          <p:cNvPr id="71" name="Elipse 70">
            <a:extLst>
              <a:ext uri="{FF2B5EF4-FFF2-40B4-BE49-F238E27FC236}">
                <a16:creationId xmlns:a16="http://schemas.microsoft.com/office/drawing/2014/main" id="{2CB4683E-4B9D-1960-E1AA-A9237523A469}"/>
              </a:ext>
            </a:extLst>
          </p:cNvPr>
          <p:cNvSpPr/>
          <p:nvPr/>
        </p:nvSpPr>
        <p:spPr>
          <a:xfrm rot="17292807">
            <a:off x="1761705" y="2163681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5857E9CF-7BE9-B723-93F3-279D1DAAA1F8}"/>
              </a:ext>
            </a:extLst>
          </p:cNvPr>
          <p:cNvSpPr txBox="1"/>
          <p:nvPr/>
        </p:nvSpPr>
        <p:spPr>
          <a:xfrm rot="2412807">
            <a:off x="3492793" y="1414384"/>
            <a:ext cx="1765227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C939AFC8-7945-138D-C09C-A6D5179D6156}"/>
              </a:ext>
            </a:extLst>
          </p:cNvPr>
          <p:cNvSpPr/>
          <p:nvPr/>
        </p:nvSpPr>
        <p:spPr>
          <a:xfrm rot="17292807">
            <a:off x="3369226" y="2192223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5" name="Gráfico 104">
            <a:extLst>
              <a:ext uri="{FF2B5EF4-FFF2-40B4-BE49-F238E27FC236}">
                <a16:creationId xmlns:a16="http://schemas.microsoft.com/office/drawing/2014/main" id="{C1D85E68-0FAB-6E01-8ED4-2F941AD18D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412807">
            <a:off x="3504757" y="2283598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0CB578AB-2019-5E92-3987-7E60903A17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452807">
            <a:off x="1873542" y="2260559"/>
            <a:ext cx="517427" cy="517427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704BAAE6-A907-2182-30E0-3070EFB86E6D}"/>
              </a:ext>
            </a:extLst>
          </p:cNvPr>
          <p:cNvGrpSpPr/>
          <p:nvPr/>
        </p:nvGrpSpPr>
        <p:grpSpPr>
          <a:xfrm>
            <a:off x="5277929" y="1251857"/>
            <a:ext cx="6162957" cy="664032"/>
            <a:chOff x="5277929" y="1251857"/>
            <a:chExt cx="6162957" cy="664032"/>
          </a:xfrm>
        </p:grpSpPr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83A19B0A-1AC2-A113-BC82-E8EFFDCB50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7929" y="1251857"/>
              <a:ext cx="1144642" cy="664032"/>
            </a:xfrm>
            <a:prstGeom prst="line">
              <a:avLst/>
            </a:prstGeom>
            <a:ln>
              <a:solidFill>
                <a:srgbClr val="9BBB5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CB27CDBA-541A-771A-D966-29207051AB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571" y="1251857"/>
              <a:ext cx="5018315" cy="0"/>
            </a:xfrm>
            <a:prstGeom prst="line">
              <a:avLst/>
            </a:prstGeom>
            <a:ln>
              <a:solidFill>
                <a:srgbClr val="9BBB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85">
            <a:extLst>
              <a:ext uri="{FF2B5EF4-FFF2-40B4-BE49-F238E27FC236}">
                <a16:creationId xmlns:a16="http://schemas.microsoft.com/office/drawing/2014/main" id="{A53A9277-6DE0-883C-B5E3-DB8A5255F49A}"/>
              </a:ext>
            </a:extLst>
          </p:cNvPr>
          <p:cNvSpPr txBox="1"/>
          <p:nvPr/>
        </p:nvSpPr>
        <p:spPr>
          <a:xfrm>
            <a:off x="6845860" y="699325"/>
            <a:ext cx="417173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 Configuration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84BBAD8-DE25-26E6-9990-45518410F40A}"/>
              </a:ext>
            </a:extLst>
          </p:cNvPr>
          <p:cNvSpPr txBox="1"/>
          <p:nvPr/>
        </p:nvSpPr>
        <p:spPr>
          <a:xfrm>
            <a:off x="6792145" y="1807321"/>
            <a:ext cx="4209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9BBB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n-US" dirty="0">
                <a:solidFill>
                  <a:srgbClr val="9BBB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Dynamic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 of features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6FF2466-43F3-61F3-DA30-5F885ABDCDCA}"/>
              </a:ext>
            </a:extLst>
          </p:cNvPr>
          <p:cNvSpPr txBox="1"/>
          <p:nvPr/>
        </p:nvSpPr>
        <p:spPr>
          <a:xfrm>
            <a:off x="6822641" y="2675759"/>
            <a:ext cx="547297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9BBB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n-US" dirty="0">
                <a:solidFill>
                  <a:srgbClr val="9BBB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Rules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support </a:t>
            </a:r>
            <a:r>
              <a:rPr lang="en-US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boolean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numeric and string </a:t>
            </a:r>
          </a:p>
          <a:p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values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1F7101E-C808-479A-03F0-0814ADEBA301}"/>
              </a:ext>
            </a:extLst>
          </p:cNvPr>
          <p:cNvSpPr txBox="1"/>
          <p:nvPr/>
        </p:nvSpPr>
        <p:spPr>
          <a:xfrm>
            <a:off x="6856573" y="3860699"/>
            <a:ext cx="45031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9BBB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n-US" dirty="0">
                <a:solidFill>
                  <a:srgbClr val="9BBB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Dynamic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context aware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evaluation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8143898-9D87-3F1A-8128-E2B2932ECCB4}"/>
              </a:ext>
            </a:extLst>
          </p:cNvPr>
          <p:cNvSpPr txBox="1"/>
          <p:nvPr/>
        </p:nvSpPr>
        <p:spPr>
          <a:xfrm>
            <a:off x="6845859" y="4641140"/>
            <a:ext cx="44630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9BBB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</a:t>
            </a:r>
            <a:r>
              <a:rPr lang="en-US" dirty="0">
                <a:solidFill>
                  <a:srgbClr val="9BBB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Custom attributes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evaluations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7CE12F6-487C-F79B-3A28-937CD381E6FD}"/>
              </a:ext>
            </a:extLst>
          </p:cNvPr>
          <p:cNvSpPr txBox="1"/>
          <p:nvPr/>
        </p:nvSpPr>
        <p:spPr>
          <a:xfrm>
            <a:off x="6856573" y="5412244"/>
            <a:ext cx="24769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9BBB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5.</a:t>
            </a:r>
            <a:r>
              <a:rPr lang="en-US" dirty="0">
                <a:solidFill>
                  <a:srgbClr val="9BBB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Compound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rules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47B39879-4D60-F012-6D94-02664E0700C1}"/>
              </a:ext>
            </a:extLst>
          </p:cNvPr>
          <p:cNvSpPr/>
          <p:nvPr/>
        </p:nvSpPr>
        <p:spPr>
          <a:xfrm>
            <a:off x="233122" y="188452"/>
            <a:ext cx="6189449" cy="6375627"/>
          </a:xfrm>
          <a:prstGeom prst="rect">
            <a:avLst/>
          </a:prstGeom>
          <a:solidFill>
            <a:schemeClr val="bg2"/>
          </a:solidFill>
          <a:ln w="38100">
            <a:solidFill>
              <a:srgbClr val="9BB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6" name="Imagen 5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B8F4EAD4-B1A6-E7A7-9056-8FCF1AEC16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75" y="587535"/>
            <a:ext cx="6048115" cy="5432265"/>
          </a:xfrm>
          <a:prstGeom prst="rect">
            <a:avLst/>
          </a:prstGeom>
        </p:spPr>
      </p:pic>
      <p:sp>
        <p:nvSpPr>
          <p:cNvPr id="57" name="Rectángulo 56">
            <a:extLst>
              <a:ext uri="{FF2B5EF4-FFF2-40B4-BE49-F238E27FC236}">
                <a16:creationId xmlns:a16="http://schemas.microsoft.com/office/drawing/2014/main" id="{6781E2A8-AC22-52CF-0110-851415EF0A1D}"/>
              </a:ext>
            </a:extLst>
          </p:cNvPr>
          <p:cNvSpPr/>
          <p:nvPr/>
        </p:nvSpPr>
        <p:spPr>
          <a:xfrm>
            <a:off x="2447383" y="2342696"/>
            <a:ext cx="3506269" cy="232830"/>
          </a:xfrm>
          <a:prstGeom prst="rect">
            <a:avLst/>
          </a:prstGeom>
          <a:solidFill>
            <a:schemeClr val="bg2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1272303F-8E7E-72FA-4B09-763ED7E1645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996" y="2079883"/>
            <a:ext cx="162158" cy="207985"/>
          </a:xfrm>
          <a:prstGeom prst="rect">
            <a:avLst/>
          </a:prstGeom>
        </p:spPr>
      </p:pic>
      <p:sp>
        <p:nvSpPr>
          <p:cNvPr id="61" name="Rectángulo 60">
            <a:extLst>
              <a:ext uri="{FF2B5EF4-FFF2-40B4-BE49-F238E27FC236}">
                <a16:creationId xmlns:a16="http://schemas.microsoft.com/office/drawing/2014/main" id="{826473EB-D94F-C56E-D2EA-2743B32A138F}"/>
              </a:ext>
            </a:extLst>
          </p:cNvPr>
          <p:cNvSpPr/>
          <p:nvPr/>
        </p:nvSpPr>
        <p:spPr>
          <a:xfrm>
            <a:off x="3065216" y="2066606"/>
            <a:ext cx="2936489" cy="691326"/>
          </a:xfrm>
          <a:prstGeom prst="rect">
            <a:avLst/>
          </a:prstGeom>
          <a:noFill/>
          <a:ln w="38100">
            <a:solidFill>
              <a:srgbClr val="9BB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F71A0F7C-11C6-E0C2-57D2-9A5FC6082519}"/>
              </a:ext>
            </a:extLst>
          </p:cNvPr>
          <p:cNvSpPr/>
          <p:nvPr/>
        </p:nvSpPr>
        <p:spPr>
          <a:xfrm>
            <a:off x="872517" y="1322913"/>
            <a:ext cx="2531854" cy="335350"/>
          </a:xfrm>
          <a:prstGeom prst="rect">
            <a:avLst/>
          </a:prstGeom>
          <a:noFill/>
          <a:ln w="38100">
            <a:solidFill>
              <a:srgbClr val="9BB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B8ED29F-9021-5C89-1B15-4EB25FB1261A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9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6883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  <p:bldP spid="13" grpId="0"/>
      <p:bldP spid="55" grpId="0" animBg="1"/>
      <p:bldP spid="55" grpId="1" animBg="1"/>
      <p:bldP spid="57" grpId="0" animBg="1"/>
      <p:bldP spid="57" grpId="1" animBg="1"/>
      <p:bldP spid="61" grpId="0" animBg="1"/>
      <p:bldP spid="61" grpId="1" animBg="1"/>
      <p:bldP spid="61" grpId="2" animBg="1"/>
      <p:bldP spid="61" grpId="3" animBg="1"/>
      <p:bldP spid="62" grpId="0" animBg="1"/>
      <p:bldP spid="62" grpId="1" animBg="1"/>
      <p:bldP spid="62" grpId="2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EF122A4-4525-9E02-BE3C-ACB3E9F13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8015F584-2931-109E-EBC7-FAC95EDE974A}"/>
              </a:ext>
            </a:extLst>
          </p:cNvPr>
          <p:cNvSpPr/>
          <p:nvPr/>
        </p:nvSpPr>
        <p:spPr bwMode="auto">
          <a:xfrm rot="2150281">
            <a:off x="2411171" y="743840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C40597B5-F353-2929-C235-69C835807007}"/>
              </a:ext>
            </a:extLst>
          </p:cNvPr>
          <p:cNvSpPr/>
          <p:nvPr/>
        </p:nvSpPr>
        <p:spPr bwMode="auto">
          <a:xfrm rot="2150281">
            <a:off x="858577" y="110647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358BCAEF-74A0-1C2B-F397-82AA476D56C8}"/>
              </a:ext>
            </a:extLst>
          </p:cNvPr>
          <p:cNvSpPr/>
          <p:nvPr/>
        </p:nvSpPr>
        <p:spPr bwMode="auto">
          <a:xfrm rot="2150281">
            <a:off x="-428116" y="2564117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0AAB5A51-946F-C988-CADE-592E7E6EB85D}"/>
              </a:ext>
            </a:extLst>
          </p:cNvPr>
          <p:cNvSpPr/>
          <p:nvPr/>
        </p:nvSpPr>
        <p:spPr bwMode="auto">
          <a:xfrm rot="2150281">
            <a:off x="1683632" y="2012575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7B767A96-0E49-F28E-682B-563115399F36}"/>
              </a:ext>
            </a:extLst>
          </p:cNvPr>
          <p:cNvSpPr/>
          <p:nvPr/>
        </p:nvSpPr>
        <p:spPr bwMode="auto">
          <a:xfrm rot="2150281">
            <a:off x="1683632" y="2012575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2542394B-7BB4-F55B-1C98-DCAA16EE956C}"/>
              </a:ext>
            </a:extLst>
          </p:cNvPr>
          <p:cNvSpPr txBox="1"/>
          <p:nvPr/>
        </p:nvSpPr>
        <p:spPr>
          <a:xfrm rot="15110281">
            <a:off x="-16830" y="3613889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Management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218F4403-C582-C187-7A63-69F5A2A48240}"/>
              </a:ext>
            </a:extLst>
          </p:cNvPr>
          <p:cNvSpPr/>
          <p:nvPr/>
        </p:nvSpPr>
        <p:spPr>
          <a:xfrm rot="12950281">
            <a:off x="1530122" y="1849515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F1629F90-143B-839F-EED5-814D912881A0}"/>
              </a:ext>
            </a:extLst>
          </p:cNvPr>
          <p:cNvSpPr/>
          <p:nvPr/>
        </p:nvSpPr>
        <p:spPr>
          <a:xfrm rot="4310281">
            <a:off x="856780" y="3551910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972546A8-CB7B-66B9-8A95-9F539F3A25E2}"/>
              </a:ext>
            </a:extLst>
          </p:cNvPr>
          <p:cNvSpPr/>
          <p:nvPr/>
        </p:nvSpPr>
        <p:spPr>
          <a:xfrm rot="8630281">
            <a:off x="1363506" y="2077433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7F0D90C7-1DFF-21FA-D0A8-70B9933710B3}"/>
              </a:ext>
            </a:extLst>
          </p:cNvPr>
          <p:cNvSpPr/>
          <p:nvPr/>
        </p:nvSpPr>
        <p:spPr>
          <a:xfrm rot="12950281">
            <a:off x="2921977" y="2085717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1727061F-0B35-456A-5332-9E682E120978}"/>
              </a:ext>
            </a:extLst>
          </p:cNvPr>
          <p:cNvSpPr/>
          <p:nvPr/>
        </p:nvSpPr>
        <p:spPr>
          <a:xfrm rot="12950281">
            <a:off x="1177632" y="3186532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84822053-CFA0-1FB7-C70E-4B175D41ACFF}"/>
              </a:ext>
            </a:extLst>
          </p:cNvPr>
          <p:cNvSpPr/>
          <p:nvPr/>
        </p:nvSpPr>
        <p:spPr>
          <a:xfrm rot="12950281">
            <a:off x="1691556" y="1663108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0B46EE83-70D6-FEAD-0E59-9DD69506F122}"/>
              </a:ext>
            </a:extLst>
          </p:cNvPr>
          <p:cNvSpPr/>
          <p:nvPr/>
        </p:nvSpPr>
        <p:spPr>
          <a:xfrm rot="12950281">
            <a:off x="3167522" y="1683199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2D869B42-2F39-8377-3FF0-27C473CA33BA}"/>
              </a:ext>
            </a:extLst>
          </p:cNvPr>
          <p:cNvSpPr/>
          <p:nvPr/>
        </p:nvSpPr>
        <p:spPr>
          <a:xfrm rot="12950281">
            <a:off x="1483648" y="2091777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9259FDD9-732B-015E-9274-60E7BAFC3B9B}"/>
              </a:ext>
            </a:extLst>
          </p:cNvPr>
          <p:cNvGrpSpPr/>
          <p:nvPr/>
        </p:nvGrpSpPr>
        <p:grpSpPr>
          <a:xfrm rot="12950281">
            <a:off x="1614710" y="2201968"/>
            <a:ext cx="2557171" cy="2387324"/>
            <a:chOff x="4928539" y="2020392"/>
            <a:chExt cx="2449132" cy="2298898"/>
          </a:xfrm>
        </p:grpSpPr>
        <p:sp>
          <p:nvSpPr>
            <p:cNvPr id="18" name="Pentágono regular 17">
              <a:extLst>
                <a:ext uri="{FF2B5EF4-FFF2-40B4-BE49-F238E27FC236}">
                  <a16:creationId xmlns:a16="http://schemas.microsoft.com/office/drawing/2014/main" id="{C05951E5-FADE-F8D9-384C-612E870FA7A7}"/>
                </a:ext>
              </a:extLst>
            </p:cNvPr>
            <p:cNvSpPr/>
            <p:nvPr/>
          </p:nvSpPr>
          <p:spPr>
            <a:xfrm>
              <a:off x="4928539" y="2020392"/>
              <a:ext cx="2449132" cy="2298898"/>
            </a:xfrm>
            <a:prstGeom prst="pentagon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" name="Imagen 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D2CF9041-7065-D3AD-3C83-325B85EF5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0444" y="2500383"/>
              <a:ext cx="1594297" cy="1315343"/>
            </a:xfrm>
            <a:prstGeom prst="rect">
              <a:avLst/>
            </a:prstGeom>
          </p:spPr>
        </p:pic>
      </p:grpSp>
      <p:sp>
        <p:nvSpPr>
          <p:cNvPr id="71" name="Elipse 70">
            <a:extLst>
              <a:ext uri="{FF2B5EF4-FFF2-40B4-BE49-F238E27FC236}">
                <a16:creationId xmlns:a16="http://schemas.microsoft.com/office/drawing/2014/main" id="{96BF047B-1A31-CC91-83A8-D477C69A6236}"/>
              </a:ext>
            </a:extLst>
          </p:cNvPr>
          <p:cNvSpPr/>
          <p:nvPr/>
        </p:nvSpPr>
        <p:spPr>
          <a:xfrm rot="12950281">
            <a:off x="1368330" y="3355381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23C8528F-9170-EB20-4ABD-BEE6BDD0AC8A}"/>
              </a:ext>
            </a:extLst>
          </p:cNvPr>
          <p:cNvSpPr txBox="1"/>
          <p:nvPr/>
        </p:nvSpPr>
        <p:spPr>
          <a:xfrm rot="19670281">
            <a:off x="808190" y="984818"/>
            <a:ext cx="1765227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DC256C5B-1A0B-7AFB-99EA-D1C53B68A6FE}"/>
              </a:ext>
            </a:extLst>
          </p:cNvPr>
          <p:cNvSpPr/>
          <p:nvPr/>
        </p:nvSpPr>
        <p:spPr>
          <a:xfrm rot="12950281">
            <a:off x="1882254" y="1831957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7A09C976-788A-81B4-7B18-3341FECEBD15}"/>
              </a:ext>
            </a:extLst>
          </p:cNvPr>
          <p:cNvSpPr/>
          <p:nvPr/>
        </p:nvSpPr>
        <p:spPr>
          <a:xfrm rot="12950281">
            <a:off x="3358220" y="1852049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891F58D6-834B-EFA2-E8C0-9153F1FF05E3}"/>
              </a:ext>
            </a:extLst>
          </p:cNvPr>
          <p:cNvSpPr txBox="1"/>
          <p:nvPr/>
        </p:nvSpPr>
        <p:spPr>
          <a:xfrm rot="2150281">
            <a:off x="3594782" y="1109140"/>
            <a:ext cx="1388522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</p:txBody>
      </p:sp>
      <p:pic>
        <p:nvPicPr>
          <p:cNvPr id="103" name="Gráfico 102">
            <a:extLst>
              <a:ext uri="{FF2B5EF4-FFF2-40B4-BE49-F238E27FC236}">
                <a16:creationId xmlns:a16="http://schemas.microsoft.com/office/drawing/2014/main" id="{35F59E58-C960-F4CA-B036-325E722181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50281">
            <a:off x="3469071" y="1947140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3328781E-E999-31C8-654D-994A46B2C3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670281">
            <a:off x="1981026" y="1919782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DEE1CC6C-B339-F02B-481B-766C87CB10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5110281">
            <a:off x="1468609" y="3445277"/>
            <a:ext cx="517427" cy="517427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8E83B1C9-B158-1238-694B-C5FCAC2B5DD7}"/>
              </a:ext>
            </a:extLst>
          </p:cNvPr>
          <p:cNvGrpSpPr/>
          <p:nvPr/>
        </p:nvGrpSpPr>
        <p:grpSpPr>
          <a:xfrm>
            <a:off x="5486400" y="1251857"/>
            <a:ext cx="5954486" cy="574999"/>
            <a:chOff x="5486400" y="1251857"/>
            <a:chExt cx="5954486" cy="574999"/>
          </a:xfrm>
        </p:grpSpPr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F7588547-BD43-0418-925D-921BC2B5D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6400" y="1251857"/>
              <a:ext cx="936171" cy="574999"/>
            </a:xfrm>
            <a:prstGeom prst="line">
              <a:avLst/>
            </a:prstGeom>
            <a:ln>
              <a:solidFill>
                <a:srgbClr val="F29B2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A6FE7DC7-1A97-F214-9F73-EE238957DF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571" y="1251857"/>
              <a:ext cx="5018315" cy="0"/>
            </a:xfrm>
            <a:prstGeom prst="line">
              <a:avLst/>
            </a:prstGeom>
            <a:ln>
              <a:solidFill>
                <a:srgbClr val="F29B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85">
            <a:extLst>
              <a:ext uri="{FF2B5EF4-FFF2-40B4-BE49-F238E27FC236}">
                <a16:creationId xmlns:a16="http://schemas.microsoft.com/office/drawing/2014/main" id="{89C7D641-5CC5-9D30-BC10-93951272F49B}"/>
              </a:ext>
            </a:extLst>
          </p:cNvPr>
          <p:cNvSpPr txBox="1"/>
          <p:nvPr/>
        </p:nvSpPr>
        <p:spPr>
          <a:xfrm>
            <a:off x="6845860" y="699325"/>
            <a:ext cx="417173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 Evaluation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3A7BA30-AB73-1344-D646-F2110319811B}"/>
              </a:ext>
            </a:extLst>
          </p:cNvPr>
          <p:cNvSpPr txBox="1"/>
          <p:nvPr/>
        </p:nvSpPr>
        <p:spPr>
          <a:xfrm>
            <a:off x="6845860" y="2637542"/>
            <a:ext cx="34355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29B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n-US" dirty="0">
                <a:solidFill>
                  <a:srgbClr val="9BBB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Single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 evaluation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06C40E9-D826-61EE-39AD-720B93A7CCCF}"/>
              </a:ext>
            </a:extLst>
          </p:cNvPr>
          <p:cNvSpPr txBox="1"/>
          <p:nvPr/>
        </p:nvSpPr>
        <p:spPr>
          <a:xfrm>
            <a:off x="6854662" y="3446367"/>
            <a:ext cx="33105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29B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n-US" dirty="0">
                <a:solidFill>
                  <a:srgbClr val="9BBB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-feature evaluation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47A2F98-3865-6B61-258D-4A2474BE12A8}"/>
              </a:ext>
            </a:extLst>
          </p:cNvPr>
          <p:cNvSpPr txBox="1"/>
          <p:nvPr/>
        </p:nvSpPr>
        <p:spPr>
          <a:xfrm>
            <a:off x="6845860" y="430308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29B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n-US" dirty="0">
                <a:solidFill>
                  <a:srgbClr val="F29B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Support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default values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8706C5C-D2E0-3649-7422-B1D55B18CEBE}"/>
              </a:ext>
            </a:extLst>
          </p:cNvPr>
          <p:cNvSpPr txBox="1"/>
          <p:nvPr/>
        </p:nvSpPr>
        <p:spPr>
          <a:xfrm>
            <a:off x="6822641" y="5111909"/>
            <a:ext cx="3966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29B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</a:t>
            </a:r>
            <a:r>
              <a:rPr lang="en-US" dirty="0">
                <a:solidFill>
                  <a:srgbClr val="F29B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Standardized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boolean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results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92C7077-C2A5-82B9-CB40-CE88029BD4C3}"/>
              </a:ext>
            </a:extLst>
          </p:cNvPr>
          <p:cNvSpPr txBox="1"/>
          <p:nvPr/>
        </p:nvSpPr>
        <p:spPr>
          <a:xfrm>
            <a:off x="1168032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321644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F99983-B391-4613-703A-7056EC2C9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8ED839DD-1A71-CBE6-78EF-8E2E232D3323}"/>
              </a:ext>
            </a:extLst>
          </p:cNvPr>
          <p:cNvSpPr/>
          <p:nvPr/>
        </p:nvSpPr>
        <p:spPr bwMode="auto">
          <a:xfrm rot="19462802">
            <a:off x="302270" y="888153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71">
            <a:extLst>
              <a:ext uri="{FF2B5EF4-FFF2-40B4-BE49-F238E27FC236}">
                <a16:creationId xmlns:a16="http://schemas.microsoft.com/office/drawing/2014/main" id="{2CF45B41-6788-83DF-352F-B5FB125B6A48}"/>
              </a:ext>
            </a:extLst>
          </p:cNvPr>
          <p:cNvSpPr/>
          <p:nvPr/>
        </p:nvSpPr>
        <p:spPr bwMode="auto">
          <a:xfrm rot="19462802">
            <a:off x="2908876" y="239796"/>
            <a:ext cx="2189012" cy="3121694"/>
          </a:xfrm>
          <a:custGeom>
            <a:avLst/>
            <a:gdLst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7303 w 2023871"/>
              <a:gd name="connsiteY6" fmla="*/ 1873307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26868 w 2023871"/>
              <a:gd name="connsiteY5" fmla="*/ 2054966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3871" h="2888762">
                <a:moveTo>
                  <a:pt x="979889" y="0"/>
                </a:moveTo>
                <a:cubicBezTo>
                  <a:pt x="1860735" y="675631"/>
                  <a:pt x="2230953" y="1826240"/>
                  <a:pt x="1909372" y="2888762"/>
                </a:cubicBezTo>
                <a:lnTo>
                  <a:pt x="387277" y="2428087"/>
                </a:lnTo>
                <a:lnTo>
                  <a:pt x="401942" y="2371051"/>
                </a:lnTo>
                <a:lnTo>
                  <a:pt x="398382" y="2380612"/>
                </a:lnTo>
                <a:lnTo>
                  <a:pt x="126868" y="2054966"/>
                </a:lnTo>
                <a:cubicBezTo>
                  <a:pt x="114632" y="1996794"/>
                  <a:pt x="121445" y="1979103"/>
                  <a:pt x="94922" y="1878069"/>
                </a:cubicBezTo>
                <a:lnTo>
                  <a:pt x="15918" y="1907805"/>
                </a:lnTo>
                <a:lnTo>
                  <a:pt x="46704" y="1312796"/>
                </a:lnTo>
                <a:lnTo>
                  <a:pt x="44660" y="1310916"/>
                </a:lnTo>
                <a:lnTo>
                  <a:pt x="0" y="1277520"/>
                </a:lnTo>
                <a:lnTo>
                  <a:pt x="979889" y="0"/>
                </a:lnTo>
                <a:close/>
              </a:path>
            </a:pathLst>
          </a:custGeom>
          <a:solidFill>
            <a:srgbClr val="B5372D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68D85674-C264-951C-0648-AD8EBC9B5284}"/>
              </a:ext>
            </a:extLst>
          </p:cNvPr>
          <p:cNvSpPr/>
          <p:nvPr/>
        </p:nvSpPr>
        <p:spPr bwMode="auto">
          <a:xfrm rot="19462802">
            <a:off x="3982" y="2337441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E5EE5E34-B11A-B58D-90F3-21F099175893}"/>
              </a:ext>
            </a:extLst>
          </p:cNvPr>
          <p:cNvSpPr/>
          <p:nvPr/>
        </p:nvSpPr>
        <p:spPr bwMode="auto">
          <a:xfrm rot="19462802">
            <a:off x="1475921" y="4306767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4FB3225D-DB3E-E34E-5B39-6D148D0E0099}"/>
              </a:ext>
            </a:extLst>
          </p:cNvPr>
          <p:cNvSpPr/>
          <p:nvPr/>
        </p:nvSpPr>
        <p:spPr bwMode="auto">
          <a:xfrm rot="19462802">
            <a:off x="1701040" y="2139215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2452700B-F4D4-3D99-F366-B0B2794C352A}"/>
              </a:ext>
            </a:extLst>
          </p:cNvPr>
          <p:cNvSpPr/>
          <p:nvPr/>
        </p:nvSpPr>
        <p:spPr bwMode="auto">
          <a:xfrm rot="19462802">
            <a:off x="1701040" y="2139215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989C94DA-7FE2-975A-C7C5-6D1174AAD70A}"/>
              </a:ext>
            </a:extLst>
          </p:cNvPr>
          <p:cNvSpPr txBox="1"/>
          <p:nvPr/>
        </p:nvSpPr>
        <p:spPr>
          <a:xfrm rot="10822802">
            <a:off x="2089398" y="5321444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Management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4FDE4798-5B50-BDA6-31FF-D01AE1C021DB}"/>
              </a:ext>
            </a:extLst>
          </p:cNvPr>
          <p:cNvSpPr/>
          <p:nvPr/>
        </p:nvSpPr>
        <p:spPr>
          <a:xfrm rot="22802">
            <a:off x="2142229" y="4630301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00074229-52DC-660B-121F-1463CF4C7E81}"/>
              </a:ext>
            </a:extLst>
          </p:cNvPr>
          <p:cNvSpPr/>
          <p:nvPr/>
        </p:nvSpPr>
        <p:spPr>
          <a:xfrm rot="4342802">
            <a:off x="873145" y="3704219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78AAE548-3E42-5395-6F8D-71F542A71B9F}"/>
              </a:ext>
            </a:extLst>
          </p:cNvPr>
          <p:cNvSpPr/>
          <p:nvPr/>
        </p:nvSpPr>
        <p:spPr>
          <a:xfrm rot="8662802">
            <a:off x="1376593" y="2229281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BA910C20-6954-A671-103D-DDE6AB5D4329}"/>
              </a:ext>
            </a:extLst>
          </p:cNvPr>
          <p:cNvSpPr/>
          <p:nvPr/>
        </p:nvSpPr>
        <p:spPr>
          <a:xfrm rot="12982802">
            <a:off x="2962665" y="2172006"/>
            <a:ext cx="1652512" cy="322444"/>
          </a:xfrm>
          <a:prstGeom prst="rect">
            <a:avLst/>
          </a:prstGeom>
          <a:solidFill>
            <a:srgbClr val="B5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14FE5B28-B126-9769-D3AD-7AF532836828}"/>
              </a:ext>
            </a:extLst>
          </p:cNvPr>
          <p:cNvSpPr/>
          <p:nvPr/>
        </p:nvSpPr>
        <p:spPr>
          <a:xfrm rot="8662802">
            <a:off x="2453352" y="4222148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3D3F167F-3DE4-6CBF-F4A7-7A18DA4B8227}"/>
              </a:ext>
            </a:extLst>
          </p:cNvPr>
          <p:cNvSpPr/>
          <p:nvPr/>
        </p:nvSpPr>
        <p:spPr>
          <a:xfrm rot="8662802">
            <a:off x="1172436" y="3250453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08E26A25-CC02-DF0E-B3B2-C549A1BB3CE4}"/>
              </a:ext>
            </a:extLst>
          </p:cNvPr>
          <p:cNvSpPr/>
          <p:nvPr/>
        </p:nvSpPr>
        <p:spPr>
          <a:xfrm rot="8662802">
            <a:off x="1660842" y="1857492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0C70DA00-CC22-8A43-C4AD-21D5D938A6C7}"/>
              </a:ext>
            </a:extLst>
          </p:cNvPr>
          <p:cNvSpPr/>
          <p:nvPr/>
        </p:nvSpPr>
        <p:spPr>
          <a:xfrm rot="8662802">
            <a:off x="3215721" y="1844656"/>
            <a:ext cx="1080000" cy="1080000"/>
          </a:xfrm>
          <a:prstGeom prst="ellipse">
            <a:avLst/>
          </a:prstGeom>
          <a:solidFill>
            <a:srgbClr val="78241E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BF35A90D-E087-555D-875C-84BA662FAC55}"/>
              </a:ext>
            </a:extLst>
          </p:cNvPr>
          <p:cNvSpPr/>
          <p:nvPr/>
        </p:nvSpPr>
        <p:spPr>
          <a:xfrm rot="8662802">
            <a:off x="1665120" y="2243911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E6F2EA0C-65AD-363B-FECC-75A15B9BD6ED}"/>
              </a:ext>
            </a:extLst>
          </p:cNvPr>
          <p:cNvGrpSpPr/>
          <p:nvPr/>
        </p:nvGrpSpPr>
        <p:grpSpPr>
          <a:xfrm rot="8662802">
            <a:off x="1774903" y="2348624"/>
            <a:ext cx="2557171" cy="2387324"/>
            <a:chOff x="4928539" y="2020392"/>
            <a:chExt cx="2449132" cy="2298898"/>
          </a:xfrm>
        </p:grpSpPr>
        <p:sp>
          <p:nvSpPr>
            <p:cNvPr id="18" name="Pentágono regular 17">
              <a:extLst>
                <a:ext uri="{FF2B5EF4-FFF2-40B4-BE49-F238E27FC236}">
                  <a16:creationId xmlns:a16="http://schemas.microsoft.com/office/drawing/2014/main" id="{4079BBE5-E854-813B-29C0-7B64439F5D5B}"/>
                </a:ext>
              </a:extLst>
            </p:cNvPr>
            <p:cNvSpPr/>
            <p:nvPr/>
          </p:nvSpPr>
          <p:spPr>
            <a:xfrm>
              <a:off x="4928539" y="2020392"/>
              <a:ext cx="2449132" cy="2298898"/>
            </a:xfrm>
            <a:prstGeom prst="pentagon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" name="Imagen 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261B9182-9020-5CBA-04A0-F0A083BE7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0444" y="2500383"/>
              <a:ext cx="1594297" cy="1315343"/>
            </a:xfrm>
            <a:prstGeom prst="rect">
              <a:avLst/>
            </a:prstGeom>
          </p:spPr>
        </p:pic>
      </p:grpSp>
      <p:sp>
        <p:nvSpPr>
          <p:cNvPr id="71" name="Elipse 70">
            <a:extLst>
              <a:ext uri="{FF2B5EF4-FFF2-40B4-BE49-F238E27FC236}">
                <a16:creationId xmlns:a16="http://schemas.microsoft.com/office/drawing/2014/main" id="{01C5703A-13A3-2905-6F4B-1B1C643678E4}"/>
              </a:ext>
            </a:extLst>
          </p:cNvPr>
          <p:cNvSpPr/>
          <p:nvPr/>
        </p:nvSpPr>
        <p:spPr>
          <a:xfrm rot="8662802">
            <a:off x="2626183" y="4388460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69687B97-2EF2-24EA-78A1-6BE4DE3EE4EE}"/>
              </a:ext>
            </a:extLst>
          </p:cNvPr>
          <p:cNvSpPr txBox="1"/>
          <p:nvPr/>
        </p:nvSpPr>
        <p:spPr>
          <a:xfrm rot="15382802">
            <a:off x="-161615" y="3674330"/>
            <a:ext cx="1765227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CC82EDB1-06B6-6FEF-F1DD-4166FC7CD588}"/>
              </a:ext>
            </a:extLst>
          </p:cNvPr>
          <p:cNvSpPr/>
          <p:nvPr/>
        </p:nvSpPr>
        <p:spPr>
          <a:xfrm rot="8662802">
            <a:off x="1345267" y="3416764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0863F8E1-A011-3E64-684F-DAA1EE54751B}"/>
              </a:ext>
            </a:extLst>
          </p:cNvPr>
          <p:cNvSpPr/>
          <p:nvPr/>
        </p:nvSpPr>
        <p:spPr>
          <a:xfrm rot="8662802">
            <a:off x="1833673" y="2023804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3980777A-D5DE-96C3-43A4-A828A19EA6A3}"/>
              </a:ext>
            </a:extLst>
          </p:cNvPr>
          <p:cNvSpPr txBox="1"/>
          <p:nvPr/>
        </p:nvSpPr>
        <p:spPr>
          <a:xfrm rot="19462802">
            <a:off x="970846" y="1250497"/>
            <a:ext cx="1388522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C0437162-F613-0DBF-DD6D-C68C200C6149}"/>
              </a:ext>
            </a:extLst>
          </p:cNvPr>
          <p:cNvSpPr/>
          <p:nvPr/>
        </p:nvSpPr>
        <p:spPr>
          <a:xfrm rot="8662802">
            <a:off x="3388551" y="2010968"/>
            <a:ext cx="720000" cy="720000"/>
          </a:xfrm>
          <a:prstGeom prst="ellipse">
            <a:avLst/>
          </a:prstGeom>
          <a:solidFill>
            <a:srgbClr val="B5372D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5">
            <a:extLst>
              <a:ext uri="{FF2B5EF4-FFF2-40B4-BE49-F238E27FC236}">
                <a16:creationId xmlns:a16="http://schemas.microsoft.com/office/drawing/2014/main" id="{CF7FCB33-4100-7EBF-E88C-62F0A3556BF5}"/>
              </a:ext>
            </a:extLst>
          </p:cNvPr>
          <p:cNvSpPr txBox="1"/>
          <p:nvPr/>
        </p:nvSpPr>
        <p:spPr>
          <a:xfrm rot="1942802">
            <a:off x="3600455" y="1314929"/>
            <a:ext cx="144943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Integration</a:t>
            </a:r>
          </a:p>
        </p:txBody>
      </p:sp>
      <p:pic>
        <p:nvPicPr>
          <p:cNvPr id="99" name="Gráfico 98">
            <a:extLst>
              <a:ext uri="{FF2B5EF4-FFF2-40B4-BE49-F238E27FC236}">
                <a16:creationId xmlns:a16="http://schemas.microsoft.com/office/drawing/2014/main" id="{D185D75D-D74A-B13F-8129-03EADE9F4D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662802">
            <a:off x="3554360" y="2174990"/>
            <a:ext cx="375674" cy="375674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55725E27-955F-AA27-6F51-3B62DB1EBD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462802">
            <a:off x="1932287" y="2113071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E6432767-C88B-5328-39C8-B85A922732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5382802">
            <a:off x="1429414" y="3538058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B2A69DF0-A443-FA73-742A-0DEED7B7A8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22802">
            <a:off x="2716350" y="4487079"/>
            <a:ext cx="517427" cy="517427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A29EDC42-9D24-8FFA-6189-7AC872B7EEF0}"/>
              </a:ext>
            </a:extLst>
          </p:cNvPr>
          <p:cNvGrpSpPr/>
          <p:nvPr/>
        </p:nvGrpSpPr>
        <p:grpSpPr>
          <a:xfrm>
            <a:off x="5429839" y="1251857"/>
            <a:ext cx="6011047" cy="629637"/>
            <a:chOff x="5429839" y="1251857"/>
            <a:chExt cx="6011047" cy="629637"/>
          </a:xfrm>
        </p:grpSpPr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983F3A0C-F946-8E06-F5FF-D8CE8D79BD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9839" y="1251857"/>
              <a:ext cx="992732" cy="629637"/>
            </a:xfrm>
            <a:prstGeom prst="line">
              <a:avLst/>
            </a:prstGeom>
            <a:ln>
              <a:solidFill>
                <a:srgbClr val="B5372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6F4A0994-0BDD-8509-FD6B-E1C903C52D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571" y="1251857"/>
              <a:ext cx="5018315" cy="0"/>
            </a:xfrm>
            <a:prstGeom prst="line">
              <a:avLst/>
            </a:prstGeom>
            <a:ln>
              <a:solidFill>
                <a:srgbClr val="B5372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85">
            <a:extLst>
              <a:ext uri="{FF2B5EF4-FFF2-40B4-BE49-F238E27FC236}">
                <a16:creationId xmlns:a16="http://schemas.microsoft.com/office/drawing/2014/main" id="{98B5FEB7-1D64-4149-0E84-D9E5AA77E434}"/>
              </a:ext>
            </a:extLst>
          </p:cNvPr>
          <p:cNvSpPr txBox="1"/>
          <p:nvPr/>
        </p:nvSpPr>
        <p:spPr>
          <a:xfrm>
            <a:off x="6845860" y="699325"/>
            <a:ext cx="417173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Integration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352A86-EB1C-1F96-1CBF-84A3AC57BA15}"/>
              </a:ext>
            </a:extLst>
          </p:cNvPr>
          <p:cNvSpPr txBox="1"/>
          <p:nvPr/>
        </p:nvSpPr>
        <p:spPr>
          <a:xfrm>
            <a:off x="6845860" y="2637542"/>
            <a:ext cx="18646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B5372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n-US" dirty="0">
                <a:solidFill>
                  <a:srgbClr val="B5372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SDK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Based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0D85229-AA41-6986-E071-8CEDE90A90DF}"/>
              </a:ext>
            </a:extLst>
          </p:cNvPr>
          <p:cNvSpPr txBox="1"/>
          <p:nvPr/>
        </p:nvSpPr>
        <p:spPr>
          <a:xfrm>
            <a:off x="6845860" y="4581059"/>
            <a:ext cx="17892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B5372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n-US" dirty="0">
                <a:solidFill>
                  <a:srgbClr val="B5372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API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Based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317C6DC-46AD-8F26-3381-951CB1C3C9F1}"/>
              </a:ext>
            </a:extLst>
          </p:cNvPr>
          <p:cNvSpPr txBox="1"/>
          <p:nvPr/>
        </p:nvSpPr>
        <p:spPr>
          <a:xfrm>
            <a:off x="7112159" y="3241029"/>
            <a:ext cx="21307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B5372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1.1</a:t>
            </a:r>
            <a:r>
              <a:rPr lang="en-US" dirty="0">
                <a:solidFill>
                  <a:srgbClr val="B5372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Server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SDK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16D8B90-546A-134D-C1D5-EC3A72B9834E}"/>
              </a:ext>
            </a:extLst>
          </p:cNvPr>
          <p:cNvSpPr txBox="1"/>
          <p:nvPr/>
        </p:nvSpPr>
        <p:spPr>
          <a:xfrm>
            <a:off x="7112158" y="3844516"/>
            <a:ext cx="20489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B5372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1.2</a:t>
            </a:r>
            <a:r>
              <a:rPr lang="en-US" dirty="0">
                <a:solidFill>
                  <a:srgbClr val="B5372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Client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SDK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79E3D4D-B16A-B39C-BBC7-1D640370D1FD}"/>
              </a:ext>
            </a:extLst>
          </p:cNvPr>
          <p:cNvSpPr txBox="1"/>
          <p:nvPr/>
        </p:nvSpPr>
        <p:spPr>
          <a:xfrm>
            <a:off x="7166661" y="5090612"/>
            <a:ext cx="3530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B5372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2.1</a:t>
            </a:r>
            <a:r>
              <a:rPr lang="en-US" dirty="0">
                <a:solidFill>
                  <a:srgbClr val="B5372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Secure Communication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4C043FF-A8D6-0296-66AF-AB27794F6256}"/>
              </a:ext>
            </a:extLst>
          </p:cNvPr>
          <p:cNvSpPr txBox="1"/>
          <p:nvPr/>
        </p:nvSpPr>
        <p:spPr>
          <a:xfrm>
            <a:off x="11680321" y="6334780"/>
            <a:ext cx="490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11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8866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3" grpId="0"/>
      <p:bldP spid="14" grpId="0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4CC82EC-F363-5476-12B6-C1B01C567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32CB34F4-BC95-71A1-559F-F9E57D7FE315}"/>
              </a:ext>
            </a:extLst>
          </p:cNvPr>
          <p:cNvSpPr/>
          <p:nvPr/>
        </p:nvSpPr>
        <p:spPr bwMode="auto">
          <a:xfrm rot="15076377">
            <a:off x="-352583" y="2935078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71">
            <a:extLst>
              <a:ext uri="{FF2B5EF4-FFF2-40B4-BE49-F238E27FC236}">
                <a16:creationId xmlns:a16="http://schemas.microsoft.com/office/drawing/2014/main" id="{0C6830DA-BEAF-F611-DC28-5D8C2BB768A5}"/>
              </a:ext>
            </a:extLst>
          </p:cNvPr>
          <p:cNvSpPr/>
          <p:nvPr/>
        </p:nvSpPr>
        <p:spPr bwMode="auto">
          <a:xfrm rot="15076377">
            <a:off x="620221" y="409607"/>
            <a:ext cx="2189012" cy="3121694"/>
          </a:xfrm>
          <a:custGeom>
            <a:avLst/>
            <a:gdLst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7303 w 2023871"/>
              <a:gd name="connsiteY6" fmla="*/ 1873307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26868 w 2023871"/>
              <a:gd name="connsiteY5" fmla="*/ 2054966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3871" h="2888762">
                <a:moveTo>
                  <a:pt x="979889" y="0"/>
                </a:moveTo>
                <a:cubicBezTo>
                  <a:pt x="1860735" y="675631"/>
                  <a:pt x="2230953" y="1826240"/>
                  <a:pt x="1909372" y="2888762"/>
                </a:cubicBezTo>
                <a:lnTo>
                  <a:pt x="387277" y="2428087"/>
                </a:lnTo>
                <a:lnTo>
                  <a:pt x="401942" y="2371051"/>
                </a:lnTo>
                <a:lnTo>
                  <a:pt x="398382" y="2380612"/>
                </a:lnTo>
                <a:lnTo>
                  <a:pt x="126868" y="2054966"/>
                </a:lnTo>
                <a:cubicBezTo>
                  <a:pt x="114632" y="1996794"/>
                  <a:pt x="121445" y="1979103"/>
                  <a:pt x="94922" y="1878069"/>
                </a:cubicBezTo>
                <a:lnTo>
                  <a:pt x="15918" y="1907805"/>
                </a:lnTo>
                <a:lnTo>
                  <a:pt x="46704" y="1312796"/>
                </a:lnTo>
                <a:lnTo>
                  <a:pt x="44660" y="1310916"/>
                </a:lnTo>
                <a:lnTo>
                  <a:pt x="0" y="1277520"/>
                </a:lnTo>
                <a:lnTo>
                  <a:pt x="979889" y="0"/>
                </a:lnTo>
                <a:close/>
              </a:path>
            </a:pathLst>
          </a:custGeom>
          <a:solidFill>
            <a:srgbClr val="B5372D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E5F85739-2228-5AB2-B134-DEE0EAE8C4DF}"/>
              </a:ext>
            </a:extLst>
          </p:cNvPr>
          <p:cNvSpPr/>
          <p:nvPr/>
        </p:nvSpPr>
        <p:spPr bwMode="auto">
          <a:xfrm rot="15076377">
            <a:off x="1761626" y="3812135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8A5B9C00-9F8F-40C5-DD32-46C7C9AB61B8}"/>
              </a:ext>
            </a:extLst>
          </p:cNvPr>
          <p:cNvSpPr/>
          <p:nvPr/>
        </p:nvSpPr>
        <p:spPr bwMode="auto">
          <a:xfrm rot="15076377">
            <a:off x="3619430" y="2951107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72">
            <a:extLst>
              <a:ext uri="{FF2B5EF4-FFF2-40B4-BE49-F238E27FC236}">
                <a16:creationId xmlns:a16="http://schemas.microsoft.com/office/drawing/2014/main" id="{BF5EE1E4-30E8-1BAC-B81D-188F64D8D805}"/>
              </a:ext>
            </a:extLst>
          </p:cNvPr>
          <p:cNvSpPr/>
          <p:nvPr/>
        </p:nvSpPr>
        <p:spPr bwMode="auto">
          <a:xfrm rot="15076377">
            <a:off x="2741370" y="353796"/>
            <a:ext cx="2676121" cy="2488033"/>
          </a:xfrm>
          <a:custGeom>
            <a:avLst/>
            <a:gdLst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71289 w 2474232"/>
              <a:gd name="connsiteY5" fmla="*/ 362322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4232" h="2302383">
                <a:moveTo>
                  <a:pt x="977082" y="0"/>
                </a:moveTo>
                <a:lnTo>
                  <a:pt x="2474232" y="536250"/>
                </a:lnTo>
                <a:cubicBezTo>
                  <a:pt x="2105680" y="1565207"/>
                  <a:pt x="1146625" y="2265148"/>
                  <a:pt x="54290" y="2302383"/>
                </a:cubicBezTo>
                <a:lnTo>
                  <a:pt x="0" y="709687"/>
                </a:lnTo>
                <a:lnTo>
                  <a:pt x="44232" y="707454"/>
                </a:lnTo>
                <a:lnTo>
                  <a:pt x="261764" y="350416"/>
                </a:lnTo>
                <a:cubicBezTo>
                  <a:pt x="311327" y="321494"/>
                  <a:pt x="320408" y="330672"/>
                  <a:pt x="410453" y="263650"/>
                </a:cubicBezTo>
                <a:lnTo>
                  <a:pt x="374461" y="208352"/>
                </a:lnTo>
                <a:lnTo>
                  <a:pt x="956206" y="57038"/>
                </a:lnTo>
                <a:lnTo>
                  <a:pt x="977082" y="0"/>
                </a:lnTo>
                <a:close/>
              </a:path>
            </a:pathLst>
          </a:custGeom>
          <a:solidFill>
            <a:srgbClr val="425166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C46063C7-BC65-3FFC-C254-BEE93864E3E4}"/>
              </a:ext>
            </a:extLst>
          </p:cNvPr>
          <p:cNvSpPr/>
          <p:nvPr/>
        </p:nvSpPr>
        <p:spPr bwMode="auto">
          <a:xfrm rot="15076377">
            <a:off x="1688981" y="2114888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3" name="Circle: Hollow 10">
            <a:extLst>
              <a:ext uri="{FF2B5EF4-FFF2-40B4-BE49-F238E27FC236}">
                <a16:creationId xmlns:a16="http://schemas.microsoft.com/office/drawing/2014/main" id="{78949D2C-B000-C574-6E5A-02945BA7A9FA}"/>
              </a:ext>
            </a:extLst>
          </p:cNvPr>
          <p:cNvSpPr/>
          <p:nvPr/>
        </p:nvSpPr>
        <p:spPr bwMode="auto">
          <a:xfrm rot="15076377">
            <a:off x="1527416" y="1953469"/>
            <a:ext cx="2913066" cy="2910472"/>
          </a:xfrm>
          <a:prstGeom prst="donut">
            <a:avLst>
              <a:gd name="adj" fmla="val 5846"/>
            </a:avLst>
          </a:prstGeom>
          <a:solidFill>
            <a:schemeClr val="accent2">
              <a:lumMod val="50000"/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6B058ECB-2F2F-296C-E546-92AB5A123F5E}"/>
              </a:ext>
            </a:extLst>
          </p:cNvPr>
          <p:cNvSpPr/>
          <p:nvPr/>
        </p:nvSpPr>
        <p:spPr bwMode="auto">
          <a:xfrm rot="15076377">
            <a:off x="1688981" y="2114888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3DB6E061-5D40-A7CF-CE7C-A5C80707BFAA}"/>
              </a:ext>
            </a:extLst>
          </p:cNvPr>
          <p:cNvSpPr txBox="1"/>
          <p:nvPr/>
        </p:nvSpPr>
        <p:spPr>
          <a:xfrm rot="6436377">
            <a:off x="4261568" y="3758458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Management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87540234-C155-BB27-26BC-27A775265563}"/>
              </a:ext>
            </a:extLst>
          </p:cNvPr>
          <p:cNvSpPr/>
          <p:nvPr/>
        </p:nvSpPr>
        <p:spPr>
          <a:xfrm rot="4276377">
            <a:off x="1525064" y="1975053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FD2CB728-C219-719F-5782-EC3302285335}"/>
              </a:ext>
            </a:extLst>
          </p:cNvPr>
          <p:cNvSpPr/>
          <p:nvPr/>
        </p:nvSpPr>
        <p:spPr>
          <a:xfrm rot="17236377">
            <a:off x="3448397" y="3669443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8E831D3C-B0E6-95BD-9A98-3AB4791E29EE}"/>
              </a:ext>
            </a:extLst>
          </p:cNvPr>
          <p:cNvSpPr/>
          <p:nvPr/>
        </p:nvSpPr>
        <p:spPr>
          <a:xfrm rot="21556377">
            <a:off x="2160917" y="4638818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438648D2-19C9-9438-59C4-BAD347172CE9}"/>
              </a:ext>
            </a:extLst>
          </p:cNvPr>
          <p:cNvSpPr/>
          <p:nvPr/>
        </p:nvSpPr>
        <p:spPr>
          <a:xfrm rot="4276377">
            <a:off x="895917" y="3728501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7902BE45-6BF6-C80E-0EF1-51B2C2CC0706}"/>
              </a:ext>
            </a:extLst>
          </p:cNvPr>
          <p:cNvSpPr/>
          <p:nvPr/>
        </p:nvSpPr>
        <p:spPr>
          <a:xfrm rot="8596377">
            <a:off x="1335756" y="2169199"/>
            <a:ext cx="1652512" cy="322444"/>
          </a:xfrm>
          <a:prstGeom prst="rect">
            <a:avLst/>
          </a:prstGeom>
          <a:solidFill>
            <a:srgbClr val="B5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3ED2E4A7-DB31-2AB0-992E-D3BCE6DD8B8C}"/>
              </a:ext>
            </a:extLst>
          </p:cNvPr>
          <p:cNvSpPr/>
          <p:nvPr/>
        </p:nvSpPr>
        <p:spPr>
          <a:xfrm rot="12916377">
            <a:off x="2931678" y="2149780"/>
            <a:ext cx="1652512" cy="317411"/>
          </a:xfrm>
          <a:prstGeom prst="rect">
            <a:avLst/>
          </a:prstGeom>
          <a:solidFill>
            <a:srgbClr val="425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49334162-633C-1395-6CD0-A0A4DCE61354}"/>
              </a:ext>
            </a:extLst>
          </p:cNvPr>
          <p:cNvSpPr/>
          <p:nvPr/>
        </p:nvSpPr>
        <p:spPr>
          <a:xfrm rot="4276377">
            <a:off x="3714944" y="3257466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E181ED33-652C-7C86-10BA-45C8BFE57F98}"/>
              </a:ext>
            </a:extLst>
          </p:cNvPr>
          <p:cNvSpPr/>
          <p:nvPr/>
        </p:nvSpPr>
        <p:spPr>
          <a:xfrm rot="4276377">
            <a:off x="2412964" y="4200750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97DA561A-33AF-2339-2498-4D12C4465D55}"/>
              </a:ext>
            </a:extLst>
          </p:cNvPr>
          <p:cNvSpPr/>
          <p:nvPr/>
        </p:nvSpPr>
        <p:spPr>
          <a:xfrm rot="4276377">
            <a:off x="1222033" y="3328648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7E54ACCA-0A3D-123D-D2C3-ACB6A799B78A}"/>
              </a:ext>
            </a:extLst>
          </p:cNvPr>
          <p:cNvSpPr/>
          <p:nvPr/>
        </p:nvSpPr>
        <p:spPr>
          <a:xfrm rot="4276377">
            <a:off x="1661574" y="1837133"/>
            <a:ext cx="1080000" cy="1080000"/>
          </a:xfrm>
          <a:prstGeom prst="ellipse">
            <a:avLst/>
          </a:prstGeom>
          <a:solidFill>
            <a:srgbClr val="78241E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B086AF35-B313-74EB-FF0A-8C202BF348CF}"/>
              </a:ext>
            </a:extLst>
          </p:cNvPr>
          <p:cNvSpPr/>
          <p:nvPr/>
        </p:nvSpPr>
        <p:spPr>
          <a:xfrm rot="4276377">
            <a:off x="3152624" y="1789608"/>
            <a:ext cx="1080000" cy="1080000"/>
          </a:xfrm>
          <a:prstGeom prst="ellipse">
            <a:avLst/>
          </a:prstGeom>
          <a:solidFill>
            <a:srgbClr val="07090B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CD19131A-1974-E849-D3CD-B189F318122F}"/>
              </a:ext>
            </a:extLst>
          </p:cNvPr>
          <p:cNvSpPr/>
          <p:nvPr/>
        </p:nvSpPr>
        <p:spPr>
          <a:xfrm rot="4276377">
            <a:off x="1728751" y="2068104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0371FE9D-5EAA-76DA-3A0B-00AB43E8DECF}"/>
              </a:ext>
            </a:extLst>
          </p:cNvPr>
          <p:cNvGrpSpPr/>
          <p:nvPr/>
        </p:nvGrpSpPr>
        <p:grpSpPr>
          <a:xfrm rot="4276377">
            <a:off x="1826608" y="2191790"/>
            <a:ext cx="2557171" cy="2387324"/>
            <a:chOff x="4928539" y="2020392"/>
            <a:chExt cx="2449132" cy="2298898"/>
          </a:xfrm>
        </p:grpSpPr>
        <p:sp>
          <p:nvSpPr>
            <p:cNvPr id="18" name="Pentágono regular 17">
              <a:extLst>
                <a:ext uri="{FF2B5EF4-FFF2-40B4-BE49-F238E27FC236}">
                  <a16:creationId xmlns:a16="http://schemas.microsoft.com/office/drawing/2014/main" id="{5F436582-D87C-31BD-CF64-2F133A7FB0F8}"/>
                </a:ext>
              </a:extLst>
            </p:cNvPr>
            <p:cNvSpPr/>
            <p:nvPr/>
          </p:nvSpPr>
          <p:spPr>
            <a:xfrm>
              <a:off x="4928539" y="2020392"/>
              <a:ext cx="2449132" cy="2298898"/>
            </a:xfrm>
            <a:prstGeom prst="pentagon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" name="Imagen 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0C8D3132-3E2E-9CC9-43D4-872DC4736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0444" y="2500383"/>
              <a:ext cx="1594297" cy="1315343"/>
            </a:xfrm>
            <a:prstGeom prst="rect">
              <a:avLst/>
            </a:prstGeom>
          </p:spPr>
        </p:pic>
      </p:grpSp>
      <p:sp>
        <p:nvSpPr>
          <p:cNvPr id="71" name="Elipse 70">
            <a:extLst>
              <a:ext uri="{FF2B5EF4-FFF2-40B4-BE49-F238E27FC236}">
                <a16:creationId xmlns:a16="http://schemas.microsoft.com/office/drawing/2014/main" id="{9AEE5A7D-8745-624C-4DD1-31542EC3980D}"/>
              </a:ext>
            </a:extLst>
          </p:cNvPr>
          <p:cNvSpPr/>
          <p:nvPr/>
        </p:nvSpPr>
        <p:spPr>
          <a:xfrm rot="4276377">
            <a:off x="3879763" y="3440349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3C99488E-ADDE-7DB2-1731-A1A343B4E870}"/>
              </a:ext>
            </a:extLst>
          </p:cNvPr>
          <p:cNvSpPr txBox="1"/>
          <p:nvPr/>
        </p:nvSpPr>
        <p:spPr>
          <a:xfrm rot="10996377">
            <a:off x="2009813" y="5404572"/>
            <a:ext cx="1765227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250143E1-0CF4-C6A9-159B-8962FF06A529}"/>
              </a:ext>
            </a:extLst>
          </p:cNvPr>
          <p:cNvSpPr/>
          <p:nvPr/>
        </p:nvSpPr>
        <p:spPr>
          <a:xfrm rot="4276377">
            <a:off x="2577783" y="4383633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804B0D2F-7654-8086-34DD-87CE1E89D4DA}"/>
              </a:ext>
            </a:extLst>
          </p:cNvPr>
          <p:cNvSpPr/>
          <p:nvPr/>
        </p:nvSpPr>
        <p:spPr>
          <a:xfrm rot="4276377">
            <a:off x="1386852" y="3511530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6C1D4EF1-A8FC-1C9C-5C2B-EC64CF2A4324}"/>
              </a:ext>
            </a:extLst>
          </p:cNvPr>
          <p:cNvSpPr txBox="1"/>
          <p:nvPr/>
        </p:nvSpPr>
        <p:spPr>
          <a:xfrm rot="15076377">
            <a:off x="153265" y="3796875"/>
            <a:ext cx="1388522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23921CE8-6489-7664-220C-032521215B16}"/>
              </a:ext>
            </a:extLst>
          </p:cNvPr>
          <p:cNvSpPr/>
          <p:nvPr/>
        </p:nvSpPr>
        <p:spPr>
          <a:xfrm rot="4276377">
            <a:off x="1826393" y="2020016"/>
            <a:ext cx="720000" cy="720000"/>
          </a:xfrm>
          <a:prstGeom prst="ellipse">
            <a:avLst/>
          </a:prstGeom>
          <a:solidFill>
            <a:srgbClr val="B5372D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5">
            <a:extLst>
              <a:ext uri="{FF2B5EF4-FFF2-40B4-BE49-F238E27FC236}">
                <a16:creationId xmlns:a16="http://schemas.microsoft.com/office/drawing/2014/main" id="{49A73585-83F2-BA6B-93BC-22B9223C8A34}"/>
              </a:ext>
            </a:extLst>
          </p:cNvPr>
          <p:cNvSpPr txBox="1"/>
          <p:nvPr/>
        </p:nvSpPr>
        <p:spPr>
          <a:xfrm rot="19156377">
            <a:off x="810184" y="1379485"/>
            <a:ext cx="144943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Integration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AC50EC12-416D-E144-DD4B-42EDF2C4FED9}"/>
              </a:ext>
            </a:extLst>
          </p:cNvPr>
          <p:cNvSpPr/>
          <p:nvPr/>
        </p:nvSpPr>
        <p:spPr>
          <a:xfrm rot="4276377">
            <a:off x="3317442" y="1972491"/>
            <a:ext cx="720000" cy="720000"/>
          </a:xfrm>
          <a:prstGeom prst="ellipse">
            <a:avLst/>
          </a:prstGeom>
          <a:solidFill>
            <a:srgbClr val="425166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TextBox 85">
            <a:extLst>
              <a:ext uri="{FF2B5EF4-FFF2-40B4-BE49-F238E27FC236}">
                <a16:creationId xmlns:a16="http://schemas.microsoft.com/office/drawing/2014/main" id="{41D5EB1E-8BE6-1C0C-C77A-A943E8F3996F}"/>
              </a:ext>
            </a:extLst>
          </p:cNvPr>
          <p:cNvSpPr txBox="1"/>
          <p:nvPr/>
        </p:nvSpPr>
        <p:spPr>
          <a:xfrm rot="2116377">
            <a:off x="3349601" y="1198079"/>
            <a:ext cx="1821332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Automation</a:t>
            </a:r>
          </a:p>
        </p:txBody>
      </p:sp>
      <p:pic>
        <p:nvPicPr>
          <p:cNvPr id="99" name="Gráfico 98">
            <a:extLst>
              <a:ext uri="{FF2B5EF4-FFF2-40B4-BE49-F238E27FC236}">
                <a16:creationId xmlns:a16="http://schemas.microsoft.com/office/drawing/2014/main" id="{C6DD3536-6806-287A-A081-F2A5248667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4276377">
            <a:off x="1988919" y="2195893"/>
            <a:ext cx="375674" cy="375674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599CECC7-3D4B-E82E-3C92-31F1620073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5076377">
            <a:off x="1476010" y="3610878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383DC69E-9EB7-AD56-D6B5-E2283163AF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996377">
            <a:off x="2689908" y="4529523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AA215B18-0552-ED57-0808-7538F51AE94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6436377">
            <a:off x="3975266" y="3551500"/>
            <a:ext cx="517427" cy="517427"/>
          </a:xfrm>
          <a:prstGeom prst="rect">
            <a:avLst/>
          </a:prstGeom>
        </p:spPr>
      </p:pic>
      <p:grpSp>
        <p:nvGrpSpPr>
          <p:cNvPr id="112" name="Grupo 111">
            <a:extLst>
              <a:ext uri="{FF2B5EF4-FFF2-40B4-BE49-F238E27FC236}">
                <a16:creationId xmlns:a16="http://schemas.microsoft.com/office/drawing/2014/main" id="{354337A2-5CCF-5A30-C954-1477F5A332D0}"/>
              </a:ext>
            </a:extLst>
          </p:cNvPr>
          <p:cNvGrpSpPr/>
          <p:nvPr/>
        </p:nvGrpSpPr>
        <p:grpSpPr>
          <a:xfrm rot="4276377">
            <a:off x="3556203" y="2010832"/>
            <a:ext cx="411608" cy="586329"/>
            <a:chOff x="5155859" y="1883039"/>
            <a:chExt cx="411608" cy="586329"/>
          </a:xfrm>
        </p:grpSpPr>
        <p:pic>
          <p:nvPicPr>
            <p:cNvPr id="101" name="Gráfico 100">
              <a:extLst>
                <a:ext uri="{FF2B5EF4-FFF2-40B4-BE49-F238E27FC236}">
                  <a16:creationId xmlns:a16="http://schemas.microsoft.com/office/drawing/2014/main" id="{676A8493-03A7-997D-E773-25BF5C169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155859" y="2067653"/>
              <a:ext cx="401715" cy="401715"/>
            </a:xfrm>
            <a:prstGeom prst="rect">
              <a:avLst/>
            </a:prstGeom>
          </p:spPr>
        </p:pic>
        <p:sp>
          <p:nvSpPr>
            <p:cNvPr id="109" name="Elipse 108">
              <a:extLst>
                <a:ext uri="{FF2B5EF4-FFF2-40B4-BE49-F238E27FC236}">
                  <a16:creationId xmlns:a16="http://schemas.microsoft.com/office/drawing/2014/main" id="{92A29095-290D-325C-FAA7-973D36AC22E2}"/>
                </a:ext>
              </a:extLst>
            </p:cNvPr>
            <p:cNvSpPr/>
            <p:nvPr/>
          </p:nvSpPr>
          <p:spPr>
            <a:xfrm>
              <a:off x="5331967" y="2046981"/>
              <a:ext cx="235500" cy="253446"/>
            </a:xfrm>
            <a:prstGeom prst="ellipse">
              <a:avLst/>
            </a:prstGeom>
            <a:solidFill>
              <a:srgbClr val="425166"/>
            </a:solidFill>
            <a:ln w="1016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CuadroTexto 109">
              <a:extLst>
                <a:ext uri="{FF2B5EF4-FFF2-40B4-BE49-F238E27FC236}">
                  <a16:creationId xmlns:a16="http://schemas.microsoft.com/office/drawing/2014/main" id="{5A65DBAC-4485-231E-D810-877C881D678B}"/>
                </a:ext>
              </a:extLst>
            </p:cNvPr>
            <p:cNvSpPr txBox="1"/>
            <p:nvPr/>
          </p:nvSpPr>
          <p:spPr>
            <a:xfrm>
              <a:off x="5274715" y="1883039"/>
              <a:ext cx="1778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Aharoni" panose="02010803020104030203" pitchFamily="2" charset="-79"/>
                  <a:ea typeface="Roboto" panose="02000000000000000000" pitchFamily="2" charset="0"/>
                  <a:cs typeface="Aharoni" panose="02010803020104030203" pitchFamily="2" charset="-79"/>
                </a:rPr>
                <a:t>$</a:t>
              </a:r>
              <a:endParaRPr lang="en-US" sz="3600" b="1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958E2D61-1253-59A6-6BBE-11EAD2784122}"/>
              </a:ext>
            </a:extLst>
          </p:cNvPr>
          <p:cNvGrpSpPr/>
          <p:nvPr/>
        </p:nvGrpSpPr>
        <p:grpSpPr>
          <a:xfrm>
            <a:off x="5429839" y="1251857"/>
            <a:ext cx="6011047" cy="629637"/>
            <a:chOff x="5429839" y="1251857"/>
            <a:chExt cx="6011047" cy="629637"/>
          </a:xfrm>
        </p:grpSpPr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91023B18-969B-69A5-8262-0F36C421FD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9839" y="1251857"/>
              <a:ext cx="992732" cy="629637"/>
            </a:xfrm>
            <a:prstGeom prst="line">
              <a:avLst/>
            </a:prstGeom>
            <a:ln>
              <a:solidFill>
                <a:srgbClr val="4251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5D4E3369-1CCF-9AFC-5CA1-4AB3C8AD15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571" y="1251857"/>
              <a:ext cx="5018315" cy="0"/>
            </a:xfrm>
            <a:prstGeom prst="line">
              <a:avLst/>
            </a:prstGeom>
            <a:ln>
              <a:solidFill>
                <a:srgbClr val="4251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85">
            <a:extLst>
              <a:ext uri="{FF2B5EF4-FFF2-40B4-BE49-F238E27FC236}">
                <a16:creationId xmlns:a16="http://schemas.microsoft.com/office/drawing/2014/main" id="{25C841D1-87DF-A36D-F7E4-B66EC8B0D55F}"/>
              </a:ext>
            </a:extLst>
          </p:cNvPr>
          <p:cNvSpPr txBox="1"/>
          <p:nvPr/>
        </p:nvSpPr>
        <p:spPr>
          <a:xfrm>
            <a:off x="6722165" y="693476"/>
            <a:ext cx="459502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 Automation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AC52B97-5C0A-D7F6-0674-C834741B7651}"/>
              </a:ext>
            </a:extLst>
          </p:cNvPr>
          <p:cNvSpPr txBox="1"/>
          <p:nvPr/>
        </p:nvSpPr>
        <p:spPr>
          <a:xfrm>
            <a:off x="6845860" y="2637542"/>
            <a:ext cx="31774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4251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n-US" dirty="0">
                <a:solidFill>
                  <a:srgbClr val="4251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 Model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Support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C20E7C6-D8D8-9640-8173-CFAC14D686D3}"/>
              </a:ext>
            </a:extLst>
          </p:cNvPr>
          <p:cNvSpPr txBox="1"/>
          <p:nvPr/>
        </p:nvSpPr>
        <p:spPr>
          <a:xfrm>
            <a:off x="6854662" y="3446367"/>
            <a:ext cx="43300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4251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n-US" dirty="0">
                <a:solidFill>
                  <a:srgbClr val="4251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generation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3A0C7D7-7F48-F948-8714-0B9EBC24C52E}"/>
              </a:ext>
            </a:extLst>
          </p:cNvPr>
          <p:cNvSpPr txBox="1"/>
          <p:nvPr/>
        </p:nvSpPr>
        <p:spPr>
          <a:xfrm>
            <a:off x="6845860" y="4303084"/>
            <a:ext cx="4398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4251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n-US" dirty="0">
                <a:solidFill>
                  <a:srgbClr val="4251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Hot context change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management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D72866B-C0D6-2397-D860-9DF2D144354F}"/>
              </a:ext>
            </a:extLst>
          </p:cNvPr>
          <p:cNvSpPr/>
          <p:nvPr/>
        </p:nvSpPr>
        <p:spPr>
          <a:xfrm>
            <a:off x="77074" y="230840"/>
            <a:ext cx="6345497" cy="6375627"/>
          </a:xfrm>
          <a:prstGeom prst="rect">
            <a:avLst/>
          </a:prstGeom>
          <a:solidFill>
            <a:schemeClr val="bg2"/>
          </a:solidFill>
          <a:ln w="38100">
            <a:solidFill>
              <a:srgbClr val="425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78E80835-5B85-B7E8-2907-FDB4A8546B16}"/>
              </a:ext>
            </a:extLst>
          </p:cNvPr>
          <p:cNvGrpSpPr/>
          <p:nvPr/>
        </p:nvGrpSpPr>
        <p:grpSpPr>
          <a:xfrm>
            <a:off x="539040" y="725179"/>
            <a:ext cx="5430535" cy="5744198"/>
            <a:chOff x="539040" y="725179"/>
            <a:chExt cx="5430535" cy="5744198"/>
          </a:xfrm>
        </p:grpSpPr>
        <p:pic>
          <p:nvPicPr>
            <p:cNvPr id="13" name="Imagen 12" descr="Una captura de pantalla de un celular con texto e imágenes&#10;&#10;El contenido generado por IA puede ser incorrecto.">
              <a:extLst>
                <a:ext uri="{FF2B5EF4-FFF2-40B4-BE49-F238E27FC236}">
                  <a16:creationId xmlns:a16="http://schemas.microsoft.com/office/drawing/2014/main" id="{C83115C4-201E-D31D-B0C7-68F9D166D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534"/>
            <a:stretch/>
          </p:blipFill>
          <p:spPr>
            <a:xfrm>
              <a:off x="539040" y="725179"/>
              <a:ext cx="5430535" cy="5744198"/>
            </a:xfrm>
            <a:prstGeom prst="rect">
              <a:avLst/>
            </a:prstGeom>
          </p:spPr>
        </p:pic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016E0DD-FC77-3BFC-2381-E2106FECE7B4}"/>
                </a:ext>
              </a:extLst>
            </p:cNvPr>
            <p:cNvSpPr/>
            <p:nvPr/>
          </p:nvSpPr>
          <p:spPr>
            <a:xfrm>
              <a:off x="1628987" y="4052572"/>
              <a:ext cx="2826542" cy="1416765"/>
            </a:xfrm>
            <a:prstGeom prst="rect">
              <a:avLst/>
            </a:prstGeom>
            <a:solidFill>
              <a:schemeClr val="bg2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15C70903-E761-E3C5-4341-3D368176CE3D}"/>
                </a:ext>
              </a:extLst>
            </p:cNvPr>
            <p:cNvGrpSpPr/>
            <p:nvPr/>
          </p:nvGrpSpPr>
          <p:grpSpPr>
            <a:xfrm>
              <a:off x="4233979" y="5156224"/>
              <a:ext cx="456479" cy="637121"/>
              <a:chOff x="4233979" y="5156224"/>
              <a:chExt cx="456479" cy="637121"/>
            </a:xfrm>
          </p:grpSpPr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94FCB7DB-F655-BC86-7115-7089B112B201}"/>
                  </a:ext>
                </a:extLst>
              </p:cNvPr>
              <p:cNvSpPr/>
              <p:nvPr/>
            </p:nvSpPr>
            <p:spPr>
              <a:xfrm>
                <a:off x="4239763" y="5170250"/>
                <a:ext cx="450695" cy="623095"/>
              </a:xfrm>
              <a:prstGeom prst="rect">
                <a:avLst/>
              </a:prstGeom>
              <a:solidFill>
                <a:schemeClr val="bg2"/>
              </a:solidFill>
              <a:ln w="381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4" name="Gráfico 13">
                <a:extLst>
                  <a:ext uri="{FF2B5EF4-FFF2-40B4-BE49-F238E27FC236}">
                    <a16:creationId xmlns:a16="http://schemas.microsoft.com/office/drawing/2014/main" id="{6B5FDEAD-D10F-D584-BAE5-536DB78C5B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 l="24719" t="14271" r="23590" b="15172"/>
              <a:stretch/>
            </p:blipFill>
            <p:spPr>
              <a:xfrm>
                <a:off x="4233979" y="5156224"/>
                <a:ext cx="456479" cy="623095"/>
              </a:xfrm>
              <a:prstGeom prst="rect">
                <a:avLst/>
              </a:prstGeom>
            </p:spPr>
          </p:pic>
        </p:grp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BC9248BA-DECD-714F-E833-C7B3414B9C0A}"/>
                </a:ext>
              </a:extLst>
            </p:cNvPr>
            <p:cNvGrpSpPr/>
            <p:nvPr/>
          </p:nvGrpSpPr>
          <p:grpSpPr>
            <a:xfrm>
              <a:off x="2004065" y="4087722"/>
              <a:ext cx="2076385" cy="1338406"/>
              <a:chOff x="549396" y="2045904"/>
              <a:chExt cx="3584318" cy="2533993"/>
            </a:xfrm>
          </p:grpSpPr>
          <p:pic>
            <p:nvPicPr>
              <p:cNvPr id="22" name="Imagen 21" descr="Forma&#10;&#10;Descripción generada automáticamente">
                <a:extLst>
                  <a:ext uri="{FF2B5EF4-FFF2-40B4-BE49-F238E27FC236}">
                    <a16:creationId xmlns:a16="http://schemas.microsoft.com/office/drawing/2014/main" id="{9862DF67-6BBB-F73A-FDB7-E526C4633D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4959" b="18454"/>
              <a:stretch/>
            </p:blipFill>
            <p:spPr>
              <a:xfrm>
                <a:off x="549396" y="2045904"/>
                <a:ext cx="3584318" cy="2533993"/>
              </a:xfrm>
              <a:prstGeom prst="rect">
                <a:avLst/>
              </a:prstGeom>
            </p:spPr>
          </p:pic>
          <p:cxnSp>
            <p:nvCxnSpPr>
              <p:cNvPr id="23" name="Conector recto 22">
                <a:extLst>
                  <a:ext uri="{FF2B5EF4-FFF2-40B4-BE49-F238E27FC236}">
                    <a16:creationId xmlns:a16="http://schemas.microsoft.com/office/drawing/2014/main" id="{93107D83-0D89-06FD-D3A1-46CB2DD03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396" y="4579897"/>
                <a:ext cx="3575447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19" name="Imagen 18" descr="Forma&#10;&#10;Descripción generada automáticamente">
            <a:extLst>
              <a:ext uri="{FF2B5EF4-FFF2-40B4-BE49-F238E27FC236}">
                <a16:creationId xmlns:a16="http://schemas.microsoft.com/office/drawing/2014/main" id="{5D24ED09-6226-F63F-DE28-182BE5436F6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184"/>
          <a:stretch/>
        </p:blipFill>
        <p:spPr>
          <a:xfrm>
            <a:off x="1942194" y="4076522"/>
            <a:ext cx="2224596" cy="143033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9FB459B-1875-FA68-A39B-4C7FEFFD8067}"/>
              </a:ext>
            </a:extLst>
          </p:cNvPr>
          <p:cNvSpPr txBox="1"/>
          <p:nvPr/>
        </p:nvSpPr>
        <p:spPr>
          <a:xfrm>
            <a:off x="1168032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12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9988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7652-4829-2B7B-6FB0-E87412B7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1F1B023C-0E2A-3AC4-9446-567FB7997687}"/>
              </a:ext>
            </a:extLst>
          </p:cNvPr>
          <p:cNvSpPr/>
          <p:nvPr/>
        </p:nvSpPr>
        <p:spPr bwMode="auto">
          <a:xfrm rot="10800000">
            <a:off x="4558380" y="4012578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71">
            <a:extLst>
              <a:ext uri="{FF2B5EF4-FFF2-40B4-BE49-F238E27FC236}">
                <a16:creationId xmlns:a16="http://schemas.microsoft.com/office/drawing/2014/main" id="{7BBAB3CC-8905-D8FB-0054-9009D714D8C5}"/>
              </a:ext>
            </a:extLst>
          </p:cNvPr>
          <p:cNvSpPr/>
          <p:nvPr/>
        </p:nvSpPr>
        <p:spPr bwMode="auto">
          <a:xfrm rot="10800000">
            <a:off x="3293973" y="2447164"/>
            <a:ext cx="2189012" cy="3121694"/>
          </a:xfrm>
          <a:custGeom>
            <a:avLst/>
            <a:gdLst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7303 w 2023871"/>
              <a:gd name="connsiteY6" fmla="*/ 1873307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26868 w 2023871"/>
              <a:gd name="connsiteY5" fmla="*/ 2054966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3871" h="2888762">
                <a:moveTo>
                  <a:pt x="979889" y="0"/>
                </a:moveTo>
                <a:cubicBezTo>
                  <a:pt x="1860735" y="675631"/>
                  <a:pt x="2230953" y="1826240"/>
                  <a:pt x="1909372" y="2888762"/>
                </a:cubicBezTo>
                <a:lnTo>
                  <a:pt x="387277" y="2428087"/>
                </a:lnTo>
                <a:lnTo>
                  <a:pt x="401942" y="2371051"/>
                </a:lnTo>
                <a:lnTo>
                  <a:pt x="398382" y="2380612"/>
                </a:lnTo>
                <a:lnTo>
                  <a:pt x="126868" y="2054966"/>
                </a:lnTo>
                <a:cubicBezTo>
                  <a:pt x="114632" y="1996794"/>
                  <a:pt x="121445" y="1979103"/>
                  <a:pt x="94922" y="1878069"/>
                </a:cubicBezTo>
                <a:lnTo>
                  <a:pt x="15918" y="1907805"/>
                </a:lnTo>
                <a:lnTo>
                  <a:pt x="46704" y="1312796"/>
                </a:lnTo>
                <a:lnTo>
                  <a:pt x="44660" y="1310916"/>
                </a:lnTo>
                <a:lnTo>
                  <a:pt x="0" y="1277520"/>
                </a:lnTo>
                <a:lnTo>
                  <a:pt x="979889" y="0"/>
                </a:lnTo>
                <a:close/>
              </a:path>
            </a:pathLst>
          </a:custGeom>
          <a:solidFill>
            <a:srgbClr val="B5372D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5EEC7589-65F6-FA0D-C29A-DFBDCEB38B66}"/>
              </a:ext>
            </a:extLst>
          </p:cNvPr>
          <p:cNvSpPr/>
          <p:nvPr/>
        </p:nvSpPr>
        <p:spPr bwMode="auto">
          <a:xfrm rot="10800000">
            <a:off x="6861478" y="2471410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5071B9C1-3AE4-BDB3-CE5D-AD5312CDDA1F}"/>
              </a:ext>
            </a:extLst>
          </p:cNvPr>
          <p:cNvSpPr/>
          <p:nvPr/>
        </p:nvSpPr>
        <p:spPr bwMode="auto">
          <a:xfrm rot="10800000">
            <a:off x="6198546" y="404091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72">
            <a:extLst>
              <a:ext uri="{FF2B5EF4-FFF2-40B4-BE49-F238E27FC236}">
                <a16:creationId xmlns:a16="http://schemas.microsoft.com/office/drawing/2014/main" id="{89EE9E21-32EA-3441-0CD3-781EA08F5CDA}"/>
              </a:ext>
            </a:extLst>
          </p:cNvPr>
          <p:cNvSpPr/>
          <p:nvPr/>
        </p:nvSpPr>
        <p:spPr bwMode="auto">
          <a:xfrm rot="10800000">
            <a:off x="3456717" y="404841"/>
            <a:ext cx="2676121" cy="2488033"/>
          </a:xfrm>
          <a:custGeom>
            <a:avLst/>
            <a:gdLst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71289 w 2474232"/>
              <a:gd name="connsiteY5" fmla="*/ 362322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4232" h="2302383">
                <a:moveTo>
                  <a:pt x="977082" y="0"/>
                </a:moveTo>
                <a:lnTo>
                  <a:pt x="2474232" y="536250"/>
                </a:lnTo>
                <a:cubicBezTo>
                  <a:pt x="2105680" y="1565207"/>
                  <a:pt x="1146625" y="2265148"/>
                  <a:pt x="54290" y="2302383"/>
                </a:cubicBezTo>
                <a:lnTo>
                  <a:pt x="0" y="709687"/>
                </a:lnTo>
                <a:lnTo>
                  <a:pt x="44232" y="707454"/>
                </a:lnTo>
                <a:lnTo>
                  <a:pt x="261764" y="350416"/>
                </a:lnTo>
                <a:cubicBezTo>
                  <a:pt x="311327" y="321494"/>
                  <a:pt x="320408" y="330672"/>
                  <a:pt x="410453" y="263650"/>
                </a:cubicBezTo>
                <a:lnTo>
                  <a:pt x="374461" y="208352"/>
                </a:lnTo>
                <a:lnTo>
                  <a:pt x="956206" y="57038"/>
                </a:lnTo>
                <a:lnTo>
                  <a:pt x="977082" y="0"/>
                </a:lnTo>
                <a:close/>
              </a:path>
            </a:pathLst>
          </a:custGeom>
          <a:solidFill>
            <a:srgbClr val="425166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433B7F86-E0C3-A71A-7298-0E3F3FC84221}"/>
              </a:ext>
            </a:extLst>
          </p:cNvPr>
          <p:cNvSpPr/>
          <p:nvPr/>
        </p:nvSpPr>
        <p:spPr bwMode="auto">
          <a:xfrm rot="10800000">
            <a:off x="4863114" y="1973932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3" name="Circle: Hollow 10">
            <a:extLst>
              <a:ext uri="{FF2B5EF4-FFF2-40B4-BE49-F238E27FC236}">
                <a16:creationId xmlns:a16="http://schemas.microsoft.com/office/drawing/2014/main" id="{C1DA7DB2-8074-BC79-7F29-98F3DEFBE74D}"/>
              </a:ext>
            </a:extLst>
          </p:cNvPr>
          <p:cNvSpPr/>
          <p:nvPr/>
        </p:nvSpPr>
        <p:spPr bwMode="auto">
          <a:xfrm rot="10800000">
            <a:off x="4701551" y="1812512"/>
            <a:ext cx="2913066" cy="2910472"/>
          </a:xfrm>
          <a:prstGeom prst="donut">
            <a:avLst>
              <a:gd name="adj" fmla="val 5846"/>
            </a:avLst>
          </a:prstGeom>
          <a:solidFill>
            <a:schemeClr val="accent2">
              <a:lumMod val="50000"/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73D4C1DE-7E24-6921-73CA-E383B77B98EC}"/>
              </a:ext>
            </a:extLst>
          </p:cNvPr>
          <p:cNvSpPr/>
          <p:nvPr/>
        </p:nvSpPr>
        <p:spPr bwMode="auto">
          <a:xfrm rot="10800000">
            <a:off x="4863114" y="1973932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B798C809-0672-86F4-4F37-CD0BEB8F2CD1}"/>
              </a:ext>
            </a:extLst>
          </p:cNvPr>
          <p:cNvSpPr txBox="1"/>
          <p:nvPr/>
        </p:nvSpPr>
        <p:spPr>
          <a:xfrm rot="2160000">
            <a:off x="6656155" y="1122712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Management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0EF781FB-B96D-146C-11C1-1E6F83FED1E8}"/>
              </a:ext>
            </a:extLst>
          </p:cNvPr>
          <p:cNvSpPr/>
          <p:nvPr/>
        </p:nvSpPr>
        <p:spPr>
          <a:xfrm>
            <a:off x="4714672" y="1835782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917E5003-142F-62CD-0370-7A571F5A4AB6}"/>
              </a:ext>
            </a:extLst>
          </p:cNvPr>
          <p:cNvSpPr/>
          <p:nvPr/>
        </p:nvSpPr>
        <p:spPr>
          <a:xfrm rot="-8640000">
            <a:off x="6144682" y="2020461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EC08F3D-47B8-D8F7-C277-6C32F9E51024}"/>
              </a:ext>
            </a:extLst>
          </p:cNvPr>
          <p:cNvSpPr/>
          <p:nvPr/>
        </p:nvSpPr>
        <p:spPr>
          <a:xfrm rot="-4320000">
            <a:off x="6617129" y="3574127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F4D15597-D5AB-A34C-BC00-B60E213BB89B}"/>
              </a:ext>
            </a:extLst>
          </p:cNvPr>
          <p:cNvSpPr/>
          <p:nvPr/>
        </p:nvSpPr>
        <p:spPr>
          <a:xfrm>
            <a:off x="5348864" y="4479890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FF18B262-BA95-FD02-4237-0964797F20B2}"/>
              </a:ext>
            </a:extLst>
          </p:cNvPr>
          <p:cNvSpPr/>
          <p:nvPr/>
        </p:nvSpPr>
        <p:spPr>
          <a:xfrm rot="4320000">
            <a:off x="4046738" y="3538755"/>
            <a:ext cx="1652512" cy="322444"/>
          </a:xfrm>
          <a:prstGeom prst="rect">
            <a:avLst/>
          </a:prstGeom>
          <a:solidFill>
            <a:srgbClr val="B5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1E448B69-5E5E-D7EC-6FD3-DC9EEE845D7D}"/>
              </a:ext>
            </a:extLst>
          </p:cNvPr>
          <p:cNvSpPr/>
          <p:nvPr/>
        </p:nvSpPr>
        <p:spPr>
          <a:xfrm rot="8640000">
            <a:off x="4538351" y="2022797"/>
            <a:ext cx="1652512" cy="317411"/>
          </a:xfrm>
          <a:prstGeom prst="rect">
            <a:avLst/>
          </a:prstGeom>
          <a:solidFill>
            <a:srgbClr val="425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6283AE8F-D87C-FDD7-F09C-F1009621A094}"/>
              </a:ext>
            </a:extLst>
          </p:cNvPr>
          <p:cNvSpPr/>
          <p:nvPr/>
        </p:nvSpPr>
        <p:spPr>
          <a:xfrm>
            <a:off x="6394329" y="1648857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C388D152-8F72-33E6-6967-BEA03633B4AC}"/>
              </a:ext>
            </a:extLst>
          </p:cNvPr>
          <p:cNvSpPr/>
          <p:nvPr/>
        </p:nvSpPr>
        <p:spPr>
          <a:xfrm>
            <a:off x="6869661" y="3184760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DD2376FE-8A46-2466-D547-5B8031EFA5B2}"/>
              </a:ext>
            </a:extLst>
          </p:cNvPr>
          <p:cNvSpPr/>
          <p:nvPr/>
        </p:nvSpPr>
        <p:spPr>
          <a:xfrm>
            <a:off x="5661368" y="4032644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7087F1A7-6B00-D1CC-704A-622D07A242D4}"/>
              </a:ext>
            </a:extLst>
          </p:cNvPr>
          <p:cNvSpPr/>
          <p:nvPr/>
        </p:nvSpPr>
        <p:spPr>
          <a:xfrm>
            <a:off x="4389935" y="3137507"/>
            <a:ext cx="1080000" cy="1080000"/>
          </a:xfrm>
          <a:prstGeom prst="ellipse">
            <a:avLst/>
          </a:prstGeom>
          <a:solidFill>
            <a:srgbClr val="78241E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94875C53-F0B3-8C15-0BD5-7A9DB21E23D0}"/>
              </a:ext>
            </a:extLst>
          </p:cNvPr>
          <p:cNvSpPr/>
          <p:nvPr/>
        </p:nvSpPr>
        <p:spPr>
          <a:xfrm>
            <a:off x="4823643" y="1710137"/>
            <a:ext cx="1080000" cy="1080000"/>
          </a:xfrm>
          <a:prstGeom prst="ellipse">
            <a:avLst/>
          </a:prstGeom>
          <a:solidFill>
            <a:srgbClr val="07090B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4BF109D0-1CA2-45FC-A244-7C541E851D32}"/>
              </a:ext>
            </a:extLst>
          </p:cNvPr>
          <p:cNvSpPr/>
          <p:nvPr/>
        </p:nvSpPr>
        <p:spPr>
          <a:xfrm>
            <a:off x="4784444" y="1811324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DE591F11-DFFA-17BB-2445-908AC7D616E4}"/>
              </a:ext>
            </a:extLst>
          </p:cNvPr>
          <p:cNvGrpSpPr/>
          <p:nvPr/>
        </p:nvGrpSpPr>
        <p:grpSpPr>
          <a:xfrm>
            <a:off x="4896403" y="1951795"/>
            <a:ext cx="2557171" cy="2387324"/>
            <a:chOff x="4928539" y="2020392"/>
            <a:chExt cx="2449132" cy="2298898"/>
          </a:xfrm>
        </p:grpSpPr>
        <p:sp>
          <p:nvSpPr>
            <p:cNvPr id="18" name="Pentágono regular 17">
              <a:extLst>
                <a:ext uri="{FF2B5EF4-FFF2-40B4-BE49-F238E27FC236}">
                  <a16:creationId xmlns:a16="http://schemas.microsoft.com/office/drawing/2014/main" id="{9E9D1CC2-7F23-DA49-746D-C9630AD53439}"/>
                </a:ext>
              </a:extLst>
            </p:cNvPr>
            <p:cNvSpPr/>
            <p:nvPr/>
          </p:nvSpPr>
          <p:spPr>
            <a:xfrm>
              <a:off x="4928539" y="2020392"/>
              <a:ext cx="2449132" cy="2298898"/>
            </a:xfrm>
            <a:prstGeom prst="pentagon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" name="Imagen 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94600F82-ABCF-B61E-B932-AADBCDB54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0444" y="2500383"/>
              <a:ext cx="1594297" cy="1315343"/>
            </a:xfrm>
            <a:prstGeom prst="rect">
              <a:avLst/>
            </a:prstGeom>
          </p:spPr>
        </p:pic>
      </p:grpSp>
      <p:sp>
        <p:nvSpPr>
          <p:cNvPr id="71" name="Elipse 70">
            <a:extLst>
              <a:ext uri="{FF2B5EF4-FFF2-40B4-BE49-F238E27FC236}">
                <a16:creationId xmlns:a16="http://schemas.microsoft.com/office/drawing/2014/main" id="{D1B9A2D3-140F-5283-149D-070132D52C23}"/>
              </a:ext>
            </a:extLst>
          </p:cNvPr>
          <p:cNvSpPr/>
          <p:nvPr/>
        </p:nvSpPr>
        <p:spPr>
          <a:xfrm>
            <a:off x="6572185" y="1844160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A6B14231-9C04-E587-120F-E6390F0256D6}"/>
              </a:ext>
            </a:extLst>
          </p:cNvPr>
          <p:cNvSpPr txBox="1"/>
          <p:nvPr/>
        </p:nvSpPr>
        <p:spPr>
          <a:xfrm rot="6720000">
            <a:off x="7471494" y="3754913"/>
            <a:ext cx="1765227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5AE05ED8-7226-8706-FD66-95B03F7B53F4}"/>
              </a:ext>
            </a:extLst>
          </p:cNvPr>
          <p:cNvSpPr/>
          <p:nvPr/>
        </p:nvSpPr>
        <p:spPr>
          <a:xfrm>
            <a:off x="7047517" y="3380063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FF699F93-B3F4-1BFE-66FF-2FB6D8F775C8}"/>
              </a:ext>
            </a:extLst>
          </p:cNvPr>
          <p:cNvSpPr/>
          <p:nvPr/>
        </p:nvSpPr>
        <p:spPr>
          <a:xfrm>
            <a:off x="5839224" y="4227947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1EF983F4-A186-7F44-0EC3-18D2D5CA76DB}"/>
              </a:ext>
            </a:extLst>
          </p:cNvPr>
          <p:cNvSpPr txBox="1"/>
          <p:nvPr/>
        </p:nvSpPr>
        <p:spPr>
          <a:xfrm rot="10800000">
            <a:off x="5480727" y="5175387"/>
            <a:ext cx="1388522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F52E482F-949E-3747-DCD2-97C4A7913043}"/>
              </a:ext>
            </a:extLst>
          </p:cNvPr>
          <p:cNvSpPr/>
          <p:nvPr/>
        </p:nvSpPr>
        <p:spPr>
          <a:xfrm>
            <a:off x="4567791" y="3332810"/>
            <a:ext cx="720000" cy="720000"/>
          </a:xfrm>
          <a:prstGeom prst="ellipse">
            <a:avLst/>
          </a:prstGeom>
          <a:solidFill>
            <a:srgbClr val="B5372D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5">
            <a:extLst>
              <a:ext uri="{FF2B5EF4-FFF2-40B4-BE49-F238E27FC236}">
                <a16:creationId xmlns:a16="http://schemas.microsoft.com/office/drawing/2014/main" id="{DFE8DC4E-5395-C813-BD72-DDB02D2FCB0F}"/>
              </a:ext>
            </a:extLst>
          </p:cNvPr>
          <p:cNvSpPr txBox="1"/>
          <p:nvPr/>
        </p:nvSpPr>
        <p:spPr>
          <a:xfrm rot="-6720000">
            <a:off x="3235808" y="3852754"/>
            <a:ext cx="144943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Integration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39FC62CD-7DDD-9F6F-575D-51B36931DAA9}"/>
              </a:ext>
            </a:extLst>
          </p:cNvPr>
          <p:cNvSpPr/>
          <p:nvPr/>
        </p:nvSpPr>
        <p:spPr>
          <a:xfrm>
            <a:off x="5001499" y="1905440"/>
            <a:ext cx="720000" cy="720000"/>
          </a:xfrm>
          <a:prstGeom prst="ellipse">
            <a:avLst/>
          </a:prstGeom>
          <a:solidFill>
            <a:srgbClr val="425166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TextBox 85">
            <a:extLst>
              <a:ext uri="{FF2B5EF4-FFF2-40B4-BE49-F238E27FC236}">
                <a16:creationId xmlns:a16="http://schemas.microsoft.com/office/drawing/2014/main" id="{22693E5B-B447-6A5B-0FB5-DBBC1D99BD9B}"/>
              </a:ext>
            </a:extLst>
          </p:cNvPr>
          <p:cNvSpPr txBox="1"/>
          <p:nvPr/>
        </p:nvSpPr>
        <p:spPr>
          <a:xfrm rot="-2160000">
            <a:off x="3898805" y="1108950"/>
            <a:ext cx="1821332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Automation</a:t>
            </a:r>
          </a:p>
        </p:txBody>
      </p:sp>
      <p:pic>
        <p:nvPicPr>
          <p:cNvPr id="99" name="Gráfico 98">
            <a:extLst>
              <a:ext uri="{FF2B5EF4-FFF2-40B4-BE49-F238E27FC236}">
                <a16:creationId xmlns:a16="http://schemas.microsoft.com/office/drawing/2014/main" id="{0531529F-425F-2E38-8AB8-8A6F586CF5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0378" y="3515292"/>
            <a:ext cx="375674" cy="375674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616D69AD-22E2-C6E5-8EFF-DBD1C32198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5934942" y="4339118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CF6EB2FE-6C07-3E33-CFB3-EA597265F4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6720000">
            <a:off x="7190923" y="3507254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226F3F6F-1EF7-237F-EE36-3E18E9A6E4F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160000">
            <a:off x="6680957" y="1954091"/>
            <a:ext cx="517427" cy="517427"/>
          </a:xfrm>
          <a:prstGeom prst="rect">
            <a:avLst/>
          </a:prstGeom>
        </p:spPr>
      </p:pic>
      <p:grpSp>
        <p:nvGrpSpPr>
          <p:cNvPr id="112" name="Grupo 111">
            <a:extLst>
              <a:ext uri="{FF2B5EF4-FFF2-40B4-BE49-F238E27FC236}">
                <a16:creationId xmlns:a16="http://schemas.microsoft.com/office/drawing/2014/main" id="{7DDCB698-77DB-DAF4-3DA0-C260DA5A9A62}"/>
              </a:ext>
            </a:extLst>
          </p:cNvPr>
          <p:cNvGrpSpPr/>
          <p:nvPr/>
        </p:nvGrpSpPr>
        <p:grpSpPr>
          <a:xfrm>
            <a:off x="5155859" y="1883039"/>
            <a:ext cx="411608" cy="586329"/>
            <a:chOff x="5155859" y="1883039"/>
            <a:chExt cx="411608" cy="586329"/>
          </a:xfrm>
        </p:grpSpPr>
        <p:pic>
          <p:nvPicPr>
            <p:cNvPr id="101" name="Gráfico 100">
              <a:extLst>
                <a:ext uri="{FF2B5EF4-FFF2-40B4-BE49-F238E27FC236}">
                  <a16:creationId xmlns:a16="http://schemas.microsoft.com/office/drawing/2014/main" id="{9CD5B8CB-C594-6EF8-D11B-FD54D8E6B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155859" y="2067653"/>
              <a:ext cx="401715" cy="401715"/>
            </a:xfrm>
            <a:prstGeom prst="rect">
              <a:avLst/>
            </a:prstGeom>
          </p:spPr>
        </p:pic>
        <p:sp>
          <p:nvSpPr>
            <p:cNvPr id="109" name="Elipse 108">
              <a:extLst>
                <a:ext uri="{FF2B5EF4-FFF2-40B4-BE49-F238E27FC236}">
                  <a16:creationId xmlns:a16="http://schemas.microsoft.com/office/drawing/2014/main" id="{BA80C0DF-ADDE-B3B8-7AA8-D6EA71F9F3DE}"/>
                </a:ext>
              </a:extLst>
            </p:cNvPr>
            <p:cNvSpPr/>
            <p:nvPr/>
          </p:nvSpPr>
          <p:spPr>
            <a:xfrm>
              <a:off x="5331967" y="2046981"/>
              <a:ext cx="235500" cy="253446"/>
            </a:xfrm>
            <a:prstGeom prst="ellipse">
              <a:avLst/>
            </a:prstGeom>
            <a:solidFill>
              <a:srgbClr val="425166"/>
            </a:solidFill>
            <a:ln w="1016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CuadroTexto 109">
              <a:extLst>
                <a:ext uri="{FF2B5EF4-FFF2-40B4-BE49-F238E27FC236}">
                  <a16:creationId xmlns:a16="http://schemas.microsoft.com/office/drawing/2014/main" id="{FD5E344E-458B-A6DE-4395-F84707A40E62}"/>
                </a:ext>
              </a:extLst>
            </p:cNvPr>
            <p:cNvSpPr txBox="1"/>
            <p:nvPr/>
          </p:nvSpPr>
          <p:spPr>
            <a:xfrm>
              <a:off x="5274715" y="1883039"/>
              <a:ext cx="1778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Aharoni" panose="02010803020104030203" pitchFamily="2" charset="-79"/>
                  <a:ea typeface="Roboto" panose="02000000000000000000" pitchFamily="2" charset="0"/>
                  <a:cs typeface="Aharoni" panose="02010803020104030203" pitchFamily="2" charset="-79"/>
                </a:rPr>
                <a:t>$</a:t>
              </a:r>
              <a:endParaRPr lang="en-US" sz="3600" b="1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90E26A2F-A381-4D84-1A4F-8594DDDB50ED}"/>
              </a:ext>
            </a:extLst>
          </p:cNvPr>
          <p:cNvSpPr txBox="1"/>
          <p:nvPr/>
        </p:nvSpPr>
        <p:spPr>
          <a:xfrm>
            <a:off x="11843828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54968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415D-55D4-ED80-7E72-1171E7B05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52C3AD6C-B012-B5B0-8306-8BF1C4400172}"/>
              </a:ext>
            </a:extLst>
          </p:cNvPr>
          <p:cNvSpPr/>
          <p:nvPr/>
        </p:nvSpPr>
        <p:spPr>
          <a:xfrm>
            <a:off x="-5029200" y="-751840"/>
            <a:ext cx="8514080" cy="8361680"/>
          </a:xfrm>
          <a:prstGeom prst="ellipse">
            <a:avLst/>
          </a:prstGeom>
          <a:noFill/>
          <a:ln w="762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7AEA25E-1853-D815-0CA7-C65B917CC5AE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A72B92F-2BEA-8A0E-A6A6-5DE04994C8EE}"/>
              </a:ext>
            </a:extLst>
          </p:cNvPr>
          <p:cNvSpPr/>
          <p:nvPr/>
        </p:nvSpPr>
        <p:spPr>
          <a:xfrm>
            <a:off x="2944880" y="198324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2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CE2E4780-B455-CCD2-B280-9E614913C039}"/>
              </a:ext>
            </a:extLst>
          </p:cNvPr>
          <p:cNvSpPr/>
          <p:nvPr/>
        </p:nvSpPr>
        <p:spPr>
          <a:xfrm>
            <a:off x="2944880" y="3934210"/>
            <a:ext cx="1080000" cy="1080000"/>
          </a:xfrm>
          <a:prstGeom prst="ellipse">
            <a:avLst/>
          </a:prstGeom>
          <a:solidFill>
            <a:srgbClr val="C00000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chemeClr val="bg1"/>
                </a:solidFill>
              </a:rPr>
              <a:t>3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6949A4A-2FF1-8AD9-8894-D5E2AB0B9DA3}"/>
              </a:ext>
            </a:extLst>
          </p:cNvPr>
          <p:cNvSpPr/>
          <p:nvPr/>
        </p:nvSpPr>
        <p:spPr>
          <a:xfrm>
            <a:off x="2134880" y="561061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4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33B198F6-89D0-989F-5F3A-5CE8A2DC4C6E}"/>
              </a:ext>
            </a:extLst>
          </p:cNvPr>
          <p:cNvGrpSpPr/>
          <p:nvPr/>
        </p:nvGrpSpPr>
        <p:grpSpPr>
          <a:xfrm>
            <a:off x="3484880" y="258580"/>
            <a:ext cx="7191760" cy="1080000"/>
            <a:chOff x="3484880" y="258580"/>
            <a:chExt cx="7191760" cy="1080000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72FC4D19-1797-B43F-5AB5-11254935895D}"/>
                </a:ext>
              </a:extLst>
            </p:cNvPr>
            <p:cNvSpPr/>
            <p:nvPr/>
          </p:nvSpPr>
          <p:spPr>
            <a:xfrm>
              <a:off x="3484880" y="25858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INTRODUCTION</a:t>
              </a: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0D65F804-0CEF-7753-5BE9-7BE0F33B9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2967" y="356263"/>
              <a:ext cx="831665" cy="831665"/>
            </a:xfrm>
            <a:prstGeom prst="rect">
              <a:avLst/>
            </a:prstGeom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F0C7630-3373-D2A0-1EA6-76FFDE066188}"/>
              </a:ext>
            </a:extLst>
          </p:cNvPr>
          <p:cNvGrpSpPr/>
          <p:nvPr/>
        </p:nvGrpSpPr>
        <p:grpSpPr>
          <a:xfrm>
            <a:off x="4338320" y="1983240"/>
            <a:ext cx="7191760" cy="1080000"/>
            <a:chOff x="4338320" y="1983240"/>
            <a:chExt cx="7191760" cy="1080000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8CC5FEB8-0502-4B62-2B4A-0779CF308842}"/>
                </a:ext>
              </a:extLst>
            </p:cNvPr>
            <p:cNvSpPr/>
            <p:nvPr/>
          </p:nvSpPr>
          <p:spPr>
            <a:xfrm>
              <a:off x="4338320" y="198324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PROPOSAL</a:t>
              </a:r>
              <a:endParaRPr lang="en-US" sz="4000" noProof="0" dirty="0"/>
            </a:p>
          </p:txBody>
        </p:sp>
        <p:pic>
          <p:nvPicPr>
            <p:cNvPr id="20" name="Imagen 8">
              <a:extLst>
                <a:ext uri="{FF2B5EF4-FFF2-40B4-BE49-F238E27FC236}">
                  <a16:creationId xmlns:a16="http://schemas.microsoft.com/office/drawing/2014/main" id="{7F2E1E4E-F776-7896-789F-1BF212627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78097" y="2107407"/>
              <a:ext cx="831665" cy="831665"/>
            </a:xfrm>
            <a:prstGeom prst="rect">
              <a:avLst/>
            </a:prstGeom>
          </p:spPr>
        </p:pic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C606EB9B-5858-4BB7-6B36-E4EC12989714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3BF0A88-12E7-809D-7100-4EA9C6B4404F}"/>
              </a:ext>
            </a:extLst>
          </p:cNvPr>
          <p:cNvGrpSpPr/>
          <p:nvPr/>
        </p:nvGrpSpPr>
        <p:grpSpPr>
          <a:xfrm>
            <a:off x="3484880" y="5610610"/>
            <a:ext cx="7191760" cy="1080000"/>
            <a:chOff x="3484880" y="5610610"/>
            <a:chExt cx="7191760" cy="1080000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E1B29E4-BF43-C342-B119-D138164A7F31}"/>
                </a:ext>
              </a:extLst>
            </p:cNvPr>
            <p:cNvSpPr/>
            <p:nvPr/>
          </p:nvSpPr>
          <p:spPr>
            <a:xfrm>
              <a:off x="3484880" y="56106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CONCLUSIONS</a:t>
              </a:r>
              <a:endParaRPr lang="en-US" sz="4000" noProof="0" dirty="0"/>
            </a:p>
          </p:txBody>
        </p:sp>
        <p:pic>
          <p:nvPicPr>
            <p:cNvPr id="2" name="Imagen 8">
              <a:extLst>
                <a:ext uri="{FF2B5EF4-FFF2-40B4-BE49-F238E27FC236}">
                  <a16:creationId xmlns:a16="http://schemas.microsoft.com/office/drawing/2014/main" id="{8FECDC17-EB42-CB21-4AFA-0124FAC1E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30641" y="5742931"/>
              <a:ext cx="815357" cy="815357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075CB4A-7083-7D8D-48A8-EB70B6592DDD}"/>
              </a:ext>
            </a:extLst>
          </p:cNvPr>
          <p:cNvGrpSpPr/>
          <p:nvPr/>
        </p:nvGrpSpPr>
        <p:grpSpPr>
          <a:xfrm>
            <a:off x="4338320" y="3934210"/>
            <a:ext cx="7191760" cy="1080000"/>
            <a:chOff x="4338320" y="3934210"/>
            <a:chExt cx="7191760" cy="1080000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6FB8D38C-F4AE-18C3-6BD2-2D6F5CD876DA}"/>
                </a:ext>
              </a:extLst>
            </p:cNvPr>
            <p:cNvSpPr/>
            <p:nvPr/>
          </p:nvSpPr>
          <p:spPr>
            <a:xfrm>
              <a:off x="4338320" y="39342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USE CASE</a:t>
              </a:r>
              <a:endParaRPr lang="en-US" noProof="0" dirty="0"/>
            </a:p>
          </p:txBody>
        </p:sp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C5B22EE2-AC57-7808-B81D-B2A9EAD1E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990743" y="4082559"/>
              <a:ext cx="783301" cy="783301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98792C0-9F6F-0260-86FB-3388FFCB602F}"/>
              </a:ext>
            </a:extLst>
          </p:cNvPr>
          <p:cNvSpPr txBox="1"/>
          <p:nvPr/>
        </p:nvSpPr>
        <p:spPr>
          <a:xfrm>
            <a:off x="11843828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9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7495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26994-F073-37D4-FF06-697F330C4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C20E204-E898-B186-1AA1-C3B2E7A88A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72403" y="10199"/>
            <a:ext cx="5919596" cy="6858000"/>
          </a:xfrm>
          <a:prstGeom prst="rect">
            <a:avLst/>
          </a:prstGeom>
          <a:solidFill>
            <a:srgbClr val="F8D0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78948BA-83F0-7A0E-6841-35E4052F05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0"/>
            <a:ext cx="6272402" cy="6858000"/>
          </a:xfrm>
          <a:prstGeom prst="rect">
            <a:avLst/>
          </a:prstGeom>
          <a:solidFill>
            <a:srgbClr val="FFF1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72CBE36-5E9B-9269-5C24-EA6223B78910}"/>
              </a:ext>
            </a:extLst>
          </p:cNvPr>
          <p:cNvSpPr txBox="1">
            <a:spLocks/>
          </p:cNvSpPr>
          <p:nvPr/>
        </p:nvSpPr>
        <p:spPr>
          <a:xfrm>
            <a:off x="2195627" y="131993"/>
            <a:ext cx="8479098" cy="111512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Previous analysis on the support of industry solutions to pricing-driven </a:t>
            </a:r>
            <a:r>
              <a:rPr lang="en-US" sz="2800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devops</a:t>
            </a:r>
            <a:endParaRPr lang="en-US" sz="2800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A4CD5C5B-3DE8-2B5A-88FC-592314C5D060}"/>
              </a:ext>
            </a:extLst>
          </p:cNvPr>
          <p:cNvGrpSpPr/>
          <p:nvPr/>
        </p:nvGrpSpPr>
        <p:grpSpPr>
          <a:xfrm>
            <a:off x="380494" y="1360404"/>
            <a:ext cx="2340001" cy="2340000"/>
            <a:chOff x="3822812" y="2711339"/>
            <a:chExt cx="1200178" cy="1229641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37F76BA5-DFD5-7A61-5724-A89E072E7CBD}"/>
                </a:ext>
              </a:extLst>
            </p:cNvPr>
            <p:cNvSpPr/>
            <p:nvPr/>
          </p:nvSpPr>
          <p:spPr>
            <a:xfrm>
              <a:off x="3822812" y="2711339"/>
              <a:ext cx="1200178" cy="1229641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19F1B3B3-3811-2A92-7E6F-116B5C5D6CD6}"/>
                </a:ext>
              </a:extLst>
            </p:cNvPr>
            <p:cNvSpPr/>
            <p:nvPr/>
          </p:nvSpPr>
          <p:spPr>
            <a:xfrm>
              <a:off x="3825846" y="2845853"/>
              <a:ext cx="1197144" cy="1018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0" b="1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18</a:t>
              </a:r>
              <a:endParaRPr lang="en-US" sz="1600" b="1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r>
                <a: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feature toggling</a:t>
              </a:r>
            </a:p>
            <a:p>
              <a:pPr algn="ctr"/>
              <a:r>
                <a: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tools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pic>
        <p:nvPicPr>
          <p:cNvPr id="19" name="Imagen 18" descr="Logotipo&#10;&#10;El contenido generado por IA puede ser incorrecto.">
            <a:extLst>
              <a:ext uri="{FF2B5EF4-FFF2-40B4-BE49-F238E27FC236}">
                <a16:creationId xmlns:a16="http://schemas.microsoft.com/office/drawing/2014/main" id="{3A6EA57F-3033-E036-6328-DC2B4A1DCE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1" y="5245941"/>
            <a:ext cx="1846700" cy="709092"/>
          </a:xfrm>
          <a:prstGeom prst="rect">
            <a:avLst/>
          </a:prstGeom>
        </p:spPr>
      </p:pic>
      <p:pic>
        <p:nvPicPr>
          <p:cNvPr id="27" name="Imagen 26" descr="Imagen que contiene Flecha&#10;&#10;El contenido generado por IA puede ser incorrecto.">
            <a:extLst>
              <a:ext uri="{FF2B5EF4-FFF2-40B4-BE49-F238E27FC236}">
                <a16:creationId xmlns:a16="http://schemas.microsoft.com/office/drawing/2014/main" id="{D52CFE9A-5642-E36C-2132-7457929D82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537" y="5418887"/>
            <a:ext cx="2227743" cy="344537"/>
          </a:xfrm>
          <a:prstGeom prst="rect">
            <a:avLst/>
          </a:prstGeom>
        </p:spPr>
      </p:pic>
      <p:pic>
        <p:nvPicPr>
          <p:cNvPr id="31" name="Imagen 30" descr="Texto, Logotipo&#10;&#10;El contenido generado por IA puede ser incorrecto.">
            <a:extLst>
              <a:ext uri="{FF2B5EF4-FFF2-40B4-BE49-F238E27FC236}">
                <a16:creationId xmlns:a16="http://schemas.microsoft.com/office/drawing/2014/main" id="{D1C482B8-2002-A3FF-681F-5FE1D96BE9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21" b="34770"/>
          <a:stretch>
            <a:fillRect/>
          </a:stretch>
        </p:blipFill>
        <p:spPr>
          <a:xfrm>
            <a:off x="1204443" y="4843307"/>
            <a:ext cx="2520159" cy="436961"/>
          </a:xfrm>
          <a:prstGeom prst="rect">
            <a:avLst/>
          </a:prstGeom>
        </p:spPr>
      </p:pic>
      <p:pic>
        <p:nvPicPr>
          <p:cNvPr id="35" name="Imagen 34" descr="Logotipo&#10;&#10;El contenido generado por IA puede ser incorrecto.">
            <a:extLst>
              <a:ext uri="{FF2B5EF4-FFF2-40B4-BE49-F238E27FC236}">
                <a16:creationId xmlns:a16="http://schemas.microsoft.com/office/drawing/2014/main" id="{1823295B-6816-3115-E0DB-FF2C965E28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88" y="4262054"/>
            <a:ext cx="2537907" cy="589157"/>
          </a:xfrm>
          <a:prstGeom prst="rect">
            <a:avLst/>
          </a:prstGeom>
        </p:spPr>
      </p:pic>
      <p:pic>
        <p:nvPicPr>
          <p:cNvPr id="37" name="Imagen 36" descr="Logotipo&#10;&#10;El contenido generado por IA puede ser incorrecto.">
            <a:extLst>
              <a:ext uri="{FF2B5EF4-FFF2-40B4-BE49-F238E27FC236}">
                <a16:creationId xmlns:a16="http://schemas.microsoft.com/office/drawing/2014/main" id="{C4065A5A-DD2B-B0BF-EC1C-A65D8825DD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677" y="5403352"/>
            <a:ext cx="1936329" cy="505353"/>
          </a:xfrm>
          <a:prstGeom prst="rect">
            <a:avLst/>
          </a:prstGeom>
        </p:spPr>
      </p:pic>
      <p:grpSp>
        <p:nvGrpSpPr>
          <p:cNvPr id="46" name="Grupo 45">
            <a:extLst>
              <a:ext uri="{FF2B5EF4-FFF2-40B4-BE49-F238E27FC236}">
                <a16:creationId xmlns:a16="http://schemas.microsoft.com/office/drawing/2014/main" id="{AC82099D-83FA-DD09-29DD-E61B9FA1F632}"/>
              </a:ext>
            </a:extLst>
          </p:cNvPr>
          <p:cNvGrpSpPr/>
          <p:nvPr/>
        </p:nvGrpSpPr>
        <p:grpSpPr>
          <a:xfrm>
            <a:off x="6619238" y="1301933"/>
            <a:ext cx="6103047" cy="2563959"/>
            <a:chOff x="6240098" y="1301933"/>
            <a:chExt cx="6103047" cy="2563959"/>
          </a:xfrm>
        </p:grpSpPr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65C56A3E-7ABF-4148-4699-B14DB721519C}"/>
                </a:ext>
              </a:extLst>
            </p:cNvPr>
            <p:cNvSpPr txBox="1"/>
            <p:nvPr/>
          </p:nvSpPr>
          <p:spPr>
            <a:xfrm>
              <a:off x="6240098" y="1301934"/>
              <a:ext cx="1199367" cy="22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800" b="1" dirty="0">
                  <a:solidFill>
                    <a:srgbClr val="E55A8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4</a:t>
              </a: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76D9333B-9C37-5D46-A80D-DA6982B333F7}"/>
                </a:ext>
              </a:extLst>
            </p:cNvPr>
            <p:cNvSpPr txBox="1"/>
            <p:nvPr/>
          </p:nvSpPr>
          <p:spPr>
            <a:xfrm>
              <a:off x="7580286" y="1301933"/>
              <a:ext cx="2214068" cy="22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800" b="1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18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D34CD148-E74C-4EB2-6C2F-DD9249CF1DC6}"/>
                </a:ext>
              </a:extLst>
            </p:cNvPr>
            <p:cNvSpPr txBox="1"/>
            <p:nvPr/>
          </p:nvSpPr>
          <p:spPr>
            <a:xfrm rot="16200000">
              <a:off x="6794547" y="2063568"/>
              <a:ext cx="140134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rgbClr val="E55A8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out of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F449006B-FBF5-CD38-9B4B-8DF540A7C646}"/>
                </a:ext>
              </a:extLst>
            </p:cNvPr>
            <p:cNvSpPr txBox="1"/>
            <p:nvPr/>
          </p:nvSpPr>
          <p:spPr>
            <a:xfrm>
              <a:off x="9740660" y="2391055"/>
              <a:ext cx="21011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tools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5D8F1660-D0D1-239D-C759-2F09C990B486}"/>
                </a:ext>
              </a:extLst>
            </p:cNvPr>
            <p:cNvSpPr txBox="1"/>
            <p:nvPr/>
          </p:nvSpPr>
          <p:spPr>
            <a:xfrm>
              <a:off x="6331800" y="3034895"/>
              <a:ext cx="60113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can </a:t>
              </a:r>
              <a:r>
                <a:rPr lang="en-US" sz="24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potentially</a:t>
              </a:r>
              <a:r>
                <a:rPr lang="en-US" sz="24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support pricing-driven </a:t>
              </a:r>
            </a:p>
            <a:p>
              <a:r>
                <a:rPr lang="en-US" sz="24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self-adaptation</a:t>
              </a:r>
              <a:endParaRPr 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pic>
        <p:nvPicPr>
          <p:cNvPr id="54" name="Imagen 53" descr="Pantalla de video juego&#10;&#10;El contenido generado por IA puede ser incorrecto.">
            <a:extLst>
              <a:ext uri="{FF2B5EF4-FFF2-40B4-BE49-F238E27FC236}">
                <a16:creationId xmlns:a16="http://schemas.microsoft.com/office/drawing/2014/main" id="{BF932718-5A0D-9ABE-2C0F-60D330C167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455" y="4819439"/>
            <a:ext cx="1936329" cy="44374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4655096-EB6E-4585-FBBF-EEAB655D92A2}"/>
              </a:ext>
            </a:extLst>
          </p:cNvPr>
          <p:cNvSpPr txBox="1"/>
          <p:nvPr/>
        </p:nvSpPr>
        <p:spPr>
          <a:xfrm>
            <a:off x="0" y="6089829"/>
            <a:ext cx="591815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García-Fernández, A., Parejo, J. A., Cavero, F. J., &amp; Ruiz-Cortés, A. (2024, December). </a:t>
            </a:r>
          </a:p>
          <a:p>
            <a:r>
              <a:rPr lang="en-US" sz="1400" dirty="0"/>
              <a:t>Racing the market: An industry support analysis for pricing-driven </a:t>
            </a:r>
            <a:r>
              <a:rPr lang="en-US" sz="1400" dirty="0" err="1"/>
              <a:t>devops</a:t>
            </a:r>
            <a:r>
              <a:rPr lang="en-US" sz="1400" dirty="0"/>
              <a:t> in SaaS. </a:t>
            </a:r>
          </a:p>
          <a:p>
            <a:r>
              <a:rPr lang="en-US" sz="1400" dirty="0"/>
              <a:t>In </a:t>
            </a:r>
            <a:r>
              <a:rPr lang="en-US" sz="1400" i="1" dirty="0"/>
              <a:t>International Conference on Service-Oriented Computing</a:t>
            </a:r>
            <a:r>
              <a:rPr lang="en-US" sz="1400" dirty="0"/>
              <a:t> (pp. 260-275). 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241B7D9-053B-D4FD-2819-4DA8B8A4D683}"/>
              </a:ext>
            </a:extLst>
          </p:cNvPr>
          <p:cNvGrpSpPr/>
          <p:nvPr/>
        </p:nvGrpSpPr>
        <p:grpSpPr>
          <a:xfrm>
            <a:off x="3350217" y="2174953"/>
            <a:ext cx="2340001" cy="2340000"/>
            <a:chOff x="3822812" y="2711339"/>
            <a:chExt cx="1200178" cy="1229641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0F5AAA92-FD6F-83BB-2341-B70915A74F56}"/>
                </a:ext>
              </a:extLst>
            </p:cNvPr>
            <p:cNvSpPr/>
            <p:nvPr/>
          </p:nvSpPr>
          <p:spPr>
            <a:xfrm>
              <a:off x="3822812" y="2711339"/>
              <a:ext cx="1200178" cy="1229641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475826D7-C751-9E98-D35B-203DDFEE8BB7}"/>
                </a:ext>
              </a:extLst>
            </p:cNvPr>
            <p:cNvSpPr/>
            <p:nvPr/>
          </p:nvSpPr>
          <p:spPr>
            <a:xfrm>
              <a:off x="3825846" y="2845853"/>
              <a:ext cx="1197144" cy="8571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0" b="1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</a:t>
              </a:r>
              <a:endParaRPr lang="en-US" sz="1600" b="1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r>
                <a: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categories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4CD2872-A505-8039-2B66-612779856773}"/>
              </a:ext>
            </a:extLst>
          </p:cNvPr>
          <p:cNvGrpSpPr/>
          <p:nvPr/>
        </p:nvGrpSpPr>
        <p:grpSpPr>
          <a:xfrm>
            <a:off x="6619238" y="3584779"/>
            <a:ext cx="6103047" cy="2215992"/>
            <a:chOff x="6240098" y="1301933"/>
            <a:chExt cx="6103047" cy="2215992"/>
          </a:xfrm>
        </p:grpSpPr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E8B05650-671E-4405-89BC-85453BD39E1F}"/>
                </a:ext>
              </a:extLst>
            </p:cNvPr>
            <p:cNvSpPr txBox="1"/>
            <p:nvPr/>
          </p:nvSpPr>
          <p:spPr>
            <a:xfrm>
              <a:off x="6240098" y="1301934"/>
              <a:ext cx="1199367" cy="22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800" b="1" dirty="0">
                  <a:solidFill>
                    <a:srgbClr val="E55A8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1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047970A9-D88F-B92B-975E-87EF0EED8323}"/>
                </a:ext>
              </a:extLst>
            </p:cNvPr>
            <p:cNvSpPr txBox="1"/>
            <p:nvPr/>
          </p:nvSpPr>
          <p:spPr>
            <a:xfrm>
              <a:off x="7580286" y="1301933"/>
              <a:ext cx="2214068" cy="22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800" b="1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18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6A4C6F93-D7A6-755B-D7FE-3B8E61B56A6E}"/>
                </a:ext>
              </a:extLst>
            </p:cNvPr>
            <p:cNvSpPr txBox="1"/>
            <p:nvPr/>
          </p:nvSpPr>
          <p:spPr>
            <a:xfrm rot="16200000">
              <a:off x="6794547" y="2063568"/>
              <a:ext cx="140134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rgbClr val="E55A8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out of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86E3DD5B-3879-AF85-24B8-7D4D1B651700}"/>
                </a:ext>
              </a:extLst>
            </p:cNvPr>
            <p:cNvSpPr txBox="1"/>
            <p:nvPr/>
          </p:nvSpPr>
          <p:spPr>
            <a:xfrm>
              <a:off x="9740660" y="2391055"/>
              <a:ext cx="21011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tools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6FCD518-44D2-50DB-DF1B-7F2B7B05AF31}"/>
                </a:ext>
              </a:extLst>
            </p:cNvPr>
            <p:cNvSpPr txBox="1"/>
            <p:nvPr/>
          </p:nvSpPr>
          <p:spPr>
            <a:xfrm>
              <a:off x="6331800" y="3034895"/>
              <a:ext cx="60113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support</a:t>
              </a:r>
              <a:r>
                <a:rPr lang="en-US" sz="24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pricing-driven self-adaptation</a:t>
              </a:r>
              <a:endParaRPr 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92C6F1E-7C2A-B85D-ABFE-5856E71AD89F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10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55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"/>
          <p:cNvSpPr/>
          <p:nvPr/>
        </p:nvSpPr>
        <p:spPr>
          <a:xfrm>
            <a:off x="7287866" y="3818685"/>
            <a:ext cx="1222345" cy="1222345"/>
          </a:xfrm>
          <a:custGeom>
            <a:avLst/>
            <a:gdLst/>
            <a:ahLst/>
            <a:cxnLst/>
            <a:rect l="l" t="t" r="r" b="b"/>
            <a:pathLst>
              <a:path w="28993" h="28993" extrusionOk="0">
                <a:moveTo>
                  <a:pt x="14503" y="1"/>
                </a:moveTo>
                <a:cubicBezTo>
                  <a:pt x="6490" y="1"/>
                  <a:pt x="1" y="6490"/>
                  <a:pt x="1" y="14502"/>
                </a:cubicBezTo>
                <a:cubicBezTo>
                  <a:pt x="1" y="22503"/>
                  <a:pt x="6490" y="28992"/>
                  <a:pt x="14503" y="28992"/>
                </a:cubicBezTo>
                <a:cubicBezTo>
                  <a:pt x="22504" y="28992"/>
                  <a:pt x="28992" y="22503"/>
                  <a:pt x="28992" y="14502"/>
                </a:cubicBezTo>
                <a:cubicBezTo>
                  <a:pt x="28992" y="6490"/>
                  <a:pt x="22504" y="1"/>
                  <a:pt x="1450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dirty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FA87159A-FB4E-E475-D08E-29350F31524A}"/>
              </a:ext>
            </a:extLst>
          </p:cNvPr>
          <p:cNvGrpSpPr/>
          <p:nvPr/>
        </p:nvGrpSpPr>
        <p:grpSpPr>
          <a:xfrm>
            <a:off x="2671226" y="1383930"/>
            <a:ext cx="2562741" cy="3296292"/>
            <a:chOff x="2671226" y="1383930"/>
            <a:chExt cx="2562741" cy="3296292"/>
          </a:xfrm>
        </p:grpSpPr>
        <p:sp>
          <p:nvSpPr>
            <p:cNvPr id="234" name="Google Shape;234;p20"/>
            <p:cNvSpPr/>
            <p:nvPr/>
          </p:nvSpPr>
          <p:spPr>
            <a:xfrm>
              <a:off x="3141069" y="1383930"/>
              <a:ext cx="1734800" cy="67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2800" b="1" dirty="0" err="1">
                  <a:solidFill>
                    <a:schemeClr val="accent4"/>
                  </a:solidFill>
                  <a:latin typeface="Roboto"/>
                  <a:ea typeface="Roboto"/>
                  <a:cs typeface="Roboto"/>
                  <a:sym typeface="Roboto"/>
                </a:rPr>
                <a:t>Togglz</a:t>
              </a:r>
              <a:r>
                <a:rPr lang="en-US" sz="2800" b="1" dirty="0">
                  <a:solidFill>
                    <a:schemeClr val="accent4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2908585" y="2706317"/>
              <a:ext cx="2160000" cy="1080000"/>
            </a:xfrm>
            <a:custGeom>
              <a:avLst/>
              <a:gdLst/>
              <a:ahLst/>
              <a:cxnLst/>
              <a:rect l="l" t="t" r="r" b="b"/>
              <a:pathLst>
                <a:path w="40566" h="21408" extrusionOk="0">
                  <a:moveTo>
                    <a:pt x="2132" y="18252"/>
                  </a:moveTo>
                  <a:cubicBezTo>
                    <a:pt x="3180" y="9204"/>
                    <a:pt x="10883" y="2131"/>
                    <a:pt x="20217" y="2131"/>
                  </a:cubicBezTo>
                  <a:cubicBezTo>
                    <a:pt x="30242" y="2131"/>
                    <a:pt x="38422" y="10311"/>
                    <a:pt x="38422" y="20336"/>
                  </a:cubicBezTo>
                  <a:cubicBezTo>
                    <a:pt x="38422" y="20931"/>
                    <a:pt x="38898" y="21407"/>
                    <a:pt x="39494" y="21407"/>
                  </a:cubicBezTo>
                  <a:cubicBezTo>
                    <a:pt x="40089" y="21407"/>
                    <a:pt x="40565" y="20931"/>
                    <a:pt x="40565" y="20336"/>
                  </a:cubicBezTo>
                  <a:cubicBezTo>
                    <a:pt x="40565" y="9120"/>
                    <a:pt x="31433" y="0"/>
                    <a:pt x="20217" y="0"/>
                  </a:cubicBezTo>
                  <a:cubicBezTo>
                    <a:pt x="9752" y="0"/>
                    <a:pt x="1108" y="7941"/>
                    <a:pt x="1" y="18121"/>
                  </a:cubicBezTo>
                  <a:cubicBezTo>
                    <a:pt x="298" y="18002"/>
                    <a:pt x="620" y="17931"/>
                    <a:pt x="953" y="17931"/>
                  </a:cubicBezTo>
                  <a:cubicBezTo>
                    <a:pt x="1370" y="17931"/>
                    <a:pt x="1775" y="18050"/>
                    <a:pt x="2132" y="182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2" name="Google Shape;248;p20">
              <a:extLst>
                <a:ext uri="{FF2B5EF4-FFF2-40B4-BE49-F238E27FC236}">
                  <a16:creationId xmlns:a16="http://schemas.microsoft.com/office/drawing/2014/main" id="{D6186212-6206-2A11-D515-8A714EBFA236}"/>
                </a:ext>
              </a:extLst>
            </p:cNvPr>
            <p:cNvSpPr/>
            <p:nvPr/>
          </p:nvSpPr>
          <p:spPr>
            <a:xfrm>
              <a:off x="3066072" y="2880222"/>
              <a:ext cx="1800000" cy="1800000"/>
            </a:xfrm>
            <a:custGeom>
              <a:avLst/>
              <a:gdLst/>
              <a:ahLst/>
              <a:cxnLst/>
              <a:rect l="l" t="t" r="r" b="b"/>
              <a:pathLst>
                <a:path w="32839" h="32827" extrusionOk="0">
                  <a:moveTo>
                    <a:pt x="16420" y="1918"/>
                  </a:moveTo>
                  <a:cubicBezTo>
                    <a:pt x="24433" y="1918"/>
                    <a:pt x="30922" y="8406"/>
                    <a:pt x="30922" y="16407"/>
                  </a:cubicBezTo>
                  <a:cubicBezTo>
                    <a:pt x="30922" y="24420"/>
                    <a:pt x="24421" y="30909"/>
                    <a:pt x="16420" y="30909"/>
                  </a:cubicBezTo>
                  <a:cubicBezTo>
                    <a:pt x="8419" y="30909"/>
                    <a:pt x="1930" y="24420"/>
                    <a:pt x="1930" y="16407"/>
                  </a:cubicBezTo>
                  <a:cubicBezTo>
                    <a:pt x="1930" y="8406"/>
                    <a:pt x="8419" y="1918"/>
                    <a:pt x="16420" y="1918"/>
                  </a:cubicBezTo>
                  <a:close/>
                  <a:moveTo>
                    <a:pt x="16420" y="1"/>
                  </a:moveTo>
                  <a:cubicBezTo>
                    <a:pt x="7371" y="1"/>
                    <a:pt x="1" y="7359"/>
                    <a:pt x="1" y="16407"/>
                  </a:cubicBezTo>
                  <a:cubicBezTo>
                    <a:pt x="1" y="25456"/>
                    <a:pt x="7371" y="32826"/>
                    <a:pt x="16420" y="32826"/>
                  </a:cubicBezTo>
                  <a:cubicBezTo>
                    <a:pt x="25468" y="32826"/>
                    <a:pt x="32838" y="25456"/>
                    <a:pt x="32838" y="16407"/>
                  </a:cubicBezTo>
                  <a:cubicBezTo>
                    <a:pt x="32838" y="7359"/>
                    <a:pt x="25468" y="1"/>
                    <a:pt x="16420" y="1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dirty="0"/>
            </a:p>
          </p:txBody>
        </p:sp>
        <p:pic>
          <p:nvPicPr>
            <p:cNvPr id="13" name="Imagen 12" descr="Imagen que contiene Icono&#10;&#10;El contenido generado por IA puede ser incorrecto.">
              <a:extLst>
                <a:ext uri="{FF2B5EF4-FFF2-40B4-BE49-F238E27FC236}">
                  <a16:creationId xmlns:a16="http://schemas.microsoft.com/office/drawing/2014/main" id="{2039AC5A-917D-C7AB-930D-F021D4A00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9091" y="3499500"/>
              <a:ext cx="1262788" cy="527233"/>
            </a:xfrm>
            <a:prstGeom prst="rect">
              <a:avLst/>
            </a:prstGeom>
          </p:spPr>
        </p:pic>
        <p:sp>
          <p:nvSpPr>
            <p:cNvPr id="15" name="Google Shape;238;p20">
              <a:extLst>
                <a:ext uri="{FF2B5EF4-FFF2-40B4-BE49-F238E27FC236}">
                  <a16:creationId xmlns:a16="http://schemas.microsoft.com/office/drawing/2014/main" id="{97ADCA32-79DA-63AA-6208-DD09B5C84CE2}"/>
                </a:ext>
              </a:extLst>
            </p:cNvPr>
            <p:cNvSpPr txBox="1">
              <a:spLocks/>
            </p:cNvSpPr>
            <p:nvPr/>
          </p:nvSpPr>
          <p:spPr>
            <a:xfrm>
              <a:off x="2671226" y="1926539"/>
              <a:ext cx="2562741" cy="695033"/>
            </a:xfrm>
            <a:prstGeom prst="rect">
              <a:avLst/>
            </a:prstGeom>
          </p:spPr>
          <p:txBody>
            <a:bodyPr spcFirstLastPara="1" vert="horz" wrap="square" lIns="121900" tIns="121900" rIns="121900" bIns="121900" rtlCol="0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spcAft>
                  <a:spcPts val="2133"/>
                </a:spcAft>
                <a:buFont typeface="Arial"/>
                <a:buNone/>
              </a:pPr>
              <a:r>
                <a:rPr lang="en-US" sz="1600" b="1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IMPOSSIBLE</a:t>
              </a:r>
              <a:r>
                <a:rPr lang="en-US" sz="1600" dirty="0">
                  <a:solidFill>
                    <a:schemeClr val="dk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hot context change</a:t>
              </a:r>
              <a:r>
                <a:rPr lang="en-US" sz="1600" b="1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management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BD1C7C6A-D9A3-FBB5-6250-16FEB408A835}"/>
              </a:ext>
            </a:extLst>
          </p:cNvPr>
          <p:cNvGrpSpPr/>
          <p:nvPr/>
        </p:nvGrpSpPr>
        <p:grpSpPr>
          <a:xfrm>
            <a:off x="4659164" y="3190875"/>
            <a:ext cx="2562741" cy="3202602"/>
            <a:chOff x="4659164" y="3190875"/>
            <a:chExt cx="2562741" cy="3202602"/>
          </a:xfrm>
        </p:grpSpPr>
        <p:sp>
          <p:nvSpPr>
            <p:cNvPr id="235" name="Google Shape;235;p20"/>
            <p:cNvSpPr/>
            <p:nvPr/>
          </p:nvSpPr>
          <p:spPr>
            <a:xfrm>
              <a:off x="5127607" y="5045936"/>
              <a:ext cx="1734800" cy="67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2800" b="1" dirty="0" err="1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DevCycle</a:t>
              </a:r>
              <a:r>
                <a:rPr lang="en-US" sz="5333" b="1" dirty="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4974932" y="4105977"/>
              <a:ext cx="2160000" cy="1080000"/>
            </a:xfrm>
            <a:custGeom>
              <a:avLst/>
              <a:gdLst/>
              <a:ahLst/>
              <a:cxnLst/>
              <a:rect l="l" t="t" r="r" b="b"/>
              <a:pathLst>
                <a:path w="40553" h="21408" extrusionOk="0">
                  <a:moveTo>
                    <a:pt x="0" y="3287"/>
                  </a:moveTo>
                  <a:cubicBezTo>
                    <a:pt x="1095" y="13467"/>
                    <a:pt x="9739" y="21408"/>
                    <a:pt x="20205" y="21408"/>
                  </a:cubicBezTo>
                  <a:cubicBezTo>
                    <a:pt x="31433" y="21408"/>
                    <a:pt x="40553" y="12288"/>
                    <a:pt x="40553" y="1072"/>
                  </a:cubicBezTo>
                  <a:cubicBezTo>
                    <a:pt x="40553" y="477"/>
                    <a:pt x="40077" y="1"/>
                    <a:pt x="39481" y="1"/>
                  </a:cubicBezTo>
                  <a:cubicBezTo>
                    <a:pt x="38886" y="1"/>
                    <a:pt x="38410" y="477"/>
                    <a:pt x="38410" y="1072"/>
                  </a:cubicBezTo>
                  <a:cubicBezTo>
                    <a:pt x="38410" y="11097"/>
                    <a:pt x="30230" y="19265"/>
                    <a:pt x="20205" y="19265"/>
                  </a:cubicBezTo>
                  <a:cubicBezTo>
                    <a:pt x="10871" y="19265"/>
                    <a:pt x="3167" y="12216"/>
                    <a:pt x="2119" y="3156"/>
                  </a:cubicBezTo>
                  <a:cubicBezTo>
                    <a:pt x="1762" y="3358"/>
                    <a:pt x="1369" y="3465"/>
                    <a:pt x="929" y="3465"/>
                  </a:cubicBezTo>
                  <a:cubicBezTo>
                    <a:pt x="607" y="3477"/>
                    <a:pt x="274" y="3406"/>
                    <a:pt x="0" y="328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3" name="Google Shape;248;p20">
              <a:extLst>
                <a:ext uri="{FF2B5EF4-FFF2-40B4-BE49-F238E27FC236}">
                  <a16:creationId xmlns:a16="http://schemas.microsoft.com/office/drawing/2014/main" id="{B363FA96-D166-C3B2-4102-BBAB1EEC33D4}"/>
                </a:ext>
              </a:extLst>
            </p:cNvPr>
            <p:cNvSpPr/>
            <p:nvPr/>
          </p:nvSpPr>
          <p:spPr>
            <a:xfrm>
              <a:off x="5154932" y="3190875"/>
              <a:ext cx="1800000" cy="1800000"/>
            </a:xfrm>
            <a:custGeom>
              <a:avLst/>
              <a:gdLst/>
              <a:ahLst/>
              <a:cxnLst/>
              <a:rect l="l" t="t" r="r" b="b"/>
              <a:pathLst>
                <a:path w="32839" h="32827" extrusionOk="0">
                  <a:moveTo>
                    <a:pt x="16420" y="1918"/>
                  </a:moveTo>
                  <a:cubicBezTo>
                    <a:pt x="24433" y="1918"/>
                    <a:pt x="30922" y="8406"/>
                    <a:pt x="30922" y="16407"/>
                  </a:cubicBezTo>
                  <a:cubicBezTo>
                    <a:pt x="30922" y="24420"/>
                    <a:pt x="24421" y="30909"/>
                    <a:pt x="16420" y="30909"/>
                  </a:cubicBezTo>
                  <a:cubicBezTo>
                    <a:pt x="8419" y="30909"/>
                    <a:pt x="1930" y="24420"/>
                    <a:pt x="1930" y="16407"/>
                  </a:cubicBezTo>
                  <a:cubicBezTo>
                    <a:pt x="1930" y="8406"/>
                    <a:pt x="8419" y="1918"/>
                    <a:pt x="16420" y="1918"/>
                  </a:cubicBezTo>
                  <a:close/>
                  <a:moveTo>
                    <a:pt x="16420" y="1"/>
                  </a:moveTo>
                  <a:cubicBezTo>
                    <a:pt x="7371" y="1"/>
                    <a:pt x="1" y="7359"/>
                    <a:pt x="1" y="16407"/>
                  </a:cubicBezTo>
                  <a:cubicBezTo>
                    <a:pt x="1" y="25456"/>
                    <a:pt x="7371" y="32826"/>
                    <a:pt x="16420" y="32826"/>
                  </a:cubicBezTo>
                  <a:cubicBezTo>
                    <a:pt x="25468" y="32826"/>
                    <a:pt x="32838" y="25456"/>
                    <a:pt x="32838" y="16407"/>
                  </a:cubicBezTo>
                  <a:cubicBezTo>
                    <a:pt x="32838" y="7359"/>
                    <a:pt x="25468" y="1"/>
                    <a:pt x="16420" y="1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dirty="0"/>
            </a:p>
          </p:txBody>
        </p:sp>
        <p:pic>
          <p:nvPicPr>
            <p:cNvPr id="16" name="Imagen 15" descr="Imagen que contiene dibujo, plato&#10;&#10;El contenido generado por IA puede ser incorrecto.">
              <a:extLst>
                <a:ext uri="{FF2B5EF4-FFF2-40B4-BE49-F238E27FC236}">
                  <a16:creationId xmlns:a16="http://schemas.microsoft.com/office/drawing/2014/main" id="{D15A5029-73D7-1854-7B19-ED39FF04E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89" r="79979" b="18857"/>
            <a:stretch>
              <a:fillRect/>
            </a:stretch>
          </p:blipFill>
          <p:spPr>
            <a:xfrm>
              <a:off x="5649499" y="3668422"/>
              <a:ext cx="793739" cy="890047"/>
            </a:xfrm>
            <a:prstGeom prst="rect">
              <a:avLst/>
            </a:prstGeom>
          </p:spPr>
        </p:pic>
        <p:sp>
          <p:nvSpPr>
            <p:cNvPr id="17" name="Google Shape;238;p20">
              <a:extLst>
                <a:ext uri="{FF2B5EF4-FFF2-40B4-BE49-F238E27FC236}">
                  <a16:creationId xmlns:a16="http://schemas.microsoft.com/office/drawing/2014/main" id="{711FC978-AFD6-620E-9B9D-477278755776}"/>
                </a:ext>
              </a:extLst>
            </p:cNvPr>
            <p:cNvSpPr txBox="1">
              <a:spLocks/>
            </p:cNvSpPr>
            <p:nvPr/>
          </p:nvSpPr>
          <p:spPr>
            <a:xfrm>
              <a:off x="4659164" y="5698444"/>
              <a:ext cx="2562741" cy="695033"/>
            </a:xfrm>
            <a:prstGeom prst="rect">
              <a:avLst/>
            </a:prstGeom>
          </p:spPr>
          <p:txBody>
            <a:bodyPr spcFirstLastPara="1" vert="horz" wrap="square" lIns="121900" tIns="121900" rIns="121900" bIns="121900" rtlCol="0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spcAft>
                  <a:spcPts val="2133"/>
                </a:spcAft>
                <a:buFont typeface="Arial"/>
                <a:buNone/>
              </a:pPr>
              <a:r>
                <a:rPr 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Rules must be configured</a:t>
              </a:r>
              <a:r>
                <a:rPr lang="en-US" sz="1600" b="1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en-US" sz="1600" b="1" dirty="0">
                  <a:solidFill>
                    <a:srgbClr val="FFA435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MANUALLY</a:t>
              </a:r>
              <a:endParaRPr lang="en-US" sz="1600" dirty="0">
                <a:solidFill>
                  <a:srgbClr val="FFA4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BC6CB56D-AA8D-DCD9-A3E0-D13E4430BFC6}"/>
              </a:ext>
            </a:extLst>
          </p:cNvPr>
          <p:cNvGrpSpPr/>
          <p:nvPr/>
        </p:nvGrpSpPr>
        <p:grpSpPr>
          <a:xfrm>
            <a:off x="6641573" y="1250076"/>
            <a:ext cx="2959411" cy="3452448"/>
            <a:chOff x="6641573" y="1250076"/>
            <a:chExt cx="2959411" cy="3452448"/>
          </a:xfrm>
        </p:grpSpPr>
        <p:sp>
          <p:nvSpPr>
            <p:cNvPr id="236" name="Google Shape;236;p20"/>
            <p:cNvSpPr/>
            <p:nvPr/>
          </p:nvSpPr>
          <p:spPr>
            <a:xfrm>
              <a:off x="7253879" y="1250076"/>
              <a:ext cx="1734800" cy="67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2800" b="1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Unleash</a:t>
              </a:r>
              <a:r>
                <a:rPr lang="en-US" sz="5333" b="1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7041279" y="2702569"/>
              <a:ext cx="2160000" cy="1080000"/>
            </a:xfrm>
            <a:custGeom>
              <a:avLst/>
              <a:gdLst/>
              <a:ahLst/>
              <a:cxnLst/>
              <a:rect l="l" t="t" r="r" b="b"/>
              <a:pathLst>
                <a:path w="40554" h="21408" extrusionOk="0">
                  <a:moveTo>
                    <a:pt x="2132" y="18252"/>
                  </a:moveTo>
                  <a:cubicBezTo>
                    <a:pt x="3168" y="9204"/>
                    <a:pt x="10883" y="2131"/>
                    <a:pt x="20217" y="2131"/>
                  </a:cubicBezTo>
                  <a:cubicBezTo>
                    <a:pt x="30243" y="2131"/>
                    <a:pt x="38410" y="10311"/>
                    <a:pt x="38410" y="20336"/>
                  </a:cubicBezTo>
                  <a:cubicBezTo>
                    <a:pt x="38410" y="20931"/>
                    <a:pt x="38886" y="21407"/>
                    <a:pt x="39482" y="21407"/>
                  </a:cubicBezTo>
                  <a:cubicBezTo>
                    <a:pt x="40077" y="21407"/>
                    <a:pt x="40553" y="20931"/>
                    <a:pt x="40553" y="20336"/>
                  </a:cubicBezTo>
                  <a:cubicBezTo>
                    <a:pt x="40553" y="9120"/>
                    <a:pt x="31433" y="0"/>
                    <a:pt x="20217" y="0"/>
                  </a:cubicBezTo>
                  <a:cubicBezTo>
                    <a:pt x="9752" y="0"/>
                    <a:pt x="1096" y="7941"/>
                    <a:pt x="1" y="18121"/>
                  </a:cubicBezTo>
                  <a:cubicBezTo>
                    <a:pt x="298" y="18002"/>
                    <a:pt x="608" y="17931"/>
                    <a:pt x="953" y="17931"/>
                  </a:cubicBezTo>
                  <a:cubicBezTo>
                    <a:pt x="1370" y="17931"/>
                    <a:pt x="1775" y="18050"/>
                    <a:pt x="2132" y="18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4" name="Google Shape;248;p20">
              <a:extLst>
                <a:ext uri="{FF2B5EF4-FFF2-40B4-BE49-F238E27FC236}">
                  <a16:creationId xmlns:a16="http://schemas.microsoft.com/office/drawing/2014/main" id="{95A61172-5E8D-7E1E-1811-2B8C8C30EE99}"/>
                </a:ext>
              </a:extLst>
            </p:cNvPr>
            <p:cNvSpPr/>
            <p:nvPr/>
          </p:nvSpPr>
          <p:spPr>
            <a:xfrm>
              <a:off x="7221905" y="2902524"/>
              <a:ext cx="1800000" cy="1800000"/>
            </a:xfrm>
            <a:custGeom>
              <a:avLst/>
              <a:gdLst/>
              <a:ahLst/>
              <a:cxnLst/>
              <a:rect l="l" t="t" r="r" b="b"/>
              <a:pathLst>
                <a:path w="32839" h="32827" extrusionOk="0">
                  <a:moveTo>
                    <a:pt x="16420" y="1918"/>
                  </a:moveTo>
                  <a:cubicBezTo>
                    <a:pt x="24433" y="1918"/>
                    <a:pt x="30922" y="8406"/>
                    <a:pt x="30922" y="16407"/>
                  </a:cubicBezTo>
                  <a:cubicBezTo>
                    <a:pt x="30922" y="24420"/>
                    <a:pt x="24421" y="30909"/>
                    <a:pt x="16420" y="30909"/>
                  </a:cubicBezTo>
                  <a:cubicBezTo>
                    <a:pt x="8419" y="30909"/>
                    <a:pt x="1930" y="24420"/>
                    <a:pt x="1930" y="16407"/>
                  </a:cubicBezTo>
                  <a:cubicBezTo>
                    <a:pt x="1930" y="8406"/>
                    <a:pt x="8419" y="1918"/>
                    <a:pt x="16420" y="1918"/>
                  </a:cubicBezTo>
                  <a:close/>
                  <a:moveTo>
                    <a:pt x="16420" y="1"/>
                  </a:moveTo>
                  <a:cubicBezTo>
                    <a:pt x="7371" y="1"/>
                    <a:pt x="1" y="7359"/>
                    <a:pt x="1" y="16407"/>
                  </a:cubicBezTo>
                  <a:cubicBezTo>
                    <a:pt x="1" y="25456"/>
                    <a:pt x="7371" y="32826"/>
                    <a:pt x="16420" y="32826"/>
                  </a:cubicBezTo>
                  <a:cubicBezTo>
                    <a:pt x="25468" y="32826"/>
                    <a:pt x="32838" y="25456"/>
                    <a:pt x="32838" y="16407"/>
                  </a:cubicBezTo>
                  <a:cubicBezTo>
                    <a:pt x="32838" y="7359"/>
                    <a:pt x="25468" y="1"/>
                    <a:pt x="16420" y="1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dirty="0"/>
            </a:p>
          </p:txBody>
        </p:sp>
        <p:pic>
          <p:nvPicPr>
            <p:cNvPr id="18" name="Imagen 17" descr="Logotipo&#10;&#10;El contenido generado por IA puede ser incorrecto.">
              <a:extLst>
                <a:ext uri="{FF2B5EF4-FFF2-40B4-BE49-F238E27FC236}">
                  <a16:creationId xmlns:a16="http://schemas.microsoft.com/office/drawing/2014/main" id="{E99C58F0-41FF-3D58-2AB3-BB9884B86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68" t="11934" r="66073" b="12581"/>
            <a:stretch>
              <a:fillRect/>
            </a:stretch>
          </p:blipFill>
          <p:spPr>
            <a:xfrm>
              <a:off x="7620534" y="3285678"/>
              <a:ext cx="1009477" cy="983226"/>
            </a:xfrm>
            <a:prstGeom prst="rect">
              <a:avLst/>
            </a:prstGeom>
          </p:spPr>
        </p:pic>
        <p:sp>
          <p:nvSpPr>
            <p:cNvPr id="19" name="Google Shape;238;p20">
              <a:extLst>
                <a:ext uri="{FF2B5EF4-FFF2-40B4-BE49-F238E27FC236}">
                  <a16:creationId xmlns:a16="http://schemas.microsoft.com/office/drawing/2014/main" id="{C7400303-40F7-8467-700C-77F0456D33DB}"/>
                </a:ext>
              </a:extLst>
            </p:cNvPr>
            <p:cNvSpPr txBox="1">
              <a:spLocks/>
            </p:cNvSpPr>
            <p:nvPr/>
          </p:nvSpPr>
          <p:spPr>
            <a:xfrm>
              <a:off x="6641573" y="1932880"/>
              <a:ext cx="2959411" cy="695033"/>
            </a:xfrm>
            <a:prstGeom prst="rect">
              <a:avLst/>
            </a:prstGeom>
          </p:spPr>
          <p:txBody>
            <a:bodyPr spcFirstLastPara="1" vert="horz" wrap="square" lIns="121900" tIns="121900" rIns="121900" bIns="121900" rtlCol="0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spcAft>
                  <a:spcPts val="2133"/>
                </a:spcAft>
                <a:buFont typeface="Arial"/>
                <a:buNone/>
              </a:pPr>
              <a:r>
                <a:rPr 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Features cannot be </a:t>
              </a:r>
              <a:r>
                <a:rPr lang="en-US" sz="1600" b="1" dirty="0">
                  <a:solidFill>
                    <a:srgbClr val="FFA435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DELETED PROGRAMATICALLY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C4FBED04-3436-EB65-8604-50F29AF16F50}"/>
              </a:ext>
            </a:extLst>
          </p:cNvPr>
          <p:cNvGrpSpPr/>
          <p:nvPr/>
        </p:nvGrpSpPr>
        <p:grpSpPr>
          <a:xfrm>
            <a:off x="8703015" y="3201882"/>
            <a:ext cx="2959411" cy="3215887"/>
            <a:chOff x="8703015" y="3201882"/>
            <a:chExt cx="2959411" cy="3215887"/>
          </a:xfrm>
        </p:grpSpPr>
        <p:sp>
          <p:nvSpPr>
            <p:cNvPr id="237" name="Google Shape;237;p20"/>
            <p:cNvSpPr/>
            <p:nvPr/>
          </p:nvSpPr>
          <p:spPr>
            <a:xfrm>
              <a:off x="8823346" y="5045936"/>
              <a:ext cx="2723311" cy="67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2800" b="1" dirty="0" err="1">
                  <a:solidFill>
                    <a:srgbClr val="DC56A9"/>
                  </a:solidFill>
                  <a:latin typeface="Roboto"/>
                  <a:ea typeface="Roboto"/>
                  <a:cs typeface="Roboto"/>
                  <a:sym typeface="Roboto"/>
                </a:rPr>
                <a:t>LaunchDarkly</a:t>
              </a:r>
              <a:r>
                <a:rPr lang="en-US" sz="5333" b="1" dirty="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9108252" y="4110233"/>
              <a:ext cx="2160000" cy="1080000"/>
            </a:xfrm>
            <a:custGeom>
              <a:avLst/>
              <a:gdLst/>
              <a:ahLst/>
              <a:cxnLst/>
              <a:rect l="l" t="t" r="r" b="b"/>
              <a:pathLst>
                <a:path w="40565" h="21408" extrusionOk="0">
                  <a:moveTo>
                    <a:pt x="0" y="3287"/>
                  </a:moveTo>
                  <a:cubicBezTo>
                    <a:pt x="1108" y="13467"/>
                    <a:pt x="9751" y="21408"/>
                    <a:pt x="20217" y="21408"/>
                  </a:cubicBezTo>
                  <a:cubicBezTo>
                    <a:pt x="31433" y="21408"/>
                    <a:pt x="40565" y="12288"/>
                    <a:pt x="40565" y="1072"/>
                  </a:cubicBezTo>
                  <a:cubicBezTo>
                    <a:pt x="40565" y="477"/>
                    <a:pt x="40089" y="1"/>
                    <a:pt x="39493" y="1"/>
                  </a:cubicBezTo>
                  <a:cubicBezTo>
                    <a:pt x="38898" y="1"/>
                    <a:pt x="38410" y="477"/>
                    <a:pt x="38410" y="1072"/>
                  </a:cubicBezTo>
                  <a:cubicBezTo>
                    <a:pt x="38410" y="11097"/>
                    <a:pt x="30242" y="19265"/>
                    <a:pt x="20217" y="19265"/>
                  </a:cubicBezTo>
                  <a:cubicBezTo>
                    <a:pt x="10883" y="19265"/>
                    <a:pt x="3179" y="12216"/>
                    <a:pt x="2131" y="3156"/>
                  </a:cubicBezTo>
                  <a:cubicBezTo>
                    <a:pt x="1774" y="3358"/>
                    <a:pt x="1369" y="3465"/>
                    <a:pt x="941" y="3465"/>
                  </a:cubicBezTo>
                  <a:cubicBezTo>
                    <a:pt x="619" y="3477"/>
                    <a:pt x="286" y="3406"/>
                    <a:pt x="0" y="3287"/>
                  </a:cubicBezTo>
                  <a:close/>
                </a:path>
              </a:pathLst>
            </a:custGeom>
            <a:solidFill>
              <a:srgbClr val="DC56A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dirty="0">
                <a:solidFill>
                  <a:srgbClr val="DC56A9"/>
                </a:solidFill>
              </a:endParaRPr>
            </a:p>
          </p:txBody>
        </p:sp>
        <p:sp>
          <p:nvSpPr>
            <p:cNvPr id="5" name="Google Shape;248;p20">
              <a:extLst>
                <a:ext uri="{FF2B5EF4-FFF2-40B4-BE49-F238E27FC236}">
                  <a16:creationId xmlns:a16="http://schemas.microsoft.com/office/drawing/2014/main" id="{0E05EAF1-CB40-F526-1C09-CBE6531D30A8}"/>
                </a:ext>
              </a:extLst>
            </p:cNvPr>
            <p:cNvSpPr/>
            <p:nvPr/>
          </p:nvSpPr>
          <p:spPr>
            <a:xfrm>
              <a:off x="9288252" y="3201882"/>
              <a:ext cx="1800000" cy="1800000"/>
            </a:xfrm>
            <a:custGeom>
              <a:avLst/>
              <a:gdLst/>
              <a:ahLst/>
              <a:cxnLst/>
              <a:rect l="l" t="t" r="r" b="b"/>
              <a:pathLst>
                <a:path w="32839" h="32827" extrusionOk="0">
                  <a:moveTo>
                    <a:pt x="16420" y="1918"/>
                  </a:moveTo>
                  <a:cubicBezTo>
                    <a:pt x="24433" y="1918"/>
                    <a:pt x="30922" y="8406"/>
                    <a:pt x="30922" y="16407"/>
                  </a:cubicBezTo>
                  <a:cubicBezTo>
                    <a:pt x="30922" y="24420"/>
                    <a:pt x="24421" y="30909"/>
                    <a:pt x="16420" y="30909"/>
                  </a:cubicBezTo>
                  <a:cubicBezTo>
                    <a:pt x="8419" y="30909"/>
                    <a:pt x="1930" y="24420"/>
                    <a:pt x="1930" y="16407"/>
                  </a:cubicBezTo>
                  <a:cubicBezTo>
                    <a:pt x="1930" y="8406"/>
                    <a:pt x="8419" y="1918"/>
                    <a:pt x="16420" y="1918"/>
                  </a:cubicBezTo>
                  <a:close/>
                  <a:moveTo>
                    <a:pt x="16420" y="1"/>
                  </a:moveTo>
                  <a:cubicBezTo>
                    <a:pt x="7371" y="1"/>
                    <a:pt x="1" y="7359"/>
                    <a:pt x="1" y="16407"/>
                  </a:cubicBezTo>
                  <a:cubicBezTo>
                    <a:pt x="1" y="25456"/>
                    <a:pt x="7371" y="32826"/>
                    <a:pt x="16420" y="32826"/>
                  </a:cubicBezTo>
                  <a:cubicBezTo>
                    <a:pt x="25468" y="32826"/>
                    <a:pt x="32838" y="25456"/>
                    <a:pt x="32838" y="16407"/>
                  </a:cubicBezTo>
                  <a:cubicBezTo>
                    <a:pt x="32838" y="7359"/>
                    <a:pt x="25468" y="1"/>
                    <a:pt x="16420" y="1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20" name="Google Shape;238;p20">
              <a:extLst>
                <a:ext uri="{FF2B5EF4-FFF2-40B4-BE49-F238E27FC236}">
                  <a16:creationId xmlns:a16="http://schemas.microsoft.com/office/drawing/2014/main" id="{DD33CBF2-D674-B6C0-1ACD-B4B3C00655D3}"/>
                </a:ext>
              </a:extLst>
            </p:cNvPr>
            <p:cNvSpPr txBox="1">
              <a:spLocks/>
            </p:cNvSpPr>
            <p:nvPr/>
          </p:nvSpPr>
          <p:spPr>
            <a:xfrm>
              <a:off x="8703015" y="5722736"/>
              <a:ext cx="2959411" cy="695033"/>
            </a:xfrm>
            <a:prstGeom prst="rect">
              <a:avLst/>
            </a:prstGeom>
          </p:spPr>
          <p:txBody>
            <a:bodyPr spcFirstLastPara="1" vert="horz" wrap="square" lIns="121900" tIns="121900" rIns="121900" bIns="121900" rtlCol="0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spcAft>
                  <a:spcPts val="2133"/>
                </a:spcAft>
                <a:buFont typeface="Arial"/>
                <a:buNone/>
              </a:pPr>
              <a:r>
                <a:rPr lang="en-US" sz="1600" b="1" dirty="0">
                  <a:solidFill>
                    <a:srgbClr val="FFA435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IMPROVE</a:t>
              </a:r>
              <a:r>
                <a:rPr 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hot context change management</a:t>
              </a:r>
              <a:endParaRPr lang="en-US" sz="1600" b="1" dirty="0">
                <a:solidFill>
                  <a:srgbClr val="FFA4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21" name="Imagen 20" descr="Texto, Logotipo&#10;&#10;El contenido generado por IA puede ser incorrecto.">
              <a:extLst>
                <a:ext uri="{FF2B5EF4-FFF2-40B4-BE49-F238E27FC236}">
                  <a16:creationId xmlns:a16="http://schemas.microsoft.com/office/drawing/2014/main" id="{B9046D35-3412-2B47-1AC2-9F5A2A1786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248" t="35968" r="1374" b="36367"/>
            <a:stretch>
              <a:fillRect/>
            </a:stretch>
          </p:blipFill>
          <p:spPr>
            <a:xfrm>
              <a:off x="9681008" y="3645134"/>
              <a:ext cx="1003423" cy="941674"/>
            </a:xfrm>
            <a:prstGeom prst="rect">
              <a:avLst/>
            </a:prstGeom>
          </p:spPr>
        </p:pic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D128C9A7-4A0C-FA47-BC59-359C418BE0E8}"/>
              </a:ext>
            </a:extLst>
          </p:cNvPr>
          <p:cNvGrpSpPr/>
          <p:nvPr/>
        </p:nvGrpSpPr>
        <p:grpSpPr>
          <a:xfrm>
            <a:off x="588592" y="3213178"/>
            <a:ext cx="2635497" cy="3193570"/>
            <a:chOff x="588592" y="3213178"/>
            <a:chExt cx="2635497" cy="3193570"/>
          </a:xfrm>
        </p:grpSpPr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81AADAC6-A2C0-6B75-BD6B-46E3BFE65850}"/>
                </a:ext>
              </a:extLst>
            </p:cNvPr>
            <p:cNvGrpSpPr/>
            <p:nvPr/>
          </p:nvGrpSpPr>
          <p:grpSpPr>
            <a:xfrm>
              <a:off x="588592" y="3213178"/>
              <a:ext cx="2578076" cy="2494949"/>
              <a:chOff x="588592" y="3213178"/>
              <a:chExt cx="2578076" cy="2494949"/>
            </a:xfrm>
          </p:grpSpPr>
          <p:sp>
            <p:nvSpPr>
              <p:cNvPr id="233" name="Google Shape;233;p20"/>
              <p:cNvSpPr/>
              <p:nvPr/>
            </p:nvSpPr>
            <p:spPr>
              <a:xfrm>
                <a:off x="588592" y="5031327"/>
                <a:ext cx="2578076" cy="67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accent5"/>
                    </a:solidFill>
                    <a:latin typeface="Roboto"/>
                    <a:ea typeface="Roboto"/>
                    <a:cs typeface="Roboto"/>
                    <a:sym typeface="Roboto"/>
                  </a:rPr>
                  <a:t>Pricing4SaaS</a:t>
                </a:r>
                <a:r>
                  <a:rPr lang="en-US" sz="5333" b="1" dirty="0">
                    <a:solidFill>
                      <a:schemeClr val="accent5"/>
                    </a:solidFill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</a:p>
            </p:txBody>
          </p:sp>
          <p:sp>
            <p:nvSpPr>
              <p:cNvPr id="247" name="Google Shape;247;p20"/>
              <p:cNvSpPr/>
              <p:nvPr/>
            </p:nvSpPr>
            <p:spPr>
              <a:xfrm>
                <a:off x="841612" y="4102026"/>
                <a:ext cx="2160000" cy="1080000"/>
              </a:xfrm>
              <a:custGeom>
                <a:avLst/>
                <a:gdLst/>
                <a:ahLst/>
                <a:cxnLst/>
                <a:rect l="l" t="t" r="r" b="b"/>
                <a:pathLst>
                  <a:path w="40696" h="21408" extrusionOk="0">
                    <a:moveTo>
                      <a:pt x="40696" y="1072"/>
                    </a:moveTo>
                    <a:cubicBezTo>
                      <a:pt x="40696" y="477"/>
                      <a:pt x="40220" y="1"/>
                      <a:pt x="39624" y="1"/>
                    </a:cubicBezTo>
                    <a:cubicBezTo>
                      <a:pt x="39029" y="1"/>
                      <a:pt x="38553" y="477"/>
                      <a:pt x="38553" y="1072"/>
                    </a:cubicBezTo>
                    <a:cubicBezTo>
                      <a:pt x="38553" y="11097"/>
                      <a:pt x="30385" y="19265"/>
                      <a:pt x="20348" y="19265"/>
                    </a:cubicBezTo>
                    <a:cubicBezTo>
                      <a:pt x="10311" y="19265"/>
                      <a:pt x="2143" y="11097"/>
                      <a:pt x="2143" y="1072"/>
                    </a:cubicBezTo>
                    <a:cubicBezTo>
                      <a:pt x="2143" y="477"/>
                      <a:pt x="1667" y="1"/>
                      <a:pt x="1072" y="1"/>
                    </a:cubicBezTo>
                    <a:cubicBezTo>
                      <a:pt x="477" y="1"/>
                      <a:pt x="0" y="477"/>
                      <a:pt x="0" y="1072"/>
                    </a:cubicBezTo>
                    <a:cubicBezTo>
                      <a:pt x="0" y="12288"/>
                      <a:pt x="9132" y="21408"/>
                      <a:pt x="20348" y="21408"/>
                    </a:cubicBezTo>
                    <a:cubicBezTo>
                      <a:pt x="31576" y="21408"/>
                      <a:pt x="40696" y="12288"/>
                      <a:pt x="40696" y="107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lang="en-US" sz="2400" dirty="0"/>
              </a:p>
            </p:txBody>
          </p:sp>
          <p:sp>
            <p:nvSpPr>
              <p:cNvPr id="248" name="Google Shape;248;p20"/>
              <p:cNvSpPr/>
              <p:nvPr/>
            </p:nvSpPr>
            <p:spPr>
              <a:xfrm>
                <a:off x="1021612" y="3213178"/>
                <a:ext cx="1800000" cy="1800000"/>
              </a:xfrm>
              <a:custGeom>
                <a:avLst/>
                <a:gdLst/>
                <a:ahLst/>
                <a:cxnLst/>
                <a:rect l="l" t="t" r="r" b="b"/>
                <a:pathLst>
                  <a:path w="32839" h="32827" extrusionOk="0">
                    <a:moveTo>
                      <a:pt x="16420" y="1918"/>
                    </a:moveTo>
                    <a:cubicBezTo>
                      <a:pt x="24433" y="1918"/>
                      <a:pt x="30922" y="8406"/>
                      <a:pt x="30922" y="16407"/>
                    </a:cubicBezTo>
                    <a:cubicBezTo>
                      <a:pt x="30922" y="24420"/>
                      <a:pt x="24421" y="30909"/>
                      <a:pt x="16420" y="30909"/>
                    </a:cubicBezTo>
                    <a:cubicBezTo>
                      <a:pt x="8419" y="30909"/>
                      <a:pt x="1930" y="24420"/>
                      <a:pt x="1930" y="16407"/>
                    </a:cubicBezTo>
                    <a:cubicBezTo>
                      <a:pt x="1930" y="8406"/>
                      <a:pt x="8419" y="1918"/>
                      <a:pt x="16420" y="1918"/>
                    </a:cubicBezTo>
                    <a:close/>
                    <a:moveTo>
                      <a:pt x="16420" y="1"/>
                    </a:moveTo>
                    <a:cubicBezTo>
                      <a:pt x="7371" y="1"/>
                      <a:pt x="1" y="7359"/>
                      <a:pt x="1" y="16407"/>
                    </a:cubicBezTo>
                    <a:cubicBezTo>
                      <a:pt x="1" y="25456"/>
                      <a:pt x="7371" y="32826"/>
                      <a:pt x="16420" y="32826"/>
                    </a:cubicBezTo>
                    <a:cubicBezTo>
                      <a:pt x="25468" y="32826"/>
                      <a:pt x="32838" y="25456"/>
                      <a:pt x="32838" y="16407"/>
                    </a:cubicBezTo>
                    <a:cubicBezTo>
                      <a:pt x="32838" y="7359"/>
                      <a:pt x="25468" y="1"/>
                      <a:pt x="16420" y="1"/>
                    </a:cubicBezTo>
                    <a:close/>
                  </a:path>
                </a:pathLst>
              </a:custGeom>
              <a:solidFill>
                <a:srgbClr val="E2E2E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lang="en-US" sz="2400" dirty="0"/>
              </a:p>
            </p:txBody>
          </p:sp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531B9D50-9F90-F39B-D0FD-FF49EBDEA09C}"/>
                  </a:ext>
                </a:extLst>
              </p:cNvPr>
              <p:cNvGrpSpPr/>
              <p:nvPr/>
            </p:nvGrpSpPr>
            <p:grpSpPr>
              <a:xfrm>
                <a:off x="1519434" y="3786640"/>
                <a:ext cx="805043" cy="691086"/>
                <a:chOff x="1519434" y="3786640"/>
                <a:chExt cx="805043" cy="691086"/>
              </a:xfrm>
            </p:grpSpPr>
            <p:sp>
              <p:nvSpPr>
                <p:cNvPr id="9" name="Rectángulo redondeado 8">
                  <a:extLst>
                    <a:ext uri="{FF2B5EF4-FFF2-40B4-BE49-F238E27FC236}">
                      <a16:creationId xmlns:a16="http://schemas.microsoft.com/office/drawing/2014/main" id="{96B62A14-C41C-F007-0FAE-9DDF47AE2B9E}"/>
                    </a:ext>
                  </a:extLst>
                </p:cNvPr>
                <p:cNvSpPr/>
                <p:nvPr/>
              </p:nvSpPr>
              <p:spPr>
                <a:xfrm>
                  <a:off x="1529428" y="3786640"/>
                  <a:ext cx="795049" cy="306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50000"/>
                  </a:schemeClr>
                </a:solidFill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0" name="Imagen 9" descr="Icono&#10;&#10;El contenido generado por IA puede ser incorrecto.">
                  <a:extLst>
                    <a:ext uri="{FF2B5EF4-FFF2-40B4-BE49-F238E27FC236}">
                      <a16:creationId xmlns:a16="http://schemas.microsoft.com/office/drawing/2014/main" id="{5D409392-9D5C-1567-F688-ADEE5AE572B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58326" y="3809336"/>
                  <a:ext cx="360000" cy="306000"/>
                </a:xfrm>
                <a:prstGeom prst="rect">
                  <a:avLst/>
                </a:prstGeom>
              </p:spPr>
            </p:pic>
            <p:sp>
              <p:nvSpPr>
                <p:cNvPr id="11" name="Rectángulo redondeado 10">
                  <a:extLst>
                    <a:ext uri="{FF2B5EF4-FFF2-40B4-BE49-F238E27FC236}">
                      <a16:creationId xmlns:a16="http://schemas.microsoft.com/office/drawing/2014/main" id="{806D8724-28E6-694D-09DF-7DC49410F096}"/>
                    </a:ext>
                  </a:extLst>
                </p:cNvPr>
                <p:cNvSpPr/>
                <p:nvPr/>
              </p:nvSpPr>
              <p:spPr>
                <a:xfrm>
                  <a:off x="1519434" y="4150194"/>
                  <a:ext cx="795050" cy="306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5">
                    <a:lumMod val="75000"/>
                  </a:schemeClr>
                </a:solidFill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2" name="Imagen 11" descr="Icono&#10;&#10;El contenido generado por IA puede ser incorrecto.">
                  <a:extLst>
                    <a:ext uri="{FF2B5EF4-FFF2-40B4-BE49-F238E27FC236}">
                      <a16:creationId xmlns:a16="http://schemas.microsoft.com/office/drawing/2014/main" id="{A58E49C2-C189-6762-53B1-4911CD02679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42719" y="4171726"/>
                  <a:ext cx="360000" cy="306000"/>
                </a:xfrm>
                <a:prstGeom prst="rect">
                  <a:avLst/>
                </a:prstGeom>
              </p:spPr>
            </p:pic>
          </p:grpSp>
        </p:grpSp>
        <p:sp>
          <p:nvSpPr>
            <p:cNvPr id="28" name="Google Shape;238;p20">
              <a:extLst>
                <a:ext uri="{FF2B5EF4-FFF2-40B4-BE49-F238E27FC236}">
                  <a16:creationId xmlns:a16="http://schemas.microsoft.com/office/drawing/2014/main" id="{7F19B3F2-4FA8-4CFC-EAB5-2902DB128B2D}"/>
                </a:ext>
              </a:extLst>
            </p:cNvPr>
            <p:cNvSpPr txBox="1">
              <a:spLocks/>
            </p:cNvSpPr>
            <p:nvPr/>
          </p:nvSpPr>
          <p:spPr>
            <a:xfrm>
              <a:off x="661348" y="5711715"/>
              <a:ext cx="2562741" cy="695033"/>
            </a:xfrm>
            <a:prstGeom prst="rect">
              <a:avLst/>
            </a:prstGeom>
          </p:spPr>
          <p:txBody>
            <a:bodyPr spcFirstLastPara="1" vert="horz" wrap="square" lIns="121900" tIns="121900" rIns="121900" bIns="121900" rtlCol="0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spcAft>
                  <a:spcPts val="2133"/>
                </a:spcAft>
                <a:buFont typeface="Arial"/>
                <a:buNone/>
              </a:pPr>
              <a:r>
                <a:rPr 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Classified</a:t>
              </a:r>
              <a:r>
                <a:rPr lang="en-US" sz="1600" b="1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as</a:t>
              </a:r>
              <a:r>
                <a:rPr lang="en-US" sz="1600" b="1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en-US" sz="1600" b="1" dirty="0">
                  <a:solidFill>
                    <a:srgbClr val="00B05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CAPABLE</a:t>
              </a:r>
              <a:endParaRPr lang="en-US" sz="16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A970904C-5A71-BB6C-3290-630372C22A6E}"/>
              </a:ext>
            </a:extLst>
          </p:cNvPr>
          <p:cNvSpPr txBox="1">
            <a:spLocks/>
          </p:cNvSpPr>
          <p:nvPr/>
        </p:nvSpPr>
        <p:spPr>
          <a:xfrm>
            <a:off x="0" y="131993"/>
            <a:ext cx="12192000" cy="111512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Revisiting and Extending Literature Results with HORIZON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07F2CF2-5DAF-D67A-D223-C879675A86C3}"/>
              </a:ext>
            </a:extLst>
          </p:cNvPr>
          <p:cNvSpPr txBox="1"/>
          <p:nvPr/>
        </p:nvSpPr>
        <p:spPr>
          <a:xfrm>
            <a:off x="11687941" y="6334780"/>
            <a:ext cx="490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11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6E84E-7DCB-15A5-3182-64D8CAFEA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4F2E68EE-1CCA-6861-6C08-B61E1A9373A4}"/>
              </a:ext>
            </a:extLst>
          </p:cNvPr>
          <p:cNvSpPr/>
          <p:nvPr/>
        </p:nvSpPr>
        <p:spPr>
          <a:xfrm>
            <a:off x="-5029200" y="-751840"/>
            <a:ext cx="8514080" cy="8361680"/>
          </a:xfrm>
          <a:prstGeom prst="ellipse">
            <a:avLst/>
          </a:prstGeom>
          <a:noFill/>
          <a:ln w="762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C39BC9C-1155-4F58-B88E-13707410B663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B319DE30-09E8-5434-BD1A-AF0C067008A2}"/>
              </a:ext>
            </a:extLst>
          </p:cNvPr>
          <p:cNvSpPr/>
          <p:nvPr/>
        </p:nvSpPr>
        <p:spPr>
          <a:xfrm>
            <a:off x="2944880" y="198324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2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2672C28-EB74-8796-9394-CAF131B9A230}"/>
              </a:ext>
            </a:extLst>
          </p:cNvPr>
          <p:cNvSpPr/>
          <p:nvPr/>
        </p:nvSpPr>
        <p:spPr>
          <a:xfrm>
            <a:off x="2944880" y="393421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3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23107850-369C-DC6C-C630-301E1AC3E84F}"/>
              </a:ext>
            </a:extLst>
          </p:cNvPr>
          <p:cNvSpPr/>
          <p:nvPr/>
        </p:nvSpPr>
        <p:spPr>
          <a:xfrm>
            <a:off x="2134880" y="5610610"/>
            <a:ext cx="1080000" cy="1080000"/>
          </a:xfrm>
          <a:prstGeom prst="ellipse">
            <a:avLst/>
          </a:prstGeom>
          <a:solidFill>
            <a:srgbClr val="C00000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chemeClr val="bg1"/>
                </a:solidFill>
              </a:rPr>
              <a:t>4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4789D10-1632-A9C2-2D2A-01D7EB6497D7}"/>
              </a:ext>
            </a:extLst>
          </p:cNvPr>
          <p:cNvGrpSpPr/>
          <p:nvPr/>
        </p:nvGrpSpPr>
        <p:grpSpPr>
          <a:xfrm>
            <a:off x="3484880" y="258580"/>
            <a:ext cx="7191760" cy="1080000"/>
            <a:chOff x="3484880" y="258580"/>
            <a:chExt cx="7191760" cy="1080000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F7FF6707-B7FA-F55B-5965-5BECA0C2CF4E}"/>
                </a:ext>
              </a:extLst>
            </p:cNvPr>
            <p:cNvSpPr/>
            <p:nvPr/>
          </p:nvSpPr>
          <p:spPr>
            <a:xfrm>
              <a:off x="3484880" y="25858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INTRODUCTION</a:t>
              </a: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D8F89FE8-5A3B-EFA4-AAAB-7430EBBDC0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2967" y="356263"/>
              <a:ext cx="831665" cy="831665"/>
            </a:xfrm>
            <a:prstGeom prst="rect">
              <a:avLst/>
            </a:prstGeom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36A4EAD-65F6-BC38-5BA8-956C2BFFDCB1}"/>
              </a:ext>
            </a:extLst>
          </p:cNvPr>
          <p:cNvGrpSpPr/>
          <p:nvPr/>
        </p:nvGrpSpPr>
        <p:grpSpPr>
          <a:xfrm>
            <a:off x="4338320" y="1983240"/>
            <a:ext cx="7191760" cy="1080000"/>
            <a:chOff x="4338320" y="1983240"/>
            <a:chExt cx="7191760" cy="1080000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88BF6AA3-32C8-E560-7FD6-1389619763E2}"/>
                </a:ext>
              </a:extLst>
            </p:cNvPr>
            <p:cNvSpPr/>
            <p:nvPr/>
          </p:nvSpPr>
          <p:spPr>
            <a:xfrm>
              <a:off x="4338320" y="198324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PROPOSAL</a:t>
              </a:r>
              <a:endParaRPr lang="en-US" sz="4000" noProof="0" dirty="0"/>
            </a:p>
          </p:txBody>
        </p:sp>
        <p:pic>
          <p:nvPicPr>
            <p:cNvPr id="20" name="Imagen 8">
              <a:extLst>
                <a:ext uri="{FF2B5EF4-FFF2-40B4-BE49-F238E27FC236}">
                  <a16:creationId xmlns:a16="http://schemas.microsoft.com/office/drawing/2014/main" id="{C7A3D19F-724C-F176-107E-86577781D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78097" y="2107407"/>
              <a:ext cx="831665" cy="831665"/>
            </a:xfrm>
            <a:prstGeom prst="rect">
              <a:avLst/>
            </a:prstGeom>
          </p:spPr>
        </p:pic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25F6A4E7-D0D4-D781-B27D-408E93C5E1BF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D223C0A-50B2-17D4-29F2-5DC823AB671E}"/>
              </a:ext>
            </a:extLst>
          </p:cNvPr>
          <p:cNvGrpSpPr/>
          <p:nvPr/>
        </p:nvGrpSpPr>
        <p:grpSpPr>
          <a:xfrm>
            <a:off x="3484880" y="5610610"/>
            <a:ext cx="7191760" cy="1080000"/>
            <a:chOff x="3484880" y="5610610"/>
            <a:chExt cx="7191760" cy="1080000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26703AC9-C489-ADE2-360B-E9564A86F7F7}"/>
                </a:ext>
              </a:extLst>
            </p:cNvPr>
            <p:cNvSpPr/>
            <p:nvPr/>
          </p:nvSpPr>
          <p:spPr>
            <a:xfrm>
              <a:off x="3484880" y="56106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CONCLUSIONS</a:t>
              </a:r>
              <a:endParaRPr lang="en-US" sz="4000" noProof="0" dirty="0"/>
            </a:p>
          </p:txBody>
        </p:sp>
        <p:pic>
          <p:nvPicPr>
            <p:cNvPr id="2" name="Imagen 8">
              <a:extLst>
                <a:ext uri="{FF2B5EF4-FFF2-40B4-BE49-F238E27FC236}">
                  <a16:creationId xmlns:a16="http://schemas.microsoft.com/office/drawing/2014/main" id="{E43A6CEB-4047-EE68-465C-2764F1C88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30641" y="5742931"/>
              <a:ext cx="815357" cy="815357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D90955C2-B529-B25D-0A2A-0B36480EC199}"/>
              </a:ext>
            </a:extLst>
          </p:cNvPr>
          <p:cNvGrpSpPr/>
          <p:nvPr/>
        </p:nvGrpSpPr>
        <p:grpSpPr>
          <a:xfrm>
            <a:off x="4338320" y="3934210"/>
            <a:ext cx="7191760" cy="1080000"/>
            <a:chOff x="4338320" y="3934210"/>
            <a:chExt cx="7191760" cy="1080000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D8314D05-A533-E0C7-E2A1-0D085B162D52}"/>
                </a:ext>
              </a:extLst>
            </p:cNvPr>
            <p:cNvSpPr/>
            <p:nvPr/>
          </p:nvSpPr>
          <p:spPr>
            <a:xfrm>
              <a:off x="4338320" y="39342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</a:t>
              </a:r>
              <a:r>
                <a:rPr lang="en-US" sz="4000" b="1" dirty="0">
                  <a:solidFill>
                    <a:schemeClr val="tx1"/>
                  </a:solidFill>
                </a:rPr>
                <a:t> USE CASE</a:t>
              </a:r>
              <a:endParaRPr lang="en-US" noProof="0" dirty="0"/>
            </a:p>
          </p:txBody>
        </p:sp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E88F1343-3FE9-34F7-D7AC-9FF6313B5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990743" y="4082559"/>
              <a:ext cx="783301" cy="783301"/>
            </a:xfrm>
            <a:prstGeom prst="rect">
              <a:avLst/>
            </a:prstGeom>
          </p:spPr>
        </p:pic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A5C61CCB-9955-79FE-3163-FE65CD642AD8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12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520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255E1-8068-9883-7EB4-8E6CFF446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6E37E7B9-BD4C-8530-EBE2-1B7A9D5F9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6478"/>
            <a:ext cx="10972800" cy="972170"/>
          </a:xfrm>
        </p:spPr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Conclusions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4CF93A2-D622-94E6-CC40-8D3E3FFA0D24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13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68BBD257-A38B-0D68-FBF6-BED6E6119279}"/>
              </a:ext>
            </a:extLst>
          </p:cNvPr>
          <p:cNvGrpSpPr/>
          <p:nvPr/>
        </p:nvGrpSpPr>
        <p:grpSpPr>
          <a:xfrm>
            <a:off x="127027" y="742563"/>
            <a:ext cx="5760000" cy="5760000"/>
            <a:chOff x="3293973" y="404091"/>
            <a:chExt cx="5760000" cy="5760000"/>
          </a:xfrm>
        </p:grpSpPr>
        <p:sp>
          <p:nvSpPr>
            <p:cNvPr id="3" name="Freeform: Shape 70">
              <a:extLst>
                <a:ext uri="{FF2B5EF4-FFF2-40B4-BE49-F238E27FC236}">
                  <a16:creationId xmlns:a16="http://schemas.microsoft.com/office/drawing/2014/main" id="{E1D4CEBF-CA8C-EE19-174E-DBDD40E235FA}"/>
                </a:ext>
              </a:extLst>
            </p:cNvPr>
            <p:cNvSpPr/>
            <p:nvPr/>
          </p:nvSpPr>
          <p:spPr bwMode="auto">
            <a:xfrm rot="10800000">
              <a:off x="4558380" y="4012578"/>
              <a:ext cx="3236600" cy="2151513"/>
            </a:xfrm>
            <a:custGeom>
              <a:avLst/>
              <a:gdLst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59684 w 2992427"/>
                <a:gd name="connsiteY5" fmla="*/ 1926680 h 1990974"/>
                <a:gd name="connsiteX6" fmla="*/ 1478709 w 2992427"/>
                <a:gd name="connsiteY6" fmla="*/ 1902868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71590 w 2992427"/>
                <a:gd name="connsiteY5" fmla="*/ 1902868 h 1990974"/>
                <a:gd name="connsiteX6" fmla="*/ 1478709 w 2992427"/>
                <a:gd name="connsiteY6" fmla="*/ 1902868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78734 w 2992427"/>
                <a:gd name="connsiteY5" fmla="*/ 1902868 h 1990974"/>
                <a:gd name="connsiteX6" fmla="*/ 1478709 w 2992427"/>
                <a:gd name="connsiteY6" fmla="*/ 1902868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78734 w 2992427"/>
                <a:gd name="connsiteY5" fmla="*/ 1902868 h 1990974"/>
                <a:gd name="connsiteX6" fmla="*/ 1438228 w 2992427"/>
                <a:gd name="connsiteY6" fmla="*/ 1874293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78734 w 2992427"/>
                <a:gd name="connsiteY5" fmla="*/ 1902868 h 1990974"/>
                <a:gd name="connsiteX6" fmla="*/ 1438228 w 2992427"/>
                <a:gd name="connsiteY6" fmla="*/ 1874293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73972 w 2992427"/>
                <a:gd name="connsiteY5" fmla="*/ 1881437 h 1990974"/>
                <a:gd name="connsiteX6" fmla="*/ 1438228 w 2992427"/>
                <a:gd name="connsiteY6" fmla="*/ 1874293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73972 w 2992427"/>
                <a:gd name="connsiteY5" fmla="*/ 1881437 h 1990974"/>
                <a:gd name="connsiteX6" fmla="*/ 1440610 w 2992427"/>
                <a:gd name="connsiteY6" fmla="*/ 1881436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73972 w 2992427"/>
                <a:gd name="connsiteY5" fmla="*/ 1898105 h 1990974"/>
                <a:gd name="connsiteX6" fmla="*/ 1440610 w 2992427"/>
                <a:gd name="connsiteY6" fmla="*/ 1881436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73972 w 2992427"/>
                <a:gd name="connsiteY5" fmla="*/ 1898105 h 1990974"/>
                <a:gd name="connsiteX6" fmla="*/ 1440610 w 2992427"/>
                <a:gd name="connsiteY6" fmla="*/ 1881436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73972 w 2992427"/>
                <a:gd name="connsiteY5" fmla="*/ 1898105 h 1990974"/>
                <a:gd name="connsiteX6" fmla="*/ 1440610 w 2992427"/>
                <a:gd name="connsiteY6" fmla="*/ 1881436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69209 w 2992427"/>
                <a:gd name="connsiteY5" fmla="*/ 1900486 h 1990974"/>
                <a:gd name="connsiteX6" fmla="*/ 1440610 w 2992427"/>
                <a:gd name="connsiteY6" fmla="*/ 1881436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69209 w 2992427"/>
                <a:gd name="connsiteY5" fmla="*/ 1900486 h 1990974"/>
                <a:gd name="connsiteX6" fmla="*/ 1440610 w 2992427"/>
                <a:gd name="connsiteY6" fmla="*/ 1881436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66827 w 2992427"/>
                <a:gd name="connsiteY5" fmla="*/ 1902867 h 1990974"/>
                <a:gd name="connsiteX6" fmla="*/ 1440610 w 2992427"/>
                <a:gd name="connsiteY6" fmla="*/ 1881436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66827 w 2992427"/>
                <a:gd name="connsiteY5" fmla="*/ 1902867 h 1990974"/>
                <a:gd name="connsiteX6" fmla="*/ 1440610 w 2992427"/>
                <a:gd name="connsiteY6" fmla="*/ 1881436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66827 w 2992427"/>
                <a:gd name="connsiteY5" fmla="*/ 1902867 h 1990974"/>
                <a:gd name="connsiteX6" fmla="*/ 1440610 w 2992427"/>
                <a:gd name="connsiteY6" fmla="*/ 1881436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66827 w 2992427"/>
                <a:gd name="connsiteY5" fmla="*/ 1902867 h 1990974"/>
                <a:gd name="connsiteX6" fmla="*/ 1440610 w 2992427"/>
                <a:gd name="connsiteY6" fmla="*/ 1881436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66827 w 2992427"/>
                <a:gd name="connsiteY5" fmla="*/ 1902867 h 1990974"/>
                <a:gd name="connsiteX6" fmla="*/ 1440610 w 2992427"/>
                <a:gd name="connsiteY6" fmla="*/ 1881436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66827 w 2992427"/>
                <a:gd name="connsiteY5" fmla="*/ 1902867 h 1990974"/>
                <a:gd name="connsiteX6" fmla="*/ 1440610 w 2992427"/>
                <a:gd name="connsiteY6" fmla="*/ 1881436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66827 w 2992427"/>
                <a:gd name="connsiteY5" fmla="*/ 1902867 h 1990974"/>
                <a:gd name="connsiteX6" fmla="*/ 1440610 w 2992427"/>
                <a:gd name="connsiteY6" fmla="*/ 1881436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66827 w 2992427"/>
                <a:gd name="connsiteY5" fmla="*/ 1902867 h 1990974"/>
                <a:gd name="connsiteX6" fmla="*/ 1440610 w 2992427"/>
                <a:gd name="connsiteY6" fmla="*/ 1881436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66827 w 2992427"/>
                <a:gd name="connsiteY5" fmla="*/ 1902867 h 1990974"/>
                <a:gd name="connsiteX6" fmla="*/ 1440610 w 2992427"/>
                <a:gd name="connsiteY6" fmla="*/ 1881436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66827 w 2992427"/>
                <a:gd name="connsiteY5" fmla="*/ 1902867 h 1990974"/>
                <a:gd name="connsiteX6" fmla="*/ 1440610 w 2992427"/>
                <a:gd name="connsiteY6" fmla="*/ 1881436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  <a:gd name="connsiteX0" fmla="*/ 1497835 w 2992427"/>
                <a:gd name="connsiteY0" fmla="*/ 17 h 1990974"/>
                <a:gd name="connsiteX1" fmla="*/ 2992427 w 2992427"/>
                <a:gd name="connsiteY1" fmla="*/ 464536 h 1990974"/>
                <a:gd name="connsiteX2" fmla="*/ 2084319 w 2992427"/>
                <a:gd name="connsiteY2" fmla="*/ 1794367 h 1990974"/>
                <a:gd name="connsiteX3" fmla="*/ 2054340 w 2992427"/>
                <a:gd name="connsiteY3" fmla="*/ 1776154 h 1990974"/>
                <a:gd name="connsiteX4" fmla="*/ 2054972 w 2992427"/>
                <a:gd name="connsiteY4" fmla="*/ 1776662 h 1990974"/>
                <a:gd name="connsiteX5" fmla="*/ 1666827 w 2992427"/>
                <a:gd name="connsiteY5" fmla="*/ 1902867 h 1990974"/>
                <a:gd name="connsiteX6" fmla="*/ 1440610 w 2992427"/>
                <a:gd name="connsiteY6" fmla="*/ 1885848 h 1990974"/>
                <a:gd name="connsiteX7" fmla="*/ 1485853 w 2992427"/>
                <a:gd name="connsiteY7" fmla="*/ 1990974 h 1990974"/>
                <a:gd name="connsiteX8" fmla="*/ 944600 w 2992427"/>
                <a:gd name="connsiteY8" fmla="*/ 1779977 h 1990974"/>
                <a:gd name="connsiteX9" fmla="*/ 908595 w 2992427"/>
                <a:gd name="connsiteY9" fmla="*/ 1800672 h 1990974"/>
                <a:gd name="connsiteX10" fmla="*/ 906703 w 2992427"/>
                <a:gd name="connsiteY10" fmla="*/ 1802087 h 1990974"/>
                <a:gd name="connsiteX11" fmla="*/ 0 w 2992427"/>
                <a:gd name="connsiteY11" fmla="*/ 453971 h 1990974"/>
                <a:gd name="connsiteX12" fmla="*/ 1497835 w 2992427"/>
                <a:gd name="connsiteY12" fmla="*/ 17 h 1990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92427" h="1990974">
                  <a:moveTo>
                    <a:pt x="1497835" y="17"/>
                  </a:moveTo>
                  <a:cubicBezTo>
                    <a:pt x="2020065" y="1860"/>
                    <a:pt x="2541755" y="156783"/>
                    <a:pt x="2992427" y="464536"/>
                  </a:cubicBezTo>
                  <a:lnTo>
                    <a:pt x="2084319" y="1794367"/>
                  </a:lnTo>
                  <a:lnTo>
                    <a:pt x="2054340" y="1776154"/>
                  </a:lnTo>
                  <a:lnTo>
                    <a:pt x="2054972" y="1776662"/>
                  </a:lnTo>
                  <a:lnTo>
                    <a:pt x="1666827" y="1902867"/>
                  </a:lnTo>
                  <a:cubicBezTo>
                    <a:pt x="1467421" y="1872797"/>
                    <a:pt x="1501376" y="1891578"/>
                    <a:pt x="1440610" y="1885848"/>
                  </a:cubicBezTo>
                  <a:lnTo>
                    <a:pt x="1485853" y="1990974"/>
                  </a:lnTo>
                  <a:lnTo>
                    <a:pt x="944600" y="1779977"/>
                  </a:lnTo>
                  <a:lnTo>
                    <a:pt x="908595" y="1800672"/>
                  </a:lnTo>
                  <a:lnTo>
                    <a:pt x="906703" y="1802087"/>
                  </a:lnTo>
                  <a:lnTo>
                    <a:pt x="0" y="453971"/>
                  </a:lnTo>
                  <a:cubicBezTo>
                    <a:pt x="452834" y="149408"/>
                    <a:pt x="975605" y="-1827"/>
                    <a:pt x="1497835" y="17"/>
                  </a:cubicBezTo>
                  <a:close/>
                </a:path>
              </a:pathLst>
            </a:custGeom>
            <a:solidFill>
              <a:srgbClr val="F29B2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" name="Freeform: Shape 71">
              <a:extLst>
                <a:ext uri="{FF2B5EF4-FFF2-40B4-BE49-F238E27FC236}">
                  <a16:creationId xmlns:a16="http://schemas.microsoft.com/office/drawing/2014/main" id="{82968376-1920-1EF0-9DDE-DE5C74338014}"/>
                </a:ext>
              </a:extLst>
            </p:cNvPr>
            <p:cNvSpPr/>
            <p:nvPr/>
          </p:nvSpPr>
          <p:spPr bwMode="auto">
            <a:xfrm rot="10800000">
              <a:off x="3293973" y="2447164"/>
              <a:ext cx="2189012" cy="3121694"/>
            </a:xfrm>
            <a:custGeom>
              <a:avLst/>
              <a:gdLst>
                <a:gd name="connsiteX0" fmla="*/ 979889 w 2023871"/>
                <a:gd name="connsiteY0" fmla="*/ 0 h 2888762"/>
                <a:gd name="connsiteX1" fmla="*/ 1909372 w 2023871"/>
                <a:gd name="connsiteY1" fmla="*/ 2888762 h 2888762"/>
                <a:gd name="connsiteX2" fmla="*/ 387277 w 2023871"/>
                <a:gd name="connsiteY2" fmla="*/ 2428087 h 2888762"/>
                <a:gd name="connsiteX3" fmla="*/ 401942 w 2023871"/>
                <a:gd name="connsiteY3" fmla="*/ 2371051 h 2888762"/>
                <a:gd name="connsiteX4" fmla="*/ 398382 w 2023871"/>
                <a:gd name="connsiteY4" fmla="*/ 2380612 h 2888762"/>
                <a:gd name="connsiteX5" fmla="*/ 131631 w 2023871"/>
                <a:gd name="connsiteY5" fmla="*/ 2052585 h 2888762"/>
                <a:gd name="connsiteX6" fmla="*/ 97303 w 2023871"/>
                <a:gd name="connsiteY6" fmla="*/ 1873307 h 2888762"/>
                <a:gd name="connsiteX7" fmla="*/ 15918 w 2023871"/>
                <a:gd name="connsiteY7" fmla="*/ 1907805 h 2888762"/>
                <a:gd name="connsiteX8" fmla="*/ 46704 w 2023871"/>
                <a:gd name="connsiteY8" fmla="*/ 1312796 h 2888762"/>
                <a:gd name="connsiteX9" fmla="*/ 44660 w 2023871"/>
                <a:gd name="connsiteY9" fmla="*/ 1310916 h 2888762"/>
                <a:gd name="connsiteX10" fmla="*/ 0 w 2023871"/>
                <a:gd name="connsiteY10" fmla="*/ 1277520 h 2888762"/>
                <a:gd name="connsiteX0" fmla="*/ 979889 w 2023871"/>
                <a:gd name="connsiteY0" fmla="*/ 0 h 2888762"/>
                <a:gd name="connsiteX1" fmla="*/ 1909372 w 2023871"/>
                <a:gd name="connsiteY1" fmla="*/ 2888762 h 2888762"/>
                <a:gd name="connsiteX2" fmla="*/ 387277 w 2023871"/>
                <a:gd name="connsiteY2" fmla="*/ 2428087 h 2888762"/>
                <a:gd name="connsiteX3" fmla="*/ 401942 w 2023871"/>
                <a:gd name="connsiteY3" fmla="*/ 2371051 h 2888762"/>
                <a:gd name="connsiteX4" fmla="*/ 398382 w 2023871"/>
                <a:gd name="connsiteY4" fmla="*/ 2380612 h 2888762"/>
                <a:gd name="connsiteX5" fmla="*/ 131631 w 2023871"/>
                <a:gd name="connsiteY5" fmla="*/ 2052585 h 2888762"/>
                <a:gd name="connsiteX6" fmla="*/ 94922 w 2023871"/>
                <a:gd name="connsiteY6" fmla="*/ 1878069 h 2888762"/>
                <a:gd name="connsiteX7" fmla="*/ 15918 w 2023871"/>
                <a:gd name="connsiteY7" fmla="*/ 1907805 h 2888762"/>
                <a:gd name="connsiteX8" fmla="*/ 46704 w 2023871"/>
                <a:gd name="connsiteY8" fmla="*/ 1312796 h 2888762"/>
                <a:gd name="connsiteX9" fmla="*/ 44660 w 2023871"/>
                <a:gd name="connsiteY9" fmla="*/ 1310916 h 2888762"/>
                <a:gd name="connsiteX10" fmla="*/ 0 w 2023871"/>
                <a:gd name="connsiteY10" fmla="*/ 1277520 h 2888762"/>
                <a:gd name="connsiteX11" fmla="*/ 979889 w 2023871"/>
                <a:gd name="connsiteY11" fmla="*/ 0 h 2888762"/>
                <a:gd name="connsiteX0" fmla="*/ 979889 w 2023871"/>
                <a:gd name="connsiteY0" fmla="*/ 0 h 2888762"/>
                <a:gd name="connsiteX1" fmla="*/ 1909372 w 2023871"/>
                <a:gd name="connsiteY1" fmla="*/ 2888762 h 2888762"/>
                <a:gd name="connsiteX2" fmla="*/ 387277 w 2023871"/>
                <a:gd name="connsiteY2" fmla="*/ 2428087 h 2888762"/>
                <a:gd name="connsiteX3" fmla="*/ 401942 w 2023871"/>
                <a:gd name="connsiteY3" fmla="*/ 2371051 h 2888762"/>
                <a:gd name="connsiteX4" fmla="*/ 398382 w 2023871"/>
                <a:gd name="connsiteY4" fmla="*/ 2380612 h 2888762"/>
                <a:gd name="connsiteX5" fmla="*/ 131631 w 2023871"/>
                <a:gd name="connsiteY5" fmla="*/ 2052585 h 2888762"/>
                <a:gd name="connsiteX6" fmla="*/ 94922 w 2023871"/>
                <a:gd name="connsiteY6" fmla="*/ 1878069 h 2888762"/>
                <a:gd name="connsiteX7" fmla="*/ 15918 w 2023871"/>
                <a:gd name="connsiteY7" fmla="*/ 1907805 h 2888762"/>
                <a:gd name="connsiteX8" fmla="*/ 46704 w 2023871"/>
                <a:gd name="connsiteY8" fmla="*/ 1312796 h 2888762"/>
                <a:gd name="connsiteX9" fmla="*/ 44660 w 2023871"/>
                <a:gd name="connsiteY9" fmla="*/ 1310916 h 2888762"/>
                <a:gd name="connsiteX10" fmla="*/ 0 w 2023871"/>
                <a:gd name="connsiteY10" fmla="*/ 1277520 h 2888762"/>
                <a:gd name="connsiteX11" fmla="*/ 979889 w 2023871"/>
                <a:gd name="connsiteY11" fmla="*/ 0 h 2888762"/>
                <a:gd name="connsiteX0" fmla="*/ 979889 w 2023871"/>
                <a:gd name="connsiteY0" fmla="*/ 0 h 2888762"/>
                <a:gd name="connsiteX1" fmla="*/ 1909372 w 2023871"/>
                <a:gd name="connsiteY1" fmla="*/ 2888762 h 2888762"/>
                <a:gd name="connsiteX2" fmla="*/ 387277 w 2023871"/>
                <a:gd name="connsiteY2" fmla="*/ 2428087 h 2888762"/>
                <a:gd name="connsiteX3" fmla="*/ 401942 w 2023871"/>
                <a:gd name="connsiteY3" fmla="*/ 2371051 h 2888762"/>
                <a:gd name="connsiteX4" fmla="*/ 398382 w 2023871"/>
                <a:gd name="connsiteY4" fmla="*/ 2380612 h 2888762"/>
                <a:gd name="connsiteX5" fmla="*/ 131631 w 2023871"/>
                <a:gd name="connsiteY5" fmla="*/ 2052585 h 2888762"/>
                <a:gd name="connsiteX6" fmla="*/ 94922 w 2023871"/>
                <a:gd name="connsiteY6" fmla="*/ 1878069 h 2888762"/>
                <a:gd name="connsiteX7" fmla="*/ 15918 w 2023871"/>
                <a:gd name="connsiteY7" fmla="*/ 1907805 h 2888762"/>
                <a:gd name="connsiteX8" fmla="*/ 46704 w 2023871"/>
                <a:gd name="connsiteY8" fmla="*/ 1312796 h 2888762"/>
                <a:gd name="connsiteX9" fmla="*/ 44660 w 2023871"/>
                <a:gd name="connsiteY9" fmla="*/ 1310916 h 2888762"/>
                <a:gd name="connsiteX10" fmla="*/ 0 w 2023871"/>
                <a:gd name="connsiteY10" fmla="*/ 1277520 h 2888762"/>
                <a:gd name="connsiteX11" fmla="*/ 979889 w 2023871"/>
                <a:gd name="connsiteY11" fmla="*/ 0 h 2888762"/>
                <a:gd name="connsiteX0" fmla="*/ 979889 w 2023871"/>
                <a:gd name="connsiteY0" fmla="*/ 0 h 2888762"/>
                <a:gd name="connsiteX1" fmla="*/ 1909372 w 2023871"/>
                <a:gd name="connsiteY1" fmla="*/ 2888762 h 2888762"/>
                <a:gd name="connsiteX2" fmla="*/ 387277 w 2023871"/>
                <a:gd name="connsiteY2" fmla="*/ 2428087 h 2888762"/>
                <a:gd name="connsiteX3" fmla="*/ 401942 w 2023871"/>
                <a:gd name="connsiteY3" fmla="*/ 2371051 h 2888762"/>
                <a:gd name="connsiteX4" fmla="*/ 398382 w 2023871"/>
                <a:gd name="connsiteY4" fmla="*/ 2380612 h 2888762"/>
                <a:gd name="connsiteX5" fmla="*/ 131631 w 2023871"/>
                <a:gd name="connsiteY5" fmla="*/ 2052585 h 2888762"/>
                <a:gd name="connsiteX6" fmla="*/ 94922 w 2023871"/>
                <a:gd name="connsiteY6" fmla="*/ 1878069 h 2888762"/>
                <a:gd name="connsiteX7" fmla="*/ 15918 w 2023871"/>
                <a:gd name="connsiteY7" fmla="*/ 1907805 h 2888762"/>
                <a:gd name="connsiteX8" fmla="*/ 46704 w 2023871"/>
                <a:gd name="connsiteY8" fmla="*/ 1312796 h 2888762"/>
                <a:gd name="connsiteX9" fmla="*/ 44660 w 2023871"/>
                <a:gd name="connsiteY9" fmla="*/ 1310916 h 2888762"/>
                <a:gd name="connsiteX10" fmla="*/ 0 w 2023871"/>
                <a:gd name="connsiteY10" fmla="*/ 1277520 h 2888762"/>
                <a:gd name="connsiteX11" fmla="*/ 979889 w 2023871"/>
                <a:gd name="connsiteY11" fmla="*/ 0 h 2888762"/>
                <a:gd name="connsiteX0" fmla="*/ 979889 w 2023871"/>
                <a:gd name="connsiteY0" fmla="*/ 0 h 2888762"/>
                <a:gd name="connsiteX1" fmla="*/ 1909372 w 2023871"/>
                <a:gd name="connsiteY1" fmla="*/ 2888762 h 2888762"/>
                <a:gd name="connsiteX2" fmla="*/ 387277 w 2023871"/>
                <a:gd name="connsiteY2" fmla="*/ 2428087 h 2888762"/>
                <a:gd name="connsiteX3" fmla="*/ 401942 w 2023871"/>
                <a:gd name="connsiteY3" fmla="*/ 2371051 h 2888762"/>
                <a:gd name="connsiteX4" fmla="*/ 398382 w 2023871"/>
                <a:gd name="connsiteY4" fmla="*/ 2380612 h 2888762"/>
                <a:gd name="connsiteX5" fmla="*/ 131631 w 2023871"/>
                <a:gd name="connsiteY5" fmla="*/ 2052585 h 2888762"/>
                <a:gd name="connsiteX6" fmla="*/ 94922 w 2023871"/>
                <a:gd name="connsiteY6" fmla="*/ 1878069 h 2888762"/>
                <a:gd name="connsiteX7" fmla="*/ 15918 w 2023871"/>
                <a:gd name="connsiteY7" fmla="*/ 1907805 h 2888762"/>
                <a:gd name="connsiteX8" fmla="*/ 46704 w 2023871"/>
                <a:gd name="connsiteY8" fmla="*/ 1312796 h 2888762"/>
                <a:gd name="connsiteX9" fmla="*/ 44660 w 2023871"/>
                <a:gd name="connsiteY9" fmla="*/ 1310916 h 2888762"/>
                <a:gd name="connsiteX10" fmla="*/ 0 w 2023871"/>
                <a:gd name="connsiteY10" fmla="*/ 1277520 h 2888762"/>
                <a:gd name="connsiteX11" fmla="*/ 979889 w 2023871"/>
                <a:gd name="connsiteY11" fmla="*/ 0 h 2888762"/>
                <a:gd name="connsiteX0" fmla="*/ 979889 w 2023871"/>
                <a:gd name="connsiteY0" fmla="*/ 0 h 2888762"/>
                <a:gd name="connsiteX1" fmla="*/ 1909372 w 2023871"/>
                <a:gd name="connsiteY1" fmla="*/ 2888762 h 2888762"/>
                <a:gd name="connsiteX2" fmla="*/ 387277 w 2023871"/>
                <a:gd name="connsiteY2" fmla="*/ 2428087 h 2888762"/>
                <a:gd name="connsiteX3" fmla="*/ 401942 w 2023871"/>
                <a:gd name="connsiteY3" fmla="*/ 2371051 h 2888762"/>
                <a:gd name="connsiteX4" fmla="*/ 398382 w 2023871"/>
                <a:gd name="connsiteY4" fmla="*/ 2380612 h 2888762"/>
                <a:gd name="connsiteX5" fmla="*/ 126868 w 2023871"/>
                <a:gd name="connsiteY5" fmla="*/ 2054966 h 2888762"/>
                <a:gd name="connsiteX6" fmla="*/ 94922 w 2023871"/>
                <a:gd name="connsiteY6" fmla="*/ 1878069 h 2888762"/>
                <a:gd name="connsiteX7" fmla="*/ 15918 w 2023871"/>
                <a:gd name="connsiteY7" fmla="*/ 1907805 h 2888762"/>
                <a:gd name="connsiteX8" fmla="*/ 46704 w 2023871"/>
                <a:gd name="connsiteY8" fmla="*/ 1312796 h 2888762"/>
                <a:gd name="connsiteX9" fmla="*/ 44660 w 2023871"/>
                <a:gd name="connsiteY9" fmla="*/ 1310916 h 2888762"/>
                <a:gd name="connsiteX10" fmla="*/ 0 w 2023871"/>
                <a:gd name="connsiteY10" fmla="*/ 1277520 h 2888762"/>
                <a:gd name="connsiteX11" fmla="*/ 979889 w 2023871"/>
                <a:gd name="connsiteY11" fmla="*/ 0 h 2888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3871" h="2888762">
                  <a:moveTo>
                    <a:pt x="979889" y="0"/>
                  </a:moveTo>
                  <a:cubicBezTo>
                    <a:pt x="1860735" y="675631"/>
                    <a:pt x="2230953" y="1826240"/>
                    <a:pt x="1909372" y="2888762"/>
                  </a:cubicBezTo>
                  <a:lnTo>
                    <a:pt x="387277" y="2428087"/>
                  </a:lnTo>
                  <a:lnTo>
                    <a:pt x="401942" y="2371051"/>
                  </a:lnTo>
                  <a:lnTo>
                    <a:pt x="398382" y="2380612"/>
                  </a:lnTo>
                  <a:lnTo>
                    <a:pt x="126868" y="2054966"/>
                  </a:lnTo>
                  <a:cubicBezTo>
                    <a:pt x="114632" y="1996794"/>
                    <a:pt x="121445" y="1979103"/>
                    <a:pt x="94922" y="1878069"/>
                  </a:cubicBezTo>
                  <a:lnTo>
                    <a:pt x="15918" y="1907805"/>
                  </a:lnTo>
                  <a:lnTo>
                    <a:pt x="46704" y="1312796"/>
                  </a:lnTo>
                  <a:lnTo>
                    <a:pt x="44660" y="1310916"/>
                  </a:lnTo>
                  <a:lnTo>
                    <a:pt x="0" y="1277520"/>
                  </a:lnTo>
                  <a:lnTo>
                    <a:pt x="979889" y="0"/>
                  </a:lnTo>
                  <a:close/>
                </a:path>
              </a:pathLst>
            </a:custGeom>
            <a:solidFill>
              <a:srgbClr val="B5372D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: Shape 69">
              <a:extLst>
                <a:ext uri="{FF2B5EF4-FFF2-40B4-BE49-F238E27FC236}">
                  <a16:creationId xmlns:a16="http://schemas.microsoft.com/office/drawing/2014/main" id="{B6291A0A-D9C4-199D-1262-0FC2E83DA888}"/>
                </a:ext>
              </a:extLst>
            </p:cNvPr>
            <p:cNvSpPr/>
            <p:nvPr/>
          </p:nvSpPr>
          <p:spPr bwMode="auto">
            <a:xfrm rot="10800000">
              <a:off x="6861478" y="2471410"/>
              <a:ext cx="2192495" cy="3079107"/>
            </a:xfrm>
            <a:custGeom>
              <a:avLst/>
              <a:gdLst>
                <a:gd name="connsiteX0" fmla="*/ 1022078 w 2027092"/>
                <a:gd name="connsiteY0" fmla="*/ 0 h 2849353"/>
                <a:gd name="connsiteX1" fmla="*/ 2024841 w 2027092"/>
                <a:gd name="connsiteY1" fmla="*/ 1279596 h 2849353"/>
                <a:gd name="connsiteX2" fmla="*/ 2005654 w 2027092"/>
                <a:gd name="connsiteY2" fmla="*/ 1293943 h 2849353"/>
                <a:gd name="connsiteX3" fmla="*/ 1990705 w 2027092"/>
                <a:gd name="connsiteY3" fmla="*/ 1307694 h 2849353"/>
                <a:gd name="connsiteX4" fmla="*/ 2017013 w 2027092"/>
                <a:gd name="connsiteY4" fmla="*/ 1725618 h 2849353"/>
                <a:gd name="connsiteX5" fmla="*/ 1940807 w 2027092"/>
                <a:gd name="connsiteY5" fmla="*/ 1891484 h 2849353"/>
                <a:gd name="connsiteX6" fmla="*/ 2027092 w 2027092"/>
                <a:gd name="connsiteY6" fmla="*/ 1910683 h 2849353"/>
                <a:gd name="connsiteX7" fmla="*/ 1654802 w 2027092"/>
                <a:gd name="connsiteY7" fmla="*/ 2379088 h 2849353"/>
                <a:gd name="connsiteX8" fmla="*/ 1658828 w 2027092"/>
                <a:gd name="connsiteY8" fmla="*/ 2394745 h 2849353"/>
                <a:gd name="connsiteX9" fmla="*/ 107804 w 2027092"/>
                <a:gd name="connsiteY9" fmla="*/ 2849353 h 2849353"/>
                <a:gd name="connsiteX10" fmla="*/ 1022078 w 2027092"/>
                <a:gd name="connsiteY10" fmla="*/ 0 h 2849353"/>
                <a:gd name="connsiteX0" fmla="*/ 1022078 w 2027092"/>
                <a:gd name="connsiteY0" fmla="*/ 0 h 2849353"/>
                <a:gd name="connsiteX1" fmla="*/ 2024841 w 2027092"/>
                <a:gd name="connsiteY1" fmla="*/ 1279596 h 2849353"/>
                <a:gd name="connsiteX2" fmla="*/ 2005654 w 2027092"/>
                <a:gd name="connsiteY2" fmla="*/ 1293943 h 2849353"/>
                <a:gd name="connsiteX3" fmla="*/ 1990705 w 2027092"/>
                <a:gd name="connsiteY3" fmla="*/ 1307694 h 2849353"/>
                <a:gd name="connsiteX4" fmla="*/ 2017013 w 2027092"/>
                <a:gd name="connsiteY4" fmla="*/ 1725618 h 2849353"/>
                <a:gd name="connsiteX5" fmla="*/ 1909851 w 2027092"/>
                <a:gd name="connsiteY5" fmla="*/ 1889103 h 2849353"/>
                <a:gd name="connsiteX6" fmla="*/ 2027092 w 2027092"/>
                <a:gd name="connsiteY6" fmla="*/ 1910683 h 2849353"/>
                <a:gd name="connsiteX7" fmla="*/ 1654802 w 2027092"/>
                <a:gd name="connsiteY7" fmla="*/ 2379088 h 2849353"/>
                <a:gd name="connsiteX8" fmla="*/ 1658828 w 2027092"/>
                <a:gd name="connsiteY8" fmla="*/ 2394745 h 2849353"/>
                <a:gd name="connsiteX9" fmla="*/ 107804 w 2027092"/>
                <a:gd name="connsiteY9" fmla="*/ 2849353 h 2849353"/>
                <a:gd name="connsiteX10" fmla="*/ 1022078 w 2027092"/>
                <a:gd name="connsiteY10" fmla="*/ 0 h 2849353"/>
                <a:gd name="connsiteX0" fmla="*/ 1022078 w 2027092"/>
                <a:gd name="connsiteY0" fmla="*/ 0 h 2849353"/>
                <a:gd name="connsiteX1" fmla="*/ 2024841 w 2027092"/>
                <a:gd name="connsiteY1" fmla="*/ 1279596 h 2849353"/>
                <a:gd name="connsiteX2" fmla="*/ 2005654 w 2027092"/>
                <a:gd name="connsiteY2" fmla="*/ 1293943 h 2849353"/>
                <a:gd name="connsiteX3" fmla="*/ 1990705 w 2027092"/>
                <a:gd name="connsiteY3" fmla="*/ 1307694 h 2849353"/>
                <a:gd name="connsiteX4" fmla="*/ 2002725 w 2027092"/>
                <a:gd name="connsiteY4" fmla="*/ 1670849 h 2849353"/>
                <a:gd name="connsiteX5" fmla="*/ 1909851 w 2027092"/>
                <a:gd name="connsiteY5" fmla="*/ 1889103 h 2849353"/>
                <a:gd name="connsiteX6" fmla="*/ 2027092 w 2027092"/>
                <a:gd name="connsiteY6" fmla="*/ 1910683 h 2849353"/>
                <a:gd name="connsiteX7" fmla="*/ 1654802 w 2027092"/>
                <a:gd name="connsiteY7" fmla="*/ 2379088 h 2849353"/>
                <a:gd name="connsiteX8" fmla="*/ 1658828 w 2027092"/>
                <a:gd name="connsiteY8" fmla="*/ 2394745 h 2849353"/>
                <a:gd name="connsiteX9" fmla="*/ 107804 w 2027092"/>
                <a:gd name="connsiteY9" fmla="*/ 2849353 h 2849353"/>
                <a:gd name="connsiteX10" fmla="*/ 1022078 w 2027092"/>
                <a:gd name="connsiteY10" fmla="*/ 0 h 2849353"/>
                <a:gd name="connsiteX0" fmla="*/ 1022078 w 2027092"/>
                <a:gd name="connsiteY0" fmla="*/ 0 h 2849353"/>
                <a:gd name="connsiteX1" fmla="*/ 2024841 w 2027092"/>
                <a:gd name="connsiteY1" fmla="*/ 1279596 h 2849353"/>
                <a:gd name="connsiteX2" fmla="*/ 2005654 w 2027092"/>
                <a:gd name="connsiteY2" fmla="*/ 1293943 h 2849353"/>
                <a:gd name="connsiteX3" fmla="*/ 1990705 w 2027092"/>
                <a:gd name="connsiteY3" fmla="*/ 1307694 h 2849353"/>
                <a:gd name="connsiteX4" fmla="*/ 1952719 w 2027092"/>
                <a:gd name="connsiteY4" fmla="*/ 1647036 h 2849353"/>
                <a:gd name="connsiteX5" fmla="*/ 1909851 w 2027092"/>
                <a:gd name="connsiteY5" fmla="*/ 1889103 h 2849353"/>
                <a:gd name="connsiteX6" fmla="*/ 2027092 w 2027092"/>
                <a:gd name="connsiteY6" fmla="*/ 1910683 h 2849353"/>
                <a:gd name="connsiteX7" fmla="*/ 1654802 w 2027092"/>
                <a:gd name="connsiteY7" fmla="*/ 2379088 h 2849353"/>
                <a:gd name="connsiteX8" fmla="*/ 1658828 w 2027092"/>
                <a:gd name="connsiteY8" fmla="*/ 2394745 h 2849353"/>
                <a:gd name="connsiteX9" fmla="*/ 107804 w 2027092"/>
                <a:gd name="connsiteY9" fmla="*/ 2849353 h 2849353"/>
                <a:gd name="connsiteX10" fmla="*/ 1022078 w 2027092"/>
                <a:gd name="connsiteY10" fmla="*/ 0 h 2849353"/>
                <a:gd name="connsiteX0" fmla="*/ 1022078 w 2027092"/>
                <a:gd name="connsiteY0" fmla="*/ 0 h 2849353"/>
                <a:gd name="connsiteX1" fmla="*/ 2024841 w 2027092"/>
                <a:gd name="connsiteY1" fmla="*/ 1279596 h 2849353"/>
                <a:gd name="connsiteX2" fmla="*/ 2005654 w 2027092"/>
                <a:gd name="connsiteY2" fmla="*/ 1293943 h 2849353"/>
                <a:gd name="connsiteX3" fmla="*/ 1990705 w 2027092"/>
                <a:gd name="connsiteY3" fmla="*/ 1307694 h 2849353"/>
                <a:gd name="connsiteX4" fmla="*/ 2005106 w 2027092"/>
                <a:gd name="connsiteY4" fmla="*/ 1668468 h 2849353"/>
                <a:gd name="connsiteX5" fmla="*/ 1909851 w 2027092"/>
                <a:gd name="connsiteY5" fmla="*/ 1889103 h 2849353"/>
                <a:gd name="connsiteX6" fmla="*/ 2027092 w 2027092"/>
                <a:gd name="connsiteY6" fmla="*/ 1910683 h 2849353"/>
                <a:gd name="connsiteX7" fmla="*/ 1654802 w 2027092"/>
                <a:gd name="connsiteY7" fmla="*/ 2379088 h 2849353"/>
                <a:gd name="connsiteX8" fmla="*/ 1658828 w 2027092"/>
                <a:gd name="connsiteY8" fmla="*/ 2394745 h 2849353"/>
                <a:gd name="connsiteX9" fmla="*/ 107804 w 2027092"/>
                <a:gd name="connsiteY9" fmla="*/ 2849353 h 2849353"/>
                <a:gd name="connsiteX10" fmla="*/ 1022078 w 2027092"/>
                <a:gd name="connsiteY10" fmla="*/ 0 h 2849353"/>
                <a:gd name="connsiteX0" fmla="*/ 1022078 w 2027092"/>
                <a:gd name="connsiteY0" fmla="*/ 0 h 2849353"/>
                <a:gd name="connsiteX1" fmla="*/ 2024841 w 2027092"/>
                <a:gd name="connsiteY1" fmla="*/ 1279596 h 2849353"/>
                <a:gd name="connsiteX2" fmla="*/ 2005654 w 2027092"/>
                <a:gd name="connsiteY2" fmla="*/ 1293943 h 2849353"/>
                <a:gd name="connsiteX3" fmla="*/ 1990705 w 2027092"/>
                <a:gd name="connsiteY3" fmla="*/ 1307694 h 2849353"/>
                <a:gd name="connsiteX4" fmla="*/ 2005106 w 2027092"/>
                <a:gd name="connsiteY4" fmla="*/ 1668468 h 2849353"/>
                <a:gd name="connsiteX5" fmla="*/ 1909851 w 2027092"/>
                <a:gd name="connsiteY5" fmla="*/ 1889103 h 2849353"/>
                <a:gd name="connsiteX6" fmla="*/ 2027092 w 2027092"/>
                <a:gd name="connsiteY6" fmla="*/ 1910683 h 2849353"/>
                <a:gd name="connsiteX7" fmla="*/ 1654802 w 2027092"/>
                <a:gd name="connsiteY7" fmla="*/ 2379088 h 2849353"/>
                <a:gd name="connsiteX8" fmla="*/ 1658828 w 2027092"/>
                <a:gd name="connsiteY8" fmla="*/ 2394745 h 2849353"/>
                <a:gd name="connsiteX9" fmla="*/ 107804 w 2027092"/>
                <a:gd name="connsiteY9" fmla="*/ 2849353 h 2849353"/>
                <a:gd name="connsiteX10" fmla="*/ 1022078 w 2027092"/>
                <a:gd name="connsiteY10" fmla="*/ 0 h 2849353"/>
                <a:gd name="connsiteX0" fmla="*/ 1022078 w 2027092"/>
                <a:gd name="connsiteY0" fmla="*/ 0 h 2849353"/>
                <a:gd name="connsiteX1" fmla="*/ 2024841 w 2027092"/>
                <a:gd name="connsiteY1" fmla="*/ 1279596 h 2849353"/>
                <a:gd name="connsiteX2" fmla="*/ 2005654 w 2027092"/>
                <a:gd name="connsiteY2" fmla="*/ 1293943 h 2849353"/>
                <a:gd name="connsiteX3" fmla="*/ 1990705 w 2027092"/>
                <a:gd name="connsiteY3" fmla="*/ 1307694 h 2849353"/>
                <a:gd name="connsiteX4" fmla="*/ 2005106 w 2027092"/>
                <a:gd name="connsiteY4" fmla="*/ 1668468 h 2849353"/>
                <a:gd name="connsiteX5" fmla="*/ 1909851 w 2027092"/>
                <a:gd name="connsiteY5" fmla="*/ 1889103 h 2849353"/>
                <a:gd name="connsiteX6" fmla="*/ 2027092 w 2027092"/>
                <a:gd name="connsiteY6" fmla="*/ 1910683 h 2849353"/>
                <a:gd name="connsiteX7" fmla="*/ 1654802 w 2027092"/>
                <a:gd name="connsiteY7" fmla="*/ 2379088 h 2849353"/>
                <a:gd name="connsiteX8" fmla="*/ 1658828 w 2027092"/>
                <a:gd name="connsiteY8" fmla="*/ 2394745 h 2849353"/>
                <a:gd name="connsiteX9" fmla="*/ 107804 w 2027092"/>
                <a:gd name="connsiteY9" fmla="*/ 2849353 h 2849353"/>
                <a:gd name="connsiteX10" fmla="*/ 1022078 w 2027092"/>
                <a:gd name="connsiteY10" fmla="*/ 0 h 2849353"/>
                <a:gd name="connsiteX0" fmla="*/ 1022078 w 2027092"/>
                <a:gd name="connsiteY0" fmla="*/ 0 h 2849353"/>
                <a:gd name="connsiteX1" fmla="*/ 2024841 w 2027092"/>
                <a:gd name="connsiteY1" fmla="*/ 1279596 h 2849353"/>
                <a:gd name="connsiteX2" fmla="*/ 2005654 w 2027092"/>
                <a:gd name="connsiteY2" fmla="*/ 1293943 h 2849353"/>
                <a:gd name="connsiteX3" fmla="*/ 1990705 w 2027092"/>
                <a:gd name="connsiteY3" fmla="*/ 1307694 h 2849353"/>
                <a:gd name="connsiteX4" fmla="*/ 2005106 w 2027092"/>
                <a:gd name="connsiteY4" fmla="*/ 1668468 h 2849353"/>
                <a:gd name="connsiteX5" fmla="*/ 1909851 w 2027092"/>
                <a:gd name="connsiteY5" fmla="*/ 1889103 h 2849353"/>
                <a:gd name="connsiteX6" fmla="*/ 2027092 w 2027092"/>
                <a:gd name="connsiteY6" fmla="*/ 1910683 h 2849353"/>
                <a:gd name="connsiteX7" fmla="*/ 1654802 w 2027092"/>
                <a:gd name="connsiteY7" fmla="*/ 2379088 h 2849353"/>
                <a:gd name="connsiteX8" fmla="*/ 1658828 w 2027092"/>
                <a:gd name="connsiteY8" fmla="*/ 2394745 h 2849353"/>
                <a:gd name="connsiteX9" fmla="*/ 107804 w 2027092"/>
                <a:gd name="connsiteY9" fmla="*/ 2849353 h 2849353"/>
                <a:gd name="connsiteX10" fmla="*/ 1022078 w 2027092"/>
                <a:gd name="connsiteY10" fmla="*/ 0 h 2849353"/>
                <a:gd name="connsiteX0" fmla="*/ 1022078 w 2027092"/>
                <a:gd name="connsiteY0" fmla="*/ 0 h 2849353"/>
                <a:gd name="connsiteX1" fmla="*/ 2024841 w 2027092"/>
                <a:gd name="connsiteY1" fmla="*/ 1279596 h 2849353"/>
                <a:gd name="connsiteX2" fmla="*/ 2005654 w 2027092"/>
                <a:gd name="connsiteY2" fmla="*/ 1293943 h 2849353"/>
                <a:gd name="connsiteX3" fmla="*/ 1990705 w 2027092"/>
                <a:gd name="connsiteY3" fmla="*/ 1307694 h 2849353"/>
                <a:gd name="connsiteX4" fmla="*/ 2005106 w 2027092"/>
                <a:gd name="connsiteY4" fmla="*/ 1668468 h 2849353"/>
                <a:gd name="connsiteX5" fmla="*/ 1909851 w 2027092"/>
                <a:gd name="connsiteY5" fmla="*/ 1889103 h 2849353"/>
                <a:gd name="connsiteX6" fmla="*/ 2027092 w 2027092"/>
                <a:gd name="connsiteY6" fmla="*/ 1910683 h 2849353"/>
                <a:gd name="connsiteX7" fmla="*/ 1654802 w 2027092"/>
                <a:gd name="connsiteY7" fmla="*/ 2379088 h 2849353"/>
                <a:gd name="connsiteX8" fmla="*/ 1658828 w 2027092"/>
                <a:gd name="connsiteY8" fmla="*/ 2394745 h 2849353"/>
                <a:gd name="connsiteX9" fmla="*/ 107804 w 2027092"/>
                <a:gd name="connsiteY9" fmla="*/ 2849353 h 2849353"/>
                <a:gd name="connsiteX10" fmla="*/ 1022078 w 2027092"/>
                <a:gd name="connsiteY10" fmla="*/ 0 h 2849353"/>
                <a:gd name="connsiteX0" fmla="*/ 1022078 w 2027092"/>
                <a:gd name="connsiteY0" fmla="*/ 0 h 2849353"/>
                <a:gd name="connsiteX1" fmla="*/ 2024841 w 2027092"/>
                <a:gd name="connsiteY1" fmla="*/ 1279596 h 2849353"/>
                <a:gd name="connsiteX2" fmla="*/ 2005654 w 2027092"/>
                <a:gd name="connsiteY2" fmla="*/ 1293943 h 2849353"/>
                <a:gd name="connsiteX3" fmla="*/ 1990705 w 2027092"/>
                <a:gd name="connsiteY3" fmla="*/ 1307694 h 2849353"/>
                <a:gd name="connsiteX4" fmla="*/ 2005106 w 2027092"/>
                <a:gd name="connsiteY4" fmla="*/ 1668468 h 2849353"/>
                <a:gd name="connsiteX5" fmla="*/ 1909851 w 2027092"/>
                <a:gd name="connsiteY5" fmla="*/ 1889103 h 2849353"/>
                <a:gd name="connsiteX6" fmla="*/ 2027092 w 2027092"/>
                <a:gd name="connsiteY6" fmla="*/ 1910683 h 2849353"/>
                <a:gd name="connsiteX7" fmla="*/ 1654802 w 2027092"/>
                <a:gd name="connsiteY7" fmla="*/ 2379088 h 2849353"/>
                <a:gd name="connsiteX8" fmla="*/ 1658828 w 2027092"/>
                <a:gd name="connsiteY8" fmla="*/ 2394745 h 2849353"/>
                <a:gd name="connsiteX9" fmla="*/ 107804 w 2027092"/>
                <a:gd name="connsiteY9" fmla="*/ 2849353 h 2849353"/>
                <a:gd name="connsiteX10" fmla="*/ 1022078 w 2027092"/>
                <a:gd name="connsiteY10" fmla="*/ 0 h 2849353"/>
                <a:gd name="connsiteX0" fmla="*/ 1022078 w 2027092"/>
                <a:gd name="connsiteY0" fmla="*/ 0 h 2849353"/>
                <a:gd name="connsiteX1" fmla="*/ 2024841 w 2027092"/>
                <a:gd name="connsiteY1" fmla="*/ 1279596 h 2849353"/>
                <a:gd name="connsiteX2" fmla="*/ 2005654 w 2027092"/>
                <a:gd name="connsiteY2" fmla="*/ 1293943 h 2849353"/>
                <a:gd name="connsiteX3" fmla="*/ 1990705 w 2027092"/>
                <a:gd name="connsiteY3" fmla="*/ 1307694 h 2849353"/>
                <a:gd name="connsiteX4" fmla="*/ 2005106 w 2027092"/>
                <a:gd name="connsiteY4" fmla="*/ 1666087 h 2849353"/>
                <a:gd name="connsiteX5" fmla="*/ 1909851 w 2027092"/>
                <a:gd name="connsiteY5" fmla="*/ 1889103 h 2849353"/>
                <a:gd name="connsiteX6" fmla="*/ 2027092 w 2027092"/>
                <a:gd name="connsiteY6" fmla="*/ 1910683 h 2849353"/>
                <a:gd name="connsiteX7" fmla="*/ 1654802 w 2027092"/>
                <a:gd name="connsiteY7" fmla="*/ 2379088 h 2849353"/>
                <a:gd name="connsiteX8" fmla="*/ 1658828 w 2027092"/>
                <a:gd name="connsiteY8" fmla="*/ 2394745 h 2849353"/>
                <a:gd name="connsiteX9" fmla="*/ 107804 w 2027092"/>
                <a:gd name="connsiteY9" fmla="*/ 2849353 h 2849353"/>
                <a:gd name="connsiteX10" fmla="*/ 1022078 w 2027092"/>
                <a:gd name="connsiteY10" fmla="*/ 0 h 2849353"/>
                <a:gd name="connsiteX0" fmla="*/ 1022078 w 2027092"/>
                <a:gd name="connsiteY0" fmla="*/ 0 h 2849353"/>
                <a:gd name="connsiteX1" fmla="*/ 2024841 w 2027092"/>
                <a:gd name="connsiteY1" fmla="*/ 1279596 h 2849353"/>
                <a:gd name="connsiteX2" fmla="*/ 2005654 w 2027092"/>
                <a:gd name="connsiteY2" fmla="*/ 1293943 h 2849353"/>
                <a:gd name="connsiteX3" fmla="*/ 1990705 w 2027092"/>
                <a:gd name="connsiteY3" fmla="*/ 1307694 h 2849353"/>
                <a:gd name="connsiteX4" fmla="*/ 2007487 w 2027092"/>
                <a:gd name="connsiteY4" fmla="*/ 1666087 h 2849353"/>
                <a:gd name="connsiteX5" fmla="*/ 1909851 w 2027092"/>
                <a:gd name="connsiteY5" fmla="*/ 1889103 h 2849353"/>
                <a:gd name="connsiteX6" fmla="*/ 2027092 w 2027092"/>
                <a:gd name="connsiteY6" fmla="*/ 1910683 h 2849353"/>
                <a:gd name="connsiteX7" fmla="*/ 1654802 w 2027092"/>
                <a:gd name="connsiteY7" fmla="*/ 2379088 h 2849353"/>
                <a:gd name="connsiteX8" fmla="*/ 1658828 w 2027092"/>
                <a:gd name="connsiteY8" fmla="*/ 2394745 h 2849353"/>
                <a:gd name="connsiteX9" fmla="*/ 107804 w 2027092"/>
                <a:gd name="connsiteY9" fmla="*/ 2849353 h 2849353"/>
                <a:gd name="connsiteX10" fmla="*/ 1022078 w 2027092"/>
                <a:gd name="connsiteY10" fmla="*/ 0 h 2849353"/>
                <a:gd name="connsiteX0" fmla="*/ 1022078 w 2027092"/>
                <a:gd name="connsiteY0" fmla="*/ 0 h 2849353"/>
                <a:gd name="connsiteX1" fmla="*/ 2024841 w 2027092"/>
                <a:gd name="connsiteY1" fmla="*/ 1279596 h 2849353"/>
                <a:gd name="connsiteX2" fmla="*/ 2005654 w 2027092"/>
                <a:gd name="connsiteY2" fmla="*/ 1293943 h 2849353"/>
                <a:gd name="connsiteX3" fmla="*/ 1990705 w 2027092"/>
                <a:gd name="connsiteY3" fmla="*/ 1307694 h 2849353"/>
                <a:gd name="connsiteX4" fmla="*/ 2009868 w 2027092"/>
                <a:gd name="connsiteY4" fmla="*/ 1663706 h 2849353"/>
                <a:gd name="connsiteX5" fmla="*/ 1909851 w 2027092"/>
                <a:gd name="connsiteY5" fmla="*/ 1889103 h 2849353"/>
                <a:gd name="connsiteX6" fmla="*/ 2027092 w 2027092"/>
                <a:gd name="connsiteY6" fmla="*/ 1910683 h 2849353"/>
                <a:gd name="connsiteX7" fmla="*/ 1654802 w 2027092"/>
                <a:gd name="connsiteY7" fmla="*/ 2379088 h 2849353"/>
                <a:gd name="connsiteX8" fmla="*/ 1658828 w 2027092"/>
                <a:gd name="connsiteY8" fmla="*/ 2394745 h 2849353"/>
                <a:gd name="connsiteX9" fmla="*/ 107804 w 2027092"/>
                <a:gd name="connsiteY9" fmla="*/ 2849353 h 2849353"/>
                <a:gd name="connsiteX10" fmla="*/ 1022078 w 2027092"/>
                <a:gd name="connsiteY10" fmla="*/ 0 h 2849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27092" h="2849353">
                  <a:moveTo>
                    <a:pt x="1022078" y="0"/>
                  </a:moveTo>
                  <a:lnTo>
                    <a:pt x="2024841" y="1279596"/>
                  </a:lnTo>
                  <a:lnTo>
                    <a:pt x="2005654" y="1293943"/>
                  </a:lnTo>
                  <a:lnTo>
                    <a:pt x="1990705" y="1307694"/>
                  </a:lnTo>
                  <a:lnTo>
                    <a:pt x="2009868" y="1663706"/>
                  </a:lnTo>
                  <a:cubicBezTo>
                    <a:pt x="1949541" y="1768207"/>
                    <a:pt x="1939222" y="1815558"/>
                    <a:pt x="1909851" y="1889103"/>
                  </a:cubicBezTo>
                  <a:lnTo>
                    <a:pt x="2027092" y="1910683"/>
                  </a:lnTo>
                  <a:lnTo>
                    <a:pt x="1654802" y="2379088"/>
                  </a:lnTo>
                  <a:lnTo>
                    <a:pt x="1658828" y="2394745"/>
                  </a:lnTo>
                  <a:lnTo>
                    <a:pt x="107804" y="2849353"/>
                  </a:lnTo>
                  <a:cubicBezTo>
                    <a:pt x="-199187" y="1801965"/>
                    <a:pt x="162992" y="673228"/>
                    <a:pt x="1022078" y="0"/>
                  </a:cubicBezTo>
                  <a:close/>
                </a:path>
              </a:pathLst>
            </a:custGeom>
            <a:solidFill>
              <a:srgbClr val="9BBB5C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73">
              <a:extLst>
                <a:ext uri="{FF2B5EF4-FFF2-40B4-BE49-F238E27FC236}">
                  <a16:creationId xmlns:a16="http://schemas.microsoft.com/office/drawing/2014/main" id="{1E85CFAF-45EA-8959-0FB9-9B667B8F1EE9}"/>
                </a:ext>
              </a:extLst>
            </p:cNvPr>
            <p:cNvSpPr/>
            <p:nvPr/>
          </p:nvSpPr>
          <p:spPr bwMode="auto">
            <a:xfrm rot="10800000">
              <a:off x="6198546" y="404091"/>
              <a:ext cx="2680289" cy="2491258"/>
            </a:xfrm>
            <a:custGeom>
              <a:avLst/>
              <a:gdLst>
                <a:gd name="connsiteX0" fmla="*/ 2264828 w 2478086"/>
                <a:gd name="connsiteY0" fmla="*/ 682555 h 2305368"/>
                <a:gd name="connsiteX1" fmla="*/ 2266091 w 2478086"/>
                <a:gd name="connsiteY1" fmla="*/ 682956 h 2305368"/>
                <a:gd name="connsiteX2" fmla="*/ 2268429 w 2478086"/>
                <a:gd name="connsiteY2" fmla="*/ 683358 h 2305368"/>
                <a:gd name="connsiteX3" fmla="*/ 1517178 w 2478086"/>
                <a:gd name="connsiteY3" fmla="*/ 0 h 2305368"/>
                <a:gd name="connsiteX4" fmla="*/ 1533885 w 2478086"/>
                <a:gd name="connsiteY4" fmla="*/ 45647 h 2305368"/>
                <a:gd name="connsiteX5" fmla="*/ 1929452 w 2478086"/>
                <a:gd name="connsiteY5" fmla="*/ 151702 h 2305368"/>
                <a:gd name="connsiteX6" fmla="*/ 2062325 w 2478086"/>
                <a:gd name="connsiteY6" fmla="*/ 276857 h 2305368"/>
                <a:gd name="connsiteX7" fmla="*/ 2108057 w 2478086"/>
                <a:gd name="connsiteY7" fmla="*/ 201212 h 2305368"/>
                <a:gd name="connsiteX8" fmla="*/ 2435784 w 2478086"/>
                <a:gd name="connsiteY8" fmla="*/ 707576 h 2305368"/>
                <a:gd name="connsiteX9" fmla="*/ 2401081 w 2478086"/>
                <a:gd name="connsiteY9" fmla="*/ 706150 h 2305368"/>
                <a:gd name="connsiteX10" fmla="*/ 2409987 w 2478086"/>
                <a:gd name="connsiteY10" fmla="*/ 707680 h 2305368"/>
                <a:gd name="connsiteX11" fmla="*/ 2478086 w 2478086"/>
                <a:gd name="connsiteY11" fmla="*/ 711119 h 2305368"/>
                <a:gd name="connsiteX12" fmla="*/ 2437743 w 2478086"/>
                <a:gd name="connsiteY12" fmla="*/ 2305368 h 2305368"/>
                <a:gd name="connsiteX13" fmla="*/ 0 w 2478086"/>
                <a:gd name="connsiteY13" fmla="*/ 553993 h 2305368"/>
                <a:gd name="connsiteX0" fmla="*/ 2264828 w 2478086"/>
                <a:gd name="connsiteY0" fmla="*/ 682555 h 2305368"/>
                <a:gd name="connsiteX1" fmla="*/ 2266091 w 2478086"/>
                <a:gd name="connsiteY1" fmla="*/ 682956 h 2305368"/>
                <a:gd name="connsiteX2" fmla="*/ 2268429 w 2478086"/>
                <a:gd name="connsiteY2" fmla="*/ 683358 h 2305368"/>
                <a:gd name="connsiteX3" fmla="*/ 2264828 w 2478086"/>
                <a:gd name="connsiteY3" fmla="*/ 682555 h 2305368"/>
                <a:gd name="connsiteX4" fmla="*/ 1517178 w 2478086"/>
                <a:gd name="connsiteY4" fmla="*/ 0 h 2305368"/>
                <a:gd name="connsiteX5" fmla="*/ 1533885 w 2478086"/>
                <a:gd name="connsiteY5" fmla="*/ 45647 h 2305368"/>
                <a:gd name="connsiteX6" fmla="*/ 1917546 w 2478086"/>
                <a:gd name="connsiteY6" fmla="*/ 158845 h 2305368"/>
                <a:gd name="connsiteX7" fmla="*/ 2062325 w 2478086"/>
                <a:gd name="connsiteY7" fmla="*/ 276857 h 2305368"/>
                <a:gd name="connsiteX8" fmla="*/ 2108057 w 2478086"/>
                <a:gd name="connsiteY8" fmla="*/ 201212 h 2305368"/>
                <a:gd name="connsiteX9" fmla="*/ 2435784 w 2478086"/>
                <a:gd name="connsiteY9" fmla="*/ 707576 h 2305368"/>
                <a:gd name="connsiteX10" fmla="*/ 2401081 w 2478086"/>
                <a:gd name="connsiteY10" fmla="*/ 706150 h 2305368"/>
                <a:gd name="connsiteX11" fmla="*/ 2409987 w 2478086"/>
                <a:gd name="connsiteY11" fmla="*/ 707680 h 2305368"/>
                <a:gd name="connsiteX12" fmla="*/ 2478086 w 2478086"/>
                <a:gd name="connsiteY12" fmla="*/ 711119 h 2305368"/>
                <a:gd name="connsiteX13" fmla="*/ 2437743 w 2478086"/>
                <a:gd name="connsiteY13" fmla="*/ 2305368 h 2305368"/>
                <a:gd name="connsiteX14" fmla="*/ 0 w 2478086"/>
                <a:gd name="connsiteY14" fmla="*/ 553993 h 2305368"/>
                <a:gd name="connsiteX15" fmla="*/ 1517178 w 2478086"/>
                <a:gd name="connsiteY15" fmla="*/ 0 h 2305368"/>
                <a:gd name="connsiteX0" fmla="*/ 2264828 w 2478086"/>
                <a:gd name="connsiteY0" fmla="*/ 682555 h 2305368"/>
                <a:gd name="connsiteX1" fmla="*/ 2266091 w 2478086"/>
                <a:gd name="connsiteY1" fmla="*/ 682956 h 2305368"/>
                <a:gd name="connsiteX2" fmla="*/ 2268429 w 2478086"/>
                <a:gd name="connsiteY2" fmla="*/ 683358 h 2305368"/>
                <a:gd name="connsiteX3" fmla="*/ 2264828 w 2478086"/>
                <a:gd name="connsiteY3" fmla="*/ 682555 h 2305368"/>
                <a:gd name="connsiteX4" fmla="*/ 1517178 w 2478086"/>
                <a:gd name="connsiteY4" fmla="*/ 0 h 2305368"/>
                <a:gd name="connsiteX5" fmla="*/ 1533885 w 2478086"/>
                <a:gd name="connsiteY5" fmla="*/ 45647 h 2305368"/>
                <a:gd name="connsiteX6" fmla="*/ 1917546 w 2478086"/>
                <a:gd name="connsiteY6" fmla="*/ 154082 h 2305368"/>
                <a:gd name="connsiteX7" fmla="*/ 2062325 w 2478086"/>
                <a:gd name="connsiteY7" fmla="*/ 276857 h 2305368"/>
                <a:gd name="connsiteX8" fmla="*/ 2108057 w 2478086"/>
                <a:gd name="connsiteY8" fmla="*/ 201212 h 2305368"/>
                <a:gd name="connsiteX9" fmla="*/ 2435784 w 2478086"/>
                <a:gd name="connsiteY9" fmla="*/ 707576 h 2305368"/>
                <a:gd name="connsiteX10" fmla="*/ 2401081 w 2478086"/>
                <a:gd name="connsiteY10" fmla="*/ 706150 h 2305368"/>
                <a:gd name="connsiteX11" fmla="*/ 2409987 w 2478086"/>
                <a:gd name="connsiteY11" fmla="*/ 707680 h 2305368"/>
                <a:gd name="connsiteX12" fmla="*/ 2478086 w 2478086"/>
                <a:gd name="connsiteY12" fmla="*/ 711119 h 2305368"/>
                <a:gd name="connsiteX13" fmla="*/ 2437743 w 2478086"/>
                <a:gd name="connsiteY13" fmla="*/ 2305368 h 2305368"/>
                <a:gd name="connsiteX14" fmla="*/ 0 w 2478086"/>
                <a:gd name="connsiteY14" fmla="*/ 553993 h 2305368"/>
                <a:gd name="connsiteX15" fmla="*/ 1517178 w 2478086"/>
                <a:gd name="connsiteY15" fmla="*/ 0 h 2305368"/>
                <a:gd name="connsiteX0" fmla="*/ 2264828 w 2478086"/>
                <a:gd name="connsiteY0" fmla="*/ 682555 h 2305368"/>
                <a:gd name="connsiteX1" fmla="*/ 2266091 w 2478086"/>
                <a:gd name="connsiteY1" fmla="*/ 682956 h 2305368"/>
                <a:gd name="connsiteX2" fmla="*/ 2268429 w 2478086"/>
                <a:gd name="connsiteY2" fmla="*/ 683358 h 2305368"/>
                <a:gd name="connsiteX3" fmla="*/ 2264828 w 2478086"/>
                <a:gd name="connsiteY3" fmla="*/ 682555 h 2305368"/>
                <a:gd name="connsiteX4" fmla="*/ 1517178 w 2478086"/>
                <a:gd name="connsiteY4" fmla="*/ 0 h 2305368"/>
                <a:gd name="connsiteX5" fmla="*/ 1533885 w 2478086"/>
                <a:gd name="connsiteY5" fmla="*/ 45647 h 2305368"/>
                <a:gd name="connsiteX6" fmla="*/ 1917546 w 2478086"/>
                <a:gd name="connsiteY6" fmla="*/ 154082 h 2305368"/>
                <a:gd name="connsiteX7" fmla="*/ 2062325 w 2478086"/>
                <a:gd name="connsiteY7" fmla="*/ 276857 h 2305368"/>
                <a:gd name="connsiteX8" fmla="*/ 2108057 w 2478086"/>
                <a:gd name="connsiteY8" fmla="*/ 201212 h 2305368"/>
                <a:gd name="connsiteX9" fmla="*/ 2435784 w 2478086"/>
                <a:gd name="connsiteY9" fmla="*/ 707576 h 2305368"/>
                <a:gd name="connsiteX10" fmla="*/ 2401081 w 2478086"/>
                <a:gd name="connsiteY10" fmla="*/ 706150 h 2305368"/>
                <a:gd name="connsiteX11" fmla="*/ 2409987 w 2478086"/>
                <a:gd name="connsiteY11" fmla="*/ 707680 h 2305368"/>
                <a:gd name="connsiteX12" fmla="*/ 2478086 w 2478086"/>
                <a:gd name="connsiteY12" fmla="*/ 711119 h 2305368"/>
                <a:gd name="connsiteX13" fmla="*/ 2437743 w 2478086"/>
                <a:gd name="connsiteY13" fmla="*/ 2305368 h 2305368"/>
                <a:gd name="connsiteX14" fmla="*/ 0 w 2478086"/>
                <a:gd name="connsiteY14" fmla="*/ 553993 h 2305368"/>
                <a:gd name="connsiteX15" fmla="*/ 1517178 w 2478086"/>
                <a:gd name="connsiteY15" fmla="*/ 0 h 2305368"/>
                <a:gd name="connsiteX0" fmla="*/ 2264828 w 2478086"/>
                <a:gd name="connsiteY0" fmla="*/ 682555 h 2305368"/>
                <a:gd name="connsiteX1" fmla="*/ 2266091 w 2478086"/>
                <a:gd name="connsiteY1" fmla="*/ 682956 h 2305368"/>
                <a:gd name="connsiteX2" fmla="*/ 2268429 w 2478086"/>
                <a:gd name="connsiteY2" fmla="*/ 683358 h 2305368"/>
                <a:gd name="connsiteX3" fmla="*/ 2264828 w 2478086"/>
                <a:gd name="connsiteY3" fmla="*/ 682555 h 2305368"/>
                <a:gd name="connsiteX4" fmla="*/ 1517178 w 2478086"/>
                <a:gd name="connsiteY4" fmla="*/ 0 h 2305368"/>
                <a:gd name="connsiteX5" fmla="*/ 1533885 w 2478086"/>
                <a:gd name="connsiteY5" fmla="*/ 45647 h 2305368"/>
                <a:gd name="connsiteX6" fmla="*/ 1917546 w 2478086"/>
                <a:gd name="connsiteY6" fmla="*/ 154082 h 2305368"/>
                <a:gd name="connsiteX7" fmla="*/ 2062325 w 2478086"/>
                <a:gd name="connsiteY7" fmla="*/ 276857 h 2305368"/>
                <a:gd name="connsiteX8" fmla="*/ 2108057 w 2478086"/>
                <a:gd name="connsiteY8" fmla="*/ 201212 h 2305368"/>
                <a:gd name="connsiteX9" fmla="*/ 2435784 w 2478086"/>
                <a:gd name="connsiteY9" fmla="*/ 707576 h 2305368"/>
                <a:gd name="connsiteX10" fmla="*/ 2401081 w 2478086"/>
                <a:gd name="connsiteY10" fmla="*/ 706150 h 2305368"/>
                <a:gd name="connsiteX11" fmla="*/ 2409987 w 2478086"/>
                <a:gd name="connsiteY11" fmla="*/ 707680 h 2305368"/>
                <a:gd name="connsiteX12" fmla="*/ 2478086 w 2478086"/>
                <a:gd name="connsiteY12" fmla="*/ 711119 h 2305368"/>
                <a:gd name="connsiteX13" fmla="*/ 2437743 w 2478086"/>
                <a:gd name="connsiteY13" fmla="*/ 2305368 h 2305368"/>
                <a:gd name="connsiteX14" fmla="*/ 0 w 2478086"/>
                <a:gd name="connsiteY14" fmla="*/ 553993 h 2305368"/>
                <a:gd name="connsiteX15" fmla="*/ 1517178 w 2478086"/>
                <a:gd name="connsiteY15" fmla="*/ 0 h 2305368"/>
                <a:gd name="connsiteX0" fmla="*/ 2264828 w 2478086"/>
                <a:gd name="connsiteY0" fmla="*/ 682555 h 2305368"/>
                <a:gd name="connsiteX1" fmla="*/ 2266091 w 2478086"/>
                <a:gd name="connsiteY1" fmla="*/ 682956 h 2305368"/>
                <a:gd name="connsiteX2" fmla="*/ 2268429 w 2478086"/>
                <a:gd name="connsiteY2" fmla="*/ 683358 h 2305368"/>
                <a:gd name="connsiteX3" fmla="*/ 2264828 w 2478086"/>
                <a:gd name="connsiteY3" fmla="*/ 682555 h 2305368"/>
                <a:gd name="connsiteX4" fmla="*/ 1517178 w 2478086"/>
                <a:gd name="connsiteY4" fmla="*/ 0 h 2305368"/>
                <a:gd name="connsiteX5" fmla="*/ 1533885 w 2478086"/>
                <a:gd name="connsiteY5" fmla="*/ 45647 h 2305368"/>
                <a:gd name="connsiteX6" fmla="*/ 1917546 w 2478086"/>
                <a:gd name="connsiteY6" fmla="*/ 154082 h 2305368"/>
                <a:gd name="connsiteX7" fmla="*/ 2067088 w 2478086"/>
                <a:gd name="connsiteY7" fmla="*/ 284001 h 2305368"/>
                <a:gd name="connsiteX8" fmla="*/ 2108057 w 2478086"/>
                <a:gd name="connsiteY8" fmla="*/ 201212 h 2305368"/>
                <a:gd name="connsiteX9" fmla="*/ 2435784 w 2478086"/>
                <a:gd name="connsiteY9" fmla="*/ 707576 h 2305368"/>
                <a:gd name="connsiteX10" fmla="*/ 2401081 w 2478086"/>
                <a:gd name="connsiteY10" fmla="*/ 706150 h 2305368"/>
                <a:gd name="connsiteX11" fmla="*/ 2409987 w 2478086"/>
                <a:gd name="connsiteY11" fmla="*/ 707680 h 2305368"/>
                <a:gd name="connsiteX12" fmla="*/ 2478086 w 2478086"/>
                <a:gd name="connsiteY12" fmla="*/ 711119 h 2305368"/>
                <a:gd name="connsiteX13" fmla="*/ 2437743 w 2478086"/>
                <a:gd name="connsiteY13" fmla="*/ 2305368 h 2305368"/>
                <a:gd name="connsiteX14" fmla="*/ 0 w 2478086"/>
                <a:gd name="connsiteY14" fmla="*/ 553993 h 2305368"/>
                <a:gd name="connsiteX15" fmla="*/ 1517178 w 2478086"/>
                <a:gd name="connsiteY15" fmla="*/ 0 h 2305368"/>
                <a:gd name="connsiteX0" fmla="*/ 2264828 w 2478086"/>
                <a:gd name="connsiteY0" fmla="*/ 682555 h 2305368"/>
                <a:gd name="connsiteX1" fmla="*/ 2266091 w 2478086"/>
                <a:gd name="connsiteY1" fmla="*/ 682956 h 2305368"/>
                <a:gd name="connsiteX2" fmla="*/ 2268429 w 2478086"/>
                <a:gd name="connsiteY2" fmla="*/ 683358 h 2305368"/>
                <a:gd name="connsiteX3" fmla="*/ 2264828 w 2478086"/>
                <a:gd name="connsiteY3" fmla="*/ 682555 h 2305368"/>
                <a:gd name="connsiteX4" fmla="*/ 1517178 w 2478086"/>
                <a:gd name="connsiteY4" fmla="*/ 0 h 2305368"/>
                <a:gd name="connsiteX5" fmla="*/ 1533885 w 2478086"/>
                <a:gd name="connsiteY5" fmla="*/ 45647 h 2305368"/>
                <a:gd name="connsiteX6" fmla="*/ 1917546 w 2478086"/>
                <a:gd name="connsiteY6" fmla="*/ 154082 h 2305368"/>
                <a:gd name="connsiteX7" fmla="*/ 2067088 w 2478086"/>
                <a:gd name="connsiteY7" fmla="*/ 288764 h 2305368"/>
                <a:gd name="connsiteX8" fmla="*/ 2108057 w 2478086"/>
                <a:gd name="connsiteY8" fmla="*/ 201212 h 2305368"/>
                <a:gd name="connsiteX9" fmla="*/ 2435784 w 2478086"/>
                <a:gd name="connsiteY9" fmla="*/ 707576 h 2305368"/>
                <a:gd name="connsiteX10" fmla="*/ 2401081 w 2478086"/>
                <a:gd name="connsiteY10" fmla="*/ 706150 h 2305368"/>
                <a:gd name="connsiteX11" fmla="*/ 2409987 w 2478086"/>
                <a:gd name="connsiteY11" fmla="*/ 707680 h 2305368"/>
                <a:gd name="connsiteX12" fmla="*/ 2478086 w 2478086"/>
                <a:gd name="connsiteY12" fmla="*/ 711119 h 2305368"/>
                <a:gd name="connsiteX13" fmla="*/ 2437743 w 2478086"/>
                <a:gd name="connsiteY13" fmla="*/ 2305368 h 2305368"/>
                <a:gd name="connsiteX14" fmla="*/ 0 w 2478086"/>
                <a:gd name="connsiteY14" fmla="*/ 553993 h 2305368"/>
                <a:gd name="connsiteX15" fmla="*/ 1517178 w 2478086"/>
                <a:gd name="connsiteY15" fmla="*/ 0 h 2305368"/>
                <a:gd name="connsiteX0" fmla="*/ 2264828 w 2478086"/>
                <a:gd name="connsiteY0" fmla="*/ 682555 h 2305368"/>
                <a:gd name="connsiteX1" fmla="*/ 2266091 w 2478086"/>
                <a:gd name="connsiteY1" fmla="*/ 682956 h 2305368"/>
                <a:gd name="connsiteX2" fmla="*/ 2268429 w 2478086"/>
                <a:gd name="connsiteY2" fmla="*/ 683358 h 2305368"/>
                <a:gd name="connsiteX3" fmla="*/ 2264828 w 2478086"/>
                <a:gd name="connsiteY3" fmla="*/ 682555 h 2305368"/>
                <a:gd name="connsiteX4" fmla="*/ 1517178 w 2478086"/>
                <a:gd name="connsiteY4" fmla="*/ 0 h 2305368"/>
                <a:gd name="connsiteX5" fmla="*/ 1533885 w 2478086"/>
                <a:gd name="connsiteY5" fmla="*/ 45647 h 2305368"/>
                <a:gd name="connsiteX6" fmla="*/ 1917546 w 2478086"/>
                <a:gd name="connsiteY6" fmla="*/ 154082 h 2305368"/>
                <a:gd name="connsiteX7" fmla="*/ 2064707 w 2478086"/>
                <a:gd name="connsiteY7" fmla="*/ 284002 h 2305368"/>
                <a:gd name="connsiteX8" fmla="*/ 2108057 w 2478086"/>
                <a:gd name="connsiteY8" fmla="*/ 201212 h 2305368"/>
                <a:gd name="connsiteX9" fmla="*/ 2435784 w 2478086"/>
                <a:gd name="connsiteY9" fmla="*/ 707576 h 2305368"/>
                <a:gd name="connsiteX10" fmla="*/ 2401081 w 2478086"/>
                <a:gd name="connsiteY10" fmla="*/ 706150 h 2305368"/>
                <a:gd name="connsiteX11" fmla="*/ 2409987 w 2478086"/>
                <a:gd name="connsiteY11" fmla="*/ 707680 h 2305368"/>
                <a:gd name="connsiteX12" fmla="*/ 2478086 w 2478086"/>
                <a:gd name="connsiteY12" fmla="*/ 711119 h 2305368"/>
                <a:gd name="connsiteX13" fmla="*/ 2437743 w 2478086"/>
                <a:gd name="connsiteY13" fmla="*/ 2305368 h 2305368"/>
                <a:gd name="connsiteX14" fmla="*/ 0 w 2478086"/>
                <a:gd name="connsiteY14" fmla="*/ 553993 h 2305368"/>
                <a:gd name="connsiteX15" fmla="*/ 1517178 w 2478086"/>
                <a:gd name="connsiteY15" fmla="*/ 0 h 2305368"/>
                <a:gd name="connsiteX0" fmla="*/ 2264828 w 2478086"/>
                <a:gd name="connsiteY0" fmla="*/ 682555 h 2305368"/>
                <a:gd name="connsiteX1" fmla="*/ 2266091 w 2478086"/>
                <a:gd name="connsiteY1" fmla="*/ 682956 h 2305368"/>
                <a:gd name="connsiteX2" fmla="*/ 2268429 w 2478086"/>
                <a:gd name="connsiteY2" fmla="*/ 683358 h 2305368"/>
                <a:gd name="connsiteX3" fmla="*/ 2264828 w 2478086"/>
                <a:gd name="connsiteY3" fmla="*/ 682555 h 2305368"/>
                <a:gd name="connsiteX4" fmla="*/ 1517178 w 2478086"/>
                <a:gd name="connsiteY4" fmla="*/ 0 h 2305368"/>
                <a:gd name="connsiteX5" fmla="*/ 1533885 w 2478086"/>
                <a:gd name="connsiteY5" fmla="*/ 45647 h 2305368"/>
                <a:gd name="connsiteX6" fmla="*/ 1917546 w 2478086"/>
                <a:gd name="connsiteY6" fmla="*/ 154082 h 2305368"/>
                <a:gd name="connsiteX7" fmla="*/ 2064707 w 2478086"/>
                <a:gd name="connsiteY7" fmla="*/ 284002 h 2305368"/>
                <a:gd name="connsiteX8" fmla="*/ 2108057 w 2478086"/>
                <a:gd name="connsiteY8" fmla="*/ 201212 h 2305368"/>
                <a:gd name="connsiteX9" fmla="*/ 2435784 w 2478086"/>
                <a:gd name="connsiteY9" fmla="*/ 707576 h 2305368"/>
                <a:gd name="connsiteX10" fmla="*/ 2401081 w 2478086"/>
                <a:gd name="connsiteY10" fmla="*/ 706150 h 2305368"/>
                <a:gd name="connsiteX11" fmla="*/ 2409987 w 2478086"/>
                <a:gd name="connsiteY11" fmla="*/ 707680 h 2305368"/>
                <a:gd name="connsiteX12" fmla="*/ 2478086 w 2478086"/>
                <a:gd name="connsiteY12" fmla="*/ 711119 h 2305368"/>
                <a:gd name="connsiteX13" fmla="*/ 2437743 w 2478086"/>
                <a:gd name="connsiteY13" fmla="*/ 2305368 h 2305368"/>
                <a:gd name="connsiteX14" fmla="*/ 0 w 2478086"/>
                <a:gd name="connsiteY14" fmla="*/ 553993 h 2305368"/>
                <a:gd name="connsiteX15" fmla="*/ 1517178 w 2478086"/>
                <a:gd name="connsiteY15" fmla="*/ 0 h 2305368"/>
                <a:gd name="connsiteX0" fmla="*/ 2264828 w 2478086"/>
                <a:gd name="connsiteY0" fmla="*/ 682555 h 2305368"/>
                <a:gd name="connsiteX1" fmla="*/ 2266091 w 2478086"/>
                <a:gd name="connsiteY1" fmla="*/ 682956 h 2305368"/>
                <a:gd name="connsiteX2" fmla="*/ 2268429 w 2478086"/>
                <a:gd name="connsiteY2" fmla="*/ 683358 h 2305368"/>
                <a:gd name="connsiteX3" fmla="*/ 2264828 w 2478086"/>
                <a:gd name="connsiteY3" fmla="*/ 682555 h 2305368"/>
                <a:gd name="connsiteX4" fmla="*/ 1517178 w 2478086"/>
                <a:gd name="connsiteY4" fmla="*/ 0 h 2305368"/>
                <a:gd name="connsiteX5" fmla="*/ 1533885 w 2478086"/>
                <a:gd name="connsiteY5" fmla="*/ 45647 h 2305368"/>
                <a:gd name="connsiteX6" fmla="*/ 1917546 w 2478086"/>
                <a:gd name="connsiteY6" fmla="*/ 154082 h 2305368"/>
                <a:gd name="connsiteX7" fmla="*/ 2064707 w 2478086"/>
                <a:gd name="connsiteY7" fmla="*/ 284002 h 2305368"/>
                <a:gd name="connsiteX8" fmla="*/ 2108057 w 2478086"/>
                <a:gd name="connsiteY8" fmla="*/ 201212 h 2305368"/>
                <a:gd name="connsiteX9" fmla="*/ 2435784 w 2478086"/>
                <a:gd name="connsiteY9" fmla="*/ 707576 h 2305368"/>
                <a:gd name="connsiteX10" fmla="*/ 2401081 w 2478086"/>
                <a:gd name="connsiteY10" fmla="*/ 706150 h 2305368"/>
                <a:gd name="connsiteX11" fmla="*/ 2409987 w 2478086"/>
                <a:gd name="connsiteY11" fmla="*/ 707680 h 2305368"/>
                <a:gd name="connsiteX12" fmla="*/ 2478086 w 2478086"/>
                <a:gd name="connsiteY12" fmla="*/ 711119 h 2305368"/>
                <a:gd name="connsiteX13" fmla="*/ 2437743 w 2478086"/>
                <a:gd name="connsiteY13" fmla="*/ 2305368 h 2305368"/>
                <a:gd name="connsiteX14" fmla="*/ 0 w 2478086"/>
                <a:gd name="connsiteY14" fmla="*/ 553993 h 2305368"/>
                <a:gd name="connsiteX15" fmla="*/ 1517178 w 2478086"/>
                <a:gd name="connsiteY15" fmla="*/ 0 h 2305368"/>
                <a:gd name="connsiteX0" fmla="*/ 2264828 w 2478086"/>
                <a:gd name="connsiteY0" fmla="*/ 682555 h 2305368"/>
                <a:gd name="connsiteX1" fmla="*/ 2266091 w 2478086"/>
                <a:gd name="connsiteY1" fmla="*/ 682956 h 2305368"/>
                <a:gd name="connsiteX2" fmla="*/ 2268429 w 2478086"/>
                <a:gd name="connsiteY2" fmla="*/ 683358 h 2305368"/>
                <a:gd name="connsiteX3" fmla="*/ 2264828 w 2478086"/>
                <a:gd name="connsiteY3" fmla="*/ 682555 h 2305368"/>
                <a:gd name="connsiteX4" fmla="*/ 1517178 w 2478086"/>
                <a:gd name="connsiteY4" fmla="*/ 0 h 2305368"/>
                <a:gd name="connsiteX5" fmla="*/ 1533885 w 2478086"/>
                <a:gd name="connsiteY5" fmla="*/ 45647 h 2305368"/>
                <a:gd name="connsiteX6" fmla="*/ 1917546 w 2478086"/>
                <a:gd name="connsiteY6" fmla="*/ 154082 h 2305368"/>
                <a:gd name="connsiteX7" fmla="*/ 2064707 w 2478086"/>
                <a:gd name="connsiteY7" fmla="*/ 284002 h 2305368"/>
                <a:gd name="connsiteX8" fmla="*/ 2108057 w 2478086"/>
                <a:gd name="connsiteY8" fmla="*/ 201212 h 2305368"/>
                <a:gd name="connsiteX9" fmla="*/ 2435784 w 2478086"/>
                <a:gd name="connsiteY9" fmla="*/ 707576 h 2305368"/>
                <a:gd name="connsiteX10" fmla="*/ 2401081 w 2478086"/>
                <a:gd name="connsiteY10" fmla="*/ 706150 h 2305368"/>
                <a:gd name="connsiteX11" fmla="*/ 2409987 w 2478086"/>
                <a:gd name="connsiteY11" fmla="*/ 707680 h 2305368"/>
                <a:gd name="connsiteX12" fmla="*/ 2478086 w 2478086"/>
                <a:gd name="connsiteY12" fmla="*/ 711119 h 2305368"/>
                <a:gd name="connsiteX13" fmla="*/ 2437743 w 2478086"/>
                <a:gd name="connsiteY13" fmla="*/ 2305368 h 2305368"/>
                <a:gd name="connsiteX14" fmla="*/ 0 w 2478086"/>
                <a:gd name="connsiteY14" fmla="*/ 553993 h 2305368"/>
                <a:gd name="connsiteX15" fmla="*/ 1517178 w 2478086"/>
                <a:gd name="connsiteY15" fmla="*/ 0 h 2305368"/>
                <a:gd name="connsiteX0" fmla="*/ 2264828 w 2478086"/>
                <a:gd name="connsiteY0" fmla="*/ 682555 h 2305368"/>
                <a:gd name="connsiteX1" fmla="*/ 2266091 w 2478086"/>
                <a:gd name="connsiteY1" fmla="*/ 682956 h 2305368"/>
                <a:gd name="connsiteX2" fmla="*/ 2268429 w 2478086"/>
                <a:gd name="connsiteY2" fmla="*/ 683358 h 2305368"/>
                <a:gd name="connsiteX3" fmla="*/ 2264828 w 2478086"/>
                <a:gd name="connsiteY3" fmla="*/ 682555 h 2305368"/>
                <a:gd name="connsiteX4" fmla="*/ 1517178 w 2478086"/>
                <a:gd name="connsiteY4" fmla="*/ 0 h 2305368"/>
                <a:gd name="connsiteX5" fmla="*/ 1533885 w 2478086"/>
                <a:gd name="connsiteY5" fmla="*/ 45647 h 2305368"/>
                <a:gd name="connsiteX6" fmla="*/ 1917546 w 2478086"/>
                <a:gd name="connsiteY6" fmla="*/ 154082 h 2305368"/>
                <a:gd name="connsiteX7" fmla="*/ 2057563 w 2478086"/>
                <a:gd name="connsiteY7" fmla="*/ 281621 h 2305368"/>
                <a:gd name="connsiteX8" fmla="*/ 2108057 w 2478086"/>
                <a:gd name="connsiteY8" fmla="*/ 201212 h 2305368"/>
                <a:gd name="connsiteX9" fmla="*/ 2435784 w 2478086"/>
                <a:gd name="connsiteY9" fmla="*/ 707576 h 2305368"/>
                <a:gd name="connsiteX10" fmla="*/ 2401081 w 2478086"/>
                <a:gd name="connsiteY10" fmla="*/ 706150 h 2305368"/>
                <a:gd name="connsiteX11" fmla="*/ 2409987 w 2478086"/>
                <a:gd name="connsiteY11" fmla="*/ 707680 h 2305368"/>
                <a:gd name="connsiteX12" fmla="*/ 2478086 w 2478086"/>
                <a:gd name="connsiteY12" fmla="*/ 711119 h 2305368"/>
                <a:gd name="connsiteX13" fmla="*/ 2437743 w 2478086"/>
                <a:gd name="connsiteY13" fmla="*/ 2305368 h 2305368"/>
                <a:gd name="connsiteX14" fmla="*/ 0 w 2478086"/>
                <a:gd name="connsiteY14" fmla="*/ 553993 h 2305368"/>
                <a:gd name="connsiteX15" fmla="*/ 1517178 w 2478086"/>
                <a:gd name="connsiteY15" fmla="*/ 0 h 2305368"/>
                <a:gd name="connsiteX0" fmla="*/ 2264828 w 2478086"/>
                <a:gd name="connsiteY0" fmla="*/ 682555 h 2305368"/>
                <a:gd name="connsiteX1" fmla="*/ 2266091 w 2478086"/>
                <a:gd name="connsiteY1" fmla="*/ 682956 h 2305368"/>
                <a:gd name="connsiteX2" fmla="*/ 2268429 w 2478086"/>
                <a:gd name="connsiteY2" fmla="*/ 683358 h 2305368"/>
                <a:gd name="connsiteX3" fmla="*/ 2264828 w 2478086"/>
                <a:gd name="connsiteY3" fmla="*/ 682555 h 2305368"/>
                <a:gd name="connsiteX4" fmla="*/ 1517178 w 2478086"/>
                <a:gd name="connsiteY4" fmla="*/ 0 h 2305368"/>
                <a:gd name="connsiteX5" fmla="*/ 1533885 w 2478086"/>
                <a:gd name="connsiteY5" fmla="*/ 45647 h 2305368"/>
                <a:gd name="connsiteX6" fmla="*/ 1917546 w 2478086"/>
                <a:gd name="connsiteY6" fmla="*/ 154082 h 2305368"/>
                <a:gd name="connsiteX7" fmla="*/ 2057563 w 2478086"/>
                <a:gd name="connsiteY7" fmla="*/ 281621 h 2305368"/>
                <a:gd name="connsiteX8" fmla="*/ 2108057 w 2478086"/>
                <a:gd name="connsiteY8" fmla="*/ 201212 h 2305368"/>
                <a:gd name="connsiteX9" fmla="*/ 2435784 w 2478086"/>
                <a:gd name="connsiteY9" fmla="*/ 707576 h 2305368"/>
                <a:gd name="connsiteX10" fmla="*/ 2401081 w 2478086"/>
                <a:gd name="connsiteY10" fmla="*/ 706150 h 2305368"/>
                <a:gd name="connsiteX11" fmla="*/ 2409987 w 2478086"/>
                <a:gd name="connsiteY11" fmla="*/ 707680 h 2305368"/>
                <a:gd name="connsiteX12" fmla="*/ 2478086 w 2478086"/>
                <a:gd name="connsiteY12" fmla="*/ 711119 h 2305368"/>
                <a:gd name="connsiteX13" fmla="*/ 2437743 w 2478086"/>
                <a:gd name="connsiteY13" fmla="*/ 2305368 h 2305368"/>
                <a:gd name="connsiteX14" fmla="*/ 0 w 2478086"/>
                <a:gd name="connsiteY14" fmla="*/ 553993 h 2305368"/>
                <a:gd name="connsiteX15" fmla="*/ 1517178 w 2478086"/>
                <a:gd name="connsiteY15" fmla="*/ 0 h 2305368"/>
                <a:gd name="connsiteX0" fmla="*/ 2264828 w 2478086"/>
                <a:gd name="connsiteY0" fmla="*/ 682555 h 2305368"/>
                <a:gd name="connsiteX1" fmla="*/ 2266091 w 2478086"/>
                <a:gd name="connsiteY1" fmla="*/ 682956 h 2305368"/>
                <a:gd name="connsiteX2" fmla="*/ 2268429 w 2478086"/>
                <a:gd name="connsiteY2" fmla="*/ 683358 h 2305368"/>
                <a:gd name="connsiteX3" fmla="*/ 2264828 w 2478086"/>
                <a:gd name="connsiteY3" fmla="*/ 682555 h 2305368"/>
                <a:gd name="connsiteX4" fmla="*/ 1517178 w 2478086"/>
                <a:gd name="connsiteY4" fmla="*/ 0 h 2305368"/>
                <a:gd name="connsiteX5" fmla="*/ 1533885 w 2478086"/>
                <a:gd name="connsiteY5" fmla="*/ 45647 h 2305368"/>
                <a:gd name="connsiteX6" fmla="*/ 1917546 w 2478086"/>
                <a:gd name="connsiteY6" fmla="*/ 154082 h 2305368"/>
                <a:gd name="connsiteX7" fmla="*/ 2055181 w 2478086"/>
                <a:gd name="connsiteY7" fmla="*/ 274477 h 2305368"/>
                <a:gd name="connsiteX8" fmla="*/ 2108057 w 2478086"/>
                <a:gd name="connsiteY8" fmla="*/ 201212 h 2305368"/>
                <a:gd name="connsiteX9" fmla="*/ 2435784 w 2478086"/>
                <a:gd name="connsiteY9" fmla="*/ 707576 h 2305368"/>
                <a:gd name="connsiteX10" fmla="*/ 2401081 w 2478086"/>
                <a:gd name="connsiteY10" fmla="*/ 706150 h 2305368"/>
                <a:gd name="connsiteX11" fmla="*/ 2409987 w 2478086"/>
                <a:gd name="connsiteY11" fmla="*/ 707680 h 2305368"/>
                <a:gd name="connsiteX12" fmla="*/ 2478086 w 2478086"/>
                <a:gd name="connsiteY12" fmla="*/ 711119 h 2305368"/>
                <a:gd name="connsiteX13" fmla="*/ 2437743 w 2478086"/>
                <a:gd name="connsiteY13" fmla="*/ 2305368 h 2305368"/>
                <a:gd name="connsiteX14" fmla="*/ 0 w 2478086"/>
                <a:gd name="connsiteY14" fmla="*/ 553993 h 2305368"/>
                <a:gd name="connsiteX15" fmla="*/ 1517178 w 2478086"/>
                <a:gd name="connsiteY15" fmla="*/ 0 h 2305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78086" h="2305368">
                  <a:moveTo>
                    <a:pt x="2264828" y="682555"/>
                  </a:moveTo>
                  <a:lnTo>
                    <a:pt x="2266091" y="682956"/>
                  </a:lnTo>
                  <a:lnTo>
                    <a:pt x="2268429" y="683358"/>
                  </a:lnTo>
                  <a:lnTo>
                    <a:pt x="2264828" y="682555"/>
                  </a:lnTo>
                  <a:close/>
                  <a:moveTo>
                    <a:pt x="1517178" y="0"/>
                  </a:moveTo>
                  <a:lnTo>
                    <a:pt x="1533885" y="45647"/>
                  </a:lnTo>
                  <a:lnTo>
                    <a:pt x="1917546" y="154082"/>
                  </a:lnTo>
                  <a:cubicBezTo>
                    <a:pt x="1980094" y="223582"/>
                    <a:pt x="1999777" y="228790"/>
                    <a:pt x="2055181" y="274477"/>
                  </a:cubicBezTo>
                  <a:lnTo>
                    <a:pt x="2108057" y="201212"/>
                  </a:lnTo>
                  <a:lnTo>
                    <a:pt x="2435784" y="707576"/>
                  </a:lnTo>
                  <a:lnTo>
                    <a:pt x="2401081" y="706150"/>
                  </a:lnTo>
                  <a:lnTo>
                    <a:pt x="2409987" y="707680"/>
                  </a:lnTo>
                  <a:lnTo>
                    <a:pt x="2478086" y="711119"/>
                  </a:lnTo>
                  <a:lnTo>
                    <a:pt x="2437743" y="2305368"/>
                  </a:lnTo>
                  <a:cubicBezTo>
                    <a:pt x="1342581" y="2277654"/>
                    <a:pt x="375757" y="1583048"/>
                    <a:pt x="0" y="553993"/>
                  </a:cubicBezTo>
                  <a:lnTo>
                    <a:pt x="1517178" y="0"/>
                  </a:lnTo>
                  <a:close/>
                </a:path>
              </a:pathLst>
            </a:custGeom>
            <a:solidFill>
              <a:srgbClr val="1EA18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72">
              <a:extLst>
                <a:ext uri="{FF2B5EF4-FFF2-40B4-BE49-F238E27FC236}">
                  <a16:creationId xmlns:a16="http://schemas.microsoft.com/office/drawing/2014/main" id="{7F5E69C4-BD99-948F-A77A-E2E3999DB32B}"/>
                </a:ext>
              </a:extLst>
            </p:cNvPr>
            <p:cNvSpPr/>
            <p:nvPr/>
          </p:nvSpPr>
          <p:spPr bwMode="auto">
            <a:xfrm rot="10800000">
              <a:off x="3456717" y="404841"/>
              <a:ext cx="2676121" cy="2488033"/>
            </a:xfrm>
            <a:custGeom>
              <a:avLst/>
              <a:gdLst>
                <a:gd name="connsiteX0" fmla="*/ 977082 w 2474232"/>
                <a:gd name="connsiteY0" fmla="*/ 0 h 2302383"/>
                <a:gd name="connsiteX1" fmla="*/ 2474232 w 2474232"/>
                <a:gd name="connsiteY1" fmla="*/ 536250 h 2302383"/>
                <a:gd name="connsiteX2" fmla="*/ 54290 w 2474232"/>
                <a:gd name="connsiteY2" fmla="*/ 2302383 h 2302383"/>
                <a:gd name="connsiteX3" fmla="*/ 0 w 2474232"/>
                <a:gd name="connsiteY3" fmla="*/ 709687 h 2302383"/>
                <a:gd name="connsiteX4" fmla="*/ 44232 w 2474232"/>
                <a:gd name="connsiteY4" fmla="*/ 707454 h 2302383"/>
                <a:gd name="connsiteX5" fmla="*/ 271289 w 2474232"/>
                <a:gd name="connsiteY5" fmla="*/ 362322 h 2302383"/>
                <a:gd name="connsiteX6" fmla="*/ 431884 w 2474232"/>
                <a:gd name="connsiteY6" fmla="*/ 275556 h 2302383"/>
                <a:gd name="connsiteX7" fmla="*/ 374461 w 2474232"/>
                <a:gd name="connsiteY7" fmla="*/ 208352 h 2302383"/>
                <a:gd name="connsiteX8" fmla="*/ 956206 w 2474232"/>
                <a:gd name="connsiteY8" fmla="*/ 57038 h 2302383"/>
                <a:gd name="connsiteX0" fmla="*/ 977082 w 2474232"/>
                <a:gd name="connsiteY0" fmla="*/ 0 h 2302383"/>
                <a:gd name="connsiteX1" fmla="*/ 2474232 w 2474232"/>
                <a:gd name="connsiteY1" fmla="*/ 536250 h 2302383"/>
                <a:gd name="connsiteX2" fmla="*/ 54290 w 2474232"/>
                <a:gd name="connsiteY2" fmla="*/ 2302383 h 2302383"/>
                <a:gd name="connsiteX3" fmla="*/ 0 w 2474232"/>
                <a:gd name="connsiteY3" fmla="*/ 709687 h 2302383"/>
                <a:gd name="connsiteX4" fmla="*/ 44232 w 2474232"/>
                <a:gd name="connsiteY4" fmla="*/ 707454 h 2302383"/>
                <a:gd name="connsiteX5" fmla="*/ 261764 w 2474232"/>
                <a:gd name="connsiteY5" fmla="*/ 350416 h 2302383"/>
                <a:gd name="connsiteX6" fmla="*/ 431884 w 2474232"/>
                <a:gd name="connsiteY6" fmla="*/ 275556 h 2302383"/>
                <a:gd name="connsiteX7" fmla="*/ 374461 w 2474232"/>
                <a:gd name="connsiteY7" fmla="*/ 208352 h 2302383"/>
                <a:gd name="connsiteX8" fmla="*/ 956206 w 2474232"/>
                <a:gd name="connsiteY8" fmla="*/ 57038 h 2302383"/>
                <a:gd name="connsiteX9" fmla="*/ 977082 w 2474232"/>
                <a:gd name="connsiteY9" fmla="*/ 0 h 2302383"/>
                <a:gd name="connsiteX0" fmla="*/ 977082 w 2474232"/>
                <a:gd name="connsiteY0" fmla="*/ 0 h 2302383"/>
                <a:gd name="connsiteX1" fmla="*/ 2474232 w 2474232"/>
                <a:gd name="connsiteY1" fmla="*/ 536250 h 2302383"/>
                <a:gd name="connsiteX2" fmla="*/ 54290 w 2474232"/>
                <a:gd name="connsiteY2" fmla="*/ 2302383 h 2302383"/>
                <a:gd name="connsiteX3" fmla="*/ 0 w 2474232"/>
                <a:gd name="connsiteY3" fmla="*/ 709687 h 2302383"/>
                <a:gd name="connsiteX4" fmla="*/ 44232 w 2474232"/>
                <a:gd name="connsiteY4" fmla="*/ 707454 h 2302383"/>
                <a:gd name="connsiteX5" fmla="*/ 261764 w 2474232"/>
                <a:gd name="connsiteY5" fmla="*/ 350416 h 2302383"/>
                <a:gd name="connsiteX6" fmla="*/ 410453 w 2474232"/>
                <a:gd name="connsiteY6" fmla="*/ 263650 h 2302383"/>
                <a:gd name="connsiteX7" fmla="*/ 374461 w 2474232"/>
                <a:gd name="connsiteY7" fmla="*/ 208352 h 2302383"/>
                <a:gd name="connsiteX8" fmla="*/ 956206 w 2474232"/>
                <a:gd name="connsiteY8" fmla="*/ 57038 h 2302383"/>
                <a:gd name="connsiteX9" fmla="*/ 977082 w 2474232"/>
                <a:gd name="connsiteY9" fmla="*/ 0 h 2302383"/>
                <a:gd name="connsiteX0" fmla="*/ 977082 w 2474232"/>
                <a:gd name="connsiteY0" fmla="*/ 0 h 2302383"/>
                <a:gd name="connsiteX1" fmla="*/ 2474232 w 2474232"/>
                <a:gd name="connsiteY1" fmla="*/ 536250 h 2302383"/>
                <a:gd name="connsiteX2" fmla="*/ 54290 w 2474232"/>
                <a:gd name="connsiteY2" fmla="*/ 2302383 h 2302383"/>
                <a:gd name="connsiteX3" fmla="*/ 0 w 2474232"/>
                <a:gd name="connsiteY3" fmla="*/ 709687 h 2302383"/>
                <a:gd name="connsiteX4" fmla="*/ 44232 w 2474232"/>
                <a:gd name="connsiteY4" fmla="*/ 707454 h 2302383"/>
                <a:gd name="connsiteX5" fmla="*/ 261764 w 2474232"/>
                <a:gd name="connsiteY5" fmla="*/ 350416 h 2302383"/>
                <a:gd name="connsiteX6" fmla="*/ 410453 w 2474232"/>
                <a:gd name="connsiteY6" fmla="*/ 263650 h 2302383"/>
                <a:gd name="connsiteX7" fmla="*/ 374461 w 2474232"/>
                <a:gd name="connsiteY7" fmla="*/ 208352 h 2302383"/>
                <a:gd name="connsiteX8" fmla="*/ 956206 w 2474232"/>
                <a:gd name="connsiteY8" fmla="*/ 57038 h 2302383"/>
                <a:gd name="connsiteX9" fmla="*/ 977082 w 2474232"/>
                <a:gd name="connsiteY9" fmla="*/ 0 h 2302383"/>
                <a:gd name="connsiteX0" fmla="*/ 977082 w 2474232"/>
                <a:gd name="connsiteY0" fmla="*/ 0 h 2302383"/>
                <a:gd name="connsiteX1" fmla="*/ 2474232 w 2474232"/>
                <a:gd name="connsiteY1" fmla="*/ 536250 h 2302383"/>
                <a:gd name="connsiteX2" fmla="*/ 54290 w 2474232"/>
                <a:gd name="connsiteY2" fmla="*/ 2302383 h 2302383"/>
                <a:gd name="connsiteX3" fmla="*/ 0 w 2474232"/>
                <a:gd name="connsiteY3" fmla="*/ 709687 h 2302383"/>
                <a:gd name="connsiteX4" fmla="*/ 44232 w 2474232"/>
                <a:gd name="connsiteY4" fmla="*/ 707454 h 2302383"/>
                <a:gd name="connsiteX5" fmla="*/ 261764 w 2474232"/>
                <a:gd name="connsiteY5" fmla="*/ 350416 h 2302383"/>
                <a:gd name="connsiteX6" fmla="*/ 410453 w 2474232"/>
                <a:gd name="connsiteY6" fmla="*/ 263650 h 2302383"/>
                <a:gd name="connsiteX7" fmla="*/ 374461 w 2474232"/>
                <a:gd name="connsiteY7" fmla="*/ 208352 h 2302383"/>
                <a:gd name="connsiteX8" fmla="*/ 956206 w 2474232"/>
                <a:gd name="connsiteY8" fmla="*/ 57038 h 2302383"/>
                <a:gd name="connsiteX9" fmla="*/ 977082 w 2474232"/>
                <a:gd name="connsiteY9" fmla="*/ 0 h 2302383"/>
                <a:gd name="connsiteX0" fmla="*/ 977082 w 2474232"/>
                <a:gd name="connsiteY0" fmla="*/ 0 h 2302383"/>
                <a:gd name="connsiteX1" fmla="*/ 2474232 w 2474232"/>
                <a:gd name="connsiteY1" fmla="*/ 536250 h 2302383"/>
                <a:gd name="connsiteX2" fmla="*/ 54290 w 2474232"/>
                <a:gd name="connsiteY2" fmla="*/ 2302383 h 2302383"/>
                <a:gd name="connsiteX3" fmla="*/ 0 w 2474232"/>
                <a:gd name="connsiteY3" fmla="*/ 709687 h 2302383"/>
                <a:gd name="connsiteX4" fmla="*/ 44232 w 2474232"/>
                <a:gd name="connsiteY4" fmla="*/ 707454 h 2302383"/>
                <a:gd name="connsiteX5" fmla="*/ 261764 w 2474232"/>
                <a:gd name="connsiteY5" fmla="*/ 350416 h 2302383"/>
                <a:gd name="connsiteX6" fmla="*/ 410453 w 2474232"/>
                <a:gd name="connsiteY6" fmla="*/ 263650 h 2302383"/>
                <a:gd name="connsiteX7" fmla="*/ 374461 w 2474232"/>
                <a:gd name="connsiteY7" fmla="*/ 208352 h 2302383"/>
                <a:gd name="connsiteX8" fmla="*/ 956206 w 2474232"/>
                <a:gd name="connsiteY8" fmla="*/ 57038 h 2302383"/>
                <a:gd name="connsiteX9" fmla="*/ 977082 w 2474232"/>
                <a:gd name="connsiteY9" fmla="*/ 0 h 2302383"/>
                <a:gd name="connsiteX0" fmla="*/ 977082 w 2474232"/>
                <a:gd name="connsiteY0" fmla="*/ 0 h 2302383"/>
                <a:gd name="connsiteX1" fmla="*/ 2474232 w 2474232"/>
                <a:gd name="connsiteY1" fmla="*/ 536250 h 2302383"/>
                <a:gd name="connsiteX2" fmla="*/ 54290 w 2474232"/>
                <a:gd name="connsiteY2" fmla="*/ 2302383 h 2302383"/>
                <a:gd name="connsiteX3" fmla="*/ 0 w 2474232"/>
                <a:gd name="connsiteY3" fmla="*/ 709687 h 2302383"/>
                <a:gd name="connsiteX4" fmla="*/ 44232 w 2474232"/>
                <a:gd name="connsiteY4" fmla="*/ 707454 h 2302383"/>
                <a:gd name="connsiteX5" fmla="*/ 261764 w 2474232"/>
                <a:gd name="connsiteY5" fmla="*/ 350416 h 2302383"/>
                <a:gd name="connsiteX6" fmla="*/ 410453 w 2474232"/>
                <a:gd name="connsiteY6" fmla="*/ 263650 h 2302383"/>
                <a:gd name="connsiteX7" fmla="*/ 374461 w 2474232"/>
                <a:gd name="connsiteY7" fmla="*/ 208352 h 2302383"/>
                <a:gd name="connsiteX8" fmla="*/ 956206 w 2474232"/>
                <a:gd name="connsiteY8" fmla="*/ 57038 h 2302383"/>
                <a:gd name="connsiteX9" fmla="*/ 977082 w 2474232"/>
                <a:gd name="connsiteY9" fmla="*/ 0 h 2302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74232" h="2302383">
                  <a:moveTo>
                    <a:pt x="977082" y="0"/>
                  </a:moveTo>
                  <a:lnTo>
                    <a:pt x="2474232" y="536250"/>
                  </a:lnTo>
                  <a:cubicBezTo>
                    <a:pt x="2105680" y="1565207"/>
                    <a:pt x="1146625" y="2265148"/>
                    <a:pt x="54290" y="2302383"/>
                  </a:cubicBezTo>
                  <a:lnTo>
                    <a:pt x="0" y="709687"/>
                  </a:lnTo>
                  <a:lnTo>
                    <a:pt x="44232" y="707454"/>
                  </a:lnTo>
                  <a:lnTo>
                    <a:pt x="261764" y="350416"/>
                  </a:lnTo>
                  <a:cubicBezTo>
                    <a:pt x="311327" y="321494"/>
                    <a:pt x="320408" y="330672"/>
                    <a:pt x="410453" y="263650"/>
                  </a:cubicBezTo>
                  <a:lnTo>
                    <a:pt x="374461" y="208352"/>
                  </a:lnTo>
                  <a:lnTo>
                    <a:pt x="956206" y="57038"/>
                  </a:lnTo>
                  <a:lnTo>
                    <a:pt x="977082" y="0"/>
                  </a:lnTo>
                  <a:close/>
                </a:path>
              </a:pathLst>
            </a:custGeom>
            <a:solidFill>
              <a:srgbClr val="425166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Circle: Hollow 11">
              <a:extLst>
                <a:ext uri="{FF2B5EF4-FFF2-40B4-BE49-F238E27FC236}">
                  <a16:creationId xmlns:a16="http://schemas.microsoft.com/office/drawing/2014/main" id="{12F08B80-18ED-6E21-209C-DD003B6CA8FF}"/>
                </a:ext>
              </a:extLst>
            </p:cNvPr>
            <p:cNvSpPr/>
            <p:nvPr/>
          </p:nvSpPr>
          <p:spPr bwMode="auto">
            <a:xfrm rot="10800000">
              <a:off x="4863114" y="1973932"/>
              <a:ext cx="2589938" cy="2587631"/>
            </a:xfrm>
            <a:prstGeom prst="donut">
              <a:avLst>
                <a:gd name="adj" fmla="val 5846"/>
              </a:avLst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Circle: Hollow 10">
              <a:extLst>
                <a:ext uri="{FF2B5EF4-FFF2-40B4-BE49-F238E27FC236}">
                  <a16:creationId xmlns:a16="http://schemas.microsoft.com/office/drawing/2014/main" id="{6A165383-9B63-7BE3-A5CC-3ECCF8908F91}"/>
                </a:ext>
              </a:extLst>
            </p:cNvPr>
            <p:cNvSpPr/>
            <p:nvPr/>
          </p:nvSpPr>
          <p:spPr bwMode="auto">
            <a:xfrm rot="10800000">
              <a:off x="4701551" y="1812512"/>
              <a:ext cx="2913066" cy="2910472"/>
            </a:xfrm>
            <a:prstGeom prst="donut">
              <a:avLst>
                <a:gd name="adj" fmla="val 5846"/>
              </a:avLst>
            </a:prstGeom>
            <a:solidFill>
              <a:schemeClr val="accent2">
                <a:lumMod val="50000"/>
                <a:alpha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Circle: Hollow 13">
              <a:extLst>
                <a:ext uri="{FF2B5EF4-FFF2-40B4-BE49-F238E27FC236}">
                  <a16:creationId xmlns:a16="http://schemas.microsoft.com/office/drawing/2014/main" id="{5F260FE4-C1C5-2538-C82C-4113684F3347}"/>
                </a:ext>
              </a:extLst>
            </p:cNvPr>
            <p:cNvSpPr/>
            <p:nvPr/>
          </p:nvSpPr>
          <p:spPr bwMode="auto">
            <a:xfrm rot="10800000">
              <a:off x="4863114" y="1973932"/>
              <a:ext cx="2589938" cy="2587631"/>
            </a:xfrm>
            <a:prstGeom prst="donut">
              <a:avLst>
                <a:gd name="adj" fmla="val 5846"/>
              </a:avLst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TextBox 85">
              <a:extLst>
                <a:ext uri="{FF2B5EF4-FFF2-40B4-BE49-F238E27FC236}">
                  <a16:creationId xmlns:a16="http://schemas.microsoft.com/office/drawing/2014/main" id="{0E605C85-04CE-C89B-FC27-FF037B49E705}"/>
                </a:ext>
              </a:extLst>
            </p:cNvPr>
            <p:cNvSpPr txBox="1"/>
            <p:nvPr/>
          </p:nvSpPr>
          <p:spPr>
            <a:xfrm rot="2160000">
              <a:off x="6656155" y="1122712"/>
              <a:ext cx="1704313" cy="70788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Feature</a:t>
              </a: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Management</a:t>
              </a:r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888C0792-52E9-A093-E98D-22326089EF75}"/>
                </a:ext>
              </a:extLst>
            </p:cNvPr>
            <p:cNvSpPr/>
            <p:nvPr/>
          </p:nvSpPr>
          <p:spPr>
            <a:xfrm>
              <a:off x="4714672" y="1835782"/>
              <a:ext cx="2899945" cy="2887202"/>
            </a:xfrm>
            <a:prstGeom prst="ellipse">
              <a:avLst/>
            </a:prstGeom>
            <a:solidFill>
              <a:schemeClr val="bg1"/>
            </a:solidFill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A40ECF0B-44B7-2DC3-4EC0-7A895D4DE2CB}"/>
                </a:ext>
              </a:extLst>
            </p:cNvPr>
            <p:cNvSpPr/>
            <p:nvPr/>
          </p:nvSpPr>
          <p:spPr>
            <a:xfrm rot="12960000">
              <a:off x="6144682" y="2020461"/>
              <a:ext cx="1652512" cy="319993"/>
            </a:xfrm>
            <a:prstGeom prst="rect">
              <a:avLst/>
            </a:prstGeom>
            <a:solidFill>
              <a:srgbClr val="1EA1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715AA87E-B33C-34FC-FCF4-4231BB5678AA}"/>
                </a:ext>
              </a:extLst>
            </p:cNvPr>
            <p:cNvSpPr/>
            <p:nvPr/>
          </p:nvSpPr>
          <p:spPr>
            <a:xfrm rot="17280000">
              <a:off x="6617129" y="3574127"/>
              <a:ext cx="1652512" cy="251888"/>
            </a:xfrm>
            <a:prstGeom prst="rect">
              <a:avLst/>
            </a:prstGeom>
            <a:solidFill>
              <a:srgbClr val="9BBB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4154276B-5998-00BC-7345-BA81993815AF}"/>
                </a:ext>
              </a:extLst>
            </p:cNvPr>
            <p:cNvSpPr/>
            <p:nvPr/>
          </p:nvSpPr>
          <p:spPr>
            <a:xfrm>
              <a:off x="5348864" y="4479890"/>
              <a:ext cx="1652512" cy="251888"/>
            </a:xfrm>
            <a:prstGeom prst="rect">
              <a:avLst/>
            </a:prstGeom>
            <a:solidFill>
              <a:srgbClr val="F29B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40D163F1-C50F-50F6-7D2D-14C3EE8AFACA}"/>
                </a:ext>
              </a:extLst>
            </p:cNvPr>
            <p:cNvSpPr/>
            <p:nvPr/>
          </p:nvSpPr>
          <p:spPr>
            <a:xfrm rot="4320000">
              <a:off x="4046738" y="3538755"/>
              <a:ext cx="1652512" cy="322444"/>
            </a:xfrm>
            <a:prstGeom prst="rect">
              <a:avLst/>
            </a:prstGeom>
            <a:solidFill>
              <a:srgbClr val="B537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2ACE6E78-3553-5B79-8DA9-BC3D4F4D46EC}"/>
                </a:ext>
              </a:extLst>
            </p:cNvPr>
            <p:cNvSpPr/>
            <p:nvPr/>
          </p:nvSpPr>
          <p:spPr>
            <a:xfrm rot="8640000">
              <a:off x="4538351" y="2022797"/>
              <a:ext cx="1652512" cy="317411"/>
            </a:xfrm>
            <a:prstGeom prst="rect">
              <a:avLst/>
            </a:prstGeom>
            <a:solidFill>
              <a:srgbClr val="4251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FC180402-AAD0-C5AA-4019-162B29EC0FA2}"/>
                </a:ext>
              </a:extLst>
            </p:cNvPr>
            <p:cNvSpPr/>
            <p:nvPr/>
          </p:nvSpPr>
          <p:spPr>
            <a:xfrm>
              <a:off x="6394329" y="1648857"/>
              <a:ext cx="1080000" cy="1080000"/>
            </a:xfrm>
            <a:prstGeom prst="ellipse">
              <a:avLst/>
            </a:prstGeom>
            <a:solidFill>
              <a:srgbClr val="136C5A"/>
            </a:solidFill>
            <a:ln w="1016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CA524161-7D3C-0E69-5FF0-6E8D43087507}"/>
                </a:ext>
              </a:extLst>
            </p:cNvPr>
            <p:cNvSpPr/>
            <p:nvPr/>
          </p:nvSpPr>
          <p:spPr>
            <a:xfrm>
              <a:off x="6869661" y="3184760"/>
              <a:ext cx="1080000" cy="1080000"/>
            </a:xfrm>
            <a:prstGeom prst="ellipse">
              <a:avLst/>
            </a:prstGeom>
            <a:solidFill>
              <a:srgbClr val="5F7339"/>
            </a:solidFill>
            <a:ln w="1016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9E9F8744-BAAC-1BF2-FD36-727BA0E72C87}"/>
                </a:ext>
              </a:extLst>
            </p:cNvPr>
            <p:cNvSpPr/>
            <p:nvPr/>
          </p:nvSpPr>
          <p:spPr>
            <a:xfrm>
              <a:off x="5661368" y="4032644"/>
              <a:ext cx="1080000" cy="1080000"/>
            </a:xfrm>
            <a:prstGeom prst="ellipse">
              <a:avLst/>
            </a:prstGeom>
            <a:solidFill>
              <a:srgbClr val="9B6319"/>
            </a:solidFill>
            <a:ln w="1016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1421E92B-F228-3FA6-1DF5-81917E963E15}"/>
                </a:ext>
              </a:extLst>
            </p:cNvPr>
            <p:cNvSpPr/>
            <p:nvPr/>
          </p:nvSpPr>
          <p:spPr>
            <a:xfrm>
              <a:off x="4389935" y="3137507"/>
              <a:ext cx="1080000" cy="1080000"/>
            </a:xfrm>
            <a:prstGeom prst="ellipse">
              <a:avLst/>
            </a:prstGeom>
            <a:solidFill>
              <a:srgbClr val="78241E"/>
            </a:solidFill>
            <a:ln w="1016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898AAC4E-67E0-40D4-065C-ED8C5052F5F3}"/>
                </a:ext>
              </a:extLst>
            </p:cNvPr>
            <p:cNvSpPr/>
            <p:nvPr/>
          </p:nvSpPr>
          <p:spPr>
            <a:xfrm>
              <a:off x="4823643" y="1710137"/>
              <a:ext cx="1080000" cy="1080000"/>
            </a:xfrm>
            <a:prstGeom prst="ellipse">
              <a:avLst/>
            </a:prstGeom>
            <a:solidFill>
              <a:srgbClr val="07090B"/>
            </a:solidFill>
            <a:ln w="1016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Pentágono regular 24">
              <a:extLst>
                <a:ext uri="{FF2B5EF4-FFF2-40B4-BE49-F238E27FC236}">
                  <a16:creationId xmlns:a16="http://schemas.microsoft.com/office/drawing/2014/main" id="{45C37432-B835-7D07-362B-021D80B5A890}"/>
                </a:ext>
              </a:extLst>
            </p:cNvPr>
            <p:cNvSpPr/>
            <p:nvPr/>
          </p:nvSpPr>
          <p:spPr>
            <a:xfrm>
              <a:off x="4784444" y="1811324"/>
              <a:ext cx="2790401" cy="2631809"/>
            </a:xfrm>
            <a:prstGeom prst="pentagon">
              <a:avLst/>
            </a:prstGeom>
            <a:solidFill>
              <a:schemeClr val="bg1"/>
            </a:solidFill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1E66D52D-A638-10E2-BB74-44EE32E8D3DF}"/>
                </a:ext>
              </a:extLst>
            </p:cNvPr>
            <p:cNvGrpSpPr/>
            <p:nvPr/>
          </p:nvGrpSpPr>
          <p:grpSpPr>
            <a:xfrm>
              <a:off x="4896403" y="1951795"/>
              <a:ext cx="2557171" cy="2387324"/>
              <a:chOff x="4928539" y="2020392"/>
              <a:chExt cx="2449132" cy="2298898"/>
            </a:xfrm>
          </p:grpSpPr>
          <p:sp>
            <p:nvSpPr>
              <p:cNvPr id="29" name="Pentágono regular 28">
                <a:extLst>
                  <a:ext uri="{FF2B5EF4-FFF2-40B4-BE49-F238E27FC236}">
                    <a16:creationId xmlns:a16="http://schemas.microsoft.com/office/drawing/2014/main" id="{94D7F72A-5D91-4EA4-CB65-140C725FDE26}"/>
                  </a:ext>
                </a:extLst>
              </p:cNvPr>
              <p:cNvSpPr/>
              <p:nvPr/>
            </p:nvSpPr>
            <p:spPr>
              <a:xfrm>
                <a:off x="4928539" y="2020392"/>
                <a:ext cx="2449132" cy="2298898"/>
              </a:xfrm>
              <a:prstGeom prst="pentagon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31" name="Imagen 30" descr="Logotipo&#10;&#10;El contenido generado por IA puede ser incorrecto.">
                <a:extLst>
                  <a:ext uri="{FF2B5EF4-FFF2-40B4-BE49-F238E27FC236}">
                    <a16:creationId xmlns:a16="http://schemas.microsoft.com/office/drawing/2014/main" id="{CEBCA36B-8D25-7505-1C42-AB98E21EED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60444" y="2500383"/>
                <a:ext cx="1594297" cy="1315343"/>
              </a:xfrm>
              <a:prstGeom prst="rect">
                <a:avLst/>
              </a:prstGeom>
            </p:spPr>
          </p:pic>
        </p:grp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22437D97-223D-A3FB-B9A4-52744B449FDA}"/>
                </a:ext>
              </a:extLst>
            </p:cNvPr>
            <p:cNvSpPr/>
            <p:nvPr/>
          </p:nvSpPr>
          <p:spPr>
            <a:xfrm>
              <a:off x="6572185" y="1844160"/>
              <a:ext cx="720000" cy="720000"/>
            </a:xfrm>
            <a:prstGeom prst="ellipse">
              <a:avLst/>
            </a:prstGeom>
            <a:solidFill>
              <a:srgbClr val="1EA185"/>
            </a:solidFill>
            <a:ln w="1016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extBox 85">
              <a:extLst>
                <a:ext uri="{FF2B5EF4-FFF2-40B4-BE49-F238E27FC236}">
                  <a16:creationId xmlns:a16="http://schemas.microsoft.com/office/drawing/2014/main" id="{B661B1D8-69B1-CA8E-9B55-A522323850F0}"/>
                </a:ext>
              </a:extLst>
            </p:cNvPr>
            <p:cNvSpPr txBox="1"/>
            <p:nvPr/>
          </p:nvSpPr>
          <p:spPr>
            <a:xfrm rot="6720000">
              <a:off x="7471494" y="3754913"/>
              <a:ext cx="1765227" cy="70788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Evaluation</a:t>
              </a: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Configuration</a:t>
              </a: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E6C2C1EB-540F-3901-B9C6-BA52F9D879EB}"/>
                </a:ext>
              </a:extLst>
            </p:cNvPr>
            <p:cNvSpPr/>
            <p:nvPr/>
          </p:nvSpPr>
          <p:spPr>
            <a:xfrm>
              <a:off x="7047517" y="3380063"/>
              <a:ext cx="720000" cy="720000"/>
            </a:xfrm>
            <a:prstGeom prst="ellipse">
              <a:avLst/>
            </a:prstGeom>
            <a:solidFill>
              <a:srgbClr val="9BBB5C"/>
            </a:solidFill>
            <a:ln w="1016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B987A19E-7DE6-75D2-9045-D728C428CEED}"/>
                </a:ext>
              </a:extLst>
            </p:cNvPr>
            <p:cNvSpPr/>
            <p:nvPr/>
          </p:nvSpPr>
          <p:spPr>
            <a:xfrm>
              <a:off x="5839224" y="4227947"/>
              <a:ext cx="720000" cy="720000"/>
            </a:xfrm>
            <a:prstGeom prst="ellipse">
              <a:avLst/>
            </a:prstGeom>
            <a:solidFill>
              <a:srgbClr val="F29B25"/>
            </a:solidFill>
            <a:ln w="1016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TextBox 85">
              <a:extLst>
                <a:ext uri="{FF2B5EF4-FFF2-40B4-BE49-F238E27FC236}">
                  <a16:creationId xmlns:a16="http://schemas.microsoft.com/office/drawing/2014/main" id="{7CD63DAC-1334-15EF-2A74-AE6CC224A518}"/>
                </a:ext>
              </a:extLst>
            </p:cNvPr>
            <p:cNvSpPr txBox="1"/>
            <p:nvPr/>
          </p:nvSpPr>
          <p:spPr>
            <a:xfrm rot="10800000">
              <a:off x="5480727" y="5175387"/>
              <a:ext cx="1388522" cy="70788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Feature</a:t>
              </a: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Evaluation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763F7C4D-2F56-E842-AFB3-06BC42BA4216}"/>
                </a:ext>
              </a:extLst>
            </p:cNvPr>
            <p:cNvSpPr/>
            <p:nvPr/>
          </p:nvSpPr>
          <p:spPr>
            <a:xfrm>
              <a:off x="4567791" y="3332810"/>
              <a:ext cx="720000" cy="720000"/>
            </a:xfrm>
            <a:prstGeom prst="ellipse">
              <a:avLst/>
            </a:prstGeom>
            <a:solidFill>
              <a:srgbClr val="B5372D"/>
            </a:solidFill>
            <a:ln w="1016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85">
              <a:extLst>
                <a:ext uri="{FF2B5EF4-FFF2-40B4-BE49-F238E27FC236}">
                  <a16:creationId xmlns:a16="http://schemas.microsoft.com/office/drawing/2014/main" id="{F43736B0-9904-C505-5902-9961C3AE1911}"/>
                </a:ext>
              </a:extLst>
            </p:cNvPr>
            <p:cNvSpPr txBox="1"/>
            <p:nvPr/>
          </p:nvSpPr>
          <p:spPr>
            <a:xfrm rot="14880000">
              <a:off x="3235808" y="3852754"/>
              <a:ext cx="1449436" cy="4001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Integration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42963E77-964F-7EF1-8827-A3B48B524F43}"/>
                </a:ext>
              </a:extLst>
            </p:cNvPr>
            <p:cNvSpPr/>
            <p:nvPr/>
          </p:nvSpPr>
          <p:spPr>
            <a:xfrm>
              <a:off x="5001499" y="1905440"/>
              <a:ext cx="720000" cy="720000"/>
            </a:xfrm>
            <a:prstGeom prst="ellipse">
              <a:avLst/>
            </a:prstGeom>
            <a:solidFill>
              <a:srgbClr val="425166"/>
            </a:solidFill>
            <a:ln w="1016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TextBox 85">
              <a:extLst>
                <a:ext uri="{FF2B5EF4-FFF2-40B4-BE49-F238E27FC236}">
                  <a16:creationId xmlns:a16="http://schemas.microsoft.com/office/drawing/2014/main" id="{4660D2FF-CE8F-2B66-8EDF-65177EE8901D}"/>
                </a:ext>
              </a:extLst>
            </p:cNvPr>
            <p:cNvSpPr txBox="1"/>
            <p:nvPr/>
          </p:nvSpPr>
          <p:spPr>
            <a:xfrm rot="19440000">
              <a:off x="3898805" y="1108950"/>
              <a:ext cx="1821332" cy="70788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Pricing-driven</a:t>
              </a: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Automation</a:t>
              </a:r>
            </a:p>
          </p:txBody>
        </p:sp>
        <p:pic>
          <p:nvPicPr>
            <p:cNvPr id="45" name="Gráfico 44">
              <a:extLst>
                <a:ext uri="{FF2B5EF4-FFF2-40B4-BE49-F238E27FC236}">
                  <a16:creationId xmlns:a16="http://schemas.microsoft.com/office/drawing/2014/main" id="{B9EE9926-C1B3-964C-6D74-3BFA657B9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40378" y="3515292"/>
              <a:ext cx="375674" cy="375674"/>
            </a:xfrm>
            <a:prstGeom prst="rect">
              <a:avLst/>
            </a:prstGeom>
          </p:spPr>
        </p:pic>
        <p:pic>
          <p:nvPicPr>
            <p:cNvPr id="46" name="Gráfico 45">
              <a:extLst>
                <a:ext uri="{FF2B5EF4-FFF2-40B4-BE49-F238E27FC236}">
                  <a16:creationId xmlns:a16="http://schemas.microsoft.com/office/drawing/2014/main" id="{09AFEB47-C24B-D3DC-9B74-24F05538E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0800000">
              <a:off x="5934942" y="4339118"/>
              <a:ext cx="518631" cy="518631"/>
            </a:xfrm>
            <a:prstGeom prst="rect">
              <a:avLst/>
            </a:prstGeom>
          </p:spPr>
        </p:pic>
        <p:pic>
          <p:nvPicPr>
            <p:cNvPr id="47" name="Gráfico 46">
              <a:extLst>
                <a:ext uri="{FF2B5EF4-FFF2-40B4-BE49-F238E27FC236}">
                  <a16:creationId xmlns:a16="http://schemas.microsoft.com/office/drawing/2014/main" id="{35DF9596-621C-EAB6-CB38-4AFE492F8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6720000">
              <a:off x="7190923" y="3507254"/>
              <a:ext cx="490552" cy="490552"/>
            </a:xfrm>
            <a:prstGeom prst="rect">
              <a:avLst/>
            </a:prstGeom>
          </p:spPr>
        </p:pic>
        <p:pic>
          <p:nvPicPr>
            <p:cNvPr id="48" name="Gráfico 47">
              <a:extLst>
                <a:ext uri="{FF2B5EF4-FFF2-40B4-BE49-F238E27FC236}">
                  <a16:creationId xmlns:a16="http://schemas.microsoft.com/office/drawing/2014/main" id="{B88AF865-BB80-0601-58D8-09898408C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2160000">
              <a:off x="6680957" y="1954091"/>
              <a:ext cx="517427" cy="517427"/>
            </a:xfrm>
            <a:prstGeom prst="rect">
              <a:avLst/>
            </a:prstGeom>
          </p:spPr>
        </p:pic>
        <p:grpSp>
          <p:nvGrpSpPr>
            <p:cNvPr id="49" name="Grupo 48">
              <a:extLst>
                <a:ext uri="{FF2B5EF4-FFF2-40B4-BE49-F238E27FC236}">
                  <a16:creationId xmlns:a16="http://schemas.microsoft.com/office/drawing/2014/main" id="{722A308C-FDF9-01B4-753D-8B16CEDA7DB7}"/>
                </a:ext>
              </a:extLst>
            </p:cNvPr>
            <p:cNvGrpSpPr/>
            <p:nvPr/>
          </p:nvGrpSpPr>
          <p:grpSpPr>
            <a:xfrm>
              <a:off x="5155859" y="1883039"/>
              <a:ext cx="411608" cy="586329"/>
              <a:chOff x="5155859" y="1883039"/>
              <a:chExt cx="411608" cy="586329"/>
            </a:xfrm>
          </p:grpSpPr>
          <p:pic>
            <p:nvPicPr>
              <p:cNvPr id="50" name="Gráfico 49">
                <a:extLst>
                  <a:ext uri="{FF2B5EF4-FFF2-40B4-BE49-F238E27FC236}">
                    <a16:creationId xmlns:a16="http://schemas.microsoft.com/office/drawing/2014/main" id="{D3399608-82C7-09BA-064A-52BA92EF95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5155859" y="2067653"/>
                <a:ext cx="401715" cy="401715"/>
              </a:xfrm>
              <a:prstGeom prst="rect">
                <a:avLst/>
              </a:prstGeom>
            </p:spPr>
          </p:pic>
          <p:sp>
            <p:nvSpPr>
              <p:cNvPr id="51" name="Elipse 50">
                <a:extLst>
                  <a:ext uri="{FF2B5EF4-FFF2-40B4-BE49-F238E27FC236}">
                    <a16:creationId xmlns:a16="http://schemas.microsoft.com/office/drawing/2014/main" id="{0C975384-6F84-4DD5-7D27-595F5C39D536}"/>
                  </a:ext>
                </a:extLst>
              </p:cNvPr>
              <p:cNvSpPr/>
              <p:nvPr/>
            </p:nvSpPr>
            <p:spPr>
              <a:xfrm>
                <a:off x="5331967" y="2046981"/>
                <a:ext cx="235500" cy="253446"/>
              </a:xfrm>
              <a:prstGeom prst="ellipse">
                <a:avLst/>
              </a:prstGeom>
              <a:solidFill>
                <a:srgbClr val="425166"/>
              </a:solidFill>
              <a:ln w="1016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105C6B6D-08FA-19CE-2A5E-A6790FD059F1}"/>
                  </a:ext>
                </a:extLst>
              </p:cNvPr>
              <p:cNvSpPr txBox="1"/>
              <p:nvPr/>
            </p:nvSpPr>
            <p:spPr>
              <a:xfrm>
                <a:off x="5274715" y="1883039"/>
                <a:ext cx="1778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chemeClr val="bg1"/>
                    </a:solidFill>
                    <a:latin typeface="Aharoni" panose="02010803020104030203" pitchFamily="2" charset="-79"/>
                    <a:ea typeface="Roboto" panose="02000000000000000000" pitchFamily="2" charset="0"/>
                    <a:cs typeface="Aharoni" panose="02010803020104030203" pitchFamily="2" charset="-79"/>
                  </a:rPr>
                  <a:t>$</a:t>
                </a:r>
                <a:endParaRPr lang="en-US" sz="3600" b="1" dirty="0">
                  <a:solidFill>
                    <a:schemeClr val="bg1"/>
                  </a:solidFill>
                  <a:latin typeface="Aharoni" panose="02010803020104030203" pitchFamily="2" charset="-79"/>
                  <a:ea typeface="Roboto" panose="02000000000000000000" pitchFamily="2" charset="0"/>
                  <a:cs typeface="Aharoni" panose="02010803020104030203" pitchFamily="2" charset="-79"/>
                </a:endParaRPr>
              </a:p>
            </p:txBody>
          </p:sp>
        </p:grpSp>
      </p:grpSp>
      <p:grpSp>
        <p:nvGrpSpPr>
          <p:cNvPr id="76" name="Grupo 75">
            <a:extLst>
              <a:ext uri="{FF2B5EF4-FFF2-40B4-BE49-F238E27FC236}">
                <a16:creationId xmlns:a16="http://schemas.microsoft.com/office/drawing/2014/main" id="{38F24C7C-1D58-3450-CFC3-344CBE38637E}"/>
              </a:ext>
            </a:extLst>
          </p:cNvPr>
          <p:cNvGrpSpPr/>
          <p:nvPr/>
        </p:nvGrpSpPr>
        <p:grpSpPr>
          <a:xfrm>
            <a:off x="5617036" y="459559"/>
            <a:ext cx="6684499" cy="6293320"/>
            <a:chOff x="5617036" y="459559"/>
            <a:chExt cx="6684499" cy="6293320"/>
          </a:xfrm>
        </p:grpSpPr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218B0B50-87D6-5819-BD92-68D8FEA2116B}"/>
                </a:ext>
              </a:extLst>
            </p:cNvPr>
            <p:cNvGrpSpPr/>
            <p:nvPr/>
          </p:nvGrpSpPr>
          <p:grpSpPr>
            <a:xfrm rot="5400000">
              <a:off x="6277345" y="2362387"/>
              <a:ext cx="6293320" cy="2487664"/>
              <a:chOff x="5902525" y="2328627"/>
              <a:chExt cx="6293320" cy="2487664"/>
            </a:xfrm>
          </p:grpSpPr>
          <p:sp>
            <p:nvSpPr>
              <p:cNvPr id="56" name="Google Shape;251;p20">
                <a:extLst>
                  <a:ext uri="{FF2B5EF4-FFF2-40B4-BE49-F238E27FC236}">
                    <a16:creationId xmlns:a16="http://schemas.microsoft.com/office/drawing/2014/main" id="{225E8F87-A699-422C-090F-6972F7FE197A}"/>
                  </a:ext>
                </a:extLst>
              </p:cNvPr>
              <p:cNvSpPr/>
              <p:nvPr/>
            </p:nvSpPr>
            <p:spPr>
              <a:xfrm>
                <a:off x="5902525" y="3732035"/>
                <a:ext cx="2160000" cy="1080000"/>
              </a:xfrm>
              <a:custGeom>
                <a:avLst/>
                <a:gdLst/>
                <a:ahLst/>
                <a:cxnLst/>
                <a:rect l="l" t="t" r="r" b="b"/>
                <a:pathLst>
                  <a:path w="40553" h="21408" extrusionOk="0">
                    <a:moveTo>
                      <a:pt x="0" y="3287"/>
                    </a:moveTo>
                    <a:cubicBezTo>
                      <a:pt x="1095" y="13467"/>
                      <a:pt x="9739" y="21408"/>
                      <a:pt x="20205" y="21408"/>
                    </a:cubicBezTo>
                    <a:cubicBezTo>
                      <a:pt x="31433" y="21408"/>
                      <a:pt x="40553" y="12288"/>
                      <a:pt x="40553" y="1072"/>
                    </a:cubicBezTo>
                    <a:cubicBezTo>
                      <a:pt x="40553" y="477"/>
                      <a:pt x="40077" y="1"/>
                      <a:pt x="39481" y="1"/>
                    </a:cubicBezTo>
                    <a:cubicBezTo>
                      <a:pt x="38886" y="1"/>
                      <a:pt x="38410" y="477"/>
                      <a:pt x="38410" y="1072"/>
                    </a:cubicBezTo>
                    <a:cubicBezTo>
                      <a:pt x="38410" y="11097"/>
                      <a:pt x="30230" y="19265"/>
                      <a:pt x="20205" y="19265"/>
                    </a:cubicBezTo>
                    <a:cubicBezTo>
                      <a:pt x="10871" y="19265"/>
                      <a:pt x="3167" y="12216"/>
                      <a:pt x="2119" y="3156"/>
                    </a:cubicBezTo>
                    <a:cubicBezTo>
                      <a:pt x="1762" y="3358"/>
                      <a:pt x="1369" y="3465"/>
                      <a:pt x="929" y="3465"/>
                    </a:cubicBezTo>
                    <a:cubicBezTo>
                      <a:pt x="607" y="3477"/>
                      <a:pt x="274" y="3406"/>
                      <a:pt x="0" y="328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lang="en-US" sz="2400" dirty="0"/>
              </a:p>
            </p:txBody>
          </p:sp>
          <p:sp>
            <p:nvSpPr>
              <p:cNvPr id="57" name="Google Shape;248;p20">
                <a:extLst>
                  <a:ext uri="{FF2B5EF4-FFF2-40B4-BE49-F238E27FC236}">
                    <a16:creationId xmlns:a16="http://schemas.microsoft.com/office/drawing/2014/main" id="{A56220AD-0B5B-DD73-C816-F7C8846C17E4}"/>
                  </a:ext>
                </a:extLst>
              </p:cNvPr>
              <p:cNvSpPr/>
              <p:nvPr/>
            </p:nvSpPr>
            <p:spPr>
              <a:xfrm>
                <a:off x="6082525" y="2816933"/>
                <a:ext cx="1800000" cy="1800000"/>
              </a:xfrm>
              <a:custGeom>
                <a:avLst/>
                <a:gdLst/>
                <a:ahLst/>
                <a:cxnLst/>
                <a:rect l="l" t="t" r="r" b="b"/>
                <a:pathLst>
                  <a:path w="32839" h="32827" extrusionOk="0">
                    <a:moveTo>
                      <a:pt x="16420" y="1918"/>
                    </a:moveTo>
                    <a:cubicBezTo>
                      <a:pt x="24433" y="1918"/>
                      <a:pt x="30922" y="8406"/>
                      <a:pt x="30922" y="16407"/>
                    </a:cubicBezTo>
                    <a:cubicBezTo>
                      <a:pt x="30922" y="24420"/>
                      <a:pt x="24421" y="30909"/>
                      <a:pt x="16420" y="30909"/>
                    </a:cubicBezTo>
                    <a:cubicBezTo>
                      <a:pt x="8419" y="30909"/>
                      <a:pt x="1930" y="24420"/>
                      <a:pt x="1930" y="16407"/>
                    </a:cubicBezTo>
                    <a:cubicBezTo>
                      <a:pt x="1930" y="8406"/>
                      <a:pt x="8419" y="1918"/>
                      <a:pt x="16420" y="1918"/>
                    </a:cubicBezTo>
                    <a:close/>
                    <a:moveTo>
                      <a:pt x="16420" y="1"/>
                    </a:moveTo>
                    <a:cubicBezTo>
                      <a:pt x="7371" y="1"/>
                      <a:pt x="1" y="7359"/>
                      <a:pt x="1" y="16407"/>
                    </a:cubicBezTo>
                    <a:cubicBezTo>
                      <a:pt x="1" y="25456"/>
                      <a:pt x="7371" y="32826"/>
                      <a:pt x="16420" y="32826"/>
                    </a:cubicBezTo>
                    <a:cubicBezTo>
                      <a:pt x="25468" y="32826"/>
                      <a:pt x="32838" y="25456"/>
                      <a:pt x="32838" y="16407"/>
                    </a:cubicBezTo>
                    <a:cubicBezTo>
                      <a:pt x="32838" y="7359"/>
                      <a:pt x="25468" y="1"/>
                      <a:pt x="16420" y="1"/>
                    </a:cubicBezTo>
                    <a:close/>
                  </a:path>
                </a:pathLst>
              </a:custGeom>
              <a:solidFill>
                <a:srgbClr val="E2E2E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lang="en-US" sz="2400" dirty="0"/>
              </a:p>
            </p:txBody>
          </p:sp>
          <p:pic>
            <p:nvPicPr>
              <p:cNvPr id="58" name="Imagen 57" descr="Imagen que contiene dibujo, plato&#10;&#10;El contenido generado por IA puede ser incorrecto.">
                <a:extLst>
                  <a:ext uri="{FF2B5EF4-FFF2-40B4-BE49-F238E27FC236}">
                    <a16:creationId xmlns:a16="http://schemas.microsoft.com/office/drawing/2014/main" id="{D432F0E7-670B-9846-337B-38C6334591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589" r="79979" b="18857"/>
              <a:stretch>
                <a:fillRect/>
              </a:stretch>
            </p:blipFill>
            <p:spPr>
              <a:xfrm rot="16200000">
                <a:off x="6577092" y="3294480"/>
                <a:ext cx="793739" cy="890047"/>
              </a:xfrm>
              <a:prstGeom prst="rect">
                <a:avLst/>
              </a:prstGeom>
            </p:spPr>
          </p:pic>
          <p:sp>
            <p:nvSpPr>
              <p:cNvPr id="62" name="Google Shape;253;p20">
                <a:extLst>
                  <a:ext uri="{FF2B5EF4-FFF2-40B4-BE49-F238E27FC236}">
                    <a16:creationId xmlns:a16="http://schemas.microsoft.com/office/drawing/2014/main" id="{4B0FA07E-54D6-891A-E2BB-337018E4D07A}"/>
                  </a:ext>
                </a:extLst>
              </p:cNvPr>
              <p:cNvSpPr/>
              <p:nvPr/>
            </p:nvSpPr>
            <p:spPr>
              <a:xfrm>
                <a:off x="7968872" y="2328627"/>
                <a:ext cx="2160000" cy="1080000"/>
              </a:xfrm>
              <a:custGeom>
                <a:avLst/>
                <a:gdLst/>
                <a:ahLst/>
                <a:cxnLst/>
                <a:rect l="l" t="t" r="r" b="b"/>
                <a:pathLst>
                  <a:path w="40554" h="21408" extrusionOk="0">
                    <a:moveTo>
                      <a:pt x="2132" y="18252"/>
                    </a:moveTo>
                    <a:cubicBezTo>
                      <a:pt x="3168" y="9204"/>
                      <a:pt x="10883" y="2131"/>
                      <a:pt x="20217" y="2131"/>
                    </a:cubicBezTo>
                    <a:cubicBezTo>
                      <a:pt x="30243" y="2131"/>
                      <a:pt x="38410" y="10311"/>
                      <a:pt x="38410" y="20336"/>
                    </a:cubicBezTo>
                    <a:cubicBezTo>
                      <a:pt x="38410" y="20931"/>
                      <a:pt x="38886" y="21407"/>
                      <a:pt x="39482" y="21407"/>
                    </a:cubicBezTo>
                    <a:cubicBezTo>
                      <a:pt x="40077" y="21407"/>
                      <a:pt x="40553" y="20931"/>
                      <a:pt x="40553" y="20336"/>
                    </a:cubicBezTo>
                    <a:cubicBezTo>
                      <a:pt x="40553" y="9120"/>
                      <a:pt x="31433" y="0"/>
                      <a:pt x="20217" y="0"/>
                    </a:cubicBezTo>
                    <a:cubicBezTo>
                      <a:pt x="9752" y="0"/>
                      <a:pt x="1096" y="7941"/>
                      <a:pt x="1" y="18121"/>
                    </a:cubicBezTo>
                    <a:cubicBezTo>
                      <a:pt x="298" y="18002"/>
                      <a:pt x="608" y="17931"/>
                      <a:pt x="953" y="17931"/>
                    </a:cubicBezTo>
                    <a:cubicBezTo>
                      <a:pt x="1370" y="17931"/>
                      <a:pt x="1775" y="18050"/>
                      <a:pt x="2132" y="1825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lang="en-US" sz="2400" dirty="0"/>
              </a:p>
            </p:txBody>
          </p:sp>
          <p:sp>
            <p:nvSpPr>
              <p:cNvPr id="63" name="Google Shape;248;p20">
                <a:extLst>
                  <a:ext uri="{FF2B5EF4-FFF2-40B4-BE49-F238E27FC236}">
                    <a16:creationId xmlns:a16="http://schemas.microsoft.com/office/drawing/2014/main" id="{B5D173DF-4910-ECE2-8F6E-DE5E6011A468}"/>
                  </a:ext>
                </a:extLst>
              </p:cNvPr>
              <p:cNvSpPr/>
              <p:nvPr/>
            </p:nvSpPr>
            <p:spPr>
              <a:xfrm>
                <a:off x="8149498" y="2528582"/>
                <a:ext cx="1800000" cy="1800000"/>
              </a:xfrm>
              <a:custGeom>
                <a:avLst/>
                <a:gdLst/>
                <a:ahLst/>
                <a:cxnLst/>
                <a:rect l="l" t="t" r="r" b="b"/>
                <a:pathLst>
                  <a:path w="32839" h="32827" extrusionOk="0">
                    <a:moveTo>
                      <a:pt x="16420" y="1918"/>
                    </a:moveTo>
                    <a:cubicBezTo>
                      <a:pt x="24433" y="1918"/>
                      <a:pt x="30922" y="8406"/>
                      <a:pt x="30922" y="16407"/>
                    </a:cubicBezTo>
                    <a:cubicBezTo>
                      <a:pt x="30922" y="24420"/>
                      <a:pt x="24421" y="30909"/>
                      <a:pt x="16420" y="30909"/>
                    </a:cubicBezTo>
                    <a:cubicBezTo>
                      <a:pt x="8419" y="30909"/>
                      <a:pt x="1930" y="24420"/>
                      <a:pt x="1930" y="16407"/>
                    </a:cubicBezTo>
                    <a:cubicBezTo>
                      <a:pt x="1930" y="8406"/>
                      <a:pt x="8419" y="1918"/>
                      <a:pt x="16420" y="1918"/>
                    </a:cubicBezTo>
                    <a:close/>
                    <a:moveTo>
                      <a:pt x="16420" y="1"/>
                    </a:moveTo>
                    <a:cubicBezTo>
                      <a:pt x="7371" y="1"/>
                      <a:pt x="1" y="7359"/>
                      <a:pt x="1" y="16407"/>
                    </a:cubicBezTo>
                    <a:cubicBezTo>
                      <a:pt x="1" y="25456"/>
                      <a:pt x="7371" y="32826"/>
                      <a:pt x="16420" y="32826"/>
                    </a:cubicBezTo>
                    <a:cubicBezTo>
                      <a:pt x="25468" y="32826"/>
                      <a:pt x="32838" y="25456"/>
                      <a:pt x="32838" y="16407"/>
                    </a:cubicBezTo>
                    <a:cubicBezTo>
                      <a:pt x="32838" y="7359"/>
                      <a:pt x="25468" y="1"/>
                      <a:pt x="16420" y="1"/>
                    </a:cubicBezTo>
                    <a:close/>
                  </a:path>
                </a:pathLst>
              </a:custGeom>
              <a:solidFill>
                <a:srgbClr val="E2E2E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lang="en-US" sz="2400" dirty="0"/>
              </a:p>
            </p:txBody>
          </p:sp>
          <p:pic>
            <p:nvPicPr>
              <p:cNvPr id="64" name="Imagen 63" descr="Logotipo&#10;&#10;El contenido generado por IA puede ser incorrecto.">
                <a:extLst>
                  <a:ext uri="{FF2B5EF4-FFF2-40B4-BE49-F238E27FC236}">
                    <a16:creationId xmlns:a16="http://schemas.microsoft.com/office/drawing/2014/main" id="{3DE00C7C-252F-20DE-4658-352371AA3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8" t="11934" r="66073" b="12581"/>
              <a:stretch>
                <a:fillRect/>
              </a:stretch>
            </p:blipFill>
            <p:spPr>
              <a:xfrm rot="16200000">
                <a:off x="8548128" y="2911736"/>
                <a:ext cx="1009477" cy="983226"/>
              </a:xfrm>
              <a:prstGeom prst="rect">
                <a:avLst/>
              </a:prstGeom>
            </p:spPr>
          </p:pic>
          <p:sp>
            <p:nvSpPr>
              <p:cNvPr id="68" name="Google Shape;255;p20">
                <a:extLst>
                  <a:ext uri="{FF2B5EF4-FFF2-40B4-BE49-F238E27FC236}">
                    <a16:creationId xmlns:a16="http://schemas.microsoft.com/office/drawing/2014/main" id="{C726A4BB-8D14-AF3C-F33D-9B217DADAFA1}"/>
                  </a:ext>
                </a:extLst>
              </p:cNvPr>
              <p:cNvSpPr/>
              <p:nvPr/>
            </p:nvSpPr>
            <p:spPr>
              <a:xfrm>
                <a:off x="10035845" y="3736291"/>
                <a:ext cx="2160000" cy="1080000"/>
              </a:xfrm>
              <a:custGeom>
                <a:avLst/>
                <a:gdLst/>
                <a:ahLst/>
                <a:cxnLst/>
                <a:rect l="l" t="t" r="r" b="b"/>
                <a:pathLst>
                  <a:path w="40565" h="21408" extrusionOk="0">
                    <a:moveTo>
                      <a:pt x="0" y="3287"/>
                    </a:moveTo>
                    <a:cubicBezTo>
                      <a:pt x="1108" y="13467"/>
                      <a:pt x="9751" y="21408"/>
                      <a:pt x="20217" y="21408"/>
                    </a:cubicBezTo>
                    <a:cubicBezTo>
                      <a:pt x="31433" y="21408"/>
                      <a:pt x="40565" y="12288"/>
                      <a:pt x="40565" y="1072"/>
                    </a:cubicBezTo>
                    <a:cubicBezTo>
                      <a:pt x="40565" y="477"/>
                      <a:pt x="40089" y="1"/>
                      <a:pt x="39493" y="1"/>
                    </a:cubicBezTo>
                    <a:cubicBezTo>
                      <a:pt x="38898" y="1"/>
                      <a:pt x="38410" y="477"/>
                      <a:pt x="38410" y="1072"/>
                    </a:cubicBezTo>
                    <a:cubicBezTo>
                      <a:pt x="38410" y="11097"/>
                      <a:pt x="30242" y="19265"/>
                      <a:pt x="20217" y="19265"/>
                    </a:cubicBezTo>
                    <a:cubicBezTo>
                      <a:pt x="10883" y="19265"/>
                      <a:pt x="3179" y="12216"/>
                      <a:pt x="2131" y="3156"/>
                    </a:cubicBezTo>
                    <a:cubicBezTo>
                      <a:pt x="1774" y="3358"/>
                      <a:pt x="1369" y="3465"/>
                      <a:pt x="941" y="3465"/>
                    </a:cubicBezTo>
                    <a:cubicBezTo>
                      <a:pt x="619" y="3477"/>
                      <a:pt x="286" y="3406"/>
                      <a:pt x="0" y="3287"/>
                    </a:cubicBezTo>
                    <a:close/>
                  </a:path>
                </a:pathLst>
              </a:custGeom>
              <a:solidFill>
                <a:srgbClr val="DC56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lang="en-US" sz="2400" dirty="0">
                  <a:solidFill>
                    <a:srgbClr val="DC56A9"/>
                  </a:solidFill>
                </a:endParaRPr>
              </a:p>
            </p:txBody>
          </p:sp>
          <p:sp>
            <p:nvSpPr>
              <p:cNvPr id="69" name="Google Shape;248;p20">
                <a:extLst>
                  <a:ext uri="{FF2B5EF4-FFF2-40B4-BE49-F238E27FC236}">
                    <a16:creationId xmlns:a16="http://schemas.microsoft.com/office/drawing/2014/main" id="{08F55B99-B3AE-85F2-F483-ADB91E0038C2}"/>
                  </a:ext>
                </a:extLst>
              </p:cNvPr>
              <p:cNvSpPr/>
              <p:nvPr/>
            </p:nvSpPr>
            <p:spPr>
              <a:xfrm>
                <a:off x="10215845" y="2827940"/>
                <a:ext cx="1800000" cy="1800000"/>
              </a:xfrm>
              <a:custGeom>
                <a:avLst/>
                <a:gdLst/>
                <a:ahLst/>
                <a:cxnLst/>
                <a:rect l="l" t="t" r="r" b="b"/>
                <a:pathLst>
                  <a:path w="32839" h="32827" extrusionOk="0">
                    <a:moveTo>
                      <a:pt x="16420" y="1918"/>
                    </a:moveTo>
                    <a:cubicBezTo>
                      <a:pt x="24433" y="1918"/>
                      <a:pt x="30922" y="8406"/>
                      <a:pt x="30922" y="16407"/>
                    </a:cubicBezTo>
                    <a:cubicBezTo>
                      <a:pt x="30922" y="24420"/>
                      <a:pt x="24421" y="30909"/>
                      <a:pt x="16420" y="30909"/>
                    </a:cubicBezTo>
                    <a:cubicBezTo>
                      <a:pt x="8419" y="30909"/>
                      <a:pt x="1930" y="24420"/>
                      <a:pt x="1930" y="16407"/>
                    </a:cubicBezTo>
                    <a:cubicBezTo>
                      <a:pt x="1930" y="8406"/>
                      <a:pt x="8419" y="1918"/>
                      <a:pt x="16420" y="1918"/>
                    </a:cubicBezTo>
                    <a:close/>
                    <a:moveTo>
                      <a:pt x="16420" y="1"/>
                    </a:moveTo>
                    <a:cubicBezTo>
                      <a:pt x="7371" y="1"/>
                      <a:pt x="1" y="7359"/>
                      <a:pt x="1" y="16407"/>
                    </a:cubicBezTo>
                    <a:cubicBezTo>
                      <a:pt x="1" y="25456"/>
                      <a:pt x="7371" y="32826"/>
                      <a:pt x="16420" y="32826"/>
                    </a:cubicBezTo>
                    <a:cubicBezTo>
                      <a:pt x="25468" y="32826"/>
                      <a:pt x="32838" y="25456"/>
                      <a:pt x="32838" y="16407"/>
                    </a:cubicBezTo>
                    <a:cubicBezTo>
                      <a:pt x="32838" y="7359"/>
                      <a:pt x="25468" y="1"/>
                      <a:pt x="16420" y="1"/>
                    </a:cubicBezTo>
                    <a:close/>
                  </a:path>
                </a:pathLst>
              </a:custGeom>
              <a:solidFill>
                <a:srgbClr val="E2E2E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lang="en-US" sz="2400" dirty="0"/>
              </a:p>
            </p:txBody>
          </p:sp>
          <p:pic>
            <p:nvPicPr>
              <p:cNvPr id="71" name="Imagen 70" descr="Texto, Logotipo&#10;&#10;El contenido generado por IA puede ser incorrecto.">
                <a:extLst>
                  <a:ext uri="{FF2B5EF4-FFF2-40B4-BE49-F238E27FC236}">
                    <a16:creationId xmlns:a16="http://schemas.microsoft.com/office/drawing/2014/main" id="{2E80728F-0A10-CB2B-CE95-F5A9429AE3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2248" t="35968" r="1374" b="36367"/>
              <a:stretch>
                <a:fillRect/>
              </a:stretch>
            </p:blipFill>
            <p:spPr>
              <a:xfrm rot="16200000">
                <a:off x="10608602" y="3271192"/>
                <a:ext cx="1003423" cy="941674"/>
              </a:xfrm>
              <a:prstGeom prst="rect">
                <a:avLst/>
              </a:prstGeom>
            </p:spPr>
          </p:pic>
        </p:grpSp>
        <p:sp>
          <p:nvSpPr>
            <p:cNvPr id="73" name="Google Shape;235;p20">
              <a:extLst>
                <a:ext uri="{FF2B5EF4-FFF2-40B4-BE49-F238E27FC236}">
                  <a16:creationId xmlns:a16="http://schemas.microsoft.com/office/drawing/2014/main" id="{66A636D4-CADD-E7A1-9EBF-1AD46C9B4096}"/>
                </a:ext>
              </a:extLst>
            </p:cNvPr>
            <p:cNvSpPr/>
            <p:nvPr/>
          </p:nvSpPr>
          <p:spPr>
            <a:xfrm>
              <a:off x="6401927" y="966798"/>
              <a:ext cx="1734800" cy="67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2800" b="1" dirty="0" err="1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DevCycle</a:t>
              </a:r>
              <a:r>
                <a:rPr lang="en-US" sz="5333" b="1" dirty="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</p:txBody>
        </p:sp>
        <p:sp>
          <p:nvSpPr>
            <p:cNvPr id="74" name="Google Shape;237;p20">
              <a:extLst>
                <a:ext uri="{FF2B5EF4-FFF2-40B4-BE49-F238E27FC236}">
                  <a16:creationId xmlns:a16="http://schemas.microsoft.com/office/drawing/2014/main" id="{3348DCD8-2AFD-FA29-2CFC-04AF127DEB87}"/>
                </a:ext>
              </a:extLst>
            </p:cNvPr>
            <p:cNvSpPr/>
            <p:nvPr/>
          </p:nvSpPr>
          <p:spPr>
            <a:xfrm>
              <a:off x="5617036" y="5246179"/>
              <a:ext cx="2723311" cy="67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2800" b="1" dirty="0" err="1">
                  <a:solidFill>
                    <a:srgbClr val="DC56A9"/>
                  </a:solidFill>
                  <a:latin typeface="Roboto"/>
                  <a:ea typeface="Roboto"/>
                  <a:cs typeface="Roboto"/>
                  <a:sym typeface="Roboto"/>
                </a:rPr>
                <a:t>LaunchDarkly</a:t>
              </a:r>
              <a:r>
                <a:rPr lang="en-US" sz="5333" b="1" dirty="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</p:txBody>
        </p:sp>
        <p:sp>
          <p:nvSpPr>
            <p:cNvPr id="75" name="Google Shape;236;p20">
              <a:extLst>
                <a:ext uri="{FF2B5EF4-FFF2-40B4-BE49-F238E27FC236}">
                  <a16:creationId xmlns:a16="http://schemas.microsoft.com/office/drawing/2014/main" id="{394FCAD8-FF13-17B7-756C-6B59A7AB6359}"/>
                </a:ext>
              </a:extLst>
            </p:cNvPr>
            <p:cNvSpPr/>
            <p:nvPr/>
          </p:nvSpPr>
          <p:spPr>
            <a:xfrm>
              <a:off x="10566735" y="3090600"/>
              <a:ext cx="1734800" cy="67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2800" b="1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Unleash</a:t>
              </a:r>
              <a:r>
                <a:rPr lang="en-US" sz="5333" b="1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11771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HORIZON: a Classification and Comparison Framework </a:t>
            </a:r>
            <a:br>
              <a:rPr lang="en-US" sz="3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Pricing-driven Feature Toggling</a:t>
            </a:r>
            <a:endParaRPr lang="en-US" sz="3000" b="1" noProof="0" dirty="0">
              <a:solidFill>
                <a:schemeClr val="bg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4145139"/>
            <a:ext cx="12189884" cy="747126"/>
          </a:xfrm>
        </p:spPr>
        <p:txBody>
          <a:bodyPr>
            <a:noAutofit/>
          </a:bodyPr>
          <a:lstStyle/>
          <a:p>
            <a:r>
              <a:rPr lang="en-US" sz="2000" u="sng" noProof="0" dirty="0">
                <a:latin typeface="Calibri" panose="020F0502020204030204" pitchFamily="34" charset="0"/>
                <a:cs typeface="Calibri" panose="020F0502020204030204" pitchFamily="34" charset="0"/>
              </a:rPr>
              <a:t>Alejandro García-Fernández</a:t>
            </a:r>
            <a:r>
              <a:rPr lang="en-US" sz="20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(agarcia29@us.es)</a:t>
            </a:r>
            <a:endParaRPr lang="en-US" sz="2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Universidad de Sevilla, Seville, Spain</a:t>
            </a:r>
            <a:endParaRPr lang="en-US" sz="2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AB3030-9C34-524D-A7B2-EC150209F1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16" y="5554025"/>
            <a:ext cx="12189884" cy="560388"/>
          </a:xfrm>
        </p:spPr>
        <p:txBody>
          <a:bodyPr/>
          <a:lstStyle/>
          <a:p>
            <a:endParaRPr lang="en-US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July 3</a:t>
            </a:r>
            <a:r>
              <a:rPr lang="en-US" baseline="30000" dirty="0" err="1">
                <a:latin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, 2025</a:t>
            </a:r>
          </a:p>
        </p:txBody>
      </p:sp>
      <p:pic>
        <p:nvPicPr>
          <p:cNvPr id="9" name="Imagen 8" descr="Imagen de la pantalla de un celular con letras&#10;&#10;Descripción generada automáticamente con confianza media">
            <a:extLst>
              <a:ext uri="{FF2B5EF4-FFF2-40B4-BE49-F238E27FC236}">
                <a16:creationId xmlns:a16="http://schemas.microsoft.com/office/drawing/2014/main" id="{D62B2DF5-D19B-31E4-4F0A-7E12B512A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300" y="5909621"/>
            <a:ext cx="4597400" cy="87925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169082D-9457-103F-8E33-DB015B38547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4" b="38296"/>
          <a:stretch/>
        </p:blipFill>
        <p:spPr>
          <a:xfrm>
            <a:off x="3916753" y="246971"/>
            <a:ext cx="4358494" cy="850494"/>
          </a:xfrm>
          <a:prstGeom prst="rect">
            <a:avLst/>
          </a:prstGeom>
        </p:spPr>
      </p:pic>
      <p:pic>
        <p:nvPicPr>
          <p:cNvPr id="5" name="Imagen 4" descr="Código QR&#10;&#10;El contenido generado por IA puede ser incorrecto.">
            <a:extLst>
              <a:ext uri="{FF2B5EF4-FFF2-40B4-BE49-F238E27FC236}">
                <a16:creationId xmlns:a16="http://schemas.microsoft.com/office/drawing/2014/main" id="{F2524E1D-EEEB-4B3A-4968-38C7E7D2A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730" y="3822297"/>
            <a:ext cx="2897703" cy="289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457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22.9|3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22.9|3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22.9|3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22.9|3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22.9|3.7"/>
</p:tagLst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27878</TotalTime>
  <Words>2720</Words>
  <Application>Microsoft Macintosh PowerPoint</Application>
  <PresentationFormat>Panorámica</PresentationFormat>
  <Paragraphs>536</Paragraphs>
  <Slides>43</Slides>
  <Notes>39</Notes>
  <HiddenSlides>15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52" baseType="lpstr">
      <vt:lpstr>Abadi</vt:lpstr>
      <vt:lpstr>Aharoni</vt:lpstr>
      <vt:lpstr>Aptos</vt:lpstr>
      <vt:lpstr>Arial</vt:lpstr>
      <vt:lpstr>Arial Black</vt:lpstr>
      <vt:lpstr>Arial Narrow</vt:lpstr>
      <vt:lpstr>Calibri</vt:lpstr>
      <vt:lpstr>Roboto</vt:lpstr>
      <vt:lpstr>isa-v2</vt:lpstr>
      <vt:lpstr>HORIZON: a Classification and Comparison Framework  for Pricing-driven Feature Toggling</vt:lpstr>
      <vt:lpstr>Presentación de PowerPoint</vt:lpstr>
      <vt:lpstr>Presentación de PowerPoint</vt:lpstr>
      <vt:lpstr>User-oriented Pricings</vt:lpstr>
      <vt:lpstr>User-oriented Pricings</vt:lpstr>
      <vt:lpstr>User-oriented Pricings</vt:lpstr>
      <vt:lpstr>User-oriented Pricings</vt:lpstr>
      <vt:lpstr>User-oriented Pricings</vt:lpstr>
      <vt:lpstr>How to Measure the Complexity of a Pricing?</vt:lpstr>
      <vt:lpstr>Traditional DevOps life cyle</vt:lpstr>
      <vt:lpstr>Traditional DevOps life cyle</vt:lpstr>
      <vt:lpstr>Traditional DevOps life cyle</vt:lpstr>
      <vt:lpstr>Pricing-driven Development and Operation of SaaS</vt:lpstr>
      <vt:lpstr>Pricing-driven Self-adaptation</vt:lpstr>
      <vt:lpstr>Pricing-driven Self-adaptation</vt:lpstr>
      <vt:lpstr>Traditional DevOps Life Cycle</vt:lpstr>
      <vt:lpstr>Traditional DevOps Life Cycle</vt:lpstr>
      <vt:lpstr>Pricing-driven Development and Operation of SaaS</vt:lpstr>
      <vt:lpstr>Pricing-driven Development and Operation of SaaS</vt:lpstr>
      <vt:lpstr>Pricing-driven Self-adaptation</vt:lpstr>
      <vt:lpstr>Pricing-driven Self-adaptation</vt:lpstr>
      <vt:lpstr>Feature Toggles</vt:lpstr>
      <vt:lpstr>Anatomy of a feature toggle</vt:lpstr>
      <vt:lpstr>Anatomy of a feature toggle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HORIZON: a Classification and Comparison Framework  for Pricing-driven Feature Toggling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SCORE MAYO 2025 - AGF</dc:title>
  <dc:subject/>
  <dc:creator>ALEJANDRO GARCÍA FERNÁNDEZ</dc:creator>
  <cp:keywords/>
  <dc:description/>
  <cp:lastModifiedBy>ALEJANDRO GARCIA FERNANDEZ</cp:lastModifiedBy>
  <cp:revision>198</cp:revision>
  <cp:lastPrinted>2025-06-11T17:16:36Z</cp:lastPrinted>
  <dcterms:created xsi:type="dcterms:W3CDTF">2022-08-04T07:42:23Z</dcterms:created>
  <dcterms:modified xsi:type="dcterms:W3CDTF">2025-07-03T07:37:09Z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