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tags/tag4.xml" ContentType="application/vnd.openxmlformats-officedocument.presentationml.tags+xml"/>
  <Override PartName="/ppt/notesSlides/notesSlide18.xml" ContentType="application/vnd.openxmlformats-officedocument.presentationml.notesSlide+xml"/>
  <Override PartName="/ppt/tags/tag5.xml" ContentType="application/vnd.openxmlformats-officedocument.presentationml.tags+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tags/tag9.xml" ContentType="application/vnd.openxmlformats-officedocument.presentationml.tags+xml"/>
  <Override PartName="/ppt/notesSlides/notesSlide23.xml" ContentType="application/vnd.openxmlformats-officedocument.presentationml.notesSlide+xml"/>
  <Override PartName="/ppt/tags/tag10.xml" ContentType="application/vnd.openxmlformats-officedocument.presentationml.tags+xml"/>
  <Override PartName="/ppt/notesSlides/notesSlide24.xml" ContentType="application/vnd.openxmlformats-officedocument.presentationml.notesSlide+xml"/>
  <Override PartName="/ppt/tags/tag11.xml" ContentType="application/vnd.openxmlformats-officedocument.presentationml.tags+xml"/>
  <Override PartName="/ppt/notesSlides/notesSlide25.xml" ContentType="application/vnd.openxmlformats-officedocument.presentationml.notesSlide+xml"/>
  <Override PartName="/ppt/tags/tag12.xml" ContentType="application/vnd.openxmlformats-officedocument.presentationml.tags+xml"/>
  <Override PartName="/ppt/notesSlides/notesSlide26.xml" ContentType="application/vnd.openxmlformats-officedocument.presentationml.notesSlide+xml"/>
  <Override PartName="/ppt/tags/tag13.xml" ContentType="application/vnd.openxmlformats-officedocument.presentationml.tags+xml"/>
  <Override PartName="/ppt/notesSlides/notesSlide27.xml" ContentType="application/vnd.openxmlformats-officedocument.presentationml.notesSlide+xml"/>
  <Override PartName="/ppt/tags/tag14.xml" ContentType="application/vnd.openxmlformats-officedocument.presentationml.tags+xml"/>
  <Override PartName="/ppt/notesSlides/notesSlide28.xml" ContentType="application/vnd.openxmlformats-officedocument.presentationml.notesSlide+xml"/>
  <Override PartName="/ppt/tags/tag15.xml" ContentType="application/vnd.openxmlformats-officedocument.presentationml.tags+xml"/>
  <Override PartName="/ppt/notesSlides/notesSlide29.xml" ContentType="application/vnd.openxmlformats-officedocument.presentationml.notesSlide+xml"/>
  <Override PartName="/ppt/tags/tag16.xml" ContentType="application/vnd.openxmlformats-officedocument.presentationml.tags+xml"/>
  <Override PartName="/ppt/notesSlides/notesSlide30.xml" ContentType="application/vnd.openxmlformats-officedocument.presentationml.notesSlide+xml"/>
  <Override PartName="/ppt/tags/tag17.xml" ContentType="application/vnd.openxmlformats-officedocument.presentationml.tags+xml"/>
  <Override PartName="/ppt/notesSlides/notesSlide31.xml" ContentType="application/vnd.openxmlformats-officedocument.presentationml.notesSlide+xml"/>
  <Override PartName="/ppt/tags/tag18.xml" ContentType="application/vnd.openxmlformats-officedocument.presentationml.tags+xml"/>
  <Override PartName="/ppt/notesSlides/notesSlide32.xml" ContentType="application/vnd.openxmlformats-officedocument.presentationml.notesSlide+xml"/>
  <Override PartName="/ppt/tags/tag19.xml" ContentType="application/vnd.openxmlformats-officedocument.presentationml.tags+xml"/>
  <Override PartName="/ppt/notesSlides/notesSlide33.xml" ContentType="application/vnd.openxmlformats-officedocument.presentationml.notesSlide+xml"/>
  <Override PartName="/ppt/tags/tag20.xml" ContentType="application/vnd.openxmlformats-officedocument.presentationml.tags+xml"/>
  <Override PartName="/ppt/notesSlides/notesSlide34.xml" ContentType="application/vnd.openxmlformats-officedocument.presentationml.notesSlide+xml"/>
  <Override PartName="/ppt/tags/tag21.xml" ContentType="application/vnd.openxmlformats-officedocument.presentationml.tags+xml"/>
  <Override PartName="/ppt/notesSlides/notesSlide35.xml" ContentType="application/vnd.openxmlformats-officedocument.presentationml.notesSlide+xml"/>
  <Override PartName="/ppt/tags/tag22.xml" ContentType="application/vnd.openxmlformats-officedocument.presentationml.tags+xml"/>
  <Override PartName="/ppt/notesSlides/notesSlide36.xml" ContentType="application/vnd.openxmlformats-officedocument.presentationml.notesSlide+xml"/>
  <Override PartName="/ppt/tags/tag23.xml" ContentType="application/vnd.openxmlformats-officedocument.presentationml.tags+xml"/>
  <Override PartName="/ppt/notesSlides/notesSlide37.xml" ContentType="application/vnd.openxmlformats-officedocument.presentationml.notesSlide+xml"/>
  <Override PartName="/ppt/tags/tag24.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4"/>
    <p:sldMasterId id="2147483702" r:id="rId5"/>
  </p:sldMasterIdLst>
  <p:notesMasterIdLst>
    <p:notesMasterId r:id="rId63"/>
  </p:notesMasterIdLst>
  <p:sldIdLst>
    <p:sldId id="1068" r:id="rId6"/>
    <p:sldId id="1169" r:id="rId7"/>
    <p:sldId id="1063" r:id="rId8"/>
    <p:sldId id="1303" r:id="rId9"/>
    <p:sldId id="1304" r:id="rId10"/>
    <p:sldId id="1305" r:id="rId11"/>
    <p:sldId id="1306" r:id="rId12"/>
    <p:sldId id="1307" r:id="rId13"/>
    <p:sldId id="1347" r:id="rId14"/>
    <p:sldId id="1348" r:id="rId15"/>
    <p:sldId id="1345" r:id="rId16"/>
    <p:sldId id="1346" r:id="rId17"/>
    <p:sldId id="986" r:id="rId18"/>
    <p:sldId id="1041" r:id="rId19"/>
    <p:sldId id="1356" r:id="rId20"/>
    <p:sldId id="1047" r:id="rId21"/>
    <p:sldId id="1048" r:id="rId22"/>
    <p:sldId id="1030" r:id="rId23"/>
    <p:sldId id="992" r:id="rId24"/>
    <p:sldId id="1156" r:id="rId25"/>
    <p:sldId id="1157" r:id="rId26"/>
    <p:sldId id="1052" r:id="rId27"/>
    <p:sldId id="1145" r:id="rId28"/>
    <p:sldId id="1146" r:id="rId29"/>
    <p:sldId id="1147" r:id="rId30"/>
    <p:sldId id="1148" r:id="rId31"/>
    <p:sldId id="1144" r:id="rId32"/>
    <p:sldId id="1053" r:id="rId33"/>
    <p:sldId id="1061" r:id="rId34"/>
    <p:sldId id="1129" r:id="rId35"/>
    <p:sldId id="1130" r:id="rId36"/>
    <p:sldId id="1131" r:id="rId37"/>
    <p:sldId id="1355" r:id="rId38"/>
    <p:sldId id="1054" r:id="rId39"/>
    <p:sldId id="1055" r:id="rId40"/>
    <p:sldId id="1149" r:id="rId41"/>
    <p:sldId id="1067" r:id="rId42"/>
    <p:sldId id="1350" r:id="rId43"/>
    <p:sldId id="1056" r:id="rId44"/>
    <p:sldId id="1042" r:id="rId45"/>
    <p:sldId id="1296" r:id="rId46"/>
    <p:sldId id="1338" r:id="rId47"/>
    <p:sldId id="1351" r:id="rId48"/>
    <p:sldId id="1343" r:id="rId49"/>
    <p:sldId id="1354" r:id="rId50"/>
    <p:sldId id="275" r:id="rId51"/>
    <p:sldId id="1352" r:id="rId52"/>
    <p:sldId id="1299" r:id="rId53"/>
    <p:sldId id="1319" r:id="rId54"/>
    <p:sldId id="1326" r:id="rId55"/>
    <p:sldId id="1320" r:id="rId56"/>
    <p:sldId id="1325" r:id="rId57"/>
    <p:sldId id="1324" r:id="rId58"/>
    <p:sldId id="1322" r:id="rId59"/>
    <p:sldId id="1327" r:id="rId60"/>
    <p:sldId id="1323" r:id="rId61"/>
    <p:sldId id="1349" r:id="rId6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0A16B4CC-B549-D54C-A631-F8C99AAA0C4A}">
          <p14:sldIdLst>
            <p14:sldId id="1068"/>
            <p14:sldId id="1169"/>
            <p14:sldId id="1063"/>
            <p14:sldId id="1303"/>
            <p14:sldId id="1304"/>
            <p14:sldId id="1305"/>
            <p14:sldId id="1306"/>
            <p14:sldId id="1307"/>
            <p14:sldId id="1347"/>
            <p14:sldId id="1348"/>
            <p14:sldId id="1345"/>
            <p14:sldId id="1346"/>
            <p14:sldId id="986"/>
            <p14:sldId id="1041"/>
            <p14:sldId id="1356"/>
            <p14:sldId id="1047"/>
            <p14:sldId id="1048"/>
            <p14:sldId id="1030"/>
            <p14:sldId id="992"/>
            <p14:sldId id="1156"/>
            <p14:sldId id="1157"/>
            <p14:sldId id="1052"/>
            <p14:sldId id="1145"/>
            <p14:sldId id="1146"/>
            <p14:sldId id="1147"/>
            <p14:sldId id="1148"/>
            <p14:sldId id="1144"/>
            <p14:sldId id="1053"/>
            <p14:sldId id="1061"/>
            <p14:sldId id="1129"/>
            <p14:sldId id="1130"/>
            <p14:sldId id="1131"/>
            <p14:sldId id="1355"/>
            <p14:sldId id="1054"/>
            <p14:sldId id="1055"/>
            <p14:sldId id="1149"/>
            <p14:sldId id="1067"/>
            <p14:sldId id="1350"/>
            <p14:sldId id="1056"/>
            <p14:sldId id="1042"/>
            <p14:sldId id="1296"/>
            <p14:sldId id="1338"/>
            <p14:sldId id="1351"/>
            <p14:sldId id="1343"/>
            <p14:sldId id="1354"/>
            <p14:sldId id="275"/>
            <p14:sldId id="1352"/>
            <p14:sldId id="1299"/>
            <p14:sldId id="1319"/>
            <p14:sldId id="1326"/>
            <p14:sldId id="1320"/>
            <p14:sldId id="1325"/>
            <p14:sldId id="1324"/>
            <p14:sldId id="1322"/>
            <p14:sldId id="1327"/>
            <p14:sldId id="1323"/>
            <p14:sldId id="1349"/>
          </p14:sldIdLst>
        </p14:section>
        <p14:section name="Not Used" id="{0DA54BD1-BC22-6B44-9A2A-4A2076BFA9BC}">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UEL RESINAS ARIAS DE REYNA" initials="MRADR" lastIdx="13" clrIdx="0">
    <p:extLst>
      <p:ext uri="{19B8F6BF-5375-455C-9EA6-DF929625EA0E}">
        <p15:presenceInfo xmlns:p15="http://schemas.microsoft.com/office/powerpoint/2012/main" userId="S::resinas@us.es::03212896-fb2f-4e95-9dcf-71df1a9d8c3f" providerId="AD"/>
      </p:ext>
    </p:extLst>
  </p:cmAuthor>
  <p:cmAuthor id="2" name="MARIA SALAS URBANO" initials="MSU" lastIdx="3" clrIdx="1">
    <p:extLst>
      <p:ext uri="{19B8F6BF-5375-455C-9EA6-DF929625EA0E}">
        <p15:presenceInfo xmlns:p15="http://schemas.microsoft.com/office/powerpoint/2012/main" userId="MARIA SALAS URBANO" providerId="None"/>
      </p:ext>
    </p:extLst>
  </p:cmAuthor>
  <p:cmAuthor id="3" name="CRISTINA CABANILLAS MACIAS" initials="CCM" lastIdx="1" clrIdx="2">
    <p:extLst>
      <p:ext uri="{19B8F6BF-5375-455C-9EA6-DF929625EA0E}">
        <p15:presenceInfo xmlns:p15="http://schemas.microsoft.com/office/powerpoint/2012/main" userId="S::cristinacabanillas@us.es::4532e087-6711-4360-a25b-0477b7cdd7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E0029"/>
    <a:srgbClr val="B3043E"/>
    <a:srgbClr val="141414"/>
    <a:srgbClr val="E1EFD8"/>
    <a:srgbClr val="2BA1D6"/>
    <a:srgbClr val="09B4A1"/>
    <a:srgbClr val="15877D"/>
    <a:srgbClr val="DEEAF6"/>
    <a:srgbClr val="FFF1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925"/>
    <p:restoredTop sz="75229" autoAdjust="0"/>
  </p:normalViewPr>
  <p:slideViewPr>
    <p:cSldViewPr snapToGrid="0">
      <p:cViewPr varScale="1">
        <p:scale>
          <a:sx n="114" d="100"/>
          <a:sy n="114" d="100"/>
        </p:scale>
        <p:origin x="65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CAPITAN AGUDO" userId="980b7999-e74f-4f56-a266-9ba6edcfe5c4" providerId="ADAL" clId="{31FF1FBB-2049-4830-A560-D2CD864BB7FA}"/>
    <pc:docChg chg="modSld">
      <pc:chgData name="CARLOS CAPITAN AGUDO" userId="980b7999-e74f-4f56-a266-9ba6edcfe5c4" providerId="ADAL" clId="{31FF1FBB-2049-4830-A560-D2CD864BB7FA}" dt="2022-08-31T10:38:16.502" v="0" actId="790"/>
      <pc:docMkLst>
        <pc:docMk/>
      </pc:docMkLst>
      <pc:sldChg chg="modSp mod">
        <pc:chgData name="CARLOS CAPITAN AGUDO" userId="980b7999-e74f-4f56-a266-9ba6edcfe5c4" providerId="ADAL" clId="{31FF1FBB-2049-4830-A560-D2CD864BB7FA}" dt="2022-08-31T10:38:16.502" v="0" actId="790"/>
        <pc:sldMkLst>
          <pc:docMk/>
          <pc:sldMk cId="3734372838" sldId="258"/>
        </pc:sldMkLst>
        <pc:spChg chg="mod">
          <ac:chgData name="CARLOS CAPITAN AGUDO" userId="980b7999-e74f-4f56-a266-9ba6edcfe5c4" providerId="ADAL" clId="{31FF1FBB-2049-4830-A560-D2CD864BB7FA}" dt="2022-08-31T10:38:16.502" v="0" actId="790"/>
          <ac:spMkLst>
            <pc:docMk/>
            <pc:sldMk cId="3734372838" sldId="258"/>
            <ac:spMk id="3" creationId="{D211045E-AC80-E20D-BE35-B301D0A49093}"/>
          </ac:spMkLst>
        </pc:spChg>
      </pc:sldChg>
    </pc:docChg>
  </pc:docChgLst>
  <pc:docChgLst>
    <pc:chgData name="CARLOS CAPITAN AGUDO" userId="7470a26b-2ca6-48dd-8711-9f6fe180d110" providerId="ADAL" clId="{B11F04B0-802D-46C2-AAB3-B4AF7F7A1556}"/>
    <pc:docChg chg="custSel modSld">
      <pc:chgData name="CARLOS CAPITAN AGUDO" userId="7470a26b-2ca6-48dd-8711-9f6fe180d110" providerId="ADAL" clId="{B11F04B0-802D-46C2-AAB3-B4AF7F7A1556}" dt="2023-11-22T10:15:19.247" v="6" actId="255"/>
      <pc:docMkLst>
        <pc:docMk/>
      </pc:docMkLst>
      <pc:sldChg chg="modSp mod">
        <pc:chgData name="CARLOS CAPITAN AGUDO" userId="7470a26b-2ca6-48dd-8711-9f6fe180d110" providerId="ADAL" clId="{B11F04B0-802D-46C2-AAB3-B4AF7F7A1556}" dt="2023-11-22T10:15:19.247" v="6" actId="255"/>
        <pc:sldMkLst>
          <pc:docMk/>
          <pc:sldMk cId="449090455" sldId="274"/>
        </pc:sldMkLst>
        <pc:spChg chg="mod">
          <ac:chgData name="CARLOS CAPITAN AGUDO" userId="7470a26b-2ca6-48dd-8711-9f6fe180d110" providerId="ADAL" clId="{B11F04B0-802D-46C2-AAB3-B4AF7F7A1556}" dt="2023-11-22T10:15:19.247" v="6" actId="255"/>
          <ac:spMkLst>
            <pc:docMk/>
            <pc:sldMk cId="449090455" sldId="274"/>
            <ac:spMk id="3" creationId="{E14437BA-DD72-CF79-E681-A4CE962A635F}"/>
          </ac:spMkLst>
        </pc:spChg>
      </pc:sldChg>
    </pc:docChg>
  </pc:docChgLst>
  <pc:docChgLst>
    <pc:chgData name="CRISTINA CABANILLAS MACIAS" userId="4532e087-6711-4360-a25b-0477b7cdd7fc" providerId="ADAL" clId="{040CCEEE-EEBB-2E43-959B-2578DE4CFD2E}"/>
    <pc:docChg chg="custSel modSld">
      <pc:chgData name="CRISTINA CABANILLAS MACIAS" userId="4532e087-6711-4360-a25b-0477b7cdd7fc" providerId="ADAL" clId="{040CCEEE-EEBB-2E43-959B-2578DE4CFD2E}" dt="2022-09-01T09:48:05.238" v="1"/>
      <pc:docMkLst>
        <pc:docMk/>
      </pc:docMkLst>
      <pc:sldChg chg="addCm modCm">
        <pc:chgData name="CRISTINA CABANILLAS MACIAS" userId="4532e087-6711-4360-a25b-0477b7cdd7fc" providerId="ADAL" clId="{040CCEEE-EEBB-2E43-959B-2578DE4CFD2E}" dt="2022-09-01T09:48:05.238" v="1"/>
        <pc:sldMkLst>
          <pc:docMk/>
          <pc:sldMk cId="3109341825" sldId="273"/>
        </pc:sldMkLst>
      </pc:sldChg>
    </pc:docChg>
  </pc:docChgLst>
  <pc:docChgLst>
    <pc:chgData name="MANUEL RESINAS ARIAS DE REYNA" userId="03212896-fb2f-4e95-9dcf-71df1a9d8c3f" providerId="ADAL" clId="{4E6A6E5D-AF4E-CC49-90A9-95E176D4B863}"/>
    <pc:docChg chg="modSld">
      <pc:chgData name="MANUEL RESINAS ARIAS DE REYNA" userId="03212896-fb2f-4e95-9dcf-71df1a9d8c3f" providerId="ADAL" clId="{4E6A6E5D-AF4E-CC49-90A9-95E176D4B863}" dt="2022-08-31T11:58:07.145" v="11" actId="20577"/>
      <pc:docMkLst>
        <pc:docMk/>
      </pc:docMkLst>
      <pc:sldChg chg="addCm">
        <pc:chgData name="MANUEL RESINAS ARIAS DE REYNA" userId="03212896-fb2f-4e95-9dcf-71df1a9d8c3f" providerId="ADAL" clId="{4E6A6E5D-AF4E-CC49-90A9-95E176D4B863}" dt="2022-08-31T11:40:46.343" v="0" actId="1589"/>
        <pc:sldMkLst>
          <pc:docMk/>
          <pc:sldMk cId="3734372838" sldId="258"/>
        </pc:sldMkLst>
      </pc:sldChg>
      <pc:sldChg chg="addCm">
        <pc:chgData name="MANUEL RESINAS ARIAS DE REYNA" userId="03212896-fb2f-4e95-9dcf-71df1a9d8c3f" providerId="ADAL" clId="{4E6A6E5D-AF4E-CC49-90A9-95E176D4B863}" dt="2022-08-31T11:42:38.378" v="1" actId="1589"/>
        <pc:sldMkLst>
          <pc:docMk/>
          <pc:sldMk cId="4178259536" sldId="259"/>
        </pc:sldMkLst>
      </pc:sldChg>
      <pc:sldChg chg="addCm">
        <pc:chgData name="MANUEL RESINAS ARIAS DE REYNA" userId="03212896-fb2f-4e95-9dcf-71df1a9d8c3f" providerId="ADAL" clId="{4E6A6E5D-AF4E-CC49-90A9-95E176D4B863}" dt="2022-08-31T11:45:55.779" v="3" actId="1589"/>
        <pc:sldMkLst>
          <pc:docMk/>
          <pc:sldMk cId="269184996" sldId="260"/>
        </pc:sldMkLst>
      </pc:sldChg>
      <pc:sldChg chg="addCm">
        <pc:chgData name="MANUEL RESINAS ARIAS DE REYNA" userId="03212896-fb2f-4e95-9dcf-71df1a9d8c3f" providerId="ADAL" clId="{4E6A6E5D-AF4E-CC49-90A9-95E176D4B863}" dt="2022-08-31T11:46:46.310" v="4" actId="1589"/>
        <pc:sldMkLst>
          <pc:docMk/>
          <pc:sldMk cId="4236347024" sldId="261"/>
        </pc:sldMkLst>
      </pc:sldChg>
      <pc:sldChg chg="addCm">
        <pc:chgData name="MANUEL RESINAS ARIAS DE REYNA" userId="03212896-fb2f-4e95-9dcf-71df1a9d8c3f" providerId="ADAL" clId="{4E6A6E5D-AF4E-CC49-90A9-95E176D4B863}" dt="2022-08-31T11:47:28.088" v="5" actId="1589"/>
        <pc:sldMkLst>
          <pc:docMk/>
          <pc:sldMk cId="537083744" sldId="262"/>
        </pc:sldMkLst>
      </pc:sldChg>
      <pc:sldChg chg="addCm">
        <pc:chgData name="MANUEL RESINAS ARIAS DE REYNA" userId="03212896-fb2f-4e95-9dcf-71df1a9d8c3f" providerId="ADAL" clId="{4E6A6E5D-AF4E-CC49-90A9-95E176D4B863}" dt="2022-08-31T11:49:15.088" v="6" actId="1589"/>
        <pc:sldMkLst>
          <pc:docMk/>
          <pc:sldMk cId="4210552574" sldId="263"/>
        </pc:sldMkLst>
      </pc:sldChg>
      <pc:sldChg chg="addCm">
        <pc:chgData name="MANUEL RESINAS ARIAS DE REYNA" userId="03212896-fb2f-4e95-9dcf-71df1a9d8c3f" providerId="ADAL" clId="{4E6A6E5D-AF4E-CC49-90A9-95E176D4B863}" dt="2022-08-31T11:51:25.454" v="7" actId="1589"/>
        <pc:sldMkLst>
          <pc:docMk/>
          <pc:sldMk cId="2563405219" sldId="264"/>
        </pc:sldMkLst>
      </pc:sldChg>
      <pc:sldChg chg="modSp addCm">
        <pc:chgData name="MANUEL RESINAS ARIAS DE REYNA" userId="03212896-fb2f-4e95-9dcf-71df1a9d8c3f" providerId="ADAL" clId="{4E6A6E5D-AF4E-CC49-90A9-95E176D4B863}" dt="2022-08-31T11:58:07.145" v="11" actId="20577"/>
        <pc:sldMkLst>
          <pc:docMk/>
          <pc:sldMk cId="2481433494" sldId="265"/>
        </pc:sldMkLst>
        <pc:spChg chg="mod">
          <ac:chgData name="MANUEL RESINAS ARIAS DE REYNA" userId="03212896-fb2f-4e95-9dcf-71df1a9d8c3f" providerId="ADAL" clId="{4E6A6E5D-AF4E-CC49-90A9-95E176D4B863}" dt="2022-08-31T11:58:07.145" v="11" actId="20577"/>
          <ac:spMkLst>
            <pc:docMk/>
            <pc:sldMk cId="2481433494" sldId="265"/>
            <ac:spMk id="4" creationId="{64C7CA6A-7748-FAD0-93DC-1975449EFD08}"/>
          </ac:spMkLst>
        </pc:spChg>
      </pc:sldChg>
      <pc:sldChg chg="addCm">
        <pc:chgData name="MANUEL RESINAS ARIAS DE REYNA" userId="03212896-fb2f-4e95-9dcf-71df1a9d8c3f" providerId="ADAL" clId="{4E6A6E5D-AF4E-CC49-90A9-95E176D4B863}" dt="2022-08-31T11:53:58.637" v="9" actId="1589"/>
        <pc:sldMkLst>
          <pc:docMk/>
          <pc:sldMk cId="3391284449" sldId="268"/>
        </pc:sldMkLst>
      </pc:sldChg>
    </pc:docChg>
  </pc:docChgLst>
  <pc:docChgLst>
    <pc:chgData name="MARIA SALAS URBANO" userId="d92562ea-7866-43a1-b4b3-4f1315128d96" providerId="ADAL" clId="{1FD84EC0-100C-4040-B2CB-FA04A2A5B1D4}"/>
    <pc:docChg chg="undo redo custSel addSld delSld modSld sldOrd">
      <pc:chgData name="MARIA SALAS URBANO" userId="d92562ea-7866-43a1-b4b3-4f1315128d96" providerId="ADAL" clId="{1FD84EC0-100C-4040-B2CB-FA04A2A5B1D4}" dt="2024-05-24T12:04:36.397" v="13198" actId="1037"/>
      <pc:docMkLst>
        <pc:docMk/>
      </pc:docMkLst>
      <pc:sldChg chg="modNotesTx">
        <pc:chgData name="MARIA SALAS URBANO" userId="d92562ea-7866-43a1-b4b3-4f1315128d96" providerId="ADAL" clId="{1FD84EC0-100C-4040-B2CB-FA04A2A5B1D4}" dt="2024-05-20T06:49:51.324" v="127" actId="20577"/>
        <pc:sldMkLst>
          <pc:docMk/>
          <pc:sldMk cId="4218731812" sldId="256"/>
        </pc:sldMkLst>
      </pc:sldChg>
      <pc:sldChg chg="modNotesTx">
        <pc:chgData name="MARIA SALAS URBANO" userId="d92562ea-7866-43a1-b4b3-4f1315128d96" providerId="ADAL" clId="{1FD84EC0-100C-4040-B2CB-FA04A2A5B1D4}" dt="2024-05-21T08:49:43.839" v="10939" actId="20577"/>
        <pc:sldMkLst>
          <pc:docMk/>
          <pc:sldMk cId="2830743216" sldId="257"/>
        </pc:sldMkLst>
      </pc:sldChg>
      <pc:sldChg chg="modSp mod modNotesTx">
        <pc:chgData name="MARIA SALAS URBANO" userId="d92562ea-7866-43a1-b4b3-4f1315128d96" providerId="ADAL" clId="{1FD84EC0-100C-4040-B2CB-FA04A2A5B1D4}" dt="2024-05-21T09:07:39.864" v="11005" actId="20577"/>
        <pc:sldMkLst>
          <pc:docMk/>
          <pc:sldMk cId="3902398044" sldId="285"/>
        </pc:sldMkLst>
        <pc:spChg chg="mod">
          <ac:chgData name="MARIA SALAS URBANO" userId="d92562ea-7866-43a1-b4b3-4f1315128d96" providerId="ADAL" clId="{1FD84EC0-100C-4040-B2CB-FA04A2A5B1D4}" dt="2024-05-21T08:52:34.762" v="10998" actId="404"/>
          <ac:spMkLst>
            <pc:docMk/>
            <pc:sldMk cId="3902398044" sldId="285"/>
            <ac:spMk id="5" creationId="{3F88DEC4-C73D-FE35-4B0A-72E2D0860102}"/>
          </ac:spMkLst>
        </pc:spChg>
      </pc:sldChg>
      <pc:sldChg chg="modSp mod modNotesTx">
        <pc:chgData name="MARIA SALAS URBANO" userId="d92562ea-7866-43a1-b4b3-4f1315128d96" providerId="ADAL" clId="{1FD84EC0-100C-4040-B2CB-FA04A2A5B1D4}" dt="2024-05-22T19:06:17.824" v="11571" actId="20577"/>
        <pc:sldMkLst>
          <pc:docMk/>
          <pc:sldMk cId="2467763920" sldId="316"/>
        </pc:sldMkLst>
        <pc:spChg chg="mod">
          <ac:chgData name="MARIA SALAS URBANO" userId="d92562ea-7866-43a1-b4b3-4f1315128d96" providerId="ADAL" clId="{1FD84EC0-100C-4040-B2CB-FA04A2A5B1D4}" dt="2024-05-22T19:06:17.824" v="11571" actId="20577"/>
          <ac:spMkLst>
            <pc:docMk/>
            <pc:sldMk cId="2467763920" sldId="316"/>
            <ac:spMk id="3" creationId="{C3B6FA41-7BC6-976A-61EA-FCA7B3D217AF}"/>
          </ac:spMkLst>
        </pc:spChg>
      </pc:sldChg>
      <pc:sldChg chg="modAnim modNotesTx">
        <pc:chgData name="MARIA SALAS URBANO" userId="d92562ea-7866-43a1-b4b3-4f1315128d96" providerId="ADAL" clId="{1FD84EC0-100C-4040-B2CB-FA04A2A5B1D4}" dt="2024-05-21T08:51:30.387" v="10958" actId="20577"/>
        <pc:sldMkLst>
          <pc:docMk/>
          <pc:sldMk cId="3850168934" sldId="325"/>
        </pc:sldMkLst>
      </pc:sldChg>
      <pc:sldChg chg="addSp modSp mod modAnim modNotesTx">
        <pc:chgData name="MARIA SALAS URBANO" userId="d92562ea-7866-43a1-b4b3-4f1315128d96" providerId="ADAL" clId="{1FD84EC0-100C-4040-B2CB-FA04A2A5B1D4}" dt="2024-05-23T18:03:48.617" v="13107"/>
        <pc:sldMkLst>
          <pc:docMk/>
          <pc:sldMk cId="3686452472" sldId="326"/>
        </pc:sldMkLst>
        <pc:spChg chg="add mod">
          <ac:chgData name="MARIA SALAS URBANO" userId="d92562ea-7866-43a1-b4b3-4f1315128d96" providerId="ADAL" clId="{1FD84EC0-100C-4040-B2CB-FA04A2A5B1D4}" dt="2024-05-23T12:25:28.325" v="11635" actId="1076"/>
          <ac:spMkLst>
            <pc:docMk/>
            <pc:sldMk cId="3686452472" sldId="326"/>
            <ac:spMk id="5" creationId="{224A4267-2DB0-E858-8B49-2A97FDE3178B}"/>
          </ac:spMkLst>
        </pc:spChg>
        <pc:spChg chg="add mod">
          <ac:chgData name="MARIA SALAS URBANO" userId="d92562ea-7866-43a1-b4b3-4f1315128d96" providerId="ADAL" clId="{1FD84EC0-100C-4040-B2CB-FA04A2A5B1D4}" dt="2024-05-23T12:25:45.939" v="11639" actId="20577"/>
          <ac:spMkLst>
            <pc:docMk/>
            <pc:sldMk cId="3686452472" sldId="326"/>
            <ac:spMk id="9" creationId="{F32107AE-3164-2CA6-0198-4871BEC33543}"/>
          </ac:spMkLst>
        </pc:spChg>
        <pc:spChg chg="add mod">
          <ac:chgData name="MARIA SALAS URBANO" userId="d92562ea-7866-43a1-b4b3-4f1315128d96" providerId="ADAL" clId="{1FD84EC0-100C-4040-B2CB-FA04A2A5B1D4}" dt="2024-05-23T12:25:57.521" v="11643" actId="20577"/>
          <ac:spMkLst>
            <pc:docMk/>
            <pc:sldMk cId="3686452472" sldId="326"/>
            <ac:spMk id="12" creationId="{5A4DDA6F-D877-3934-5051-0015EB943F98}"/>
          </ac:spMkLst>
        </pc:spChg>
        <pc:picChg chg="mod">
          <ac:chgData name="MARIA SALAS URBANO" userId="d92562ea-7866-43a1-b4b3-4f1315128d96" providerId="ADAL" clId="{1FD84EC0-100C-4040-B2CB-FA04A2A5B1D4}" dt="2024-05-23T11:59:55.557" v="11590" actId="1036"/>
          <ac:picMkLst>
            <pc:docMk/>
            <pc:sldMk cId="3686452472" sldId="326"/>
            <ac:picMk id="23" creationId="{18D4E4D4-2301-969F-2F8B-4F54CD1164B6}"/>
          </ac:picMkLst>
        </pc:picChg>
      </pc:sldChg>
      <pc:sldChg chg="addSp modSp mod modAnim modNotesTx">
        <pc:chgData name="MARIA SALAS URBANO" userId="d92562ea-7866-43a1-b4b3-4f1315128d96" providerId="ADAL" clId="{1FD84EC0-100C-4040-B2CB-FA04A2A5B1D4}" dt="2024-05-23T12:27:41.325" v="11645" actId="1076"/>
        <pc:sldMkLst>
          <pc:docMk/>
          <pc:sldMk cId="2145573426" sldId="327"/>
        </pc:sldMkLst>
        <pc:spChg chg="add mod">
          <ac:chgData name="MARIA SALAS URBANO" userId="d92562ea-7866-43a1-b4b3-4f1315128d96" providerId="ADAL" clId="{1FD84EC0-100C-4040-B2CB-FA04A2A5B1D4}" dt="2024-05-23T12:27:41.325" v="11645" actId="1076"/>
          <ac:spMkLst>
            <pc:docMk/>
            <pc:sldMk cId="2145573426" sldId="327"/>
            <ac:spMk id="5" creationId="{90A8D3A0-C7FA-267E-EC50-B63DB92D3961}"/>
          </ac:spMkLst>
        </pc:spChg>
        <pc:spChg chg="mod">
          <ac:chgData name="MARIA SALAS URBANO" userId="d92562ea-7866-43a1-b4b3-4f1315128d96" providerId="ADAL" clId="{1FD84EC0-100C-4040-B2CB-FA04A2A5B1D4}" dt="2024-05-22T07:22:44.884" v="11092" actId="403"/>
          <ac:spMkLst>
            <pc:docMk/>
            <pc:sldMk cId="2145573426" sldId="327"/>
            <ac:spMk id="6" creationId="{F4CFB6C1-D1D2-AB75-E581-A8BED032F1C8}"/>
          </ac:spMkLst>
        </pc:spChg>
      </pc:sldChg>
      <pc:sldChg chg="addSp modSp mod modAnim modNotesTx">
        <pc:chgData name="MARIA SALAS URBANO" userId="d92562ea-7866-43a1-b4b3-4f1315128d96" providerId="ADAL" clId="{1FD84EC0-100C-4040-B2CB-FA04A2A5B1D4}" dt="2024-05-24T10:46:59.621" v="13168" actId="20577"/>
        <pc:sldMkLst>
          <pc:docMk/>
          <pc:sldMk cId="1251699714" sldId="329"/>
        </pc:sldMkLst>
        <pc:spChg chg="mod">
          <ac:chgData name="MARIA SALAS URBANO" userId="d92562ea-7866-43a1-b4b3-4f1315128d96" providerId="ADAL" clId="{1FD84EC0-100C-4040-B2CB-FA04A2A5B1D4}" dt="2024-05-24T10:06:28.990" v="13144" actId="20577"/>
          <ac:spMkLst>
            <pc:docMk/>
            <pc:sldMk cId="1251699714" sldId="329"/>
            <ac:spMk id="3" creationId="{5C06A13E-EECF-E1EA-499E-5C41787B3AE3}"/>
          </ac:spMkLst>
        </pc:spChg>
        <pc:spChg chg="add mod">
          <ac:chgData name="MARIA SALAS URBANO" userId="d92562ea-7866-43a1-b4b3-4f1315128d96" providerId="ADAL" clId="{1FD84EC0-100C-4040-B2CB-FA04A2A5B1D4}" dt="2024-05-24T10:06:38.649" v="13148" actId="20577"/>
          <ac:spMkLst>
            <pc:docMk/>
            <pc:sldMk cId="1251699714" sldId="329"/>
            <ac:spMk id="6" creationId="{D1AD4385-AD4A-4513-B282-2C62E8FAA860}"/>
          </ac:spMkLst>
        </pc:spChg>
        <pc:spChg chg="mod">
          <ac:chgData name="MARIA SALAS URBANO" userId="d92562ea-7866-43a1-b4b3-4f1315128d96" providerId="ADAL" clId="{1FD84EC0-100C-4040-B2CB-FA04A2A5B1D4}" dt="2024-05-22T07:24:19.223" v="11105" actId="1076"/>
          <ac:spMkLst>
            <pc:docMk/>
            <pc:sldMk cId="1251699714" sldId="329"/>
            <ac:spMk id="7" creationId="{F0021E3B-2321-C9B4-E650-AAD0BAFD303A}"/>
          </ac:spMkLst>
        </pc:spChg>
        <pc:spChg chg="mod">
          <ac:chgData name="MARIA SALAS URBANO" userId="d92562ea-7866-43a1-b4b3-4f1315128d96" providerId="ADAL" clId="{1FD84EC0-100C-4040-B2CB-FA04A2A5B1D4}" dt="2024-05-22T07:24:16.815" v="11103" actId="1076"/>
          <ac:spMkLst>
            <pc:docMk/>
            <pc:sldMk cId="1251699714" sldId="329"/>
            <ac:spMk id="8" creationId="{0A2F4DA1-27C4-3A95-9E8B-C5ACB980B5A1}"/>
          </ac:spMkLst>
        </pc:spChg>
        <pc:spChg chg="add mod">
          <ac:chgData name="MARIA SALAS URBANO" userId="d92562ea-7866-43a1-b4b3-4f1315128d96" providerId="ADAL" clId="{1FD84EC0-100C-4040-B2CB-FA04A2A5B1D4}" dt="2024-05-23T12:27:51.951" v="11648" actId="20577"/>
          <ac:spMkLst>
            <pc:docMk/>
            <pc:sldMk cId="1251699714" sldId="329"/>
            <ac:spMk id="9" creationId="{332ECDC7-98E3-7144-D32B-08F19E6B404F}"/>
          </ac:spMkLst>
        </pc:spChg>
        <pc:spChg chg="mod">
          <ac:chgData name="MARIA SALAS URBANO" userId="d92562ea-7866-43a1-b4b3-4f1315128d96" providerId="ADAL" clId="{1FD84EC0-100C-4040-B2CB-FA04A2A5B1D4}" dt="2024-05-22T07:24:18.051" v="11104" actId="1076"/>
          <ac:spMkLst>
            <pc:docMk/>
            <pc:sldMk cId="1251699714" sldId="329"/>
            <ac:spMk id="10" creationId="{65BC1325-16D7-D724-12A5-278DC8C79565}"/>
          </ac:spMkLst>
        </pc:spChg>
        <pc:spChg chg="mod">
          <ac:chgData name="MARIA SALAS URBANO" userId="d92562ea-7866-43a1-b4b3-4f1315128d96" providerId="ADAL" clId="{1FD84EC0-100C-4040-B2CB-FA04A2A5B1D4}" dt="2024-05-24T10:46:59.621" v="13168" actId="20577"/>
          <ac:spMkLst>
            <pc:docMk/>
            <pc:sldMk cId="1251699714" sldId="329"/>
            <ac:spMk id="11" creationId="{C55A66F3-0763-1DE1-1D7A-5282F96BC25B}"/>
          </ac:spMkLst>
        </pc:spChg>
        <pc:spChg chg="mod">
          <ac:chgData name="MARIA SALAS URBANO" userId="d92562ea-7866-43a1-b4b3-4f1315128d96" providerId="ADAL" clId="{1FD84EC0-100C-4040-B2CB-FA04A2A5B1D4}" dt="2024-05-22T07:24:00.677" v="11098" actId="1076"/>
          <ac:spMkLst>
            <pc:docMk/>
            <pc:sldMk cId="1251699714" sldId="329"/>
            <ac:spMk id="14" creationId="{69054F10-DFF0-0710-F151-5D9BEEFB70C5}"/>
          </ac:spMkLst>
        </pc:spChg>
      </pc:sldChg>
      <pc:sldChg chg="addSp modSp mod modAnim modNotesTx">
        <pc:chgData name="MARIA SALAS URBANO" userId="d92562ea-7866-43a1-b4b3-4f1315128d96" providerId="ADAL" clId="{1FD84EC0-100C-4040-B2CB-FA04A2A5B1D4}" dt="2024-05-23T12:28:03.350" v="11652"/>
        <pc:sldMkLst>
          <pc:docMk/>
          <pc:sldMk cId="4107998699" sldId="330"/>
        </pc:sldMkLst>
        <pc:spChg chg="mod">
          <ac:chgData name="MARIA SALAS URBANO" userId="d92562ea-7866-43a1-b4b3-4f1315128d96" providerId="ADAL" clId="{1FD84EC0-100C-4040-B2CB-FA04A2A5B1D4}" dt="2024-05-22T07:23:01.444" v="11095" actId="403"/>
          <ac:spMkLst>
            <pc:docMk/>
            <pc:sldMk cId="4107998699" sldId="330"/>
            <ac:spMk id="3" creationId="{5C06A13E-EECF-E1EA-499E-5C41787B3AE3}"/>
          </ac:spMkLst>
        </pc:spChg>
        <pc:spChg chg="add mod">
          <ac:chgData name="MARIA SALAS URBANO" userId="d92562ea-7866-43a1-b4b3-4f1315128d96" providerId="ADAL" clId="{1FD84EC0-100C-4040-B2CB-FA04A2A5B1D4}" dt="2024-05-23T12:28:03.350" v="11652"/>
          <ac:spMkLst>
            <pc:docMk/>
            <pc:sldMk cId="4107998699" sldId="330"/>
            <ac:spMk id="5" creationId="{50438D89-4360-DEA4-6EA2-6A5D36C296CF}"/>
          </ac:spMkLst>
        </pc:spChg>
        <pc:spChg chg="mod">
          <ac:chgData name="MARIA SALAS URBANO" userId="d92562ea-7866-43a1-b4b3-4f1315128d96" providerId="ADAL" clId="{1FD84EC0-100C-4040-B2CB-FA04A2A5B1D4}" dt="2024-05-20T11:04:04.167" v="5244" actId="14100"/>
          <ac:spMkLst>
            <pc:docMk/>
            <pc:sldMk cId="4107998699" sldId="330"/>
            <ac:spMk id="27" creationId="{BC5179BB-800E-BBC4-B0ED-F16673AAF540}"/>
          </ac:spMkLst>
        </pc:spChg>
        <pc:spChg chg="mod">
          <ac:chgData name="MARIA SALAS URBANO" userId="d92562ea-7866-43a1-b4b3-4f1315128d96" providerId="ADAL" clId="{1FD84EC0-100C-4040-B2CB-FA04A2A5B1D4}" dt="2024-05-20T11:04:10.022" v="5245" actId="1076"/>
          <ac:spMkLst>
            <pc:docMk/>
            <pc:sldMk cId="4107998699" sldId="330"/>
            <ac:spMk id="28" creationId="{D8DCC793-B6E9-FCF8-B311-9D60354076D5}"/>
          </ac:spMkLst>
        </pc:spChg>
        <pc:spChg chg="mod">
          <ac:chgData name="MARIA SALAS URBANO" userId="d92562ea-7866-43a1-b4b3-4f1315128d96" providerId="ADAL" clId="{1FD84EC0-100C-4040-B2CB-FA04A2A5B1D4}" dt="2024-05-20T11:02:11.675" v="5200" actId="1038"/>
          <ac:spMkLst>
            <pc:docMk/>
            <pc:sldMk cId="4107998699" sldId="330"/>
            <ac:spMk id="29" creationId="{9789DF1A-2A44-6377-2D72-A302F016AC31}"/>
          </ac:spMkLst>
        </pc:spChg>
        <pc:spChg chg="mod">
          <ac:chgData name="MARIA SALAS URBANO" userId="d92562ea-7866-43a1-b4b3-4f1315128d96" providerId="ADAL" clId="{1FD84EC0-100C-4040-B2CB-FA04A2A5B1D4}" dt="2024-05-20T11:06:25.109" v="5267" actId="20577"/>
          <ac:spMkLst>
            <pc:docMk/>
            <pc:sldMk cId="4107998699" sldId="330"/>
            <ac:spMk id="30" creationId="{687B0A36-3472-95E2-1650-D24E480D6511}"/>
          </ac:spMkLst>
        </pc:spChg>
        <pc:picChg chg="mod">
          <ac:chgData name="MARIA SALAS URBANO" userId="d92562ea-7866-43a1-b4b3-4f1315128d96" providerId="ADAL" clId="{1FD84EC0-100C-4040-B2CB-FA04A2A5B1D4}" dt="2024-05-20T11:02:00.571" v="5194" actId="1076"/>
          <ac:picMkLst>
            <pc:docMk/>
            <pc:sldMk cId="4107998699" sldId="330"/>
            <ac:picMk id="13" creationId="{A5D39325-0573-87F5-97F3-394CF69B5C24}"/>
          </ac:picMkLst>
        </pc:picChg>
      </pc:sldChg>
      <pc:sldChg chg="modNotesTx">
        <pc:chgData name="MARIA SALAS URBANO" userId="d92562ea-7866-43a1-b4b3-4f1315128d96" providerId="ADAL" clId="{1FD84EC0-100C-4040-B2CB-FA04A2A5B1D4}" dt="2024-05-21T15:34:59.695" v="11053" actId="20577"/>
        <pc:sldMkLst>
          <pc:docMk/>
          <pc:sldMk cId="2600534476" sldId="331"/>
        </pc:sldMkLst>
      </pc:sldChg>
      <pc:sldChg chg="addSp delSp modSp del mod modTransition modAnim modShow modNotesTx">
        <pc:chgData name="MARIA SALAS URBANO" userId="d92562ea-7866-43a1-b4b3-4f1315128d96" providerId="ADAL" clId="{1FD84EC0-100C-4040-B2CB-FA04A2A5B1D4}" dt="2024-05-23T17:30:56.124" v="12738" actId="2696"/>
        <pc:sldMkLst>
          <pc:docMk/>
          <pc:sldMk cId="2153594272" sldId="332"/>
        </pc:sldMkLst>
        <pc:spChg chg="add del mod">
          <ac:chgData name="MARIA SALAS URBANO" userId="d92562ea-7866-43a1-b4b3-4f1315128d96" providerId="ADAL" clId="{1FD84EC0-100C-4040-B2CB-FA04A2A5B1D4}" dt="2024-05-20T11:17:58.413" v="5662" actId="20577"/>
          <ac:spMkLst>
            <pc:docMk/>
            <pc:sldMk cId="2153594272" sldId="332"/>
            <ac:spMk id="17" creationId="{5EC51D3E-64AA-A233-5A34-E0031B97B6C3}"/>
          </ac:spMkLst>
        </pc:spChg>
      </pc:sldChg>
      <pc:sldChg chg="addSp modSp mod modTransition modAnim modNotesTx">
        <pc:chgData name="MARIA SALAS URBANO" userId="d92562ea-7866-43a1-b4b3-4f1315128d96" providerId="ADAL" clId="{1FD84EC0-100C-4040-B2CB-FA04A2A5B1D4}" dt="2024-05-23T17:32:46.710" v="12765"/>
        <pc:sldMkLst>
          <pc:docMk/>
          <pc:sldMk cId="2870785589" sldId="334"/>
        </pc:sldMkLst>
        <pc:spChg chg="add mod">
          <ac:chgData name="MARIA SALAS URBANO" userId="d92562ea-7866-43a1-b4b3-4f1315128d96" providerId="ADAL" clId="{1FD84EC0-100C-4040-B2CB-FA04A2A5B1D4}" dt="2024-05-20T11:24:27.947" v="6231" actId="208"/>
          <ac:spMkLst>
            <pc:docMk/>
            <pc:sldMk cId="2870785589" sldId="334"/>
            <ac:spMk id="6" creationId="{B5BE85CF-1764-DC68-FC96-10EF9E8A4C1E}"/>
          </ac:spMkLst>
        </pc:spChg>
        <pc:spChg chg="add mod">
          <ac:chgData name="MARIA SALAS URBANO" userId="d92562ea-7866-43a1-b4b3-4f1315128d96" providerId="ADAL" clId="{1FD84EC0-100C-4040-B2CB-FA04A2A5B1D4}" dt="2024-05-20T11:24:42.846" v="6243" actId="1037"/>
          <ac:spMkLst>
            <pc:docMk/>
            <pc:sldMk cId="2870785589" sldId="334"/>
            <ac:spMk id="7" creationId="{A907EC54-7B9A-119E-4B65-8DB6E4647EAD}"/>
          </ac:spMkLst>
        </pc:spChg>
        <pc:spChg chg="add mod">
          <ac:chgData name="MARIA SALAS URBANO" userId="d92562ea-7866-43a1-b4b3-4f1315128d96" providerId="ADAL" clId="{1FD84EC0-100C-4040-B2CB-FA04A2A5B1D4}" dt="2024-05-20T11:24:52.875" v="6245" actId="1076"/>
          <ac:spMkLst>
            <pc:docMk/>
            <pc:sldMk cId="2870785589" sldId="334"/>
            <ac:spMk id="8" creationId="{EE888DE5-A114-CB5B-97CE-D3EB226692D2}"/>
          </ac:spMkLst>
        </pc:spChg>
        <pc:spChg chg="add mod">
          <ac:chgData name="MARIA SALAS URBANO" userId="d92562ea-7866-43a1-b4b3-4f1315128d96" providerId="ADAL" clId="{1FD84EC0-100C-4040-B2CB-FA04A2A5B1D4}" dt="2024-05-20T11:25:09.555" v="6250" actId="14100"/>
          <ac:spMkLst>
            <pc:docMk/>
            <pc:sldMk cId="2870785589" sldId="334"/>
            <ac:spMk id="9" creationId="{249A5807-0457-2DD9-72D0-5E05080F67B0}"/>
          </ac:spMkLst>
        </pc:spChg>
        <pc:graphicFrameChg chg="mod modGraphic">
          <ac:chgData name="MARIA SALAS URBANO" userId="d92562ea-7866-43a1-b4b3-4f1315128d96" providerId="ADAL" clId="{1FD84EC0-100C-4040-B2CB-FA04A2A5B1D4}" dt="2024-05-22T09:24:07.651" v="11231" actId="114"/>
          <ac:graphicFrameMkLst>
            <pc:docMk/>
            <pc:sldMk cId="2870785589" sldId="334"/>
            <ac:graphicFrameMk id="3" creationId="{992BFF24-0A05-63F6-1D6C-D23AB39FF937}"/>
          </ac:graphicFrameMkLst>
        </pc:graphicFrameChg>
      </pc:sldChg>
      <pc:sldChg chg="modTransition modAnim modNotesTx">
        <pc:chgData name="MARIA SALAS URBANO" userId="d92562ea-7866-43a1-b4b3-4f1315128d96" providerId="ADAL" clId="{1FD84EC0-100C-4040-B2CB-FA04A2A5B1D4}" dt="2024-05-23T17:33:21.424" v="12768"/>
        <pc:sldMkLst>
          <pc:docMk/>
          <pc:sldMk cId="285918031" sldId="335"/>
        </pc:sldMkLst>
      </pc:sldChg>
      <pc:sldChg chg="addSp modSp mod modTransition modAnim modNotesTx">
        <pc:chgData name="MARIA SALAS URBANO" userId="d92562ea-7866-43a1-b4b3-4f1315128d96" providerId="ADAL" clId="{1FD84EC0-100C-4040-B2CB-FA04A2A5B1D4}" dt="2024-05-23T17:36:17.027" v="12778"/>
        <pc:sldMkLst>
          <pc:docMk/>
          <pc:sldMk cId="904345070" sldId="336"/>
        </pc:sldMkLst>
        <pc:spChg chg="add mod">
          <ac:chgData name="MARIA SALAS URBANO" userId="d92562ea-7866-43a1-b4b3-4f1315128d96" providerId="ADAL" clId="{1FD84EC0-100C-4040-B2CB-FA04A2A5B1D4}" dt="2024-05-20T12:19:24.906" v="8035" actId="14100"/>
          <ac:spMkLst>
            <pc:docMk/>
            <pc:sldMk cId="904345070" sldId="336"/>
            <ac:spMk id="8" creationId="{47650B5B-08F7-8FFE-F5FD-B80C916E34E3}"/>
          </ac:spMkLst>
        </pc:spChg>
      </pc:sldChg>
      <pc:sldChg chg="modSp mod modAnim modShow modNotesTx">
        <pc:chgData name="MARIA SALAS URBANO" userId="d92562ea-7866-43a1-b4b3-4f1315128d96" providerId="ADAL" clId="{1FD84EC0-100C-4040-B2CB-FA04A2A5B1D4}" dt="2024-05-23T17:58:25.674" v="13046" actId="729"/>
        <pc:sldMkLst>
          <pc:docMk/>
          <pc:sldMk cId="4125175376" sldId="337"/>
        </pc:sldMkLst>
        <pc:spChg chg="mod">
          <ac:chgData name="MARIA SALAS URBANO" userId="d92562ea-7866-43a1-b4b3-4f1315128d96" providerId="ADAL" clId="{1FD84EC0-100C-4040-B2CB-FA04A2A5B1D4}" dt="2024-05-22T09:34:47.044" v="11293" actId="1035"/>
          <ac:spMkLst>
            <pc:docMk/>
            <pc:sldMk cId="4125175376" sldId="337"/>
            <ac:spMk id="3" creationId="{547123BE-27C2-C682-9990-46A131C2127D}"/>
          </ac:spMkLst>
        </pc:spChg>
      </pc:sldChg>
      <pc:sldChg chg="mod modAnim modShow modNotesTx">
        <pc:chgData name="MARIA SALAS URBANO" userId="d92562ea-7866-43a1-b4b3-4f1315128d96" providerId="ADAL" clId="{1FD84EC0-100C-4040-B2CB-FA04A2A5B1D4}" dt="2024-05-23T18:02:40.781" v="13096" actId="729"/>
        <pc:sldMkLst>
          <pc:docMk/>
          <pc:sldMk cId="866387507" sldId="338"/>
        </pc:sldMkLst>
      </pc:sldChg>
      <pc:sldChg chg="addSp delSp modSp mod modAnim modNotesTx">
        <pc:chgData name="MARIA SALAS URBANO" userId="d92562ea-7866-43a1-b4b3-4f1315128d96" providerId="ADAL" clId="{1FD84EC0-100C-4040-B2CB-FA04A2A5B1D4}" dt="2024-05-23T18:03:15.290" v="13104" actId="1076"/>
        <pc:sldMkLst>
          <pc:docMk/>
          <pc:sldMk cId="60628716" sldId="339"/>
        </pc:sldMkLst>
        <pc:picChg chg="add del mod">
          <ac:chgData name="MARIA SALAS URBANO" userId="d92562ea-7866-43a1-b4b3-4f1315128d96" providerId="ADAL" clId="{1FD84EC0-100C-4040-B2CB-FA04A2A5B1D4}" dt="2024-05-23T18:02:45.365" v="13097" actId="478"/>
          <ac:picMkLst>
            <pc:docMk/>
            <pc:sldMk cId="60628716" sldId="339"/>
            <ac:picMk id="3" creationId="{7BB942CC-DC39-9F6C-2E18-EB4431799A2A}"/>
          </ac:picMkLst>
        </pc:picChg>
        <pc:picChg chg="add mod">
          <ac:chgData name="MARIA SALAS URBANO" userId="d92562ea-7866-43a1-b4b3-4f1315128d96" providerId="ADAL" clId="{1FD84EC0-100C-4040-B2CB-FA04A2A5B1D4}" dt="2024-05-23T18:03:15.290" v="13104" actId="1076"/>
          <ac:picMkLst>
            <pc:docMk/>
            <pc:sldMk cId="60628716" sldId="339"/>
            <ac:picMk id="6" creationId="{3DF90F61-9074-6E80-FF70-7E2CFFD63D23}"/>
          </ac:picMkLst>
        </pc:picChg>
        <pc:picChg chg="del">
          <ac:chgData name="MARIA SALAS URBANO" userId="d92562ea-7866-43a1-b4b3-4f1315128d96" providerId="ADAL" clId="{1FD84EC0-100C-4040-B2CB-FA04A2A5B1D4}" dt="2024-05-23T18:01:12.616" v="13081" actId="478"/>
          <ac:picMkLst>
            <pc:docMk/>
            <pc:sldMk cId="60628716" sldId="339"/>
            <ac:picMk id="8" creationId="{5BE02BCE-6F2A-9217-3E7D-E2E728EC69FD}"/>
          </ac:picMkLst>
        </pc:picChg>
      </pc:sldChg>
      <pc:sldChg chg="addSp delSp modSp del mod modAnim modNotesTx">
        <pc:chgData name="MARIA SALAS URBANO" userId="d92562ea-7866-43a1-b4b3-4f1315128d96" providerId="ADAL" clId="{1FD84EC0-100C-4040-B2CB-FA04A2A5B1D4}" dt="2024-05-23T18:00:08.690" v="13064" actId="47"/>
        <pc:sldMkLst>
          <pc:docMk/>
          <pc:sldMk cId="1485189329" sldId="340"/>
        </pc:sldMkLst>
        <pc:picChg chg="del">
          <ac:chgData name="MARIA SALAS URBANO" userId="d92562ea-7866-43a1-b4b3-4f1315128d96" providerId="ADAL" clId="{1FD84EC0-100C-4040-B2CB-FA04A2A5B1D4}" dt="2024-05-23T17:58:51.209" v="13051" actId="478"/>
          <ac:picMkLst>
            <pc:docMk/>
            <pc:sldMk cId="1485189329" sldId="340"/>
            <ac:picMk id="8" creationId="{14BE1BD8-11D7-63D6-2F24-07A57CBD4A7B}"/>
          </ac:picMkLst>
        </pc:picChg>
        <pc:picChg chg="add del mod">
          <ac:chgData name="MARIA SALAS URBANO" userId="d92562ea-7866-43a1-b4b3-4f1315128d96" providerId="ADAL" clId="{1FD84EC0-100C-4040-B2CB-FA04A2A5B1D4}" dt="2024-05-23T17:59:51.174" v="13061" actId="478"/>
          <ac:picMkLst>
            <pc:docMk/>
            <pc:sldMk cId="1485189329" sldId="340"/>
            <ac:picMk id="9" creationId="{5B93DBDC-F090-12F1-2986-B4BDF4D7503A}"/>
          </ac:picMkLst>
        </pc:picChg>
      </pc:sldChg>
      <pc:sldChg chg="del mod modShow modNotesTx">
        <pc:chgData name="MARIA SALAS URBANO" userId="d92562ea-7866-43a1-b4b3-4f1315128d96" providerId="ADAL" clId="{1FD84EC0-100C-4040-B2CB-FA04A2A5B1D4}" dt="2024-05-22T07:51:13.627" v="11172" actId="47"/>
        <pc:sldMkLst>
          <pc:docMk/>
          <pc:sldMk cId="2156010711" sldId="342"/>
        </pc:sldMkLst>
      </pc:sldChg>
      <pc:sldChg chg="addSp delSp modSp mod delAnim modAnim modShow modNotesTx">
        <pc:chgData name="MARIA SALAS URBANO" userId="d92562ea-7866-43a1-b4b3-4f1315128d96" providerId="ADAL" clId="{1FD84EC0-100C-4040-B2CB-FA04A2A5B1D4}" dt="2024-05-24T07:24:42.908" v="13142" actId="1035"/>
        <pc:sldMkLst>
          <pc:docMk/>
          <pc:sldMk cId="2938103834" sldId="343"/>
        </pc:sldMkLst>
        <pc:picChg chg="add del mod modCrop">
          <ac:chgData name="MARIA SALAS URBANO" userId="d92562ea-7866-43a1-b4b3-4f1315128d96" providerId="ADAL" clId="{1FD84EC0-100C-4040-B2CB-FA04A2A5B1D4}" dt="2024-05-22T15:27:24.688" v="11434" actId="478"/>
          <ac:picMkLst>
            <pc:docMk/>
            <pc:sldMk cId="2938103834" sldId="343"/>
            <ac:picMk id="3" creationId="{6D04E850-2133-601A-6B50-42290C8D7FE7}"/>
          </ac:picMkLst>
        </pc:picChg>
        <pc:picChg chg="add mod modCrop">
          <ac:chgData name="MARIA SALAS URBANO" userId="d92562ea-7866-43a1-b4b3-4f1315128d96" providerId="ADAL" clId="{1FD84EC0-100C-4040-B2CB-FA04A2A5B1D4}" dt="2024-05-24T07:24:31.390" v="13136" actId="1076"/>
          <ac:picMkLst>
            <pc:docMk/>
            <pc:sldMk cId="2938103834" sldId="343"/>
            <ac:picMk id="5" creationId="{19CA0D23-A354-F7F3-6723-78455B7F28DF}"/>
          </ac:picMkLst>
        </pc:picChg>
        <pc:picChg chg="add mod">
          <ac:chgData name="MARIA SALAS URBANO" userId="d92562ea-7866-43a1-b4b3-4f1315128d96" providerId="ADAL" clId="{1FD84EC0-100C-4040-B2CB-FA04A2A5B1D4}" dt="2024-05-24T07:24:42.908" v="13142" actId="1035"/>
          <ac:picMkLst>
            <pc:docMk/>
            <pc:sldMk cId="2938103834" sldId="343"/>
            <ac:picMk id="6146" creationId="{AA02A1EC-D85B-766C-90AA-E4A9250C3AF5}"/>
          </ac:picMkLst>
        </pc:picChg>
      </pc:sldChg>
      <pc:sldChg chg="addSp modSp mod modAnim modNotesTx">
        <pc:chgData name="MARIA SALAS URBANO" userId="d92562ea-7866-43a1-b4b3-4f1315128d96" providerId="ADAL" clId="{1FD84EC0-100C-4040-B2CB-FA04A2A5B1D4}" dt="2024-05-23T12:27:58.865" v="11651" actId="20577"/>
        <pc:sldMkLst>
          <pc:docMk/>
          <pc:sldMk cId="2543477433" sldId="344"/>
        </pc:sldMkLst>
        <pc:spChg chg="mod">
          <ac:chgData name="MARIA SALAS URBANO" userId="d92562ea-7866-43a1-b4b3-4f1315128d96" providerId="ADAL" clId="{1FD84EC0-100C-4040-B2CB-FA04A2A5B1D4}" dt="2024-05-22T07:22:56.806" v="11094" actId="403"/>
          <ac:spMkLst>
            <pc:docMk/>
            <pc:sldMk cId="2543477433" sldId="344"/>
            <ac:spMk id="3" creationId="{5C06A13E-EECF-E1EA-499E-5C41787B3AE3}"/>
          </ac:spMkLst>
        </pc:spChg>
        <pc:spChg chg="add mod">
          <ac:chgData name="MARIA SALAS URBANO" userId="d92562ea-7866-43a1-b4b3-4f1315128d96" providerId="ADAL" clId="{1FD84EC0-100C-4040-B2CB-FA04A2A5B1D4}" dt="2024-05-23T12:27:58.865" v="11651" actId="20577"/>
          <ac:spMkLst>
            <pc:docMk/>
            <pc:sldMk cId="2543477433" sldId="344"/>
            <ac:spMk id="5" creationId="{B35F3E06-351D-8E33-0F5E-B64E7F1E26B1}"/>
          </ac:spMkLst>
        </pc:spChg>
        <pc:spChg chg="mod">
          <ac:chgData name="MARIA SALAS URBANO" userId="d92562ea-7866-43a1-b4b3-4f1315128d96" providerId="ADAL" clId="{1FD84EC0-100C-4040-B2CB-FA04A2A5B1D4}" dt="2024-05-22T16:19:18.729" v="11454" actId="20577"/>
          <ac:spMkLst>
            <pc:docMk/>
            <pc:sldMk cId="2543477433" sldId="344"/>
            <ac:spMk id="10" creationId="{C8519997-08BC-C1D9-2DB3-4E218D37F6F9}"/>
          </ac:spMkLst>
        </pc:spChg>
      </pc:sldChg>
      <pc:sldChg chg="addSp modSp mod modAnim modShow modNotesTx">
        <pc:chgData name="MARIA SALAS URBANO" userId="d92562ea-7866-43a1-b4b3-4f1315128d96" providerId="ADAL" clId="{1FD84EC0-100C-4040-B2CB-FA04A2A5B1D4}" dt="2024-05-24T10:52:30.550" v="13175" actId="729"/>
        <pc:sldMkLst>
          <pc:docMk/>
          <pc:sldMk cId="1567170909" sldId="345"/>
        </pc:sldMkLst>
        <pc:spChg chg="mod">
          <ac:chgData name="MARIA SALAS URBANO" userId="d92562ea-7866-43a1-b4b3-4f1315128d96" providerId="ADAL" clId="{1FD84EC0-100C-4040-B2CB-FA04A2A5B1D4}" dt="2024-05-22T07:23:06.124" v="11096" actId="403"/>
          <ac:spMkLst>
            <pc:docMk/>
            <pc:sldMk cId="1567170909" sldId="345"/>
            <ac:spMk id="3" creationId="{5C06A13E-EECF-E1EA-499E-5C41787B3AE3}"/>
          </ac:spMkLst>
        </pc:spChg>
        <pc:spChg chg="add mod">
          <ac:chgData name="MARIA SALAS URBANO" userId="d92562ea-7866-43a1-b4b3-4f1315128d96" providerId="ADAL" clId="{1FD84EC0-100C-4040-B2CB-FA04A2A5B1D4}" dt="2024-05-23T12:28:05.238" v="11653"/>
          <ac:spMkLst>
            <pc:docMk/>
            <pc:sldMk cId="1567170909" sldId="345"/>
            <ac:spMk id="5" creationId="{2F523D25-FDFB-567A-A380-A07647B9731D}"/>
          </ac:spMkLst>
        </pc:spChg>
        <pc:spChg chg="mod">
          <ac:chgData name="MARIA SALAS URBANO" userId="d92562ea-7866-43a1-b4b3-4f1315128d96" providerId="ADAL" clId="{1FD84EC0-100C-4040-B2CB-FA04A2A5B1D4}" dt="2024-05-20T11:11:56.592" v="5278" actId="207"/>
          <ac:spMkLst>
            <pc:docMk/>
            <pc:sldMk cId="1567170909" sldId="345"/>
            <ac:spMk id="10" creationId="{C8519997-08BC-C1D9-2DB3-4E218D37F6F9}"/>
          </ac:spMkLst>
        </pc:spChg>
      </pc:sldChg>
      <pc:sldChg chg="addSp modSp add mod modNotesTx">
        <pc:chgData name="MARIA SALAS URBANO" userId="d92562ea-7866-43a1-b4b3-4f1315128d96" providerId="ADAL" clId="{1FD84EC0-100C-4040-B2CB-FA04A2A5B1D4}" dt="2024-05-23T17:10:33.583" v="12438" actId="20577"/>
        <pc:sldMkLst>
          <pc:docMk/>
          <pc:sldMk cId="1112742221" sldId="346"/>
        </pc:sldMkLst>
        <pc:spChg chg="mod">
          <ac:chgData name="MARIA SALAS URBANO" userId="d92562ea-7866-43a1-b4b3-4f1315128d96" providerId="ADAL" clId="{1FD84EC0-100C-4040-B2CB-FA04A2A5B1D4}" dt="2024-05-23T16:11:24.164" v="11799" actId="1076"/>
          <ac:spMkLst>
            <pc:docMk/>
            <pc:sldMk cId="1112742221" sldId="346"/>
            <ac:spMk id="2" creationId="{B76A1123-2F9B-25AA-9ED3-5A90330CAC62}"/>
          </ac:spMkLst>
        </pc:spChg>
        <pc:spChg chg="add mod">
          <ac:chgData name="MARIA SALAS URBANO" userId="d92562ea-7866-43a1-b4b3-4f1315128d96" providerId="ADAL" clId="{1FD84EC0-100C-4040-B2CB-FA04A2A5B1D4}" dt="2024-05-23T17:02:48.184" v="12269" actId="14100"/>
          <ac:spMkLst>
            <pc:docMk/>
            <pc:sldMk cId="1112742221" sldId="346"/>
            <ac:spMk id="7" creationId="{1B78160F-9DC6-1CCD-AE4F-95C74A259C73}"/>
          </ac:spMkLst>
        </pc:spChg>
        <pc:spChg chg="mod">
          <ac:chgData name="MARIA SALAS URBANO" userId="d92562ea-7866-43a1-b4b3-4f1315128d96" providerId="ADAL" clId="{1FD84EC0-100C-4040-B2CB-FA04A2A5B1D4}" dt="2024-05-23T17:02:19.102" v="12265" actId="1076"/>
          <ac:spMkLst>
            <pc:docMk/>
            <pc:sldMk cId="1112742221" sldId="346"/>
            <ac:spMk id="17" creationId="{5EC51D3E-64AA-A233-5A34-E0031B97B6C3}"/>
          </ac:spMkLst>
        </pc:spChg>
        <pc:graphicFrameChg chg="add mod modGraphic">
          <ac:chgData name="MARIA SALAS URBANO" userId="d92562ea-7866-43a1-b4b3-4f1315128d96" providerId="ADAL" clId="{1FD84EC0-100C-4040-B2CB-FA04A2A5B1D4}" dt="2024-05-23T17:03:20.476" v="12271" actId="15174"/>
          <ac:graphicFrameMkLst>
            <pc:docMk/>
            <pc:sldMk cId="1112742221" sldId="346"/>
            <ac:graphicFrameMk id="6" creationId="{27AFD20A-1BBB-4962-C25B-15BF0851ABBE}"/>
          </ac:graphicFrameMkLst>
        </pc:graphicFrameChg>
      </pc:sldChg>
      <pc:sldChg chg="modSp del mod modNotesTx">
        <pc:chgData name="MARIA SALAS URBANO" userId="d92562ea-7866-43a1-b4b3-4f1315128d96" providerId="ADAL" clId="{1FD84EC0-100C-4040-B2CB-FA04A2A5B1D4}" dt="2024-05-23T12:10:11.325" v="11591" actId="2696"/>
        <pc:sldMkLst>
          <pc:docMk/>
          <pc:sldMk cId="1193868970" sldId="346"/>
        </pc:sldMkLst>
        <pc:spChg chg="mod">
          <ac:chgData name="MARIA SALAS URBANO" userId="d92562ea-7866-43a1-b4b3-4f1315128d96" providerId="ADAL" clId="{1FD84EC0-100C-4040-B2CB-FA04A2A5B1D4}" dt="2024-05-22T07:02:48.799" v="11055" actId="20577"/>
          <ac:spMkLst>
            <pc:docMk/>
            <pc:sldMk cId="1193868970" sldId="346"/>
            <ac:spMk id="17" creationId="{5EC51D3E-64AA-A233-5A34-E0031B97B6C3}"/>
          </ac:spMkLst>
        </pc:spChg>
      </pc:sldChg>
      <pc:sldChg chg="addSp delSp modSp del mod modAnim modNotesTx">
        <pc:chgData name="MARIA SALAS URBANO" userId="d92562ea-7866-43a1-b4b3-4f1315128d96" providerId="ADAL" clId="{1FD84EC0-100C-4040-B2CB-FA04A2A5B1D4}" dt="2024-05-23T17:33:13.355" v="12767" actId="47"/>
        <pc:sldMkLst>
          <pc:docMk/>
          <pc:sldMk cId="2028934845" sldId="347"/>
        </pc:sldMkLst>
        <pc:spChg chg="add mod">
          <ac:chgData name="MARIA SALAS URBANO" userId="d92562ea-7866-43a1-b4b3-4f1315128d96" providerId="ADAL" clId="{1FD84EC0-100C-4040-B2CB-FA04A2A5B1D4}" dt="2024-05-21T08:28:58.094" v="10822"/>
          <ac:spMkLst>
            <pc:docMk/>
            <pc:sldMk cId="2028934845" sldId="347"/>
            <ac:spMk id="3" creationId="{7D6365E4-1DE8-D7C1-589A-466E00E4137B}"/>
          </ac:spMkLst>
        </pc:spChg>
        <pc:spChg chg="del">
          <ac:chgData name="MARIA SALAS URBANO" userId="d92562ea-7866-43a1-b4b3-4f1315128d96" providerId="ADAL" clId="{1FD84EC0-100C-4040-B2CB-FA04A2A5B1D4}" dt="2024-05-21T08:28:57.605" v="10821" actId="478"/>
          <ac:spMkLst>
            <pc:docMk/>
            <pc:sldMk cId="2028934845" sldId="347"/>
            <ac:spMk id="17" creationId="{5EC51D3E-64AA-A233-5A34-E0031B97B6C3}"/>
          </ac:spMkLst>
        </pc:spChg>
        <pc:spChg chg="mod">
          <ac:chgData name="MARIA SALAS URBANO" userId="d92562ea-7866-43a1-b4b3-4f1315128d96" providerId="ADAL" clId="{1FD84EC0-100C-4040-B2CB-FA04A2A5B1D4}" dt="2024-05-22T12:29:00.839" v="11419" actId="6549"/>
          <ac:spMkLst>
            <pc:docMk/>
            <pc:sldMk cId="2028934845" sldId="347"/>
            <ac:spMk id="19" creationId="{FDB30ACE-9606-4BC0-BBC9-1392B71C46E0}"/>
          </ac:spMkLst>
        </pc:spChg>
      </pc:sldChg>
      <pc:sldChg chg="addSp delSp modSp del mod modTransition modAnim modNotesTx">
        <pc:chgData name="MARIA SALAS URBANO" userId="d92562ea-7866-43a1-b4b3-4f1315128d96" providerId="ADAL" clId="{1FD84EC0-100C-4040-B2CB-FA04A2A5B1D4}" dt="2024-05-23T17:36:06.310" v="12777" actId="47"/>
        <pc:sldMkLst>
          <pc:docMk/>
          <pc:sldMk cId="4078414987" sldId="348"/>
        </pc:sldMkLst>
        <pc:spChg chg="add mod">
          <ac:chgData name="MARIA SALAS URBANO" userId="d92562ea-7866-43a1-b4b3-4f1315128d96" providerId="ADAL" clId="{1FD84EC0-100C-4040-B2CB-FA04A2A5B1D4}" dt="2024-05-21T08:29:05.224" v="10824"/>
          <ac:spMkLst>
            <pc:docMk/>
            <pc:sldMk cId="4078414987" sldId="348"/>
            <ac:spMk id="3" creationId="{82DED71B-1C10-E51E-961F-5467B1561268}"/>
          </ac:spMkLst>
        </pc:spChg>
        <pc:spChg chg="del">
          <ac:chgData name="MARIA SALAS URBANO" userId="d92562ea-7866-43a1-b4b3-4f1315128d96" providerId="ADAL" clId="{1FD84EC0-100C-4040-B2CB-FA04A2A5B1D4}" dt="2024-05-21T08:29:04.829" v="10823" actId="478"/>
          <ac:spMkLst>
            <pc:docMk/>
            <pc:sldMk cId="4078414987" sldId="348"/>
            <ac:spMk id="17" creationId="{5EC51D3E-64AA-A233-5A34-E0031B97B6C3}"/>
          </ac:spMkLst>
        </pc:spChg>
      </pc:sldChg>
      <pc:sldChg chg="addSp modSp mod modNotesTx">
        <pc:chgData name="MARIA SALAS URBANO" userId="d92562ea-7866-43a1-b4b3-4f1315128d96" providerId="ADAL" clId="{1FD84EC0-100C-4040-B2CB-FA04A2A5B1D4}" dt="2024-05-20T12:19:37.933" v="8045" actId="1038"/>
        <pc:sldMkLst>
          <pc:docMk/>
          <pc:sldMk cId="1630827047" sldId="349"/>
        </pc:sldMkLst>
        <pc:spChg chg="add mod">
          <ac:chgData name="MARIA SALAS URBANO" userId="d92562ea-7866-43a1-b4b3-4f1315128d96" providerId="ADAL" clId="{1FD84EC0-100C-4040-B2CB-FA04A2A5B1D4}" dt="2024-05-20T12:19:37.933" v="8045" actId="1038"/>
          <ac:spMkLst>
            <pc:docMk/>
            <pc:sldMk cId="1630827047" sldId="349"/>
            <ac:spMk id="8" creationId="{03EC01DA-B24C-2F31-54D8-613292D96B63}"/>
          </ac:spMkLst>
        </pc:spChg>
      </pc:sldChg>
      <pc:sldChg chg="del modNotesTx">
        <pc:chgData name="MARIA SALAS URBANO" userId="d92562ea-7866-43a1-b4b3-4f1315128d96" providerId="ADAL" clId="{1FD84EC0-100C-4040-B2CB-FA04A2A5B1D4}" dt="2024-05-23T17:36:23.955" v="12779" actId="2696"/>
        <pc:sldMkLst>
          <pc:docMk/>
          <pc:sldMk cId="2963164382" sldId="350"/>
        </pc:sldMkLst>
      </pc:sldChg>
      <pc:sldChg chg="addSp delSp modSp add mod delAnim modAnim modNotesTx">
        <pc:chgData name="MARIA SALAS URBANO" userId="d92562ea-7866-43a1-b4b3-4f1315128d96" providerId="ADAL" clId="{1FD84EC0-100C-4040-B2CB-FA04A2A5B1D4}" dt="2024-05-24T10:49:21.209" v="13174" actId="20577"/>
        <pc:sldMkLst>
          <pc:docMk/>
          <pc:sldMk cId="3164040898" sldId="351"/>
        </pc:sldMkLst>
        <pc:spChg chg="del">
          <ac:chgData name="MARIA SALAS URBANO" userId="d92562ea-7866-43a1-b4b3-4f1315128d96" providerId="ADAL" clId="{1FD84EC0-100C-4040-B2CB-FA04A2A5B1D4}" dt="2024-05-20T12:34:17.309" v="9281" actId="478"/>
          <ac:spMkLst>
            <pc:docMk/>
            <pc:sldMk cId="3164040898" sldId="351"/>
            <ac:spMk id="6" creationId="{B5BE85CF-1764-DC68-FC96-10EF9E8A4C1E}"/>
          </ac:spMkLst>
        </pc:spChg>
        <pc:spChg chg="del">
          <ac:chgData name="MARIA SALAS URBANO" userId="d92562ea-7866-43a1-b4b3-4f1315128d96" providerId="ADAL" clId="{1FD84EC0-100C-4040-B2CB-FA04A2A5B1D4}" dt="2024-05-20T12:34:21.785" v="9282" actId="478"/>
          <ac:spMkLst>
            <pc:docMk/>
            <pc:sldMk cId="3164040898" sldId="351"/>
            <ac:spMk id="7" creationId="{A907EC54-7B9A-119E-4B65-8DB6E4647EAD}"/>
          </ac:spMkLst>
        </pc:spChg>
        <pc:spChg chg="del">
          <ac:chgData name="MARIA SALAS URBANO" userId="d92562ea-7866-43a1-b4b3-4f1315128d96" providerId="ADAL" clId="{1FD84EC0-100C-4040-B2CB-FA04A2A5B1D4}" dt="2024-05-20T12:34:23.817" v="9283" actId="478"/>
          <ac:spMkLst>
            <pc:docMk/>
            <pc:sldMk cId="3164040898" sldId="351"/>
            <ac:spMk id="8" creationId="{EE888DE5-A114-CB5B-97CE-D3EB226692D2}"/>
          </ac:spMkLst>
        </pc:spChg>
        <pc:spChg chg="del">
          <ac:chgData name="MARIA SALAS URBANO" userId="d92562ea-7866-43a1-b4b3-4f1315128d96" providerId="ADAL" clId="{1FD84EC0-100C-4040-B2CB-FA04A2A5B1D4}" dt="2024-05-20T12:34:25.858" v="9284" actId="478"/>
          <ac:spMkLst>
            <pc:docMk/>
            <pc:sldMk cId="3164040898" sldId="351"/>
            <ac:spMk id="9" creationId="{249A5807-0457-2DD9-72D0-5E05080F67B0}"/>
          </ac:spMkLst>
        </pc:spChg>
        <pc:spChg chg="add del mod">
          <ac:chgData name="MARIA SALAS URBANO" userId="d92562ea-7866-43a1-b4b3-4f1315128d96" providerId="ADAL" clId="{1FD84EC0-100C-4040-B2CB-FA04A2A5B1D4}" dt="2024-05-20T12:45:45.204" v="10193" actId="478"/>
          <ac:spMkLst>
            <pc:docMk/>
            <pc:sldMk cId="3164040898" sldId="351"/>
            <ac:spMk id="10" creationId="{ED143C54-8B63-A691-248F-557FEB171939}"/>
          </ac:spMkLst>
        </pc:spChg>
        <pc:spChg chg="add mod">
          <ac:chgData name="MARIA SALAS URBANO" userId="d92562ea-7866-43a1-b4b3-4f1315128d96" providerId="ADAL" clId="{1FD84EC0-100C-4040-B2CB-FA04A2A5B1D4}" dt="2024-05-20T12:46:24.462" v="10202" actId="14100"/>
          <ac:spMkLst>
            <pc:docMk/>
            <pc:sldMk cId="3164040898" sldId="351"/>
            <ac:spMk id="11" creationId="{0014F5A0-57DE-E05B-04AC-C63A34314C74}"/>
          </ac:spMkLst>
        </pc:spChg>
        <pc:spChg chg="add mod">
          <ac:chgData name="MARIA SALAS URBANO" userId="d92562ea-7866-43a1-b4b3-4f1315128d96" providerId="ADAL" clId="{1FD84EC0-100C-4040-B2CB-FA04A2A5B1D4}" dt="2024-05-20T12:49:32.243" v="10267" actId="1035"/>
          <ac:spMkLst>
            <pc:docMk/>
            <pc:sldMk cId="3164040898" sldId="351"/>
            <ac:spMk id="12" creationId="{8E8BF780-0888-54D0-CC04-E06B81073CB9}"/>
          </ac:spMkLst>
        </pc:spChg>
        <pc:spChg chg="add mod">
          <ac:chgData name="MARIA SALAS URBANO" userId="d92562ea-7866-43a1-b4b3-4f1315128d96" providerId="ADAL" clId="{1FD84EC0-100C-4040-B2CB-FA04A2A5B1D4}" dt="2024-05-20T12:46:20.790" v="10201" actId="1076"/>
          <ac:spMkLst>
            <pc:docMk/>
            <pc:sldMk cId="3164040898" sldId="351"/>
            <ac:spMk id="13" creationId="{D6A79336-48F3-5BFE-C493-196F9A1C5570}"/>
          </ac:spMkLst>
        </pc:spChg>
        <pc:graphicFrameChg chg="modGraphic">
          <ac:chgData name="MARIA SALAS URBANO" userId="d92562ea-7866-43a1-b4b3-4f1315128d96" providerId="ADAL" clId="{1FD84EC0-100C-4040-B2CB-FA04A2A5B1D4}" dt="2024-05-24T10:49:21.209" v="13174" actId="20577"/>
          <ac:graphicFrameMkLst>
            <pc:docMk/>
            <pc:sldMk cId="3164040898" sldId="351"/>
            <ac:graphicFrameMk id="3" creationId="{992BFF24-0A05-63F6-1D6C-D23AB39FF937}"/>
          </ac:graphicFrameMkLst>
        </pc:graphicFrameChg>
      </pc:sldChg>
      <pc:sldChg chg="delSp add del mod delAnim">
        <pc:chgData name="MARIA SALAS URBANO" userId="d92562ea-7866-43a1-b4b3-4f1315128d96" providerId="ADAL" clId="{1FD84EC0-100C-4040-B2CB-FA04A2A5B1D4}" dt="2024-05-20T11:52:10.801" v="6257" actId="47"/>
        <pc:sldMkLst>
          <pc:docMk/>
          <pc:sldMk cId="4118586842" sldId="351"/>
        </pc:sldMkLst>
        <pc:spChg chg="del">
          <ac:chgData name="MARIA SALAS URBANO" userId="d92562ea-7866-43a1-b4b3-4f1315128d96" providerId="ADAL" clId="{1FD84EC0-100C-4040-B2CB-FA04A2A5B1D4}" dt="2024-05-20T11:26:25.292" v="6253" actId="478"/>
          <ac:spMkLst>
            <pc:docMk/>
            <pc:sldMk cId="4118586842" sldId="351"/>
            <ac:spMk id="6" creationId="{B5BE85CF-1764-DC68-FC96-10EF9E8A4C1E}"/>
          </ac:spMkLst>
        </pc:spChg>
        <pc:spChg chg="del">
          <ac:chgData name="MARIA SALAS URBANO" userId="d92562ea-7866-43a1-b4b3-4f1315128d96" providerId="ADAL" clId="{1FD84EC0-100C-4040-B2CB-FA04A2A5B1D4}" dt="2024-05-20T11:26:30.529" v="6254" actId="478"/>
          <ac:spMkLst>
            <pc:docMk/>
            <pc:sldMk cId="4118586842" sldId="351"/>
            <ac:spMk id="7" creationId="{A907EC54-7B9A-119E-4B65-8DB6E4647EAD}"/>
          </ac:spMkLst>
        </pc:spChg>
        <pc:spChg chg="del">
          <ac:chgData name="MARIA SALAS URBANO" userId="d92562ea-7866-43a1-b4b3-4f1315128d96" providerId="ADAL" clId="{1FD84EC0-100C-4040-B2CB-FA04A2A5B1D4}" dt="2024-05-20T11:26:32.161" v="6255" actId="478"/>
          <ac:spMkLst>
            <pc:docMk/>
            <pc:sldMk cId="4118586842" sldId="351"/>
            <ac:spMk id="8" creationId="{EE888DE5-A114-CB5B-97CE-D3EB226692D2}"/>
          </ac:spMkLst>
        </pc:spChg>
        <pc:spChg chg="del">
          <ac:chgData name="MARIA SALAS URBANO" userId="d92562ea-7866-43a1-b4b3-4f1315128d96" providerId="ADAL" clId="{1FD84EC0-100C-4040-B2CB-FA04A2A5B1D4}" dt="2024-05-20T11:26:37.947" v="6256" actId="478"/>
          <ac:spMkLst>
            <pc:docMk/>
            <pc:sldMk cId="4118586842" sldId="351"/>
            <ac:spMk id="9" creationId="{249A5807-0457-2DD9-72D0-5E05080F67B0}"/>
          </ac:spMkLst>
        </pc:spChg>
      </pc:sldChg>
      <pc:sldChg chg="addSp modSp add mod modAnim modNotesTx">
        <pc:chgData name="MARIA SALAS URBANO" userId="d92562ea-7866-43a1-b4b3-4f1315128d96" providerId="ADAL" clId="{1FD84EC0-100C-4040-B2CB-FA04A2A5B1D4}" dt="2024-05-21T08:29:23.062" v="10827"/>
        <pc:sldMkLst>
          <pc:docMk/>
          <pc:sldMk cId="1046168205" sldId="352"/>
        </pc:sldMkLst>
        <pc:spChg chg="add mod">
          <ac:chgData name="MARIA SALAS URBANO" userId="d92562ea-7866-43a1-b4b3-4f1315128d96" providerId="ADAL" clId="{1FD84EC0-100C-4040-B2CB-FA04A2A5B1D4}" dt="2024-05-20T12:52:01.088" v="10279" actId="1035"/>
          <ac:spMkLst>
            <pc:docMk/>
            <pc:sldMk cId="1046168205" sldId="352"/>
            <ac:spMk id="6" creationId="{11E4C222-D8E9-73DB-063F-E1160F39A897}"/>
          </ac:spMkLst>
        </pc:spChg>
        <pc:spChg chg="add mod">
          <ac:chgData name="MARIA SALAS URBANO" userId="d92562ea-7866-43a1-b4b3-4f1315128d96" providerId="ADAL" clId="{1FD84EC0-100C-4040-B2CB-FA04A2A5B1D4}" dt="2024-05-21T07:29:39.783" v="10519" actId="14100"/>
          <ac:spMkLst>
            <pc:docMk/>
            <pc:sldMk cId="1046168205" sldId="352"/>
            <ac:spMk id="7" creationId="{318130D9-9063-39D5-CB03-69A9EC7307C8}"/>
          </ac:spMkLst>
        </pc:spChg>
        <pc:spChg chg="add mod">
          <ac:chgData name="MARIA SALAS URBANO" userId="d92562ea-7866-43a1-b4b3-4f1315128d96" providerId="ADAL" clId="{1FD84EC0-100C-4040-B2CB-FA04A2A5B1D4}" dt="2024-05-21T07:29:57.221" v="10524" actId="14100"/>
          <ac:spMkLst>
            <pc:docMk/>
            <pc:sldMk cId="1046168205" sldId="352"/>
            <ac:spMk id="8" creationId="{5B977A8E-3AB7-82F6-A5A0-4C20680D14D2}"/>
          </ac:spMkLst>
        </pc:spChg>
        <pc:spChg chg="add mod">
          <ac:chgData name="MARIA SALAS URBANO" userId="d92562ea-7866-43a1-b4b3-4f1315128d96" providerId="ADAL" clId="{1FD84EC0-100C-4040-B2CB-FA04A2A5B1D4}" dt="2024-05-21T08:28:08.945" v="10819" actId="1036"/>
          <ac:spMkLst>
            <pc:docMk/>
            <pc:sldMk cId="1046168205" sldId="352"/>
            <ac:spMk id="9" creationId="{D23370DE-A3E3-4DED-F1E8-73067E1BC89E}"/>
          </ac:spMkLst>
        </pc:spChg>
        <pc:graphicFrameChg chg="mod modGraphic">
          <ac:chgData name="MARIA SALAS URBANO" userId="d92562ea-7866-43a1-b4b3-4f1315128d96" providerId="ADAL" clId="{1FD84EC0-100C-4040-B2CB-FA04A2A5B1D4}" dt="2024-05-21T08:28:00.513" v="10812" actId="1037"/>
          <ac:graphicFrameMkLst>
            <pc:docMk/>
            <pc:sldMk cId="1046168205" sldId="352"/>
            <ac:graphicFrameMk id="3" creationId="{992BFF24-0A05-63F6-1D6C-D23AB39FF937}"/>
          </ac:graphicFrameMkLst>
        </pc:graphicFrameChg>
      </pc:sldChg>
      <pc:sldChg chg="addSp delSp modSp add mod modTransition modAnim modNotesTx">
        <pc:chgData name="MARIA SALAS URBANO" userId="d92562ea-7866-43a1-b4b3-4f1315128d96" providerId="ADAL" clId="{1FD84EC0-100C-4040-B2CB-FA04A2A5B1D4}" dt="2024-05-23T17:30:44.352" v="12736"/>
        <pc:sldMkLst>
          <pc:docMk/>
          <pc:sldMk cId="3838410147" sldId="353"/>
        </pc:sldMkLst>
        <pc:spChg chg="mod">
          <ac:chgData name="MARIA SALAS URBANO" userId="d92562ea-7866-43a1-b4b3-4f1315128d96" providerId="ADAL" clId="{1FD84EC0-100C-4040-B2CB-FA04A2A5B1D4}" dt="2024-05-23T17:20:46.803" v="12509" actId="1076"/>
          <ac:spMkLst>
            <pc:docMk/>
            <pc:sldMk cId="3838410147" sldId="353"/>
            <ac:spMk id="3" creationId="{82DED71B-1C10-E51E-961F-5467B1561268}"/>
          </ac:spMkLst>
        </pc:spChg>
        <pc:spChg chg="add del">
          <ac:chgData name="MARIA SALAS URBANO" userId="d92562ea-7866-43a1-b4b3-4f1315128d96" providerId="ADAL" clId="{1FD84EC0-100C-4040-B2CB-FA04A2A5B1D4}" dt="2024-05-23T17:19:17.410" v="12475" actId="22"/>
          <ac:spMkLst>
            <pc:docMk/>
            <pc:sldMk cId="3838410147" sldId="353"/>
            <ac:spMk id="6" creationId="{4A3C890A-6CA1-4122-3E51-9C6530299799}"/>
          </ac:spMkLst>
        </pc:spChg>
        <pc:spChg chg="add del mod">
          <ac:chgData name="MARIA SALAS URBANO" userId="d92562ea-7866-43a1-b4b3-4f1315128d96" providerId="ADAL" clId="{1FD84EC0-100C-4040-B2CB-FA04A2A5B1D4}" dt="2024-05-23T17:20:50.569" v="12511" actId="22"/>
          <ac:spMkLst>
            <pc:docMk/>
            <pc:sldMk cId="3838410147" sldId="353"/>
            <ac:spMk id="8" creationId="{FA243881-AC84-3EC5-7425-004C68878EE8}"/>
          </ac:spMkLst>
        </pc:spChg>
        <pc:spChg chg="mod">
          <ac:chgData name="MARIA SALAS URBANO" userId="d92562ea-7866-43a1-b4b3-4f1315128d96" providerId="ADAL" clId="{1FD84EC0-100C-4040-B2CB-FA04A2A5B1D4}" dt="2024-05-23T17:20:46.380" v="12508" actId="1076"/>
          <ac:spMkLst>
            <pc:docMk/>
            <pc:sldMk cId="3838410147" sldId="353"/>
            <ac:spMk id="11" creationId="{1D3E4248-6A81-B450-A2FE-B45431B3FB5E}"/>
          </ac:spMkLst>
        </pc:spChg>
        <pc:spChg chg="add del">
          <ac:chgData name="MARIA SALAS URBANO" userId="d92562ea-7866-43a1-b4b3-4f1315128d96" providerId="ADAL" clId="{1FD84EC0-100C-4040-B2CB-FA04A2A5B1D4}" dt="2024-05-23T17:20:56.401" v="12515" actId="22"/>
          <ac:spMkLst>
            <pc:docMk/>
            <pc:sldMk cId="3838410147" sldId="353"/>
            <ac:spMk id="13" creationId="{EA80B8F1-48C5-C902-0CCA-98FE6E212E72}"/>
          </ac:spMkLst>
        </pc:spChg>
        <pc:spChg chg="add mod">
          <ac:chgData name="MARIA SALAS URBANO" userId="d92562ea-7866-43a1-b4b3-4f1315128d96" providerId="ADAL" clId="{1FD84EC0-100C-4040-B2CB-FA04A2A5B1D4}" dt="2024-05-23T17:26:20.424" v="12589" actId="403"/>
          <ac:spMkLst>
            <pc:docMk/>
            <pc:sldMk cId="3838410147" sldId="353"/>
            <ac:spMk id="15" creationId="{64EE4528-490A-EEDD-EB54-F678790E0FDC}"/>
          </ac:spMkLst>
        </pc:spChg>
        <pc:spChg chg="add mod">
          <ac:chgData name="MARIA SALAS URBANO" userId="d92562ea-7866-43a1-b4b3-4f1315128d96" providerId="ADAL" clId="{1FD84EC0-100C-4040-B2CB-FA04A2A5B1D4}" dt="2024-05-23T17:21:57.459" v="12536" actId="1035"/>
          <ac:spMkLst>
            <pc:docMk/>
            <pc:sldMk cId="3838410147" sldId="353"/>
            <ac:spMk id="16" creationId="{00D997FD-DDEF-FFB6-64B7-CDC08900166B}"/>
          </ac:spMkLst>
        </pc:spChg>
        <pc:spChg chg="add mod">
          <ac:chgData name="MARIA SALAS URBANO" userId="d92562ea-7866-43a1-b4b3-4f1315128d96" providerId="ADAL" clId="{1FD84EC0-100C-4040-B2CB-FA04A2A5B1D4}" dt="2024-05-23T17:22:17.717" v="12546" actId="14100"/>
          <ac:spMkLst>
            <pc:docMk/>
            <pc:sldMk cId="3838410147" sldId="353"/>
            <ac:spMk id="17" creationId="{D0F4AAC2-52B3-406E-6867-CE2FE5086E85}"/>
          </ac:spMkLst>
        </pc:spChg>
        <pc:spChg chg="add del mod">
          <ac:chgData name="MARIA SALAS URBANO" userId="d92562ea-7866-43a1-b4b3-4f1315128d96" providerId="ADAL" clId="{1FD84EC0-100C-4040-B2CB-FA04A2A5B1D4}" dt="2024-05-23T17:22:50.663" v="12552" actId="478"/>
          <ac:spMkLst>
            <pc:docMk/>
            <pc:sldMk cId="3838410147" sldId="353"/>
            <ac:spMk id="18" creationId="{2B07607C-D269-D1E8-D8EE-CFD9B9114B1C}"/>
          </ac:spMkLst>
        </pc:spChg>
        <pc:spChg chg="mod">
          <ac:chgData name="MARIA SALAS URBANO" userId="d92562ea-7866-43a1-b4b3-4f1315128d96" providerId="ADAL" clId="{1FD84EC0-100C-4040-B2CB-FA04A2A5B1D4}" dt="2024-05-23T17:20:46.380" v="12508" actId="1076"/>
          <ac:spMkLst>
            <pc:docMk/>
            <pc:sldMk cId="3838410147" sldId="353"/>
            <ac:spMk id="19" creationId="{FDB30ACE-9606-4BC0-BBC9-1392B71C46E0}"/>
          </ac:spMkLst>
        </pc:spChg>
        <pc:spChg chg="mod">
          <ac:chgData name="MARIA SALAS URBANO" userId="d92562ea-7866-43a1-b4b3-4f1315128d96" providerId="ADAL" clId="{1FD84EC0-100C-4040-B2CB-FA04A2A5B1D4}" dt="2024-05-23T17:20:46.380" v="12508" actId="1076"/>
          <ac:spMkLst>
            <pc:docMk/>
            <pc:sldMk cId="3838410147" sldId="353"/>
            <ac:spMk id="20" creationId="{97C80661-D71B-BC5C-4FB5-5CF5B50D1470}"/>
          </ac:spMkLst>
        </pc:spChg>
        <pc:spChg chg="add del">
          <ac:chgData name="MARIA SALAS URBANO" userId="d92562ea-7866-43a1-b4b3-4f1315128d96" providerId="ADAL" clId="{1FD84EC0-100C-4040-B2CB-FA04A2A5B1D4}" dt="2024-05-23T17:23:18.234" v="12554" actId="478"/>
          <ac:spMkLst>
            <pc:docMk/>
            <pc:sldMk cId="3838410147" sldId="353"/>
            <ac:spMk id="21" creationId="{A72866F4-62FC-8C3D-5B9E-01A7F2874329}"/>
          </ac:spMkLst>
        </pc:spChg>
        <pc:spChg chg="add del">
          <ac:chgData name="MARIA SALAS URBANO" userId="d92562ea-7866-43a1-b4b3-4f1315128d96" providerId="ADAL" clId="{1FD84EC0-100C-4040-B2CB-FA04A2A5B1D4}" dt="2024-05-23T17:23:34.548" v="12556" actId="11529"/>
          <ac:spMkLst>
            <pc:docMk/>
            <pc:sldMk cId="3838410147" sldId="353"/>
            <ac:spMk id="22" creationId="{E2B4F0B3-7F57-2301-54DB-4CE495D16DE3}"/>
          </ac:spMkLst>
        </pc:spChg>
        <pc:spChg chg="add mod">
          <ac:chgData name="MARIA SALAS URBANO" userId="d92562ea-7866-43a1-b4b3-4f1315128d96" providerId="ADAL" clId="{1FD84EC0-100C-4040-B2CB-FA04A2A5B1D4}" dt="2024-05-23T17:24:14.199" v="12565" actId="1036"/>
          <ac:spMkLst>
            <pc:docMk/>
            <pc:sldMk cId="3838410147" sldId="353"/>
            <ac:spMk id="23" creationId="{08E3E6FB-BFCE-A5E7-9A88-8892931F1873}"/>
          </ac:spMkLst>
        </pc:spChg>
        <pc:spChg chg="add mod">
          <ac:chgData name="MARIA SALAS URBANO" userId="d92562ea-7866-43a1-b4b3-4f1315128d96" providerId="ADAL" clId="{1FD84EC0-100C-4040-B2CB-FA04A2A5B1D4}" dt="2024-05-23T17:24:43.054" v="12568" actId="1582"/>
          <ac:spMkLst>
            <pc:docMk/>
            <pc:sldMk cId="3838410147" sldId="353"/>
            <ac:spMk id="24" creationId="{F15722E3-17C1-AED0-BC5E-5C84A719D229}"/>
          </ac:spMkLst>
        </pc:spChg>
        <pc:cxnChg chg="add del mod">
          <ac:chgData name="MARIA SALAS URBANO" userId="d92562ea-7866-43a1-b4b3-4f1315128d96" providerId="ADAL" clId="{1FD84EC0-100C-4040-B2CB-FA04A2A5B1D4}" dt="2024-05-23T17:20:34.386" v="12496" actId="11529"/>
          <ac:cxnSpMkLst>
            <pc:docMk/>
            <pc:sldMk cId="3838410147" sldId="353"/>
            <ac:cxnSpMk id="10" creationId="{56A6A34D-DE46-1B0A-170A-1D07572F0AF4}"/>
          </ac:cxnSpMkLst>
        </pc:cxnChg>
      </pc:sldChg>
      <pc:sldChg chg="addSp delSp modSp add del mod ord">
        <pc:chgData name="MARIA SALAS URBANO" userId="d92562ea-7866-43a1-b4b3-4f1315128d96" providerId="ADAL" clId="{1FD84EC0-100C-4040-B2CB-FA04A2A5B1D4}" dt="2024-05-23T16:42:40.332" v="12122" actId="47"/>
        <pc:sldMkLst>
          <pc:docMk/>
          <pc:sldMk cId="2977135101" sldId="354"/>
        </pc:sldMkLst>
        <pc:spChg chg="add mod">
          <ac:chgData name="MARIA SALAS URBANO" userId="d92562ea-7866-43a1-b4b3-4f1315128d96" providerId="ADAL" clId="{1FD84EC0-100C-4040-B2CB-FA04A2A5B1D4}" dt="2024-05-23T16:12:43.983" v="11847"/>
          <ac:spMkLst>
            <pc:docMk/>
            <pc:sldMk cId="2977135101" sldId="354"/>
            <ac:spMk id="8" creationId="{C5EFD1F1-0BBA-BEF3-CFD7-6906447C27CB}"/>
          </ac:spMkLst>
        </pc:spChg>
        <pc:spChg chg="add mod">
          <ac:chgData name="MARIA SALAS URBANO" userId="d92562ea-7866-43a1-b4b3-4f1315128d96" providerId="ADAL" clId="{1FD84EC0-100C-4040-B2CB-FA04A2A5B1D4}" dt="2024-05-23T16:12:43.983" v="11847"/>
          <ac:spMkLst>
            <pc:docMk/>
            <pc:sldMk cId="2977135101" sldId="354"/>
            <ac:spMk id="9" creationId="{C13F8662-F2EC-B2CE-B6EA-F7CF92D65811}"/>
          </ac:spMkLst>
        </pc:spChg>
        <pc:spChg chg="add del mod">
          <ac:chgData name="MARIA SALAS URBANO" userId="d92562ea-7866-43a1-b4b3-4f1315128d96" providerId="ADAL" clId="{1FD84EC0-100C-4040-B2CB-FA04A2A5B1D4}" dt="2024-05-23T16:22:28.804" v="11920" actId="478"/>
          <ac:spMkLst>
            <pc:docMk/>
            <pc:sldMk cId="2977135101" sldId="354"/>
            <ac:spMk id="10" creationId="{C9790B60-2AF9-C2B3-74FF-20F77C881DA2}"/>
          </ac:spMkLst>
        </pc:spChg>
        <pc:spChg chg="mod">
          <ac:chgData name="MARIA SALAS URBANO" userId="d92562ea-7866-43a1-b4b3-4f1315128d96" providerId="ADAL" clId="{1FD84EC0-100C-4040-B2CB-FA04A2A5B1D4}" dt="2024-05-23T16:22:52.247" v="11949" actId="20577"/>
          <ac:spMkLst>
            <pc:docMk/>
            <pc:sldMk cId="2977135101" sldId="354"/>
            <ac:spMk id="17" creationId="{5EC51D3E-64AA-A233-5A34-E0031B97B6C3}"/>
          </ac:spMkLst>
        </pc:spChg>
        <pc:grpChg chg="add del mod">
          <ac:chgData name="MARIA SALAS URBANO" userId="d92562ea-7866-43a1-b4b3-4f1315128d96" providerId="ADAL" clId="{1FD84EC0-100C-4040-B2CB-FA04A2A5B1D4}" dt="2024-05-23T16:12:50.040" v="11849" actId="478"/>
          <ac:grpSpMkLst>
            <pc:docMk/>
            <pc:sldMk cId="2977135101" sldId="354"/>
            <ac:grpSpMk id="7" creationId="{A49D94B5-8635-9775-1D6F-0D0ABB5096D0}"/>
          </ac:grpSpMkLst>
        </pc:grpChg>
        <pc:picChg chg="add del mod">
          <ac:chgData name="MARIA SALAS URBANO" userId="d92562ea-7866-43a1-b4b3-4f1315128d96" providerId="ADAL" clId="{1FD84EC0-100C-4040-B2CB-FA04A2A5B1D4}" dt="2024-05-23T16:07:01.408" v="11731" actId="478"/>
          <ac:picMkLst>
            <pc:docMk/>
            <pc:sldMk cId="2977135101" sldId="354"/>
            <ac:picMk id="3" creationId="{C398629F-F3B0-DE37-3E9D-9A79289670EF}"/>
          </ac:picMkLst>
        </pc:picChg>
        <pc:picChg chg="add del mod">
          <ac:chgData name="MARIA SALAS URBANO" userId="d92562ea-7866-43a1-b4b3-4f1315128d96" providerId="ADAL" clId="{1FD84EC0-100C-4040-B2CB-FA04A2A5B1D4}" dt="2024-05-23T16:22:28.804" v="11920" actId="478"/>
          <ac:picMkLst>
            <pc:docMk/>
            <pc:sldMk cId="2977135101" sldId="354"/>
            <ac:picMk id="6" creationId="{6ADBCBC0-E4A0-D22E-0AF5-A37059F374B5}"/>
          </ac:picMkLst>
        </pc:picChg>
        <pc:picChg chg="add del mod modCrop">
          <ac:chgData name="MARIA SALAS URBANO" userId="d92562ea-7866-43a1-b4b3-4f1315128d96" providerId="ADAL" clId="{1FD84EC0-100C-4040-B2CB-FA04A2A5B1D4}" dt="2024-05-23T16:30:56.436" v="12002" actId="478"/>
          <ac:picMkLst>
            <pc:docMk/>
            <pc:sldMk cId="2977135101" sldId="354"/>
            <ac:picMk id="11" creationId="{FD49861D-52E9-E120-7EFF-D6E11EE511BE}"/>
          </ac:picMkLst>
        </pc:picChg>
        <pc:picChg chg="add del mod">
          <ac:chgData name="MARIA SALAS URBANO" userId="d92562ea-7866-43a1-b4b3-4f1315128d96" providerId="ADAL" clId="{1FD84EC0-100C-4040-B2CB-FA04A2A5B1D4}" dt="2024-05-23T16:30:57.488" v="12003" actId="478"/>
          <ac:picMkLst>
            <pc:docMk/>
            <pc:sldMk cId="2977135101" sldId="354"/>
            <ac:picMk id="12" creationId="{8BB94A21-DBD4-05F5-9D5C-D2215D31A9D5}"/>
          </ac:picMkLst>
        </pc:picChg>
        <pc:picChg chg="add mod modCrop">
          <ac:chgData name="MARIA SALAS URBANO" userId="d92562ea-7866-43a1-b4b3-4f1315128d96" providerId="ADAL" clId="{1FD84EC0-100C-4040-B2CB-FA04A2A5B1D4}" dt="2024-05-23T16:32:29.943" v="12019" actId="1076"/>
          <ac:picMkLst>
            <pc:docMk/>
            <pc:sldMk cId="2977135101" sldId="354"/>
            <ac:picMk id="13" creationId="{7199793D-1B20-1D11-BD3A-E89E3C4490A7}"/>
          </ac:picMkLst>
        </pc:picChg>
        <pc:picChg chg="add mod">
          <ac:chgData name="MARIA SALAS URBANO" userId="d92562ea-7866-43a1-b4b3-4f1315128d96" providerId="ADAL" clId="{1FD84EC0-100C-4040-B2CB-FA04A2A5B1D4}" dt="2024-05-23T16:32:56.714" v="12029" actId="1038"/>
          <ac:picMkLst>
            <pc:docMk/>
            <pc:sldMk cId="2977135101" sldId="354"/>
            <ac:picMk id="14" creationId="{F1BC4164-830C-0713-7B15-7DB8311C175A}"/>
          </ac:picMkLst>
        </pc:picChg>
        <pc:picChg chg="add del mod">
          <ac:chgData name="MARIA SALAS URBANO" userId="d92562ea-7866-43a1-b4b3-4f1315128d96" providerId="ADAL" clId="{1FD84EC0-100C-4040-B2CB-FA04A2A5B1D4}" dt="2024-05-23T16:22:28.804" v="11920" actId="478"/>
          <ac:picMkLst>
            <pc:docMk/>
            <pc:sldMk cId="2977135101" sldId="354"/>
            <ac:picMk id="1026" creationId="{593F0186-F509-8921-B200-967A1C61723C}"/>
          </ac:picMkLst>
        </pc:picChg>
        <pc:picChg chg="add mod">
          <ac:chgData name="MARIA SALAS URBANO" userId="d92562ea-7866-43a1-b4b3-4f1315128d96" providerId="ADAL" clId="{1FD84EC0-100C-4040-B2CB-FA04A2A5B1D4}" dt="2024-05-23T16:32:23.144" v="12017" actId="14100"/>
          <ac:picMkLst>
            <pc:docMk/>
            <pc:sldMk cId="2977135101" sldId="354"/>
            <ac:picMk id="1028" creationId="{E0578F8A-F0E0-85CE-0F4C-F405F407FD8D}"/>
          </ac:picMkLst>
        </pc:picChg>
      </pc:sldChg>
      <pc:sldChg chg="addSp delSp modSp add mod modAnim modNotesTx">
        <pc:chgData name="MARIA SALAS URBANO" userId="d92562ea-7866-43a1-b4b3-4f1315128d96" providerId="ADAL" clId="{1FD84EC0-100C-4040-B2CB-FA04A2A5B1D4}" dt="2024-05-23T17:16:46.654" v="12465"/>
        <pc:sldMkLst>
          <pc:docMk/>
          <pc:sldMk cId="702144357" sldId="355"/>
        </pc:sldMkLst>
        <pc:spChg chg="mod">
          <ac:chgData name="MARIA SALAS URBANO" userId="d92562ea-7866-43a1-b4b3-4f1315128d96" providerId="ADAL" clId="{1FD84EC0-100C-4040-B2CB-FA04A2A5B1D4}" dt="2024-05-23T17:04:16.873" v="12298" actId="1036"/>
          <ac:spMkLst>
            <pc:docMk/>
            <pc:sldMk cId="702144357" sldId="355"/>
            <ac:spMk id="10" creationId="{C9790B60-2AF9-C2B3-74FF-20F77C881DA2}"/>
          </ac:spMkLst>
        </pc:spChg>
        <pc:spChg chg="mod">
          <ac:chgData name="MARIA SALAS URBANO" userId="d92562ea-7866-43a1-b4b3-4f1315128d96" providerId="ADAL" clId="{1FD84EC0-100C-4040-B2CB-FA04A2A5B1D4}" dt="2024-05-23T17:03:55.172" v="12285" actId="14100"/>
          <ac:spMkLst>
            <pc:docMk/>
            <pc:sldMk cId="702144357" sldId="355"/>
            <ac:spMk id="17" creationId="{5EC51D3E-64AA-A233-5A34-E0031B97B6C3}"/>
          </ac:spMkLst>
        </pc:spChg>
        <pc:picChg chg="add del mod">
          <ac:chgData name="MARIA SALAS URBANO" userId="d92562ea-7866-43a1-b4b3-4f1315128d96" providerId="ADAL" clId="{1FD84EC0-100C-4040-B2CB-FA04A2A5B1D4}" dt="2024-05-23T17:08:42.018" v="12354" actId="478"/>
          <ac:picMkLst>
            <pc:docMk/>
            <pc:sldMk cId="702144357" sldId="355"/>
            <ac:picMk id="3" creationId="{0832E5D6-29AD-BAFC-024A-697A5BE7308D}"/>
          </ac:picMkLst>
        </pc:picChg>
        <pc:picChg chg="add del mod">
          <ac:chgData name="MARIA SALAS URBANO" userId="d92562ea-7866-43a1-b4b3-4f1315128d96" providerId="ADAL" clId="{1FD84EC0-100C-4040-B2CB-FA04A2A5B1D4}" dt="2024-05-23T17:08:41.069" v="12353" actId="478"/>
          <ac:picMkLst>
            <pc:docMk/>
            <pc:sldMk cId="702144357" sldId="355"/>
            <ac:picMk id="5" creationId="{CDD68432-01D6-9251-CD3D-F29E5B98E183}"/>
          </ac:picMkLst>
        </pc:picChg>
        <pc:picChg chg="mod modCrop">
          <ac:chgData name="MARIA SALAS URBANO" userId="d92562ea-7866-43a1-b4b3-4f1315128d96" providerId="ADAL" clId="{1FD84EC0-100C-4040-B2CB-FA04A2A5B1D4}" dt="2024-05-23T17:04:16.873" v="12298" actId="1036"/>
          <ac:picMkLst>
            <pc:docMk/>
            <pc:sldMk cId="702144357" sldId="355"/>
            <ac:picMk id="6" creationId="{6ADBCBC0-E4A0-D22E-0AF5-A37059F374B5}"/>
          </ac:picMkLst>
        </pc:picChg>
        <pc:picChg chg="mod">
          <ac:chgData name="MARIA SALAS URBANO" userId="d92562ea-7866-43a1-b4b3-4f1315128d96" providerId="ADAL" clId="{1FD84EC0-100C-4040-B2CB-FA04A2A5B1D4}" dt="2024-05-23T17:04:16.873" v="12298" actId="1036"/>
          <ac:picMkLst>
            <pc:docMk/>
            <pc:sldMk cId="702144357" sldId="355"/>
            <ac:picMk id="1026" creationId="{593F0186-F509-8921-B200-967A1C61723C}"/>
          </ac:picMkLst>
        </pc:picChg>
        <pc:picChg chg="add del mod">
          <ac:chgData name="MARIA SALAS URBANO" userId="d92562ea-7866-43a1-b4b3-4f1315128d96" providerId="ADAL" clId="{1FD84EC0-100C-4040-B2CB-FA04A2A5B1D4}" dt="2024-05-23T16:21:32.439" v="11910" actId="478"/>
          <ac:picMkLst>
            <pc:docMk/>
            <pc:sldMk cId="702144357" sldId="355"/>
            <ac:picMk id="2050" creationId="{694EBC49-17AC-99FA-B2D7-9956C2140FED}"/>
          </ac:picMkLst>
        </pc:picChg>
        <pc:picChg chg="add del mod">
          <ac:chgData name="MARIA SALAS URBANO" userId="d92562ea-7866-43a1-b4b3-4f1315128d96" providerId="ADAL" clId="{1FD84EC0-100C-4040-B2CB-FA04A2A5B1D4}" dt="2024-05-23T16:57:28.511" v="12229" actId="478"/>
          <ac:picMkLst>
            <pc:docMk/>
            <pc:sldMk cId="702144357" sldId="355"/>
            <ac:picMk id="2052" creationId="{3844F997-D134-A6FF-747F-EB4288D8BC93}"/>
          </ac:picMkLst>
        </pc:picChg>
      </pc:sldChg>
      <pc:sldChg chg="addSp delSp modSp add del mod">
        <pc:chgData name="MARIA SALAS URBANO" userId="d92562ea-7866-43a1-b4b3-4f1315128d96" providerId="ADAL" clId="{1FD84EC0-100C-4040-B2CB-FA04A2A5B1D4}" dt="2024-05-23T16:42:31.206" v="12120" actId="47"/>
        <pc:sldMkLst>
          <pc:docMk/>
          <pc:sldMk cId="2645484619" sldId="356"/>
        </pc:sldMkLst>
        <pc:spChg chg="add del">
          <ac:chgData name="MARIA SALAS URBANO" userId="d92562ea-7866-43a1-b4b3-4f1315128d96" providerId="ADAL" clId="{1FD84EC0-100C-4040-B2CB-FA04A2A5B1D4}" dt="2024-05-23T16:29:52.772" v="11982" actId="478"/>
          <ac:spMkLst>
            <pc:docMk/>
            <pc:sldMk cId="2645484619" sldId="356"/>
            <ac:spMk id="10" creationId="{C9790B60-2AF9-C2B3-74FF-20F77C881DA2}"/>
          </ac:spMkLst>
        </pc:spChg>
        <pc:spChg chg="mod">
          <ac:chgData name="MARIA SALAS URBANO" userId="d92562ea-7866-43a1-b4b3-4f1315128d96" providerId="ADAL" clId="{1FD84EC0-100C-4040-B2CB-FA04A2A5B1D4}" dt="2024-05-23T16:29:38.625" v="11973" actId="20577"/>
          <ac:spMkLst>
            <pc:docMk/>
            <pc:sldMk cId="2645484619" sldId="356"/>
            <ac:spMk id="17" creationId="{5EC51D3E-64AA-A233-5A34-E0031B97B6C3}"/>
          </ac:spMkLst>
        </pc:spChg>
        <pc:picChg chg="add del mod modCrop">
          <ac:chgData name="MARIA SALAS URBANO" userId="d92562ea-7866-43a1-b4b3-4f1315128d96" providerId="ADAL" clId="{1FD84EC0-100C-4040-B2CB-FA04A2A5B1D4}" dt="2024-05-23T16:29:47.668" v="11980" actId="732"/>
          <ac:picMkLst>
            <pc:docMk/>
            <pc:sldMk cId="2645484619" sldId="356"/>
            <ac:picMk id="6" creationId="{6ADBCBC0-E4A0-D22E-0AF5-A37059F374B5}"/>
          </ac:picMkLst>
        </pc:picChg>
        <pc:picChg chg="add del">
          <ac:chgData name="MARIA SALAS URBANO" userId="d92562ea-7866-43a1-b4b3-4f1315128d96" providerId="ADAL" clId="{1FD84EC0-100C-4040-B2CB-FA04A2A5B1D4}" dt="2024-05-23T16:29:50.956" v="11981" actId="478"/>
          <ac:picMkLst>
            <pc:docMk/>
            <pc:sldMk cId="2645484619" sldId="356"/>
            <ac:picMk id="1026" creationId="{593F0186-F509-8921-B200-967A1C61723C}"/>
          </ac:picMkLst>
        </pc:picChg>
        <pc:picChg chg="add del mod">
          <ac:chgData name="MARIA SALAS URBANO" userId="d92562ea-7866-43a1-b4b3-4f1315128d96" providerId="ADAL" clId="{1FD84EC0-100C-4040-B2CB-FA04A2A5B1D4}" dt="2024-05-23T16:29:40.153" v="11975" actId="478"/>
          <ac:picMkLst>
            <pc:docMk/>
            <pc:sldMk cId="2645484619" sldId="356"/>
            <ac:picMk id="2052" creationId="{3844F997-D134-A6FF-747F-EB4288D8BC93}"/>
          </ac:picMkLst>
        </pc:picChg>
      </pc:sldChg>
      <pc:sldChg chg="addSp delSp modSp add mod ord modTransition modAnim modNotesTx">
        <pc:chgData name="MARIA SALAS URBANO" userId="d92562ea-7866-43a1-b4b3-4f1315128d96" providerId="ADAL" clId="{1FD84EC0-100C-4040-B2CB-FA04A2A5B1D4}" dt="2024-05-23T17:14:46.201" v="12457"/>
        <pc:sldMkLst>
          <pc:docMk/>
          <pc:sldMk cId="3704282537" sldId="357"/>
        </pc:sldMkLst>
        <pc:spChg chg="add mod">
          <ac:chgData name="MARIA SALAS URBANO" userId="d92562ea-7866-43a1-b4b3-4f1315128d96" providerId="ADAL" clId="{1FD84EC0-100C-4040-B2CB-FA04A2A5B1D4}" dt="2024-05-23T16:41:52.005" v="12088" actId="14100"/>
          <ac:spMkLst>
            <pc:docMk/>
            <pc:sldMk cId="3704282537" sldId="357"/>
            <ac:spMk id="3" creationId="{9803A6A9-5F4F-DFB4-8326-BA7411E51CB3}"/>
          </ac:spMkLst>
        </pc:spChg>
        <pc:spChg chg="add mod">
          <ac:chgData name="MARIA SALAS URBANO" userId="d92562ea-7866-43a1-b4b3-4f1315128d96" providerId="ADAL" clId="{1FD84EC0-100C-4040-B2CB-FA04A2A5B1D4}" dt="2024-05-23T17:14:14.250" v="12452" actId="14100"/>
          <ac:spMkLst>
            <pc:docMk/>
            <pc:sldMk cId="3704282537" sldId="357"/>
            <ac:spMk id="5" creationId="{C08F9A9C-8F16-4D25-2E9F-5D71D32C51EE}"/>
          </ac:spMkLst>
        </pc:spChg>
        <pc:spChg chg="add mod">
          <ac:chgData name="MARIA SALAS URBANO" userId="d92562ea-7866-43a1-b4b3-4f1315128d96" providerId="ADAL" clId="{1FD84EC0-100C-4040-B2CB-FA04A2A5B1D4}" dt="2024-05-23T17:04:36.839" v="12315" actId="20577"/>
          <ac:spMkLst>
            <pc:docMk/>
            <pc:sldMk cId="3704282537" sldId="357"/>
            <ac:spMk id="7" creationId="{A872683B-979F-348C-AA90-24561975BF87}"/>
          </ac:spMkLst>
        </pc:spChg>
        <pc:spChg chg="del mod">
          <ac:chgData name="MARIA SALAS URBANO" userId="d92562ea-7866-43a1-b4b3-4f1315128d96" providerId="ADAL" clId="{1FD84EC0-100C-4040-B2CB-FA04A2A5B1D4}" dt="2024-05-23T17:06:02.065" v="12326" actId="478"/>
          <ac:spMkLst>
            <pc:docMk/>
            <pc:sldMk cId="3704282537" sldId="357"/>
            <ac:spMk id="17" creationId="{5EC51D3E-64AA-A233-5A34-E0031B97B6C3}"/>
          </ac:spMkLst>
        </pc:spChg>
        <pc:picChg chg="mod">
          <ac:chgData name="MARIA SALAS URBANO" userId="d92562ea-7866-43a1-b4b3-4f1315128d96" providerId="ADAL" clId="{1FD84EC0-100C-4040-B2CB-FA04A2A5B1D4}" dt="2024-05-23T16:41:39.002" v="12067" actId="1076"/>
          <ac:picMkLst>
            <pc:docMk/>
            <pc:sldMk cId="3704282537" sldId="357"/>
            <ac:picMk id="6" creationId="{6ADBCBC0-E4A0-D22E-0AF5-A37059F374B5}"/>
          </ac:picMkLst>
        </pc:picChg>
        <pc:picChg chg="mod">
          <ac:chgData name="MARIA SALAS URBANO" userId="d92562ea-7866-43a1-b4b3-4f1315128d96" providerId="ADAL" clId="{1FD84EC0-100C-4040-B2CB-FA04A2A5B1D4}" dt="2024-05-23T17:04:44.551" v="12316" actId="1076"/>
          <ac:picMkLst>
            <pc:docMk/>
            <pc:sldMk cId="3704282537" sldId="357"/>
            <ac:picMk id="2052" creationId="{3844F997-D134-A6FF-747F-EB4288D8BC93}"/>
          </ac:picMkLst>
        </pc:picChg>
        <pc:picChg chg="add mod">
          <ac:chgData name="MARIA SALAS URBANO" userId="d92562ea-7866-43a1-b4b3-4f1315128d96" providerId="ADAL" clId="{1FD84EC0-100C-4040-B2CB-FA04A2A5B1D4}" dt="2024-05-23T16:42:11.061" v="12119" actId="1035"/>
          <ac:picMkLst>
            <pc:docMk/>
            <pc:sldMk cId="3704282537" sldId="357"/>
            <ac:picMk id="3074" creationId="{E451DC24-0676-C6FF-F47C-525FBA0A21E2}"/>
          </ac:picMkLst>
        </pc:picChg>
        <pc:picChg chg="add mod">
          <ac:chgData name="MARIA SALAS URBANO" userId="d92562ea-7866-43a1-b4b3-4f1315128d96" providerId="ADAL" clId="{1FD84EC0-100C-4040-B2CB-FA04A2A5B1D4}" dt="2024-05-23T16:42:11.061" v="12119" actId="1035"/>
          <ac:picMkLst>
            <pc:docMk/>
            <pc:sldMk cId="3704282537" sldId="357"/>
            <ac:picMk id="3076" creationId="{71B6C2DF-CCE5-09A0-1CBA-0748BAC6DE86}"/>
          </ac:picMkLst>
        </pc:picChg>
        <pc:picChg chg="add mod">
          <ac:chgData name="MARIA SALAS URBANO" userId="d92562ea-7866-43a1-b4b3-4f1315128d96" providerId="ADAL" clId="{1FD84EC0-100C-4040-B2CB-FA04A2A5B1D4}" dt="2024-05-23T16:41:48.753" v="12087" actId="1038"/>
          <ac:picMkLst>
            <pc:docMk/>
            <pc:sldMk cId="3704282537" sldId="357"/>
            <ac:picMk id="3078" creationId="{A2FF4A35-43C2-F388-C40A-BF163DE8918F}"/>
          </ac:picMkLst>
        </pc:picChg>
        <pc:picChg chg="add mod">
          <ac:chgData name="MARIA SALAS URBANO" userId="d92562ea-7866-43a1-b4b3-4f1315128d96" providerId="ADAL" clId="{1FD84EC0-100C-4040-B2CB-FA04A2A5B1D4}" dt="2024-05-23T16:41:48.753" v="12087" actId="1038"/>
          <ac:picMkLst>
            <pc:docMk/>
            <pc:sldMk cId="3704282537" sldId="357"/>
            <ac:picMk id="3080" creationId="{1FF6C9BE-9998-DFEC-A9A0-32345468C9E1}"/>
          </ac:picMkLst>
        </pc:picChg>
        <pc:picChg chg="add mod">
          <ac:chgData name="MARIA SALAS URBANO" userId="d92562ea-7866-43a1-b4b3-4f1315128d96" providerId="ADAL" clId="{1FD84EC0-100C-4040-B2CB-FA04A2A5B1D4}" dt="2024-05-23T16:41:48.753" v="12087" actId="1038"/>
          <ac:picMkLst>
            <pc:docMk/>
            <pc:sldMk cId="3704282537" sldId="357"/>
            <ac:picMk id="3082" creationId="{CBF8BA47-0AAF-6F19-4245-437DE41DC586}"/>
          </ac:picMkLst>
        </pc:picChg>
      </pc:sldChg>
      <pc:sldChg chg="addSp delSp modSp add mod modTransition modAnim modNotesTx">
        <pc:chgData name="MARIA SALAS URBANO" userId="d92562ea-7866-43a1-b4b3-4f1315128d96" providerId="ADAL" clId="{1FD84EC0-100C-4040-B2CB-FA04A2A5B1D4}" dt="2024-05-23T17:17:56.703" v="12469" actId="14100"/>
        <pc:sldMkLst>
          <pc:docMk/>
          <pc:sldMk cId="944904346" sldId="358"/>
        </pc:sldMkLst>
        <pc:spChg chg="add mod">
          <ac:chgData name="MARIA SALAS URBANO" userId="d92562ea-7866-43a1-b4b3-4f1315128d96" providerId="ADAL" clId="{1FD84EC0-100C-4040-B2CB-FA04A2A5B1D4}" dt="2024-05-23T16:47:50.034" v="12147" actId="1037"/>
          <ac:spMkLst>
            <pc:docMk/>
            <pc:sldMk cId="944904346" sldId="358"/>
            <ac:spMk id="5" creationId="{664BB6B7-8B33-9D5B-78F4-70CEA2ABF68E}"/>
          </ac:spMkLst>
        </pc:spChg>
        <pc:spChg chg="add mod">
          <ac:chgData name="MARIA SALAS URBANO" userId="d92562ea-7866-43a1-b4b3-4f1315128d96" providerId="ADAL" clId="{1FD84EC0-100C-4040-B2CB-FA04A2A5B1D4}" dt="2024-05-23T17:17:56.703" v="12469" actId="14100"/>
          <ac:spMkLst>
            <pc:docMk/>
            <pc:sldMk cId="944904346" sldId="358"/>
            <ac:spMk id="7" creationId="{CCE6D8AE-31E9-2B0C-05D2-508D2A692B2D}"/>
          </ac:spMkLst>
        </pc:spChg>
        <pc:spChg chg="add mod">
          <ac:chgData name="MARIA SALAS URBANO" userId="d92562ea-7866-43a1-b4b3-4f1315128d96" providerId="ADAL" clId="{1FD84EC0-100C-4040-B2CB-FA04A2A5B1D4}" dt="2024-05-23T17:09:30.713" v="12374" actId="20577"/>
          <ac:spMkLst>
            <pc:docMk/>
            <pc:sldMk cId="944904346" sldId="358"/>
            <ac:spMk id="8" creationId="{F721FEA4-1552-2EA4-F5A4-1C039C1CF044}"/>
          </ac:spMkLst>
        </pc:spChg>
        <pc:spChg chg="del">
          <ac:chgData name="MARIA SALAS URBANO" userId="d92562ea-7866-43a1-b4b3-4f1315128d96" providerId="ADAL" clId="{1FD84EC0-100C-4040-B2CB-FA04A2A5B1D4}" dt="2024-05-23T17:06:15.098" v="12327" actId="478"/>
          <ac:spMkLst>
            <pc:docMk/>
            <pc:sldMk cId="944904346" sldId="358"/>
            <ac:spMk id="17" creationId="{5EC51D3E-64AA-A233-5A34-E0031B97B6C3}"/>
          </ac:spMkLst>
        </pc:spChg>
        <pc:picChg chg="add mod">
          <ac:chgData name="MARIA SALAS URBANO" userId="d92562ea-7866-43a1-b4b3-4f1315128d96" providerId="ADAL" clId="{1FD84EC0-100C-4040-B2CB-FA04A2A5B1D4}" dt="2024-05-23T17:09:36.977" v="12375"/>
          <ac:picMkLst>
            <pc:docMk/>
            <pc:sldMk cId="944904346" sldId="358"/>
            <ac:picMk id="9" creationId="{7643D0D5-4BF5-3038-2F05-CE8FD624D0CA}"/>
          </ac:picMkLst>
        </pc:picChg>
        <pc:picChg chg="del">
          <ac:chgData name="MARIA SALAS URBANO" userId="d92562ea-7866-43a1-b4b3-4f1315128d96" providerId="ADAL" clId="{1FD84EC0-100C-4040-B2CB-FA04A2A5B1D4}" dt="2024-05-23T17:09:39.630" v="12376" actId="478"/>
          <ac:picMkLst>
            <pc:docMk/>
            <pc:sldMk cId="944904346" sldId="358"/>
            <ac:picMk id="2052" creationId="{3844F997-D134-A6FF-747F-EB4288D8BC93}"/>
          </ac:picMkLst>
        </pc:picChg>
        <pc:picChg chg="mod">
          <ac:chgData name="MARIA SALAS URBANO" userId="d92562ea-7866-43a1-b4b3-4f1315128d96" providerId="ADAL" clId="{1FD84EC0-100C-4040-B2CB-FA04A2A5B1D4}" dt="2024-05-23T16:50:51.191" v="12153" actId="1076"/>
          <ac:picMkLst>
            <pc:docMk/>
            <pc:sldMk cId="944904346" sldId="358"/>
            <ac:picMk id="3074" creationId="{E451DC24-0676-C6FF-F47C-525FBA0A21E2}"/>
          </ac:picMkLst>
        </pc:picChg>
        <pc:picChg chg="del">
          <ac:chgData name="MARIA SALAS URBANO" userId="d92562ea-7866-43a1-b4b3-4f1315128d96" providerId="ADAL" clId="{1FD84EC0-100C-4040-B2CB-FA04A2A5B1D4}" dt="2024-05-23T16:42:44.536" v="12123" actId="478"/>
          <ac:picMkLst>
            <pc:docMk/>
            <pc:sldMk cId="944904346" sldId="358"/>
            <ac:picMk id="3076" creationId="{71B6C2DF-CCE5-09A0-1CBA-0748BAC6DE86}"/>
          </ac:picMkLst>
        </pc:picChg>
        <pc:picChg chg="mod">
          <ac:chgData name="MARIA SALAS URBANO" userId="d92562ea-7866-43a1-b4b3-4f1315128d96" providerId="ADAL" clId="{1FD84EC0-100C-4040-B2CB-FA04A2A5B1D4}" dt="2024-05-23T16:45:58.546" v="12143" actId="1037"/>
          <ac:picMkLst>
            <pc:docMk/>
            <pc:sldMk cId="944904346" sldId="358"/>
            <ac:picMk id="3082" creationId="{CBF8BA47-0AAF-6F19-4245-437DE41DC586}"/>
          </ac:picMkLst>
        </pc:picChg>
        <pc:picChg chg="add del mod">
          <ac:chgData name="MARIA SALAS URBANO" userId="d92562ea-7866-43a1-b4b3-4f1315128d96" providerId="ADAL" clId="{1FD84EC0-100C-4040-B2CB-FA04A2A5B1D4}" dt="2024-05-23T16:55:31.792" v="12186" actId="478"/>
          <ac:picMkLst>
            <pc:docMk/>
            <pc:sldMk cId="944904346" sldId="358"/>
            <ac:picMk id="5122" creationId="{70C587AC-DC30-B12C-C7A1-4B8A6D5AE746}"/>
          </ac:picMkLst>
        </pc:picChg>
        <pc:picChg chg="add mod">
          <ac:chgData name="MARIA SALAS URBANO" userId="d92562ea-7866-43a1-b4b3-4f1315128d96" providerId="ADAL" clId="{1FD84EC0-100C-4040-B2CB-FA04A2A5B1D4}" dt="2024-05-23T16:54:41.498" v="12178" actId="1076"/>
          <ac:picMkLst>
            <pc:docMk/>
            <pc:sldMk cId="944904346" sldId="358"/>
            <ac:picMk id="5124" creationId="{04E92241-9601-B1FB-357A-B0D46574B991}"/>
          </ac:picMkLst>
        </pc:picChg>
        <pc:picChg chg="add del mod">
          <ac:chgData name="MARIA SALAS URBANO" userId="d92562ea-7866-43a1-b4b3-4f1315128d96" providerId="ADAL" clId="{1FD84EC0-100C-4040-B2CB-FA04A2A5B1D4}" dt="2024-05-23T16:52:50.806" v="12170" actId="478"/>
          <ac:picMkLst>
            <pc:docMk/>
            <pc:sldMk cId="944904346" sldId="358"/>
            <ac:picMk id="5126" creationId="{A6D6F4B0-6361-234D-0A01-029248E40081}"/>
          </ac:picMkLst>
        </pc:picChg>
        <pc:picChg chg="add mod">
          <ac:chgData name="MARIA SALAS URBANO" userId="d92562ea-7866-43a1-b4b3-4f1315128d96" providerId="ADAL" clId="{1FD84EC0-100C-4040-B2CB-FA04A2A5B1D4}" dt="2024-05-23T16:54:53.970" v="12185" actId="1037"/>
          <ac:picMkLst>
            <pc:docMk/>
            <pc:sldMk cId="944904346" sldId="358"/>
            <ac:picMk id="5128" creationId="{3154B9B6-73EC-7915-D049-D544E1C03C51}"/>
          </ac:picMkLst>
        </pc:picChg>
        <pc:picChg chg="add mod">
          <ac:chgData name="MARIA SALAS URBANO" userId="d92562ea-7866-43a1-b4b3-4f1315128d96" providerId="ADAL" clId="{1FD84EC0-100C-4040-B2CB-FA04A2A5B1D4}" dt="2024-05-23T16:54:51.213" v="12181" actId="14100"/>
          <ac:picMkLst>
            <pc:docMk/>
            <pc:sldMk cId="944904346" sldId="358"/>
            <ac:picMk id="5130" creationId="{AE32576B-DBAC-3E89-FC86-33E3E304A9CB}"/>
          </ac:picMkLst>
        </pc:picChg>
        <pc:picChg chg="add mod">
          <ac:chgData name="MARIA SALAS URBANO" userId="d92562ea-7866-43a1-b4b3-4f1315128d96" providerId="ADAL" clId="{1FD84EC0-100C-4040-B2CB-FA04A2A5B1D4}" dt="2024-05-23T16:55:48.545" v="12190" actId="1076"/>
          <ac:picMkLst>
            <pc:docMk/>
            <pc:sldMk cId="944904346" sldId="358"/>
            <ac:picMk id="5132" creationId="{3678317E-AA71-F6B1-BB74-BCC668DDCEFF}"/>
          </ac:picMkLst>
        </pc:picChg>
      </pc:sldChg>
      <pc:sldChg chg="add del">
        <pc:chgData name="MARIA SALAS URBANO" userId="d92562ea-7866-43a1-b4b3-4f1315128d96" providerId="ADAL" clId="{1FD84EC0-100C-4040-B2CB-FA04A2A5B1D4}" dt="2024-05-23T16:30:27.655" v="11997"/>
        <pc:sldMkLst>
          <pc:docMk/>
          <pc:sldMk cId="3509500765" sldId="358"/>
        </pc:sldMkLst>
      </pc:sldChg>
      <pc:sldChg chg="addSp delSp modSp add mod modTransition modNotesTx">
        <pc:chgData name="MARIA SALAS URBANO" userId="d92562ea-7866-43a1-b4b3-4f1315128d96" providerId="ADAL" clId="{1FD84EC0-100C-4040-B2CB-FA04A2A5B1D4}" dt="2024-05-23T17:17:03.901" v="12466" actId="478"/>
        <pc:sldMkLst>
          <pc:docMk/>
          <pc:sldMk cId="1070098580" sldId="359"/>
        </pc:sldMkLst>
        <pc:spChg chg="add mod">
          <ac:chgData name="MARIA SALAS URBANO" userId="d92562ea-7866-43a1-b4b3-4f1315128d96" providerId="ADAL" clId="{1FD84EC0-100C-4040-B2CB-FA04A2A5B1D4}" dt="2024-05-23T16:57:55.582" v="12252" actId="1037"/>
          <ac:spMkLst>
            <pc:docMk/>
            <pc:sldMk cId="1070098580" sldId="359"/>
            <ac:spMk id="5" creationId="{BBC0CF5A-11C0-A745-C113-4B78C787D2C6}"/>
          </ac:spMkLst>
        </pc:spChg>
        <pc:spChg chg="add mod">
          <ac:chgData name="MARIA SALAS URBANO" userId="d92562ea-7866-43a1-b4b3-4f1315128d96" providerId="ADAL" clId="{1FD84EC0-100C-4040-B2CB-FA04A2A5B1D4}" dt="2024-05-23T17:04:23.746" v="12299"/>
          <ac:spMkLst>
            <pc:docMk/>
            <pc:sldMk cId="1070098580" sldId="359"/>
            <ac:spMk id="7" creationId="{1273BB83-5AC2-90DF-FFF6-391E277A6A2C}"/>
          </ac:spMkLst>
        </pc:spChg>
        <pc:spChg chg="del">
          <ac:chgData name="MARIA SALAS URBANO" userId="d92562ea-7866-43a1-b4b3-4f1315128d96" providerId="ADAL" clId="{1FD84EC0-100C-4040-B2CB-FA04A2A5B1D4}" dt="2024-05-23T16:57:05.710" v="12221" actId="478"/>
          <ac:spMkLst>
            <pc:docMk/>
            <pc:sldMk cId="1070098580" sldId="359"/>
            <ac:spMk id="10" creationId="{C9790B60-2AF9-C2B3-74FF-20F77C881DA2}"/>
          </ac:spMkLst>
        </pc:spChg>
        <pc:spChg chg="del">
          <ac:chgData name="MARIA SALAS URBANO" userId="d92562ea-7866-43a1-b4b3-4f1315128d96" providerId="ADAL" clId="{1FD84EC0-100C-4040-B2CB-FA04A2A5B1D4}" dt="2024-05-23T17:17:03.901" v="12466" actId="478"/>
          <ac:spMkLst>
            <pc:docMk/>
            <pc:sldMk cId="1070098580" sldId="359"/>
            <ac:spMk id="17" creationId="{5EC51D3E-64AA-A233-5A34-E0031B97B6C3}"/>
          </ac:spMkLst>
        </pc:spChg>
        <pc:picChg chg="add mod">
          <ac:chgData name="MARIA SALAS URBANO" userId="d92562ea-7866-43a1-b4b3-4f1315128d96" providerId="ADAL" clId="{1FD84EC0-100C-4040-B2CB-FA04A2A5B1D4}" dt="2024-05-23T16:57:18.357" v="12225" actId="1076"/>
          <ac:picMkLst>
            <pc:docMk/>
            <pc:sldMk cId="1070098580" sldId="359"/>
            <ac:picMk id="3" creationId="{ADB4F96A-94B1-2EA5-2ABB-ADA106384F5D}"/>
          </ac:picMkLst>
        </pc:picChg>
        <pc:picChg chg="del">
          <ac:chgData name="MARIA SALAS URBANO" userId="d92562ea-7866-43a1-b4b3-4f1315128d96" providerId="ADAL" clId="{1FD84EC0-100C-4040-B2CB-FA04A2A5B1D4}" dt="2024-05-23T16:57:04.169" v="12220" actId="478"/>
          <ac:picMkLst>
            <pc:docMk/>
            <pc:sldMk cId="1070098580" sldId="359"/>
            <ac:picMk id="6" creationId="{6ADBCBC0-E4A0-D22E-0AF5-A37059F374B5}"/>
          </ac:picMkLst>
        </pc:picChg>
        <pc:picChg chg="del">
          <ac:chgData name="MARIA SALAS URBANO" userId="d92562ea-7866-43a1-b4b3-4f1315128d96" providerId="ADAL" clId="{1FD84EC0-100C-4040-B2CB-FA04A2A5B1D4}" dt="2024-05-23T16:57:01.842" v="12219" actId="478"/>
          <ac:picMkLst>
            <pc:docMk/>
            <pc:sldMk cId="1070098580" sldId="359"/>
            <ac:picMk id="1026" creationId="{593F0186-F509-8921-B200-967A1C61723C}"/>
          </ac:picMkLst>
        </pc:picChg>
        <pc:picChg chg="mod">
          <ac:chgData name="MARIA SALAS URBANO" userId="d92562ea-7866-43a1-b4b3-4f1315128d96" providerId="ADAL" clId="{1FD84EC0-100C-4040-B2CB-FA04A2A5B1D4}" dt="2024-05-23T17:08:54.877" v="12357" actId="170"/>
          <ac:picMkLst>
            <pc:docMk/>
            <pc:sldMk cId="1070098580" sldId="359"/>
            <ac:picMk id="2052" creationId="{3844F997-D134-A6FF-747F-EB4288D8BC93}"/>
          </ac:picMkLst>
        </pc:picChg>
      </pc:sldChg>
      <pc:sldChg chg="addSp delSp modSp add del mod modTransition delAnim modAnim">
        <pc:chgData name="MARIA SALAS URBANO" userId="d92562ea-7866-43a1-b4b3-4f1315128d96" providerId="ADAL" clId="{1FD84EC0-100C-4040-B2CB-FA04A2A5B1D4}" dt="2024-05-23T17:35:26.846" v="12776" actId="47"/>
        <pc:sldMkLst>
          <pc:docMk/>
          <pc:sldMk cId="3983725142" sldId="360"/>
        </pc:sldMkLst>
        <pc:spChg chg="del mod">
          <ac:chgData name="MARIA SALAS URBANO" userId="d92562ea-7866-43a1-b4b3-4f1315128d96" providerId="ADAL" clId="{1FD84EC0-100C-4040-B2CB-FA04A2A5B1D4}" dt="2024-05-23T17:30:05.486" v="12728"/>
          <ac:spMkLst>
            <pc:docMk/>
            <pc:sldMk cId="3983725142" sldId="360"/>
            <ac:spMk id="3" creationId="{82DED71B-1C10-E51E-961F-5467B1561268}"/>
          </ac:spMkLst>
        </pc:spChg>
        <pc:spChg chg="add mod">
          <ac:chgData name="MARIA SALAS URBANO" userId="d92562ea-7866-43a1-b4b3-4f1315128d96" providerId="ADAL" clId="{1FD84EC0-100C-4040-B2CB-FA04A2A5B1D4}" dt="2024-05-23T17:30:23.929" v="12733"/>
          <ac:spMkLst>
            <pc:docMk/>
            <pc:sldMk cId="3983725142" sldId="360"/>
            <ac:spMk id="5" creationId="{EA8FDBCD-1025-4845-DD5D-FD50C4D54A40}"/>
          </ac:spMkLst>
        </pc:spChg>
        <pc:spChg chg="del">
          <ac:chgData name="MARIA SALAS URBANO" userId="d92562ea-7866-43a1-b4b3-4f1315128d96" providerId="ADAL" clId="{1FD84EC0-100C-4040-B2CB-FA04A2A5B1D4}" dt="2024-05-23T17:30:13.432" v="12730" actId="478"/>
          <ac:spMkLst>
            <pc:docMk/>
            <pc:sldMk cId="3983725142" sldId="360"/>
            <ac:spMk id="15" creationId="{64EE4528-490A-EEDD-EB54-F678790E0FDC}"/>
          </ac:spMkLst>
        </pc:spChg>
        <pc:spChg chg="del">
          <ac:chgData name="MARIA SALAS URBANO" userId="d92562ea-7866-43a1-b4b3-4f1315128d96" providerId="ADAL" clId="{1FD84EC0-100C-4040-B2CB-FA04A2A5B1D4}" dt="2024-05-23T17:30:10.967" v="12729" actId="478"/>
          <ac:spMkLst>
            <pc:docMk/>
            <pc:sldMk cId="3983725142" sldId="360"/>
            <ac:spMk id="16" creationId="{00D997FD-DDEF-FFB6-64B7-CDC08900166B}"/>
          </ac:spMkLst>
        </pc:spChg>
        <pc:spChg chg="del">
          <ac:chgData name="MARIA SALAS URBANO" userId="d92562ea-7866-43a1-b4b3-4f1315128d96" providerId="ADAL" clId="{1FD84EC0-100C-4040-B2CB-FA04A2A5B1D4}" dt="2024-05-23T17:30:17.950" v="12732" actId="478"/>
          <ac:spMkLst>
            <pc:docMk/>
            <pc:sldMk cId="3983725142" sldId="360"/>
            <ac:spMk id="17" creationId="{D0F4AAC2-52B3-406E-6867-CE2FE5086E85}"/>
          </ac:spMkLst>
        </pc:spChg>
        <pc:spChg chg="del">
          <ac:chgData name="MARIA SALAS URBANO" userId="d92562ea-7866-43a1-b4b3-4f1315128d96" providerId="ADAL" clId="{1FD84EC0-100C-4040-B2CB-FA04A2A5B1D4}" dt="2024-05-23T17:30:05.486" v="12726" actId="478"/>
          <ac:spMkLst>
            <pc:docMk/>
            <pc:sldMk cId="3983725142" sldId="360"/>
            <ac:spMk id="23" creationId="{08E3E6FB-BFCE-A5E7-9A88-8892931F1873}"/>
          </ac:spMkLst>
        </pc:spChg>
        <pc:spChg chg="del">
          <ac:chgData name="MARIA SALAS URBANO" userId="d92562ea-7866-43a1-b4b3-4f1315128d96" providerId="ADAL" clId="{1FD84EC0-100C-4040-B2CB-FA04A2A5B1D4}" dt="2024-05-23T17:30:15.142" v="12731" actId="478"/>
          <ac:spMkLst>
            <pc:docMk/>
            <pc:sldMk cId="3983725142" sldId="360"/>
            <ac:spMk id="24" creationId="{F15722E3-17C1-AED0-BC5E-5C84A719D229}"/>
          </ac:spMkLst>
        </pc:spChg>
      </pc:sldChg>
      <pc:sldChg chg="add modTransition">
        <pc:chgData name="MARIA SALAS URBANO" userId="d92562ea-7866-43a1-b4b3-4f1315128d96" providerId="ADAL" clId="{1FD84EC0-100C-4040-B2CB-FA04A2A5B1D4}" dt="2024-05-23T17:34:12.411" v="12774"/>
        <pc:sldMkLst>
          <pc:docMk/>
          <pc:sldMk cId="3786955079" sldId="361"/>
        </pc:sldMkLst>
      </pc:sldChg>
      <pc:sldChg chg="add modTransition">
        <pc:chgData name="MARIA SALAS URBANO" userId="d92562ea-7866-43a1-b4b3-4f1315128d96" providerId="ADAL" clId="{1FD84EC0-100C-4040-B2CB-FA04A2A5B1D4}" dt="2024-05-23T17:34:21.493" v="12775"/>
        <pc:sldMkLst>
          <pc:docMk/>
          <pc:sldMk cId="2339396252" sldId="362"/>
        </pc:sldMkLst>
      </pc:sldChg>
      <pc:sldChg chg="addSp delSp modSp add mod ord modTransition modAnim modNotesTx">
        <pc:chgData name="MARIA SALAS URBANO" userId="d92562ea-7866-43a1-b4b3-4f1315128d96" providerId="ADAL" clId="{1FD84EC0-100C-4040-B2CB-FA04A2A5B1D4}" dt="2024-05-24T12:04:36.397" v="13198" actId="1037"/>
        <pc:sldMkLst>
          <pc:docMk/>
          <pc:sldMk cId="3847116996" sldId="363"/>
        </pc:sldMkLst>
        <pc:spChg chg="mod">
          <ac:chgData name="MARIA SALAS URBANO" userId="d92562ea-7866-43a1-b4b3-4f1315128d96" providerId="ADAL" clId="{1FD84EC0-100C-4040-B2CB-FA04A2A5B1D4}" dt="2024-05-23T17:53:31.601" v="13025" actId="20577"/>
          <ac:spMkLst>
            <pc:docMk/>
            <pc:sldMk cId="3847116996" sldId="363"/>
            <ac:spMk id="6" creationId="{F4CFB6C1-D1D2-AB75-E581-A8BED032F1C8}"/>
          </ac:spMkLst>
        </pc:spChg>
        <pc:spChg chg="mod">
          <ac:chgData name="MARIA SALAS URBANO" userId="d92562ea-7866-43a1-b4b3-4f1315128d96" providerId="ADAL" clId="{1FD84EC0-100C-4040-B2CB-FA04A2A5B1D4}" dt="2024-05-24T12:04:26.236" v="13193" actId="20577"/>
          <ac:spMkLst>
            <pc:docMk/>
            <pc:sldMk cId="3847116996" sldId="363"/>
            <ac:spMk id="7" creationId="{72805A04-9A2C-8B1B-4A1A-AC12DE6650BF}"/>
          </ac:spMkLst>
        </pc:spChg>
        <pc:spChg chg="mod">
          <ac:chgData name="MARIA SALAS URBANO" userId="d92562ea-7866-43a1-b4b3-4f1315128d96" providerId="ADAL" clId="{1FD84EC0-100C-4040-B2CB-FA04A2A5B1D4}" dt="2024-05-24T12:04:32.688" v="13194" actId="20577"/>
          <ac:spMkLst>
            <pc:docMk/>
            <pc:sldMk cId="3847116996" sldId="363"/>
            <ac:spMk id="8" creationId="{0BA9A011-FE79-9DCB-2A8A-9F44C8CCBDCE}"/>
          </ac:spMkLst>
        </pc:spChg>
        <pc:spChg chg="add del">
          <ac:chgData name="MARIA SALAS URBANO" userId="d92562ea-7866-43a1-b4b3-4f1315128d96" providerId="ADAL" clId="{1FD84EC0-100C-4040-B2CB-FA04A2A5B1D4}" dt="2024-05-23T17:41:01.016" v="12792" actId="478"/>
          <ac:spMkLst>
            <pc:docMk/>
            <pc:sldMk cId="3847116996" sldId="363"/>
            <ac:spMk id="14" creationId="{19CAF77C-0BA2-5894-F323-3275CE3F1957}"/>
          </ac:spMkLst>
        </pc:spChg>
        <pc:spChg chg="add">
          <ac:chgData name="MARIA SALAS URBANO" userId="d92562ea-7866-43a1-b4b3-4f1315128d96" providerId="ADAL" clId="{1FD84EC0-100C-4040-B2CB-FA04A2A5B1D4}" dt="2024-05-23T17:44:30.494" v="12890"/>
          <ac:spMkLst>
            <pc:docMk/>
            <pc:sldMk cId="3847116996" sldId="363"/>
            <ac:spMk id="15" creationId="{7DBE3ABD-13BF-5DCF-4908-7EF4A82ACAA9}"/>
          </ac:spMkLst>
        </pc:spChg>
        <pc:spChg chg="add">
          <ac:chgData name="MARIA SALAS URBANO" userId="d92562ea-7866-43a1-b4b3-4f1315128d96" providerId="ADAL" clId="{1FD84EC0-100C-4040-B2CB-FA04A2A5B1D4}" dt="2024-05-23T17:44:41.511" v="12891"/>
          <ac:spMkLst>
            <pc:docMk/>
            <pc:sldMk cId="3847116996" sldId="363"/>
            <ac:spMk id="17" creationId="{9BC9B7CC-0254-B6A9-AE77-4C0A51FCEB77}"/>
          </ac:spMkLst>
        </pc:spChg>
        <pc:spChg chg="add">
          <ac:chgData name="MARIA SALAS URBANO" userId="d92562ea-7866-43a1-b4b3-4f1315128d96" providerId="ADAL" clId="{1FD84EC0-100C-4040-B2CB-FA04A2A5B1D4}" dt="2024-05-23T17:47:49.820" v="12960"/>
          <ac:spMkLst>
            <pc:docMk/>
            <pc:sldMk cId="3847116996" sldId="363"/>
            <ac:spMk id="19" creationId="{408137CC-CBA1-64BD-52C5-8B1D29B14B7C}"/>
          </ac:spMkLst>
        </pc:spChg>
        <pc:picChg chg="add mod">
          <ac:chgData name="MARIA SALAS URBANO" userId="d92562ea-7866-43a1-b4b3-4f1315128d96" providerId="ADAL" clId="{1FD84EC0-100C-4040-B2CB-FA04A2A5B1D4}" dt="2024-05-24T12:04:19.414" v="13190" actId="1076"/>
          <ac:picMkLst>
            <pc:docMk/>
            <pc:sldMk cId="3847116996" sldId="363"/>
            <ac:picMk id="18" creationId="{0149DE74-66CB-6E90-53BD-E62B62360A07}"/>
          </ac:picMkLst>
        </pc:picChg>
        <pc:picChg chg="add mod">
          <ac:chgData name="MARIA SALAS URBANO" userId="d92562ea-7866-43a1-b4b3-4f1315128d96" providerId="ADAL" clId="{1FD84EC0-100C-4040-B2CB-FA04A2A5B1D4}" dt="2024-05-24T12:04:36.397" v="13198" actId="1037"/>
          <ac:picMkLst>
            <pc:docMk/>
            <pc:sldMk cId="3847116996" sldId="363"/>
            <ac:picMk id="20" creationId="{6F03BEE7-4F48-1FF1-2313-FE24442021E7}"/>
          </ac:picMkLst>
        </pc:picChg>
        <pc:picChg chg="del">
          <ac:chgData name="MARIA SALAS URBANO" userId="d92562ea-7866-43a1-b4b3-4f1315128d96" providerId="ADAL" clId="{1FD84EC0-100C-4040-B2CB-FA04A2A5B1D4}" dt="2024-05-23T17:44:04.111" v="12889" actId="478"/>
          <ac:picMkLst>
            <pc:docMk/>
            <pc:sldMk cId="3847116996" sldId="363"/>
            <ac:picMk id="23" creationId="{18D4E4D4-2301-969F-2F8B-4F54CD1164B6}"/>
          </ac:picMkLst>
        </pc:picChg>
        <pc:picChg chg="del">
          <ac:chgData name="MARIA SALAS URBANO" userId="d92562ea-7866-43a1-b4b3-4f1315128d96" providerId="ADAL" clId="{1FD84EC0-100C-4040-B2CB-FA04A2A5B1D4}" dt="2024-05-23T17:40:56.522" v="12790" actId="478"/>
          <ac:picMkLst>
            <pc:docMk/>
            <pc:sldMk cId="3847116996" sldId="363"/>
            <ac:picMk id="3080" creationId="{72AF0706-2BC9-7280-9445-1E055BEED604}"/>
          </ac:picMkLst>
        </pc:picChg>
        <pc:picChg chg="del">
          <ac:chgData name="MARIA SALAS URBANO" userId="d92562ea-7866-43a1-b4b3-4f1315128d96" providerId="ADAL" clId="{1FD84EC0-100C-4040-B2CB-FA04A2A5B1D4}" dt="2024-05-23T17:47:45.469" v="12959" actId="478"/>
          <ac:picMkLst>
            <pc:docMk/>
            <pc:sldMk cId="3847116996" sldId="363"/>
            <ac:picMk id="3084" creationId="{DF83DDC9-6F19-E5B6-F9B7-F0587890CB30}"/>
          </ac:picMkLst>
        </pc:picChg>
        <pc:picChg chg="add mod">
          <ac:chgData name="MARIA SALAS URBANO" userId="d92562ea-7866-43a1-b4b3-4f1315128d96" providerId="ADAL" clId="{1FD84EC0-100C-4040-B2CB-FA04A2A5B1D4}" dt="2024-05-23T17:43:00.144" v="12878" actId="1037"/>
          <ac:picMkLst>
            <pc:docMk/>
            <pc:sldMk cId="3847116996" sldId="363"/>
            <ac:picMk id="8194" creationId="{F6015E1D-EF7C-C007-57D4-571C2E005811}"/>
          </ac:picMkLst>
        </pc:picChg>
      </pc:sldChg>
      <pc:sldChg chg="addSp modSp add mod modTransition modAnim modShow modNotesTx">
        <pc:chgData name="MARIA SALAS URBANO" userId="d92562ea-7866-43a1-b4b3-4f1315128d96" providerId="ADAL" clId="{1FD84EC0-100C-4040-B2CB-FA04A2A5B1D4}" dt="2024-05-24T10:47:40.380" v="13169" actId="729"/>
        <pc:sldMkLst>
          <pc:docMk/>
          <pc:sldMk cId="319184835" sldId="364"/>
        </pc:sldMkLst>
        <pc:picChg chg="add mod">
          <ac:chgData name="MARIA SALAS URBANO" userId="d92562ea-7866-43a1-b4b3-4f1315128d96" providerId="ADAL" clId="{1FD84EC0-100C-4040-B2CB-FA04A2A5B1D4}" dt="2024-05-23T17:46:29.153" v="12955" actId="1076"/>
          <ac:picMkLst>
            <pc:docMk/>
            <pc:sldMk cId="319184835" sldId="364"/>
            <ac:picMk id="13" creationId="{E459AE39-DB28-A5AF-8E04-63EF9FEE9621}"/>
          </ac:picMkLst>
        </pc:picChg>
      </pc:sldChg>
      <pc:sldChg chg="addSp delSp modSp add mod delAnim modAnim modNotesTx">
        <pc:chgData name="MARIA SALAS URBANO" userId="d92562ea-7866-43a1-b4b3-4f1315128d96" providerId="ADAL" clId="{1FD84EC0-100C-4040-B2CB-FA04A2A5B1D4}" dt="2024-05-23T17:59:17.053" v="13059" actId="1038"/>
        <pc:sldMkLst>
          <pc:docMk/>
          <pc:sldMk cId="3893634706" sldId="365"/>
        </pc:sldMkLst>
        <pc:spChg chg="add mod">
          <ac:chgData name="MARIA SALAS URBANO" userId="d92562ea-7866-43a1-b4b3-4f1315128d96" providerId="ADAL" clId="{1FD84EC0-100C-4040-B2CB-FA04A2A5B1D4}" dt="2024-05-23T17:58:05.839" v="13044" actId="14100"/>
          <ac:spMkLst>
            <pc:docMk/>
            <pc:sldMk cId="3893634706" sldId="365"/>
            <ac:spMk id="7" creationId="{5A07A09F-8295-966C-A481-D3BA63925E99}"/>
          </ac:spMkLst>
        </pc:spChg>
        <pc:spChg chg="add mod">
          <ac:chgData name="MARIA SALAS URBANO" userId="d92562ea-7866-43a1-b4b3-4f1315128d96" providerId="ADAL" clId="{1FD84EC0-100C-4040-B2CB-FA04A2A5B1D4}" dt="2024-05-23T17:59:17.053" v="13059" actId="1038"/>
          <ac:spMkLst>
            <pc:docMk/>
            <pc:sldMk cId="3893634706" sldId="365"/>
            <ac:spMk id="8" creationId="{924AF632-BB79-6ADD-014F-58B528654A48}"/>
          </ac:spMkLst>
        </pc:spChg>
        <pc:spChg chg="del">
          <ac:chgData name="MARIA SALAS URBANO" userId="d92562ea-7866-43a1-b4b3-4f1315128d96" providerId="ADAL" clId="{1FD84EC0-100C-4040-B2CB-FA04A2A5B1D4}" dt="2024-05-23T17:56:58.622" v="13033" actId="478"/>
          <ac:spMkLst>
            <pc:docMk/>
            <pc:sldMk cId="3893634706" sldId="365"/>
            <ac:spMk id="10" creationId="{ED143C54-8B63-A691-248F-557FEB171939}"/>
          </ac:spMkLst>
        </pc:spChg>
        <pc:spChg chg="del">
          <ac:chgData name="MARIA SALAS URBANO" userId="d92562ea-7866-43a1-b4b3-4f1315128d96" providerId="ADAL" clId="{1FD84EC0-100C-4040-B2CB-FA04A2A5B1D4}" dt="2024-05-23T17:56:58.622" v="13033" actId="478"/>
          <ac:spMkLst>
            <pc:docMk/>
            <pc:sldMk cId="3893634706" sldId="365"/>
            <ac:spMk id="11" creationId="{0014F5A0-57DE-E05B-04AC-C63A34314C74}"/>
          </ac:spMkLst>
        </pc:spChg>
        <pc:spChg chg="del">
          <ac:chgData name="MARIA SALAS URBANO" userId="d92562ea-7866-43a1-b4b3-4f1315128d96" providerId="ADAL" clId="{1FD84EC0-100C-4040-B2CB-FA04A2A5B1D4}" dt="2024-05-23T17:56:58.622" v="13033" actId="478"/>
          <ac:spMkLst>
            <pc:docMk/>
            <pc:sldMk cId="3893634706" sldId="365"/>
            <ac:spMk id="12" creationId="{8E8BF780-0888-54D0-CC04-E06B81073CB9}"/>
          </ac:spMkLst>
        </pc:spChg>
        <pc:spChg chg="del">
          <ac:chgData name="MARIA SALAS URBANO" userId="d92562ea-7866-43a1-b4b3-4f1315128d96" providerId="ADAL" clId="{1FD84EC0-100C-4040-B2CB-FA04A2A5B1D4}" dt="2024-05-23T17:56:58.622" v="13033" actId="478"/>
          <ac:spMkLst>
            <pc:docMk/>
            <pc:sldMk cId="3893634706" sldId="365"/>
            <ac:spMk id="13" creationId="{D6A79336-48F3-5BFE-C493-196F9A1C5570}"/>
          </ac:spMkLst>
        </pc:spChg>
        <pc:graphicFrameChg chg="del">
          <ac:chgData name="MARIA SALAS URBANO" userId="d92562ea-7866-43a1-b4b3-4f1315128d96" providerId="ADAL" clId="{1FD84EC0-100C-4040-B2CB-FA04A2A5B1D4}" dt="2024-05-23T17:56:58.622" v="13033" actId="478"/>
          <ac:graphicFrameMkLst>
            <pc:docMk/>
            <pc:sldMk cId="3893634706" sldId="365"/>
            <ac:graphicFrameMk id="3" creationId="{992BFF24-0A05-63F6-1D6C-D23AB39FF937}"/>
          </ac:graphicFrameMkLst>
        </pc:graphicFrameChg>
        <pc:picChg chg="add mod">
          <ac:chgData name="MARIA SALAS URBANO" userId="d92562ea-7866-43a1-b4b3-4f1315128d96" providerId="ADAL" clId="{1FD84EC0-100C-4040-B2CB-FA04A2A5B1D4}" dt="2024-05-23T17:57:11.057" v="13037" actId="1076"/>
          <ac:picMkLst>
            <pc:docMk/>
            <pc:sldMk cId="3893634706" sldId="365"/>
            <ac:picMk id="6" creationId="{8685E7B5-9906-FAE8-C86F-F21F91E97891}"/>
          </ac:picMkLst>
        </pc:picChg>
      </pc:sldChg>
      <pc:sldChg chg="add mod modShow">
        <pc:chgData name="MARIA SALAS URBANO" userId="d92562ea-7866-43a1-b4b3-4f1315128d96" providerId="ADAL" clId="{1FD84EC0-100C-4040-B2CB-FA04A2A5B1D4}" dt="2024-05-23T17:58:48.085" v="13050" actId="729"/>
        <pc:sldMkLst>
          <pc:docMk/>
          <pc:sldMk cId="324361519" sldId="366"/>
        </pc:sldMkLst>
      </pc:sldChg>
      <pc:sldChg chg="addSp delSp modSp add mod modNotesTx">
        <pc:chgData name="MARIA SALAS URBANO" userId="d92562ea-7866-43a1-b4b3-4f1315128d96" providerId="ADAL" clId="{1FD84EC0-100C-4040-B2CB-FA04A2A5B1D4}" dt="2024-05-23T18:01:01.840" v="13079" actId="1038"/>
        <pc:sldMkLst>
          <pc:docMk/>
          <pc:sldMk cId="1794344928" sldId="367"/>
        </pc:sldMkLst>
        <pc:spChg chg="add del mod">
          <ac:chgData name="MARIA SALAS URBANO" userId="d92562ea-7866-43a1-b4b3-4f1315128d96" providerId="ADAL" clId="{1FD84EC0-100C-4040-B2CB-FA04A2A5B1D4}" dt="2024-05-23T18:00:32.406" v="13069" actId="478"/>
          <ac:spMkLst>
            <pc:docMk/>
            <pc:sldMk cId="1794344928" sldId="367"/>
            <ac:spMk id="3" creationId="{059FBA1C-6C73-4E2D-049C-3FC74DD07BD6}"/>
          </ac:spMkLst>
        </pc:spChg>
        <pc:spChg chg="mod">
          <ac:chgData name="MARIA SALAS URBANO" userId="d92562ea-7866-43a1-b4b3-4f1315128d96" providerId="ADAL" clId="{1FD84EC0-100C-4040-B2CB-FA04A2A5B1D4}" dt="2024-05-23T18:00:22.337" v="13066" actId="14100"/>
          <ac:spMkLst>
            <pc:docMk/>
            <pc:sldMk cId="1794344928" sldId="367"/>
            <ac:spMk id="7" creationId="{5A07A09F-8295-966C-A481-D3BA63925E99}"/>
          </ac:spMkLst>
        </pc:spChg>
        <pc:spChg chg="mod">
          <ac:chgData name="MARIA SALAS URBANO" userId="d92562ea-7866-43a1-b4b3-4f1315128d96" providerId="ADAL" clId="{1FD84EC0-100C-4040-B2CB-FA04A2A5B1D4}" dt="2024-05-23T18:01:01.840" v="13079" actId="1038"/>
          <ac:spMkLst>
            <pc:docMk/>
            <pc:sldMk cId="1794344928" sldId="367"/>
            <ac:spMk id="8" creationId="{924AF632-BB79-6ADD-014F-58B528654A48}"/>
          </ac:spMkLst>
        </pc:spChg>
      </pc:sldChg>
      <pc:sldChg chg="add mod modShow">
        <pc:chgData name="MARIA SALAS URBANO" userId="d92562ea-7866-43a1-b4b3-4f1315128d96" providerId="ADAL" clId="{1FD84EC0-100C-4040-B2CB-FA04A2A5B1D4}" dt="2024-05-23T18:03:26.102" v="13105" actId="729"/>
        <pc:sldMkLst>
          <pc:docMk/>
          <pc:sldMk cId="384991865" sldId="368"/>
        </pc:sldMkLst>
      </pc:sldChg>
      <pc:sldChg chg="addSp delSp modSp add mod modNotesTx">
        <pc:chgData name="MARIA SALAS URBANO" userId="d92562ea-7866-43a1-b4b3-4f1315128d96" providerId="ADAL" clId="{1FD84EC0-100C-4040-B2CB-FA04A2A5B1D4}" dt="2024-05-23T18:02:36.696" v="13095"/>
        <pc:sldMkLst>
          <pc:docMk/>
          <pc:sldMk cId="3151116769" sldId="369"/>
        </pc:sldMkLst>
        <pc:spChg chg="del">
          <ac:chgData name="MARIA SALAS URBANO" userId="d92562ea-7866-43a1-b4b3-4f1315128d96" providerId="ADAL" clId="{1FD84EC0-100C-4040-B2CB-FA04A2A5B1D4}" dt="2024-05-23T18:02:04.818" v="13090" actId="478"/>
          <ac:spMkLst>
            <pc:docMk/>
            <pc:sldMk cId="3151116769" sldId="369"/>
            <ac:spMk id="5" creationId="{1ACB253A-CB00-446D-8ACC-F52BCD068D1E}"/>
          </ac:spMkLst>
        </pc:spChg>
        <pc:spChg chg="add mod">
          <ac:chgData name="MARIA SALAS URBANO" userId="d92562ea-7866-43a1-b4b3-4f1315128d96" providerId="ADAL" clId="{1FD84EC0-100C-4040-B2CB-FA04A2A5B1D4}" dt="2024-05-23T18:02:05.507" v="13091"/>
          <ac:spMkLst>
            <pc:docMk/>
            <pc:sldMk cId="3151116769" sldId="369"/>
            <ac:spMk id="6" creationId="{CDD6D7BA-BFB3-58BD-2F76-4DCA636237C5}"/>
          </ac:spMkLst>
        </pc:spChg>
        <pc:spChg chg="add mod">
          <ac:chgData name="MARIA SALAS URBANO" userId="d92562ea-7866-43a1-b4b3-4f1315128d96" providerId="ADAL" clId="{1FD84EC0-100C-4040-B2CB-FA04A2A5B1D4}" dt="2024-05-23T18:02:25.217" v="13094" actId="14100"/>
          <ac:spMkLst>
            <pc:docMk/>
            <pc:sldMk cId="3151116769" sldId="369"/>
            <ac:spMk id="7" creationId="{5FD56468-8A84-4A1D-2217-C78CB4F54290}"/>
          </ac:spMkLst>
        </pc:spChg>
      </pc:sldChg>
    </pc:docChg>
  </pc:docChgLst>
  <pc:docChgLst>
    <pc:chgData name="MARIA SALAS URBANO" userId="d92562ea-7866-43a1-b4b3-4f1315128d96" providerId="ADAL" clId="{DA787D85-A314-45A9-8DB2-9E5474A781B6}"/>
    <pc:docChg chg="undo redo custSel addSld delSld modSld sldOrd">
      <pc:chgData name="MARIA SALAS URBANO" userId="d92562ea-7866-43a1-b4b3-4f1315128d96" providerId="ADAL" clId="{DA787D85-A314-45A9-8DB2-9E5474A781B6}" dt="2022-08-31T18:15:04.382" v="2517" actId="2696"/>
      <pc:docMkLst>
        <pc:docMk/>
      </pc:docMkLst>
      <pc:sldChg chg="addSp delSp modSp mod modTransition delAnim modAnim">
        <pc:chgData name="MARIA SALAS URBANO" userId="d92562ea-7866-43a1-b4b3-4f1315128d96" providerId="ADAL" clId="{DA787D85-A314-45A9-8DB2-9E5474A781B6}" dt="2022-08-31T14:34:23.738" v="547" actId="12100"/>
        <pc:sldMkLst>
          <pc:docMk/>
          <pc:sldMk cId="2830743216" sldId="257"/>
        </pc:sldMkLst>
        <pc:spChg chg="mod">
          <ac:chgData name="MARIA SALAS URBANO" userId="d92562ea-7866-43a1-b4b3-4f1315128d96" providerId="ADAL" clId="{DA787D85-A314-45A9-8DB2-9E5474A781B6}" dt="2022-08-31T14:33:36.884" v="542" actId="13822"/>
          <ac:spMkLst>
            <pc:docMk/>
            <pc:sldMk cId="2830743216" sldId="257"/>
            <ac:spMk id="6" creationId="{A4EC09FA-5D3D-FD66-EF31-0FE381A86E4F}"/>
          </ac:spMkLst>
        </pc:spChg>
        <pc:spChg chg="del">
          <ac:chgData name="MARIA SALAS URBANO" userId="d92562ea-7866-43a1-b4b3-4f1315128d96" providerId="ADAL" clId="{DA787D85-A314-45A9-8DB2-9E5474A781B6}" dt="2022-08-31T12:01:06.032" v="205" actId="478"/>
          <ac:spMkLst>
            <pc:docMk/>
            <pc:sldMk cId="2830743216" sldId="257"/>
            <ac:spMk id="7" creationId="{2214C6EC-FB1D-B174-34FE-140764CEE4E0}"/>
          </ac:spMkLst>
        </pc:spChg>
        <pc:spChg chg="del">
          <ac:chgData name="MARIA SALAS URBANO" userId="d92562ea-7866-43a1-b4b3-4f1315128d96" providerId="ADAL" clId="{DA787D85-A314-45A9-8DB2-9E5474A781B6}" dt="2022-08-31T12:01:06.032" v="205" actId="478"/>
          <ac:spMkLst>
            <pc:docMk/>
            <pc:sldMk cId="2830743216" sldId="257"/>
            <ac:spMk id="8" creationId="{BC500A7E-FA73-4E61-2A08-E19818215534}"/>
          </ac:spMkLst>
        </pc:spChg>
        <pc:spChg chg="del">
          <ac:chgData name="MARIA SALAS URBANO" userId="d92562ea-7866-43a1-b4b3-4f1315128d96" providerId="ADAL" clId="{DA787D85-A314-45A9-8DB2-9E5474A781B6}" dt="2022-08-31T12:01:06.032" v="205" actId="478"/>
          <ac:spMkLst>
            <pc:docMk/>
            <pc:sldMk cId="2830743216" sldId="257"/>
            <ac:spMk id="9" creationId="{6F2D24A6-F478-024D-065E-E52DF40CC861}"/>
          </ac:spMkLst>
        </pc:spChg>
        <pc:spChg chg="del">
          <ac:chgData name="MARIA SALAS URBANO" userId="d92562ea-7866-43a1-b4b3-4f1315128d96" providerId="ADAL" clId="{DA787D85-A314-45A9-8DB2-9E5474A781B6}" dt="2022-08-31T12:01:07.684" v="206" actId="478"/>
          <ac:spMkLst>
            <pc:docMk/>
            <pc:sldMk cId="2830743216" sldId="257"/>
            <ac:spMk id="10" creationId="{E89BF3E6-9FF3-F12F-2FD9-15D6E7043B39}"/>
          </ac:spMkLst>
        </pc:spChg>
        <pc:spChg chg="del">
          <ac:chgData name="MARIA SALAS URBANO" userId="d92562ea-7866-43a1-b4b3-4f1315128d96" providerId="ADAL" clId="{DA787D85-A314-45A9-8DB2-9E5474A781B6}" dt="2022-08-31T12:01:06.032" v="205" actId="478"/>
          <ac:spMkLst>
            <pc:docMk/>
            <pc:sldMk cId="2830743216" sldId="257"/>
            <ac:spMk id="11" creationId="{CF423A81-7D9A-D562-B5AE-159B6D8AE3D1}"/>
          </ac:spMkLst>
        </pc:spChg>
        <pc:spChg chg="add del mod">
          <ac:chgData name="MARIA SALAS URBANO" userId="d92562ea-7866-43a1-b4b3-4f1315128d96" providerId="ADAL" clId="{DA787D85-A314-45A9-8DB2-9E5474A781B6}" dt="2022-08-31T14:23:13.992" v="319" actId="478"/>
          <ac:spMkLst>
            <pc:docMk/>
            <pc:sldMk cId="2830743216" sldId="257"/>
            <ac:spMk id="12" creationId="{20D1CDCE-9656-97B3-3779-4B1AD47206EF}"/>
          </ac:spMkLst>
        </pc:spChg>
        <pc:spChg chg="mod">
          <ac:chgData name="MARIA SALAS URBANO" userId="d92562ea-7866-43a1-b4b3-4f1315128d96" providerId="ADAL" clId="{DA787D85-A314-45A9-8DB2-9E5474A781B6}" dt="2022-08-31T12:00:43.748" v="201" actId="1076"/>
          <ac:spMkLst>
            <pc:docMk/>
            <pc:sldMk cId="2830743216" sldId="257"/>
            <ac:spMk id="22" creationId="{A5FAEBB0-A536-A3D5-E7CC-599E800B6A42}"/>
          </ac:spMkLst>
        </pc:spChg>
        <pc:spChg chg="del">
          <ac:chgData name="MARIA SALAS URBANO" userId="d92562ea-7866-43a1-b4b3-4f1315128d96" providerId="ADAL" clId="{DA787D85-A314-45A9-8DB2-9E5474A781B6}" dt="2022-08-31T12:01:06.032" v="205" actId="478"/>
          <ac:spMkLst>
            <pc:docMk/>
            <pc:sldMk cId="2830743216" sldId="257"/>
            <ac:spMk id="26" creationId="{AC540D6A-AEA7-3F43-DC3D-9B845625B768}"/>
          </ac:spMkLst>
        </pc:spChg>
        <pc:spChg chg="del">
          <ac:chgData name="MARIA SALAS URBANO" userId="d92562ea-7866-43a1-b4b3-4f1315128d96" providerId="ADAL" clId="{DA787D85-A314-45A9-8DB2-9E5474A781B6}" dt="2022-08-31T12:01:06.032" v="205" actId="478"/>
          <ac:spMkLst>
            <pc:docMk/>
            <pc:sldMk cId="2830743216" sldId="257"/>
            <ac:spMk id="29" creationId="{86E428CB-756A-E5F5-7781-F3622B6B6C05}"/>
          </ac:spMkLst>
        </pc:spChg>
        <pc:spChg chg="del">
          <ac:chgData name="MARIA SALAS URBANO" userId="d92562ea-7866-43a1-b4b3-4f1315128d96" providerId="ADAL" clId="{DA787D85-A314-45A9-8DB2-9E5474A781B6}" dt="2022-08-31T12:01:06.032" v="205" actId="478"/>
          <ac:spMkLst>
            <pc:docMk/>
            <pc:sldMk cId="2830743216" sldId="257"/>
            <ac:spMk id="31" creationId="{0568AF69-5538-C1B9-2B11-48D5EC447EE2}"/>
          </ac:spMkLst>
        </pc:spChg>
        <pc:spChg chg="del">
          <ac:chgData name="MARIA SALAS URBANO" userId="d92562ea-7866-43a1-b4b3-4f1315128d96" providerId="ADAL" clId="{DA787D85-A314-45A9-8DB2-9E5474A781B6}" dt="2022-08-31T12:01:06.032" v="205" actId="478"/>
          <ac:spMkLst>
            <pc:docMk/>
            <pc:sldMk cId="2830743216" sldId="257"/>
            <ac:spMk id="34" creationId="{B6EF93C6-3C7F-37B0-9C83-7CB868BBC0D9}"/>
          </ac:spMkLst>
        </pc:spChg>
        <pc:spChg chg="mod">
          <ac:chgData name="MARIA SALAS URBANO" userId="d92562ea-7866-43a1-b4b3-4f1315128d96" providerId="ADAL" clId="{DA787D85-A314-45A9-8DB2-9E5474A781B6}" dt="2022-08-31T14:29:42.015" v="504" actId="1076"/>
          <ac:spMkLst>
            <pc:docMk/>
            <pc:sldMk cId="2830743216" sldId="257"/>
            <ac:spMk id="35" creationId="{BE6AB004-1136-6C2F-89DA-263EB6864C78}"/>
          </ac:spMkLst>
        </pc:spChg>
        <pc:spChg chg="del">
          <ac:chgData name="MARIA SALAS URBANO" userId="d92562ea-7866-43a1-b4b3-4f1315128d96" providerId="ADAL" clId="{DA787D85-A314-45A9-8DB2-9E5474A781B6}" dt="2022-08-31T12:01:06.032" v="205" actId="478"/>
          <ac:spMkLst>
            <pc:docMk/>
            <pc:sldMk cId="2830743216" sldId="257"/>
            <ac:spMk id="36" creationId="{FF8375A1-8C8C-9AAC-86E3-4F858696BDC6}"/>
          </ac:spMkLst>
        </pc:spChg>
        <pc:spChg chg="del">
          <ac:chgData name="MARIA SALAS URBANO" userId="d92562ea-7866-43a1-b4b3-4f1315128d96" providerId="ADAL" clId="{DA787D85-A314-45A9-8DB2-9E5474A781B6}" dt="2022-08-31T12:01:06.032" v="205" actId="478"/>
          <ac:spMkLst>
            <pc:docMk/>
            <pc:sldMk cId="2830743216" sldId="257"/>
            <ac:spMk id="37" creationId="{2897DDF4-0708-BDF0-57B8-6B14C075339B}"/>
          </ac:spMkLst>
        </pc:spChg>
        <pc:spChg chg="del">
          <ac:chgData name="MARIA SALAS URBANO" userId="d92562ea-7866-43a1-b4b3-4f1315128d96" providerId="ADAL" clId="{DA787D85-A314-45A9-8DB2-9E5474A781B6}" dt="2022-08-31T12:01:06.032" v="205" actId="478"/>
          <ac:spMkLst>
            <pc:docMk/>
            <pc:sldMk cId="2830743216" sldId="257"/>
            <ac:spMk id="38" creationId="{C39BF836-17E5-3B54-BCCC-D676AA67E19A}"/>
          </ac:spMkLst>
        </pc:spChg>
        <pc:spChg chg="del">
          <ac:chgData name="MARIA SALAS URBANO" userId="d92562ea-7866-43a1-b4b3-4f1315128d96" providerId="ADAL" clId="{DA787D85-A314-45A9-8DB2-9E5474A781B6}" dt="2022-08-31T12:01:06.032" v="205" actId="478"/>
          <ac:spMkLst>
            <pc:docMk/>
            <pc:sldMk cId="2830743216" sldId="257"/>
            <ac:spMk id="39" creationId="{4EB35DED-D1ED-2EBE-692E-A6E376B12EF0}"/>
          </ac:spMkLst>
        </pc:spChg>
        <pc:spChg chg="del">
          <ac:chgData name="MARIA SALAS URBANO" userId="d92562ea-7866-43a1-b4b3-4f1315128d96" providerId="ADAL" clId="{DA787D85-A314-45A9-8DB2-9E5474A781B6}" dt="2022-08-31T12:01:06.032" v="205" actId="478"/>
          <ac:spMkLst>
            <pc:docMk/>
            <pc:sldMk cId="2830743216" sldId="257"/>
            <ac:spMk id="40" creationId="{2FA1A9BF-9B70-1D45-8930-925F6F854306}"/>
          </ac:spMkLst>
        </pc:spChg>
        <pc:graphicFrameChg chg="mod">
          <ac:chgData name="MARIA SALAS URBANO" userId="d92562ea-7866-43a1-b4b3-4f1315128d96" providerId="ADAL" clId="{DA787D85-A314-45A9-8DB2-9E5474A781B6}" dt="2022-08-31T12:00:49.914" v="202" actId="1076"/>
          <ac:graphicFrameMkLst>
            <pc:docMk/>
            <pc:sldMk cId="2830743216" sldId="257"/>
            <ac:graphicFrameMk id="5" creationId="{8ECDBE70-3BEE-99BA-D136-1B536E565F8B}"/>
          </ac:graphicFrameMkLst>
        </pc:graphicFrameChg>
        <pc:graphicFrameChg chg="add mod modGraphic">
          <ac:chgData name="MARIA SALAS URBANO" userId="d92562ea-7866-43a1-b4b3-4f1315128d96" providerId="ADAL" clId="{DA787D85-A314-45A9-8DB2-9E5474A781B6}" dt="2022-08-31T14:34:23.738" v="547" actId="12100"/>
          <ac:graphicFrameMkLst>
            <pc:docMk/>
            <pc:sldMk cId="2830743216" sldId="257"/>
            <ac:graphicFrameMk id="13" creationId="{5B090042-E375-7D29-37AF-3963CC7FDF33}"/>
          </ac:graphicFrameMkLst>
        </pc:graphicFrameChg>
        <pc:cxnChg chg="del mod">
          <ac:chgData name="MARIA SALAS URBANO" userId="d92562ea-7866-43a1-b4b3-4f1315128d96" providerId="ADAL" clId="{DA787D85-A314-45A9-8DB2-9E5474A781B6}" dt="2022-08-31T12:01:06.032" v="205" actId="478"/>
          <ac:cxnSpMkLst>
            <pc:docMk/>
            <pc:sldMk cId="2830743216" sldId="257"/>
            <ac:cxnSpMk id="14" creationId="{DC05B2BB-025A-5D56-C6C4-BE23CD59D7AD}"/>
          </ac:cxnSpMkLst>
        </pc:cxnChg>
      </pc:sldChg>
      <pc:sldChg chg="modSp mod modTransition">
        <pc:chgData name="MARIA SALAS URBANO" userId="d92562ea-7866-43a1-b4b3-4f1315128d96" providerId="ADAL" clId="{DA787D85-A314-45A9-8DB2-9E5474A781B6}" dt="2022-08-31T11:50:15.583" v="73" actId="20577"/>
        <pc:sldMkLst>
          <pc:docMk/>
          <pc:sldMk cId="3734372838" sldId="258"/>
        </pc:sldMkLst>
        <pc:spChg chg="mod">
          <ac:chgData name="MARIA SALAS URBANO" userId="d92562ea-7866-43a1-b4b3-4f1315128d96" providerId="ADAL" clId="{DA787D85-A314-45A9-8DB2-9E5474A781B6}" dt="2022-08-31T11:50:15.583" v="73" actId="20577"/>
          <ac:spMkLst>
            <pc:docMk/>
            <pc:sldMk cId="3734372838" sldId="258"/>
            <ac:spMk id="2" creationId="{446164D8-C301-5BF8-DD01-30D2950DC129}"/>
          </ac:spMkLst>
        </pc:spChg>
      </pc:sldChg>
      <pc:sldChg chg="addSp delSp modSp mod modTransition">
        <pc:chgData name="MARIA SALAS URBANO" userId="d92562ea-7866-43a1-b4b3-4f1315128d96" providerId="ADAL" clId="{DA787D85-A314-45A9-8DB2-9E5474A781B6}" dt="2022-08-31T11:56:53.337" v="182" actId="1035"/>
        <pc:sldMkLst>
          <pc:docMk/>
          <pc:sldMk cId="4178259536" sldId="259"/>
        </pc:sldMkLst>
        <pc:spChg chg="del mod">
          <ac:chgData name="MARIA SALAS URBANO" userId="d92562ea-7866-43a1-b4b3-4f1315128d96" providerId="ADAL" clId="{DA787D85-A314-45A9-8DB2-9E5474A781B6}" dt="2022-08-31T11:52:14.803" v="125" actId="478"/>
          <ac:spMkLst>
            <pc:docMk/>
            <pc:sldMk cId="4178259536" sldId="259"/>
            <ac:spMk id="2" creationId="{FB081096-BFEA-C149-BE50-3131663CD17E}"/>
          </ac:spMkLst>
        </pc:spChg>
        <pc:spChg chg="mod">
          <ac:chgData name="MARIA SALAS URBANO" userId="d92562ea-7866-43a1-b4b3-4f1315128d96" providerId="ADAL" clId="{DA787D85-A314-45A9-8DB2-9E5474A781B6}" dt="2022-08-31T11:50:55.657" v="75" actId="21"/>
          <ac:spMkLst>
            <pc:docMk/>
            <pc:sldMk cId="4178259536" sldId="259"/>
            <ac:spMk id="3" creationId="{5517559B-35C3-0C33-0C6D-7873AD6A1D0F}"/>
          </ac:spMkLst>
        </pc:spChg>
        <pc:spChg chg="add del mod">
          <ac:chgData name="MARIA SALAS URBANO" userId="d92562ea-7866-43a1-b4b3-4f1315128d96" providerId="ADAL" clId="{DA787D85-A314-45A9-8DB2-9E5474A781B6}" dt="2022-08-31T11:53:20.672" v="175" actId="478"/>
          <ac:spMkLst>
            <pc:docMk/>
            <pc:sldMk cId="4178259536" sldId="259"/>
            <ac:spMk id="5" creationId="{052ADF1D-AABD-3B69-4FC8-DB521063199A}"/>
          </ac:spMkLst>
        </pc:spChg>
        <pc:spChg chg="add mod">
          <ac:chgData name="MARIA SALAS URBANO" userId="d92562ea-7866-43a1-b4b3-4f1315128d96" providerId="ADAL" clId="{DA787D85-A314-45A9-8DB2-9E5474A781B6}" dt="2022-08-31T11:56:33.703" v="177" actId="1076"/>
          <ac:spMkLst>
            <pc:docMk/>
            <pc:sldMk cId="4178259536" sldId="259"/>
            <ac:spMk id="6" creationId="{8788BF0C-5CAF-A48F-5522-F7C274B5CD50}"/>
          </ac:spMkLst>
        </pc:spChg>
        <pc:spChg chg="mod">
          <ac:chgData name="MARIA SALAS URBANO" userId="d92562ea-7866-43a1-b4b3-4f1315128d96" providerId="ADAL" clId="{DA787D85-A314-45A9-8DB2-9E5474A781B6}" dt="2022-08-31T11:56:53.337" v="182" actId="1035"/>
          <ac:spMkLst>
            <pc:docMk/>
            <pc:sldMk cId="4178259536" sldId="259"/>
            <ac:spMk id="15" creationId="{FE1D9E7A-5A24-55AC-8D3E-CF197A2C64FA}"/>
          </ac:spMkLst>
        </pc:spChg>
        <pc:spChg chg="mod">
          <ac:chgData name="MARIA SALAS URBANO" userId="d92562ea-7866-43a1-b4b3-4f1315128d96" providerId="ADAL" clId="{DA787D85-A314-45A9-8DB2-9E5474A781B6}" dt="2022-08-31T11:51:47.635" v="120" actId="1076"/>
          <ac:spMkLst>
            <pc:docMk/>
            <pc:sldMk cId="4178259536" sldId="259"/>
            <ac:spMk id="16" creationId="{6E769AEC-92B2-E2B8-B4CD-287F01C76BD6}"/>
          </ac:spMkLst>
        </pc:spChg>
        <pc:picChg chg="mod">
          <ac:chgData name="MARIA SALAS URBANO" userId="d92562ea-7866-43a1-b4b3-4f1315128d96" providerId="ADAL" clId="{DA787D85-A314-45A9-8DB2-9E5474A781B6}" dt="2022-08-31T11:56:41.374" v="178" actId="14100"/>
          <ac:picMkLst>
            <pc:docMk/>
            <pc:sldMk cId="4178259536" sldId="259"/>
            <ac:picMk id="12" creationId="{8D5D8762-CA7A-A441-714C-C75962422D6C}"/>
          </ac:picMkLst>
        </pc:picChg>
        <pc:picChg chg="mod">
          <ac:chgData name="MARIA SALAS URBANO" userId="d92562ea-7866-43a1-b4b3-4f1315128d96" providerId="ADAL" clId="{DA787D85-A314-45A9-8DB2-9E5474A781B6}" dt="2022-08-31T11:51:40.304" v="119" actId="1038"/>
          <ac:picMkLst>
            <pc:docMk/>
            <pc:sldMk cId="4178259536" sldId="259"/>
            <ac:picMk id="14" creationId="{5DD30808-04A8-FE0E-51B5-E8B91146CFD7}"/>
          </ac:picMkLst>
        </pc:picChg>
      </pc:sldChg>
      <pc:sldChg chg="addSp delSp modSp mod ord modTransition modAnim">
        <pc:chgData name="MARIA SALAS URBANO" userId="d92562ea-7866-43a1-b4b3-4f1315128d96" providerId="ADAL" clId="{DA787D85-A314-45A9-8DB2-9E5474A781B6}" dt="2022-08-31T14:34:34.195" v="549" actId="1076"/>
        <pc:sldMkLst>
          <pc:docMk/>
          <pc:sldMk cId="269184996" sldId="260"/>
        </pc:sldMkLst>
        <pc:spChg chg="del">
          <ac:chgData name="MARIA SALAS URBANO" userId="d92562ea-7866-43a1-b4b3-4f1315128d96" providerId="ADAL" clId="{DA787D85-A314-45A9-8DB2-9E5474A781B6}" dt="2022-08-31T11:57:36.458" v="183" actId="478"/>
          <ac:spMkLst>
            <pc:docMk/>
            <pc:sldMk cId="269184996" sldId="260"/>
            <ac:spMk id="2" creationId="{88EB5750-C0E6-460D-6537-1BD1196D5964}"/>
          </ac:spMkLst>
        </pc:spChg>
        <pc:spChg chg="del mod">
          <ac:chgData name="MARIA SALAS URBANO" userId="d92562ea-7866-43a1-b4b3-4f1315128d96" providerId="ADAL" clId="{DA787D85-A314-45A9-8DB2-9E5474A781B6}" dt="2022-08-31T14:31:33.428" v="514" actId="478"/>
          <ac:spMkLst>
            <pc:docMk/>
            <pc:sldMk cId="269184996" sldId="260"/>
            <ac:spMk id="3" creationId="{E61AD0AF-44DF-DA71-6EE8-184F75523200}"/>
          </ac:spMkLst>
        </pc:spChg>
        <pc:spChg chg="del mod">
          <ac:chgData name="MARIA SALAS URBANO" userId="d92562ea-7866-43a1-b4b3-4f1315128d96" providerId="ADAL" clId="{DA787D85-A314-45A9-8DB2-9E5474A781B6}" dt="2022-08-31T11:58:20.884" v="188" actId="478"/>
          <ac:spMkLst>
            <pc:docMk/>
            <pc:sldMk cId="269184996" sldId="260"/>
            <ac:spMk id="4" creationId="{BB087B49-FC21-A4B7-AB12-6269493A4A95}"/>
          </ac:spMkLst>
        </pc:spChg>
        <pc:spChg chg="add del mod">
          <ac:chgData name="MARIA SALAS URBANO" userId="d92562ea-7866-43a1-b4b3-4f1315128d96" providerId="ADAL" clId="{DA787D85-A314-45A9-8DB2-9E5474A781B6}" dt="2022-08-31T11:57:39.144" v="184" actId="478"/>
          <ac:spMkLst>
            <pc:docMk/>
            <pc:sldMk cId="269184996" sldId="260"/>
            <ac:spMk id="7" creationId="{5488BC37-4555-9C46-C000-955C9A125FC3}"/>
          </ac:spMkLst>
        </pc:spChg>
        <pc:picChg chg="add del mod">
          <ac:chgData name="MARIA SALAS URBANO" userId="d92562ea-7866-43a1-b4b3-4f1315128d96" providerId="ADAL" clId="{DA787D85-A314-45A9-8DB2-9E5474A781B6}" dt="2022-08-31T13:11:17.603" v="301" actId="478"/>
          <ac:picMkLst>
            <pc:docMk/>
            <pc:sldMk cId="269184996" sldId="260"/>
            <ac:picMk id="9" creationId="{C4FE0B3F-23D4-E8F9-7B7F-F30A3A207944}"/>
          </ac:picMkLst>
        </pc:picChg>
        <pc:picChg chg="add mod">
          <ac:chgData name="MARIA SALAS URBANO" userId="d92562ea-7866-43a1-b4b3-4f1315128d96" providerId="ADAL" clId="{DA787D85-A314-45A9-8DB2-9E5474A781B6}" dt="2022-08-31T14:34:34.195" v="549" actId="1076"/>
          <ac:picMkLst>
            <pc:docMk/>
            <pc:sldMk cId="269184996" sldId="260"/>
            <ac:picMk id="10" creationId="{DCB3B243-8675-EE6A-90F2-7B153800F6EE}"/>
          </ac:picMkLst>
        </pc:picChg>
      </pc:sldChg>
      <pc:sldChg chg="addSp delSp modSp mod modTransition delAnim modAnim">
        <pc:chgData name="MARIA SALAS URBANO" userId="d92562ea-7866-43a1-b4b3-4f1315128d96" providerId="ADAL" clId="{DA787D85-A314-45A9-8DB2-9E5474A781B6}" dt="2022-08-31T15:03:23.932" v="786" actId="478"/>
        <pc:sldMkLst>
          <pc:docMk/>
          <pc:sldMk cId="4236347024" sldId="261"/>
        </pc:sldMkLst>
        <pc:spChg chg="mod">
          <ac:chgData name="MARIA SALAS URBANO" userId="d92562ea-7866-43a1-b4b3-4f1315128d96" providerId="ADAL" clId="{DA787D85-A314-45A9-8DB2-9E5474A781B6}" dt="2022-08-31T14:57:54.523" v="704" actId="20577"/>
          <ac:spMkLst>
            <pc:docMk/>
            <pc:sldMk cId="4236347024" sldId="261"/>
            <ac:spMk id="3" creationId="{32505224-89AF-CECE-BBC4-C646B97AF578}"/>
          </ac:spMkLst>
        </pc:spChg>
        <pc:spChg chg="mod">
          <ac:chgData name="MARIA SALAS URBANO" userId="d92562ea-7866-43a1-b4b3-4f1315128d96" providerId="ADAL" clId="{DA787D85-A314-45A9-8DB2-9E5474A781B6}" dt="2022-08-31T14:59:24.605" v="746" actId="1076"/>
          <ac:spMkLst>
            <pc:docMk/>
            <pc:sldMk cId="4236347024" sldId="261"/>
            <ac:spMk id="4" creationId="{26A9D19A-4044-3BF9-44B7-3F50B590FA78}"/>
          </ac:spMkLst>
        </pc:spChg>
        <pc:spChg chg="mod">
          <ac:chgData name="MARIA SALAS URBANO" userId="d92562ea-7866-43a1-b4b3-4f1315128d96" providerId="ADAL" clId="{DA787D85-A314-45A9-8DB2-9E5474A781B6}" dt="2022-08-31T14:59:34.437" v="747" actId="1076"/>
          <ac:spMkLst>
            <pc:docMk/>
            <pc:sldMk cId="4236347024" sldId="261"/>
            <ac:spMk id="6" creationId="{6C1C8F0C-8E5F-2C84-1E0E-159BDB1F7DC4}"/>
          </ac:spMkLst>
        </pc:spChg>
        <pc:spChg chg="add del mod">
          <ac:chgData name="MARIA SALAS URBANO" userId="d92562ea-7866-43a1-b4b3-4f1315128d96" providerId="ADAL" clId="{DA787D85-A314-45A9-8DB2-9E5474A781B6}" dt="2022-08-31T15:03:23.932" v="786" actId="478"/>
          <ac:spMkLst>
            <pc:docMk/>
            <pc:sldMk cId="4236347024" sldId="261"/>
            <ac:spMk id="9" creationId="{327933BB-7BC4-AD8A-8D32-795C03F492E6}"/>
          </ac:spMkLst>
        </pc:spChg>
        <pc:spChg chg="add del mod">
          <ac:chgData name="MARIA SALAS URBANO" userId="d92562ea-7866-43a1-b4b3-4f1315128d96" providerId="ADAL" clId="{DA787D85-A314-45A9-8DB2-9E5474A781B6}" dt="2022-08-31T15:03:21.739" v="785" actId="478"/>
          <ac:spMkLst>
            <pc:docMk/>
            <pc:sldMk cId="4236347024" sldId="261"/>
            <ac:spMk id="11" creationId="{5EFE7004-410F-966B-2402-234822C2D4DD}"/>
          </ac:spMkLst>
        </pc:spChg>
        <pc:graphicFrameChg chg="mod">
          <ac:chgData name="MARIA SALAS URBANO" userId="d92562ea-7866-43a1-b4b3-4f1315128d96" providerId="ADAL" clId="{DA787D85-A314-45A9-8DB2-9E5474A781B6}" dt="2022-08-31T15:02:18.168" v="780" actId="1076"/>
          <ac:graphicFrameMkLst>
            <pc:docMk/>
            <pc:sldMk cId="4236347024" sldId="261"/>
            <ac:graphicFrameMk id="7" creationId="{FDD2892E-9E12-D2A3-601E-6E43CDC53374}"/>
          </ac:graphicFrameMkLst>
        </pc:graphicFrameChg>
      </pc:sldChg>
      <pc:sldChg chg="addSp delSp modSp mod modTransition modAnim">
        <pc:chgData name="MARIA SALAS URBANO" userId="d92562ea-7866-43a1-b4b3-4f1315128d96" providerId="ADAL" clId="{DA787D85-A314-45A9-8DB2-9E5474A781B6}" dt="2022-08-31T15:27:48.621" v="984"/>
        <pc:sldMkLst>
          <pc:docMk/>
          <pc:sldMk cId="537083744" sldId="262"/>
        </pc:sldMkLst>
        <pc:spChg chg="del">
          <ac:chgData name="MARIA SALAS URBANO" userId="d92562ea-7866-43a1-b4b3-4f1315128d96" providerId="ADAL" clId="{DA787D85-A314-45A9-8DB2-9E5474A781B6}" dt="2022-08-31T15:12:54.853" v="787" actId="478"/>
          <ac:spMkLst>
            <pc:docMk/>
            <pc:sldMk cId="537083744" sldId="262"/>
            <ac:spMk id="8" creationId="{F7892443-52C7-4EA7-6129-6CFC322EA8FA}"/>
          </ac:spMkLst>
        </pc:spChg>
        <pc:spChg chg="add del mod">
          <ac:chgData name="MARIA SALAS URBANO" userId="d92562ea-7866-43a1-b4b3-4f1315128d96" providerId="ADAL" clId="{DA787D85-A314-45A9-8DB2-9E5474A781B6}" dt="2022-08-31T15:13:44.185" v="802" actId="478"/>
          <ac:spMkLst>
            <pc:docMk/>
            <pc:sldMk cId="537083744" sldId="262"/>
            <ac:spMk id="10" creationId="{6B4BEB39-A62D-6931-9316-67A7DE4BDD9C}"/>
          </ac:spMkLst>
        </pc:spChg>
        <pc:spChg chg="add del mod">
          <ac:chgData name="MARIA SALAS URBANO" userId="d92562ea-7866-43a1-b4b3-4f1315128d96" providerId="ADAL" clId="{DA787D85-A314-45A9-8DB2-9E5474A781B6}" dt="2022-08-31T15:14:05.683" v="806" actId="478"/>
          <ac:spMkLst>
            <pc:docMk/>
            <pc:sldMk cId="537083744" sldId="262"/>
            <ac:spMk id="11" creationId="{F7E1A9DB-B4D9-60A0-CF30-3881BB341A0B}"/>
          </ac:spMkLst>
        </pc:spChg>
        <pc:spChg chg="add del mod">
          <ac:chgData name="MARIA SALAS URBANO" userId="d92562ea-7866-43a1-b4b3-4f1315128d96" providerId="ADAL" clId="{DA787D85-A314-45A9-8DB2-9E5474A781B6}" dt="2022-08-31T15:14:52.695" v="812" actId="478"/>
          <ac:spMkLst>
            <pc:docMk/>
            <pc:sldMk cId="537083744" sldId="262"/>
            <ac:spMk id="12" creationId="{34F5456D-5D44-69D0-20FF-207624FCB20A}"/>
          </ac:spMkLst>
        </pc:spChg>
        <pc:spChg chg="add del mod">
          <ac:chgData name="MARIA SALAS URBANO" userId="d92562ea-7866-43a1-b4b3-4f1315128d96" providerId="ADAL" clId="{DA787D85-A314-45A9-8DB2-9E5474A781B6}" dt="2022-08-31T15:20:13.072" v="845" actId="478"/>
          <ac:spMkLst>
            <pc:docMk/>
            <pc:sldMk cId="537083744" sldId="262"/>
            <ac:spMk id="13" creationId="{29A69E29-38B9-C25D-F163-035A5B979F83}"/>
          </ac:spMkLst>
        </pc:spChg>
        <pc:spChg chg="add mod">
          <ac:chgData name="MARIA SALAS URBANO" userId="d92562ea-7866-43a1-b4b3-4f1315128d96" providerId="ADAL" clId="{DA787D85-A314-45A9-8DB2-9E5474A781B6}" dt="2022-08-31T15:23:43.900" v="910" actId="404"/>
          <ac:spMkLst>
            <pc:docMk/>
            <pc:sldMk cId="537083744" sldId="262"/>
            <ac:spMk id="14" creationId="{22B011F1-69FA-FD83-A546-41E9388AA525}"/>
          </ac:spMkLst>
        </pc:spChg>
        <pc:picChg chg="mod">
          <ac:chgData name="MARIA SALAS URBANO" userId="d92562ea-7866-43a1-b4b3-4f1315128d96" providerId="ADAL" clId="{DA787D85-A314-45A9-8DB2-9E5474A781B6}" dt="2022-08-31T15:23:05.706" v="906" actId="1076"/>
          <ac:picMkLst>
            <pc:docMk/>
            <pc:sldMk cId="537083744" sldId="262"/>
            <ac:picMk id="6" creationId="{FDDEDBCA-756C-FFE8-AB47-E6E8C3F2217D}"/>
          </ac:picMkLst>
        </pc:picChg>
        <pc:picChg chg="add mod modCrop">
          <ac:chgData name="MARIA SALAS URBANO" userId="d92562ea-7866-43a1-b4b3-4f1315128d96" providerId="ADAL" clId="{DA787D85-A314-45A9-8DB2-9E5474A781B6}" dt="2022-08-31T15:23:13.497" v="908" actId="1076"/>
          <ac:picMkLst>
            <pc:docMk/>
            <pc:sldMk cId="537083744" sldId="262"/>
            <ac:picMk id="9" creationId="{8289B61C-3632-68EC-F5E9-A51885A59118}"/>
          </ac:picMkLst>
        </pc:picChg>
      </pc:sldChg>
      <pc:sldChg chg="addSp delSp modSp add del mod modTransition addAnim delAnim modAnim">
        <pc:chgData name="MARIA SALAS URBANO" userId="d92562ea-7866-43a1-b4b3-4f1315128d96" providerId="ADAL" clId="{DA787D85-A314-45A9-8DB2-9E5474A781B6}" dt="2022-08-31T15:39:49.478" v="1406" actId="1038"/>
        <pc:sldMkLst>
          <pc:docMk/>
          <pc:sldMk cId="4210552574" sldId="263"/>
        </pc:sldMkLst>
        <pc:spChg chg="del">
          <ac:chgData name="MARIA SALAS URBANO" userId="d92562ea-7866-43a1-b4b3-4f1315128d96" providerId="ADAL" clId="{DA787D85-A314-45A9-8DB2-9E5474A781B6}" dt="2022-08-31T15:38:31.977" v="1345" actId="478"/>
          <ac:spMkLst>
            <pc:docMk/>
            <pc:sldMk cId="4210552574" sldId="263"/>
            <ac:spMk id="2" creationId="{D4DFF590-464F-85DE-7CDA-333B07727C8B}"/>
          </ac:spMkLst>
        </pc:spChg>
        <pc:spChg chg="add del mod">
          <ac:chgData name="MARIA SALAS URBANO" userId="d92562ea-7866-43a1-b4b3-4f1315128d96" providerId="ADAL" clId="{DA787D85-A314-45A9-8DB2-9E5474A781B6}" dt="2022-08-31T15:39:02.767" v="1397" actId="1035"/>
          <ac:spMkLst>
            <pc:docMk/>
            <pc:sldMk cId="4210552574" sldId="263"/>
            <ac:spMk id="3" creationId="{287206F8-2E2E-E485-D527-A9916136EFEE}"/>
          </ac:spMkLst>
        </pc:spChg>
        <pc:spChg chg="add del mod">
          <ac:chgData name="MARIA SALAS URBANO" userId="d92562ea-7866-43a1-b4b3-4f1315128d96" providerId="ADAL" clId="{DA787D85-A314-45A9-8DB2-9E5474A781B6}" dt="2022-08-31T15:38:56.773" v="1380" actId="1036"/>
          <ac:spMkLst>
            <pc:docMk/>
            <pc:sldMk cId="4210552574" sldId="263"/>
            <ac:spMk id="7" creationId="{119FDCC4-B164-AF2C-6AE0-2E8A170418DB}"/>
          </ac:spMkLst>
        </pc:spChg>
        <pc:spChg chg="add del mod">
          <ac:chgData name="MARIA SALAS URBANO" userId="d92562ea-7866-43a1-b4b3-4f1315128d96" providerId="ADAL" clId="{DA787D85-A314-45A9-8DB2-9E5474A781B6}" dt="2022-08-31T15:38:56.773" v="1380" actId="1036"/>
          <ac:spMkLst>
            <pc:docMk/>
            <pc:sldMk cId="4210552574" sldId="263"/>
            <ac:spMk id="8" creationId="{20A1918C-161B-D1F6-B461-FF9DA4811480}"/>
          </ac:spMkLst>
        </pc:spChg>
        <pc:spChg chg="add del mod">
          <ac:chgData name="MARIA SALAS URBANO" userId="d92562ea-7866-43a1-b4b3-4f1315128d96" providerId="ADAL" clId="{DA787D85-A314-45A9-8DB2-9E5474A781B6}" dt="2022-08-31T15:39:49.478" v="1406" actId="1038"/>
          <ac:spMkLst>
            <pc:docMk/>
            <pc:sldMk cId="4210552574" sldId="263"/>
            <ac:spMk id="9" creationId="{20DF8590-7AFE-C145-7863-0522242164FF}"/>
          </ac:spMkLst>
        </pc:spChg>
        <pc:spChg chg="add del mod">
          <ac:chgData name="MARIA SALAS URBANO" userId="d92562ea-7866-43a1-b4b3-4f1315128d96" providerId="ADAL" clId="{DA787D85-A314-45A9-8DB2-9E5474A781B6}" dt="2022-08-31T15:38:56.773" v="1380" actId="1036"/>
          <ac:spMkLst>
            <pc:docMk/>
            <pc:sldMk cId="4210552574" sldId="263"/>
            <ac:spMk id="10" creationId="{E06957CA-2460-61CD-A3DC-6362710EF3F8}"/>
          </ac:spMkLst>
        </pc:spChg>
        <pc:spChg chg="add del mod">
          <ac:chgData name="MARIA SALAS URBANO" userId="d92562ea-7866-43a1-b4b3-4f1315128d96" providerId="ADAL" clId="{DA787D85-A314-45A9-8DB2-9E5474A781B6}" dt="2022-08-31T15:27:28.286" v="981" actId="478"/>
          <ac:spMkLst>
            <pc:docMk/>
            <pc:sldMk cId="4210552574" sldId="263"/>
            <ac:spMk id="11" creationId="{6F53F603-90E2-C620-1355-5007F0287FC3}"/>
          </ac:spMkLst>
        </pc:spChg>
        <pc:spChg chg="add del mod">
          <ac:chgData name="MARIA SALAS URBANO" userId="d92562ea-7866-43a1-b4b3-4f1315128d96" providerId="ADAL" clId="{DA787D85-A314-45A9-8DB2-9E5474A781B6}" dt="2022-08-31T15:34:14.036" v="1175" actId="478"/>
          <ac:spMkLst>
            <pc:docMk/>
            <pc:sldMk cId="4210552574" sldId="263"/>
            <ac:spMk id="12" creationId="{F1932584-B5DC-5F47-9072-3B1FC6E18B5A}"/>
          </ac:spMkLst>
        </pc:spChg>
        <pc:spChg chg="add del mod">
          <ac:chgData name="MARIA SALAS URBANO" userId="d92562ea-7866-43a1-b4b3-4f1315128d96" providerId="ADAL" clId="{DA787D85-A314-45A9-8DB2-9E5474A781B6}" dt="2022-08-31T15:38:37.812" v="1346" actId="478"/>
          <ac:spMkLst>
            <pc:docMk/>
            <pc:sldMk cId="4210552574" sldId="263"/>
            <ac:spMk id="14" creationId="{89BEEFE3-4F28-B18F-BACB-7AAED77202AE}"/>
          </ac:spMkLst>
        </pc:spChg>
        <pc:spChg chg="add del mod">
          <ac:chgData name="MARIA SALAS URBANO" userId="d92562ea-7866-43a1-b4b3-4f1315128d96" providerId="ADAL" clId="{DA787D85-A314-45A9-8DB2-9E5474A781B6}" dt="2022-08-31T15:38:56.773" v="1380" actId="1036"/>
          <ac:spMkLst>
            <pc:docMk/>
            <pc:sldMk cId="4210552574" sldId="263"/>
            <ac:spMk id="19" creationId="{62515B98-5212-AE7B-12DE-04081B0AEB1A}"/>
          </ac:spMkLst>
        </pc:spChg>
        <pc:spChg chg="add del mod">
          <ac:chgData name="MARIA SALAS URBANO" userId="d92562ea-7866-43a1-b4b3-4f1315128d96" providerId="ADAL" clId="{DA787D85-A314-45A9-8DB2-9E5474A781B6}" dt="2022-08-31T15:38:56.773" v="1380" actId="1036"/>
          <ac:spMkLst>
            <pc:docMk/>
            <pc:sldMk cId="4210552574" sldId="263"/>
            <ac:spMk id="20" creationId="{DAB15334-0CFD-4BE4-33F4-41788109AF57}"/>
          </ac:spMkLst>
        </pc:spChg>
        <pc:spChg chg="add del mod">
          <ac:chgData name="MARIA SALAS URBANO" userId="d92562ea-7866-43a1-b4b3-4f1315128d96" providerId="ADAL" clId="{DA787D85-A314-45A9-8DB2-9E5474A781B6}" dt="2022-08-31T15:38:56.773" v="1380" actId="1036"/>
          <ac:spMkLst>
            <pc:docMk/>
            <pc:sldMk cId="4210552574" sldId="263"/>
            <ac:spMk id="21" creationId="{41FD0D1C-CF62-5DEC-37E0-41A2F8C2CDC6}"/>
          </ac:spMkLst>
        </pc:spChg>
        <pc:spChg chg="add del mod">
          <ac:chgData name="MARIA SALAS URBANO" userId="d92562ea-7866-43a1-b4b3-4f1315128d96" providerId="ADAL" clId="{DA787D85-A314-45A9-8DB2-9E5474A781B6}" dt="2022-08-31T15:39:43.585" v="1398" actId="14100"/>
          <ac:spMkLst>
            <pc:docMk/>
            <pc:sldMk cId="4210552574" sldId="263"/>
            <ac:spMk id="22" creationId="{B1F20CE9-6650-932D-306D-1A081A964AFA}"/>
          </ac:spMkLst>
        </pc:spChg>
        <pc:spChg chg="add del mod">
          <ac:chgData name="MARIA SALAS URBANO" userId="d92562ea-7866-43a1-b4b3-4f1315128d96" providerId="ADAL" clId="{DA787D85-A314-45A9-8DB2-9E5474A781B6}" dt="2022-08-31T15:38:56.773" v="1380" actId="1036"/>
          <ac:spMkLst>
            <pc:docMk/>
            <pc:sldMk cId="4210552574" sldId="263"/>
            <ac:spMk id="23" creationId="{E2E98C34-44FC-356E-8B8A-3488E2033F2B}"/>
          </ac:spMkLst>
        </pc:spChg>
        <pc:spChg chg="add del mod">
          <ac:chgData name="MARIA SALAS URBANO" userId="d92562ea-7866-43a1-b4b3-4f1315128d96" providerId="ADAL" clId="{DA787D85-A314-45A9-8DB2-9E5474A781B6}" dt="2022-08-31T15:38:56.773" v="1380" actId="1036"/>
          <ac:spMkLst>
            <pc:docMk/>
            <pc:sldMk cId="4210552574" sldId="263"/>
            <ac:spMk id="42" creationId="{AA6AE74E-8F39-1EA5-3E73-ACE59E9B873B}"/>
          </ac:spMkLst>
        </pc:spChg>
        <pc:picChg chg="add del mod">
          <ac:chgData name="MARIA SALAS URBANO" userId="d92562ea-7866-43a1-b4b3-4f1315128d96" providerId="ADAL" clId="{DA787D85-A314-45A9-8DB2-9E5474A781B6}" dt="2022-08-31T15:38:56.773" v="1380" actId="1036"/>
          <ac:picMkLst>
            <pc:docMk/>
            <pc:sldMk cId="4210552574" sldId="263"/>
            <ac:picMk id="6" creationId="{4DE9E406-F272-E101-D1CB-4AAC690DFB83}"/>
          </ac:picMkLst>
        </pc:picChg>
        <pc:cxnChg chg="add del mod">
          <ac:chgData name="MARIA SALAS URBANO" userId="d92562ea-7866-43a1-b4b3-4f1315128d96" providerId="ADAL" clId="{DA787D85-A314-45A9-8DB2-9E5474A781B6}" dt="2022-08-31T15:38:56.773" v="1380" actId="1036"/>
          <ac:cxnSpMkLst>
            <pc:docMk/>
            <pc:sldMk cId="4210552574" sldId="263"/>
            <ac:cxnSpMk id="25" creationId="{70E35C1F-3B4E-9D8A-A941-D7DFC87E9841}"/>
          </ac:cxnSpMkLst>
        </pc:cxnChg>
        <pc:cxnChg chg="add del mod">
          <ac:chgData name="MARIA SALAS URBANO" userId="d92562ea-7866-43a1-b4b3-4f1315128d96" providerId="ADAL" clId="{DA787D85-A314-45A9-8DB2-9E5474A781B6}" dt="2022-08-31T15:38:56.773" v="1380" actId="1036"/>
          <ac:cxnSpMkLst>
            <pc:docMk/>
            <pc:sldMk cId="4210552574" sldId="263"/>
            <ac:cxnSpMk id="26" creationId="{B315C2A4-F9C8-BCC8-38B0-81E3E4E04FAC}"/>
          </ac:cxnSpMkLst>
        </pc:cxnChg>
        <pc:cxnChg chg="add del mod">
          <ac:chgData name="MARIA SALAS URBANO" userId="d92562ea-7866-43a1-b4b3-4f1315128d96" providerId="ADAL" clId="{DA787D85-A314-45A9-8DB2-9E5474A781B6}" dt="2022-08-31T15:38:56.773" v="1380" actId="1036"/>
          <ac:cxnSpMkLst>
            <pc:docMk/>
            <pc:sldMk cId="4210552574" sldId="263"/>
            <ac:cxnSpMk id="29" creationId="{F29CD94C-A3BE-CB95-D59D-ED04A2CFF86A}"/>
          </ac:cxnSpMkLst>
        </pc:cxnChg>
        <pc:cxnChg chg="add del mod">
          <ac:chgData name="MARIA SALAS URBANO" userId="d92562ea-7866-43a1-b4b3-4f1315128d96" providerId="ADAL" clId="{DA787D85-A314-45A9-8DB2-9E5474A781B6}" dt="2022-08-31T15:38:56.773" v="1380" actId="1036"/>
          <ac:cxnSpMkLst>
            <pc:docMk/>
            <pc:sldMk cId="4210552574" sldId="263"/>
            <ac:cxnSpMk id="32" creationId="{4A09D5DC-2E78-5F0F-5EC8-8262BE2DE73A}"/>
          </ac:cxnSpMkLst>
        </pc:cxnChg>
        <pc:cxnChg chg="add del mod">
          <ac:chgData name="MARIA SALAS URBANO" userId="d92562ea-7866-43a1-b4b3-4f1315128d96" providerId="ADAL" clId="{DA787D85-A314-45A9-8DB2-9E5474A781B6}" dt="2022-08-31T15:39:43.585" v="1398" actId="14100"/>
          <ac:cxnSpMkLst>
            <pc:docMk/>
            <pc:sldMk cId="4210552574" sldId="263"/>
            <ac:cxnSpMk id="35" creationId="{068D682E-0DED-FDF6-0317-5497649CEA47}"/>
          </ac:cxnSpMkLst>
        </pc:cxnChg>
        <pc:cxnChg chg="add del mod">
          <ac:chgData name="MARIA SALAS URBANO" userId="d92562ea-7866-43a1-b4b3-4f1315128d96" providerId="ADAL" clId="{DA787D85-A314-45A9-8DB2-9E5474A781B6}" dt="2022-08-31T15:38:56.773" v="1380" actId="1036"/>
          <ac:cxnSpMkLst>
            <pc:docMk/>
            <pc:sldMk cId="4210552574" sldId="263"/>
            <ac:cxnSpMk id="38" creationId="{E4CBE31E-42CA-EB5E-FDE0-8A56713F35D2}"/>
          </ac:cxnSpMkLst>
        </pc:cxnChg>
      </pc:sldChg>
      <pc:sldChg chg="modSp mod modTransition">
        <pc:chgData name="MARIA SALAS URBANO" userId="d92562ea-7866-43a1-b4b3-4f1315128d96" providerId="ADAL" clId="{DA787D85-A314-45A9-8DB2-9E5474A781B6}" dt="2022-08-31T16:38:33.458" v="1424" actId="20577"/>
        <pc:sldMkLst>
          <pc:docMk/>
          <pc:sldMk cId="2563405219" sldId="264"/>
        </pc:sldMkLst>
        <pc:spChg chg="mod">
          <ac:chgData name="MARIA SALAS URBANO" userId="d92562ea-7866-43a1-b4b3-4f1315128d96" providerId="ADAL" clId="{DA787D85-A314-45A9-8DB2-9E5474A781B6}" dt="2022-08-31T16:38:21.289" v="1418" actId="20577"/>
          <ac:spMkLst>
            <pc:docMk/>
            <pc:sldMk cId="2563405219" sldId="264"/>
            <ac:spMk id="2" creationId="{D6DA172B-E310-ACED-E6F2-FE2552B0700F}"/>
          </ac:spMkLst>
        </pc:spChg>
        <pc:spChg chg="mod">
          <ac:chgData name="MARIA SALAS URBANO" userId="d92562ea-7866-43a1-b4b3-4f1315128d96" providerId="ADAL" clId="{DA787D85-A314-45A9-8DB2-9E5474A781B6}" dt="2022-08-31T16:38:33.458" v="1424" actId="20577"/>
          <ac:spMkLst>
            <pc:docMk/>
            <pc:sldMk cId="2563405219" sldId="264"/>
            <ac:spMk id="3" creationId="{B39A599D-A527-DD7D-334E-1CD81861E38F}"/>
          </ac:spMkLst>
        </pc:spChg>
      </pc:sldChg>
      <pc:sldChg chg="modSp mod modTransition">
        <pc:chgData name="MARIA SALAS URBANO" userId="d92562ea-7866-43a1-b4b3-4f1315128d96" providerId="ADAL" clId="{DA787D85-A314-45A9-8DB2-9E5474A781B6}" dt="2022-08-31T16:48:52.026" v="1780" actId="404"/>
        <pc:sldMkLst>
          <pc:docMk/>
          <pc:sldMk cId="2481433494" sldId="265"/>
        </pc:sldMkLst>
        <pc:spChg chg="mod">
          <ac:chgData name="MARIA SALAS URBANO" userId="d92562ea-7866-43a1-b4b3-4f1315128d96" providerId="ADAL" clId="{DA787D85-A314-45A9-8DB2-9E5474A781B6}" dt="2022-08-31T16:38:52.779" v="1440" actId="20577"/>
          <ac:spMkLst>
            <pc:docMk/>
            <pc:sldMk cId="2481433494" sldId="265"/>
            <ac:spMk id="2" creationId="{FF0A496F-F4E4-ED9F-CF00-169FEAB40EC9}"/>
          </ac:spMkLst>
        </pc:spChg>
        <pc:spChg chg="mod">
          <ac:chgData name="MARIA SALAS URBANO" userId="d92562ea-7866-43a1-b4b3-4f1315128d96" providerId="ADAL" clId="{DA787D85-A314-45A9-8DB2-9E5474A781B6}" dt="2022-08-31T16:48:52.026" v="1780" actId="404"/>
          <ac:spMkLst>
            <pc:docMk/>
            <pc:sldMk cId="2481433494" sldId="265"/>
            <ac:spMk id="4" creationId="{64C7CA6A-7748-FAD0-93DC-1975449EFD08}"/>
          </ac:spMkLst>
        </pc:spChg>
      </pc:sldChg>
      <pc:sldChg chg="delSp modSp mod modTransition modAnim">
        <pc:chgData name="MARIA SALAS URBANO" userId="d92562ea-7866-43a1-b4b3-4f1315128d96" providerId="ADAL" clId="{DA787D85-A314-45A9-8DB2-9E5474A781B6}" dt="2022-08-31T16:48:40.435" v="1776" actId="404"/>
        <pc:sldMkLst>
          <pc:docMk/>
          <pc:sldMk cId="2253941012" sldId="266"/>
        </pc:sldMkLst>
        <pc:spChg chg="del mod">
          <ac:chgData name="MARIA SALAS URBANO" userId="d92562ea-7866-43a1-b4b3-4f1315128d96" providerId="ADAL" clId="{DA787D85-A314-45A9-8DB2-9E5474A781B6}" dt="2022-08-31T16:39:15.195" v="1442" actId="478"/>
          <ac:spMkLst>
            <pc:docMk/>
            <pc:sldMk cId="2253941012" sldId="266"/>
            <ac:spMk id="2" creationId="{FF0A496F-F4E4-ED9F-CF00-169FEAB40EC9}"/>
          </ac:spMkLst>
        </pc:spChg>
        <pc:spChg chg="mod">
          <ac:chgData name="MARIA SALAS URBANO" userId="d92562ea-7866-43a1-b4b3-4f1315128d96" providerId="ADAL" clId="{DA787D85-A314-45A9-8DB2-9E5474A781B6}" dt="2022-08-31T16:48:40.435" v="1776" actId="404"/>
          <ac:spMkLst>
            <pc:docMk/>
            <pc:sldMk cId="2253941012" sldId="266"/>
            <ac:spMk id="4" creationId="{64C7CA6A-7748-FAD0-93DC-1975449EFD08}"/>
          </ac:spMkLst>
        </pc:spChg>
        <pc:spChg chg="mod">
          <ac:chgData name="MARIA SALAS URBANO" userId="d92562ea-7866-43a1-b4b3-4f1315128d96" providerId="ADAL" clId="{DA787D85-A314-45A9-8DB2-9E5474A781B6}" dt="2022-08-31T16:39:35.572" v="1480" actId="1035"/>
          <ac:spMkLst>
            <pc:docMk/>
            <pc:sldMk cId="2253941012" sldId="266"/>
            <ac:spMk id="5" creationId="{4219F12F-A5C4-73D3-B6C6-F9DFDC126E48}"/>
          </ac:spMkLst>
        </pc:spChg>
        <pc:spChg chg="mod">
          <ac:chgData name="MARIA SALAS URBANO" userId="d92562ea-7866-43a1-b4b3-4f1315128d96" providerId="ADAL" clId="{DA787D85-A314-45A9-8DB2-9E5474A781B6}" dt="2022-08-31T16:39:35.572" v="1480" actId="1035"/>
          <ac:spMkLst>
            <pc:docMk/>
            <pc:sldMk cId="2253941012" sldId="266"/>
            <ac:spMk id="7" creationId="{CD3A13AB-4D4E-5E80-1610-B7127683B7F0}"/>
          </ac:spMkLst>
        </pc:spChg>
        <pc:picChg chg="mod">
          <ac:chgData name="MARIA SALAS URBANO" userId="d92562ea-7866-43a1-b4b3-4f1315128d96" providerId="ADAL" clId="{DA787D85-A314-45A9-8DB2-9E5474A781B6}" dt="2022-08-31T16:39:35.572" v="1480" actId="1035"/>
          <ac:picMkLst>
            <pc:docMk/>
            <pc:sldMk cId="2253941012" sldId="266"/>
            <ac:picMk id="6" creationId="{6B6D7402-794E-E0A2-D18A-6EB9A577E48C}"/>
          </ac:picMkLst>
        </pc:picChg>
      </pc:sldChg>
      <pc:sldChg chg="modTransition">
        <pc:chgData name="MARIA SALAS URBANO" userId="d92562ea-7866-43a1-b4b3-4f1315128d96" providerId="ADAL" clId="{DA787D85-A314-45A9-8DB2-9E5474A781B6}" dt="2022-08-31T10:17:26.237" v="0"/>
        <pc:sldMkLst>
          <pc:docMk/>
          <pc:sldMk cId="31374517" sldId="267"/>
        </pc:sldMkLst>
      </pc:sldChg>
      <pc:sldChg chg="addSp delSp modSp mod modTransition modAnim">
        <pc:chgData name="MARIA SALAS URBANO" userId="d92562ea-7866-43a1-b4b3-4f1315128d96" providerId="ADAL" clId="{DA787D85-A314-45A9-8DB2-9E5474A781B6}" dt="2022-08-31T18:14:44.161" v="2516" actId="5793"/>
        <pc:sldMkLst>
          <pc:docMk/>
          <pc:sldMk cId="3391284449" sldId="268"/>
        </pc:sldMkLst>
        <pc:spChg chg="del">
          <ac:chgData name="MARIA SALAS URBANO" userId="d92562ea-7866-43a1-b4b3-4f1315128d96" providerId="ADAL" clId="{DA787D85-A314-45A9-8DB2-9E5474A781B6}" dt="2022-08-31T17:05:52.399" v="1969" actId="478"/>
          <ac:spMkLst>
            <pc:docMk/>
            <pc:sldMk cId="3391284449" sldId="268"/>
            <ac:spMk id="2" creationId="{CD56081C-A311-AE35-11DB-2A7D78743C51}"/>
          </ac:spMkLst>
        </pc:spChg>
        <pc:spChg chg="mod">
          <ac:chgData name="MARIA SALAS URBANO" userId="d92562ea-7866-43a1-b4b3-4f1315128d96" providerId="ADAL" clId="{DA787D85-A314-45A9-8DB2-9E5474A781B6}" dt="2022-08-31T18:14:44.161" v="2516" actId="5793"/>
          <ac:spMkLst>
            <pc:docMk/>
            <pc:sldMk cId="3391284449" sldId="268"/>
            <ac:spMk id="3" creationId="{FC2F2DB4-983E-8280-8E28-E32B66006A70}"/>
          </ac:spMkLst>
        </pc:spChg>
        <pc:spChg chg="mod">
          <ac:chgData name="MARIA SALAS URBANO" userId="d92562ea-7866-43a1-b4b3-4f1315128d96" providerId="ADAL" clId="{DA787D85-A314-45A9-8DB2-9E5474A781B6}" dt="2022-08-31T17:06:03.145" v="1994" actId="1035"/>
          <ac:spMkLst>
            <pc:docMk/>
            <pc:sldMk cId="3391284449" sldId="268"/>
            <ac:spMk id="7" creationId="{242E8DB7-0B21-E0EC-7ABC-288A190F24D2}"/>
          </ac:spMkLst>
        </pc:spChg>
        <pc:spChg chg="add del mod">
          <ac:chgData name="MARIA SALAS URBANO" userId="d92562ea-7866-43a1-b4b3-4f1315128d96" providerId="ADAL" clId="{DA787D85-A314-45A9-8DB2-9E5474A781B6}" dt="2022-08-31T17:05:54.007" v="1970" actId="478"/>
          <ac:spMkLst>
            <pc:docMk/>
            <pc:sldMk cId="3391284449" sldId="268"/>
            <ac:spMk id="8" creationId="{E25C131E-4BEB-4656-FA61-0BD2E9A085F3}"/>
          </ac:spMkLst>
        </pc:spChg>
        <pc:picChg chg="mod">
          <ac:chgData name="MARIA SALAS URBANO" userId="d92562ea-7866-43a1-b4b3-4f1315128d96" providerId="ADAL" clId="{DA787D85-A314-45A9-8DB2-9E5474A781B6}" dt="2022-08-31T17:06:03.145" v="1994" actId="1035"/>
          <ac:picMkLst>
            <pc:docMk/>
            <pc:sldMk cId="3391284449" sldId="268"/>
            <ac:picMk id="6" creationId="{23EF39EA-05E0-AA5D-6658-B467FCD3DF4C}"/>
          </ac:picMkLst>
        </pc:picChg>
        <pc:cxnChg chg="mod">
          <ac:chgData name="MARIA SALAS URBANO" userId="d92562ea-7866-43a1-b4b3-4f1315128d96" providerId="ADAL" clId="{DA787D85-A314-45A9-8DB2-9E5474A781B6}" dt="2022-08-31T17:06:10.473" v="1995" actId="14100"/>
          <ac:cxnSpMkLst>
            <pc:docMk/>
            <pc:sldMk cId="3391284449" sldId="268"/>
            <ac:cxnSpMk id="9" creationId="{7B78BE0E-B0EF-BBDA-7837-D86AEC8E5CDE}"/>
          </ac:cxnSpMkLst>
        </pc:cxnChg>
      </pc:sldChg>
      <pc:sldChg chg="modSp">
        <pc:chgData name="MARIA SALAS URBANO" userId="d92562ea-7866-43a1-b4b3-4f1315128d96" providerId="ADAL" clId="{DA787D85-A314-45A9-8DB2-9E5474A781B6}" dt="2022-08-31T17:07:43.224" v="2022" actId="5793"/>
        <pc:sldMkLst>
          <pc:docMk/>
          <pc:sldMk cId="14038921" sldId="269"/>
        </pc:sldMkLst>
        <pc:spChg chg="mod">
          <ac:chgData name="MARIA SALAS URBANO" userId="d92562ea-7866-43a1-b4b3-4f1315128d96" providerId="ADAL" clId="{DA787D85-A314-45A9-8DB2-9E5474A781B6}" dt="2022-08-31T17:07:43.224" v="2022" actId="5793"/>
          <ac:spMkLst>
            <pc:docMk/>
            <pc:sldMk cId="14038921" sldId="269"/>
            <ac:spMk id="3" creationId="{0444392D-0EAE-D1DB-6994-BBE0AA42CD5F}"/>
          </ac:spMkLst>
        </pc:spChg>
      </pc:sldChg>
      <pc:sldChg chg="modSp mod">
        <pc:chgData name="MARIA SALAS URBANO" userId="d92562ea-7866-43a1-b4b3-4f1315128d96" providerId="ADAL" clId="{DA787D85-A314-45A9-8DB2-9E5474A781B6}" dt="2022-08-31T17:09:29.926" v="2028" actId="403"/>
        <pc:sldMkLst>
          <pc:docMk/>
          <pc:sldMk cId="3810318341" sldId="272"/>
        </pc:sldMkLst>
        <pc:spChg chg="mod">
          <ac:chgData name="MARIA SALAS URBANO" userId="d92562ea-7866-43a1-b4b3-4f1315128d96" providerId="ADAL" clId="{DA787D85-A314-45A9-8DB2-9E5474A781B6}" dt="2022-08-31T17:09:29.926" v="2028" actId="403"/>
          <ac:spMkLst>
            <pc:docMk/>
            <pc:sldMk cId="3810318341" sldId="272"/>
            <ac:spMk id="7" creationId="{522A33AA-A6EA-E429-56DD-6902A699689F}"/>
          </ac:spMkLst>
        </pc:spChg>
      </pc:sldChg>
      <pc:sldChg chg="addSp delSp modSp mod modTransition">
        <pc:chgData name="MARIA SALAS URBANO" userId="d92562ea-7866-43a1-b4b3-4f1315128d96" providerId="ADAL" clId="{DA787D85-A314-45A9-8DB2-9E5474A781B6}" dt="2022-08-31T17:09:46.042" v="2040" actId="1038"/>
        <pc:sldMkLst>
          <pc:docMk/>
          <pc:sldMk cId="3109341825" sldId="273"/>
        </pc:sldMkLst>
        <pc:spChg chg="mod">
          <ac:chgData name="MARIA SALAS URBANO" userId="d92562ea-7866-43a1-b4b3-4f1315128d96" providerId="ADAL" clId="{DA787D85-A314-45A9-8DB2-9E5474A781B6}" dt="2022-08-31T10:40:40.975" v="39" actId="20577"/>
          <ac:spMkLst>
            <pc:docMk/>
            <pc:sldMk cId="3109341825" sldId="273"/>
            <ac:spMk id="4" creationId="{4593D482-B573-4E8A-988D-383C0D1000A3}"/>
          </ac:spMkLst>
        </pc:spChg>
        <pc:spChg chg="mod">
          <ac:chgData name="MARIA SALAS URBANO" userId="d92562ea-7866-43a1-b4b3-4f1315128d96" providerId="ADAL" clId="{DA787D85-A314-45A9-8DB2-9E5474A781B6}" dt="2022-08-31T10:40:50.160" v="56" actId="20577"/>
          <ac:spMkLst>
            <pc:docMk/>
            <pc:sldMk cId="3109341825" sldId="273"/>
            <ac:spMk id="5" creationId="{0B3FC3E4-886C-A125-09B4-0109DFC4FD7C}"/>
          </ac:spMkLst>
        </pc:spChg>
        <pc:picChg chg="mod">
          <ac:chgData name="MARIA SALAS URBANO" userId="d92562ea-7866-43a1-b4b3-4f1315128d96" providerId="ADAL" clId="{DA787D85-A314-45A9-8DB2-9E5474A781B6}" dt="2022-08-31T17:09:14.852" v="2027" actId="1076"/>
          <ac:picMkLst>
            <pc:docMk/>
            <pc:sldMk cId="3109341825" sldId="273"/>
            <ac:picMk id="6" creationId="{39DA17E4-D9EB-7158-8A98-883CB317372D}"/>
          </ac:picMkLst>
        </pc:picChg>
        <pc:picChg chg="del">
          <ac:chgData name="MARIA SALAS URBANO" userId="d92562ea-7866-43a1-b4b3-4f1315128d96" providerId="ADAL" clId="{DA787D85-A314-45A9-8DB2-9E5474A781B6}" dt="2022-08-31T10:33:55.696" v="4" actId="478"/>
          <ac:picMkLst>
            <pc:docMk/>
            <pc:sldMk cId="3109341825" sldId="273"/>
            <ac:picMk id="7" creationId="{A515C9BE-8652-EC69-17A8-5168444ECD52}"/>
          </ac:picMkLst>
        </pc:picChg>
        <pc:picChg chg="add del mod">
          <ac:chgData name="MARIA SALAS URBANO" userId="d92562ea-7866-43a1-b4b3-4f1315128d96" providerId="ADAL" clId="{DA787D85-A314-45A9-8DB2-9E5474A781B6}" dt="2022-08-31T10:36:28.950" v="9" actId="478"/>
          <ac:picMkLst>
            <pc:docMk/>
            <pc:sldMk cId="3109341825" sldId="273"/>
            <ac:picMk id="8" creationId="{9B03AA23-6538-3905-608F-AC4377DDDD08}"/>
          </ac:picMkLst>
        </pc:picChg>
        <pc:picChg chg="add mod modCrop">
          <ac:chgData name="MARIA SALAS URBANO" userId="d92562ea-7866-43a1-b4b3-4f1315128d96" providerId="ADAL" clId="{DA787D85-A314-45A9-8DB2-9E5474A781B6}" dt="2022-08-31T17:09:08.296" v="2025" actId="1076"/>
          <ac:picMkLst>
            <pc:docMk/>
            <pc:sldMk cId="3109341825" sldId="273"/>
            <ac:picMk id="9" creationId="{8ED36C5E-9B33-C2D9-A541-C72213AB8AFA}"/>
          </ac:picMkLst>
        </pc:picChg>
        <pc:picChg chg="mod">
          <ac:chgData name="MARIA SALAS URBANO" userId="d92562ea-7866-43a1-b4b3-4f1315128d96" providerId="ADAL" clId="{DA787D85-A314-45A9-8DB2-9E5474A781B6}" dt="2022-08-31T17:09:46.042" v="2040" actId="1038"/>
          <ac:picMkLst>
            <pc:docMk/>
            <pc:sldMk cId="3109341825" sldId="273"/>
            <ac:picMk id="1026" creationId="{F1C6C825-8E58-54DF-A950-EE45ECC9C474}"/>
          </ac:picMkLst>
        </pc:picChg>
      </pc:sldChg>
      <pc:sldChg chg="add">
        <pc:chgData name="MARIA SALAS URBANO" userId="d92562ea-7866-43a1-b4b3-4f1315128d96" providerId="ADAL" clId="{DA787D85-A314-45A9-8DB2-9E5474A781B6}" dt="2022-08-31T10:57:49.630" v="57"/>
        <pc:sldMkLst>
          <pc:docMk/>
          <pc:sldMk cId="449090455" sldId="274"/>
        </pc:sldMkLst>
      </pc:sldChg>
      <pc:sldChg chg="addSp delSp modSp add mod">
        <pc:chgData name="MARIA SALAS URBANO" userId="d92562ea-7866-43a1-b4b3-4f1315128d96" providerId="ADAL" clId="{DA787D85-A314-45A9-8DB2-9E5474A781B6}" dt="2022-08-31T14:56:27.701" v="649"/>
        <pc:sldMkLst>
          <pc:docMk/>
          <pc:sldMk cId="3675619731" sldId="275"/>
        </pc:sldMkLst>
        <pc:spChg chg="del mod">
          <ac:chgData name="MARIA SALAS URBANO" userId="d92562ea-7866-43a1-b4b3-4f1315128d96" providerId="ADAL" clId="{DA787D85-A314-45A9-8DB2-9E5474A781B6}" dt="2022-08-31T14:51:08.035" v="600" actId="478"/>
          <ac:spMkLst>
            <pc:docMk/>
            <pc:sldMk cId="3675619731" sldId="275"/>
            <ac:spMk id="3" creationId="{E61AD0AF-44DF-DA71-6EE8-184F75523200}"/>
          </ac:spMkLst>
        </pc:spChg>
        <pc:spChg chg="add del">
          <ac:chgData name="MARIA SALAS URBANO" userId="d92562ea-7866-43a1-b4b3-4f1315128d96" providerId="ADAL" clId="{DA787D85-A314-45A9-8DB2-9E5474A781B6}" dt="2022-08-31T14:54:03.733" v="630" actId="478"/>
          <ac:spMkLst>
            <pc:docMk/>
            <pc:sldMk cId="3675619731" sldId="275"/>
            <ac:spMk id="4" creationId="{BB087B49-FC21-A4B7-AB12-6269493A4A95}"/>
          </ac:spMkLst>
        </pc:spChg>
        <pc:spChg chg="add del mod">
          <ac:chgData name="MARIA SALAS URBANO" userId="d92562ea-7866-43a1-b4b3-4f1315128d96" providerId="ADAL" clId="{DA787D85-A314-45A9-8DB2-9E5474A781B6}" dt="2022-08-31T14:53:51.885" v="627" actId="478"/>
          <ac:spMkLst>
            <pc:docMk/>
            <pc:sldMk cId="3675619731" sldId="275"/>
            <ac:spMk id="7" creationId="{9572223D-12D1-789F-5051-0A15536B5B13}"/>
          </ac:spMkLst>
        </pc:spChg>
        <pc:spChg chg="add del mod">
          <ac:chgData name="MARIA SALAS URBANO" userId="d92562ea-7866-43a1-b4b3-4f1315128d96" providerId="ADAL" clId="{DA787D85-A314-45A9-8DB2-9E5474A781B6}" dt="2022-08-31T14:54:09.175" v="631" actId="478"/>
          <ac:spMkLst>
            <pc:docMk/>
            <pc:sldMk cId="3675619731" sldId="275"/>
            <ac:spMk id="9" creationId="{F1157859-E306-C9C8-1064-BE733D68EF99}"/>
          </ac:spMkLst>
        </pc:spChg>
        <pc:graphicFrameChg chg="add del mod modGraphic">
          <ac:chgData name="MARIA SALAS URBANO" userId="d92562ea-7866-43a1-b4b3-4f1315128d96" providerId="ADAL" clId="{DA787D85-A314-45A9-8DB2-9E5474A781B6}" dt="2022-08-31T14:56:27.701" v="649"/>
          <ac:graphicFrameMkLst>
            <pc:docMk/>
            <pc:sldMk cId="3675619731" sldId="275"/>
            <ac:graphicFrameMk id="2" creationId="{49E3B0C4-B724-01F8-E038-E0F9EE7AE192}"/>
          </ac:graphicFrameMkLst>
        </pc:graphicFrameChg>
      </pc:sldChg>
      <pc:sldChg chg="addSp delSp modSp new mod modAnim">
        <pc:chgData name="MARIA SALAS URBANO" userId="d92562ea-7866-43a1-b4b3-4f1315128d96" providerId="ADAL" clId="{DA787D85-A314-45A9-8DB2-9E5474A781B6}" dt="2022-08-31T14:50:43.554" v="598" actId="20577"/>
        <pc:sldMkLst>
          <pc:docMk/>
          <pc:sldMk cId="773661084" sldId="276"/>
        </pc:sldMkLst>
        <pc:spChg chg="mod">
          <ac:chgData name="MARIA SALAS URBANO" userId="d92562ea-7866-43a1-b4b3-4f1315128d96" providerId="ADAL" clId="{DA787D85-A314-45A9-8DB2-9E5474A781B6}" dt="2022-08-31T14:50:43.554" v="598" actId="20577"/>
          <ac:spMkLst>
            <pc:docMk/>
            <pc:sldMk cId="773661084" sldId="276"/>
            <ac:spMk id="2" creationId="{3D345DD8-EC5D-8AB4-A9BC-250E3AF7676F}"/>
          </ac:spMkLst>
        </pc:spChg>
        <pc:spChg chg="del">
          <ac:chgData name="MARIA SALAS URBANO" userId="d92562ea-7866-43a1-b4b3-4f1315128d96" providerId="ADAL" clId="{DA787D85-A314-45A9-8DB2-9E5474A781B6}" dt="2022-08-31T14:33:14.354" v="537" actId="478"/>
          <ac:spMkLst>
            <pc:docMk/>
            <pc:sldMk cId="773661084" sldId="276"/>
            <ac:spMk id="3" creationId="{7DEBA8C6-5070-EFE5-EC03-CCF8CCC0B21F}"/>
          </ac:spMkLst>
        </pc:spChg>
        <pc:spChg chg="del">
          <ac:chgData name="MARIA SALAS URBANO" userId="d92562ea-7866-43a1-b4b3-4f1315128d96" providerId="ADAL" clId="{DA787D85-A314-45A9-8DB2-9E5474A781B6}" dt="2022-08-31T14:33:11.595" v="536" actId="478"/>
          <ac:spMkLst>
            <pc:docMk/>
            <pc:sldMk cId="773661084" sldId="276"/>
            <ac:spMk id="4" creationId="{62AE4B3D-A943-ABA5-0283-DC4C03E6076E}"/>
          </ac:spMkLst>
        </pc:spChg>
        <pc:spChg chg="add mod">
          <ac:chgData name="MARIA SALAS URBANO" userId="d92562ea-7866-43a1-b4b3-4f1315128d96" providerId="ADAL" clId="{DA787D85-A314-45A9-8DB2-9E5474A781B6}" dt="2022-08-31T14:34:46.240" v="550" actId="13822"/>
          <ac:spMkLst>
            <pc:docMk/>
            <pc:sldMk cId="773661084" sldId="276"/>
            <ac:spMk id="8" creationId="{46A14851-50C6-DF86-14FC-433EC1FD2502}"/>
          </ac:spMkLst>
        </pc:spChg>
        <pc:picChg chg="add mod modCrop">
          <ac:chgData name="MARIA SALAS URBANO" userId="d92562ea-7866-43a1-b4b3-4f1315128d96" providerId="ADAL" clId="{DA787D85-A314-45A9-8DB2-9E5474A781B6}" dt="2022-08-31T14:38:29.893" v="569" actId="732"/>
          <ac:picMkLst>
            <pc:docMk/>
            <pc:sldMk cId="773661084" sldId="276"/>
            <ac:picMk id="7" creationId="{B38F3F4C-7D9B-BCE3-DC7E-47A3C7FE6FEF}"/>
          </ac:picMkLst>
        </pc:picChg>
        <pc:picChg chg="add mod">
          <ac:chgData name="MARIA SALAS URBANO" userId="d92562ea-7866-43a1-b4b3-4f1315128d96" providerId="ADAL" clId="{DA787D85-A314-45A9-8DB2-9E5474A781B6}" dt="2022-08-31T14:34:58.379" v="559" actId="1038"/>
          <ac:picMkLst>
            <pc:docMk/>
            <pc:sldMk cId="773661084" sldId="276"/>
            <ac:picMk id="10" creationId="{60D79BA8-E84F-AD46-C11E-D8CC4D3DB99F}"/>
          </ac:picMkLst>
        </pc:picChg>
      </pc:sldChg>
      <pc:sldChg chg="modSp add del mod">
        <pc:chgData name="MARIA SALAS URBANO" userId="d92562ea-7866-43a1-b4b3-4f1315128d96" providerId="ADAL" clId="{DA787D85-A314-45A9-8DB2-9E5474A781B6}" dt="2022-08-31T14:29:58.162" v="505" actId="47"/>
        <pc:sldMkLst>
          <pc:docMk/>
          <pc:sldMk cId="2965263082" sldId="276"/>
        </pc:sldMkLst>
        <pc:spChg chg="mod">
          <ac:chgData name="MARIA SALAS URBANO" userId="d92562ea-7866-43a1-b4b3-4f1315128d96" providerId="ADAL" clId="{DA787D85-A314-45A9-8DB2-9E5474A781B6}" dt="2022-08-31T12:03:13.704" v="281" actId="1035"/>
          <ac:spMkLst>
            <pc:docMk/>
            <pc:sldMk cId="2965263082" sldId="276"/>
            <ac:spMk id="6" creationId="{A4EC09FA-5D3D-FD66-EF31-0FE381A86E4F}"/>
          </ac:spMkLst>
        </pc:spChg>
        <pc:spChg chg="mod">
          <ac:chgData name="MARIA SALAS URBANO" userId="d92562ea-7866-43a1-b4b3-4f1315128d96" providerId="ADAL" clId="{DA787D85-A314-45A9-8DB2-9E5474A781B6}" dt="2022-08-31T12:03:08.132" v="252" actId="1036"/>
          <ac:spMkLst>
            <pc:docMk/>
            <pc:sldMk cId="2965263082" sldId="276"/>
            <ac:spMk id="22" creationId="{A5FAEBB0-A536-A3D5-E7CC-599E800B6A42}"/>
          </ac:spMkLst>
        </pc:spChg>
        <pc:graphicFrameChg chg="mod">
          <ac:chgData name="MARIA SALAS URBANO" userId="d92562ea-7866-43a1-b4b3-4f1315128d96" providerId="ADAL" clId="{DA787D85-A314-45A9-8DB2-9E5474A781B6}" dt="2022-08-31T12:03:08.132" v="252" actId="1036"/>
          <ac:graphicFrameMkLst>
            <pc:docMk/>
            <pc:sldMk cId="2965263082" sldId="276"/>
            <ac:graphicFrameMk id="5" creationId="{8ECDBE70-3BEE-99BA-D136-1B536E565F8B}"/>
          </ac:graphicFrameMkLst>
        </pc:graphicFrameChg>
      </pc:sldChg>
      <pc:sldChg chg="addSp delSp modSp add del mod">
        <pc:chgData name="MARIA SALAS URBANO" userId="d92562ea-7866-43a1-b4b3-4f1315128d96" providerId="ADAL" clId="{DA787D85-A314-45A9-8DB2-9E5474A781B6}" dt="2022-08-31T15:27:36.014" v="983" actId="47"/>
        <pc:sldMkLst>
          <pc:docMk/>
          <pc:sldMk cId="719012189" sldId="277"/>
        </pc:sldMkLst>
        <pc:spChg chg="add del mod">
          <ac:chgData name="MARIA SALAS URBANO" userId="d92562ea-7866-43a1-b4b3-4f1315128d96" providerId="ADAL" clId="{DA787D85-A314-45A9-8DB2-9E5474A781B6}" dt="2022-08-31T15:27:14.471" v="976" actId="22"/>
          <ac:spMkLst>
            <pc:docMk/>
            <pc:sldMk cId="719012189" sldId="277"/>
            <ac:spMk id="11" creationId="{8C96C972-3752-D21A-BE44-F1EEE2544C05}"/>
          </ac:spMkLst>
        </pc:spChg>
      </pc:sldChg>
      <pc:sldChg chg="addSp delSp modSp add del mod delAnim modAnim">
        <pc:chgData name="MARIA SALAS URBANO" userId="d92562ea-7866-43a1-b4b3-4f1315128d96" providerId="ADAL" clId="{DA787D85-A314-45A9-8DB2-9E5474A781B6}" dt="2022-08-31T13:11:34.129" v="303" actId="47"/>
        <pc:sldMkLst>
          <pc:docMk/>
          <pc:sldMk cId="3281569847" sldId="277"/>
        </pc:sldMkLst>
        <pc:picChg chg="add del mod">
          <ac:chgData name="MARIA SALAS URBANO" userId="d92562ea-7866-43a1-b4b3-4f1315128d96" providerId="ADAL" clId="{DA787D85-A314-45A9-8DB2-9E5474A781B6}" dt="2022-08-31T12:43:53.568" v="292" actId="478"/>
          <ac:picMkLst>
            <pc:docMk/>
            <pc:sldMk cId="3281569847" sldId="277"/>
            <ac:picMk id="2" creationId="{FD4A5A31-0886-E800-220A-933A04D0B453}"/>
          </ac:picMkLst>
        </pc:picChg>
        <pc:picChg chg="add del mod">
          <ac:chgData name="MARIA SALAS URBANO" userId="d92562ea-7866-43a1-b4b3-4f1315128d96" providerId="ADAL" clId="{DA787D85-A314-45A9-8DB2-9E5474A781B6}" dt="2022-08-31T13:00:20.649" v="294" actId="478"/>
          <ac:picMkLst>
            <pc:docMk/>
            <pc:sldMk cId="3281569847" sldId="277"/>
            <ac:picMk id="4" creationId="{9BAFAFBA-C588-C0C8-157B-E154473D42C3}"/>
          </ac:picMkLst>
        </pc:picChg>
        <pc:picChg chg="add del mod">
          <ac:chgData name="MARIA SALAS URBANO" userId="d92562ea-7866-43a1-b4b3-4f1315128d96" providerId="ADAL" clId="{DA787D85-A314-45A9-8DB2-9E5474A781B6}" dt="2022-08-31T13:02:03.686" v="296" actId="478"/>
          <ac:picMkLst>
            <pc:docMk/>
            <pc:sldMk cId="3281569847" sldId="277"/>
            <ac:picMk id="6" creationId="{E2E36901-323A-6474-7EB1-25008B100B88}"/>
          </ac:picMkLst>
        </pc:picChg>
        <pc:picChg chg="add mod">
          <ac:chgData name="MARIA SALAS URBANO" userId="d92562ea-7866-43a1-b4b3-4f1315128d96" providerId="ADAL" clId="{DA787D85-A314-45A9-8DB2-9E5474A781B6}" dt="2022-08-31T13:03:44.529" v="299" actId="1076"/>
          <ac:picMkLst>
            <pc:docMk/>
            <pc:sldMk cId="3281569847" sldId="277"/>
            <ac:picMk id="7" creationId="{935525F9-CFB0-9914-4C5C-149A885FD9A3}"/>
          </ac:picMkLst>
        </pc:picChg>
        <pc:picChg chg="del">
          <ac:chgData name="MARIA SALAS URBANO" userId="d92562ea-7866-43a1-b4b3-4f1315128d96" providerId="ADAL" clId="{DA787D85-A314-45A9-8DB2-9E5474A781B6}" dt="2022-08-31T12:37:02.589" v="288" actId="478"/>
          <ac:picMkLst>
            <pc:docMk/>
            <pc:sldMk cId="3281569847" sldId="277"/>
            <ac:picMk id="9" creationId="{C4FE0B3F-23D4-E8F9-7B7F-F30A3A207944}"/>
          </ac:picMkLst>
        </pc:picChg>
      </pc:sldChg>
      <pc:sldChg chg="addSp delSp modSp add mod ord delAnim">
        <pc:chgData name="MARIA SALAS URBANO" userId="d92562ea-7866-43a1-b4b3-4f1315128d96" providerId="ADAL" clId="{DA787D85-A314-45A9-8DB2-9E5474A781B6}" dt="2022-08-31T17:04:30.916" v="1936" actId="20577"/>
        <pc:sldMkLst>
          <pc:docMk/>
          <pc:sldMk cId="3851860901" sldId="277"/>
        </pc:sldMkLst>
        <pc:spChg chg="del">
          <ac:chgData name="MARIA SALAS URBANO" userId="d92562ea-7866-43a1-b4b3-4f1315128d96" providerId="ADAL" clId="{DA787D85-A314-45A9-8DB2-9E5474A781B6}" dt="2022-08-31T15:34:45.447" v="1178" actId="478"/>
          <ac:spMkLst>
            <pc:docMk/>
            <pc:sldMk cId="3851860901" sldId="277"/>
            <ac:spMk id="3" creationId="{287206F8-2E2E-E485-D527-A9916136EFEE}"/>
          </ac:spMkLst>
        </pc:spChg>
        <pc:spChg chg="del">
          <ac:chgData name="MARIA SALAS URBANO" userId="d92562ea-7866-43a1-b4b3-4f1315128d96" providerId="ADAL" clId="{DA787D85-A314-45A9-8DB2-9E5474A781B6}" dt="2022-08-31T15:34:45.447" v="1178" actId="478"/>
          <ac:spMkLst>
            <pc:docMk/>
            <pc:sldMk cId="3851860901" sldId="277"/>
            <ac:spMk id="4" creationId="{45678224-3090-0090-DD78-E228CB559CB0}"/>
          </ac:spMkLst>
        </pc:spChg>
        <pc:spChg chg="del">
          <ac:chgData name="MARIA SALAS URBANO" userId="d92562ea-7866-43a1-b4b3-4f1315128d96" providerId="ADAL" clId="{DA787D85-A314-45A9-8DB2-9E5474A781B6}" dt="2022-08-31T15:35:02.433" v="1182" actId="478"/>
          <ac:spMkLst>
            <pc:docMk/>
            <pc:sldMk cId="3851860901" sldId="277"/>
            <ac:spMk id="7" creationId="{119FDCC4-B164-AF2C-6AE0-2E8A170418DB}"/>
          </ac:spMkLst>
        </pc:spChg>
        <pc:spChg chg="del">
          <ac:chgData name="MARIA SALAS URBANO" userId="d92562ea-7866-43a1-b4b3-4f1315128d96" providerId="ADAL" clId="{DA787D85-A314-45A9-8DB2-9E5474A781B6}" dt="2022-08-31T15:34:45.447" v="1178" actId="478"/>
          <ac:spMkLst>
            <pc:docMk/>
            <pc:sldMk cId="3851860901" sldId="277"/>
            <ac:spMk id="8" creationId="{20A1918C-161B-D1F6-B461-FF9DA4811480}"/>
          </ac:spMkLst>
        </pc:spChg>
        <pc:spChg chg="del">
          <ac:chgData name="MARIA SALAS URBANO" userId="d92562ea-7866-43a1-b4b3-4f1315128d96" providerId="ADAL" clId="{DA787D85-A314-45A9-8DB2-9E5474A781B6}" dt="2022-08-31T15:35:08.106" v="1184" actId="478"/>
          <ac:spMkLst>
            <pc:docMk/>
            <pc:sldMk cId="3851860901" sldId="277"/>
            <ac:spMk id="9" creationId="{20DF8590-7AFE-C145-7863-0522242164FF}"/>
          </ac:spMkLst>
        </pc:spChg>
        <pc:spChg chg="del">
          <ac:chgData name="MARIA SALAS URBANO" userId="d92562ea-7866-43a1-b4b3-4f1315128d96" providerId="ADAL" clId="{DA787D85-A314-45A9-8DB2-9E5474A781B6}" dt="2022-08-31T15:34:45.447" v="1178" actId="478"/>
          <ac:spMkLst>
            <pc:docMk/>
            <pc:sldMk cId="3851860901" sldId="277"/>
            <ac:spMk id="10" creationId="{E06957CA-2460-61CD-A3DC-6362710EF3F8}"/>
          </ac:spMkLst>
        </pc:spChg>
        <pc:spChg chg="add del mod">
          <ac:chgData name="MARIA SALAS URBANO" userId="d92562ea-7866-43a1-b4b3-4f1315128d96" providerId="ADAL" clId="{DA787D85-A314-45A9-8DB2-9E5474A781B6}" dt="2022-08-31T15:34:48.085" v="1179" actId="478"/>
          <ac:spMkLst>
            <pc:docMk/>
            <pc:sldMk cId="3851860901" sldId="277"/>
            <ac:spMk id="11" creationId="{24545FDC-4B05-5DB2-7B2A-8D0240B76D11}"/>
          </ac:spMkLst>
        </pc:spChg>
        <pc:spChg chg="mod">
          <ac:chgData name="MARIA SALAS URBANO" userId="d92562ea-7866-43a1-b4b3-4f1315128d96" providerId="ADAL" clId="{DA787D85-A314-45A9-8DB2-9E5474A781B6}" dt="2022-08-31T17:04:30.916" v="1936" actId="20577"/>
          <ac:spMkLst>
            <pc:docMk/>
            <pc:sldMk cId="3851860901" sldId="277"/>
            <ac:spMk id="12" creationId="{F1932584-B5DC-5F47-9072-3B1FC6E18B5A}"/>
          </ac:spMkLst>
        </pc:spChg>
        <pc:spChg chg="del">
          <ac:chgData name="MARIA SALAS URBANO" userId="d92562ea-7866-43a1-b4b3-4f1315128d96" providerId="ADAL" clId="{DA787D85-A314-45A9-8DB2-9E5474A781B6}" dt="2022-08-31T15:34:45.447" v="1178" actId="478"/>
          <ac:spMkLst>
            <pc:docMk/>
            <pc:sldMk cId="3851860901" sldId="277"/>
            <ac:spMk id="19" creationId="{62515B98-5212-AE7B-12DE-04081B0AEB1A}"/>
          </ac:spMkLst>
        </pc:spChg>
        <pc:spChg chg="del">
          <ac:chgData name="MARIA SALAS URBANO" userId="d92562ea-7866-43a1-b4b3-4f1315128d96" providerId="ADAL" clId="{DA787D85-A314-45A9-8DB2-9E5474A781B6}" dt="2022-08-31T15:34:51.964" v="1180" actId="478"/>
          <ac:spMkLst>
            <pc:docMk/>
            <pc:sldMk cId="3851860901" sldId="277"/>
            <ac:spMk id="20" creationId="{DAB15334-0CFD-4BE4-33F4-41788109AF57}"/>
          </ac:spMkLst>
        </pc:spChg>
        <pc:spChg chg="del">
          <ac:chgData name="MARIA SALAS URBANO" userId="d92562ea-7866-43a1-b4b3-4f1315128d96" providerId="ADAL" clId="{DA787D85-A314-45A9-8DB2-9E5474A781B6}" dt="2022-08-31T15:34:45.447" v="1178" actId="478"/>
          <ac:spMkLst>
            <pc:docMk/>
            <pc:sldMk cId="3851860901" sldId="277"/>
            <ac:spMk id="21" creationId="{41FD0D1C-CF62-5DEC-37E0-41A2F8C2CDC6}"/>
          </ac:spMkLst>
        </pc:spChg>
        <pc:spChg chg="del">
          <ac:chgData name="MARIA SALAS URBANO" userId="d92562ea-7866-43a1-b4b3-4f1315128d96" providerId="ADAL" clId="{DA787D85-A314-45A9-8DB2-9E5474A781B6}" dt="2022-08-31T15:35:05.065" v="1183" actId="478"/>
          <ac:spMkLst>
            <pc:docMk/>
            <pc:sldMk cId="3851860901" sldId="277"/>
            <ac:spMk id="22" creationId="{B1F20CE9-6650-932D-306D-1A081A964AFA}"/>
          </ac:spMkLst>
        </pc:spChg>
        <pc:spChg chg="del">
          <ac:chgData name="MARIA SALAS URBANO" userId="d92562ea-7866-43a1-b4b3-4f1315128d96" providerId="ADAL" clId="{DA787D85-A314-45A9-8DB2-9E5474A781B6}" dt="2022-08-31T15:34:45.447" v="1178" actId="478"/>
          <ac:spMkLst>
            <pc:docMk/>
            <pc:sldMk cId="3851860901" sldId="277"/>
            <ac:spMk id="23" creationId="{E2E98C34-44FC-356E-8B8A-3488E2033F2B}"/>
          </ac:spMkLst>
        </pc:spChg>
        <pc:spChg chg="del">
          <ac:chgData name="MARIA SALAS URBANO" userId="d92562ea-7866-43a1-b4b3-4f1315128d96" providerId="ADAL" clId="{DA787D85-A314-45A9-8DB2-9E5474A781B6}" dt="2022-08-31T15:34:45.447" v="1178" actId="478"/>
          <ac:spMkLst>
            <pc:docMk/>
            <pc:sldMk cId="3851860901" sldId="277"/>
            <ac:spMk id="42" creationId="{AA6AE74E-8F39-1EA5-3E73-ACE59E9B873B}"/>
          </ac:spMkLst>
        </pc:spChg>
        <pc:picChg chg="del">
          <ac:chgData name="MARIA SALAS URBANO" userId="d92562ea-7866-43a1-b4b3-4f1315128d96" providerId="ADAL" clId="{DA787D85-A314-45A9-8DB2-9E5474A781B6}" dt="2022-08-31T15:34:45.447" v="1178" actId="478"/>
          <ac:picMkLst>
            <pc:docMk/>
            <pc:sldMk cId="3851860901" sldId="277"/>
            <ac:picMk id="6" creationId="{4DE9E406-F272-E101-D1CB-4AAC690DFB83}"/>
          </ac:picMkLst>
        </pc:picChg>
        <pc:cxnChg chg="del mod">
          <ac:chgData name="MARIA SALAS URBANO" userId="d92562ea-7866-43a1-b4b3-4f1315128d96" providerId="ADAL" clId="{DA787D85-A314-45A9-8DB2-9E5474A781B6}" dt="2022-08-31T15:34:45.447" v="1178" actId="478"/>
          <ac:cxnSpMkLst>
            <pc:docMk/>
            <pc:sldMk cId="3851860901" sldId="277"/>
            <ac:cxnSpMk id="25" creationId="{70E35C1F-3B4E-9D8A-A941-D7DFC87E9841}"/>
          </ac:cxnSpMkLst>
        </pc:cxnChg>
        <pc:cxnChg chg="del mod">
          <ac:chgData name="MARIA SALAS URBANO" userId="d92562ea-7866-43a1-b4b3-4f1315128d96" providerId="ADAL" clId="{DA787D85-A314-45A9-8DB2-9E5474A781B6}" dt="2022-08-31T15:34:45.447" v="1178" actId="478"/>
          <ac:cxnSpMkLst>
            <pc:docMk/>
            <pc:sldMk cId="3851860901" sldId="277"/>
            <ac:cxnSpMk id="26" creationId="{B315C2A4-F9C8-BCC8-38B0-81E3E4E04FAC}"/>
          </ac:cxnSpMkLst>
        </pc:cxnChg>
        <pc:cxnChg chg="del mod">
          <ac:chgData name="MARIA SALAS URBANO" userId="d92562ea-7866-43a1-b4b3-4f1315128d96" providerId="ADAL" clId="{DA787D85-A314-45A9-8DB2-9E5474A781B6}" dt="2022-08-31T15:34:45.447" v="1178" actId="478"/>
          <ac:cxnSpMkLst>
            <pc:docMk/>
            <pc:sldMk cId="3851860901" sldId="277"/>
            <ac:cxnSpMk id="29" creationId="{F29CD94C-A3BE-CB95-D59D-ED04A2CFF86A}"/>
          </ac:cxnSpMkLst>
        </pc:cxnChg>
        <pc:cxnChg chg="del mod">
          <ac:chgData name="MARIA SALAS URBANO" userId="d92562ea-7866-43a1-b4b3-4f1315128d96" providerId="ADAL" clId="{DA787D85-A314-45A9-8DB2-9E5474A781B6}" dt="2022-08-31T15:34:45.447" v="1178" actId="478"/>
          <ac:cxnSpMkLst>
            <pc:docMk/>
            <pc:sldMk cId="3851860901" sldId="277"/>
            <ac:cxnSpMk id="32" creationId="{4A09D5DC-2E78-5F0F-5EC8-8262BE2DE73A}"/>
          </ac:cxnSpMkLst>
        </pc:cxnChg>
        <pc:cxnChg chg="del mod">
          <ac:chgData name="MARIA SALAS URBANO" userId="d92562ea-7866-43a1-b4b3-4f1315128d96" providerId="ADAL" clId="{DA787D85-A314-45A9-8DB2-9E5474A781B6}" dt="2022-08-31T15:34:45.447" v="1178" actId="478"/>
          <ac:cxnSpMkLst>
            <pc:docMk/>
            <pc:sldMk cId="3851860901" sldId="277"/>
            <ac:cxnSpMk id="35" creationId="{068D682E-0DED-FDF6-0317-5497649CEA47}"/>
          </ac:cxnSpMkLst>
        </pc:cxnChg>
        <pc:cxnChg chg="del mod">
          <ac:chgData name="MARIA SALAS URBANO" userId="d92562ea-7866-43a1-b4b3-4f1315128d96" providerId="ADAL" clId="{DA787D85-A314-45A9-8DB2-9E5474A781B6}" dt="2022-08-31T15:34:45.447" v="1178" actId="478"/>
          <ac:cxnSpMkLst>
            <pc:docMk/>
            <pc:sldMk cId="3851860901" sldId="277"/>
            <ac:cxnSpMk id="38" creationId="{E4CBE31E-42CA-EB5E-FDE0-8A56713F35D2}"/>
          </ac:cxnSpMkLst>
        </pc:cxnChg>
      </pc:sldChg>
      <pc:sldChg chg="addSp delSp modSp new del mod ord modShow addCm delCm modCm">
        <pc:chgData name="MARIA SALAS URBANO" userId="d92562ea-7866-43a1-b4b3-4f1315128d96" providerId="ADAL" clId="{DA787D85-A314-45A9-8DB2-9E5474A781B6}" dt="2022-08-31T18:15:04.382" v="2517" actId="2696"/>
        <pc:sldMkLst>
          <pc:docMk/>
          <pc:sldMk cId="4225111736" sldId="278"/>
        </pc:sldMkLst>
        <pc:spChg chg="del mod">
          <ac:chgData name="MARIA SALAS URBANO" userId="d92562ea-7866-43a1-b4b3-4f1315128d96" providerId="ADAL" clId="{DA787D85-A314-45A9-8DB2-9E5474A781B6}" dt="2022-08-31T17:04:58.139" v="1939" actId="478"/>
          <ac:spMkLst>
            <pc:docMk/>
            <pc:sldMk cId="4225111736" sldId="278"/>
            <ac:spMk id="2" creationId="{9D6C3EF3-239E-E703-A4CB-745FD0C5D1DC}"/>
          </ac:spMkLst>
        </pc:spChg>
        <pc:spChg chg="mod">
          <ac:chgData name="MARIA SALAS URBANO" userId="d92562ea-7866-43a1-b4b3-4f1315128d96" providerId="ADAL" clId="{DA787D85-A314-45A9-8DB2-9E5474A781B6}" dt="2022-08-31T17:44:40.603" v="2147" actId="1076"/>
          <ac:spMkLst>
            <pc:docMk/>
            <pc:sldMk cId="4225111736" sldId="278"/>
            <ac:spMk id="3" creationId="{46470832-2460-838B-E086-D14A9F13A290}"/>
          </ac:spMkLst>
        </pc:spChg>
        <pc:spChg chg="mod">
          <ac:chgData name="MARIA SALAS URBANO" userId="d92562ea-7866-43a1-b4b3-4f1315128d96" providerId="ADAL" clId="{DA787D85-A314-45A9-8DB2-9E5474A781B6}" dt="2022-08-31T17:44:23.371" v="2133" actId="1076"/>
          <ac:spMkLst>
            <pc:docMk/>
            <pc:sldMk cId="4225111736" sldId="278"/>
            <ac:spMk id="4" creationId="{833D3E30-EC61-78F6-02F2-12631A5A95F1}"/>
          </ac:spMkLst>
        </pc:spChg>
        <pc:spChg chg="add mod">
          <ac:chgData name="MARIA SALAS URBANO" userId="d92562ea-7866-43a1-b4b3-4f1315128d96" providerId="ADAL" clId="{DA787D85-A314-45A9-8DB2-9E5474A781B6}" dt="2022-08-31T17:44:22.879" v="2132" actId="1035"/>
          <ac:spMkLst>
            <pc:docMk/>
            <pc:sldMk cId="4225111736" sldId="278"/>
            <ac:spMk id="6" creationId="{7A310B79-4D32-76A4-BA3E-29ED7D94C0B3}"/>
          </ac:spMkLst>
        </pc:spChg>
        <pc:spChg chg="add del mod">
          <ac:chgData name="MARIA SALAS URBANO" userId="d92562ea-7866-43a1-b4b3-4f1315128d96" providerId="ADAL" clId="{DA787D85-A314-45A9-8DB2-9E5474A781B6}" dt="2022-08-31T17:44:17.990" v="2125" actId="478"/>
          <ac:spMkLst>
            <pc:docMk/>
            <pc:sldMk cId="4225111736" sldId="278"/>
            <ac:spMk id="7" creationId="{D88AEDCB-9BD8-0EC4-4C7C-3B85339F66B9}"/>
          </ac:spMkLst>
        </pc:spChg>
        <pc:picChg chg="add del mod">
          <ac:chgData name="MARIA SALAS URBANO" userId="d92562ea-7866-43a1-b4b3-4f1315128d96" providerId="ADAL" clId="{DA787D85-A314-45A9-8DB2-9E5474A781B6}" dt="2022-08-31T17:44:16.529" v="2121" actId="22"/>
          <ac:picMkLst>
            <pc:docMk/>
            <pc:sldMk cId="4225111736" sldId="278"/>
            <ac:picMk id="9" creationId="{A93B8C3B-F636-CCAA-A390-17E7E621B737}"/>
          </ac:picMkLst>
        </pc:picChg>
      </pc:sldChg>
      <pc:sldChg chg="addSp delSp modSp new mod">
        <pc:chgData name="MARIA SALAS URBANO" userId="d92562ea-7866-43a1-b4b3-4f1315128d96" providerId="ADAL" clId="{DA787D85-A314-45A9-8DB2-9E5474A781B6}" dt="2022-08-31T17:59:24.596" v="2503" actId="27636"/>
        <pc:sldMkLst>
          <pc:docMk/>
          <pc:sldMk cId="2814057751" sldId="279"/>
        </pc:sldMkLst>
        <pc:spChg chg="del">
          <ac:chgData name="MARIA SALAS URBANO" userId="d92562ea-7866-43a1-b4b3-4f1315128d96" providerId="ADAL" clId="{DA787D85-A314-45A9-8DB2-9E5474A781B6}" dt="2022-08-31T16:57:53.129" v="1806" actId="478"/>
          <ac:spMkLst>
            <pc:docMk/>
            <pc:sldMk cId="2814057751" sldId="279"/>
            <ac:spMk id="2" creationId="{B38C5394-D295-28D8-3EB0-BC088AB14D07}"/>
          </ac:spMkLst>
        </pc:spChg>
        <pc:spChg chg="mod">
          <ac:chgData name="MARIA SALAS URBANO" userId="d92562ea-7866-43a1-b4b3-4f1315128d96" providerId="ADAL" clId="{DA787D85-A314-45A9-8DB2-9E5474A781B6}" dt="2022-08-31T17:59:24.596" v="2503" actId="27636"/>
          <ac:spMkLst>
            <pc:docMk/>
            <pc:sldMk cId="2814057751" sldId="279"/>
            <ac:spMk id="3" creationId="{AEA163A7-AB8E-C9B7-A3B2-3885953D3366}"/>
          </ac:spMkLst>
        </pc:spChg>
        <pc:spChg chg="del mod">
          <ac:chgData name="MARIA SALAS URBANO" userId="d92562ea-7866-43a1-b4b3-4f1315128d96" providerId="ADAL" clId="{DA787D85-A314-45A9-8DB2-9E5474A781B6}" dt="2022-08-31T16:58:03.339" v="1822" actId="478"/>
          <ac:spMkLst>
            <pc:docMk/>
            <pc:sldMk cId="2814057751" sldId="279"/>
            <ac:spMk id="4" creationId="{3D9C246B-3B02-E474-1A4B-BE645D5ADA0C}"/>
          </ac:spMkLst>
        </pc:spChg>
        <pc:picChg chg="add del mod">
          <ac:chgData name="MARIA SALAS URBANO" userId="d92562ea-7866-43a1-b4b3-4f1315128d96" providerId="ADAL" clId="{DA787D85-A314-45A9-8DB2-9E5474A781B6}" dt="2022-08-31T17:58:37.807" v="2468" actId="478"/>
          <ac:picMkLst>
            <pc:docMk/>
            <pc:sldMk cId="2814057751" sldId="279"/>
            <ac:picMk id="7" creationId="{A6E46571-9D57-0FCC-37B6-031BDDC5ADEA}"/>
          </ac:picMkLst>
        </pc:picChg>
        <pc:picChg chg="add mod">
          <ac:chgData name="MARIA SALAS URBANO" userId="d92562ea-7866-43a1-b4b3-4f1315128d96" providerId="ADAL" clId="{DA787D85-A314-45A9-8DB2-9E5474A781B6}" dt="2022-08-31T17:58:47.920" v="2472" actId="1076"/>
          <ac:picMkLst>
            <pc:docMk/>
            <pc:sldMk cId="2814057751" sldId="279"/>
            <ac:picMk id="9" creationId="{68DAECF4-94E3-DF4F-BF7F-7D36376E7332}"/>
          </ac:picMkLst>
        </pc:picChg>
      </pc:sldChg>
      <pc:sldChg chg="addSp delSp modSp add mod setBg">
        <pc:chgData name="MARIA SALAS URBANO" userId="d92562ea-7866-43a1-b4b3-4f1315128d96" providerId="ADAL" clId="{DA787D85-A314-45A9-8DB2-9E5474A781B6}" dt="2022-08-31T17:57:51.998" v="2467" actId="1076"/>
        <pc:sldMkLst>
          <pc:docMk/>
          <pc:sldMk cId="800161894" sldId="280"/>
        </pc:sldMkLst>
        <pc:spChg chg="del">
          <ac:chgData name="MARIA SALAS URBANO" userId="d92562ea-7866-43a1-b4b3-4f1315128d96" providerId="ADAL" clId="{DA787D85-A314-45A9-8DB2-9E5474A781B6}" dt="2022-08-31T17:48:21.271" v="2151" actId="478"/>
          <ac:spMkLst>
            <pc:docMk/>
            <pc:sldMk cId="800161894" sldId="280"/>
            <ac:spMk id="3" creationId="{46470832-2460-838B-E086-D14A9F13A290}"/>
          </ac:spMkLst>
        </pc:spChg>
        <pc:spChg chg="del">
          <ac:chgData name="MARIA SALAS URBANO" userId="d92562ea-7866-43a1-b4b3-4f1315128d96" providerId="ADAL" clId="{DA787D85-A314-45A9-8DB2-9E5474A781B6}" dt="2022-08-31T17:48:17.575" v="2150" actId="478"/>
          <ac:spMkLst>
            <pc:docMk/>
            <pc:sldMk cId="800161894" sldId="280"/>
            <ac:spMk id="4" creationId="{833D3E30-EC61-78F6-02F2-12631A5A95F1}"/>
          </ac:spMkLst>
        </pc:spChg>
        <pc:spChg chg="mod ord">
          <ac:chgData name="MARIA SALAS URBANO" userId="d92562ea-7866-43a1-b4b3-4f1315128d96" providerId="ADAL" clId="{DA787D85-A314-45A9-8DB2-9E5474A781B6}" dt="2022-08-31T17:50:29.787" v="2177" actId="26606"/>
          <ac:spMkLst>
            <pc:docMk/>
            <pc:sldMk cId="800161894" sldId="280"/>
            <ac:spMk id="5" creationId="{8744F468-E736-BA44-050F-036158CD1917}"/>
          </ac:spMkLst>
        </pc:spChg>
        <pc:spChg chg="del">
          <ac:chgData name="MARIA SALAS URBANO" userId="d92562ea-7866-43a1-b4b3-4f1315128d96" providerId="ADAL" clId="{DA787D85-A314-45A9-8DB2-9E5474A781B6}" dt="2022-08-31T17:48:15.239" v="2149" actId="478"/>
          <ac:spMkLst>
            <pc:docMk/>
            <pc:sldMk cId="800161894" sldId="280"/>
            <ac:spMk id="6" creationId="{7A310B79-4D32-76A4-BA3E-29ED7D94C0B3}"/>
          </ac:spMkLst>
        </pc:spChg>
        <pc:spChg chg="del">
          <ac:chgData name="MARIA SALAS URBANO" userId="d92562ea-7866-43a1-b4b3-4f1315128d96" providerId="ADAL" clId="{DA787D85-A314-45A9-8DB2-9E5474A781B6}" dt="2022-08-31T17:48:15.239" v="2149" actId="478"/>
          <ac:spMkLst>
            <pc:docMk/>
            <pc:sldMk cId="800161894" sldId="280"/>
            <ac:spMk id="7" creationId="{D88AEDCB-9BD8-0EC4-4C7C-3B85339F66B9}"/>
          </ac:spMkLst>
        </pc:spChg>
        <pc:spChg chg="add del mod">
          <ac:chgData name="MARIA SALAS URBANO" userId="d92562ea-7866-43a1-b4b3-4f1315128d96" providerId="ADAL" clId="{DA787D85-A314-45A9-8DB2-9E5474A781B6}" dt="2022-08-31T17:48:26.142" v="2152" actId="478"/>
          <ac:spMkLst>
            <pc:docMk/>
            <pc:sldMk cId="800161894" sldId="280"/>
            <ac:spMk id="8" creationId="{9FA7D983-0D24-67F3-AEA0-8039C7DDD5FA}"/>
          </ac:spMkLst>
        </pc:spChg>
        <pc:spChg chg="add del mod">
          <ac:chgData name="MARIA SALAS URBANO" userId="d92562ea-7866-43a1-b4b3-4f1315128d96" providerId="ADAL" clId="{DA787D85-A314-45A9-8DB2-9E5474A781B6}" dt="2022-08-31T17:48:28.418" v="2153" actId="478"/>
          <ac:spMkLst>
            <pc:docMk/>
            <pc:sldMk cId="800161894" sldId="280"/>
            <ac:spMk id="10" creationId="{6BA250CA-C301-A429-4ED3-F2CB851C54CD}"/>
          </ac:spMkLst>
        </pc:spChg>
        <pc:spChg chg="add mod">
          <ac:chgData name="MARIA SALAS URBANO" userId="d92562ea-7866-43a1-b4b3-4f1315128d96" providerId="ADAL" clId="{DA787D85-A314-45A9-8DB2-9E5474A781B6}" dt="2022-08-31T17:53:21.065" v="2341" actId="404"/>
          <ac:spMkLst>
            <pc:docMk/>
            <pc:sldMk cId="800161894" sldId="280"/>
            <ac:spMk id="17" creationId="{7CF3C6D9-4177-7EC7-A652-FFF12F09662E}"/>
          </ac:spMkLst>
        </pc:spChg>
        <pc:spChg chg="add mod">
          <ac:chgData name="MARIA SALAS URBANO" userId="d92562ea-7866-43a1-b4b3-4f1315128d96" providerId="ADAL" clId="{DA787D85-A314-45A9-8DB2-9E5474A781B6}" dt="2022-08-31T17:53:31.474" v="2344" actId="1076"/>
          <ac:spMkLst>
            <pc:docMk/>
            <pc:sldMk cId="800161894" sldId="280"/>
            <ac:spMk id="19" creationId="{70E5D4F1-6668-EFA8-1FF8-93C2FEA1C7F3}"/>
          </ac:spMkLst>
        </pc:spChg>
        <pc:spChg chg="add mod">
          <ac:chgData name="MARIA SALAS URBANO" userId="d92562ea-7866-43a1-b4b3-4f1315128d96" providerId="ADAL" clId="{DA787D85-A314-45A9-8DB2-9E5474A781B6}" dt="2022-08-31T17:53:06.043" v="2338" actId="14100"/>
          <ac:spMkLst>
            <pc:docMk/>
            <pc:sldMk cId="800161894" sldId="280"/>
            <ac:spMk id="20" creationId="{3EAA17B0-D7E9-0EDF-6D7C-265D08DA3178}"/>
          </ac:spMkLst>
        </pc:spChg>
        <pc:spChg chg="add del">
          <ac:chgData name="MARIA SALAS URBANO" userId="d92562ea-7866-43a1-b4b3-4f1315128d96" providerId="ADAL" clId="{DA787D85-A314-45A9-8DB2-9E5474A781B6}" dt="2022-08-31T17:50:13.657" v="2168" actId="26606"/>
          <ac:spMkLst>
            <pc:docMk/>
            <pc:sldMk cId="800161894" sldId="280"/>
            <ac:spMk id="21" creationId="{56827C3C-D52F-46CE-A441-3CD6A1A6A0A2}"/>
          </ac:spMkLst>
        </pc:spChg>
        <pc:spChg chg="add del">
          <ac:chgData name="MARIA SALAS URBANO" userId="d92562ea-7866-43a1-b4b3-4f1315128d96" providerId="ADAL" clId="{DA787D85-A314-45A9-8DB2-9E5474A781B6}" dt="2022-08-31T17:50:13.657" v="2168" actId="26606"/>
          <ac:spMkLst>
            <pc:docMk/>
            <pc:sldMk cId="800161894" sldId="280"/>
            <ac:spMk id="23" creationId="{F52A8B51-0A89-497B-B882-6658E029A3F9}"/>
          </ac:spMkLst>
        </pc:spChg>
        <pc:spChg chg="add mod">
          <ac:chgData name="MARIA SALAS URBANO" userId="d92562ea-7866-43a1-b4b3-4f1315128d96" providerId="ADAL" clId="{DA787D85-A314-45A9-8DB2-9E5474A781B6}" dt="2022-08-31T17:57:12.757" v="2455" actId="1037"/>
          <ac:spMkLst>
            <pc:docMk/>
            <pc:sldMk cId="800161894" sldId="280"/>
            <ac:spMk id="24" creationId="{C2531A16-D4E5-9780-F23F-E59E428278F0}"/>
          </ac:spMkLst>
        </pc:spChg>
        <pc:spChg chg="add del">
          <ac:chgData name="MARIA SALAS URBANO" userId="d92562ea-7866-43a1-b4b3-4f1315128d96" providerId="ADAL" clId="{DA787D85-A314-45A9-8DB2-9E5474A781B6}" dt="2022-08-31T17:50:13.657" v="2168" actId="26606"/>
          <ac:spMkLst>
            <pc:docMk/>
            <pc:sldMk cId="800161894" sldId="280"/>
            <ac:spMk id="25" creationId="{EB1CEFBF-6F09-4052-862B-E219DA15757E}"/>
          </ac:spMkLst>
        </pc:spChg>
        <pc:spChg chg="add del">
          <ac:chgData name="MARIA SALAS URBANO" userId="d92562ea-7866-43a1-b4b3-4f1315128d96" providerId="ADAL" clId="{DA787D85-A314-45A9-8DB2-9E5474A781B6}" dt="2022-08-31T17:50:13.657" v="2168" actId="26606"/>
          <ac:spMkLst>
            <pc:docMk/>
            <pc:sldMk cId="800161894" sldId="280"/>
            <ac:spMk id="27" creationId="{BCB5D417-2A71-445D-B4C7-9E814D633D33}"/>
          </ac:spMkLst>
        </pc:spChg>
        <pc:spChg chg="add mod">
          <ac:chgData name="MARIA SALAS URBANO" userId="d92562ea-7866-43a1-b4b3-4f1315128d96" providerId="ADAL" clId="{DA787D85-A314-45A9-8DB2-9E5474A781B6}" dt="2022-08-31T17:57:22.492" v="2458" actId="1076"/>
          <ac:spMkLst>
            <pc:docMk/>
            <pc:sldMk cId="800161894" sldId="280"/>
            <ac:spMk id="28" creationId="{E40C210A-81B0-1DBB-827E-5DF4CBF8D94A}"/>
          </ac:spMkLst>
        </pc:spChg>
        <pc:spChg chg="add del">
          <ac:chgData name="MARIA SALAS URBANO" userId="d92562ea-7866-43a1-b4b3-4f1315128d96" providerId="ADAL" clId="{DA787D85-A314-45A9-8DB2-9E5474A781B6}" dt="2022-08-31T17:50:25.134" v="2172" actId="26606"/>
          <ac:spMkLst>
            <pc:docMk/>
            <pc:sldMk cId="800161894" sldId="280"/>
            <ac:spMk id="32" creationId="{56827C3C-D52F-46CE-A441-3CD6A1A6A0A2}"/>
          </ac:spMkLst>
        </pc:spChg>
        <pc:spChg chg="add del">
          <ac:chgData name="MARIA SALAS URBANO" userId="d92562ea-7866-43a1-b4b3-4f1315128d96" providerId="ADAL" clId="{DA787D85-A314-45A9-8DB2-9E5474A781B6}" dt="2022-08-31T17:50:25.134" v="2172" actId="26606"/>
          <ac:spMkLst>
            <pc:docMk/>
            <pc:sldMk cId="800161894" sldId="280"/>
            <ac:spMk id="33" creationId="{F52A8B51-0A89-497B-B882-6658E029A3F9}"/>
          </ac:spMkLst>
        </pc:spChg>
        <pc:spChg chg="add del">
          <ac:chgData name="MARIA SALAS URBANO" userId="d92562ea-7866-43a1-b4b3-4f1315128d96" providerId="ADAL" clId="{DA787D85-A314-45A9-8DB2-9E5474A781B6}" dt="2022-08-31T17:50:25.134" v="2172" actId="26606"/>
          <ac:spMkLst>
            <pc:docMk/>
            <pc:sldMk cId="800161894" sldId="280"/>
            <ac:spMk id="34" creationId="{EB1CEFBF-6F09-4052-862B-E219DA15757E}"/>
          </ac:spMkLst>
        </pc:spChg>
        <pc:spChg chg="add del">
          <ac:chgData name="MARIA SALAS URBANO" userId="d92562ea-7866-43a1-b4b3-4f1315128d96" providerId="ADAL" clId="{DA787D85-A314-45A9-8DB2-9E5474A781B6}" dt="2022-08-31T17:50:25.134" v="2172" actId="26606"/>
          <ac:spMkLst>
            <pc:docMk/>
            <pc:sldMk cId="800161894" sldId="280"/>
            <ac:spMk id="35" creationId="{BCB5D417-2A71-445D-B4C7-9E814D633D33}"/>
          </ac:spMkLst>
        </pc:spChg>
        <pc:spChg chg="add mod">
          <ac:chgData name="MARIA SALAS URBANO" userId="d92562ea-7866-43a1-b4b3-4f1315128d96" providerId="ADAL" clId="{DA787D85-A314-45A9-8DB2-9E5474A781B6}" dt="2022-08-31T17:57:51.998" v="2467" actId="1076"/>
          <ac:spMkLst>
            <pc:docMk/>
            <pc:sldMk cId="800161894" sldId="280"/>
            <ac:spMk id="36" creationId="{7C57993B-CEF0-E020-EC49-273B974DBC86}"/>
          </ac:spMkLst>
        </pc:spChg>
        <pc:picChg chg="add mod ord">
          <ac:chgData name="MARIA SALAS URBANO" userId="d92562ea-7866-43a1-b4b3-4f1315128d96" providerId="ADAL" clId="{DA787D85-A314-45A9-8DB2-9E5474A781B6}" dt="2022-08-31T17:55:22.397" v="2383" actId="14100"/>
          <ac:picMkLst>
            <pc:docMk/>
            <pc:sldMk cId="800161894" sldId="280"/>
            <ac:picMk id="12" creationId="{7A19C6C8-75DF-00F7-136F-A5EF0D6F18C0}"/>
          </ac:picMkLst>
        </pc:picChg>
        <pc:picChg chg="add mod ord">
          <ac:chgData name="MARIA SALAS URBANO" userId="d92562ea-7866-43a1-b4b3-4f1315128d96" providerId="ADAL" clId="{DA787D85-A314-45A9-8DB2-9E5474A781B6}" dt="2022-08-31T17:55:29.375" v="2386" actId="1076"/>
          <ac:picMkLst>
            <pc:docMk/>
            <pc:sldMk cId="800161894" sldId="280"/>
            <ac:picMk id="14" creationId="{3FBE6326-241E-ED9A-56F2-5D434441E818}"/>
          </ac:picMkLst>
        </pc:picChg>
        <pc:picChg chg="add mod">
          <ac:chgData name="MARIA SALAS URBANO" userId="d92562ea-7866-43a1-b4b3-4f1315128d96" providerId="ADAL" clId="{DA787D85-A314-45A9-8DB2-9E5474A781B6}" dt="2022-08-31T17:56:04.540" v="2407" actId="14100"/>
          <ac:picMkLst>
            <pc:docMk/>
            <pc:sldMk cId="800161894" sldId="280"/>
            <ac:picMk id="16" creationId="{88604407-468B-DCE1-3B76-4ADC49395528}"/>
          </ac:picMkLst>
        </pc:picChg>
        <pc:cxnChg chg="add del">
          <ac:chgData name="MARIA SALAS URBANO" userId="d92562ea-7866-43a1-b4b3-4f1315128d96" providerId="ADAL" clId="{DA787D85-A314-45A9-8DB2-9E5474A781B6}" dt="2022-08-31T17:50:23.517" v="2170" actId="26606"/>
          <ac:cxnSpMkLst>
            <pc:docMk/>
            <pc:sldMk cId="800161894" sldId="280"/>
            <ac:cxnSpMk id="29" creationId="{DCD67800-37AC-4E14-89B0-F79DCB3FB86D}"/>
          </ac:cxnSpMkLst>
        </pc:cxnChg>
        <pc:cxnChg chg="add del">
          <ac:chgData name="MARIA SALAS URBANO" userId="d92562ea-7866-43a1-b4b3-4f1315128d96" providerId="ADAL" clId="{DA787D85-A314-45A9-8DB2-9E5474A781B6}" dt="2022-08-31T17:50:23.517" v="2170" actId="26606"/>
          <ac:cxnSpMkLst>
            <pc:docMk/>
            <pc:sldMk cId="800161894" sldId="280"/>
            <ac:cxnSpMk id="30" creationId="{20F1788F-A5AE-4188-8274-F7F2E3833ECD}"/>
          </ac:cxnSpMkLst>
        </pc:cxnChg>
        <pc:cxnChg chg="add del">
          <ac:chgData name="MARIA SALAS URBANO" userId="d92562ea-7866-43a1-b4b3-4f1315128d96" providerId="ADAL" clId="{DA787D85-A314-45A9-8DB2-9E5474A781B6}" dt="2022-08-31T17:50:29.787" v="2177" actId="26606"/>
          <ac:cxnSpMkLst>
            <pc:docMk/>
            <pc:sldMk cId="800161894" sldId="280"/>
            <ac:cxnSpMk id="37" creationId="{DCD67800-37AC-4E14-89B0-F79DCB3FB86D}"/>
          </ac:cxnSpMkLst>
        </pc:cxnChg>
        <pc:cxnChg chg="add del">
          <ac:chgData name="MARIA SALAS URBANO" userId="d92562ea-7866-43a1-b4b3-4f1315128d96" providerId="ADAL" clId="{DA787D85-A314-45A9-8DB2-9E5474A781B6}" dt="2022-08-31T17:50:29.787" v="2177" actId="26606"/>
          <ac:cxnSpMkLst>
            <pc:docMk/>
            <pc:sldMk cId="800161894" sldId="280"/>
            <ac:cxnSpMk id="38" creationId="{20F1788F-A5AE-4188-8274-F7F2E3833ECD}"/>
          </ac:cxnSpMkLst>
        </pc:cxnChg>
      </pc:sldChg>
    </pc:docChg>
  </pc:docChgLst>
  <pc:docChgLst>
    <pc:chgData name="MARIA SALAS URBANO" userId="bc2a5f4f-1ff3-43e1-9c04-a7dcd714a090" providerId="ADAL" clId="{2E4E1E6E-A1F7-437D-8F42-B4C7BFCDD5CD}"/>
    <pc:docChg chg="undo custSel addSld delSld modSld sldOrd">
      <pc:chgData name="MARIA SALAS URBANO" userId="bc2a5f4f-1ff3-43e1-9c04-a7dcd714a090" providerId="ADAL" clId="{2E4E1E6E-A1F7-437D-8F42-B4C7BFCDD5CD}" dt="2023-11-27T15:49:19.160" v="5127"/>
      <pc:docMkLst>
        <pc:docMk/>
      </pc:docMkLst>
      <pc:sldChg chg="modNotesTx">
        <pc:chgData name="MARIA SALAS URBANO" userId="bc2a5f4f-1ff3-43e1-9c04-a7dcd714a090" providerId="ADAL" clId="{2E4E1E6E-A1F7-437D-8F42-B4C7BFCDD5CD}" dt="2023-11-17T12:11:43.767" v="175" actId="20577"/>
        <pc:sldMkLst>
          <pc:docMk/>
          <pc:sldMk cId="4218731812" sldId="256"/>
        </pc:sldMkLst>
      </pc:sldChg>
      <pc:sldChg chg="modNotesTx">
        <pc:chgData name="MARIA SALAS URBANO" userId="bc2a5f4f-1ff3-43e1-9c04-a7dcd714a090" providerId="ADAL" clId="{2E4E1E6E-A1F7-437D-8F42-B4C7BFCDD5CD}" dt="2023-11-20T15:18:35.340" v="4567" actId="20577"/>
        <pc:sldMkLst>
          <pc:docMk/>
          <pc:sldMk cId="2830743216" sldId="257"/>
        </pc:sldMkLst>
      </pc:sldChg>
      <pc:sldChg chg="del">
        <pc:chgData name="MARIA SALAS URBANO" userId="bc2a5f4f-1ff3-43e1-9c04-a7dcd714a090" providerId="ADAL" clId="{2E4E1E6E-A1F7-437D-8F42-B4C7BFCDD5CD}" dt="2023-11-17T12:08:32.191" v="0" actId="2696"/>
        <pc:sldMkLst>
          <pc:docMk/>
          <pc:sldMk cId="537083744" sldId="262"/>
        </pc:sldMkLst>
      </pc:sldChg>
      <pc:sldChg chg="modNotesTx">
        <pc:chgData name="MARIA SALAS URBANO" userId="bc2a5f4f-1ff3-43e1-9c04-a7dcd714a090" providerId="ADAL" clId="{2E4E1E6E-A1F7-437D-8F42-B4C7BFCDD5CD}" dt="2023-11-17T12:22:15.892" v="420" actId="20577"/>
        <pc:sldMkLst>
          <pc:docMk/>
          <pc:sldMk cId="2498378091" sldId="282"/>
        </pc:sldMkLst>
      </pc:sldChg>
      <pc:sldChg chg="modSp mod modNotesTx">
        <pc:chgData name="MARIA SALAS URBANO" userId="bc2a5f4f-1ff3-43e1-9c04-a7dcd714a090" providerId="ADAL" clId="{2E4E1E6E-A1F7-437D-8F42-B4C7BFCDD5CD}" dt="2023-11-22T04:27:01.263" v="4631" actId="20577"/>
        <pc:sldMkLst>
          <pc:docMk/>
          <pc:sldMk cId="913588506" sldId="283"/>
        </pc:sldMkLst>
        <pc:spChg chg="mod">
          <ac:chgData name="MARIA SALAS URBANO" userId="bc2a5f4f-1ff3-43e1-9c04-a7dcd714a090" providerId="ADAL" clId="{2E4E1E6E-A1F7-437D-8F42-B4C7BFCDD5CD}" dt="2023-11-18T09:37:03.378" v="470" actId="20577"/>
          <ac:spMkLst>
            <pc:docMk/>
            <pc:sldMk cId="913588506" sldId="283"/>
            <ac:spMk id="3" creationId="{F4015315-225E-25FA-04D1-5FFBA523ABAA}"/>
          </ac:spMkLst>
        </pc:spChg>
        <pc:spChg chg="mod">
          <ac:chgData name="MARIA SALAS URBANO" userId="bc2a5f4f-1ff3-43e1-9c04-a7dcd714a090" providerId="ADAL" clId="{2E4E1E6E-A1F7-437D-8F42-B4C7BFCDD5CD}" dt="2023-11-22T04:26:15.411" v="4624" actId="20577"/>
          <ac:spMkLst>
            <pc:docMk/>
            <pc:sldMk cId="913588506" sldId="283"/>
            <ac:spMk id="8" creationId="{BD646D29-32D3-1837-E3A4-0CE6FDE68153}"/>
          </ac:spMkLst>
        </pc:spChg>
        <pc:spChg chg="mod">
          <ac:chgData name="MARIA SALAS URBANO" userId="bc2a5f4f-1ff3-43e1-9c04-a7dcd714a090" providerId="ADAL" clId="{2E4E1E6E-A1F7-437D-8F42-B4C7BFCDD5CD}" dt="2023-11-22T04:27:01.263" v="4631" actId="20577"/>
          <ac:spMkLst>
            <pc:docMk/>
            <pc:sldMk cId="913588506" sldId="283"/>
            <ac:spMk id="15" creationId="{D63F9EFF-2B72-4B57-86F2-52948A598F68}"/>
          </ac:spMkLst>
        </pc:spChg>
      </pc:sldChg>
      <pc:sldChg chg="delSp modSp mod ord delAnim modAnim modShow modNotesTx">
        <pc:chgData name="MARIA SALAS URBANO" userId="bc2a5f4f-1ff3-43e1-9c04-a7dcd714a090" providerId="ADAL" clId="{2E4E1E6E-A1F7-437D-8F42-B4C7BFCDD5CD}" dt="2023-11-22T04:27:36.094" v="4632"/>
        <pc:sldMkLst>
          <pc:docMk/>
          <pc:sldMk cId="4100214461" sldId="284"/>
        </pc:sldMkLst>
        <pc:spChg chg="del">
          <ac:chgData name="MARIA SALAS URBANO" userId="bc2a5f4f-1ff3-43e1-9c04-a7dcd714a090" providerId="ADAL" clId="{2E4E1E6E-A1F7-437D-8F42-B4C7BFCDD5CD}" dt="2023-11-18T09:44:03.499" v="488" actId="478"/>
          <ac:spMkLst>
            <pc:docMk/>
            <pc:sldMk cId="4100214461" sldId="284"/>
            <ac:spMk id="6" creationId="{08EBE32C-9490-D55F-67E3-0985A35E8126}"/>
          </ac:spMkLst>
        </pc:spChg>
        <pc:spChg chg="mod">
          <ac:chgData name="MARIA SALAS URBANO" userId="bc2a5f4f-1ff3-43e1-9c04-a7dcd714a090" providerId="ADAL" clId="{2E4E1E6E-A1F7-437D-8F42-B4C7BFCDD5CD}" dt="2023-11-20T16:44:02.923" v="4615" actId="20577"/>
          <ac:spMkLst>
            <pc:docMk/>
            <pc:sldMk cId="4100214461" sldId="284"/>
            <ac:spMk id="9" creationId="{34D0482E-FB3E-9B4C-3DDC-F0009E401B4F}"/>
          </ac:spMkLst>
        </pc:spChg>
        <pc:spChg chg="del">
          <ac:chgData name="MARIA SALAS URBANO" userId="bc2a5f4f-1ff3-43e1-9c04-a7dcd714a090" providerId="ADAL" clId="{2E4E1E6E-A1F7-437D-8F42-B4C7BFCDD5CD}" dt="2023-11-18T09:44:03.499" v="488" actId="478"/>
          <ac:spMkLst>
            <pc:docMk/>
            <pc:sldMk cId="4100214461" sldId="284"/>
            <ac:spMk id="10" creationId="{C047DB32-53FC-CA4A-A842-D057124488C4}"/>
          </ac:spMkLst>
        </pc:spChg>
        <pc:graphicFrameChg chg="del">
          <ac:chgData name="MARIA SALAS URBANO" userId="bc2a5f4f-1ff3-43e1-9c04-a7dcd714a090" providerId="ADAL" clId="{2E4E1E6E-A1F7-437D-8F42-B4C7BFCDD5CD}" dt="2023-11-18T09:44:00.309" v="487" actId="478"/>
          <ac:graphicFrameMkLst>
            <pc:docMk/>
            <pc:sldMk cId="4100214461" sldId="284"/>
            <ac:graphicFrameMk id="5" creationId="{799F01E7-AF66-251F-7D66-5A6BB0796DFF}"/>
          </ac:graphicFrameMkLst>
        </pc:graphicFrameChg>
        <pc:picChg chg="del">
          <ac:chgData name="MARIA SALAS URBANO" userId="bc2a5f4f-1ff3-43e1-9c04-a7dcd714a090" providerId="ADAL" clId="{2E4E1E6E-A1F7-437D-8F42-B4C7BFCDD5CD}" dt="2023-11-18T09:44:05.013" v="489" actId="478"/>
          <ac:picMkLst>
            <pc:docMk/>
            <pc:sldMk cId="4100214461" sldId="284"/>
            <ac:picMk id="3" creationId="{F0C3AA71-41CC-A2AE-DF8D-89A2DDE42328}"/>
          </ac:picMkLst>
        </pc:picChg>
      </pc:sldChg>
      <pc:sldChg chg="addSp delSp modSp mod modNotesTx">
        <pc:chgData name="MARIA SALAS URBANO" userId="bc2a5f4f-1ff3-43e1-9c04-a7dcd714a090" providerId="ADAL" clId="{2E4E1E6E-A1F7-437D-8F42-B4C7BFCDD5CD}" dt="2023-11-27T15:23:38.581" v="5079" actId="207"/>
        <pc:sldMkLst>
          <pc:docMk/>
          <pc:sldMk cId="3902398044" sldId="285"/>
        </pc:sldMkLst>
        <pc:spChg chg="mod">
          <ac:chgData name="MARIA SALAS URBANO" userId="bc2a5f4f-1ff3-43e1-9c04-a7dcd714a090" providerId="ADAL" clId="{2E4E1E6E-A1F7-437D-8F42-B4C7BFCDD5CD}" dt="2023-11-20T15:36:03.958" v="4597" actId="1036"/>
          <ac:spMkLst>
            <pc:docMk/>
            <pc:sldMk cId="3902398044" sldId="285"/>
            <ac:spMk id="3" creationId="{ACCF8AFB-96CA-CAA1-C204-B1ED1383305D}"/>
          </ac:spMkLst>
        </pc:spChg>
        <pc:spChg chg="add mod">
          <ac:chgData name="MARIA SALAS URBANO" userId="bc2a5f4f-1ff3-43e1-9c04-a7dcd714a090" providerId="ADAL" clId="{2E4E1E6E-A1F7-437D-8F42-B4C7BFCDD5CD}" dt="2023-11-27T15:23:38.581" v="5079" actId="207"/>
          <ac:spMkLst>
            <pc:docMk/>
            <pc:sldMk cId="3902398044" sldId="285"/>
            <ac:spMk id="5" creationId="{3F88DEC4-C73D-FE35-4B0A-72E2D0860102}"/>
          </ac:spMkLst>
        </pc:spChg>
        <pc:spChg chg="mod">
          <ac:chgData name="MARIA SALAS URBANO" userId="bc2a5f4f-1ff3-43e1-9c04-a7dcd714a090" providerId="ADAL" clId="{2E4E1E6E-A1F7-437D-8F42-B4C7BFCDD5CD}" dt="2023-11-20T15:36:03.958" v="4597" actId="1036"/>
          <ac:spMkLst>
            <pc:docMk/>
            <pc:sldMk cId="3902398044" sldId="285"/>
            <ac:spMk id="6" creationId="{44DC6010-3E5A-ABD2-B593-4D76AC7AA804}"/>
          </ac:spMkLst>
        </pc:spChg>
        <pc:picChg chg="add mod">
          <ac:chgData name="MARIA SALAS URBANO" userId="bc2a5f4f-1ff3-43e1-9c04-a7dcd714a090" providerId="ADAL" clId="{2E4E1E6E-A1F7-437D-8F42-B4C7BFCDD5CD}" dt="2023-11-27T15:23:26.673" v="5077" actId="1038"/>
          <ac:picMkLst>
            <pc:docMk/>
            <pc:sldMk cId="3902398044" sldId="285"/>
            <ac:picMk id="1026" creationId="{1A074F80-E3CC-16EB-89FE-097939A6A76B}"/>
          </ac:picMkLst>
        </pc:picChg>
        <pc:picChg chg="mod">
          <ac:chgData name="MARIA SALAS URBANO" userId="bc2a5f4f-1ff3-43e1-9c04-a7dcd714a090" providerId="ADAL" clId="{2E4E1E6E-A1F7-437D-8F42-B4C7BFCDD5CD}" dt="2023-11-20T15:36:03.958" v="4597" actId="1036"/>
          <ac:picMkLst>
            <pc:docMk/>
            <pc:sldMk cId="3902398044" sldId="285"/>
            <ac:picMk id="3074" creationId="{4FC11804-19D5-6900-26CA-59667C877027}"/>
          </ac:picMkLst>
        </pc:picChg>
        <pc:picChg chg="del">
          <ac:chgData name="MARIA SALAS URBANO" userId="bc2a5f4f-1ff3-43e1-9c04-a7dcd714a090" providerId="ADAL" clId="{2E4E1E6E-A1F7-437D-8F42-B4C7BFCDD5CD}" dt="2023-11-20T15:35:31.715" v="4583" actId="478"/>
          <ac:picMkLst>
            <pc:docMk/>
            <pc:sldMk cId="3902398044" sldId="285"/>
            <ac:picMk id="3078" creationId="{6FF7097B-CC36-ABF2-A693-B29C1B6C0A1B}"/>
          </ac:picMkLst>
        </pc:picChg>
      </pc:sldChg>
      <pc:sldChg chg="addSp delSp modSp mod ord delAnim modAnim modNotesTx">
        <pc:chgData name="MARIA SALAS URBANO" userId="bc2a5f4f-1ff3-43e1-9c04-a7dcd714a090" providerId="ADAL" clId="{2E4E1E6E-A1F7-437D-8F42-B4C7BFCDD5CD}" dt="2023-11-20T16:47:36.959" v="4619" actId="20577"/>
        <pc:sldMkLst>
          <pc:docMk/>
          <pc:sldMk cId="2566154606" sldId="286"/>
        </pc:sldMkLst>
        <pc:spChg chg="mod">
          <ac:chgData name="MARIA SALAS URBANO" userId="bc2a5f4f-1ff3-43e1-9c04-a7dcd714a090" providerId="ADAL" clId="{2E4E1E6E-A1F7-437D-8F42-B4C7BFCDD5CD}" dt="2023-11-20T16:47:36.959" v="4619" actId="20577"/>
          <ac:spMkLst>
            <pc:docMk/>
            <pc:sldMk cId="2566154606" sldId="286"/>
            <ac:spMk id="2" creationId="{B76A1123-2F9B-25AA-9ED3-5A90330CAC62}"/>
          </ac:spMkLst>
        </pc:spChg>
        <pc:spChg chg="add mod">
          <ac:chgData name="MARIA SALAS URBANO" userId="bc2a5f4f-1ff3-43e1-9c04-a7dcd714a090" providerId="ADAL" clId="{2E4E1E6E-A1F7-437D-8F42-B4C7BFCDD5CD}" dt="2023-11-18T11:11:46.405" v="792" actId="207"/>
          <ac:spMkLst>
            <pc:docMk/>
            <pc:sldMk cId="2566154606" sldId="286"/>
            <ac:spMk id="3" creationId="{0277979A-32CC-D3DF-09E8-18C5C6722830}"/>
          </ac:spMkLst>
        </pc:spChg>
        <pc:spChg chg="add mod">
          <ac:chgData name="MARIA SALAS URBANO" userId="bc2a5f4f-1ff3-43e1-9c04-a7dcd714a090" providerId="ADAL" clId="{2E4E1E6E-A1F7-437D-8F42-B4C7BFCDD5CD}" dt="2023-11-18T11:12:10.107" v="796" actId="1582"/>
          <ac:spMkLst>
            <pc:docMk/>
            <pc:sldMk cId="2566154606" sldId="286"/>
            <ac:spMk id="5" creationId="{814497B3-4B25-CF75-915F-CAAB66181DEE}"/>
          </ac:spMkLst>
        </pc:spChg>
        <pc:spChg chg="add mod">
          <ac:chgData name="MARIA SALAS URBANO" userId="bc2a5f4f-1ff3-43e1-9c04-a7dcd714a090" providerId="ADAL" clId="{2E4E1E6E-A1F7-437D-8F42-B4C7BFCDD5CD}" dt="2023-11-18T11:12:27.456" v="799" actId="571"/>
          <ac:spMkLst>
            <pc:docMk/>
            <pc:sldMk cId="2566154606" sldId="286"/>
            <ac:spMk id="7" creationId="{8615485B-97DA-2A01-D6BC-7478DC8D1C1D}"/>
          </ac:spMkLst>
        </pc:spChg>
        <pc:spChg chg="add mod">
          <ac:chgData name="MARIA SALAS URBANO" userId="bc2a5f4f-1ff3-43e1-9c04-a7dcd714a090" providerId="ADAL" clId="{2E4E1E6E-A1F7-437D-8F42-B4C7BFCDD5CD}" dt="2023-11-18T11:12:27.456" v="799" actId="571"/>
          <ac:spMkLst>
            <pc:docMk/>
            <pc:sldMk cId="2566154606" sldId="286"/>
            <ac:spMk id="9" creationId="{240C1C9E-3233-FA2F-339B-9B1768145A57}"/>
          </ac:spMkLst>
        </pc:spChg>
        <pc:spChg chg="mod">
          <ac:chgData name="MARIA SALAS URBANO" userId="bc2a5f4f-1ff3-43e1-9c04-a7dcd714a090" providerId="ADAL" clId="{2E4E1E6E-A1F7-437D-8F42-B4C7BFCDD5CD}" dt="2023-11-18T11:14:20.059" v="815" actId="20577"/>
          <ac:spMkLst>
            <pc:docMk/>
            <pc:sldMk cId="2566154606" sldId="286"/>
            <ac:spMk id="13" creationId="{E035ACF5-4779-ABFD-C8D9-8078F16FE610}"/>
          </ac:spMkLst>
        </pc:spChg>
        <pc:spChg chg="del">
          <ac:chgData name="MARIA SALAS URBANO" userId="bc2a5f4f-1ff3-43e1-9c04-a7dcd714a090" providerId="ADAL" clId="{2E4E1E6E-A1F7-437D-8F42-B4C7BFCDD5CD}" dt="2023-11-18T11:10:57.391" v="786" actId="478"/>
          <ac:spMkLst>
            <pc:docMk/>
            <pc:sldMk cId="2566154606" sldId="286"/>
            <ac:spMk id="23" creationId="{8392815F-EC90-7C6A-E1A6-62BD6DB370A6}"/>
          </ac:spMkLst>
        </pc:spChg>
        <pc:spChg chg="del">
          <ac:chgData name="MARIA SALAS URBANO" userId="bc2a5f4f-1ff3-43e1-9c04-a7dcd714a090" providerId="ADAL" clId="{2E4E1E6E-A1F7-437D-8F42-B4C7BFCDD5CD}" dt="2023-11-18T11:10:57.391" v="786" actId="478"/>
          <ac:spMkLst>
            <pc:docMk/>
            <pc:sldMk cId="2566154606" sldId="286"/>
            <ac:spMk id="25" creationId="{D719201C-B9AB-AD00-EF26-AC81043B92ED}"/>
          </ac:spMkLst>
        </pc:spChg>
        <pc:spChg chg="del">
          <ac:chgData name="MARIA SALAS URBANO" userId="bc2a5f4f-1ff3-43e1-9c04-a7dcd714a090" providerId="ADAL" clId="{2E4E1E6E-A1F7-437D-8F42-B4C7BFCDD5CD}" dt="2023-11-18T11:10:57.391" v="786" actId="478"/>
          <ac:spMkLst>
            <pc:docMk/>
            <pc:sldMk cId="2566154606" sldId="286"/>
            <ac:spMk id="26" creationId="{88114519-0E30-E13F-469D-70A7859F9655}"/>
          </ac:spMkLst>
        </pc:spChg>
        <pc:spChg chg="del">
          <ac:chgData name="MARIA SALAS URBANO" userId="bc2a5f4f-1ff3-43e1-9c04-a7dcd714a090" providerId="ADAL" clId="{2E4E1E6E-A1F7-437D-8F42-B4C7BFCDD5CD}" dt="2023-11-18T11:10:57.391" v="786" actId="478"/>
          <ac:spMkLst>
            <pc:docMk/>
            <pc:sldMk cId="2566154606" sldId="286"/>
            <ac:spMk id="27" creationId="{F2D8C2C6-B7EA-FCAC-54DC-47A0BE0C77D2}"/>
          </ac:spMkLst>
        </pc:spChg>
        <pc:spChg chg="del">
          <ac:chgData name="MARIA SALAS URBANO" userId="bc2a5f4f-1ff3-43e1-9c04-a7dcd714a090" providerId="ADAL" clId="{2E4E1E6E-A1F7-437D-8F42-B4C7BFCDD5CD}" dt="2023-11-18T11:10:57.391" v="786" actId="478"/>
          <ac:spMkLst>
            <pc:docMk/>
            <pc:sldMk cId="2566154606" sldId="286"/>
            <ac:spMk id="28" creationId="{CE76FB12-CD2D-D203-8900-F3B79D94460A}"/>
          </ac:spMkLst>
        </pc:spChg>
        <pc:spChg chg="del">
          <ac:chgData name="MARIA SALAS URBANO" userId="bc2a5f4f-1ff3-43e1-9c04-a7dcd714a090" providerId="ADAL" clId="{2E4E1E6E-A1F7-437D-8F42-B4C7BFCDD5CD}" dt="2023-11-18T11:10:57.391" v="786" actId="478"/>
          <ac:spMkLst>
            <pc:docMk/>
            <pc:sldMk cId="2566154606" sldId="286"/>
            <ac:spMk id="29" creationId="{6F2F72D5-4610-4080-D480-6CF0C8311028}"/>
          </ac:spMkLst>
        </pc:spChg>
        <pc:spChg chg="del">
          <ac:chgData name="MARIA SALAS URBANO" userId="bc2a5f4f-1ff3-43e1-9c04-a7dcd714a090" providerId="ADAL" clId="{2E4E1E6E-A1F7-437D-8F42-B4C7BFCDD5CD}" dt="2023-11-18T11:10:57.391" v="786" actId="478"/>
          <ac:spMkLst>
            <pc:docMk/>
            <pc:sldMk cId="2566154606" sldId="286"/>
            <ac:spMk id="31" creationId="{2739353A-1017-94AB-022F-6E3E98FE8247}"/>
          </ac:spMkLst>
        </pc:spChg>
        <pc:spChg chg="del">
          <ac:chgData name="MARIA SALAS URBANO" userId="bc2a5f4f-1ff3-43e1-9c04-a7dcd714a090" providerId="ADAL" clId="{2E4E1E6E-A1F7-437D-8F42-B4C7BFCDD5CD}" dt="2023-11-18T11:10:57.391" v="786" actId="478"/>
          <ac:spMkLst>
            <pc:docMk/>
            <pc:sldMk cId="2566154606" sldId="286"/>
            <ac:spMk id="32" creationId="{F4202BD4-7882-DF74-94F4-0457EB44D3F7}"/>
          </ac:spMkLst>
        </pc:spChg>
        <pc:picChg chg="add mod">
          <ac:chgData name="MARIA SALAS URBANO" userId="bc2a5f4f-1ff3-43e1-9c04-a7dcd714a090" providerId="ADAL" clId="{2E4E1E6E-A1F7-437D-8F42-B4C7BFCDD5CD}" dt="2023-11-18T11:12:27.456" v="799" actId="571"/>
          <ac:picMkLst>
            <pc:docMk/>
            <pc:sldMk cId="2566154606" sldId="286"/>
            <ac:picMk id="6" creationId="{FFB8630A-BCFF-9913-814E-8610DF1BFD50}"/>
          </ac:picMkLst>
        </pc:picChg>
        <pc:picChg chg="mod">
          <ac:chgData name="MARIA SALAS URBANO" userId="bc2a5f4f-1ff3-43e1-9c04-a7dcd714a090" providerId="ADAL" clId="{2E4E1E6E-A1F7-437D-8F42-B4C7BFCDD5CD}" dt="2023-11-18T11:11:10.726" v="790" actId="1076"/>
          <ac:picMkLst>
            <pc:docMk/>
            <pc:sldMk cId="2566154606" sldId="286"/>
            <ac:picMk id="8" creationId="{745271FF-716A-7ED1-637B-E305CE634D5D}"/>
          </ac:picMkLst>
        </pc:picChg>
      </pc:sldChg>
      <pc:sldChg chg="addSp modSp mod ord modNotesTx">
        <pc:chgData name="MARIA SALAS URBANO" userId="bc2a5f4f-1ff3-43e1-9c04-a7dcd714a090" providerId="ADAL" clId="{2E4E1E6E-A1F7-437D-8F42-B4C7BFCDD5CD}" dt="2023-11-20T15:20:22.589" v="4568" actId="20577"/>
        <pc:sldMkLst>
          <pc:docMk/>
          <pc:sldMk cId="1201707264" sldId="288"/>
        </pc:sldMkLst>
        <pc:spChg chg="mod">
          <ac:chgData name="MARIA SALAS URBANO" userId="bc2a5f4f-1ff3-43e1-9c04-a7dcd714a090" providerId="ADAL" clId="{2E4E1E6E-A1F7-437D-8F42-B4C7BFCDD5CD}" dt="2023-11-18T11:18:11.031" v="886" actId="1036"/>
          <ac:spMkLst>
            <pc:docMk/>
            <pc:sldMk cId="1201707264" sldId="288"/>
            <ac:spMk id="5" creationId="{AFA3CC17-CEEC-D62D-4C7A-83EAB1D1C521}"/>
          </ac:spMkLst>
        </pc:spChg>
        <pc:spChg chg="mod">
          <ac:chgData name="MARIA SALAS URBANO" userId="bc2a5f4f-1ff3-43e1-9c04-a7dcd714a090" providerId="ADAL" clId="{2E4E1E6E-A1F7-437D-8F42-B4C7BFCDD5CD}" dt="2023-11-18T11:18:11.031" v="886" actId="1036"/>
          <ac:spMkLst>
            <pc:docMk/>
            <pc:sldMk cId="1201707264" sldId="288"/>
            <ac:spMk id="6" creationId="{AB478106-2AA0-2E1C-0D63-E3CF9B70F012}"/>
          </ac:spMkLst>
        </pc:spChg>
        <pc:spChg chg="add mod">
          <ac:chgData name="MARIA SALAS URBANO" userId="bc2a5f4f-1ff3-43e1-9c04-a7dcd714a090" providerId="ADAL" clId="{2E4E1E6E-A1F7-437D-8F42-B4C7BFCDD5CD}" dt="2023-11-18T11:18:38.835" v="892" actId="1076"/>
          <ac:spMkLst>
            <pc:docMk/>
            <pc:sldMk cId="1201707264" sldId="288"/>
            <ac:spMk id="7" creationId="{63844050-9F4B-F2AC-18B5-150F6040585D}"/>
          </ac:spMkLst>
        </pc:spChg>
        <pc:spChg chg="mod">
          <ac:chgData name="MARIA SALAS URBANO" userId="bc2a5f4f-1ff3-43e1-9c04-a7dcd714a090" providerId="ADAL" clId="{2E4E1E6E-A1F7-437D-8F42-B4C7BFCDD5CD}" dt="2023-11-18T11:18:11.031" v="886" actId="1036"/>
          <ac:spMkLst>
            <pc:docMk/>
            <pc:sldMk cId="1201707264" sldId="288"/>
            <ac:spMk id="8" creationId="{9EAF0CCE-C49C-552E-3B9C-B8A15670CD77}"/>
          </ac:spMkLst>
        </pc:spChg>
        <pc:spChg chg="mod">
          <ac:chgData name="MARIA SALAS URBANO" userId="bc2a5f4f-1ff3-43e1-9c04-a7dcd714a090" providerId="ADAL" clId="{2E4E1E6E-A1F7-437D-8F42-B4C7BFCDD5CD}" dt="2023-11-18T11:18:11.031" v="886" actId="1036"/>
          <ac:spMkLst>
            <pc:docMk/>
            <pc:sldMk cId="1201707264" sldId="288"/>
            <ac:spMk id="19" creationId="{C58B0C7C-C099-00DA-1384-F649D654889D}"/>
          </ac:spMkLst>
        </pc:spChg>
        <pc:spChg chg="mod">
          <ac:chgData name="MARIA SALAS URBANO" userId="bc2a5f4f-1ff3-43e1-9c04-a7dcd714a090" providerId="ADAL" clId="{2E4E1E6E-A1F7-437D-8F42-B4C7BFCDD5CD}" dt="2023-11-18T11:18:11.031" v="886" actId="1036"/>
          <ac:spMkLst>
            <pc:docMk/>
            <pc:sldMk cId="1201707264" sldId="288"/>
            <ac:spMk id="22" creationId="{11102CA9-76F4-B9AA-52E1-081D9148190E}"/>
          </ac:spMkLst>
        </pc:spChg>
        <pc:spChg chg="mod">
          <ac:chgData name="MARIA SALAS URBANO" userId="bc2a5f4f-1ff3-43e1-9c04-a7dcd714a090" providerId="ADAL" clId="{2E4E1E6E-A1F7-437D-8F42-B4C7BFCDD5CD}" dt="2023-11-18T11:18:11.031" v="886" actId="1036"/>
          <ac:spMkLst>
            <pc:docMk/>
            <pc:sldMk cId="1201707264" sldId="288"/>
            <ac:spMk id="23" creationId="{684CA5C6-717A-00D8-CC7D-725953C77F0B}"/>
          </ac:spMkLst>
        </pc:spChg>
        <pc:spChg chg="mod">
          <ac:chgData name="MARIA SALAS URBANO" userId="bc2a5f4f-1ff3-43e1-9c04-a7dcd714a090" providerId="ADAL" clId="{2E4E1E6E-A1F7-437D-8F42-B4C7BFCDD5CD}" dt="2023-11-18T11:18:11.031" v="886" actId="1036"/>
          <ac:spMkLst>
            <pc:docMk/>
            <pc:sldMk cId="1201707264" sldId="288"/>
            <ac:spMk id="29" creationId="{4B2A23D7-51F3-898B-A666-9579885A0066}"/>
          </ac:spMkLst>
        </pc:spChg>
        <pc:spChg chg="mod">
          <ac:chgData name="MARIA SALAS URBANO" userId="bc2a5f4f-1ff3-43e1-9c04-a7dcd714a090" providerId="ADAL" clId="{2E4E1E6E-A1F7-437D-8F42-B4C7BFCDD5CD}" dt="2023-11-18T11:18:11.031" v="886" actId="1036"/>
          <ac:spMkLst>
            <pc:docMk/>
            <pc:sldMk cId="1201707264" sldId="288"/>
            <ac:spMk id="33" creationId="{C2C2AB34-212D-9F98-9F05-8F9FB44BACC1}"/>
          </ac:spMkLst>
        </pc:spChg>
        <pc:spChg chg="mod">
          <ac:chgData name="MARIA SALAS URBANO" userId="bc2a5f4f-1ff3-43e1-9c04-a7dcd714a090" providerId="ADAL" clId="{2E4E1E6E-A1F7-437D-8F42-B4C7BFCDD5CD}" dt="2023-11-18T11:18:11.031" v="886" actId="1036"/>
          <ac:spMkLst>
            <pc:docMk/>
            <pc:sldMk cId="1201707264" sldId="288"/>
            <ac:spMk id="37" creationId="{17D75319-BFDF-1CAC-3EDC-276F18B5DF9D}"/>
          </ac:spMkLst>
        </pc:spChg>
        <pc:spChg chg="mod">
          <ac:chgData name="MARIA SALAS URBANO" userId="bc2a5f4f-1ff3-43e1-9c04-a7dcd714a090" providerId="ADAL" clId="{2E4E1E6E-A1F7-437D-8F42-B4C7BFCDD5CD}" dt="2023-11-18T11:18:11.031" v="886" actId="1036"/>
          <ac:spMkLst>
            <pc:docMk/>
            <pc:sldMk cId="1201707264" sldId="288"/>
            <ac:spMk id="38" creationId="{50679D1A-C664-19F4-9D34-6D5790FF917D}"/>
          </ac:spMkLst>
        </pc:spChg>
        <pc:spChg chg="mod">
          <ac:chgData name="MARIA SALAS URBANO" userId="bc2a5f4f-1ff3-43e1-9c04-a7dcd714a090" providerId="ADAL" clId="{2E4E1E6E-A1F7-437D-8F42-B4C7BFCDD5CD}" dt="2023-11-18T11:18:11.031" v="886" actId="1036"/>
          <ac:spMkLst>
            <pc:docMk/>
            <pc:sldMk cId="1201707264" sldId="288"/>
            <ac:spMk id="39" creationId="{DCE2C6EA-9CCC-9C01-5049-B23AFEAAA989}"/>
          </ac:spMkLst>
        </pc:spChg>
        <pc:spChg chg="mod">
          <ac:chgData name="MARIA SALAS URBANO" userId="bc2a5f4f-1ff3-43e1-9c04-a7dcd714a090" providerId="ADAL" clId="{2E4E1E6E-A1F7-437D-8F42-B4C7BFCDD5CD}" dt="2023-11-18T11:18:11.031" v="886" actId="1036"/>
          <ac:spMkLst>
            <pc:docMk/>
            <pc:sldMk cId="1201707264" sldId="288"/>
            <ac:spMk id="41" creationId="{8282B619-2102-B01D-C120-41C4E7EB1585}"/>
          </ac:spMkLst>
        </pc:spChg>
        <pc:picChg chg="mod">
          <ac:chgData name="MARIA SALAS URBANO" userId="bc2a5f4f-1ff3-43e1-9c04-a7dcd714a090" providerId="ADAL" clId="{2E4E1E6E-A1F7-437D-8F42-B4C7BFCDD5CD}" dt="2023-11-18T11:18:11.031" v="886" actId="1036"/>
          <ac:picMkLst>
            <pc:docMk/>
            <pc:sldMk cId="1201707264" sldId="288"/>
            <ac:picMk id="10" creationId="{ADFA5A61-14BE-7B46-5795-D208B5E12CCF}"/>
          </ac:picMkLst>
        </pc:picChg>
        <pc:picChg chg="mod">
          <ac:chgData name="MARIA SALAS URBANO" userId="bc2a5f4f-1ff3-43e1-9c04-a7dcd714a090" providerId="ADAL" clId="{2E4E1E6E-A1F7-437D-8F42-B4C7BFCDD5CD}" dt="2023-11-18T11:18:11.031" v="886" actId="1036"/>
          <ac:picMkLst>
            <pc:docMk/>
            <pc:sldMk cId="1201707264" sldId="288"/>
            <ac:picMk id="12" creationId="{F1E4EDC3-0515-0CA8-C08A-5EEF04126250}"/>
          </ac:picMkLst>
        </pc:picChg>
        <pc:picChg chg="mod">
          <ac:chgData name="MARIA SALAS URBANO" userId="bc2a5f4f-1ff3-43e1-9c04-a7dcd714a090" providerId="ADAL" clId="{2E4E1E6E-A1F7-437D-8F42-B4C7BFCDD5CD}" dt="2023-11-18T11:18:11.031" v="886" actId="1036"/>
          <ac:picMkLst>
            <pc:docMk/>
            <pc:sldMk cId="1201707264" sldId="288"/>
            <ac:picMk id="14" creationId="{C24580A3-0597-0A97-0C80-D90BD27095FD}"/>
          </ac:picMkLst>
        </pc:picChg>
        <pc:picChg chg="mod">
          <ac:chgData name="MARIA SALAS URBANO" userId="bc2a5f4f-1ff3-43e1-9c04-a7dcd714a090" providerId="ADAL" clId="{2E4E1E6E-A1F7-437D-8F42-B4C7BFCDD5CD}" dt="2023-11-18T11:18:11.031" v="886" actId="1036"/>
          <ac:picMkLst>
            <pc:docMk/>
            <pc:sldMk cId="1201707264" sldId="288"/>
            <ac:picMk id="16" creationId="{55CC1B44-E0D8-9091-2466-518DB798A982}"/>
          </ac:picMkLst>
        </pc:picChg>
        <pc:picChg chg="mod">
          <ac:chgData name="MARIA SALAS URBANO" userId="bc2a5f4f-1ff3-43e1-9c04-a7dcd714a090" providerId="ADAL" clId="{2E4E1E6E-A1F7-437D-8F42-B4C7BFCDD5CD}" dt="2023-11-18T11:18:11.031" v="886" actId="1036"/>
          <ac:picMkLst>
            <pc:docMk/>
            <pc:sldMk cId="1201707264" sldId="288"/>
            <ac:picMk id="18" creationId="{C9FAACD6-453F-FA13-D96F-21C717A5BB93}"/>
          </ac:picMkLst>
        </pc:picChg>
        <pc:picChg chg="mod">
          <ac:chgData name="MARIA SALAS URBANO" userId="bc2a5f4f-1ff3-43e1-9c04-a7dcd714a090" providerId="ADAL" clId="{2E4E1E6E-A1F7-437D-8F42-B4C7BFCDD5CD}" dt="2023-11-18T11:18:11.031" v="886" actId="1036"/>
          <ac:picMkLst>
            <pc:docMk/>
            <pc:sldMk cId="1201707264" sldId="288"/>
            <ac:picMk id="25" creationId="{1010C71F-1FA4-8E39-CC75-44DA3C83E471}"/>
          </ac:picMkLst>
        </pc:picChg>
        <pc:picChg chg="mod">
          <ac:chgData name="MARIA SALAS URBANO" userId="bc2a5f4f-1ff3-43e1-9c04-a7dcd714a090" providerId="ADAL" clId="{2E4E1E6E-A1F7-437D-8F42-B4C7BFCDD5CD}" dt="2023-11-18T11:18:11.031" v="886" actId="1036"/>
          <ac:picMkLst>
            <pc:docMk/>
            <pc:sldMk cId="1201707264" sldId="288"/>
            <ac:picMk id="27" creationId="{E1A90B5F-A15E-4761-D58E-96D5C87B6D1E}"/>
          </ac:picMkLst>
        </pc:picChg>
      </pc:sldChg>
      <pc:sldChg chg="modAnim modNotesTx">
        <pc:chgData name="MARIA SALAS URBANO" userId="bc2a5f4f-1ff3-43e1-9c04-a7dcd714a090" providerId="ADAL" clId="{2E4E1E6E-A1F7-437D-8F42-B4C7BFCDD5CD}" dt="2023-11-22T04:37:44.584" v="4647"/>
        <pc:sldMkLst>
          <pc:docMk/>
          <pc:sldMk cId="3698189005" sldId="293"/>
        </pc:sldMkLst>
      </pc:sldChg>
      <pc:sldChg chg="modSp modAnim modNotesTx">
        <pc:chgData name="MARIA SALAS URBANO" userId="bc2a5f4f-1ff3-43e1-9c04-a7dcd714a090" providerId="ADAL" clId="{2E4E1E6E-A1F7-437D-8F42-B4C7BFCDD5CD}" dt="2023-11-22T04:37:56.087" v="4649"/>
        <pc:sldMkLst>
          <pc:docMk/>
          <pc:sldMk cId="992424365" sldId="294"/>
        </pc:sldMkLst>
        <pc:spChg chg="mod">
          <ac:chgData name="MARIA SALAS URBANO" userId="bc2a5f4f-1ff3-43e1-9c04-a7dcd714a090" providerId="ADAL" clId="{2E4E1E6E-A1F7-437D-8F42-B4C7BFCDD5CD}" dt="2023-11-18T11:34:37.200" v="1091" actId="20577"/>
          <ac:spMkLst>
            <pc:docMk/>
            <pc:sldMk cId="992424365" sldId="294"/>
            <ac:spMk id="13" creationId="{E035ACF5-4779-ABFD-C8D9-8078F16FE610}"/>
          </ac:spMkLst>
        </pc:spChg>
      </pc:sldChg>
      <pc:sldChg chg="modSp modAnim modNotesTx">
        <pc:chgData name="MARIA SALAS URBANO" userId="bc2a5f4f-1ff3-43e1-9c04-a7dcd714a090" providerId="ADAL" clId="{2E4E1E6E-A1F7-437D-8F42-B4C7BFCDD5CD}" dt="2023-11-22T04:38:07.548" v="4651"/>
        <pc:sldMkLst>
          <pc:docMk/>
          <pc:sldMk cId="2474811747" sldId="295"/>
        </pc:sldMkLst>
        <pc:spChg chg="mod">
          <ac:chgData name="MARIA SALAS URBANO" userId="bc2a5f4f-1ff3-43e1-9c04-a7dcd714a090" providerId="ADAL" clId="{2E4E1E6E-A1F7-437D-8F42-B4C7BFCDD5CD}" dt="2023-11-18T11:35:23.530" v="1108" actId="20577"/>
          <ac:spMkLst>
            <pc:docMk/>
            <pc:sldMk cId="2474811747" sldId="295"/>
            <ac:spMk id="13" creationId="{E035ACF5-4779-ABFD-C8D9-8078F16FE610}"/>
          </ac:spMkLst>
        </pc:spChg>
      </pc:sldChg>
      <pc:sldChg chg="modSp modAnim modNotesTx">
        <pc:chgData name="MARIA SALAS URBANO" userId="bc2a5f4f-1ff3-43e1-9c04-a7dcd714a090" providerId="ADAL" clId="{2E4E1E6E-A1F7-437D-8F42-B4C7BFCDD5CD}" dt="2023-11-22T04:38:21.553" v="4653"/>
        <pc:sldMkLst>
          <pc:docMk/>
          <pc:sldMk cId="2089205555" sldId="296"/>
        </pc:sldMkLst>
        <pc:spChg chg="mod">
          <ac:chgData name="MARIA SALAS URBANO" userId="bc2a5f4f-1ff3-43e1-9c04-a7dcd714a090" providerId="ADAL" clId="{2E4E1E6E-A1F7-437D-8F42-B4C7BFCDD5CD}" dt="2023-11-18T11:36:14.377" v="1140" actId="20577"/>
          <ac:spMkLst>
            <pc:docMk/>
            <pc:sldMk cId="2089205555" sldId="296"/>
            <ac:spMk id="13" creationId="{E035ACF5-4779-ABFD-C8D9-8078F16FE610}"/>
          </ac:spMkLst>
        </pc:spChg>
      </pc:sldChg>
      <pc:sldChg chg="modSp mod modAnim modNotesTx">
        <pc:chgData name="MARIA SALAS URBANO" userId="bc2a5f4f-1ff3-43e1-9c04-a7dcd714a090" providerId="ADAL" clId="{2E4E1E6E-A1F7-437D-8F42-B4C7BFCDD5CD}" dt="2023-11-22T04:37:13.176" v="4643" actId="1035"/>
        <pc:sldMkLst>
          <pc:docMk/>
          <pc:sldMk cId="2289345518" sldId="297"/>
        </pc:sldMkLst>
        <pc:spChg chg="mod">
          <ac:chgData name="MARIA SALAS URBANO" userId="bc2a5f4f-1ff3-43e1-9c04-a7dcd714a090" providerId="ADAL" clId="{2E4E1E6E-A1F7-437D-8F42-B4C7BFCDD5CD}" dt="2023-11-22T04:37:13.176" v="4643" actId="1035"/>
          <ac:spMkLst>
            <pc:docMk/>
            <pc:sldMk cId="2289345518" sldId="297"/>
            <ac:spMk id="3" creationId="{576D1DD8-520E-2C6F-50D5-2DB9BD9C3247}"/>
          </ac:spMkLst>
        </pc:spChg>
        <pc:spChg chg="mod">
          <ac:chgData name="MARIA SALAS URBANO" userId="bc2a5f4f-1ff3-43e1-9c04-a7dcd714a090" providerId="ADAL" clId="{2E4E1E6E-A1F7-437D-8F42-B4C7BFCDD5CD}" dt="2023-11-22T04:37:13.176" v="4643" actId="1035"/>
          <ac:spMkLst>
            <pc:docMk/>
            <pc:sldMk cId="2289345518" sldId="297"/>
            <ac:spMk id="4" creationId="{EC94EF21-C836-653D-5AE5-B5F6618F070E}"/>
          </ac:spMkLst>
        </pc:spChg>
        <pc:spChg chg="mod">
          <ac:chgData name="MARIA SALAS URBANO" userId="bc2a5f4f-1ff3-43e1-9c04-a7dcd714a090" providerId="ADAL" clId="{2E4E1E6E-A1F7-437D-8F42-B4C7BFCDD5CD}" dt="2023-11-22T04:37:13.176" v="4643" actId="1035"/>
          <ac:spMkLst>
            <pc:docMk/>
            <pc:sldMk cId="2289345518" sldId="297"/>
            <ac:spMk id="13" creationId="{E035ACF5-4779-ABFD-C8D9-8078F16FE610}"/>
          </ac:spMkLst>
        </pc:spChg>
        <pc:picChg chg="mod">
          <ac:chgData name="MARIA SALAS URBANO" userId="bc2a5f4f-1ff3-43e1-9c04-a7dcd714a090" providerId="ADAL" clId="{2E4E1E6E-A1F7-437D-8F42-B4C7BFCDD5CD}" dt="2023-11-22T04:37:13.176" v="4643" actId="1035"/>
          <ac:picMkLst>
            <pc:docMk/>
            <pc:sldMk cId="2289345518" sldId="297"/>
            <ac:picMk id="8" creationId="{745271FF-716A-7ED1-637B-E305CE634D5D}"/>
          </ac:picMkLst>
        </pc:picChg>
      </pc:sldChg>
      <pc:sldChg chg="modSp mod modNotesTx">
        <pc:chgData name="MARIA SALAS URBANO" userId="bc2a5f4f-1ff3-43e1-9c04-a7dcd714a090" providerId="ADAL" clId="{2E4E1E6E-A1F7-437D-8F42-B4C7BFCDD5CD}" dt="2023-11-20T15:22:35.879" v="4578" actId="20577"/>
        <pc:sldMkLst>
          <pc:docMk/>
          <pc:sldMk cId="2209204669" sldId="298"/>
        </pc:sldMkLst>
        <pc:spChg chg="mod">
          <ac:chgData name="MARIA SALAS URBANO" userId="bc2a5f4f-1ff3-43e1-9c04-a7dcd714a090" providerId="ADAL" clId="{2E4E1E6E-A1F7-437D-8F42-B4C7BFCDD5CD}" dt="2023-11-19T15:27:13.999" v="1707" actId="1037"/>
          <ac:spMkLst>
            <pc:docMk/>
            <pc:sldMk cId="2209204669" sldId="298"/>
            <ac:spMk id="3" creationId="{576D1DD8-520E-2C6F-50D5-2DB9BD9C3247}"/>
          </ac:spMkLst>
        </pc:spChg>
      </pc:sldChg>
      <pc:sldChg chg="modSp modAnim modNotesTx">
        <pc:chgData name="MARIA SALAS URBANO" userId="bc2a5f4f-1ff3-43e1-9c04-a7dcd714a090" providerId="ADAL" clId="{2E4E1E6E-A1F7-437D-8F42-B4C7BFCDD5CD}" dt="2023-11-22T04:36:44.793" v="4639"/>
        <pc:sldMkLst>
          <pc:docMk/>
          <pc:sldMk cId="2708608580" sldId="299"/>
        </pc:sldMkLst>
        <pc:spChg chg="mod">
          <ac:chgData name="MARIA SALAS URBANO" userId="bc2a5f4f-1ff3-43e1-9c04-a7dcd714a090" providerId="ADAL" clId="{2E4E1E6E-A1F7-437D-8F42-B4C7BFCDD5CD}" dt="2023-11-19T15:32:33.713" v="2144" actId="20577"/>
          <ac:spMkLst>
            <pc:docMk/>
            <pc:sldMk cId="2708608580" sldId="299"/>
            <ac:spMk id="13" creationId="{E035ACF5-4779-ABFD-C8D9-8078F16FE610}"/>
          </ac:spMkLst>
        </pc:spChg>
      </pc:sldChg>
      <pc:sldChg chg="modSp mod modAnim modNotesTx">
        <pc:chgData name="MARIA SALAS URBANO" userId="bc2a5f4f-1ff3-43e1-9c04-a7dcd714a090" providerId="ADAL" clId="{2E4E1E6E-A1F7-437D-8F42-B4C7BFCDD5CD}" dt="2023-11-22T04:36:53.648" v="4641" actId="1036"/>
        <pc:sldMkLst>
          <pc:docMk/>
          <pc:sldMk cId="2911691602" sldId="300"/>
        </pc:sldMkLst>
        <pc:spChg chg="mod">
          <ac:chgData name="MARIA SALAS URBANO" userId="bc2a5f4f-1ff3-43e1-9c04-a7dcd714a090" providerId="ADAL" clId="{2E4E1E6E-A1F7-437D-8F42-B4C7BFCDD5CD}" dt="2023-11-22T04:36:53.648" v="4641" actId="1036"/>
          <ac:spMkLst>
            <pc:docMk/>
            <pc:sldMk cId="2911691602" sldId="300"/>
            <ac:spMk id="3" creationId="{576D1DD8-520E-2C6F-50D5-2DB9BD9C3247}"/>
          </ac:spMkLst>
        </pc:spChg>
        <pc:spChg chg="mod">
          <ac:chgData name="MARIA SALAS URBANO" userId="bc2a5f4f-1ff3-43e1-9c04-a7dcd714a090" providerId="ADAL" clId="{2E4E1E6E-A1F7-437D-8F42-B4C7BFCDD5CD}" dt="2023-11-19T15:32:58.499" v="2151" actId="20577"/>
          <ac:spMkLst>
            <pc:docMk/>
            <pc:sldMk cId="2911691602" sldId="300"/>
            <ac:spMk id="13" creationId="{E035ACF5-4779-ABFD-C8D9-8078F16FE610}"/>
          </ac:spMkLst>
        </pc:spChg>
      </pc:sldChg>
      <pc:sldChg chg="modSp mod modAnim modNotesTx">
        <pc:chgData name="MARIA SALAS URBANO" userId="bc2a5f4f-1ff3-43e1-9c04-a7dcd714a090" providerId="ADAL" clId="{2E4E1E6E-A1F7-437D-8F42-B4C7BFCDD5CD}" dt="2023-11-22T04:35:55.461" v="4637"/>
        <pc:sldMkLst>
          <pc:docMk/>
          <pc:sldMk cId="3169430917" sldId="301"/>
        </pc:sldMkLst>
        <pc:spChg chg="mod">
          <ac:chgData name="MARIA SALAS URBANO" userId="bc2a5f4f-1ff3-43e1-9c04-a7dcd714a090" providerId="ADAL" clId="{2E4E1E6E-A1F7-437D-8F42-B4C7BFCDD5CD}" dt="2023-11-19T15:33:52.821" v="2163"/>
          <ac:spMkLst>
            <pc:docMk/>
            <pc:sldMk cId="3169430917" sldId="301"/>
            <ac:spMk id="13" creationId="{E035ACF5-4779-ABFD-C8D9-8078F16FE610}"/>
          </ac:spMkLst>
        </pc:spChg>
        <pc:cxnChg chg="mod">
          <ac:chgData name="MARIA SALAS URBANO" userId="bc2a5f4f-1ff3-43e1-9c04-a7dcd714a090" providerId="ADAL" clId="{2E4E1E6E-A1F7-437D-8F42-B4C7BFCDD5CD}" dt="2023-11-19T15:43:45.990" v="2164" actId="1076"/>
          <ac:cxnSpMkLst>
            <pc:docMk/>
            <pc:sldMk cId="3169430917" sldId="301"/>
            <ac:cxnSpMk id="5" creationId="{BCB64832-2644-1F94-01EC-CF18EC94EFC3}"/>
          </ac:cxnSpMkLst>
        </pc:cxnChg>
      </pc:sldChg>
      <pc:sldChg chg="modNotesTx">
        <pc:chgData name="MARIA SALAS URBANO" userId="bc2a5f4f-1ff3-43e1-9c04-a7dcd714a090" providerId="ADAL" clId="{2E4E1E6E-A1F7-437D-8F42-B4C7BFCDD5CD}" dt="2023-11-17T12:19:45.735" v="390" actId="20577"/>
        <pc:sldMkLst>
          <pc:docMk/>
          <pc:sldMk cId="718508262" sldId="302"/>
        </pc:sldMkLst>
      </pc:sldChg>
      <pc:sldChg chg="modSp modNotesTx">
        <pc:chgData name="MARIA SALAS URBANO" userId="bc2a5f4f-1ff3-43e1-9c04-a7dcd714a090" providerId="ADAL" clId="{2E4E1E6E-A1F7-437D-8F42-B4C7BFCDD5CD}" dt="2023-11-20T16:36:20.921" v="4613" actId="20577"/>
        <pc:sldMkLst>
          <pc:docMk/>
          <pc:sldMk cId="2558582686" sldId="305"/>
        </pc:sldMkLst>
        <pc:spChg chg="mod">
          <ac:chgData name="MARIA SALAS URBANO" userId="bc2a5f4f-1ff3-43e1-9c04-a7dcd714a090" providerId="ADAL" clId="{2E4E1E6E-A1F7-437D-8F42-B4C7BFCDD5CD}" dt="2023-11-20T16:36:20.921" v="4613" actId="20577"/>
          <ac:spMkLst>
            <pc:docMk/>
            <pc:sldMk cId="2558582686" sldId="305"/>
            <ac:spMk id="7" creationId="{F3C4C411-85F6-E820-5F4F-57BEA8DAC302}"/>
          </ac:spMkLst>
        </pc:spChg>
      </pc:sldChg>
      <pc:sldChg chg="modNotesTx">
        <pc:chgData name="MARIA SALAS URBANO" userId="bc2a5f4f-1ff3-43e1-9c04-a7dcd714a090" providerId="ADAL" clId="{2E4E1E6E-A1F7-437D-8F42-B4C7BFCDD5CD}" dt="2023-11-19T15:45:25.676" v="2210" actId="20577"/>
        <pc:sldMkLst>
          <pc:docMk/>
          <pc:sldMk cId="2932378730" sldId="306"/>
        </pc:sldMkLst>
      </pc:sldChg>
      <pc:sldChg chg="modNotesTx">
        <pc:chgData name="MARIA SALAS URBANO" userId="bc2a5f4f-1ff3-43e1-9c04-a7dcd714a090" providerId="ADAL" clId="{2E4E1E6E-A1F7-437D-8F42-B4C7BFCDD5CD}" dt="2023-11-19T15:45:44.055" v="2244" actId="20577"/>
        <pc:sldMkLst>
          <pc:docMk/>
          <pc:sldMk cId="1235640830" sldId="308"/>
        </pc:sldMkLst>
      </pc:sldChg>
      <pc:sldChg chg="modSp mod modAnim modNotesTx">
        <pc:chgData name="MARIA SALAS URBANO" userId="bc2a5f4f-1ff3-43e1-9c04-a7dcd714a090" providerId="ADAL" clId="{2E4E1E6E-A1F7-437D-8F42-B4C7BFCDD5CD}" dt="2023-11-27T15:39:18.981" v="5121" actId="20577"/>
        <pc:sldMkLst>
          <pc:docMk/>
          <pc:sldMk cId="3765193210" sldId="311"/>
        </pc:sldMkLst>
        <pc:spChg chg="mod">
          <ac:chgData name="MARIA SALAS URBANO" userId="bc2a5f4f-1ff3-43e1-9c04-a7dcd714a090" providerId="ADAL" clId="{2E4E1E6E-A1F7-437D-8F42-B4C7BFCDD5CD}" dt="2023-11-24T05:18:57.575" v="4814" actId="1036"/>
          <ac:spMkLst>
            <pc:docMk/>
            <pc:sldMk cId="3765193210" sldId="311"/>
            <ac:spMk id="3" creationId="{AC91B948-96A8-EDAF-F82D-BFE6B8573548}"/>
          </ac:spMkLst>
        </pc:spChg>
        <pc:spChg chg="mod">
          <ac:chgData name="MARIA SALAS URBANO" userId="bc2a5f4f-1ff3-43e1-9c04-a7dcd714a090" providerId="ADAL" clId="{2E4E1E6E-A1F7-437D-8F42-B4C7BFCDD5CD}" dt="2023-11-27T15:39:18.981" v="5121" actId="20577"/>
          <ac:spMkLst>
            <pc:docMk/>
            <pc:sldMk cId="3765193210" sldId="311"/>
            <ac:spMk id="5" creationId="{AAAFF494-88CC-A724-92C3-3DB81D0A8452}"/>
          </ac:spMkLst>
        </pc:spChg>
        <pc:spChg chg="mod">
          <ac:chgData name="MARIA SALAS URBANO" userId="bc2a5f4f-1ff3-43e1-9c04-a7dcd714a090" providerId="ADAL" clId="{2E4E1E6E-A1F7-437D-8F42-B4C7BFCDD5CD}" dt="2023-11-26T21:46:34.664" v="4863" actId="1036"/>
          <ac:spMkLst>
            <pc:docMk/>
            <pc:sldMk cId="3765193210" sldId="311"/>
            <ac:spMk id="7" creationId="{8317A5A7-8880-AD4C-40A6-D0148A824452}"/>
          </ac:spMkLst>
        </pc:spChg>
        <pc:spChg chg="mod">
          <ac:chgData name="MARIA SALAS URBANO" userId="bc2a5f4f-1ff3-43e1-9c04-a7dcd714a090" providerId="ADAL" clId="{2E4E1E6E-A1F7-437D-8F42-B4C7BFCDD5CD}" dt="2023-11-26T21:47:40.353" v="4925" actId="14100"/>
          <ac:spMkLst>
            <pc:docMk/>
            <pc:sldMk cId="3765193210" sldId="311"/>
            <ac:spMk id="8" creationId="{22557672-1D2F-6C10-7F71-1312898ED8B0}"/>
          </ac:spMkLst>
        </pc:spChg>
        <pc:spChg chg="mod">
          <ac:chgData name="MARIA SALAS URBANO" userId="bc2a5f4f-1ff3-43e1-9c04-a7dcd714a090" providerId="ADAL" clId="{2E4E1E6E-A1F7-437D-8F42-B4C7BFCDD5CD}" dt="2023-11-26T21:46:34.664" v="4863" actId="1036"/>
          <ac:spMkLst>
            <pc:docMk/>
            <pc:sldMk cId="3765193210" sldId="311"/>
            <ac:spMk id="9" creationId="{3EA1FEFF-1CC7-BDF6-485F-D6AF925A5D89}"/>
          </ac:spMkLst>
        </pc:spChg>
        <pc:spChg chg="mod">
          <ac:chgData name="MARIA SALAS URBANO" userId="bc2a5f4f-1ff3-43e1-9c04-a7dcd714a090" providerId="ADAL" clId="{2E4E1E6E-A1F7-437D-8F42-B4C7BFCDD5CD}" dt="2023-11-26T21:47:45.528" v="4930" actId="1037"/>
          <ac:spMkLst>
            <pc:docMk/>
            <pc:sldMk cId="3765193210" sldId="311"/>
            <ac:spMk id="10" creationId="{881CFB68-A4A6-138F-7AD4-011785C5645D}"/>
          </ac:spMkLst>
        </pc:spChg>
        <pc:spChg chg="mod">
          <ac:chgData name="MARIA SALAS URBANO" userId="bc2a5f4f-1ff3-43e1-9c04-a7dcd714a090" providerId="ADAL" clId="{2E4E1E6E-A1F7-437D-8F42-B4C7BFCDD5CD}" dt="2023-11-26T21:46:57.527" v="4894" actId="1037"/>
          <ac:spMkLst>
            <pc:docMk/>
            <pc:sldMk cId="3765193210" sldId="311"/>
            <ac:spMk id="11" creationId="{0DEA9B72-06CD-A281-10EF-A3DFDFCFD591}"/>
          </ac:spMkLst>
        </pc:spChg>
        <pc:spChg chg="mod">
          <ac:chgData name="MARIA SALAS URBANO" userId="bc2a5f4f-1ff3-43e1-9c04-a7dcd714a090" providerId="ADAL" clId="{2E4E1E6E-A1F7-437D-8F42-B4C7BFCDD5CD}" dt="2023-11-26T21:46:47.706" v="4876" actId="1036"/>
          <ac:spMkLst>
            <pc:docMk/>
            <pc:sldMk cId="3765193210" sldId="311"/>
            <ac:spMk id="14" creationId="{31D557B2-6868-E9AE-463A-63A5D04320ED}"/>
          </ac:spMkLst>
        </pc:spChg>
        <pc:picChg chg="mod">
          <ac:chgData name="MARIA SALAS URBANO" userId="bc2a5f4f-1ff3-43e1-9c04-a7dcd714a090" providerId="ADAL" clId="{2E4E1E6E-A1F7-437D-8F42-B4C7BFCDD5CD}" dt="2023-11-26T21:46:34.664" v="4863" actId="1036"/>
          <ac:picMkLst>
            <pc:docMk/>
            <pc:sldMk cId="3765193210" sldId="311"/>
            <ac:picMk id="6" creationId="{66D4BF5B-D46D-786B-E59F-154F69639454}"/>
          </ac:picMkLst>
        </pc:picChg>
      </pc:sldChg>
      <pc:sldChg chg="modSp modAnim modNotesTx">
        <pc:chgData name="MARIA SALAS URBANO" userId="bc2a5f4f-1ff3-43e1-9c04-a7dcd714a090" providerId="ADAL" clId="{2E4E1E6E-A1F7-437D-8F42-B4C7BFCDD5CD}" dt="2023-11-22T04:55:00.457" v="4754" actId="114"/>
        <pc:sldMkLst>
          <pc:docMk/>
          <pc:sldMk cId="1995159844" sldId="312"/>
        </pc:sldMkLst>
        <pc:spChg chg="mod">
          <ac:chgData name="MARIA SALAS URBANO" userId="bc2a5f4f-1ff3-43e1-9c04-a7dcd714a090" providerId="ADAL" clId="{2E4E1E6E-A1F7-437D-8F42-B4C7BFCDD5CD}" dt="2023-11-22T04:55:00.457" v="4754" actId="114"/>
          <ac:spMkLst>
            <pc:docMk/>
            <pc:sldMk cId="1995159844" sldId="312"/>
            <ac:spMk id="3" creationId="{0D8AD573-0BC4-485C-B795-78FFCB527D74}"/>
          </ac:spMkLst>
        </pc:spChg>
      </pc:sldChg>
      <pc:sldChg chg="modSp mod modNotesTx">
        <pc:chgData name="MARIA SALAS URBANO" userId="bc2a5f4f-1ff3-43e1-9c04-a7dcd714a090" providerId="ADAL" clId="{2E4E1E6E-A1F7-437D-8F42-B4C7BFCDD5CD}" dt="2023-11-22T05:22:21.553" v="4796" actId="20577"/>
        <pc:sldMkLst>
          <pc:docMk/>
          <pc:sldMk cId="664465714" sldId="313"/>
        </pc:sldMkLst>
        <pc:spChg chg="mod">
          <ac:chgData name="MARIA SALAS URBANO" userId="bc2a5f4f-1ff3-43e1-9c04-a7dcd714a090" providerId="ADAL" clId="{2E4E1E6E-A1F7-437D-8F42-B4C7BFCDD5CD}" dt="2023-11-22T05:22:21.553" v="4796" actId="20577"/>
          <ac:spMkLst>
            <pc:docMk/>
            <pc:sldMk cId="664465714" sldId="313"/>
            <ac:spMk id="3" creationId="{0D8AD573-0BC4-485C-B795-78FFCB527D74}"/>
          </ac:spMkLst>
        </pc:spChg>
      </pc:sldChg>
      <pc:sldChg chg="addSp delSp modSp mod modAnim modNotesTx">
        <pc:chgData name="MARIA SALAS URBANO" userId="bc2a5f4f-1ff3-43e1-9c04-a7dcd714a090" providerId="ADAL" clId="{2E4E1E6E-A1F7-437D-8F42-B4C7BFCDD5CD}" dt="2023-11-27T15:49:19.160" v="5127"/>
        <pc:sldMkLst>
          <pc:docMk/>
          <pc:sldMk cId="442290755" sldId="314"/>
        </pc:sldMkLst>
        <pc:spChg chg="del">
          <ac:chgData name="MARIA SALAS URBANO" userId="bc2a5f4f-1ff3-43e1-9c04-a7dcd714a090" providerId="ADAL" clId="{2E4E1E6E-A1F7-437D-8F42-B4C7BFCDD5CD}" dt="2023-11-19T17:09:42.754" v="3925" actId="478"/>
          <ac:spMkLst>
            <pc:docMk/>
            <pc:sldMk cId="442290755" sldId="314"/>
            <ac:spMk id="2" creationId="{B76A1123-2F9B-25AA-9ED3-5A90330CAC62}"/>
          </ac:spMkLst>
        </pc:spChg>
        <pc:spChg chg="add mod">
          <ac:chgData name="MARIA SALAS URBANO" userId="bc2a5f4f-1ff3-43e1-9c04-a7dcd714a090" providerId="ADAL" clId="{2E4E1E6E-A1F7-437D-8F42-B4C7BFCDD5CD}" dt="2023-11-19T17:04:08.279" v="3800" actId="208"/>
          <ac:spMkLst>
            <pc:docMk/>
            <pc:sldMk cId="442290755" sldId="314"/>
            <ac:spMk id="3" creationId="{91992F7B-85A8-29D7-4904-76F30C71CA12}"/>
          </ac:spMkLst>
        </pc:spChg>
        <pc:spChg chg="add mod">
          <ac:chgData name="MARIA SALAS URBANO" userId="bc2a5f4f-1ff3-43e1-9c04-a7dcd714a090" providerId="ADAL" clId="{2E4E1E6E-A1F7-437D-8F42-B4C7BFCDD5CD}" dt="2023-11-19T17:04:34.518" v="3806" actId="1076"/>
          <ac:spMkLst>
            <pc:docMk/>
            <pc:sldMk cId="442290755" sldId="314"/>
            <ac:spMk id="5" creationId="{1FD88965-1CF6-85DF-27C0-3280F0BBC003}"/>
          </ac:spMkLst>
        </pc:spChg>
        <pc:spChg chg="add mod">
          <ac:chgData name="MARIA SALAS URBANO" userId="bc2a5f4f-1ff3-43e1-9c04-a7dcd714a090" providerId="ADAL" clId="{2E4E1E6E-A1F7-437D-8F42-B4C7BFCDD5CD}" dt="2023-11-19T17:04:49.208" v="3812" actId="1037"/>
          <ac:spMkLst>
            <pc:docMk/>
            <pc:sldMk cId="442290755" sldId="314"/>
            <ac:spMk id="7" creationId="{B06908D9-F4E1-9F68-6B6A-51D64BF5E811}"/>
          </ac:spMkLst>
        </pc:spChg>
        <pc:spChg chg="add mod">
          <ac:chgData name="MARIA SALAS URBANO" userId="bc2a5f4f-1ff3-43e1-9c04-a7dcd714a090" providerId="ADAL" clId="{2E4E1E6E-A1F7-437D-8F42-B4C7BFCDD5CD}" dt="2023-11-19T17:04:57.710" v="3817" actId="1035"/>
          <ac:spMkLst>
            <pc:docMk/>
            <pc:sldMk cId="442290755" sldId="314"/>
            <ac:spMk id="8" creationId="{AC6F7FEB-BC7A-3CB1-0585-45DE2B0ACCBE}"/>
          </ac:spMkLst>
        </pc:spChg>
        <pc:spChg chg="add mod">
          <ac:chgData name="MARIA SALAS URBANO" userId="bc2a5f4f-1ff3-43e1-9c04-a7dcd714a090" providerId="ADAL" clId="{2E4E1E6E-A1F7-437D-8F42-B4C7BFCDD5CD}" dt="2023-11-19T17:05:15.068" v="3824" actId="1035"/>
          <ac:spMkLst>
            <pc:docMk/>
            <pc:sldMk cId="442290755" sldId="314"/>
            <ac:spMk id="9" creationId="{9AA1EE7B-49B6-B951-87C6-E5FCABCFBD22}"/>
          </ac:spMkLst>
        </pc:spChg>
        <pc:spChg chg="mod">
          <ac:chgData name="MARIA SALAS URBANO" userId="bc2a5f4f-1ff3-43e1-9c04-a7dcd714a090" providerId="ADAL" clId="{2E4E1E6E-A1F7-437D-8F42-B4C7BFCDD5CD}" dt="2023-11-19T17:09:48.979" v="3927" actId="1076"/>
          <ac:spMkLst>
            <pc:docMk/>
            <pc:sldMk cId="442290755" sldId="314"/>
            <ac:spMk id="10" creationId="{5B6BB5A5-B3AF-92DD-D412-15F6834792FF}"/>
          </ac:spMkLst>
        </pc:spChg>
        <pc:spChg chg="add mod">
          <ac:chgData name="MARIA SALAS URBANO" userId="bc2a5f4f-1ff3-43e1-9c04-a7dcd714a090" providerId="ADAL" clId="{2E4E1E6E-A1F7-437D-8F42-B4C7BFCDD5CD}" dt="2023-11-19T17:05:27.481" v="3828" actId="14100"/>
          <ac:spMkLst>
            <pc:docMk/>
            <pc:sldMk cId="442290755" sldId="314"/>
            <ac:spMk id="11" creationId="{C1F128AF-9D56-CF1A-C9DD-0326467FBBB1}"/>
          </ac:spMkLst>
        </pc:spChg>
        <pc:spChg chg="add mod">
          <ac:chgData name="MARIA SALAS URBANO" userId="bc2a5f4f-1ff3-43e1-9c04-a7dcd714a090" providerId="ADAL" clId="{2E4E1E6E-A1F7-437D-8F42-B4C7BFCDD5CD}" dt="2023-11-19T17:05:37.887" v="3830" actId="1076"/>
          <ac:spMkLst>
            <pc:docMk/>
            <pc:sldMk cId="442290755" sldId="314"/>
            <ac:spMk id="12" creationId="{908357D3-C0E1-62A5-5721-AD220C087024}"/>
          </ac:spMkLst>
        </pc:spChg>
        <pc:spChg chg="mod">
          <ac:chgData name="MARIA SALAS URBANO" userId="bc2a5f4f-1ff3-43e1-9c04-a7dcd714a090" providerId="ADAL" clId="{2E4E1E6E-A1F7-437D-8F42-B4C7BFCDD5CD}" dt="2023-11-19T17:03:24.779" v="3797" actId="1037"/>
          <ac:spMkLst>
            <pc:docMk/>
            <pc:sldMk cId="442290755" sldId="314"/>
            <ac:spMk id="13" creationId="{A5403D7B-F05D-A46E-F9C9-F7EE28CC18AA}"/>
          </ac:spMkLst>
        </pc:spChg>
        <pc:spChg chg="add mod">
          <ac:chgData name="MARIA SALAS URBANO" userId="bc2a5f4f-1ff3-43e1-9c04-a7dcd714a090" providerId="ADAL" clId="{2E4E1E6E-A1F7-437D-8F42-B4C7BFCDD5CD}" dt="2023-11-19T17:05:43.750" v="3832" actId="1076"/>
          <ac:spMkLst>
            <pc:docMk/>
            <pc:sldMk cId="442290755" sldId="314"/>
            <ac:spMk id="14" creationId="{08241966-ED05-36DE-0AC6-60368678E07C}"/>
          </ac:spMkLst>
        </pc:spChg>
        <pc:spChg chg="add mod">
          <ac:chgData name="MARIA SALAS URBANO" userId="bc2a5f4f-1ff3-43e1-9c04-a7dcd714a090" providerId="ADAL" clId="{2E4E1E6E-A1F7-437D-8F42-B4C7BFCDD5CD}" dt="2023-11-19T17:06:00.777" v="3843" actId="1037"/>
          <ac:spMkLst>
            <pc:docMk/>
            <pc:sldMk cId="442290755" sldId="314"/>
            <ac:spMk id="15" creationId="{2BA10F56-1649-6AC3-82E9-9804C6C15678}"/>
          </ac:spMkLst>
        </pc:spChg>
        <pc:spChg chg="add mod">
          <ac:chgData name="MARIA SALAS URBANO" userId="bc2a5f4f-1ff3-43e1-9c04-a7dcd714a090" providerId="ADAL" clId="{2E4E1E6E-A1F7-437D-8F42-B4C7BFCDD5CD}" dt="2023-11-19T17:06:12.967" v="3846" actId="1037"/>
          <ac:spMkLst>
            <pc:docMk/>
            <pc:sldMk cId="442290755" sldId="314"/>
            <ac:spMk id="16" creationId="{0FE1543B-F75B-2B41-D3DE-FE11A08F6E98}"/>
          </ac:spMkLst>
        </pc:spChg>
        <pc:spChg chg="mod">
          <ac:chgData name="MARIA SALAS URBANO" userId="bc2a5f4f-1ff3-43e1-9c04-a7dcd714a090" providerId="ADAL" clId="{2E4E1E6E-A1F7-437D-8F42-B4C7BFCDD5CD}" dt="2023-11-19T17:11:04.455" v="4009" actId="1036"/>
          <ac:spMkLst>
            <pc:docMk/>
            <pc:sldMk cId="442290755" sldId="314"/>
            <ac:spMk id="17" creationId="{AB298497-CA04-05F0-DD45-D44AB09B4C90}"/>
          </ac:spMkLst>
        </pc:spChg>
        <pc:spChg chg="mod">
          <ac:chgData name="MARIA SALAS URBANO" userId="bc2a5f4f-1ff3-43e1-9c04-a7dcd714a090" providerId="ADAL" clId="{2E4E1E6E-A1F7-437D-8F42-B4C7BFCDD5CD}" dt="2023-11-22T08:39:03.375" v="4801" actId="20577"/>
          <ac:spMkLst>
            <pc:docMk/>
            <pc:sldMk cId="442290755" sldId="314"/>
            <ac:spMk id="18" creationId="{91795108-12C7-3F4F-AF8F-F2D248A3DDAB}"/>
          </ac:spMkLst>
        </pc:spChg>
        <pc:spChg chg="add del mod">
          <ac:chgData name="MARIA SALAS URBANO" userId="bc2a5f4f-1ff3-43e1-9c04-a7dcd714a090" providerId="ADAL" clId="{2E4E1E6E-A1F7-437D-8F42-B4C7BFCDD5CD}" dt="2023-11-19T17:06:19.887" v="3848" actId="478"/>
          <ac:spMkLst>
            <pc:docMk/>
            <pc:sldMk cId="442290755" sldId="314"/>
            <ac:spMk id="19" creationId="{F741954A-E2C0-3CDA-C411-367D9DA9A2F0}"/>
          </ac:spMkLst>
        </pc:spChg>
        <pc:spChg chg="add mod">
          <ac:chgData name="MARIA SALAS URBANO" userId="bc2a5f4f-1ff3-43e1-9c04-a7dcd714a090" providerId="ADAL" clId="{2E4E1E6E-A1F7-437D-8F42-B4C7BFCDD5CD}" dt="2023-11-19T17:06:45.710" v="3859" actId="1037"/>
          <ac:spMkLst>
            <pc:docMk/>
            <pc:sldMk cId="442290755" sldId="314"/>
            <ac:spMk id="20" creationId="{BC204277-D352-271C-3948-557651031A0D}"/>
          </ac:spMkLst>
        </pc:spChg>
        <pc:spChg chg="add mod">
          <ac:chgData name="MARIA SALAS URBANO" userId="bc2a5f4f-1ff3-43e1-9c04-a7dcd714a090" providerId="ADAL" clId="{2E4E1E6E-A1F7-437D-8F42-B4C7BFCDD5CD}" dt="2023-11-19T17:07:00.436" v="3863" actId="1036"/>
          <ac:spMkLst>
            <pc:docMk/>
            <pc:sldMk cId="442290755" sldId="314"/>
            <ac:spMk id="21" creationId="{8B2536E4-48CD-204C-7835-27C14DEFF98F}"/>
          </ac:spMkLst>
        </pc:spChg>
        <pc:spChg chg="add del mod">
          <ac:chgData name="MARIA SALAS URBANO" userId="bc2a5f4f-1ff3-43e1-9c04-a7dcd714a090" providerId="ADAL" clId="{2E4E1E6E-A1F7-437D-8F42-B4C7BFCDD5CD}" dt="2023-11-19T17:09:44.181" v="3926" actId="478"/>
          <ac:spMkLst>
            <pc:docMk/>
            <pc:sldMk cId="442290755" sldId="314"/>
            <ac:spMk id="24" creationId="{97762296-3BB3-DF1E-DF0C-5E5D30381BB8}"/>
          </ac:spMkLst>
        </pc:spChg>
        <pc:picChg chg="mod">
          <ac:chgData name="MARIA SALAS URBANO" userId="bc2a5f4f-1ff3-43e1-9c04-a7dcd714a090" providerId="ADAL" clId="{2E4E1E6E-A1F7-437D-8F42-B4C7BFCDD5CD}" dt="2023-11-19T17:02:13.025" v="3753" actId="1035"/>
          <ac:picMkLst>
            <pc:docMk/>
            <pc:sldMk cId="442290755" sldId="314"/>
            <ac:picMk id="22" creationId="{C8FDF0D5-6B4F-7BDA-790C-F95DCAC6F55E}"/>
          </ac:picMkLst>
        </pc:picChg>
        <pc:cxnChg chg="mod">
          <ac:chgData name="MARIA SALAS URBANO" userId="bc2a5f4f-1ff3-43e1-9c04-a7dcd714a090" providerId="ADAL" clId="{2E4E1E6E-A1F7-437D-8F42-B4C7BFCDD5CD}" dt="2023-11-19T17:01:48.683" v="3724" actId="1035"/>
          <ac:cxnSpMkLst>
            <pc:docMk/>
            <pc:sldMk cId="442290755" sldId="314"/>
            <ac:cxnSpMk id="6" creationId="{21971B74-EEA8-8406-25B3-EDDFE5D3D1CD}"/>
          </ac:cxnSpMkLst>
        </pc:cxnChg>
      </pc:sldChg>
      <pc:sldChg chg="modSp mod">
        <pc:chgData name="MARIA SALAS URBANO" userId="bc2a5f4f-1ff3-43e1-9c04-a7dcd714a090" providerId="ADAL" clId="{2E4E1E6E-A1F7-437D-8F42-B4C7BFCDD5CD}" dt="2023-11-19T17:24:10.801" v="4566" actId="20577"/>
        <pc:sldMkLst>
          <pc:docMk/>
          <pc:sldMk cId="2414270915" sldId="315"/>
        </pc:sldMkLst>
        <pc:spChg chg="mod">
          <ac:chgData name="MARIA SALAS URBANO" userId="bc2a5f4f-1ff3-43e1-9c04-a7dcd714a090" providerId="ADAL" clId="{2E4E1E6E-A1F7-437D-8F42-B4C7BFCDD5CD}" dt="2023-11-19T17:24:10.801" v="4566" actId="20577"/>
          <ac:spMkLst>
            <pc:docMk/>
            <pc:sldMk cId="2414270915" sldId="315"/>
            <ac:spMk id="4" creationId="{11AB3030-9C34-524D-A7B2-EC150209F158}"/>
          </ac:spMkLst>
        </pc:spChg>
      </pc:sldChg>
      <pc:sldChg chg="modSp mod modAnim modNotesTx">
        <pc:chgData name="MARIA SALAS URBANO" userId="bc2a5f4f-1ff3-43e1-9c04-a7dcd714a090" providerId="ADAL" clId="{2E4E1E6E-A1F7-437D-8F42-B4C7BFCDD5CD}" dt="2023-11-27T15:47:11.060" v="5123"/>
        <pc:sldMkLst>
          <pc:docMk/>
          <pc:sldMk cId="2467763920" sldId="316"/>
        </pc:sldMkLst>
        <pc:spChg chg="mod">
          <ac:chgData name="MARIA SALAS URBANO" userId="bc2a5f4f-1ff3-43e1-9c04-a7dcd714a090" providerId="ADAL" clId="{2E4E1E6E-A1F7-437D-8F42-B4C7BFCDD5CD}" dt="2023-11-22T05:00:07.686" v="4766" actId="20577"/>
          <ac:spMkLst>
            <pc:docMk/>
            <pc:sldMk cId="2467763920" sldId="316"/>
            <ac:spMk id="3" creationId="{C3B6FA41-7BC6-976A-61EA-FCA7B3D217AF}"/>
          </ac:spMkLst>
        </pc:spChg>
      </pc:sldChg>
      <pc:sldChg chg="modSp mod modNotesTx">
        <pc:chgData name="MARIA SALAS URBANO" userId="bc2a5f4f-1ff3-43e1-9c04-a7dcd714a090" providerId="ADAL" clId="{2E4E1E6E-A1F7-437D-8F42-B4C7BFCDD5CD}" dt="2023-11-19T15:26:32.124" v="1691" actId="20577"/>
        <pc:sldMkLst>
          <pc:docMk/>
          <pc:sldMk cId="169283943" sldId="317"/>
        </pc:sldMkLst>
        <pc:spChg chg="mod">
          <ac:chgData name="MARIA SALAS URBANO" userId="bc2a5f4f-1ff3-43e1-9c04-a7dcd714a090" providerId="ADAL" clId="{2E4E1E6E-A1F7-437D-8F42-B4C7BFCDD5CD}" dt="2023-11-18T11:35:06.694" v="1104" actId="1037"/>
          <ac:spMkLst>
            <pc:docMk/>
            <pc:sldMk cId="169283943" sldId="317"/>
            <ac:spMk id="19" creationId="{364E4C89-B663-FEAD-F07A-48D266C85FE1}"/>
          </ac:spMkLst>
        </pc:spChg>
      </pc:sldChg>
      <pc:sldChg chg="addSp delSp modSp mod modNotesTx">
        <pc:chgData name="MARIA SALAS URBANO" userId="bc2a5f4f-1ff3-43e1-9c04-a7dcd714a090" providerId="ADAL" clId="{2E4E1E6E-A1F7-437D-8F42-B4C7BFCDD5CD}" dt="2023-11-22T05:15:51.737" v="4795" actId="1038"/>
        <pc:sldMkLst>
          <pc:docMk/>
          <pc:sldMk cId="2450983011" sldId="318"/>
        </pc:sldMkLst>
        <pc:spChg chg="add mod">
          <ac:chgData name="MARIA SALAS URBANO" userId="bc2a5f4f-1ff3-43e1-9c04-a7dcd714a090" providerId="ADAL" clId="{2E4E1E6E-A1F7-437D-8F42-B4C7BFCDD5CD}" dt="2023-11-18T11:43:46.990" v="1521" actId="20577"/>
          <ac:spMkLst>
            <pc:docMk/>
            <pc:sldMk cId="2450983011" sldId="318"/>
            <ac:spMk id="8" creationId="{DFF0FBBB-A87A-3AE5-DC8E-61A7BB7C5701}"/>
          </ac:spMkLst>
        </pc:spChg>
        <pc:spChg chg="mod">
          <ac:chgData name="MARIA SALAS URBANO" userId="bc2a5f4f-1ff3-43e1-9c04-a7dcd714a090" providerId="ADAL" clId="{2E4E1E6E-A1F7-437D-8F42-B4C7BFCDD5CD}" dt="2023-11-22T05:15:51.737" v="4795" actId="1038"/>
          <ac:spMkLst>
            <pc:docMk/>
            <pc:sldMk cId="2450983011" sldId="318"/>
            <ac:spMk id="13" creationId="{ADE33407-B286-B776-352A-2477F8A0B5F4}"/>
          </ac:spMkLst>
        </pc:spChg>
        <pc:spChg chg="mod">
          <ac:chgData name="MARIA SALAS URBANO" userId="bc2a5f4f-1ff3-43e1-9c04-a7dcd714a090" providerId="ADAL" clId="{2E4E1E6E-A1F7-437D-8F42-B4C7BFCDD5CD}" dt="2023-11-18T11:43:52.502" v="1523" actId="20577"/>
          <ac:spMkLst>
            <pc:docMk/>
            <pc:sldMk cId="2450983011" sldId="318"/>
            <ac:spMk id="14" creationId="{DDB0223D-BA83-A80A-5BC0-AFD40D22228C}"/>
          </ac:spMkLst>
        </pc:spChg>
        <pc:spChg chg="mod">
          <ac:chgData name="MARIA SALAS URBANO" userId="bc2a5f4f-1ff3-43e1-9c04-a7dcd714a090" providerId="ADAL" clId="{2E4E1E6E-A1F7-437D-8F42-B4C7BFCDD5CD}" dt="2023-11-18T11:40:53.404" v="1453" actId="20577"/>
          <ac:spMkLst>
            <pc:docMk/>
            <pc:sldMk cId="2450983011" sldId="318"/>
            <ac:spMk id="15" creationId="{5DDEE6F8-EBFE-2DEA-A14C-8E56E7D1D245}"/>
          </ac:spMkLst>
        </pc:spChg>
        <pc:spChg chg="del">
          <ac:chgData name="MARIA SALAS URBANO" userId="bc2a5f4f-1ff3-43e1-9c04-a7dcd714a090" providerId="ADAL" clId="{2E4E1E6E-A1F7-437D-8F42-B4C7BFCDD5CD}" dt="2023-11-18T11:40:57.688" v="1454" actId="478"/>
          <ac:spMkLst>
            <pc:docMk/>
            <pc:sldMk cId="2450983011" sldId="318"/>
            <ac:spMk id="16" creationId="{1AC53968-4DD0-34B8-0F17-E8283BF7D8DE}"/>
          </ac:spMkLst>
        </pc:spChg>
        <pc:spChg chg="del">
          <ac:chgData name="MARIA SALAS URBANO" userId="bc2a5f4f-1ff3-43e1-9c04-a7dcd714a090" providerId="ADAL" clId="{2E4E1E6E-A1F7-437D-8F42-B4C7BFCDD5CD}" dt="2023-11-18T11:42:46.230" v="1495" actId="478"/>
          <ac:spMkLst>
            <pc:docMk/>
            <pc:sldMk cId="2450983011" sldId="318"/>
            <ac:spMk id="17" creationId="{A5080D7D-9504-672F-4B19-BBCF3CF6D0DF}"/>
          </ac:spMkLst>
        </pc:spChg>
        <pc:spChg chg="del">
          <ac:chgData name="MARIA SALAS URBANO" userId="bc2a5f4f-1ff3-43e1-9c04-a7dcd714a090" providerId="ADAL" clId="{2E4E1E6E-A1F7-437D-8F42-B4C7BFCDD5CD}" dt="2023-11-18T11:43:23.047" v="1510" actId="478"/>
          <ac:spMkLst>
            <pc:docMk/>
            <pc:sldMk cId="2450983011" sldId="318"/>
            <ac:spMk id="18" creationId="{977672F9-7E4A-7F33-8344-2BDAD44BDC50}"/>
          </ac:spMkLst>
        </pc:spChg>
        <pc:spChg chg="add mod">
          <ac:chgData name="MARIA SALAS URBANO" userId="bc2a5f4f-1ff3-43e1-9c04-a7dcd714a090" providerId="ADAL" clId="{2E4E1E6E-A1F7-437D-8F42-B4C7BFCDD5CD}" dt="2023-11-18T11:41:47.001" v="1468" actId="1076"/>
          <ac:spMkLst>
            <pc:docMk/>
            <pc:sldMk cId="2450983011" sldId="318"/>
            <ac:spMk id="20" creationId="{7455F226-253B-9BA1-8250-CFAA782A282E}"/>
          </ac:spMkLst>
        </pc:spChg>
        <pc:spChg chg="del">
          <ac:chgData name="MARIA SALAS URBANO" userId="bc2a5f4f-1ff3-43e1-9c04-a7dcd714a090" providerId="ADAL" clId="{2E4E1E6E-A1F7-437D-8F42-B4C7BFCDD5CD}" dt="2023-11-18T11:42:58.533" v="1498" actId="478"/>
          <ac:spMkLst>
            <pc:docMk/>
            <pc:sldMk cId="2450983011" sldId="318"/>
            <ac:spMk id="21" creationId="{EBE5EDBF-58FB-13F2-60DF-4A8BF30E43BA}"/>
          </ac:spMkLst>
        </pc:spChg>
        <pc:spChg chg="del">
          <ac:chgData name="MARIA SALAS URBANO" userId="bc2a5f4f-1ff3-43e1-9c04-a7dcd714a090" providerId="ADAL" clId="{2E4E1E6E-A1F7-437D-8F42-B4C7BFCDD5CD}" dt="2023-11-18T11:44:31.257" v="1538" actId="478"/>
          <ac:spMkLst>
            <pc:docMk/>
            <pc:sldMk cId="2450983011" sldId="318"/>
            <ac:spMk id="22" creationId="{6CB1021D-86D0-C3AF-8540-04B394813D51}"/>
          </ac:spMkLst>
        </pc:spChg>
        <pc:spChg chg="del">
          <ac:chgData name="MARIA SALAS URBANO" userId="bc2a5f4f-1ff3-43e1-9c04-a7dcd714a090" providerId="ADAL" clId="{2E4E1E6E-A1F7-437D-8F42-B4C7BFCDD5CD}" dt="2023-11-18T11:45:13.188" v="1553" actId="478"/>
          <ac:spMkLst>
            <pc:docMk/>
            <pc:sldMk cId="2450983011" sldId="318"/>
            <ac:spMk id="23" creationId="{5AB11665-D6A1-D07A-8BB7-71B62F5ADAE4}"/>
          </ac:spMkLst>
        </pc:spChg>
        <pc:spChg chg="del">
          <ac:chgData name="MARIA SALAS URBANO" userId="bc2a5f4f-1ff3-43e1-9c04-a7dcd714a090" providerId="ADAL" clId="{2E4E1E6E-A1F7-437D-8F42-B4C7BFCDD5CD}" dt="2023-11-19T15:21:38.962" v="1574" actId="478"/>
          <ac:spMkLst>
            <pc:docMk/>
            <pc:sldMk cId="2450983011" sldId="318"/>
            <ac:spMk id="24" creationId="{77691F86-4530-1F1D-50F5-F64BE085F1CD}"/>
          </ac:spMkLst>
        </pc:spChg>
        <pc:spChg chg="del">
          <ac:chgData name="MARIA SALAS URBANO" userId="bc2a5f4f-1ff3-43e1-9c04-a7dcd714a090" providerId="ADAL" clId="{2E4E1E6E-A1F7-437D-8F42-B4C7BFCDD5CD}" dt="2023-11-19T15:22:24.596" v="1586" actId="478"/>
          <ac:spMkLst>
            <pc:docMk/>
            <pc:sldMk cId="2450983011" sldId="318"/>
            <ac:spMk id="25" creationId="{E28B0C28-847A-7E57-69A6-BD942BCA63C1}"/>
          </ac:spMkLst>
        </pc:spChg>
        <pc:spChg chg="del">
          <ac:chgData name="MARIA SALAS URBANO" userId="bc2a5f4f-1ff3-43e1-9c04-a7dcd714a090" providerId="ADAL" clId="{2E4E1E6E-A1F7-437D-8F42-B4C7BFCDD5CD}" dt="2023-11-19T15:22:01.714" v="1580" actId="478"/>
          <ac:spMkLst>
            <pc:docMk/>
            <pc:sldMk cId="2450983011" sldId="318"/>
            <ac:spMk id="26" creationId="{B9477B68-CB0B-CFA8-747A-CEB04C24D354}"/>
          </ac:spMkLst>
        </pc:spChg>
        <pc:spChg chg="del">
          <ac:chgData name="MARIA SALAS URBANO" userId="bc2a5f4f-1ff3-43e1-9c04-a7dcd714a090" providerId="ADAL" clId="{2E4E1E6E-A1F7-437D-8F42-B4C7BFCDD5CD}" dt="2023-11-19T15:22:44.695" v="1599" actId="478"/>
          <ac:spMkLst>
            <pc:docMk/>
            <pc:sldMk cId="2450983011" sldId="318"/>
            <ac:spMk id="27" creationId="{62001B46-34AA-D97C-F9C5-7CDD96D1A80B}"/>
          </ac:spMkLst>
        </pc:spChg>
        <pc:spChg chg="add mod">
          <ac:chgData name="MARIA SALAS URBANO" userId="bc2a5f4f-1ff3-43e1-9c04-a7dcd714a090" providerId="ADAL" clId="{2E4E1E6E-A1F7-437D-8F42-B4C7BFCDD5CD}" dt="2023-11-18T11:41:57.330" v="1474" actId="1076"/>
          <ac:spMkLst>
            <pc:docMk/>
            <pc:sldMk cId="2450983011" sldId="318"/>
            <ac:spMk id="28" creationId="{7AEE01C0-3F0E-48EB-09CA-D91EE98B9C21}"/>
          </ac:spMkLst>
        </pc:spChg>
        <pc:spChg chg="add del mod">
          <ac:chgData name="MARIA SALAS URBANO" userId="bc2a5f4f-1ff3-43e1-9c04-a7dcd714a090" providerId="ADAL" clId="{2E4E1E6E-A1F7-437D-8F42-B4C7BFCDD5CD}" dt="2023-11-18T11:43:43.470" v="1518" actId="20577"/>
          <ac:spMkLst>
            <pc:docMk/>
            <pc:sldMk cId="2450983011" sldId="318"/>
            <ac:spMk id="29" creationId="{6474A889-8DC8-67C1-F8A7-570BC7643166}"/>
          </ac:spMkLst>
        </pc:spChg>
        <pc:spChg chg="add mod">
          <ac:chgData name="MARIA SALAS URBANO" userId="bc2a5f4f-1ff3-43e1-9c04-a7dcd714a090" providerId="ADAL" clId="{2E4E1E6E-A1F7-437D-8F42-B4C7BFCDD5CD}" dt="2023-11-18T11:43:59.619" v="1524" actId="20577"/>
          <ac:spMkLst>
            <pc:docMk/>
            <pc:sldMk cId="2450983011" sldId="318"/>
            <ac:spMk id="30" creationId="{50FB5400-2437-3856-82C2-67ABF3BAA5A4}"/>
          </ac:spMkLst>
        </pc:spChg>
        <pc:spChg chg="add mod">
          <ac:chgData name="MARIA SALAS URBANO" userId="bc2a5f4f-1ff3-43e1-9c04-a7dcd714a090" providerId="ADAL" clId="{2E4E1E6E-A1F7-437D-8F42-B4C7BFCDD5CD}" dt="2023-11-18T11:44:08.277" v="1533" actId="20577"/>
          <ac:spMkLst>
            <pc:docMk/>
            <pc:sldMk cId="2450983011" sldId="318"/>
            <ac:spMk id="31" creationId="{017C1879-AC4D-206E-79A2-CE988CBA07D4}"/>
          </ac:spMkLst>
        </pc:spChg>
        <pc:spChg chg="add mod">
          <ac:chgData name="MARIA SALAS URBANO" userId="bc2a5f4f-1ff3-43e1-9c04-a7dcd714a090" providerId="ADAL" clId="{2E4E1E6E-A1F7-437D-8F42-B4C7BFCDD5CD}" dt="2023-11-18T11:42:30.322" v="1488" actId="1076"/>
          <ac:spMkLst>
            <pc:docMk/>
            <pc:sldMk cId="2450983011" sldId="318"/>
            <ac:spMk id="32" creationId="{D761DF66-08FB-E2D2-FE6A-39A7A11F7746}"/>
          </ac:spMkLst>
        </pc:spChg>
        <pc:spChg chg="add mod">
          <ac:chgData name="MARIA SALAS URBANO" userId="bc2a5f4f-1ff3-43e1-9c04-a7dcd714a090" providerId="ADAL" clId="{2E4E1E6E-A1F7-437D-8F42-B4C7BFCDD5CD}" dt="2023-11-18T11:44:59.473" v="1548" actId="1076"/>
          <ac:spMkLst>
            <pc:docMk/>
            <pc:sldMk cId="2450983011" sldId="318"/>
            <ac:spMk id="36" creationId="{8EED5B93-B396-CBA8-7075-5DCDA198E9B1}"/>
          </ac:spMkLst>
        </pc:spChg>
        <pc:spChg chg="add mod">
          <ac:chgData name="MARIA SALAS URBANO" userId="bc2a5f4f-1ff3-43e1-9c04-a7dcd714a090" providerId="ADAL" clId="{2E4E1E6E-A1F7-437D-8F42-B4C7BFCDD5CD}" dt="2023-11-18T11:44:17.437" v="1534" actId="20577"/>
          <ac:spMkLst>
            <pc:docMk/>
            <pc:sldMk cId="2450983011" sldId="318"/>
            <ac:spMk id="38" creationId="{3ACED2FF-E204-F64C-03DA-2E869E44B194}"/>
          </ac:spMkLst>
        </pc:spChg>
        <pc:spChg chg="add mod">
          <ac:chgData name="MARIA SALAS URBANO" userId="bc2a5f4f-1ff3-43e1-9c04-a7dcd714a090" providerId="ADAL" clId="{2E4E1E6E-A1F7-437D-8F42-B4C7BFCDD5CD}" dt="2023-11-18T11:43:12.096" v="1505" actId="20577"/>
          <ac:spMkLst>
            <pc:docMk/>
            <pc:sldMk cId="2450983011" sldId="318"/>
            <ac:spMk id="40" creationId="{F04D2436-FEA7-82CB-10EB-7418F8AF8D24}"/>
          </ac:spMkLst>
        </pc:spChg>
        <pc:spChg chg="add mod">
          <ac:chgData name="MARIA SALAS URBANO" userId="bc2a5f4f-1ff3-43e1-9c04-a7dcd714a090" providerId="ADAL" clId="{2E4E1E6E-A1F7-437D-8F42-B4C7BFCDD5CD}" dt="2023-11-18T11:45:30.314" v="1564" actId="20577"/>
          <ac:spMkLst>
            <pc:docMk/>
            <pc:sldMk cId="2450983011" sldId="318"/>
            <ac:spMk id="41" creationId="{3EA9056B-E6D5-4D83-C79F-322EFFC70F2F}"/>
          </ac:spMkLst>
        </pc:spChg>
        <pc:spChg chg="add mod">
          <ac:chgData name="MARIA SALAS URBANO" userId="bc2a5f4f-1ff3-43e1-9c04-a7dcd714a090" providerId="ADAL" clId="{2E4E1E6E-A1F7-437D-8F42-B4C7BFCDD5CD}" dt="2023-11-18T11:44:52.304" v="1545" actId="20577"/>
          <ac:spMkLst>
            <pc:docMk/>
            <pc:sldMk cId="2450983011" sldId="318"/>
            <ac:spMk id="42" creationId="{2B4710BA-23B8-2E48-B1C7-442D6DCCD2FC}"/>
          </ac:spMkLst>
        </pc:spChg>
        <pc:spChg chg="add mod">
          <ac:chgData name="MARIA SALAS URBANO" userId="bc2a5f4f-1ff3-43e1-9c04-a7dcd714a090" providerId="ADAL" clId="{2E4E1E6E-A1F7-437D-8F42-B4C7BFCDD5CD}" dt="2023-11-18T11:45:08.520" v="1552" actId="20577"/>
          <ac:spMkLst>
            <pc:docMk/>
            <pc:sldMk cId="2450983011" sldId="318"/>
            <ac:spMk id="43" creationId="{3A30628D-A9DA-7B6E-12E8-1F6DD21878B4}"/>
          </ac:spMkLst>
        </pc:spChg>
        <pc:spChg chg="add mod">
          <ac:chgData name="MARIA SALAS URBANO" userId="bc2a5f4f-1ff3-43e1-9c04-a7dcd714a090" providerId="ADAL" clId="{2E4E1E6E-A1F7-437D-8F42-B4C7BFCDD5CD}" dt="2023-11-19T15:21:12.889" v="1568" actId="20577"/>
          <ac:spMkLst>
            <pc:docMk/>
            <pc:sldMk cId="2450983011" sldId="318"/>
            <ac:spMk id="45" creationId="{34CC2B6A-2775-7072-0820-3BF822937A81}"/>
          </ac:spMkLst>
        </pc:spChg>
        <pc:spChg chg="add mod">
          <ac:chgData name="MARIA SALAS URBANO" userId="bc2a5f4f-1ff3-43e1-9c04-a7dcd714a090" providerId="ADAL" clId="{2E4E1E6E-A1F7-437D-8F42-B4C7BFCDD5CD}" dt="2023-11-19T15:21:25.729" v="1571" actId="1076"/>
          <ac:spMkLst>
            <pc:docMk/>
            <pc:sldMk cId="2450983011" sldId="318"/>
            <ac:spMk id="46" creationId="{DEDB59B5-A9FD-B7B2-E356-578BE5B32D60}"/>
          </ac:spMkLst>
        </pc:spChg>
        <pc:spChg chg="add mod">
          <ac:chgData name="MARIA SALAS URBANO" userId="bc2a5f4f-1ff3-43e1-9c04-a7dcd714a090" providerId="ADAL" clId="{2E4E1E6E-A1F7-437D-8F42-B4C7BFCDD5CD}" dt="2023-11-19T15:25:05.940" v="1654" actId="1036"/>
          <ac:spMkLst>
            <pc:docMk/>
            <pc:sldMk cId="2450983011" sldId="318"/>
            <ac:spMk id="48" creationId="{299B9213-0FC0-C8A3-1C2E-455E626706CE}"/>
          </ac:spMkLst>
        </pc:spChg>
        <pc:spChg chg="add mod">
          <ac:chgData name="MARIA SALAS URBANO" userId="bc2a5f4f-1ff3-43e1-9c04-a7dcd714a090" providerId="ADAL" clId="{2E4E1E6E-A1F7-437D-8F42-B4C7BFCDD5CD}" dt="2023-11-19T15:25:05.940" v="1654" actId="1036"/>
          <ac:spMkLst>
            <pc:docMk/>
            <pc:sldMk cId="2450983011" sldId="318"/>
            <ac:spMk id="49" creationId="{0CBD236B-470B-3B0E-A240-7B9F2B3F1791}"/>
          </ac:spMkLst>
        </pc:spChg>
        <pc:spChg chg="add mod">
          <ac:chgData name="MARIA SALAS URBANO" userId="bc2a5f4f-1ff3-43e1-9c04-a7dcd714a090" providerId="ADAL" clId="{2E4E1E6E-A1F7-437D-8F42-B4C7BFCDD5CD}" dt="2023-11-19T15:25:05.940" v="1654" actId="1036"/>
          <ac:spMkLst>
            <pc:docMk/>
            <pc:sldMk cId="2450983011" sldId="318"/>
            <ac:spMk id="51" creationId="{C4D36135-AE93-9068-96A5-8F5109B54A6D}"/>
          </ac:spMkLst>
        </pc:spChg>
        <pc:spChg chg="add mod">
          <ac:chgData name="MARIA SALAS URBANO" userId="bc2a5f4f-1ff3-43e1-9c04-a7dcd714a090" providerId="ADAL" clId="{2E4E1E6E-A1F7-437D-8F42-B4C7BFCDD5CD}" dt="2023-11-19T15:25:05.940" v="1654" actId="1036"/>
          <ac:spMkLst>
            <pc:docMk/>
            <pc:sldMk cId="2450983011" sldId="318"/>
            <ac:spMk id="52" creationId="{1569EF76-2828-5ED9-797E-59D6E5D91B93}"/>
          </ac:spMkLst>
        </pc:spChg>
        <pc:spChg chg="add mod">
          <ac:chgData name="MARIA SALAS URBANO" userId="bc2a5f4f-1ff3-43e1-9c04-a7dcd714a090" providerId="ADAL" clId="{2E4E1E6E-A1F7-437D-8F42-B4C7BFCDD5CD}" dt="2023-11-19T15:25:05.940" v="1654" actId="1036"/>
          <ac:spMkLst>
            <pc:docMk/>
            <pc:sldMk cId="2450983011" sldId="318"/>
            <ac:spMk id="54" creationId="{4052A387-EA8A-7D99-9610-6E4A8D19B954}"/>
          </ac:spMkLst>
        </pc:spChg>
        <pc:spChg chg="add mod">
          <ac:chgData name="MARIA SALAS URBANO" userId="bc2a5f4f-1ff3-43e1-9c04-a7dcd714a090" providerId="ADAL" clId="{2E4E1E6E-A1F7-437D-8F42-B4C7BFCDD5CD}" dt="2023-11-19T15:25:05.940" v="1654" actId="1036"/>
          <ac:spMkLst>
            <pc:docMk/>
            <pc:sldMk cId="2450983011" sldId="318"/>
            <ac:spMk id="55" creationId="{621EE2DC-B5E0-E552-9897-F8526AD59C48}"/>
          </ac:spMkLst>
        </pc:spChg>
        <pc:spChg chg="add mod">
          <ac:chgData name="MARIA SALAS URBANO" userId="bc2a5f4f-1ff3-43e1-9c04-a7dcd714a090" providerId="ADAL" clId="{2E4E1E6E-A1F7-437D-8F42-B4C7BFCDD5CD}" dt="2023-11-19T15:25:05.940" v="1654" actId="1036"/>
          <ac:spMkLst>
            <pc:docMk/>
            <pc:sldMk cId="2450983011" sldId="318"/>
            <ac:spMk id="57" creationId="{64D30A35-CADA-097A-10BE-C5209A32BC99}"/>
          </ac:spMkLst>
        </pc:spChg>
        <pc:spChg chg="add mod">
          <ac:chgData name="MARIA SALAS URBANO" userId="bc2a5f4f-1ff3-43e1-9c04-a7dcd714a090" providerId="ADAL" clId="{2E4E1E6E-A1F7-437D-8F42-B4C7BFCDD5CD}" dt="2023-11-19T15:25:05.940" v="1654" actId="1036"/>
          <ac:spMkLst>
            <pc:docMk/>
            <pc:sldMk cId="2450983011" sldId="318"/>
            <ac:spMk id="58" creationId="{7695A022-5E13-7E69-5227-A636C5054959}"/>
          </ac:spMkLst>
        </pc:spChg>
        <pc:cxnChg chg="mod">
          <ac:chgData name="MARIA SALAS URBANO" userId="bc2a5f4f-1ff3-43e1-9c04-a7dcd714a090" providerId="ADAL" clId="{2E4E1E6E-A1F7-437D-8F42-B4C7BFCDD5CD}" dt="2023-11-18T11:42:40.631" v="1493" actId="1037"/>
          <ac:cxnSpMkLst>
            <pc:docMk/>
            <pc:sldMk cId="2450983011" sldId="318"/>
            <ac:cxnSpMk id="33" creationId="{EA58555F-0E8E-D09C-920A-17A7D5328CA1}"/>
          </ac:cxnSpMkLst>
        </pc:cxnChg>
        <pc:cxnChg chg="mod">
          <ac:chgData name="MARIA SALAS URBANO" userId="bc2a5f4f-1ff3-43e1-9c04-a7dcd714a090" providerId="ADAL" clId="{2E4E1E6E-A1F7-437D-8F42-B4C7BFCDD5CD}" dt="2023-11-18T11:42:58.533" v="1498" actId="478"/>
          <ac:cxnSpMkLst>
            <pc:docMk/>
            <pc:sldMk cId="2450983011" sldId="318"/>
            <ac:cxnSpMk id="35" creationId="{D284CF11-8842-47E9-0CF2-94745FDC8C6B}"/>
          </ac:cxnSpMkLst>
        </pc:cxnChg>
        <pc:cxnChg chg="mod">
          <ac:chgData name="MARIA SALAS URBANO" userId="bc2a5f4f-1ff3-43e1-9c04-a7dcd714a090" providerId="ADAL" clId="{2E4E1E6E-A1F7-437D-8F42-B4C7BFCDD5CD}" dt="2023-11-18T11:44:31.257" v="1538" actId="478"/>
          <ac:cxnSpMkLst>
            <pc:docMk/>
            <pc:sldMk cId="2450983011" sldId="318"/>
            <ac:cxnSpMk id="37" creationId="{C4524409-5961-2F9C-EF06-3F95D8F5E742}"/>
          </ac:cxnSpMkLst>
        </pc:cxnChg>
        <pc:cxnChg chg="mod">
          <ac:chgData name="MARIA SALAS URBANO" userId="bc2a5f4f-1ff3-43e1-9c04-a7dcd714a090" providerId="ADAL" clId="{2E4E1E6E-A1F7-437D-8F42-B4C7BFCDD5CD}" dt="2023-11-18T11:45:13.188" v="1553" actId="478"/>
          <ac:cxnSpMkLst>
            <pc:docMk/>
            <pc:sldMk cId="2450983011" sldId="318"/>
            <ac:cxnSpMk id="39" creationId="{EA6BB15E-0105-020C-3970-AA36D1608BC6}"/>
          </ac:cxnSpMkLst>
        </pc:cxnChg>
        <pc:cxnChg chg="mod">
          <ac:chgData name="MARIA SALAS URBANO" userId="bc2a5f4f-1ff3-43e1-9c04-a7dcd714a090" providerId="ADAL" clId="{2E4E1E6E-A1F7-437D-8F42-B4C7BFCDD5CD}" dt="2023-11-18T11:43:23.047" v="1510" actId="478"/>
          <ac:cxnSpMkLst>
            <pc:docMk/>
            <pc:sldMk cId="2450983011" sldId="318"/>
            <ac:cxnSpMk id="44" creationId="{11E190AD-701C-9F7C-62CA-175F74D0C617}"/>
          </ac:cxnSpMkLst>
        </pc:cxnChg>
        <pc:cxnChg chg="mod">
          <ac:chgData name="MARIA SALAS URBANO" userId="bc2a5f4f-1ff3-43e1-9c04-a7dcd714a090" providerId="ADAL" clId="{2E4E1E6E-A1F7-437D-8F42-B4C7BFCDD5CD}" dt="2023-11-18T11:43:23.047" v="1510" actId="478"/>
          <ac:cxnSpMkLst>
            <pc:docMk/>
            <pc:sldMk cId="2450983011" sldId="318"/>
            <ac:cxnSpMk id="47" creationId="{9D5857F7-2A20-0243-FF66-EF565FD70C7C}"/>
          </ac:cxnSpMkLst>
        </pc:cxnChg>
        <pc:cxnChg chg="mod">
          <ac:chgData name="MARIA SALAS URBANO" userId="bc2a5f4f-1ff3-43e1-9c04-a7dcd714a090" providerId="ADAL" clId="{2E4E1E6E-A1F7-437D-8F42-B4C7BFCDD5CD}" dt="2023-11-18T11:45:13.188" v="1553" actId="478"/>
          <ac:cxnSpMkLst>
            <pc:docMk/>
            <pc:sldMk cId="2450983011" sldId="318"/>
            <ac:cxnSpMk id="50" creationId="{67F77FD9-9C0E-60C2-FD3F-FD71484E20C3}"/>
          </ac:cxnSpMkLst>
        </pc:cxnChg>
        <pc:cxnChg chg="mod">
          <ac:chgData name="MARIA SALAS URBANO" userId="bc2a5f4f-1ff3-43e1-9c04-a7dcd714a090" providerId="ADAL" clId="{2E4E1E6E-A1F7-437D-8F42-B4C7BFCDD5CD}" dt="2023-11-19T15:25:05.940" v="1654" actId="1036"/>
          <ac:cxnSpMkLst>
            <pc:docMk/>
            <pc:sldMk cId="2450983011" sldId="318"/>
            <ac:cxnSpMk id="53" creationId="{7C448893-E475-8DE6-C46C-08409DFD121F}"/>
          </ac:cxnSpMkLst>
        </pc:cxnChg>
        <pc:cxnChg chg="mod">
          <ac:chgData name="MARIA SALAS URBANO" userId="bc2a5f4f-1ff3-43e1-9c04-a7dcd714a090" providerId="ADAL" clId="{2E4E1E6E-A1F7-437D-8F42-B4C7BFCDD5CD}" dt="2023-11-19T15:25:05.940" v="1654" actId="1036"/>
          <ac:cxnSpMkLst>
            <pc:docMk/>
            <pc:sldMk cId="2450983011" sldId="318"/>
            <ac:cxnSpMk id="56" creationId="{C2E91205-8ECA-FCA6-EE36-B473E4E2C055}"/>
          </ac:cxnSpMkLst>
        </pc:cxnChg>
        <pc:cxnChg chg="mod">
          <ac:chgData name="MARIA SALAS URBANO" userId="bc2a5f4f-1ff3-43e1-9c04-a7dcd714a090" providerId="ADAL" clId="{2E4E1E6E-A1F7-437D-8F42-B4C7BFCDD5CD}" dt="2023-11-19T15:25:05.940" v="1654" actId="1036"/>
          <ac:cxnSpMkLst>
            <pc:docMk/>
            <pc:sldMk cId="2450983011" sldId="318"/>
            <ac:cxnSpMk id="59" creationId="{A44075C0-F5AC-4069-473D-BCBBE59A4B3C}"/>
          </ac:cxnSpMkLst>
        </pc:cxnChg>
        <pc:cxnChg chg="mod">
          <ac:chgData name="MARIA SALAS URBANO" userId="bc2a5f4f-1ff3-43e1-9c04-a7dcd714a090" providerId="ADAL" clId="{2E4E1E6E-A1F7-437D-8F42-B4C7BFCDD5CD}" dt="2023-11-19T15:25:05.940" v="1654" actId="1036"/>
          <ac:cxnSpMkLst>
            <pc:docMk/>
            <pc:sldMk cId="2450983011" sldId="318"/>
            <ac:cxnSpMk id="62" creationId="{DA686989-AC2A-122B-DD6E-90B9D0EDF094}"/>
          </ac:cxnSpMkLst>
        </pc:cxnChg>
      </pc:sldChg>
      <pc:sldChg chg="addSp delSp modSp mod modNotesTx">
        <pc:chgData name="MARIA SALAS URBANO" userId="bc2a5f4f-1ff3-43e1-9c04-a7dcd714a090" providerId="ADAL" clId="{2E4E1E6E-A1F7-437D-8F42-B4C7BFCDD5CD}" dt="2023-11-19T15:30:02.233" v="2049" actId="20577"/>
        <pc:sldMkLst>
          <pc:docMk/>
          <pc:sldMk cId="1916268990" sldId="319"/>
        </pc:sldMkLst>
        <pc:spChg chg="add mod">
          <ac:chgData name="MARIA SALAS URBANO" userId="bc2a5f4f-1ff3-43e1-9c04-a7dcd714a090" providerId="ADAL" clId="{2E4E1E6E-A1F7-437D-8F42-B4C7BFCDD5CD}" dt="2023-11-19T15:25:34.148" v="1657" actId="1076"/>
          <ac:spMkLst>
            <pc:docMk/>
            <pc:sldMk cId="1916268990" sldId="319"/>
            <ac:spMk id="5" creationId="{EF71474F-9143-0F1E-B491-301375ACA1DE}"/>
          </ac:spMkLst>
        </pc:spChg>
        <pc:spChg chg="add mod">
          <ac:chgData name="MARIA SALAS URBANO" userId="bc2a5f4f-1ff3-43e1-9c04-a7dcd714a090" providerId="ADAL" clId="{2E4E1E6E-A1F7-437D-8F42-B4C7BFCDD5CD}" dt="2023-11-19T15:25:34.148" v="1657" actId="1076"/>
          <ac:spMkLst>
            <pc:docMk/>
            <pc:sldMk cId="1916268990" sldId="319"/>
            <ac:spMk id="6" creationId="{8ED11AB0-BD9F-934B-6F7D-AEA50AB86353}"/>
          </ac:spMkLst>
        </pc:spChg>
        <pc:spChg chg="mod">
          <ac:chgData name="MARIA SALAS URBANO" userId="bc2a5f4f-1ff3-43e1-9c04-a7dcd714a090" providerId="ADAL" clId="{2E4E1E6E-A1F7-437D-8F42-B4C7BFCDD5CD}" dt="2023-11-19T15:25:39.743" v="1658" actId="1076"/>
          <ac:spMkLst>
            <pc:docMk/>
            <pc:sldMk cId="1916268990" sldId="319"/>
            <ac:spMk id="8" creationId="{8FEE0FB9-54E8-EF60-7126-EDAAE0994602}"/>
          </ac:spMkLst>
        </pc:spChg>
        <pc:spChg chg="del">
          <ac:chgData name="MARIA SALAS URBANO" userId="bc2a5f4f-1ff3-43e1-9c04-a7dcd714a090" providerId="ADAL" clId="{2E4E1E6E-A1F7-437D-8F42-B4C7BFCDD5CD}" dt="2023-11-19T15:25:22.682" v="1655" actId="478"/>
          <ac:spMkLst>
            <pc:docMk/>
            <pc:sldMk cId="1916268990" sldId="319"/>
            <ac:spMk id="14" creationId="{DDB0223D-BA83-A80A-5BC0-AFD40D22228C}"/>
          </ac:spMkLst>
        </pc:spChg>
        <pc:spChg chg="del">
          <ac:chgData name="MARIA SALAS URBANO" userId="bc2a5f4f-1ff3-43e1-9c04-a7dcd714a090" providerId="ADAL" clId="{2E4E1E6E-A1F7-437D-8F42-B4C7BFCDD5CD}" dt="2023-11-19T15:25:22.682" v="1655" actId="478"/>
          <ac:spMkLst>
            <pc:docMk/>
            <pc:sldMk cId="1916268990" sldId="319"/>
            <ac:spMk id="15" creationId="{5DDEE6F8-EBFE-2DEA-A14C-8E56E7D1D245}"/>
          </ac:spMkLst>
        </pc:spChg>
        <pc:spChg chg="del">
          <ac:chgData name="MARIA SALAS URBANO" userId="bc2a5f4f-1ff3-43e1-9c04-a7dcd714a090" providerId="ADAL" clId="{2E4E1E6E-A1F7-437D-8F42-B4C7BFCDD5CD}" dt="2023-11-19T15:25:22.682" v="1655" actId="478"/>
          <ac:spMkLst>
            <pc:docMk/>
            <pc:sldMk cId="1916268990" sldId="319"/>
            <ac:spMk id="16" creationId="{1AC53968-4DD0-34B8-0F17-E8283BF7D8DE}"/>
          </ac:spMkLst>
        </pc:spChg>
        <pc:spChg chg="del">
          <ac:chgData name="MARIA SALAS URBANO" userId="bc2a5f4f-1ff3-43e1-9c04-a7dcd714a090" providerId="ADAL" clId="{2E4E1E6E-A1F7-437D-8F42-B4C7BFCDD5CD}" dt="2023-11-19T15:25:22.682" v="1655" actId="478"/>
          <ac:spMkLst>
            <pc:docMk/>
            <pc:sldMk cId="1916268990" sldId="319"/>
            <ac:spMk id="17" creationId="{A5080D7D-9504-672F-4B19-BBCF3CF6D0DF}"/>
          </ac:spMkLst>
        </pc:spChg>
        <pc:spChg chg="del">
          <ac:chgData name="MARIA SALAS URBANO" userId="bc2a5f4f-1ff3-43e1-9c04-a7dcd714a090" providerId="ADAL" clId="{2E4E1E6E-A1F7-437D-8F42-B4C7BFCDD5CD}" dt="2023-11-19T15:25:22.682" v="1655" actId="478"/>
          <ac:spMkLst>
            <pc:docMk/>
            <pc:sldMk cId="1916268990" sldId="319"/>
            <ac:spMk id="18" creationId="{977672F9-7E4A-7F33-8344-2BDAD44BDC50}"/>
          </ac:spMkLst>
        </pc:spChg>
        <pc:spChg chg="del">
          <ac:chgData name="MARIA SALAS URBANO" userId="bc2a5f4f-1ff3-43e1-9c04-a7dcd714a090" providerId="ADAL" clId="{2E4E1E6E-A1F7-437D-8F42-B4C7BFCDD5CD}" dt="2023-11-19T15:25:49.228" v="1659" actId="478"/>
          <ac:spMkLst>
            <pc:docMk/>
            <pc:sldMk cId="1916268990" sldId="319"/>
            <ac:spMk id="19" creationId="{9C7D46B9-A4CC-C163-E249-0424E9276F0C}"/>
          </ac:spMkLst>
        </pc:spChg>
        <pc:spChg chg="del">
          <ac:chgData name="MARIA SALAS URBANO" userId="bc2a5f4f-1ff3-43e1-9c04-a7dcd714a090" providerId="ADAL" clId="{2E4E1E6E-A1F7-437D-8F42-B4C7BFCDD5CD}" dt="2023-11-19T15:25:49.228" v="1659" actId="478"/>
          <ac:spMkLst>
            <pc:docMk/>
            <pc:sldMk cId="1916268990" sldId="319"/>
            <ac:spMk id="20" creationId="{F3363C10-4DF1-9241-6713-7278C26250DA}"/>
          </ac:spMkLst>
        </pc:spChg>
        <pc:spChg chg="del">
          <ac:chgData name="MARIA SALAS URBANO" userId="bc2a5f4f-1ff3-43e1-9c04-a7dcd714a090" providerId="ADAL" clId="{2E4E1E6E-A1F7-437D-8F42-B4C7BFCDD5CD}" dt="2023-11-19T15:25:22.682" v="1655" actId="478"/>
          <ac:spMkLst>
            <pc:docMk/>
            <pc:sldMk cId="1916268990" sldId="319"/>
            <ac:spMk id="21" creationId="{EBE5EDBF-58FB-13F2-60DF-4A8BF30E43BA}"/>
          </ac:spMkLst>
        </pc:spChg>
        <pc:spChg chg="del">
          <ac:chgData name="MARIA SALAS URBANO" userId="bc2a5f4f-1ff3-43e1-9c04-a7dcd714a090" providerId="ADAL" clId="{2E4E1E6E-A1F7-437D-8F42-B4C7BFCDD5CD}" dt="2023-11-19T15:25:22.682" v="1655" actId="478"/>
          <ac:spMkLst>
            <pc:docMk/>
            <pc:sldMk cId="1916268990" sldId="319"/>
            <ac:spMk id="22" creationId="{6CB1021D-86D0-C3AF-8540-04B394813D51}"/>
          </ac:spMkLst>
        </pc:spChg>
        <pc:spChg chg="del">
          <ac:chgData name="MARIA SALAS URBANO" userId="bc2a5f4f-1ff3-43e1-9c04-a7dcd714a090" providerId="ADAL" clId="{2E4E1E6E-A1F7-437D-8F42-B4C7BFCDD5CD}" dt="2023-11-19T15:25:22.682" v="1655" actId="478"/>
          <ac:spMkLst>
            <pc:docMk/>
            <pc:sldMk cId="1916268990" sldId="319"/>
            <ac:spMk id="23" creationId="{5AB11665-D6A1-D07A-8BB7-71B62F5ADAE4}"/>
          </ac:spMkLst>
        </pc:spChg>
        <pc:spChg chg="del">
          <ac:chgData name="MARIA SALAS URBANO" userId="bc2a5f4f-1ff3-43e1-9c04-a7dcd714a090" providerId="ADAL" clId="{2E4E1E6E-A1F7-437D-8F42-B4C7BFCDD5CD}" dt="2023-11-19T15:25:22.682" v="1655" actId="478"/>
          <ac:spMkLst>
            <pc:docMk/>
            <pc:sldMk cId="1916268990" sldId="319"/>
            <ac:spMk id="24" creationId="{77691F86-4530-1F1D-50F5-F64BE085F1CD}"/>
          </ac:spMkLst>
        </pc:spChg>
        <pc:spChg chg="del">
          <ac:chgData name="MARIA SALAS URBANO" userId="bc2a5f4f-1ff3-43e1-9c04-a7dcd714a090" providerId="ADAL" clId="{2E4E1E6E-A1F7-437D-8F42-B4C7BFCDD5CD}" dt="2023-11-19T15:25:22.682" v="1655" actId="478"/>
          <ac:spMkLst>
            <pc:docMk/>
            <pc:sldMk cId="1916268990" sldId="319"/>
            <ac:spMk id="25" creationId="{E28B0C28-847A-7E57-69A6-BD942BCA63C1}"/>
          </ac:spMkLst>
        </pc:spChg>
        <pc:spChg chg="del">
          <ac:chgData name="MARIA SALAS URBANO" userId="bc2a5f4f-1ff3-43e1-9c04-a7dcd714a090" providerId="ADAL" clId="{2E4E1E6E-A1F7-437D-8F42-B4C7BFCDD5CD}" dt="2023-11-19T15:25:22.682" v="1655" actId="478"/>
          <ac:spMkLst>
            <pc:docMk/>
            <pc:sldMk cId="1916268990" sldId="319"/>
            <ac:spMk id="26" creationId="{B9477B68-CB0B-CFA8-747A-CEB04C24D354}"/>
          </ac:spMkLst>
        </pc:spChg>
        <pc:spChg chg="del">
          <ac:chgData name="MARIA SALAS URBANO" userId="bc2a5f4f-1ff3-43e1-9c04-a7dcd714a090" providerId="ADAL" clId="{2E4E1E6E-A1F7-437D-8F42-B4C7BFCDD5CD}" dt="2023-11-19T15:25:22.682" v="1655" actId="478"/>
          <ac:spMkLst>
            <pc:docMk/>
            <pc:sldMk cId="1916268990" sldId="319"/>
            <ac:spMk id="27" creationId="{62001B46-34AA-D97C-F9C5-7CDD96D1A80B}"/>
          </ac:spMkLst>
        </pc:spChg>
        <pc:spChg chg="del">
          <ac:chgData name="MARIA SALAS URBANO" userId="bc2a5f4f-1ff3-43e1-9c04-a7dcd714a090" providerId="ADAL" clId="{2E4E1E6E-A1F7-437D-8F42-B4C7BFCDD5CD}" dt="2023-11-19T15:25:49.228" v="1659" actId="478"/>
          <ac:spMkLst>
            <pc:docMk/>
            <pc:sldMk cId="1916268990" sldId="319"/>
            <ac:spMk id="28" creationId="{130AA86D-8594-C49F-BEDC-6B1F8FB77D2B}"/>
          </ac:spMkLst>
        </pc:spChg>
        <pc:spChg chg="del">
          <ac:chgData name="MARIA SALAS URBANO" userId="bc2a5f4f-1ff3-43e1-9c04-a7dcd714a090" providerId="ADAL" clId="{2E4E1E6E-A1F7-437D-8F42-B4C7BFCDD5CD}" dt="2023-11-19T15:25:49.228" v="1659" actId="478"/>
          <ac:spMkLst>
            <pc:docMk/>
            <pc:sldMk cId="1916268990" sldId="319"/>
            <ac:spMk id="32" creationId="{36B64E7F-21D5-3D2B-75B2-3C9C3991B810}"/>
          </ac:spMkLst>
        </pc:spChg>
        <pc:spChg chg="del">
          <ac:chgData name="MARIA SALAS URBANO" userId="bc2a5f4f-1ff3-43e1-9c04-a7dcd714a090" providerId="ADAL" clId="{2E4E1E6E-A1F7-437D-8F42-B4C7BFCDD5CD}" dt="2023-11-19T15:25:49.228" v="1659" actId="478"/>
          <ac:spMkLst>
            <pc:docMk/>
            <pc:sldMk cId="1916268990" sldId="319"/>
            <ac:spMk id="36" creationId="{62D45F9D-B1EF-A657-5E30-1C0A3EE4C2D9}"/>
          </ac:spMkLst>
        </pc:spChg>
        <pc:spChg chg="del">
          <ac:chgData name="MARIA SALAS URBANO" userId="bc2a5f4f-1ff3-43e1-9c04-a7dcd714a090" providerId="ADAL" clId="{2E4E1E6E-A1F7-437D-8F42-B4C7BFCDD5CD}" dt="2023-11-19T15:25:49.228" v="1659" actId="478"/>
          <ac:spMkLst>
            <pc:docMk/>
            <pc:sldMk cId="1916268990" sldId="319"/>
            <ac:spMk id="38" creationId="{68F75659-65DD-6FA3-E6B4-CC9F17CC144B}"/>
          </ac:spMkLst>
        </pc:spChg>
        <pc:spChg chg="del">
          <ac:chgData name="MARIA SALAS URBANO" userId="bc2a5f4f-1ff3-43e1-9c04-a7dcd714a090" providerId="ADAL" clId="{2E4E1E6E-A1F7-437D-8F42-B4C7BFCDD5CD}" dt="2023-11-19T15:25:49.228" v="1659" actId="478"/>
          <ac:spMkLst>
            <pc:docMk/>
            <pc:sldMk cId="1916268990" sldId="319"/>
            <ac:spMk id="40" creationId="{F0B17F57-138A-69C4-6BA8-7E4B73A7DCE9}"/>
          </ac:spMkLst>
        </pc:spChg>
        <pc:spChg chg="del">
          <ac:chgData name="MARIA SALAS URBANO" userId="bc2a5f4f-1ff3-43e1-9c04-a7dcd714a090" providerId="ADAL" clId="{2E4E1E6E-A1F7-437D-8F42-B4C7BFCDD5CD}" dt="2023-11-19T15:25:49.228" v="1659" actId="478"/>
          <ac:spMkLst>
            <pc:docMk/>
            <pc:sldMk cId="1916268990" sldId="319"/>
            <ac:spMk id="41" creationId="{B8E7432D-5E99-FCEB-2DA4-BD6D54E10CD8}"/>
          </ac:spMkLst>
        </pc:spChg>
        <pc:spChg chg="del">
          <ac:chgData name="MARIA SALAS URBANO" userId="bc2a5f4f-1ff3-43e1-9c04-a7dcd714a090" providerId="ADAL" clId="{2E4E1E6E-A1F7-437D-8F42-B4C7BFCDD5CD}" dt="2023-11-19T15:25:49.228" v="1659" actId="478"/>
          <ac:spMkLst>
            <pc:docMk/>
            <pc:sldMk cId="1916268990" sldId="319"/>
            <ac:spMk id="42" creationId="{E3BA9C4F-F47E-E4FC-8BD2-C7A8EE5A6EC0}"/>
          </ac:spMkLst>
        </pc:spChg>
        <pc:spChg chg="add mod">
          <ac:chgData name="MARIA SALAS URBANO" userId="bc2a5f4f-1ff3-43e1-9c04-a7dcd714a090" providerId="ADAL" clId="{2E4E1E6E-A1F7-437D-8F42-B4C7BFCDD5CD}" dt="2023-11-19T15:25:34.148" v="1657" actId="1076"/>
          <ac:spMkLst>
            <pc:docMk/>
            <pc:sldMk cId="1916268990" sldId="319"/>
            <ac:spMk id="64" creationId="{7A65AC08-74F4-93E6-6B95-3607F4AC5BC9}"/>
          </ac:spMkLst>
        </pc:spChg>
        <pc:spChg chg="add mod">
          <ac:chgData name="MARIA SALAS URBANO" userId="bc2a5f4f-1ff3-43e1-9c04-a7dcd714a090" providerId="ADAL" clId="{2E4E1E6E-A1F7-437D-8F42-B4C7BFCDD5CD}" dt="2023-11-19T15:25:34.148" v="1657" actId="1076"/>
          <ac:spMkLst>
            <pc:docMk/>
            <pc:sldMk cId="1916268990" sldId="319"/>
            <ac:spMk id="65" creationId="{74A6C80B-76B4-08E6-66DE-5A5CAB1A2601}"/>
          </ac:spMkLst>
        </pc:spChg>
        <pc:spChg chg="add mod">
          <ac:chgData name="MARIA SALAS URBANO" userId="bc2a5f4f-1ff3-43e1-9c04-a7dcd714a090" providerId="ADAL" clId="{2E4E1E6E-A1F7-437D-8F42-B4C7BFCDD5CD}" dt="2023-11-19T15:25:34.148" v="1657" actId="1076"/>
          <ac:spMkLst>
            <pc:docMk/>
            <pc:sldMk cId="1916268990" sldId="319"/>
            <ac:spMk id="66" creationId="{9FBB3CE3-C07E-511B-2C12-349DE47255BC}"/>
          </ac:spMkLst>
        </pc:spChg>
        <pc:spChg chg="add mod">
          <ac:chgData name="MARIA SALAS URBANO" userId="bc2a5f4f-1ff3-43e1-9c04-a7dcd714a090" providerId="ADAL" clId="{2E4E1E6E-A1F7-437D-8F42-B4C7BFCDD5CD}" dt="2023-11-19T15:25:34.148" v="1657" actId="1076"/>
          <ac:spMkLst>
            <pc:docMk/>
            <pc:sldMk cId="1916268990" sldId="319"/>
            <ac:spMk id="67" creationId="{02CB7C6A-0E13-E538-BC8A-C153E88A738B}"/>
          </ac:spMkLst>
        </pc:spChg>
        <pc:spChg chg="add mod">
          <ac:chgData name="MARIA SALAS URBANO" userId="bc2a5f4f-1ff3-43e1-9c04-a7dcd714a090" providerId="ADAL" clId="{2E4E1E6E-A1F7-437D-8F42-B4C7BFCDD5CD}" dt="2023-11-19T15:25:34.148" v="1657" actId="1076"/>
          <ac:spMkLst>
            <pc:docMk/>
            <pc:sldMk cId="1916268990" sldId="319"/>
            <ac:spMk id="68" creationId="{5919D775-4624-0EDF-0D63-BE38AA58F074}"/>
          </ac:spMkLst>
        </pc:spChg>
        <pc:spChg chg="add mod">
          <ac:chgData name="MARIA SALAS URBANO" userId="bc2a5f4f-1ff3-43e1-9c04-a7dcd714a090" providerId="ADAL" clId="{2E4E1E6E-A1F7-437D-8F42-B4C7BFCDD5CD}" dt="2023-11-19T15:25:34.148" v="1657" actId="1076"/>
          <ac:spMkLst>
            <pc:docMk/>
            <pc:sldMk cId="1916268990" sldId="319"/>
            <ac:spMk id="69" creationId="{061DB3CB-309F-7DDF-CB3F-66D8CC49126B}"/>
          </ac:spMkLst>
        </pc:spChg>
        <pc:spChg chg="add mod">
          <ac:chgData name="MARIA SALAS URBANO" userId="bc2a5f4f-1ff3-43e1-9c04-a7dcd714a090" providerId="ADAL" clId="{2E4E1E6E-A1F7-437D-8F42-B4C7BFCDD5CD}" dt="2023-11-19T15:25:34.148" v="1657" actId="1076"/>
          <ac:spMkLst>
            <pc:docMk/>
            <pc:sldMk cId="1916268990" sldId="319"/>
            <ac:spMk id="70" creationId="{993BD168-4E16-08DB-02C1-583FBA3467B7}"/>
          </ac:spMkLst>
        </pc:spChg>
        <pc:spChg chg="add mod">
          <ac:chgData name="MARIA SALAS URBANO" userId="bc2a5f4f-1ff3-43e1-9c04-a7dcd714a090" providerId="ADAL" clId="{2E4E1E6E-A1F7-437D-8F42-B4C7BFCDD5CD}" dt="2023-11-19T15:25:34.148" v="1657" actId="1076"/>
          <ac:spMkLst>
            <pc:docMk/>
            <pc:sldMk cId="1916268990" sldId="319"/>
            <ac:spMk id="71" creationId="{2BAF67C8-2A02-1D1A-6931-01EFEDA2918B}"/>
          </ac:spMkLst>
        </pc:spChg>
        <pc:spChg chg="add mod">
          <ac:chgData name="MARIA SALAS URBANO" userId="bc2a5f4f-1ff3-43e1-9c04-a7dcd714a090" providerId="ADAL" clId="{2E4E1E6E-A1F7-437D-8F42-B4C7BFCDD5CD}" dt="2023-11-19T15:25:34.148" v="1657" actId="1076"/>
          <ac:spMkLst>
            <pc:docMk/>
            <pc:sldMk cId="1916268990" sldId="319"/>
            <ac:spMk id="72" creationId="{2A316BC6-DDC2-B138-B5DD-272DC4367F68}"/>
          </ac:spMkLst>
        </pc:spChg>
        <pc:spChg chg="add mod">
          <ac:chgData name="MARIA SALAS URBANO" userId="bc2a5f4f-1ff3-43e1-9c04-a7dcd714a090" providerId="ADAL" clId="{2E4E1E6E-A1F7-437D-8F42-B4C7BFCDD5CD}" dt="2023-11-19T15:25:34.148" v="1657" actId="1076"/>
          <ac:spMkLst>
            <pc:docMk/>
            <pc:sldMk cId="1916268990" sldId="319"/>
            <ac:spMk id="73" creationId="{4E131C78-0F3B-01FE-85E3-4E74D3139333}"/>
          </ac:spMkLst>
        </pc:spChg>
        <pc:spChg chg="add mod">
          <ac:chgData name="MARIA SALAS URBANO" userId="bc2a5f4f-1ff3-43e1-9c04-a7dcd714a090" providerId="ADAL" clId="{2E4E1E6E-A1F7-437D-8F42-B4C7BFCDD5CD}" dt="2023-11-19T15:25:34.148" v="1657" actId="1076"/>
          <ac:spMkLst>
            <pc:docMk/>
            <pc:sldMk cId="1916268990" sldId="319"/>
            <ac:spMk id="74" creationId="{E577A72D-3E34-FF5D-3C29-DE5A7FAED891}"/>
          </ac:spMkLst>
        </pc:spChg>
        <pc:spChg chg="add mod">
          <ac:chgData name="MARIA SALAS URBANO" userId="bc2a5f4f-1ff3-43e1-9c04-a7dcd714a090" providerId="ADAL" clId="{2E4E1E6E-A1F7-437D-8F42-B4C7BFCDD5CD}" dt="2023-11-19T15:25:34.148" v="1657" actId="1076"/>
          <ac:spMkLst>
            <pc:docMk/>
            <pc:sldMk cId="1916268990" sldId="319"/>
            <ac:spMk id="75" creationId="{668E74BC-CBC9-70FB-4A63-A78E8C25CBC1}"/>
          </ac:spMkLst>
        </pc:spChg>
        <pc:spChg chg="add mod">
          <ac:chgData name="MARIA SALAS URBANO" userId="bc2a5f4f-1ff3-43e1-9c04-a7dcd714a090" providerId="ADAL" clId="{2E4E1E6E-A1F7-437D-8F42-B4C7BFCDD5CD}" dt="2023-11-19T15:25:34.148" v="1657" actId="1076"/>
          <ac:spMkLst>
            <pc:docMk/>
            <pc:sldMk cId="1916268990" sldId="319"/>
            <ac:spMk id="76" creationId="{442F53C9-B688-8A94-8B70-06BC016681A4}"/>
          </ac:spMkLst>
        </pc:spChg>
        <pc:spChg chg="add mod">
          <ac:chgData name="MARIA SALAS URBANO" userId="bc2a5f4f-1ff3-43e1-9c04-a7dcd714a090" providerId="ADAL" clId="{2E4E1E6E-A1F7-437D-8F42-B4C7BFCDD5CD}" dt="2023-11-19T15:25:34.148" v="1657" actId="1076"/>
          <ac:spMkLst>
            <pc:docMk/>
            <pc:sldMk cId="1916268990" sldId="319"/>
            <ac:spMk id="77" creationId="{2F057FB9-0857-6CA1-8639-550FA4B017F3}"/>
          </ac:spMkLst>
        </pc:spChg>
        <pc:spChg chg="add mod">
          <ac:chgData name="MARIA SALAS URBANO" userId="bc2a5f4f-1ff3-43e1-9c04-a7dcd714a090" providerId="ADAL" clId="{2E4E1E6E-A1F7-437D-8F42-B4C7BFCDD5CD}" dt="2023-11-19T15:25:34.148" v="1657" actId="1076"/>
          <ac:spMkLst>
            <pc:docMk/>
            <pc:sldMk cId="1916268990" sldId="319"/>
            <ac:spMk id="78" creationId="{6065AA8E-A16E-8623-4F5E-B3534645F866}"/>
          </ac:spMkLst>
        </pc:spChg>
        <pc:spChg chg="add mod">
          <ac:chgData name="MARIA SALAS URBANO" userId="bc2a5f4f-1ff3-43e1-9c04-a7dcd714a090" providerId="ADAL" clId="{2E4E1E6E-A1F7-437D-8F42-B4C7BFCDD5CD}" dt="2023-11-19T15:25:34.148" v="1657" actId="1076"/>
          <ac:spMkLst>
            <pc:docMk/>
            <pc:sldMk cId="1916268990" sldId="319"/>
            <ac:spMk id="79" creationId="{1807EB63-8A44-C87A-7111-BB1651EC73AC}"/>
          </ac:spMkLst>
        </pc:spChg>
        <pc:spChg chg="add mod">
          <ac:chgData name="MARIA SALAS URBANO" userId="bc2a5f4f-1ff3-43e1-9c04-a7dcd714a090" providerId="ADAL" clId="{2E4E1E6E-A1F7-437D-8F42-B4C7BFCDD5CD}" dt="2023-11-19T15:25:34.148" v="1657" actId="1076"/>
          <ac:spMkLst>
            <pc:docMk/>
            <pc:sldMk cId="1916268990" sldId="319"/>
            <ac:spMk id="80" creationId="{AAD258FE-45CB-5D33-05F6-6E2B7A1A6EF6}"/>
          </ac:spMkLst>
        </pc:spChg>
        <pc:spChg chg="add mod">
          <ac:chgData name="MARIA SALAS URBANO" userId="bc2a5f4f-1ff3-43e1-9c04-a7dcd714a090" providerId="ADAL" clId="{2E4E1E6E-A1F7-437D-8F42-B4C7BFCDD5CD}" dt="2023-11-19T15:25:34.148" v="1657" actId="1076"/>
          <ac:spMkLst>
            <pc:docMk/>
            <pc:sldMk cId="1916268990" sldId="319"/>
            <ac:spMk id="81" creationId="{252DC34B-5DA8-70F8-EE6C-8D25AB28A3D7}"/>
          </ac:spMkLst>
        </pc:spChg>
        <pc:spChg chg="add mod">
          <ac:chgData name="MARIA SALAS URBANO" userId="bc2a5f4f-1ff3-43e1-9c04-a7dcd714a090" providerId="ADAL" clId="{2E4E1E6E-A1F7-437D-8F42-B4C7BFCDD5CD}" dt="2023-11-19T15:25:34.148" v="1657" actId="1076"/>
          <ac:spMkLst>
            <pc:docMk/>
            <pc:sldMk cId="1916268990" sldId="319"/>
            <ac:spMk id="82" creationId="{F72B1BEA-4C96-727D-F302-A0A0DF8A9976}"/>
          </ac:spMkLst>
        </pc:spChg>
        <pc:spChg chg="add mod">
          <ac:chgData name="MARIA SALAS URBANO" userId="bc2a5f4f-1ff3-43e1-9c04-a7dcd714a090" providerId="ADAL" clId="{2E4E1E6E-A1F7-437D-8F42-B4C7BFCDD5CD}" dt="2023-11-19T15:25:34.148" v="1657" actId="1076"/>
          <ac:spMkLst>
            <pc:docMk/>
            <pc:sldMk cId="1916268990" sldId="319"/>
            <ac:spMk id="83" creationId="{5A1B2D0E-B03B-0B80-1631-D9845E5C625F}"/>
          </ac:spMkLst>
        </pc:spChg>
        <pc:spChg chg="add mod">
          <ac:chgData name="MARIA SALAS URBANO" userId="bc2a5f4f-1ff3-43e1-9c04-a7dcd714a090" providerId="ADAL" clId="{2E4E1E6E-A1F7-437D-8F42-B4C7BFCDD5CD}" dt="2023-11-19T15:25:34.148" v="1657" actId="1076"/>
          <ac:spMkLst>
            <pc:docMk/>
            <pc:sldMk cId="1916268990" sldId="319"/>
            <ac:spMk id="84" creationId="{10008806-57DB-501A-1A93-8455B5DA1237}"/>
          </ac:spMkLst>
        </pc:spChg>
        <pc:spChg chg="add mod">
          <ac:chgData name="MARIA SALAS URBANO" userId="bc2a5f4f-1ff3-43e1-9c04-a7dcd714a090" providerId="ADAL" clId="{2E4E1E6E-A1F7-437D-8F42-B4C7BFCDD5CD}" dt="2023-11-19T15:25:34.148" v="1657" actId="1076"/>
          <ac:spMkLst>
            <pc:docMk/>
            <pc:sldMk cId="1916268990" sldId="319"/>
            <ac:spMk id="85" creationId="{7C020D5B-9B4E-62E6-A6BF-9ED0D8EBE47B}"/>
          </ac:spMkLst>
        </pc:spChg>
        <pc:spChg chg="add mod">
          <ac:chgData name="MARIA SALAS URBANO" userId="bc2a5f4f-1ff3-43e1-9c04-a7dcd714a090" providerId="ADAL" clId="{2E4E1E6E-A1F7-437D-8F42-B4C7BFCDD5CD}" dt="2023-11-19T15:25:34.148" v="1657" actId="1076"/>
          <ac:spMkLst>
            <pc:docMk/>
            <pc:sldMk cId="1916268990" sldId="319"/>
            <ac:spMk id="86" creationId="{2C0D60C7-8B7B-B11B-EA41-0D684ADF2857}"/>
          </ac:spMkLst>
        </pc:spChg>
        <pc:spChg chg="add mod">
          <ac:chgData name="MARIA SALAS URBANO" userId="bc2a5f4f-1ff3-43e1-9c04-a7dcd714a090" providerId="ADAL" clId="{2E4E1E6E-A1F7-437D-8F42-B4C7BFCDD5CD}" dt="2023-11-19T15:25:34.148" v="1657" actId="1076"/>
          <ac:spMkLst>
            <pc:docMk/>
            <pc:sldMk cId="1916268990" sldId="319"/>
            <ac:spMk id="87" creationId="{491EA351-51D1-D4A0-8197-14ED73C215BA}"/>
          </ac:spMkLst>
        </pc:spChg>
        <pc:spChg chg="add mod">
          <ac:chgData name="MARIA SALAS URBANO" userId="bc2a5f4f-1ff3-43e1-9c04-a7dcd714a090" providerId="ADAL" clId="{2E4E1E6E-A1F7-437D-8F42-B4C7BFCDD5CD}" dt="2023-11-19T15:25:59.364" v="1661" actId="1076"/>
          <ac:spMkLst>
            <pc:docMk/>
            <pc:sldMk cId="1916268990" sldId="319"/>
            <ac:spMk id="98" creationId="{1BFBB3A0-B86B-B9A2-8BAA-FB53133BD232}"/>
          </ac:spMkLst>
        </pc:spChg>
        <pc:spChg chg="add mod">
          <ac:chgData name="MARIA SALAS URBANO" userId="bc2a5f4f-1ff3-43e1-9c04-a7dcd714a090" providerId="ADAL" clId="{2E4E1E6E-A1F7-437D-8F42-B4C7BFCDD5CD}" dt="2023-11-19T15:25:59.364" v="1661" actId="1076"/>
          <ac:spMkLst>
            <pc:docMk/>
            <pc:sldMk cId="1916268990" sldId="319"/>
            <ac:spMk id="99" creationId="{F09E14D1-ACA4-CF63-ED03-412CF4CCF485}"/>
          </ac:spMkLst>
        </pc:spChg>
        <pc:spChg chg="add mod">
          <ac:chgData name="MARIA SALAS URBANO" userId="bc2a5f4f-1ff3-43e1-9c04-a7dcd714a090" providerId="ADAL" clId="{2E4E1E6E-A1F7-437D-8F42-B4C7BFCDD5CD}" dt="2023-11-19T15:25:59.364" v="1661" actId="1076"/>
          <ac:spMkLst>
            <pc:docMk/>
            <pc:sldMk cId="1916268990" sldId="319"/>
            <ac:spMk id="100" creationId="{B1AFBB42-90E9-3376-2D53-1BF3A47978B2}"/>
          </ac:spMkLst>
        </pc:spChg>
        <pc:spChg chg="add mod">
          <ac:chgData name="MARIA SALAS URBANO" userId="bc2a5f4f-1ff3-43e1-9c04-a7dcd714a090" providerId="ADAL" clId="{2E4E1E6E-A1F7-437D-8F42-B4C7BFCDD5CD}" dt="2023-11-19T15:25:59.364" v="1661" actId="1076"/>
          <ac:spMkLst>
            <pc:docMk/>
            <pc:sldMk cId="1916268990" sldId="319"/>
            <ac:spMk id="101" creationId="{6E122FC8-F2F5-DD75-9F7B-FA7A9373C8A2}"/>
          </ac:spMkLst>
        </pc:spChg>
        <pc:spChg chg="add mod">
          <ac:chgData name="MARIA SALAS URBANO" userId="bc2a5f4f-1ff3-43e1-9c04-a7dcd714a090" providerId="ADAL" clId="{2E4E1E6E-A1F7-437D-8F42-B4C7BFCDD5CD}" dt="2023-11-19T15:25:59.364" v="1661" actId="1076"/>
          <ac:spMkLst>
            <pc:docMk/>
            <pc:sldMk cId="1916268990" sldId="319"/>
            <ac:spMk id="102" creationId="{CB8DCDDB-2962-1309-E5FA-419CE7FE72E3}"/>
          </ac:spMkLst>
        </pc:spChg>
        <pc:spChg chg="add mod">
          <ac:chgData name="MARIA SALAS URBANO" userId="bc2a5f4f-1ff3-43e1-9c04-a7dcd714a090" providerId="ADAL" clId="{2E4E1E6E-A1F7-437D-8F42-B4C7BFCDD5CD}" dt="2023-11-19T15:25:59.364" v="1661" actId="1076"/>
          <ac:spMkLst>
            <pc:docMk/>
            <pc:sldMk cId="1916268990" sldId="319"/>
            <ac:spMk id="103" creationId="{D94D83E2-A4CE-40CC-0A7F-94E9C2314760}"/>
          </ac:spMkLst>
        </pc:spChg>
        <pc:spChg chg="add mod">
          <ac:chgData name="MARIA SALAS URBANO" userId="bc2a5f4f-1ff3-43e1-9c04-a7dcd714a090" providerId="ADAL" clId="{2E4E1E6E-A1F7-437D-8F42-B4C7BFCDD5CD}" dt="2023-11-19T15:25:59.364" v="1661" actId="1076"/>
          <ac:spMkLst>
            <pc:docMk/>
            <pc:sldMk cId="1916268990" sldId="319"/>
            <ac:spMk id="104" creationId="{A2622A59-B546-4E83-0ED4-23BEA2C1EE4F}"/>
          </ac:spMkLst>
        </pc:spChg>
        <pc:spChg chg="add mod">
          <ac:chgData name="MARIA SALAS URBANO" userId="bc2a5f4f-1ff3-43e1-9c04-a7dcd714a090" providerId="ADAL" clId="{2E4E1E6E-A1F7-437D-8F42-B4C7BFCDD5CD}" dt="2023-11-19T15:25:59.364" v="1661" actId="1076"/>
          <ac:spMkLst>
            <pc:docMk/>
            <pc:sldMk cId="1916268990" sldId="319"/>
            <ac:spMk id="105" creationId="{5F6729B1-F060-CC66-76F0-3616D47619F1}"/>
          </ac:spMkLst>
        </pc:spChg>
        <pc:spChg chg="add mod">
          <ac:chgData name="MARIA SALAS URBANO" userId="bc2a5f4f-1ff3-43e1-9c04-a7dcd714a090" providerId="ADAL" clId="{2E4E1E6E-A1F7-437D-8F42-B4C7BFCDD5CD}" dt="2023-11-19T15:25:59.364" v="1661" actId="1076"/>
          <ac:spMkLst>
            <pc:docMk/>
            <pc:sldMk cId="1916268990" sldId="319"/>
            <ac:spMk id="106" creationId="{0F589613-19BC-9106-9D3A-2C783F786369}"/>
          </ac:spMkLst>
        </pc:spChg>
        <pc:spChg chg="add mod">
          <ac:chgData name="MARIA SALAS URBANO" userId="bc2a5f4f-1ff3-43e1-9c04-a7dcd714a090" providerId="ADAL" clId="{2E4E1E6E-A1F7-437D-8F42-B4C7BFCDD5CD}" dt="2023-11-19T15:25:59.364" v="1661" actId="1076"/>
          <ac:spMkLst>
            <pc:docMk/>
            <pc:sldMk cId="1916268990" sldId="319"/>
            <ac:spMk id="107" creationId="{1766C342-2214-C40F-C380-FDF4520F650C}"/>
          </ac:spMkLst>
        </pc:spChg>
        <pc:spChg chg="add mod">
          <ac:chgData name="MARIA SALAS URBANO" userId="bc2a5f4f-1ff3-43e1-9c04-a7dcd714a090" providerId="ADAL" clId="{2E4E1E6E-A1F7-437D-8F42-B4C7BFCDD5CD}" dt="2023-11-19T15:25:59.364" v="1661" actId="1076"/>
          <ac:spMkLst>
            <pc:docMk/>
            <pc:sldMk cId="1916268990" sldId="319"/>
            <ac:spMk id="108" creationId="{A80F456B-3434-D5FC-1A83-5D37C3FFF515}"/>
          </ac:spMkLst>
        </pc:spChg>
        <pc:spChg chg="add mod">
          <ac:chgData name="MARIA SALAS URBANO" userId="bc2a5f4f-1ff3-43e1-9c04-a7dcd714a090" providerId="ADAL" clId="{2E4E1E6E-A1F7-437D-8F42-B4C7BFCDD5CD}" dt="2023-11-19T15:25:59.364" v="1661" actId="1076"/>
          <ac:spMkLst>
            <pc:docMk/>
            <pc:sldMk cId="1916268990" sldId="319"/>
            <ac:spMk id="109" creationId="{2B07AF62-0ECA-96A0-B6E6-C0B56B7B3101}"/>
          </ac:spMkLst>
        </pc:spChg>
        <pc:spChg chg="add mod">
          <ac:chgData name="MARIA SALAS URBANO" userId="bc2a5f4f-1ff3-43e1-9c04-a7dcd714a090" providerId="ADAL" clId="{2E4E1E6E-A1F7-437D-8F42-B4C7BFCDD5CD}" dt="2023-11-19T15:25:59.364" v="1661" actId="1076"/>
          <ac:spMkLst>
            <pc:docMk/>
            <pc:sldMk cId="1916268990" sldId="319"/>
            <ac:spMk id="110" creationId="{5E8DC8E3-0D19-9AD3-B2EF-4362E580EC3B}"/>
          </ac:spMkLst>
        </pc:spChg>
        <pc:spChg chg="add mod">
          <ac:chgData name="MARIA SALAS URBANO" userId="bc2a5f4f-1ff3-43e1-9c04-a7dcd714a090" providerId="ADAL" clId="{2E4E1E6E-A1F7-437D-8F42-B4C7BFCDD5CD}" dt="2023-11-19T15:25:59.364" v="1661" actId="1076"/>
          <ac:spMkLst>
            <pc:docMk/>
            <pc:sldMk cId="1916268990" sldId="319"/>
            <ac:spMk id="111" creationId="{9AE6ED6A-3688-71E1-18AD-F81714CF1998}"/>
          </ac:spMkLst>
        </pc:spChg>
        <pc:spChg chg="add mod">
          <ac:chgData name="MARIA SALAS URBANO" userId="bc2a5f4f-1ff3-43e1-9c04-a7dcd714a090" providerId="ADAL" clId="{2E4E1E6E-A1F7-437D-8F42-B4C7BFCDD5CD}" dt="2023-11-19T15:25:59.364" v="1661" actId="1076"/>
          <ac:spMkLst>
            <pc:docMk/>
            <pc:sldMk cId="1916268990" sldId="319"/>
            <ac:spMk id="112" creationId="{85A9ED68-CC75-4754-A12D-1445BE39D28E}"/>
          </ac:spMkLst>
        </pc:spChg>
        <pc:spChg chg="add mod">
          <ac:chgData name="MARIA SALAS URBANO" userId="bc2a5f4f-1ff3-43e1-9c04-a7dcd714a090" providerId="ADAL" clId="{2E4E1E6E-A1F7-437D-8F42-B4C7BFCDD5CD}" dt="2023-11-19T15:25:59.364" v="1661" actId="1076"/>
          <ac:spMkLst>
            <pc:docMk/>
            <pc:sldMk cId="1916268990" sldId="319"/>
            <ac:spMk id="113" creationId="{B6EC7377-9FA9-5D0D-9FE8-3036B8A16549}"/>
          </ac:spMkLst>
        </pc:spChg>
        <pc:spChg chg="add mod">
          <ac:chgData name="MARIA SALAS URBANO" userId="bc2a5f4f-1ff3-43e1-9c04-a7dcd714a090" providerId="ADAL" clId="{2E4E1E6E-A1F7-437D-8F42-B4C7BFCDD5CD}" dt="2023-11-19T15:25:59.364" v="1661" actId="1076"/>
          <ac:spMkLst>
            <pc:docMk/>
            <pc:sldMk cId="1916268990" sldId="319"/>
            <ac:spMk id="114" creationId="{9ABA04A1-634B-1E2D-D2B2-996EAF36F554}"/>
          </ac:spMkLst>
        </pc:spChg>
        <pc:spChg chg="add mod">
          <ac:chgData name="MARIA SALAS URBANO" userId="bc2a5f4f-1ff3-43e1-9c04-a7dcd714a090" providerId="ADAL" clId="{2E4E1E6E-A1F7-437D-8F42-B4C7BFCDD5CD}" dt="2023-11-19T15:25:59.364" v="1661" actId="1076"/>
          <ac:spMkLst>
            <pc:docMk/>
            <pc:sldMk cId="1916268990" sldId="319"/>
            <ac:spMk id="115" creationId="{D9C2B7E7-09AF-3777-2D97-D181226479E4}"/>
          </ac:spMkLst>
        </pc:spChg>
        <pc:spChg chg="add mod">
          <ac:chgData name="MARIA SALAS URBANO" userId="bc2a5f4f-1ff3-43e1-9c04-a7dcd714a090" providerId="ADAL" clId="{2E4E1E6E-A1F7-437D-8F42-B4C7BFCDD5CD}" dt="2023-11-19T15:25:59.364" v="1661" actId="1076"/>
          <ac:spMkLst>
            <pc:docMk/>
            <pc:sldMk cId="1916268990" sldId="319"/>
            <ac:spMk id="116" creationId="{A714102C-9631-6BB9-DBEF-BDF9F03460C4}"/>
          </ac:spMkLst>
        </pc:spChg>
        <pc:cxnChg chg="add mod">
          <ac:chgData name="MARIA SALAS URBANO" userId="bc2a5f4f-1ff3-43e1-9c04-a7dcd714a090" providerId="ADAL" clId="{2E4E1E6E-A1F7-437D-8F42-B4C7BFCDD5CD}" dt="2023-11-19T15:25:34.148" v="1657" actId="1076"/>
          <ac:cxnSpMkLst>
            <pc:docMk/>
            <pc:sldMk cId="1916268990" sldId="319"/>
            <ac:cxnSpMk id="7" creationId="{DE4095A5-C7C6-2065-2B3D-3B308A50D409}"/>
          </ac:cxnSpMkLst>
        </pc:cxnChg>
        <pc:cxnChg chg="add mod">
          <ac:chgData name="MARIA SALAS URBANO" userId="bc2a5f4f-1ff3-43e1-9c04-a7dcd714a090" providerId="ADAL" clId="{2E4E1E6E-A1F7-437D-8F42-B4C7BFCDD5CD}" dt="2023-11-19T15:25:34.148" v="1657" actId="1076"/>
          <ac:cxnSpMkLst>
            <pc:docMk/>
            <pc:sldMk cId="1916268990" sldId="319"/>
            <ac:cxnSpMk id="9" creationId="{68C8679F-464B-1CF1-6CDD-69BE18A44EA4}"/>
          </ac:cxnSpMkLst>
        </pc:cxnChg>
        <pc:cxnChg chg="add mod">
          <ac:chgData name="MARIA SALAS URBANO" userId="bc2a5f4f-1ff3-43e1-9c04-a7dcd714a090" providerId="ADAL" clId="{2E4E1E6E-A1F7-437D-8F42-B4C7BFCDD5CD}" dt="2023-11-19T15:25:34.148" v="1657" actId="1076"/>
          <ac:cxnSpMkLst>
            <pc:docMk/>
            <pc:sldMk cId="1916268990" sldId="319"/>
            <ac:cxnSpMk id="10" creationId="{BFF5957F-7E9F-DBD8-DC33-D71FEB0661D6}"/>
          </ac:cxnSpMkLst>
        </pc:cxnChg>
        <pc:cxnChg chg="add mod">
          <ac:chgData name="MARIA SALAS URBANO" userId="bc2a5f4f-1ff3-43e1-9c04-a7dcd714a090" providerId="ADAL" clId="{2E4E1E6E-A1F7-437D-8F42-B4C7BFCDD5CD}" dt="2023-11-19T15:25:34.148" v="1657" actId="1076"/>
          <ac:cxnSpMkLst>
            <pc:docMk/>
            <pc:sldMk cId="1916268990" sldId="319"/>
            <ac:cxnSpMk id="11" creationId="{1CC21493-3A94-B438-CDF9-B328F140D8D6}"/>
          </ac:cxnSpMkLst>
        </pc:cxnChg>
        <pc:cxnChg chg="add mod">
          <ac:chgData name="MARIA SALAS URBANO" userId="bc2a5f4f-1ff3-43e1-9c04-a7dcd714a090" providerId="ADAL" clId="{2E4E1E6E-A1F7-437D-8F42-B4C7BFCDD5CD}" dt="2023-11-19T15:25:34.148" v="1657" actId="1076"/>
          <ac:cxnSpMkLst>
            <pc:docMk/>
            <pc:sldMk cId="1916268990" sldId="319"/>
            <ac:cxnSpMk id="12" creationId="{734FD2DA-AD35-1A38-2551-CF47035389BB}"/>
          </ac:cxnSpMkLst>
        </pc:cxnChg>
        <pc:cxnChg chg="add mod">
          <ac:chgData name="MARIA SALAS URBANO" userId="bc2a5f4f-1ff3-43e1-9c04-a7dcd714a090" providerId="ADAL" clId="{2E4E1E6E-A1F7-437D-8F42-B4C7BFCDD5CD}" dt="2023-11-19T15:25:34.148" v="1657" actId="1076"/>
          <ac:cxnSpMkLst>
            <pc:docMk/>
            <pc:sldMk cId="1916268990" sldId="319"/>
            <ac:cxnSpMk id="29" creationId="{F930AD33-5304-97B6-5782-D8D9492071DF}"/>
          </ac:cxnSpMkLst>
        </pc:cxnChg>
        <pc:cxnChg chg="add mod">
          <ac:chgData name="MARIA SALAS URBANO" userId="bc2a5f4f-1ff3-43e1-9c04-a7dcd714a090" providerId="ADAL" clId="{2E4E1E6E-A1F7-437D-8F42-B4C7BFCDD5CD}" dt="2023-11-19T15:25:34.148" v="1657" actId="1076"/>
          <ac:cxnSpMkLst>
            <pc:docMk/>
            <pc:sldMk cId="1916268990" sldId="319"/>
            <ac:cxnSpMk id="30" creationId="{785FF6E4-28E6-6F04-9915-F65F22F585C1}"/>
          </ac:cxnSpMkLst>
        </pc:cxnChg>
        <pc:cxnChg chg="add mod">
          <ac:chgData name="MARIA SALAS URBANO" userId="bc2a5f4f-1ff3-43e1-9c04-a7dcd714a090" providerId="ADAL" clId="{2E4E1E6E-A1F7-437D-8F42-B4C7BFCDD5CD}" dt="2023-11-19T15:25:34.148" v="1657" actId="1076"/>
          <ac:cxnSpMkLst>
            <pc:docMk/>
            <pc:sldMk cId="1916268990" sldId="319"/>
            <ac:cxnSpMk id="31" creationId="{F1161C15-DAEB-5BB2-0E37-6DF92546C778}"/>
          </ac:cxnSpMkLst>
        </pc:cxnChg>
        <pc:cxnChg chg="del mod">
          <ac:chgData name="MARIA SALAS URBANO" userId="bc2a5f4f-1ff3-43e1-9c04-a7dcd714a090" providerId="ADAL" clId="{2E4E1E6E-A1F7-437D-8F42-B4C7BFCDD5CD}" dt="2023-11-19T15:25:22.682" v="1655" actId="478"/>
          <ac:cxnSpMkLst>
            <pc:docMk/>
            <pc:sldMk cId="1916268990" sldId="319"/>
            <ac:cxnSpMk id="33" creationId="{EA58555F-0E8E-D09C-920A-17A7D5328CA1}"/>
          </ac:cxnSpMkLst>
        </pc:cxnChg>
        <pc:cxnChg chg="del">
          <ac:chgData name="MARIA SALAS URBANO" userId="bc2a5f4f-1ff3-43e1-9c04-a7dcd714a090" providerId="ADAL" clId="{2E4E1E6E-A1F7-437D-8F42-B4C7BFCDD5CD}" dt="2023-11-19T15:25:22.682" v="1655" actId="478"/>
          <ac:cxnSpMkLst>
            <pc:docMk/>
            <pc:sldMk cId="1916268990" sldId="319"/>
            <ac:cxnSpMk id="34" creationId="{3FBFC6C2-120C-C953-77D5-70EE5C742F2A}"/>
          </ac:cxnSpMkLst>
        </pc:cxnChg>
        <pc:cxnChg chg="del mod">
          <ac:chgData name="MARIA SALAS URBANO" userId="bc2a5f4f-1ff3-43e1-9c04-a7dcd714a090" providerId="ADAL" clId="{2E4E1E6E-A1F7-437D-8F42-B4C7BFCDD5CD}" dt="2023-11-19T15:25:22.682" v="1655" actId="478"/>
          <ac:cxnSpMkLst>
            <pc:docMk/>
            <pc:sldMk cId="1916268990" sldId="319"/>
            <ac:cxnSpMk id="35" creationId="{D284CF11-8842-47E9-0CF2-94745FDC8C6B}"/>
          </ac:cxnSpMkLst>
        </pc:cxnChg>
        <pc:cxnChg chg="del mod">
          <ac:chgData name="MARIA SALAS URBANO" userId="bc2a5f4f-1ff3-43e1-9c04-a7dcd714a090" providerId="ADAL" clId="{2E4E1E6E-A1F7-437D-8F42-B4C7BFCDD5CD}" dt="2023-11-19T15:25:22.682" v="1655" actId="478"/>
          <ac:cxnSpMkLst>
            <pc:docMk/>
            <pc:sldMk cId="1916268990" sldId="319"/>
            <ac:cxnSpMk id="37" creationId="{C4524409-5961-2F9C-EF06-3F95D8F5E742}"/>
          </ac:cxnSpMkLst>
        </pc:cxnChg>
        <pc:cxnChg chg="del mod">
          <ac:chgData name="MARIA SALAS URBANO" userId="bc2a5f4f-1ff3-43e1-9c04-a7dcd714a090" providerId="ADAL" clId="{2E4E1E6E-A1F7-437D-8F42-B4C7BFCDD5CD}" dt="2023-11-19T15:25:22.682" v="1655" actId="478"/>
          <ac:cxnSpMkLst>
            <pc:docMk/>
            <pc:sldMk cId="1916268990" sldId="319"/>
            <ac:cxnSpMk id="39" creationId="{EA6BB15E-0105-020C-3970-AA36D1608BC6}"/>
          </ac:cxnSpMkLst>
        </pc:cxnChg>
        <pc:cxnChg chg="del mod">
          <ac:chgData name="MARIA SALAS URBANO" userId="bc2a5f4f-1ff3-43e1-9c04-a7dcd714a090" providerId="ADAL" clId="{2E4E1E6E-A1F7-437D-8F42-B4C7BFCDD5CD}" dt="2023-11-19T15:25:49.228" v="1659" actId="478"/>
          <ac:cxnSpMkLst>
            <pc:docMk/>
            <pc:sldMk cId="1916268990" sldId="319"/>
            <ac:cxnSpMk id="43" creationId="{7D820177-5EDF-C030-9E33-CB7A02A90AB9}"/>
          </ac:cxnSpMkLst>
        </pc:cxnChg>
        <pc:cxnChg chg="del mod">
          <ac:chgData name="MARIA SALAS URBANO" userId="bc2a5f4f-1ff3-43e1-9c04-a7dcd714a090" providerId="ADAL" clId="{2E4E1E6E-A1F7-437D-8F42-B4C7BFCDD5CD}" dt="2023-11-19T15:25:22.682" v="1655" actId="478"/>
          <ac:cxnSpMkLst>
            <pc:docMk/>
            <pc:sldMk cId="1916268990" sldId="319"/>
            <ac:cxnSpMk id="44" creationId="{11E190AD-701C-9F7C-62CA-175F74D0C617}"/>
          </ac:cxnSpMkLst>
        </pc:cxnChg>
        <pc:cxnChg chg="del mod">
          <ac:chgData name="MARIA SALAS URBANO" userId="bc2a5f4f-1ff3-43e1-9c04-a7dcd714a090" providerId="ADAL" clId="{2E4E1E6E-A1F7-437D-8F42-B4C7BFCDD5CD}" dt="2023-11-19T15:25:49.228" v="1659" actId="478"/>
          <ac:cxnSpMkLst>
            <pc:docMk/>
            <pc:sldMk cId="1916268990" sldId="319"/>
            <ac:cxnSpMk id="45" creationId="{5E0D01D7-C0F0-712E-C3E3-69DD9659DF52}"/>
          </ac:cxnSpMkLst>
        </pc:cxnChg>
        <pc:cxnChg chg="del mod">
          <ac:chgData name="MARIA SALAS URBANO" userId="bc2a5f4f-1ff3-43e1-9c04-a7dcd714a090" providerId="ADAL" clId="{2E4E1E6E-A1F7-437D-8F42-B4C7BFCDD5CD}" dt="2023-11-19T15:25:49.228" v="1659" actId="478"/>
          <ac:cxnSpMkLst>
            <pc:docMk/>
            <pc:sldMk cId="1916268990" sldId="319"/>
            <ac:cxnSpMk id="46" creationId="{B7B86E9F-3817-5AD9-121E-0904575A599F}"/>
          </ac:cxnSpMkLst>
        </pc:cxnChg>
        <pc:cxnChg chg="del mod">
          <ac:chgData name="MARIA SALAS URBANO" userId="bc2a5f4f-1ff3-43e1-9c04-a7dcd714a090" providerId="ADAL" clId="{2E4E1E6E-A1F7-437D-8F42-B4C7BFCDD5CD}" dt="2023-11-19T15:25:22.682" v="1655" actId="478"/>
          <ac:cxnSpMkLst>
            <pc:docMk/>
            <pc:sldMk cId="1916268990" sldId="319"/>
            <ac:cxnSpMk id="47" creationId="{9D5857F7-2A20-0243-FF66-EF565FD70C7C}"/>
          </ac:cxnSpMkLst>
        </pc:cxnChg>
        <pc:cxnChg chg="del mod">
          <ac:chgData name="MARIA SALAS URBANO" userId="bc2a5f4f-1ff3-43e1-9c04-a7dcd714a090" providerId="ADAL" clId="{2E4E1E6E-A1F7-437D-8F42-B4C7BFCDD5CD}" dt="2023-11-19T15:25:49.228" v="1659" actId="478"/>
          <ac:cxnSpMkLst>
            <pc:docMk/>
            <pc:sldMk cId="1916268990" sldId="319"/>
            <ac:cxnSpMk id="48" creationId="{C97AC5AC-4E1F-B963-BEFD-E159EE3CA4D9}"/>
          </ac:cxnSpMkLst>
        </pc:cxnChg>
        <pc:cxnChg chg="del mod">
          <ac:chgData name="MARIA SALAS URBANO" userId="bc2a5f4f-1ff3-43e1-9c04-a7dcd714a090" providerId="ADAL" clId="{2E4E1E6E-A1F7-437D-8F42-B4C7BFCDD5CD}" dt="2023-11-19T15:25:49.228" v="1659" actId="478"/>
          <ac:cxnSpMkLst>
            <pc:docMk/>
            <pc:sldMk cId="1916268990" sldId="319"/>
            <ac:cxnSpMk id="49" creationId="{4BEF3D29-72A6-4D72-D90B-2AFE4300C8D6}"/>
          </ac:cxnSpMkLst>
        </pc:cxnChg>
        <pc:cxnChg chg="del mod">
          <ac:chgData name="MARIA SALAS URBANO" userId="bc2a5f4f-1ff3-43e1-9c04-a7dcd714a090" providerId="ADAL" clId="{2E4E1E6E-A1F7-437D-8F42-B4C7BFCDD5CD}" dt="2023-11-19T15:25:22.682" v="1655" actId="478"/>
          <ac:cxnSpMkLst>
            <pc:docMk/>
            <pc:sldMk cId="1916268990" sldId="319"/>
            <ac:cxnSpMk id="50" creationId="{67F77FD9-9C0E-60C2-FD3F-FD71484E20C3}"/>
          </ac:cxnSpMkLst>
        </pc:cxnChg>
        <pc:cxnChg chg="del mod">
          <ac:chgData name="MARIA SALAS URBANO" userId="bc2a5f4f-1ff3-43e1-9c04-a7dcd714a090" providerId="ADAL" clId="{2E4E1E6E-A1F7-437D-8F42-B4C7BFCDD5CD}" dt="2023-11-19T15:25:49.228" v="1659" actId="478"/>
          <ac:cxnSpMkLst>
            <pc:docMk/>
            <pc:sldMk cId="1916268990" sldId="319"/>
            <ac:cxnSpMk id="51" creationId="{F9C3489E-D19F-04CD-A561-7D2C8B2F6654}"/>
          </ac:cxnSpMkLst>
        </pc:cxnChg>
        <pc:cxnChg chg="del mod">
          <ac:chgData name="MARIA SALAS URBANO" userId="bc2a5f4f-1ff3-43e1-9c04-a7dcd714a090" providerId="ADAL" clId="{2E4E1E6E-A1F7-437D-8F42-B4C7BFCDD5CD}" dt="2023-11-19T15:25:49.228" v="1659" actId="478"/>
          <ac:cxnSpMkLst>
            <pc:docMk/>
            <pc:sldMk cId="1916268990" sldId="319"/>
            <ac:cxnSpMk id="52" creationId="{24C53139-AA2F-59B2-9F4A-673C7A37E567}"/>
          </ac:cxnSpMkLst>
        </pc:cxnChg>
        <pc:cxnChg chg="del mod">
          <ac:chgData name="MARIA SALAS URBANO" userId="bc2a5f4f-1ff3-43e1-9c04-a7dcd714a090" providerId="ADAL" clId="{2E4E1E6E-A1F7-437D-8F42-B4C7BFCDD5CD}" dt="2023-11-19T15:25:22.682" v="1655" actId="478"/>
          <ac:cxnSpMkLst>
            <pc:docMk/>
            <pc:sldMk cId="1916268990" sldId="319"/>
            <ac:cxnSpMk id="53" creationId="{7C448893-E475-8DE6-C46C-08409DFD121F}"/>
          </ac:cxnSpMkLst>
        </pc:cxnChg>
        <pc:cxnChg chg="del mod">
          <ac:chgData name="MARIA SALAS URBANO" userId="bc2a5f4f-1ff3-43e1-9c04-a7dcd714a090" providerId="ADAL" clId="{2E4E1E6E-A1F7-437D-8F42-B4C7BFCDD5CD}" dt="2023-11-19T15:25:49.228" v="1659" actId="478"/>
          <ac:cxnSpMkLst>
            <pc:docMk/>
            <pc:sldMk cId="1916268990" sldId="319"/>
            <ac:cxnSpMk id="54" creationId="{0085A389-393C-3773-7DD3-6175CC1E8779}"/>
          </ac:cxnSpMkLst>
        </pc:cxnChg>
        <pc:cxnChg chg="del mod">
          <ac:chgData name="MARIA SALAS URBANO" userId="bc2a5f4f-1ff3-43e1-9c04-a7dcd714a090" providerId="ADAL" clId="{2E4E1E6E-A1F7-437D-8F42-B4C7BFCDD5CD}" dt="2023-11-19T15:25:49.228" v="1659" actId="478"/>
          <ac:cxnSpMkLst>
            <pc:docMk/>
            <pc:sldMk cId="1916268990" sldId="319"/>
            <ac:cxnSpMk id="55" creationId="{F6396A20-DD92-0C82-9EE4-601CFFEA0785}"/>
          </ac:cxnSpMkLst>
        </pc:cxnChg>
        <pc:cxnChg chg="del mod">
          <ac:chgData name="MARIA SALAS URBANO" userId="bc2a5f4f-1ff3-43e1-9c04-a7dcd714a090" providerId="ADAL" clId="{2E4E1E6E-A1F7-437D-8F42-B4C7BFCDD5CD}" dt="2023-11-19T15:25:22.682" v="1655" actId="478"/>
          <ac:cxnSpMkLst>
            <pc:docMk/>
            <pc:sldMk cId="1916268990" sldId="319"/>
            <ac:cxnSpMk id="56" creationId="{C2E91205-8ECA-FCA6-EE36-B473E4E2C055}"/>
          </ac:cxnSpMkLst>
        </pc:cxnChg>
        <pc:cxnChg chg="del mod">
          <ac:chgData name="MARIA SALAS URBANO" userId="bc2a5f4f-1ff3-43e1-9c04-a7dcd714a090" providerId="ADAL" clId="{2E4E1E6E-A1F7-437D-8F42-B4C7BFCDD5CD}" dt="2023-11-19T15:25:49.228" v="1659" actId="478"/>
          <ac:cxnSpMkLst>
            <pc:docMk/>
            <pc:sldMk cId="1916268990" sldId="319"/>
            <ac:cxnSpMk id="57" creationId="{DC1BD6C6-F227-9780-4B29-844A67124140}"/>
          </ac:cxnSpMkLst>
        </pc:cxnChg>
        <pc:cxnChg chg="add mod">
          <ac:chgData name="MARIA SALAS URBANO" userId="bc2a5f4f-1ff3-43e1-9c04-a7dcd714a090" providerId="ADAL" clId="{2E4E1E6E-A1F7-437D-8F42-B4C7BFCDD5CD}" dt="2023-11-19T15:25:34.148" v="1657" actId="1076"/>
          <ac:cxnSpMkLst>
            <pc:docMk/>
            <pc:sldMk cId="1916268990" sldId="319"/>
            <ac:cxnSpMk id="58" creationId="{1DF3BE04-C9C0-7435-F41D-038B3BFB2DB6}"/>
          </ac:cxnSpMkLst>
        </pc:cxnChg>
        <pc:cxnChg chg="del mod">
          <ac:chgData name="MARIA SALAS URBANO" userId="bc2a5f4f-1ff3-43e1-9c04-a7dcd714a090" providerId="ADAL" clId="{2E4E1E6E-A1F7-437D-8F42-B4C7BFCDD5CD}" dt="2023-11-19T15:25:22.682" v="1655" actId="478"/>
          <ac:cxnSpMkLst>
            <pc:docMk/>
            <pc:sldMk cId="1916268990" sldId="319"/>
            <ac:cxnSpMk id="59" creationId="{A44075C0-F5AC-4069-473D-BCBBE59A4B3C}"/>
          </ac:cxnSpMkLst>
        </pc:cxnChg>
        <pc:cxnChg chg="add mod">
          <ac:chgData name="MARIA SALAS URBANO" userId="bc2a5f4f-1ff3-43e1-9c04-a7dcd714a090" providerId="ADAL" clId="{2E4E1E6E-A1F7-437D-8F42-B4C7BFCDD5CD}" dt="2023-11-19T15:25:34.148" v="1657" actId="1076"/>
          <ac:cxnSpMkLst>
            <pc:docMk/>
            <pc:sldMk cId="1916268990" sldId="319"/>
            <ac:cxnSpMk id="60" creationId="{283851E7-7DCC-3AEE-4554-F301BDBA16F6}"/>
          </ac:cxnSpMkLst>
        </pc:cxnChg>
        <pc:cxnChg chg="add mod">
          <ac:chgData name="MARIA SALAS URBANO" userId="bc2a5f4f-1ff3-43e1-9c04-a7dcd714a090" providerId="ADAL" clId="{2E4E1E6E-A1F7-437D-8F42-B4C7BFCDD5CD}" dt="2023-11-19T15:25:34.148" v="1657" actId="1076"/>
          <ac:cxnSpMkLst>
            <pc:docMk/>
            <pc:sldMk cId="1916268990" sldId="319"/>
            <ac:cxnSpMk id="61" creationId="{DB008F6E-9F11-9B70-3E56-9BF0290775EE}"/>
          </ac:cxnSpMkLst>
        </pc:cxnChg>
        <pc:cxnChg chg="del mod">
          <ac:chgData name="MARIA SALAS URBANO" userId="bc2a5f4f-1ff3-43e1-9c04-a7dcd714a090" providerId="ADAL" clId="{2E4E1E6E-A1F7-437D-8F42-B4C7BFCDD5CD}" dt="2023-11-19T15:25:22.682" v="1655" actId="478"/>
          <ac:cxnSpMkLst>
            <pc:docMk/>
            <pc:sldMk cId="1916268990" sldId="319"/>
            <ac:cxnSpMk id="62" creationId="{DA686989-AC2A-122B-DD6E-90B9D0EDF094}"/>
          </ac:cxnSpMkLst>
        </pc:cxnChg>
        <pc:cxnChg chg="add mod">
          <ac:chgData name="MARIA SALAS URBANO" userId="bc2a5f4f-1ff3-43e1-9c04-a7dcd714a090" providerId="ADAL" clId="{2E4E1E6E-A1F7-437D-8F42-B4C7BFCDD5CD}" dt="2023-11-19T15:25:34.148" v="1657" actId="1076"/>
          <ac:cxnSpMkLst>
            <pc:docMk/>
            <pc:sldMk cId="1916268990" sldId="319"/>
            <ac:cxnSpMk id="63" creationId="{C2D9E5D3-024C-D33C-C548-F4CE6E607D45}"/>
          </ac:cxnSpMkLst>
        </pc:cxnChg>
        <pc:cxnChg chg="add mod">
          <ac:chgData name="MARIA SALAS URBANO" userId="bc2a5f4f-1ff3-43e1-9c04-a7dcd714a090" providerId="ADAL" clId="{2E4E1E6E-A1F7-437D-8F42-B4C7BFCDD5CD}" dt="2023-11-19T15:25:59.364" v="1661" actId="1076"/>
          <ac:cxnSpMkLst>
            <pc:docMk/>
            <pc:sldMk cId="1916268990" sldId="319"/>
            <ac:cxnSpMk id="88" creationId="{7605EA58-340A-4BC7-3F21-CE71A9B62398}"/>
          </ac:cxnSpMkLst>
        </pc:cxnChg>
        <pc:cxnChg chg="add mod">
          <ac:chgData name="MARIA SALAS URBANO" userId="bc2a5f4f-1ff3-43e1-9c04-a7dcd714a090" providerId="ADAL" clId="{2E4E1E6E-A1F7-437D-8F42-B4C7BFCDD5CD}" dt="2023-11-19T15:25:59.364" v="1661" actId="1076"/>
          <ac:cxnSpMkLst>
            <pc:docMk/>
            <pc:sldMk cId="1916268990" sldId="319"/>
            <ac:cxnSpMk id="89" creationId="{ADDF8EE9-2DA6-5AD0-CC36-C5084971D42F}"/>
          </ac:cxnSpMkLst>
        </pc:cxnChg>
        <pc:cxnChg chg="add mod">
          <ac:chgData name="MARIA SALAS URBANO" userId="bc2a5f4f-1ff3-43e1-9c04-a7dcd714a090" providerId="ADAL" clId="{2E4E1E6E-A1F7-437D-8F42-B4C7BFCDD5CD}" dt="2023-11-19T15:25:59.364" v="1661" actId="1076"/>
          <ac:cxnSpMkLst>
            <pc:docMk/>
            <pc:sldMk cId="1916268990" sldId="319"/>
            <ac:cxnSpMk id="90" creationId="{9FC5A80C-91FD-6171-2E30-CF5356AD2A56}"/>
          </ac:cxnSpMkLst>
        </pc:cxnChg>
        <pc:cxnChg chg="add mod">
          <ac:chgData name="MARIA SALAS URBANO" userId="bc2a5f4f-1ff3-43e1-9c04-a7dcd714a090" providerId="ADAL" clId="{2E4E1E6E-A1F7-437D-8F42-B4C7BFCDD5CD}" dt="2023-11-19T15:25:59.364" v="1661" actId="1076"/>
          <ac:cxnSpMkLst>
            <pc:docMk/>
            <pc:sldMk cId="1916268990" sldId="319"/>
            <ac:cxnSpMk id="91" creationId="{E1403DEC-CAC2-95FD-F4D5-08E0918965FC}"/>
          </ac:cxnSpMkLst>
        </pc:cxnChg>
        <pc:cxnChg chg="add mod">
          <ac:chgData name="MARIA SALAS URBANO" userId="bc2a5f4f-1ff3-43e1-9c04-a7dcd714a090" providerId="ADAL" clId="{2E4E1E6E-A1F7-437D-8F42-B4C7BFCDD5CD}" dt="2023-11-19T15:25:59.364" v="1661" actId="1076"/>
          <ac:cxnSpMkLst>
            <pc:docMk/>
            <pc:sldMk cId="1916268990" sldId="319"/>
            <ac:cxnSpMk id="92" creationId="{69A1F136-E70A-017E-69DA-640DF274B14D}"/>
          </ac:cxnSpMkLst>
        </pc:cxnChg>
        <pc:cxnChg chg="add mod">
          <ac:chgData name="MARIA SALAS URBANO" userId="bc2a5f4f-1ff3-43e1-9c04-a7dcd714a090" providerId="ADAL" clId="{2E4E1E6E-A1F7-437D-8F42-B4C7BFCDD5CD}" dt="2023-11-19T15:25:59.364" v="1661" actId="1076"/>
          <ac:cxnSpMkLst>
            <pc:docMk/>
            <pc:sldMk cId="1916268990" sldId="319"/>
            <ac:cxnSpMk id="93" creationId="{8ED20B4E-B226-8329-FE72-376E6F2898EE}"/>
          </ac:cxnSpMkLst>
        </pc:cxnChg>
        <pc:cxnChg chg="add mod">
          <ac:chgData name="MARIA SALAS URBANO" userId="bc2a5f4f-1ff3-43e1-9c04-a7dcd714a090" providerId="ADAL" clId="{2E4E1E6E-A1F7-437D-8F42-B4C7BFCDD5CD}" dt="2023-11-19T15:25:59.364" v="1661" actId="1076"/>
          <ac:cxnSpMkLst>
            <pc:docMk/>
            <pc:sldMk cId="1916268990" sldId="319"/>
            <ac:cxnSpMk id="94" creationId="{F0295499-56C9-054F-7B67-A888F8EB9811}"/>
          </ac:cxnSpMkLst>
        </pc:cxnChg>
        <pc:cxnChg chg="add mod">
          <ac:chgData name="MARIA SALAS URBANO" userId="bc2a5f4f-1ff3-43e1-9c04-a7dcd714a090" providerId="ADAL" clId="{2E4E1E6E-A1F7-437D-8F42-B4C7BFCDD5CD}" dt="2023-11-19T15:25:59.364" v="1661" actId="1076"/>
          <ac:cxnSpMkLst>
            <pc:docMk/>
            <pc:sldMk cId="1916268990" sldId="319"/>
            <ac:cxnSpMk id="95" creationId="{2E8A2559-0FB9-D850-9D1A-C16F6F60D658}"/>
          </ac:cxnSpMkLst>
        </pc:cxnChg>
        <pc:cxnChg chg="add mod">
          <ac:chgData name="MARIA SALAS URBANO" userId="bc2a5f4f-1ff3-43e1-9c04-a7dcd714a090" providerId="ADAL" clId="{2E4E1E6E-A1F7-437D-8F42-B4C7BFCDD5CD}" dt="2023-11-19T15:25:59.364" v="1661" actId="1076"/>
          <ac:cxnSpMkLst>
            <pc:docMk/>
            <pc:sldMk cId="1916268990" sldId="319"/>
            <ac:cxnSpMk id="96" creationId="{EE960EF6-14AC-7CCC-96D8-9BB55A594152}"/>
          </ac:cxnSpMkLst>
        </pc:cxnChg>
        <pc:cxnChg chg="add mod">
          <ac:chgData name="MARIA SALAS URBANO" userId="bc2a5f4f-1ff3-43e1-9c04-a7dcd714a090" providerId="ADAL" clId="{2E4E1E6E-A1F7-437D-8F42-B4C7BFCDD5CD}" dt="2023-11-19T15:25:59.364" v="1661" actId="1076"/>
          <ac:cxnSpMkLst>
            <pc:docMk/>
            <pc:sldMk cId="1916268990" sldId="319"/>
            <ac:cxnSpMk id="97" creationId="{B0A1790F-DEBC-F0E9-3F06-4CEBD4897F18}"/>
          </ac:cxnSpMkLst>
        </pc:cxnChg>
      </pc:sldChg>
      <pc:sldChg chg="addSp delSp modSp mod modNotesTx">
        <pc:chgData name="MARIA SALAS URBANO" userId="bc2a5f4f-1ff3-43e1-9c04-a7dcd714a090" providerId="ADAL" clId="{2E4E1E6E-A1F7-437D-8F42-B4C7BFCDD5CD}" dt="2023-11-19T15:45:03.387" v="2205" actId="20577"/>
        <pc:sldMkLst>
          <pc:docMk/>
          <pc:sldMk cId="2706329936" sldId="320"/>
        </pc:sldMkLst>
        <pc:spChg chg="add mod">
          <ac:chgData name="MARIA SALAS URBANO" userId="bc2a5f4f-1ff3-43e1-9c04-a7dcd714a090" providerId="ADAL" clId="{2E4E1E6E-A1F7-437D-8F42-B4C7BFCDD5CD}" dt="2023-11-19T15:44:47.819" v="2171" actId="1076"/>
          <ac:spMkLst>
            <pc:docMk/>
            <pc:sldMk cId="2706329936" sldId="320"/>
            <ac:spMk id="14" creationId="{24145776-124A-EB13-1DCF-CC0BE3D68D76}"/>
          </ac:spMkLst>
        </pc:spChg>
        <pc:spChg chg="add mod">
          <ac:chgData name="MARIA SALAS URBANO" userId="bc2a5f4f-1ff3-43e1-9c04-a7dcd714a090" providerId="ADAL" clId="{2E4E1E6E-A1F7-437D-8F42-B4C7BFCDD5CD}" dt="2023-11-19T15:44:47.819" v="2171" actId="1076"/>
          <ac:spMkLst>
            <pc:docMk/>
            <pc:sldMk cId="2706329936" sldId="320"/>
            <ac:spMk id="15" creationId="{41728FED-CD45-BECF-9EF2-BE9E72829E5F}"/>
          </ac:spMkLst>
        </pc:spChg>
        <pc:spChg chg="add mod">
          <ac:chgData name="MARIA SALAS URBANO" userId="bc2a5f4f-1ff3-43e1-9c04-a7dcd714a090" providerId="ADAL" clId="{2E4E1E6E-A1F7-437D-8F42-B4C7BFCDD5CD}" dt="2023-11-19T15:44:47.819" v="2171" actId="1076"/>
          <ac:spMkLst>
            <pc:docMk/>
            <pc:sldMk cId="2706329936" sldId="320"/>
            <ac:spMk id="16" creationId="{064A732A-AA44-67AC-0EC2-F42908840BDA}"/>
          </ac:spMkLst>
        </pc:spChg>
        <pc:spChg chg="add mod">
          <ac:chgData name="MARIA SALAS URBANO" userId="bc2a5f4f-1ff3-43e1-9c04-a7dcd714a090" providerId="ADAL" clId="{2E4E1E6E-A1F7-437D-8F42-B4C7BFCDD5CD}" dt="2023-11-19T15:44:47.819" v="2171" actId="1076"/>
          <ac:spMkLst>
            <pc:docMk/>
            <pc:sldMk cId="2706329936" sldId="320"/>
            <ac:spMk id="17" creationId="{2A600962-F5A5-3B51-D3D9-285710B9951B}"/>
          </ac:spMkLst>
        </pc:spChg>
        <pc:spChg chg="add mod">
          <ac:chgData name="MARIA SALAS URBANO" userId="bc2a5f4f-1ff3-43e1-9c04-a7dcd714a090" providerId="ADAL" clId="{2E4E1E6E-A1F7-437D-8F42-B4C7BFCDD5CD}" dt="2023-11-19T15:44:47.819" v="2171" actId="1076"/>
          <ac:spMkLst>
            <pc:docMk/>
            <pc:sldMk cId="2706329936" sldId="320"/>
            <ac:spMk id="18" creationId="{946370D7-46B2-07D5-EC71-D42578CFED2F}"/>
          </ac:spMkLst>
        </pc:spChg>
        <pc:spChg chg="del">
          <ac:chgData name="MARIA SALAS URBANO" userId="bc2a5f4f-1ff3-43e1-9c04-a7dcd714a090" providerId="ADAL" clId="{2E4E1E6E-A1F7-437D-8F42-B4C7BFCDD5CD}" dt="2023-11-19T15:44:40.885" v="2169" actId="478"/>
          <ac:spMkLst>
            <pc:docMk/>
            <pc:sldMk cId="2706329936" sldId="320"/>
            <ac:spMk id="19" creationId="{9C7D46B9-A4CC-C163-E249-0424E9276F0C}"/>
          </ac:spMkLst>
        </pc:spChg>
        <pc:spChg chg="del">
          <ac:chgData name="MARIA SALAS URBANO" userId="bc2a5f4f-1ff3-43e1-9c04-a7dcd714a090" providerId="ADAL" clId="{2E4E1E6E-A1F7-437D-8F42-B4C7BFCDD5CD}" dt="2023-11-19T15:44:40.885" v="2169" actId="478"/>
          <ac:spMkLst>
            <pc:docMk/>
            <pc:sldMk cId="2706329936" sldId="320"/>
            <ac:spMk id="20" creationId="{F3363C10-4DF1-9241-6713-7278C26250DA}"/>
          </ac:spMkLst>
        </pc:spChg>
        <pc:spChg chg="add mod">
          <ac:chgData name="MARIA SALAS URBANO" userId="bc2a5f4f-1ff3-43e1-9c04-a7dcd714a090" providerId="ADAL" clId="{2E4E1E6E-A1F7-437D-8F42-B4C7BFCDD5CD}" dt="2023-11-19T15:44:47.819" v="2171" actId="1076"/>
          <ac:spMkLst>
            <pc:docMk/>
            <pc:sldMk cId="2706329936" sldId="320"/>
            <ac:spMk id="21" creationId="{D42BB023-59A0-B822-D6AA-C7FAB9572118}"/>
          </ac:spMkLst>
        </pc:spChg>
        <pc:spChg chg="add mod">
          <ac:chgData name="MARIA SALAS URBANO" userId="bc2a5f4f-1ff3-43e1-9c04-a7dcd714a090" providerId="ADAL" clId="{2E4E1E6E-A1F7-437D-8F42-B4C7BFCDD5CD}" dt="2023-11-19T15:44:47.819" v="2171" actId="1076"/>
          <ac:spMkLst>
            <pc:docMk/>
            <pc:sldMk cId="2706329936" sldId="320"/>
            <ac:spMk id="22" creationId="{FFFC1B65-9C48-03E7-E266-D4227F76ADFA}"/>
          </ac:spMkLst>
        </pc:spChg>
        <pc:spChg chg="add mod">
          <ac:chgData name="MARIA SALAS URBANO" userId="bc2a5f4f-1ff3-43e1-9c04-a7dcd714a090" providerId="ADAL" clId="{2E4E1E6E-A1F7-437D-8F42-B4C7BFCDD5CD}" dt="2023-11-19T15:44:47.819" v="2171" actId="1076"/>
          <ac:spMkLst>
            <pc:docMk/>
            <pc:sldMk cId="2706329936" sldId="320"/>
            <ac:spMk id="23" creationId="{1FB6CE88-F4E2-910F-7F22-AD044A900A4F}"/>
          </ac:spMkLst>
        </pc:spChg>
        <pc:spChg chg="add mod">
          <ac:chgData name="MARIA SALAS URBANO" userId="bc2a5f4f-1ff3-43e1-9c04-a7dcd714a090" providerId="ADAL" clId="{2E4E1E6E-A1F7-437D-8F42-B4C7BFCDD5CD}" dt="2023-11-19T15:44:47.819" v="2171" actId="1076"/>
          <ac:spMkLst>
            <pc:docMk/>
            <pc:sldMk cId="2706329936" sldId="320"/>
            <ac:spMk id="24" creationId="{7E930612-A1F0-4398-A42E-69D94843EC24}"/>
          </ac:spMkLst>
        </pc:spChg>
        <pc:spChg chg="add mod">
          <ac:chgData name="MARIA SALAS URBANO" userId="bc2a5f4f-1ff3-43e1-9c04-a7dcd714a090" providerId="ADAL" clId="{2E4E1E6E-A1F7-437D-8F42-B4C7BFCDD5CD}" dt="2023-11-19T15:44:47.819" v="2171" actId="1076"/>
          <ac:spMkLst>
            <pc:docMk/>
            <pc:sldMk cId="2706329936" sldId="320"/>
            <ac:spMk id="25" creationId="{781B6605-A54A-96B6-8359-D88A2F631C36}"/>
          </ac:spMkLst>
        </pc:spChg>
        <pc:spChg chg="add mod">
          <ac:chgData name="MARIA SALAS URBANO" userId="bc2a5f4f-1ff3-43e1-9c04-a7dcd714a090" providerId="ADAL" clId="{2E4E1E6E-A1F7-437D-8F42-B4C7BFCDD5CD}" dt="2023-11-19T15:44:47.819" v="2171" actId="1076"/>
          <ac:spMkLst>
            <pc:docMk/>
            <pc:sldMk cId="2706329936" sldId="320"/>
            <ac:spMk id="26" creationId="{003E66EC-42EC-0C7B-11C8-93978D644ADB}"/>
          </ac:spMkLst>
        </pc:spChg>
        <pc:spChg chg="add mod">
          <ac:chgData name="MARIA SALAS URBANO" userId="bc2a5f4f-1ff3-43e1-9c04-a7dcd714a090" providerId="ADAL" clId="{2E4E1E6E-A1F7-437D-8F42-B4C7BFCDD5CD}" dt="2023-11-19T15:44:47.819" v="2171" actId="1076"/>
          <ac:spMkLst>
            <pc:docMk/>
            <pc:sldMk cId="2706329936" sldId="320"/>
            <ac:spMk id="27" creationId="{C6D6215D-638C-DCCB-8AA9-1951B16D4247}"/>
          </ac:spMkLst>
        </pc:spChg>
        <pc:spChg chg="del">
          <ac:chgData name="MARIA SALAS URBANO" userId="bc2a5f4f-1ff3-43e1-9c04-a7dcd714a090" providerId="ADAL" clId="{2E4E1E6E-A1F7-437D-8F42-B4C7BFCDD5CD}" dt="2023-11-19T15:44:40.885" v="2169" actId="478"/>
          <ac:spMkLst>
            <pc:docMk/>
            <pc:sldMk cId="2706329936" sldId="320"/>
            <ac:spMk id="28" creationId="{130AA86D-8594-C49F-BEDC-6B1F8FB77D2B}"/>
          </ac:spMkLst>
        </pc:spChg>
        <pc:spChg chg="add mod">
          <ac:chgData name="MARIA SALAS URBANO" userId="bc2a5f4f-1ff3-43e1-9c04-a7dcd714a090" providerId="ADAL" clId="{2E4E1E6E-A1F7-437D-8F42-B4C7BFCDD5CD}" dt="2023-11-19T15:44:47.819" v="2171" actId="1076"/>
          <ac:spMkLst>
            <pc:docMk/>
            <pc:sldMk cId="2706329936" sldId="320"/>
            <ac:spMk id="29" creationId="{FBF29E95-A714-AFA6-2F6B-3E34B774E34B}"/>
          </ac:spMkLst>
        </pc:spChg>
        <pc:spChg chg="add mod">
          <ac:chgData name="MARIA SALAS URBANO" userId="bc2a5f4f-1ff3-43e1-9c04-a7dcd714a090" providerId="ADAL" clId="{2E4E1E6E-A1F7-437D-8F42-B4C7BFCDD5CD}" dt="2023-11-19T15:44:47.819" v="2171" actId="1076"/>
          <ac:spMkLst>
            <pc:docMk/>
            <pc:sldMk cId="2706329936" sldId="320"/>
            <ac:spMk id="30" creationId="{495FCC67-2CB8-967F-5450-5576C93E17EE}"/>
          </ac:spMkLst>
        </pc:spChg>
        <pc:spChg chg="add mod">
          <ac:chgData name="MARIA SALAS URBANO" userId="bc2a5f4f-1ff3-43e1-9c04-a7dcd714a090" providerId="ADAL" clId="{2E4E1E6E-A1F7-437D-8F42-B4C7BFCDD5CD}" dt="2023-11-19T15:44:47.819" v="2171" actId="1076"/>
          <ac:spMkLst>
            <pc:docMk/>
            <pc:sldMk cId="2706329936" sldId="320"/>
            <ac:spMk id="31" creationId="{AB27E81A-8D0E-DE95-0822-7E2F41048992}"/>
          </ac:spMkLst>
        </pc:spChg>
        <pc:spChg chg="del">
          <ac:chgData name="MARIA SALAS URBANO" userId="bc2a5f4f-1ff3-43e1-9c04-a7dcd714a090" providerId="ADAL" clId="{2E4E1E6E-A1F7-437D-8F42-B4C7BFCDD5CD}" dt="2023-11-19T15:44:40.885" v="2169" actId="478"/>
          <ac:spMkLst>
            <pc:docMk/>
            <pc:sldMk cId="2706329936" sldId="320"/>
            <ac:spMk id="32" creationId="{36B64E7F-21D5-3D2B-75B2-3C9C3991B810}"/>
          </ac:spMkLst>
        </pc:spChg>
        <pc:spChg chg="add mod">
          <ac:chgData name="MARIA SALAS URBANO" userId="bc2a5f4f-1ff3-43e1-9c04-a7dcd714a090" providerId="ADAL" clId="{2E4E1E6E-A1F7-437D-8F42-B4C7BFCDD5CD}" dt="2023-11-19T15:44:47.819" v="2171" actId="1076"/>
          <ac:spMkLst>
            <pc:docMk/>
            <pc:sldMk cId="2706329936" sldId="320"/>
            <ac:spMk id="33" creationId="{1FEE8CCD-1D44-42F2-1091-BB2507A1CCCB}"/>
          </ac:spMkLst>
        </pc:spChg>
        <pc:spChg chg="add mod">
          <ac:chgData name="MARIA SALAS URBANO" userId="bc2a5f4f-1ff3-43e1-9c04-a7dcd714a090" providerId="ADAL" clId="{2E4E1E6E-A1F7-437D-8F42-B4C7BFCDD5CD}" dt="2023-11-19T15:44:47.819" v="2171" actId="1076"/>
          <ac:spMkLst>
            <pc:docMk/>
            <pc:sldMk cId="2706329936" sldId="320"/>
            <ac:spMk id="34" creationId="{66932345-2EC8-2741-B8D6-73FF25982F67}"/>
          </ac:spMkLst>
        </pc:spChg>
        <pc:spChg chg="add mod">
          <ac:chgData name="MARIA SALAS URBANO" userId="bc2a5f4f-1ff3-43e1-9c04-a7dcd714a090" providerId="ADAL" clId="{2E4E1E6E-A1F7-437D-8F42-B4C7BFCDD5CD}" dt="2023-11-19T15:44:47.819" v="2171" actId="1076"/>
          <ac:spMkLst>
            <pc:docMk/>
            <pc:sldMk cId="2706329936" sldId="320"/>
            <ac:spMk id="35" creationId="{58FF249D-6B76-BD17-B3AD-23BE08B399FB}"/>
          </ac:spMkLst>
        </pc:spChg>
        <pc:spChg chg="del">
          <ac:chgData name="MARIA SALAS URBANO" userId="bc2a5f4f-1ff3-43e1-9c04-a7dcd714a090" providerId="ADAL" clId="{2E4E1E6E-A1F7-437D-8F42-B4C7BFCDD5CD}" dt="2023-11-19T15:44:40.885" v="2169" actId="478"/>
          <ac:spMkLst>
            <pc:docMk/>
            <pc:sldMk cId="2706329936" sldId="320"/>
            <ac:spMk id="36" creationId="{62D45F9D-B1EF-A657-5E30-1C0A3EE4C2D9}"/>
          </ac:spMkLst>
        </pc:spChg>
        <pc:spChg chg="add mod">
          <ac:chgData name="MARIA SALAS URBANO" userId="bc2a5f4f-1ff3-43e1-9c04-a7dcd714a090" providerId="ADAL" clId="{2E4E1E6E-A1F7-437D-8F42-B4C7BFCDD5CD}" dt="2023-11-19T15:44:47.819" v="2171" actId="1076"/>
          <ac:spMkLst>
            <pc:docMk/>
            <pc:sldMk cId="2706329936" sldId="320"/>
            <ac:spMk id="37" creationId="{D858F86F-BF70-7C9B-374A-AFDF1C11D36C}"/>
          </ac:spMkLst>
        </pc:spChg>
        <pc:spChg chg="del">
          <ac:chgData name="MARIA SALAS URBANO" userId="bc2a5f4f-1ff3-43e1-9c04-a7dcd714a090" providerId="ADAL" clId="{2E4E1E6E-A1F7-437D-8F42-B4C7BFCDD5CD}" dt="2023-11-19T15:44:40.885" v="2169" actId="478"/>
          <ac:spMkLst>
            <pc:docMk/>
            <pc:sldMk cId="2706329936" sldId="320"/>
            <ac:spMk id="38" creationId="{68F75659-65DD-6FA3-E6B4-CC9F17CC144B}"/>
          </ac:spMkLst>
        </pc:spChg>
        <pc:spChg chg="del">
          <ac:chgData name="MARIA SALAS URBANO" userId="bc2a5f4f-1ff3-43e1-9c04-a7dcd714a090" providerId="ADAL" clId="{2E4E1E6E-A1F7-437D-8F42-B4C7BFCDD5CD}" dt="2023-11-19T15:44:40.885" v="2169" actId="478"/>
          <ac:spMkLst>
            <pc:docMk/>
            <pc:sldMk cId="2706329936" sldId="320"/>
            <ac:spMk id="40" creationId="{F0B17F57-138A-69C4-6BA8-7E4B73A7DCE9}"/>
          </ac:spMkLst>
        </pc:spChg>
        <pc:spChg chg="del">
          <ac:chgData name="MARIA SALAS URBANO" userId="bc2a5f4f-1ff3-43e1-9c04-a7dcd714a090" providerId="ADAL" clId="{2E4E1E6E-A1F7-437D-8F42-B4C7BFCDD5CD}" dt="2023-11-19T15:44:40.885" v="2169" actId="478"/>
          <ac:spMkLst>
            <pc:docMk/>
            <pc:sldMk cId="2706329936" sldId="320"/>
            <ac:spMk id="41" creationId="{B8E7432D-5E99-FCEB-2DA4-BD6D54E10CD8}"/>
          </ac:spMkLst>
        </pc:spChg>
        <pc:spChg chg="del">
          <ac:chgData name="MARIA SALAS URBANO" userId="bc2a5f4f-1ff3-43e1-9c04-a7dcd714a090" providerId="ADAL" clId="{2E4E1E6E-A1F7-437D-8F42-B4C7BFCDD5CD}" dt="2023-11-19T15:44:40.885" v="2169" actId="478"/>
          <ac:spMkLst>
            <pc:docMk/>
            <pc:sldMk cId="2706329936" sldId="320"/>
            <ac:spMk id="42" creationId="{E3BA9C4F-F47E-E4FC-8BD2-C7A8EE5A6EC0}"/>
          </ac:spMkLst>
        </pc:spChg>
        <pc:cxnChg chg="add mod">
          <ac:chgData name="MARIA SALAS URBANO" userId="bc2a5f4f-1ff3-43e1-9c04-a7dcd714a090" providerId="ADAL" clId="{2E4E1E6E-A1F7-437D-8F42-B4C7BFCDD5CD}" dt="2023-11-19T15:44:47.819" v="2171" actId="1076"/>
          <ac:cxnSpMkLst>
            <pc:docMk/>
            <pc:sldMk cId="2706329936" sldId="320"/>
            <ac:cxnSpMk id="3" creationId="{3EAD0FBF-A44D-DE0C-6269-22415390497A}"/>
          </ac:cxnSpMkLst>
        </pc:cxnChg>
        <pc:cxnChg chg="add mod">
          <ac:chgData name="MARIA SALAS URBANO" userId="bc2a5f4f-1ff3-43e1-9c04-a7dcd714a090" providerId="ADAL" clId="{2E4E1E6E-A1F7-437D-8F42-B4C7BFCDD5CD}" dt="2023-11-19T15:44:47.819" v="2171" actId="1076"/>
          <ac:cxnSpMkLst>
            <pc:docMk/>
            <pc:sldMk cId="2706329936" sldId="320"/>
            <ac:cxnSpMk id="5" creationId="{38086E74-4A9C-B69D-BD83-834200D028BA}"/>
          </ac:cxnSpMkLst>
        </pc:cxnChg>
        <pc:cxnChg chg="add mod">
          <ac:chgData name="MARIA SALAS URBANO" userId="bc2a5f4f-1ff3-43e1-9c04-a7dcd714a090" providerId="ADAL" clId="{2E4E1E6E-A1F7-437D-8F42-B4C7BFCDD5CD}" dt="2023-11-19T15:44:47.819" v="2171" actId="1076"/>
          <ac:cxnSpMkLst>
            <pc:docMk/>
            <pc:sldMk cId="2706329936" sldId="320"/>
            <ac:cxnSpMk id="6" creationId="{02120628-C05B-254C-9EA3-6EAE3B0D980B}"/>
          </ac:cxnSpMkLst>
        </pc:cxnChg>
        <pc:cxnChg chg="add mod">
          <ac:chgData name="MARIA SALAS URBANO" userId="bc2a5f4f-1ff3-43e1-9c04-a7dcd714a090" providerId="ADAL" clId="{2E4E1E6E-A1F7-437D-8F42-B4C7BFCDD5CD}" dt="2023-11-19T15:44:47.819" v="2171" actId="1076"/>
          <ac:cxnSpMkLst>
            <pc:docMk/>
            <pc:sldMk cId="2706329936" sldId="320"/>
            <ac:cxnSpMk id="7" creationId="{2707B2E6-27E2-1E42-234C-E4FF28BD8FD2}"/>
          </ac:cxnSpMkLst>
        </pc:cxnChg>
        <pc:cxnChg chg="add mod">
          <ac:chgData name="MARIA SALAS URBANO" userId="bc2a5f4f-1ff3-43e1-9c04-a7dcd714a090" providerId="ADAL" clId="{2E4E1E6E-A1F7-437D-8F42-B4C7BFCDD5CD}" dt="2023-11-19T15:44:47.819" v="2171" actId="1076"/>
          <ac:cxnSpMkLst>
            <pc:docMk/>
            <pc:sldMk cId="2706329936" sldId="320"/>
            <ac:cxnSpMk id="8" creationId="{4D802751-9017-E87F-AED2-660086E5D6F3}"/>
          </ac:cxnSpMkLst>
        </pc:cxnChg>
        <pc:cxnChg chg="add mod">
          <ac:chgData name="MARIA SALAS URBANO" userId="bc2a5f4f-1ff3-43e1-9c04-a7dcd714a090" providerId="ADAL" clId="{2E4E1E6E-A1F7-437D-8F42-B4C7BFCDD5CD}" dt="2023-11-19T15:44:47.819" v="2171" actId="1076"/>
          <ac:cxnSpMkLst>
            <pc:docMk/>
            <pc:sldMk cId="2706329936" sldId="320"/>
            <ac:cxnSpMk id="9" creationId="{C9A829DC-7D4D-29C4-2ACE-2EF0400B51CB}"/>
          </ac:cxnSpMkLst>
        </pc:cxnChg>
        <pc:cxnChg chg="add mod">
          <ac:chgData name="MARIA SALAS URBANO" userId="bc2a5f4f-1ff3-43e1-9c04-a7dcd714a090" providerId="ADAL" clId="{2E4E1E6E-A1F7-437D-8F42-B4C7BFCDD5CD}" dt="2023-11-19T15:44:47.819" v="2171" actId="1076"/>
          <ac:cxnSpMkLst>
            <pc:docMk/>
            <pc:sldMk cId="2706329936" sldId="320"/>
            <ac:cxnSpMk id="10" creationId="{D8429C12-3391-5E2A-9164-7A793818D749}"/>
          </ac:cxnSpMkLst>
        </pc:cxnChg>
        <pc:cxnChg chg="add mod">
          <ac:chgData name="MARIA SALAS URBANO" userId="bc2a5f4f-1ff3-43e1-9c04-a7dcd714a090" providerId="ADAL" clId="{2E4E1E6E-A1F7-437D-8F42-B4C7BFCDD5CD}" dt="2023-11-19T15:44:47.819" v="2171" actId="1076"/>
          <ac:cxnSpMkLst>
            <pc:docMk/>
            <pc:sldMk cId="2706329936" sldId="320"/>
            <ac:cxnSpMk id="11" creationId="{BA44598F-DBAA-3F73-0B4E-4CAD526E5EA1}"/>
          </ac:cxnSpMkLst>
        </pc:cxnChg>
        <pc:cxnChg chg="add mod">
          <ac:chgData name="MARIA SALAS URBANO" userId="bc2a5f4f-1ff3-43e1-9c04-a7dcd714a090" providerId="ADAL" clId="{2E4E1E6E-A1F7-437D-8F42-B4C7BFCDD5CD}" dt="2023-11-19T15:44:47.819" v="2171" actId="1076"/>
          <ac:cxnSpMkLst>
            <pc:docMk/>
            <pc:sldMk cId="2706329936" sldId="320"/>
            <ac:cxnSpMk id="12" creationId="{4EE24B16-FA4D-1436-8462-19A0DA4A47F2}"/>
          </ac:cxnSpMkLst>
        </pc:cxnChg>
        <pc:cxnChg chg="add mod">
          <ac:chgData name="MARIA SALAS URBANO" userId="bc2a5f4f-1ff3-43e1-9c04-a7dcd714a090" providerId="ADAL" clId="{2E4E1E6E-A1F7-437D-8F42-B4C7BFCDD5CD}" dt="2023-11-19T15:44:47.819" v="2171" actId="1076"/>
          <ac:cxnSpMkLst>
            <pc:docMk/>
            <pc:sldMk cId="2706329936" sldId="320"/>
            <ac:cxnSpMk id="13" creationId="{63F09FF7-B5C2-407F-3895-CC7CBA3C4FFE}"/>
          </ac:cxnSpMkLst>
        </pc:cxnChg>
        <pc:cxnChg chg="del mod">
          <ac:chgData name="MARIA SALAS URBANO" userId="bc2a5f4f-1ff3-43e1-9c04-a7dcd714a090" providerId="ADAL" clId="{2E4E1E6E-A1F7-437D-8F42-B4C7BFCDD5CD}" dt="2023-11-19T15:44:40.885" v="2169" actId="478"/>
          <ac:cxnSpMkLst>
            <pc:docMk/>
            <pc:sldMk cId="2706329936" sldId="320"/>
            <ac:cxnSpMk id="43" creationId="{7D820177-5EDF-C030-9E33-CB7A02A90AB9}"/>
          </ac:cxnSpMkLst>
        </pc:cxnChg>
        <pc:cxnChg chg="del mod">
          <ac:chgData name="MARIA SALAS URBANO" userId="bc2a5f4f-1ff3-43e1-9c04-a7dcd714a090" providerId="ADAL" clId="{2E4E1E6E-A1F7-437D-8F42-B4C7BFCDD5CD}" dt="2023-11-19T15:44:40.885" v="2169" actId="478"/>
          <ac:cxnSpMkLst>
            <pc:docMk/>
            <pc:sldMk cId="2706329936" sldId="320"/>
            <ac:cxnSpMk id="45" creationId="{5E0D01D7-C0F0-712E-C3E3-69DD9659DF52}"/>
          </ac:cxnSpMkLst>
        </pc:cxnChg>
        <pc:cxnChg chg="del mod">
          <ac:chgData name="MARIA SALAS URBANO" userId="bc2a5f4f-1ff3-43e1-9c04-a7dcd714a090" providerId="ADAL" clId="{2E4E1E6E-A1F7-437D-8F42-B4C7BFCDD5CD}" dt="2023-11-19T15:44:40.885" v="2169" actId="478"/>
          <ac:cxnSpMkLst>
            <pc:docMk/>
            <pc:sldMk cId="2706329936" sldId="320"/>
            <ac:cxnSpMk id="46" creationId="{B7B86E9F-3817-5AD9-121E-0904575A599F}"/>
          </ac:cxnSpMkLst>
        </pc:cxnChg>
        <pc:cxnChg chg="del mod">
          <ac:chgData name="MARIA SALAS URBANO" userId="bc2a5f4f-1ff3-43e1-9c04-a7dcd714a090" providerId="ADAL" clId="{2E4E1E6E-A1F7-437D-8F42-B4C7BFCDD5CD}" dt="2023-11-19T15:44:40.885" v="2169" actId="478"/>
          <ac:cxnSpMkLst>
            <pc:docMk/>
            <pc:sldMk cId="2706329936" sldId="320"/>
            <ac:cxnSpMk id="48" creationId="{C97AC5AC-4E1F-B963-BEFD-E159EE3CA4D9}"/>
          </ac:cxnSpMkLst>
        </pc:cxnChg>
        <pc:cxnChg chg="del mod">
          <ac:chgData name="MARIA SALAS URBANO" userId="bc2a5f4f-1ff3-43e1-9c04-a7dcd714a090" providerId="ADAL" clId="{2E4E1E6E-A1F7-437D-8F42-B4C7BFCDD5CD}" dt="2023-11-19T15:44:40.885" v="2169" actId="478"/>
          <ac:cxnSpMkLst>
            <pc:docMk/>
            <pc:sldMk cId="2706329936" sldId="320"/>
            <ac:cxnSpMk id="49" creationId="{4BEF3D29-72A6-4D72-D90B-2AFE4300C8D6}"/>
          </ac:cxnSpMkLst>
        </pc:cxnChg>
        <pc:cxnChg chg="del mod">
          <ac:chgData name="MARIA SALAS URBANO" userId="bc2a5f4f-1ff3-43e1-9c04-a7dcd714a090" providerId="ADAL" clId="{2E4E1E6E-A1F7-437D-8F42-B4C7BFCDD5CD}" dt="2023-11-19T15:44:40.885" v="2169" actId="478"/>
          <ac:cxnSpMkLst>
            <pc:docMk/>
            <pc:sldMk cId="2706329936" sldId="320"/>
            <ac:cxnSpMk id="51" creationId="{F9C3489E-D19F-04CD-A561-7D2C8B2F6654}"/>
          </ac:cxnSpMkLst>
        </pc:cxnChg>
        <pc:cxnChg chg="del mod">
          <ac:chgData name="MARIA SALAS URBANO" userId="bc2a5f4f-1ff3-43e1-9c04-a7dcd714a090" providerId="ADAL" clId="{2E4E1E6E-A1F7-437D-8F42-B4C7BFCDD5CD}" dt="2023-11-19T15:44:40.885" v="2169" actId="478"/>
          <ac:cxnSpMkLst>
            <pc:docMk/>
            <pc:sldMk cId="2706329936" sldId="320"/>
            <ac:cxnSpMk id="52" creationId="{24C53139-AA2F-59B2-9F4A-673C7A37E567}"/>
          </ac:cxnSpMkLst>
        </pc:cxnChg>
        <pc:cxnChg chg="del mod">
          <ac:chgData name="MARIA SALAS URBANO" userId="bc2a5f4f-1ff3-43e1-9c04-a7dcd714a090" providerId="ADAL" clId="{2E4E1E6E-A1F7-437D-8F42-B4C7BFCDD5CD}" dt="2023-11-19T15:44:40.885" v="2169" actId="478"/>
          <ac:cxnSpMkLst>
            <pc:docMk/>
            <pc:sldMk cId="2706329936" sldId="320"/>
            <ac:cxnSpMk id="54" creationId="{0085A389-393C-3773-7DD3-6175CC1E8779}"/>
          </ac:cxnSpMkLst>
        </pc:cxnChg>
        <pc:cxnChg chg="del mod">
          <ac:chgData name="MARIA SALAS URBANO" userId="bc2a5f4f-1ff3-43e1-9c04-a7dcd714a090" providerId="ADAL" clId="{2E4E1E6E-A1F7-437D-8F42-B4C7BFCDD5CD}" dt="2023-11-19T15:44:40.885" v="2169" actId="478"/>
          <ac:cxnSpMkLst>
            <pc:docMk/>
            <pc:sldMk cId="2706329936" sldId="320"/>
            <ac:cxnSpMk id="55" creationId="{F6396A20-DD92-0C82-9EE4-601CFFEA0785}"/>
          </ac:cxnSpMkLst>
        </pc:cxnChg>
        <pc:cxnChg chg="del mod">
          <ac:chgData name="MARIA SALAS URBANO" userId="bc2a5f4f-1ff3-43e1-9c04-a7dcd714a090" providerId="ADAL" clId="{2E4E1E6E-A1F7-437D-8F42-B4C7BFCDD5CD}" dt="2023-11-19T15:44:40.885" v="2169" actId="478"/>
          <ac:cxnSpMkLst>
            <pc:docMk/>
            <pc:sldMk cId="2706329936" sldId="320"/>
            <ac:cxnSpMk id="57" creationId="{DC1BD6C6-F227-9780-4B29-844A67124140}"/>
          </ac:cxnSpMkLst>
        </pc:cxnChg>
      </pc:sldChg>
      <pc:sldChg chg="add mod modShow">
        <pc:chgData name="MARIA SALAS URBANO" userId="bc2a5f4f-1ff3-43e1-9c04-a7dcd714a090" providerId="ADAL" clId="{2E4E1E6E-A1F7-437D-8F42-B4C7BFCDD5CD}" dt="2023-11-18T09:57:43.489" v="503" actId="729"/>
        <pc:sldMkLst>
          <pc:docMk/>
          <pc:sldMk cId="879657773" sldId="321"/>
        </pc:sldMkLst>
      </pc:sldChg>
      <pc:sldChg chg="addSp delSp modSp add del mod delAnim modShow">
        <pc:chgData name="MARIA SALAS URBANO" userId="bc2a5f4f-1ff3-43e1-9c04-a7dcd714a090" providerId="ADAL" clId="{2E4E1E6E-A1F7-437D-8F42-B4C7BFCDD5CD}" dt="2023-11-18T11:32:47.361" v="1039" actId="2696"/>
        <pc:sldMkLst>
          <pc:docMk/>
          <pc:sldMk cId="2304598743" sldId="322"/>
        </pc:sldMkLst>
        <pc:spChg chg="add del mod">
          <ac:chgData name="MARIA SALAS URBANO" userId="bc2a5f4f-1ff3-43e1-9c04-a7dcd714a090" providerId="ADAL" clId="{2E4E1E6E-A1F7-437D-8F42-B4C7BFCDD5CD}" dt="2023-11-18T11:25:30.095" v="976" actId="478"/>
          <ac:spMkLst>
            <pc:docMk/>
            <pc:sldMk cId="2304598743" sldId="322"/>
            <ac:spMk id="5" creationId="{6E1FD94A-BB72-14FC-B9F2-F5C04914A374}"/>
          </ac:spMkLst>
        </pc:spChg>
        <pc:spChg chg="del">
          <ac:chgData name="MARIA SALAS URBANO" userId="bc2a5f4f-1ff3-43e1-9c04-a7dcd714a090" providerId="ADAL" clId="{2E4E1E6E-A1F7-437D-8F42-B4C7BFCDD5CD}" dt="2023-11-18T11:25:27.108" v="975" actId="478"/>
          <ac:spMkLst>
            <pc:docMk/>
            <pc:sldMk cId="2304598743" sldId="322"/>
            <ac:spMk id="13" creationId="{E035ACF5-4779-ABFD-C8D9-8078F16FE610}"/>
          </ac:spMkLst>
        </pc:spChg>
        <pc:spChg chg="mod">
          <ac:chgData name="MARIA SALAS URBANO" userId="bc2a5f4f-1ff3-43e1-9c04-a7dcd714a090" providerId="ADAL" clId="{2E4E1E6E-A1F7-437D-8F42-B4C7BFCDD5CD}" dt="2023-11-18T11:25:14.416" v="968" actId="20577"/>
          <ac:spMkLst>
            <pc:docMk/>
            <pc:sldMk cId="2304598743" sldId="322"/>
            <ac:spMk id="25" creationId="{D719201C-B9AB-AD00-EF26-AC81043B92ED}"/>
          </ac:spMkLst>
        </pc:spChg>
        <pc:spChg chg="mod">
          <ac:chgData name="MARIA SALAS URBANO" userId="bc2a5f4f-1ff3-43e1-9c04-a7dcd714a090" providerId="ADAL" clId="{2E4E1E6E-A1F7-437D-8F42-B4C7BFCDD5CD}" dt="2023-11-18T11:25:20.478" v="971" actId="20577"/>
          <ac:spMkLst>
            <pc:docMk/>
            <pc:sldMk cId="2304598743" sldId="322"/>
            <ac:spMk id="26" creationId="{88114519-0E30-E13F-469D-70A7859F9655}"/>
          </ac:spMkLst>
        </pc:spChg>
        <pc:spChg chg="mod">
          <ac:chgData name="MARIA SALAS URBANO" userId="bc2a5f4f-1ff3-43e1-9c04-a7dcd714a090" providerId="ADAL" clId="{2E4E1E6E-A1F7-437D-8F42-B4C7BFCDD5CD}" dt="2023-11-18T11:25:23.328" v="974" actId="20577"/>
          <ac:spMkLst>
            <pc:docMk/>
            <pc:sldMk cId="2304598743" sldId="322"/>
            <ac:spMk id="27" creationId="{F2D8C2C6-B7EA-FCAC-54DC-47A0BE0C77D2}"/>
          </ac:spMkLst>
        </pc:spChg>
      </pc:sldChg>
      <pc:sldChg chg="addSp delSp modSp add mod addAnim delAnim modAnim modNotesTx">
        <pc:chgData name="MARIA SALAS URBANO" userId="bc2a5f4f-1ff3-43e1-9c04-a7dcd714a090" providerId="ADAL" clId="{2E4E1E6E-A1F7-437D-8F42-B4C7BFCDD5CD}" dt="2023-11-27T15:25:51.141" v="5081"/>
        <pc:sldMkLst>
          <pc:docMk/>
          <pc:sldMk cId="1071731195" sldId="323"/>
        </pc:sldMkLst>
        <pc:spChg chg="add del mod">
          <ac:chgData name="MARIA SALAS URBANO" userId="bc2a5f4f-1ff3-43e1-9c04-a7dcd714a090" providerId="ADAL" clId="{2E4E1E6E-A1F7-437D-8F42-B4C7BFCDD5CD}" dt="2023-11-18T11:15:01.983" v="840" actId="478"/>
          <ac:spMkLst>
            <pc:docMk/>
            <pc:sldMk cId="1071731195" sldId="323"/>
            <ac:spMk id="3" creationId="{0277979A-32CC-D3DF-09E8-18C5C6722830}"/>
          </ac:spMkLst>
        </pc:spChg>
        <pc:spChg chg="mod">
          <ac:chgData name="MARIA SALAS URBANO" userId="bc2a5f4f-1ff3-43e1-9c04-a7dcd714a090" providerId="ADAL" clId="{2E4E1E6E-A1F7-437D-8F42-B4C7BFCDD5CD}" dt="2023-11-18T11:31:39.532" v="1008" actId="1036"/>
          <ac:spMkLst>
            <pc:docMk/>
            <pc:sldMk cId="1071731195" sldId="323"/>
            <ac:spMk id="5" creationId="{814497B3-4B25-CF75-915F-CAAB66181DEE}"/>
          </ac:spMkLst>
        </pc:spChg>
        <pc:spChg chg="add mod">
          <ac:chgData name="MARIA SALAS URBANO" userId="bc2a5f4f-1ff3-43e1-9c04-a7dcd714a090" providerId="ADAL" clId="{2E4E1E6E-A1F7-437D-8F42-B4C7BFCDD5CD}" dt="2023-11-18T11:31:37.386" v="1007" actId="1035"/>
          <ac:spMkLst>
            <pc:docMk/>
            <pc:sldMk cId="1071731195" sldId="323"/>
            <ac:spMk id="6" creationId="{8048CBC8-2DD8-DF11-8FBA-2E3E627BAFD6}"/>
          </ac:spMkLst>
        </pc:spChg>
        <pc:spChg chg="add mod">
          <ac:chgData name="MARIA SALAS URBANO" userId="bc2a5f4f-1ff3-43e1-9c04-a7dcd714a090" providerId="ADAL" clId="{2E4E1E6E-A1F7-437D-8F42-B4C7BFCDD5CD}" dt="2023-11-18T11:31:56.151" v="1029" actId="20577"/>
          <ac:spMkLst>
            <pc:docMk/>
            <pc:sldMk cId="1071731195" sldId="323"/>
            <ac:spMk id="7" creationId="{104D8056-BC2A-B997-521A-6B74FD1CAA63}"/>
          </ac:spMkLst>
        </pc:spChg>
        <pc:spChg chg="add mod">
          <ac:chgData name="MARIA SALAS URBANO" userId="bc2a5f4f-1ff3-43e1-9c04-a7dcd714a090" providerId="ADAL" clId="{2E4E1E6E-A1F7-437D-8F42-B4C7BFCDD5CD}" dt="2023-11-18T11:31:58.749" v="1032" actId="20577"/>
          <ac:spMkLst>
            <pc:docMk/>
            <pc:sldMk cId="1071731195" sldId="323"/>
            <ac:spMk id="9" creationId="{D4AA4ED8-293E-A7AA-8BAD-89D49EC7C710}"/>
          </ac:spMkLst>
        </pc:spChg>
        <pc:spChg chg="add mod">
          <ac:chgData name="MARIA SALAS URBANO" userId="bc2a5f4f-1ff3-43e1-9c04-a7dcd714a090" providerId="ADAL" clId="{2E4E1E6E-A1F7-437D-8F42-B4C7BFCDD5CD}" dt="2023-11-18T11:32:01.417" v="1035" actId="20577"/>
          <ac:spMkLst>
            <pc:docMk/>
            <pc:sldMk cId="1071731195" sldId="323"/>
            <ac:spMk id="10" creationId="{194F0A55-B627-7BB8-1872-D286C18B3606}"/>
          </ac:spMkLst>
        </pc:spChg>
        <pc:spChg chg="add mod">
          <ac:chgData name="MARIA SALAS URBANO" userId="bc2a5f4f-1ff3-43e1-9c04-a7dcd714a090" providerId="ADAL" clId="{2E4E1E6E-A1F7-437D-8F42-B4C7BFCDD5CD}" dt="2023-11-18T11:31:37.386" v="1007" actId="1035"/>
          <ac:spMkLst>
            <pc:docMk/>
            <pc:sldMk cId="1071731195" sldId="323"/>
            <ac:spMk id="11" creationId="{E74747BA-C7DC-7E4D-1184-CA262CD21AE5}"/>
          </ac:spMkLst>
        </pc:spChg>
        <pc:spChg chg="add mod">
          <ac:chgData name="MARIA SALAS URBANO" userId="bc2a5f4f-1ff3-43e1-9c04-a7dcd714a090" providerId="ADAL" clId="{2E4E1E6E-A1F7-437D-8F42-B4C7BFCDD5CD}" dt="2023-11-18T11:31:37.386" v="1007" actId="1035"/>
          <ac:spMkLst>
            <pc:docMk/>
            <pc:sldMk cId="1071731195" sldId="323"/>
            <ac:spMk id="12" creationId="{96B5DC3D-13F3-CD9A-21FA-30795272FAB8}"/>
          </ac:spMkLst>
        </pc:spChg>
        <pc:spChg chg="mod">
          <ac:chgData name="MARIA SALAS URBANO" userId="bc2a5f4f-1ff3-43e1-9c04-a7dcd714a090" providerId="ADAL" clId="{2E4E1E6E-A1F7-437D-8F42-B4C7BFCDD5CD}" dt="2023-11-18T11:15:41.935" v="847" actId="20577"/>
          <ac:spMkLst>
            <pc:docMk/>
            <pc:sldMk cId="1071731195" sldId="323"/>
            <ac:spMk id="13" creationId="{E035ACF5-4779-ABFD-C8D9-8078F16FE610}"/>
          </ac:spMkLst>
        </pc:spChg>
        <pc:spChg chg="add mod">
          <ac:chgData name="MARIA SALAS URBANO" userId="bc2a5f4f-1ff3-43e1-9c04-a7dcd714a090" providerId="ADAL" clId="{2E4E1E6E-A1F7-437D-8F42-B4C7BFCDD5CD}" dt="2023-11-18T11:31:37.386" v="1007" actId="1035"/>
          <ac:spMkLst>
            <pc:docMk/>
            <pc:sldMk cId="1071731195" sldId="323"/>
            <ac:spMk id="14" creationId="{E0B861A9-CED6-D6C6-F969-53166C264C51}"/>
          </ac:spMkLst>
        </pc:spChg>
        <pc:spChg chg="add mod">
          <ac:chgData name="MARIA SALAS URBANO" userId="bc2a5f4f-1ff3-43e1-9c04-a7dcd714a090" providerId="ADAL" clId="{2E4E1E6E-A1F7-437D-8F42-B4C7BFCDD5CD}" dt="2023-11-18T11:31:47.504" v="1009" actId="14100"/>
          <ac:spMkLst>
            <pc:docMk/>
            <pc:sldMk cId="1071731195" sldId="323"/>
            <ac:spMk id="15" creationId="{14D8BBD6-0DD6-1B62-6D2D-D0F3A2A2A45C}"/>
          </ac:spMkLst>
        </pc:spChg>
      </pc:sldChg>
      <pc:sldChg chg="addSp delSp modSp add mod modAnim modNotesTx">
        <pc:chgData name="MARIA SALAS URBANO" userId="bc2a5f4f-1ff3-43e1-9c04-a7dcd714a090" providerId="ADAL" clId="{2E4E1E6E-A1F7-437D-8F42-B4C7BFCDD5CD}" dt="2023-11-20T15:34:09.388" v="4582"/>
        <pc:sldMkLst>
          <pc:docMk/>
          <pc:sldMk cId="3432417470" sldId="324"/>
        </pc:sldMkLst>
        <pc:spChg chg="add mod">
          <ac:chgData name="MARIA SALAS URBANO" userId="bc2a5f4f-1ff3-43e1-9c04-a7dcd714a090" providerId="ADAL" clId="{2E4E1E6E-A1F7-437D-8F42-B4C7BFCDD5CD}" dt="2023-11-18T11:16:31.096" v="854" actId="1076"/>
          <ac:spMkLst>
            <pc:docMk/>
            <pc:sldMk cId="3432417470" sldId="324"/>
            <ac:spMk id="3" creationId="{4FEA69D7-4306-1021-63CA-DA48E8D969F9}"/>
          </ac:spMkLst>
        </pc:spChg>
        <pc:spChg chg="del">
          <ac:chgData name="MARIA SALAS URBANO" userId="bc2a5f4f-1ff3-43e1-9c04-a7dcd714a090" providerId="ADAL" clId="{2E4E1E6E-A1F7-437D-8F42-B4C7BFCDD5CD}" dt="2023-11-18T11:16:09.137" v="850" actId="478"/>
          <ac:spMkLst>
            <pc:docMk/>
            <pc:sldMk cId="3432417470" sldId="324"/>
            <ac:spMk id="5" creationId="{814497B3-4B25-CF75-915F-CAAB66181DEE}"/>
          </ac:spMkLst>
        </pc:spChg>
        <pc:spChg chg="mod">
          <ac:chgData name="MARIA SALAS URBANO" userId="bc2a5f4f-1ff3-43e1-9c04-a7dcd714a090" providerId="ADAL" clId="{2E4E1E6E-A1F7-437D-8F42-B4C7BFCDD5CD}" dt="2023-11-20T15:34:09.388" v="4582"/>
          <ac:spMkLst>
            <pc:docMk/>
            <pc:sldMk cId="3432417470" sldId="324"/>
            <ac:spMk id="13" creationId="{E035ACF5-4779-ABFD-C8D9-8078F16FE610}"/>
          </ac:spMkLst>
        </pc:spChg>
      </pc:sldChg>
    </pc:docChg>
  </pc:docChgLst>
  <pc:docChgLst>
    <pc:chgData name="MARIA SALAS URBANO" userId="d92562ea-7866-43a1-b4b3-4f1315128d96" providerId="ADAL" clId="{32E1785D-317D-47C6-B9A6-CC7E3EB986E8}"/>
    <pc:docChg chg="undo custSel addSld delSld modSld">
      <pc:chgData name="MARIA SALAS URBANO" userId="d92562ea-7866-43a1-b4b3-4f1315128d96" providerId="ADAL" clId="{32E1785D-317D-47C6-B9A6-CC7E3EB986E8}" dt="2024-05-30T18:47:10.903" v="730" actId="478"/>
      <pc:docMkLst>
        <pc:docMk/>
      </pc:docMkLst>
      <pc:sldChg chg="modSp mod modNotesTx">
        <pc:chgData name="MARIA SALAS URBANO" userId="d92562ea-7866-43a1-b4b3-4f1315128d96" providerId="ADAL" clId="{32E1785D-317D-47C6-B9A6-CC7E3EB986E8}" dt="2024-05-28T07:56:50.424" v="370"/>
        <pc:sldMkLst>
          <pc:docMk/>
          <pc:sldMk cId="2467763920" sldId="316"/>
        </pc:sldMkLst>
        <pc:spChg chg="mod">
          <ac:chgData name="MARIA SALAS URBANO" userId="d92562ea-7866-43a1-b4b3-4f1315128d96" providerId="ADAL" clId="{32E1785D-317D-47C6-B9A6-CC7E3EB986E8}" dt="2024-05-28T07:55:46.526" v="367" actId="14"/>
          <ac:spMkLst>
            <pc:docMk/>
            <pc:sldMk cId="2467763920" sldId="316"/>
            <ac:spMk id="3" creationId="{C3B6FA41-7BC6-976A-61EA-FCA7B3D217AF}"/>
          </ac:spMkLst>
        </pc:spChg>
      </pc:sldChg>
      <pc:sldChg chg="modNotesTx">
        <pc:chgData name="MARIA SALAS URBANO" userId="d92562ea-7866-43a1-b4b3-4f1315128d96" providerId="ADAL" clId="{32E1785D-317D-47C6-B9A6-CC7E3EB986E8}" dt="2024-05-28T07:25:05.102" v="10" actId="20577"/>
        <pc:sldMkLst>
          <pc:docMk/>
          <pc:sldMk cId="3850168934" sldId="325"/>
        </pc:sldMkLst>
      </pc:sldChg>
      <pc:sldChg chg="addSp modSp modAnim modNotesTx">
        <pc:chgData name="MARIA SALAS URBANO" userId="d92562ea-7866-43a1-b4b3-4f1315128d96" providerId="ADAL" clId="{32E1785D-317D-47C6-B9A6-CC7E3EB986E8}" dt="2024-05-28T07:31:18.172" v="58"/>
        <pc:sldMkLst>
          <pc:docMk/>
          <pc:sldMk cId="3686452472" sldId="326"/>
        </pc:sldMkLst>
        <pc:picChg chg="add mod">
          <ac:chgData name="MARIA SALAS URBANO" userId="d92562ea-7866-43a1-b4b3-4f1315128d96" providerId="ADAL" clId="{32E1785D-317D-47C6-B9A6-CC7E3EB986E8}" dt="2024-05-28T07:29:34.911" v="52"/>
          <ac:picMkLst>
            <pc:docMk/>
            <pc:sldMk cId="3686452472" sldId="326"/>
            <ac:picMk id="13" creationId="{219D5517-324D-5F6B-5AFA-BA883FF45A59}"/>
          </ac:picMkLst>
        </pc:picChg>
      </pc:sldChg>
      <pc:sldChg chg="addSp delSp modSp mod">
        <pc:chgData name="MARIA SALAS URBANO" userId="d92562ea-7866-43a1-b4b3-4f1315128d96" providerId="ADAL" clId="{32E1785D-317D-47C6-B9A6-CC7E3EB986E8}" dt="2024-05-29T07:57:14.369" v="615" actId="113"/>
        <pc:sldMkLst>
          <pc:docMk/>
          <pc:sldMk cId="1251699714" sldId="329"/>
        </pc:sldMkLst>
        <pc:spChg chg="add mod">
          <ac:chgData name="MARIA SALAS URBANO" userId="d92562ea-7866-43a1-b4b3-4f1315128d96" providerId="ADAL" clId="{32E1785D-317D-47C6-B9A6-CC7E3EB986E8}" dt="2024-05-29T07:57:03.360" v="611" actId="207"/>
          <ac:spMkLst>
            <pc:docMk/>
            <pc:sldMk cId="1251699714" sldId="329"/>
            <ac:spMk id="5" creationId="{405E83FA-F3C8-F1B4-0410-95406ECEAA84}"/>
          </ac:spMkLst>
        </pc:spChg>
        <pc:spChg chg="del">
          <ac:chgData name="MARIA SALAS URBANO" userId="d92562ea-7866-43a1-b4b3-4f1315128d96" providerId="ADAL" clId="{32E1785D-317D-47C6-B9A6-CC7E3EB986E8}" dt="2024-05-29T07:54:30.788" v="568" actId="478"/>
          <ac:spMkLst>
            <pc:docMk/>
            <pc:sldMk cId="1251699714" sldId="329"/>
            <ac:spMk id="7" creationId="{F0021E3B-2321-C9B4-E650-AAD0BAFD303A}"/>
          </ac:spMkLst>
        </pc:spChg>
        <pc:spChg chg="del">
          <ac:chgData name="MARIA SALAS URBANO" userId="d92562ea-7866-43a1-b4b3-4f1315128d96" providerId="ADAL" clId="{32E1785D-317D-47C6-B9A6-CC7E3EB986E8}" dt="2024-05-29T07:54:29.538" v="567" actId="478"/>
          <ac:spMkLst>
            <pc:docMk/>
            <pc:sldMk cId="1251699714" sldId="329"/>
            <ac:spMk id="8" creationId="{0A2F4DA1-27C4-3A95-9E8B-C5ACB980B5A1}"/>
          </ac:spMkLst>
        </pc:spChg>
        <pc:spChg chg="del">
          <ac:chgData name="MARIA SALAS URBANO" userId="d92562ea-7866-43a1-b4b3-4f1315128d96" providerId="ADAL" clId="{32E1785D-317D-47C6-B9A6-CC7E3EB986E8}" dt="2024-05-29T07:54:28.437" v="566" actId="478"/>
          <ac:spMkLst>
            <pc:docMk/>
            <pc:sldMk cId="1251699714" sldId="329"/>
            <ac:spMk id="10" creationId="{65BC1325-16D7-D724-12A5-278DC8C79565}"/>
          </ac:spMkLst>
        </pc:spChg>
        <pc:spChg chg="add del">
          <ac:chgData name="MARIA SALAS URBANO" userId="d92562ea-7866-43a1-b4b3-4f1315128d96" providerId="ADAL" clId="{32E1785D-317D-47C6-B9A6-CC7E3EB986E8}" dt="2024-05-29T07:54:27.245" v="565" actId="478"/>
          <ac:spMkLst>
            <pc:docMk/>
            <pc:sldMk cId="1251699714" sldId="329"/>
            <ac:spMk id="11" creationId="{C55A66F3-0763-1DE1-1D7A-5282F96BC25B}"/>
          </ac:spMkLst>
        </pc:spChg>
        <pc:spChg chg="mod">
          <ac:chgData name="MARIA SALAS URBANO" userId="d92562ea-7866-43a1-b4b3-4f1315128d96" providerId="ADAL" clId="{32E1785D-317D-47C6-B9A6-CC7E3EB986E8}" dt="2024-05-29T07:56:54.064" v="609" actId="1076"/>
          <ac:spMkLst>
            <pc:docMk/>
            <pc:sldMk cId="1251699714" sldId="329"/>
            <ac:spMk id="12" creationId="{BB699BC5-3D97-3E77-7736-EC64BD34620D}"/>
          </ac:spMkLst>
        </pc:spChg>
        <pc:spChg chg="add mod">
          <ac:chgData name="MARIA SALAS URBANO" userId="d92562ea-7866-43a1-b4b3-4f1315128d96" providerId="ADAL" clId="{32E1785D-317D-47C6-B9A6-CC7E3EB986E8}" dt="2024-05-29T07:57:08.707" v="613" actId="207"/>
          <ac:spMkLst>
            <pc:docMk/>
            <pc:sldMk cId="1251699714" sldId="329"/>
            <ac:spMk id="13" creationId="{CBD05BDF-AF25-99B3-B450-32B55A672540}"/>
          </ac:spMkLst>
        </pc:spChg>
        <pc:spChg chg="mod">
          <ac:chgData name="MARIA SALAS URBANO" userId="d92562ea-7866-43a1-b4b3-4f1315128d96" providerId="ADAL" clId="{32E1785D-317D-47C6-B9A6-CC7E3EB986E8}" dt="2024-05-29T07:56:54.064" v="609" actId="1076"/>
          <ac:spMkLst>
            <pc:docMk/>
            <pc:sldMk cId="1251699714" sldId="329"/>
            <ac:spMk id="14" creationId="{69054F10-DFF0-0710-F151-5D9BEEFB70C5}"/>
          </ac:spMkLst>
        </pc:spChg>
        <pc:spChg chg="add mod">
          <ac:chgData name="MARIA SALAS URBANO" userId="d92562ea-7866-43a1-b4b3-4f1315128d96" providerId="ADAL" clId="{32E1785D-317D-47C6-B9A6-CC7E3EB986E8}" dt="2024-05-29T07:57:14.369" v="615" actId="113"/>
          <ac:spMkLst>
            <pc:docMk/>
            <pc:sldMk cId="1251699714" sldId="329"/>
            <ac:spMk id="15" creationId="{5FBBCA17-2B7B-97E1-C375-247256157431}"/>
          </ac:spMkLst>
        </pc:spChg>
        <pc:spChg chg="mod">
          <ac:chgData name="MARIA SALAS URBANO" userId="d92562ea-7866-43a1-b4b3-4f1315128d96" providerId="ADAL" clId="{32E1785D-317D-47C6-B9A6-CC7E3EB986E8}" dt="2024-05-29T07:56:54.064" v="609" actId="1076"/>
          <ac:spMkLst>
            <pc:docMk/>
            <pc:sldMk cId="1251699714" sldId="329"/>
            <ac:spMk id="22" creationId="{CC6FCE96-BDED-860F-6E5B-E23C46096EAF}"/>
          </ac:spMkLst>
        </pc:spChg>
        <pc:spChg chg="mod">
          <ac:chgData name="MARIA SALAS URBANO" userId="d92562ea-7866-43a1-b4b3-4f1315128d96" providerId="ADAL" clId="{32E1785D-317D-47C6-B9A6-CC7E3EB986E8}" dt="2024-05-29T07:56:54.064" v="609" actId="1076"/>
          <ac:spMkLst>
            <pc:docMk/>
            <pc:sldMk cId="1251699714" sldId="329"/>
            <ac:spMk id="23" creationId="{C53370D2-7A4E-9A2A-8253-85698239BC4E}"/>
          </ac:spMkLst>
        </pc:spChg>
        <pc:spChg chg="mod">
          <ac:chgData name="MARIA SALAS URBANO" userId="d92562ea-7866-43a1-b4b3-4f1315128d96" providerId="ADAL" clId="{32E1785D-317D-47C6-B9A6-CC7E3EB986E8}" dt="2024-05-29T07:56:54.064" v="609" actId="1076"/>
          <ac:spMkLst>
            <pc:docMk/>
            <pc:sldMk cId="1251699714" sldId="329"/>
            <ac:spMk id="24" creationId="{CE13CDF2-C8B0-1CAD-3C3A-4A5C7359D274}"/>
          </ac:spMkLst>
        </pc:spChg>
        <pc:picChg chg="mod">
          <ac:chgData name="MARIA SALAS URBANO" userId="d92562ea-7866-43a1-b4b3-4f1315128d96" providerId="ADAL" clId="{32E1785D-317D-47C6-B9A6-CC7E3EB986E8}" dt="2024-05-29T07:56:54.064" v="609" actId="1076"/>
          <ac:picMkLst>
            <pc:docMk/>
            <pc:sldMk cId="1251699714" sldId="329"/>
            <ac:picMk id="16" creationId="{57BB4F71-C356-2A96-D55A-F3EE7C9513F1}"/>
          </ac:picMkLst>
        </pc:picChg>
        <pc:picChg chg="mod">
          <ac:chgData name="MARIA SALAS URBANO" userId="d92562ea-7866-43a1-b4b3-4f1315128d96" providerId="ADAL" clId="{32E1785D-317D-47C6-B9A6-CC7E3EB986E8}" dt="2024-05-29T07:56:54.064" v="609" actId="1076"/>
          <ac:picMkLst>
            <pc:docMk/>
            <pc:sldMk cId="1251699714" sldId="329"/>
            <ac:picMk id="17" creationId="{F3CC8294-03E2-E102-5CAA-EB3793F59C2E}"/>
          </ac:picMkLst>
        </pc:picChg>
        <pc:picChg chg="mod">
          <ac:chgData name="MARIA SALAS URBANO" userId="d92562ea-7866-43a1-b4b3-4f1315128d96" providerId="ADAL" clId="{32E1785D-317D-47C6-B9A6-CC7E3EB986E8}" dt="2024-05-29T07:56:54.064" v="609" actId="1076"/>
          <ac:picMkLst>
            <pc:docMk/>
            <pc:sldMk cId="1251699714" sldId="329"/>
            <ac:picMk id="19" creationId="{F566DCF5-F7AA-0901-0628-4436C965590F}"/>
          </ac:picMkLst>
        </pc:picChg>
        <pc:picChg chg="mod">
          <ac:chgData name="MARIA SALAS URBANO" userId="d92562ea-7866-43a1-b4b3-4f1315128d96" providerId="ADAL" clId="{32E1785D-317D-47C6-B9A6-CC7E3EB986E8}" dt="2024-05-29T07:56:54.064" v="609" actId="1076"/>
          <ac:picMkLst>
            <pc:docMk/>
            <pc:sldMk cId="1251699714" sldId="329"/>
            <ac:picMk id="20" creationId="{2CC0BF7A-563E-B96D-3468-B814AFC9E4B5}"/>
          </ac:picMkLst>
        </pc:picChg>
        <pc:picChg chg="mod ord">
          <ac:chgData name="MARIA SALAS URBANO" userId="d92562ea-7866-43a1-b4b3-4f1315128d96" providerId="ADAL" clId="{32E1785D-317D-47C6-B9A6-CC7E3EB986E8}" dt="2024-05-29T07:56:54.064" v="609" actId="1076"/>
          <ac:picMkLst>
            <pc:docMk/>
            <pc:sldMk cId="1251699714" sldId="329"/>
            <ac:picMk id="21" creationId="{D218C4BD-CB86-FD42-D72C-419369394974}"/>
          </ac:picMkLst>
        </pc:picChg>
        <pc:picChg chg="mod">
          <ac:chgData name="MARIA SALAS URBANO" userId="d92562ea-7866-43a1-b4b3-4f1315128d96" providerId="ADAL" clId="{32E1785D-317D-47C6-B9A6-CC7E3EB986E8}" dt="2024-05-29T07:56:54.064" v="609" actId="1076"/>
          <ac:picMkLst>
            <pc:docMk/>
            <pc:sldMk cId="1251699714" sldId="329"/>
            <ac:picMk id="25" creationId="{1E1D4DB1-D32F-A39B-7D59-3325BDB26D34}"/>
          </ac:picMkLst>
        </pc:picChg>
        <pc:picChg chg="mod">
          <ac:chgData name="MARIA SALAS URBANO" userId="d92562ea-7866-43a1-b4b3-4f1315128d96" providerId="ADAL" clId="{32E1785D-317D-47C6-B9A6-CC7E3EB986E8}" dt="2024-05-29T07:56:54.064" v="609" actId="1076"/>
          <ac:picMkLst>
            <pc:docMk/>
            <pc:sldMk cId="1251699714" sldId="329"/>
            <ac:picMk id="26" creationId="{65B69B29-E854-7706-1705-17ED9B90DA2F}"/>
          </ac:picMkLst>
        </pc:picChg>
        <pc:cxnChg chg="add mod">
          <ac:chgData name="MARIA SALAS URBANO" userId="d92562ea-7866-43a1-b4b3-4f1315128d96" providerId="ADAL" clId="{32E1785D-317D-47C6-B9A6-CC7E3EB986E8}" dt="2024-05-29T07:56:54.064" v="609" actId="1076"/>
          <ac:cxnSpMkLst>
            <pc:docMk/>
            <pc:sldMk cId="1251699714" sldId="329"/>
            <ac:cxnSpMk id="27" creationId="{DA5A1B06-EF6E-DD8E-FDC8-39CA31C4C269}"/>
          </ac:cxnSpMkLst>
        </pc:cxnChg>
        <pc:cxnChg chg="add mod">
          <ac:chgData name="MARIA SALAS URBANO" userId="d92562ea-7866-43a1-b4b3-4f1315128d96" providerId="ADAL" clId="{32E1785D-317D-47C6-B9A6-CC7E3EB986E8}" dt="2024-05-29T07:56:54.064" v="609" actId="1076"/>
          <ac:cxnSpMkLst>
            <pc:docMk/>
            <pc:sldMk cId="1251699714" sldId="329"/>
            <ac:cxnSpMk id="29" creationId="{4E2F47F2-D501-6ED3-22EA-20CFACA3BEFB}"/>
          </ac:cxnSpMkLst>
        </pc:cxnChg>
        <pc:cxnChg chg="add mod">
          <ac:chgData name="MARIA SALAS URBANO" userId="d92562ea-7866-43a1-b4b3-4f1315128d96" providerId="ADAL" clId="{32E1785D-317D-47C6-B9A6-CC7E3EB986E8}" dt="2024-05-29T07:56:54.064" v="609" actId="1076"/>
          <ac:cxnSpMkLst>
            <pc:docMk/>
            <pc:sldMk cId="1251699714" sldId="329"/>
            <ac:cxnSpMk id="30" creationId="{E207BFE6-820F-3548-467A-616BE03113CF}"/>
          </ac:cxnSpMkLst>
        </pc:cxnChg>
      </pc:sldChg>
      <pc:sldChg chg="modSp mod">
        <pc:chgData name="MARIA SALAS URBANO" userId="d92562ea-7866-43a1-b4b3-4f1315128d96" providerId="ADAL" clId="{32E1785D-317D-47C6-B9A6-CC7E3EB986E8}" dt="2024-05-30T11:55:08.716" v="664" actId="113"/>
        <pc:sldMkLst>
          <pc:docMk/>
          <pc:sldMk cId="2600534476" sldId="331"/>
        </pc:sldMkLst>
        <pc:spChg chg="mod">
          <ac:chgData name="MARIA SALAS URBANO" userId="d92562ea-7866-43a1-b4b3-4f1315128d96" providerId="ADAL" clId="{32E1785D-317D-47C6-B9A6-CC7E3EB986E8}" dt="2024-05-30T11:55:08.716" v="664" actId="113"/>
          <ac:spMkLst>
            <pc:docMk/>
            <pc:sldMk cId="2600534476" sldId="331"/>
            <ac:spMk id="2" creationId="{00000000-0000-0000-0000-000000000000}"/>
          </ac:spMkLst>
        </pc:spChg>
      </pc:sldChg>
      <pc:sldChg chg="modNotesTx">
        <pc:chgData name="MARIA SALAS URBANO" userId="d92562ea-7866-43a1-b4b3-4f1315128d96" providerId="ADAL" clId="{32E1785D-317D-47C6-B9A6-CC7E3EB986E8}" dt="2024-05-28T07:45:56.288" v="241" actId="20577"/>
        <pc:sldMkLst>
          <pc:docMk/>
          <pc:sldMk cId="2870785589" sldId="334"/>
        </pc:sldMkLst>
      </pc:sldChg>
      <pc:sldChg chg="modNotesTx">
        <pc:chgData name="MARIA SALAS URBANO" userId="d92562ea-7866-43a1-b4b3-4f1315128d96" providerId="ADAL" clId="{32E1785D-317D-47C6-B9A6-CC7E3EB986E8}" dt="2024-05-28T07:51:45.602" v="308"/>
        <pc:sldMkLst>
          <pc:docMk/>
          <pc:sldMk cId="285918031" sldId="335"/>
        </pc:sldMkLst>
      </pc:sldChg>
      <pc:sldChg chg="del">
        <pc:chgData name="MARIA SALAS URBANO" userId="d92562ea-7866-43a1-b4b3-4f1315128d96" providerId="ADAL" clId="{32E1785D-317D-47C6-B9A6-CC7E3EB986E8}" dt="2024-05-28T07:50:38.398" v="273" actId="2696"/>
        <pc:sldMkLst>
          <pc:docMk/>
          <pc:sldMk cId="4125175376" sldId="337"/>
        </pc:sldMkLst>
      </pc:sldChg>
      <pc:sldChg chg="del">
        <pc:chgData name="MARIA SALAS URBANO" userId="d92562ea-7866-43a1-b4b3-4f1315128d96" providerId="ADAL" clId="{32E1785D-317D-47C6-B9A6-CC7E3EB986E8}" dt="2024-05-28T07:54:39.846" v="364" actId="2696"/>
        <pc:sldMkLst>
          <pc:docMk/>
          <pc:sldMk cId="866387507" sldId="338"/>
        </pc:sldMkLst>
      </pc:sldChg>
      <pc:sldChg chg="modNotesTx">
        <pc:chgData name="MARIA SALAS URBANO" userId="d92562ea-7866-43a1-b4b3-4f1315128d96" providerId="ADAL" clId="{32E1785D-317D-47C6-B9A6-CC7E3EB986E8}" dt="2024-05-28T08:09:39.438" v="372" actId="33524"/>
        <pc:sldMkLst>
          <pc:docMk/>
          <pc:sldMk cId="2938103834" sldId="343"/>
        </pc:sldMkLst>
      </pc:sldChg>
      <pc:sldChg chg="del">
        <pc:chgData name="MARIA SALAS URBANO" userId="d92562ea-7866-43a1-b4b3-4f1315128d96" providerId="ADAL" clId="{32E1785D-317D-47C6-B9A6-CC7E3EB986E8}" dt="2024-05-28T07:31:33.959" v="59" actId="2696"/>
        <pc:sldMkLst>
          <pc:docMk/>
          <pc:sldMk cId="1567170909" sldId="345"/>
        </pc:sldMkLst>
      </pc:sldChg>
      <pc:sldChg chg="modSp mod modNotesTx">
        <pc:chgData name="MARIA SALAS URBANO" userId="d92562ea-7866-43a1-b4b3-4f1315128d96" providerId="ADAL" clId="{32E1785D-317D-47C6-B9A6-CC7E3EB986E8}" dt="2024-05-30T18:45:53.457" v="729" actId="115"/>
        <pc:sldMkLst>
          <pc:docMk/>
          <pc:sldMk cId="1112742221" sldId="346"/>
        </pc:sldMkLst>
        <pc:spChg chg="mod">
          <ac:chgData name="MARIA SALAS URBANO" userId="d92562ea-7866-43a1-b4b3-4f1315128d96" providerId="ADAL" clId="{32E1785D-317D-47C6-B9A6-CC7E3EB986E8}" dt="2024-05-30T18:45:53.457" v="729" actId="115"/>
          <ac:spMkLst>
            <pc:docMk/>
            <pc:sldMk cId="1112742221" sldId="346"/>
            <ac:spMk id="17" creationId="{5EC51D3E-64AA-A233-5A34-E0031B97B6C3}"/>
          </ac:spMkLst>
        </pc:spChg>
        <pc:graphicFrameChg chg="mod">
          <ac:chgData name="MARIA SALAS URBANO" userId="d92562ea-7866-43a1-b4b3-4f1315128d96" providerId="ADAL" clId="{32E1785D-317D-47C6-B9A6-CC7E3EB986E8}" dt="2024-05-28T07:34:36.624" v="71"/>
          <ac:graphicFrameMkLst>
            <pc:docMk/>
            <pc:sldMk cId="1112742221" sldId="346"/>
            <ac:graphicFrameMk id="6" creationId="{27AFD20A-1BBB-4962-C25B-15BF0851ABBE}"/>
          </ac:graphicFrameMkLst>
        </pc:graphicFrameChg>
      </pc:sldChg>
      <pc:sldChg chg="modNotesTx">
        <pc:chgData name="MARIA SALAS URBANO" userId="d92562ea-7866-43a1-b4b3-4f1315128d96" providerId="ADAL" clId="{32E1785D-317D-47C6-B9A6-CC7E3EB986E8}" dt="2024-05-30T11:53:13.123" v="655" actId="20577"/>
        <pc:sldMkLst>
          <pc:docMk/>
          <pc:sldMk cId="1630827047" sldId="349"/>
        </pc:sldMkLst>
      </pc:sldChg>
      <pc:sldChg chg="modNotesTx">
        <pc:chgData name="MARIA SALAS URBANO" userId="d92562ea-7866-43a1-b4b3-4f1315128d96" providerId="ADAL" clId="{32E1785D-317D-47C6-B9A6-CC7E3EB986E8}" dt="2024-05-28T07:47:43.198" v="243" actId="20577"/>
        <pc:sldMkLst>
          <pc:docMk/>
          <pc:sldMk cId="3164040898" sldId="351"/>
        </pc:sldMkLst>
      </pc:sldChg>
      <pc:sldChg chg="modAnim modNotesTx">
        <pc:chgData name="MARIA SALAS URBANO" userId="d92562ea-7866-43a1-b4b3-4f1315128d96" providerId="ADAL" clId="{32E1785D-317D-47C6-B9A6-CC7E3EB986E8}" dt="2024-05-30T11:35:59.569" v="630"/>
        <pc:sldMkLst>
          <pc:docMk/>
          <pc:sldMk cId="3838410147" sldId="353"/>
        </pc:sldMkLst>
      </pc:sldChg>
      <pc:sldChg chg="delSp modAnim modNotesTx">
        <pc:chgData name="MARIA SALAS URBANO" userId="d92562ea-7866-43a1-b4b3-4f1315128d96" providerId="ADAL" clId="{32E1785D-317D-47C6-B9A6-CC7E3EB986E8}" dt="2024-05-30T18:47:10.903" v="730" actId="478"/>
        <pc:sldMkLst>
          <pc:docMk/>
          <pc:sldMk cId="3704282537" sldId="357"/>
        </pc:sldMkLst>
        <pc:picChg chg="del">
          <ac:chgData name="MARIA SALAS URBANO" userId="d92562ea-7866-43a1-b4b3-4f1315128d96" providerId="ADAL" clId="{32E1785D-317D-47C6-B9A6-CC7E3EB986E8}" dt="2024-05-30T18:47:10.903" v="730" actId="478"/>
          <ac:picMkLst>
            <pc:docMk/>
            <pc:sldMk cId="3704282537" sldId="357"/>
            <ac:picMk id="3082" creationId="{CBF8BA47-0AAF-6F19-4245-437DE41DC586}"/>
          </ac:picMkLst>
        </pc:picChg>
      </pc:sldChg>
      <pc:sldChg chg="modSp mod modNotesTx">
        <pc:chgData name="MARIA SALAS URBANO" userId="d92562ea-7866-43a1-b4b3-4f1315128d96" providerId="ADAL" clId="{32E1785D-317D-47C6-B9A6-CC7E3EB986E8}" dt="2024-05-30T18:39:14.420" v="728" actId="1038"/>
        <pc:sldMkLst>
          <pc:docMk/>
          <pc:sldMk cId="944904346" sldId="358"/>
        </pc:sldMkLst>
        <pc:spChg chg="mod">
          <ac:chgData name="MARIA SALAS URBANO" userId="d92562ea-7866-43a1-b4b3-4f1315128d96" providerId="ADAL" clId="{32E1785D-317D-47C6-B9A6-CC7E3EB986E8}" dt="2024-05-30T18:39:04.790" v="700" actId="14100"/>
          <ac:spMkLst>
            <pc:docMk/>
            <pc:sldMk cId="944904346" sldId="358"/>
            <ac:spMk id="5" creationId="{664BB6B7-8B33-9D5B-78F4-70CEA2ABF68E}"/>
          </ac:spMkLst>
        </pc:spChg>
        <pc:spChg chg="mod">
          <ac:chgData name="MARIA SALAS URBANO" userId="d92562ea-7866-43a1-b4b3-4f1315128d96" providerId="ADAL" clId="{32E1785D-317D-47C6-B9A6-CC7E3EB986E8}" dt="2024-05-30T18:39:14.420" v="728" actId="1038"/>
          <ac:spMkLst>
            <pc:docMk/>
            <pc:sldMk cId="944904346" sldId="358"/>
            <ac:spMk id="7" creationId="{CCE6D8AE-31E9-2B0C-05D2-508D2A692B2D}"/>
          </ac:spMkLst>
        </pc:spChg>
      </pc:sldChg>
      <pc:sldChg chg="modNotesTx">
        <pc:chgData name="MARIA SALAS URBANO" userId="d92562ea-7866-43a1-b4b3-4f1315128d96" providerId="ADAL" clId="{32E1785D-317D-47C6-B9A6-CC7E3EB986E8}" dt="2024-05-28T07:35:44.196" v="72"/>
        <pc:sldMkLst>
          <pc:docMk/>
          <pc:sldMk cId="1070098580" sldId="359"/>
        </pc:sldMkLst>
      </pc:sldChg>
      <pc:sldChg chg="modNotesTx">
        <pc:chgData name="MARIA SALAS URBANO" userId="d92562ea-7866-43a1-b4b3-4f1315128d96" providerId="ADAL" clId="{32E1785D-317D-47C6-B9A6-CC7E3EB986E8}" dt="2024-05-28T07:50:52.243" v="307" actId="5793"/>
        <pc:sldMkLst>
          <pc:docMk/>
          <pc:sldMk cId="3786955079" sldId="361"/>
        </pc:sldMkLst>
      </pc:sldChg>
      <pc:sldChg chg="modNotesTx">
        <pc:chgData name="MARIA SALAS URBANO" userId="d92562ea-7866-43a1-b4b3-4f1315128d96" providerId="ADAL" clId="{32E1785D-317D-47C6-B9A6-CC7E3EB986E8}" dt="2024-05-28T07:53:08.820" v="362" actId="20577"/>
        <pc:sldMkLst>
          <pc:docMk/>
          <pc:sldMk cId="2339396252" sldId="362"/>
        </pc:sldMkLst>
      </pc:sldChg>
      <pc:sldChg chg="modSp mod modNotesTx">
        <pc:chgData name="MARIA SALAS URBANO" userId="d92562ea-7866-43a1-b4b3-4f1315128d96" providerId="ADAL" clId="{32E1785D-317D-47C6-B9A6-CC7E3EB986E8}" dt="2024-05-28T12:23:23.937" v="481" actId="20577"/>
        <pc:sldMkLst>
          <pc:docMk/>
          <pc:sldMk cId="3847116996" sldId="363"/>
        </pc:sldMkLst>
        <pc:spChg chg="mod">
          <ac:chgData name="MARIA SALAS URBANO" userId="d92562ea-7866-43a1-b4b3-4f1315128d96" providerId="ADAL" clId="{32E1785D-317D-47C6-B9A6-CC7E3EB986E8}" dt="2024-05-28T12:23:23.937" v="481" actId="20577"/>
          <ac:spMkLst>
            <pc:docMk/>
            <pc:sldMk cId="3847116996" sldId="363"/>
            <ac:spMk id="6" creationId="{F4CFB6C1-D1D2-AB75-E581-A8BED032F1C8}"/>
          </ac:spMkLst>
        </pc:spChg>
      </pc:sldChg>
      <pc:sldChg chg="del">
        <pc:chgData name="MARIA SALAS URBANO" userId="d92562ea-7866-43a1-b4b3-4f1315128d96" providerId="ADAL" clId="{32E1785D-317D-47C6-B9A6-CC7E3EB986E8}" dt="2024-05-28T07:31:37.418" v="60" actId="2696"/>
        <pc:sldMkLst>
          <pc:docMk/>
          <pc:sldMk cId="319184835" sldId="364"/>
        </pc:sldMkLst>
      </pc:sldChg>
      <pc:sldChg chg="addSp modSp mod">
        <pc:chgData name="MARIA SALAS URBANO" userId="d92562ea-7866-43a1-b4b3-4f1315128d96" providerId="ADAL" clId="{32E1785D-317D-47C6-B9A6-CC7E3EB986E8}" dt="2024-05-28T07:50:10.779" v="272" actId="1076"/>
        <pc:sldMkLst>
          <pc:docMk/>
          <pc:sldMk cId="3893634706" sldId="365"/>
        </pc:sldMkLst>
        <pc:spChg chg="add mod">
          <ac:chgData name="MARIA SALAS URBANO" userId="d92562ea-7866-43a1-b4b3-4f1315128d96" providerId="ADAL" clId="{32E1785D-317D-47C6-B9A6-CC7E3EB986E8}" dt="2024-05-28T07:50:10.779" v="272" actId="1076"/>
          <ac:spMkLst>
            <pc:docMk/>
            <pc:sldMk cId="3893634706" sldId="365"/>
            <ac:spMk id="3" creationId="{1C0E9799-3566-3882-874A-CEA38BCB7D10}"/>
          </ac:spMkLst>
        </pc:spChg>
        <pc:picChg chg="mod">
          <ac:chgData name="MARIA SALAS URBANO" userId="d92562ea-7866-43a1-b4b3-4f1315128d96" providerId="ADAL" clId="{32E1785D-317D-47C6-B9A6-CC7E3EB986E8}" dt="2024-05-28T07:48:58.192" v="255" actId="1076"/>
          <ac:picMkLst>
            <pc:docMk/>
            <pc:sldMk cId="3893634706" sldId="365"/>
            <ac:picMk id="6" creationId="{8685E7B5-9906-FAE8-C86F-F21F91E97891}"/>
          </ac:picMkLst>
        </pc:picChg>
      </pc:sldChg>
      <pc:sldChg chg="del">
        <pc:chgData name="MARIA SALAS URBANO" userId="d92562ea-7866-43a1-b4b3-4f1315128d96" providerId="ADAL" clId="{32E1785D-317D-47C6-B9A6-CC7E3EB986E8}" dt="2024-05-28T07:52:39.107" v="317" actId="2696"/>
        <pc:sldMkLst>
          <pc:docMk/>
          <pc:sldMk cId="324361519" sldId="366"/>
        </pc:sldMkLst>
      </pc:sldChg>
      <pc:sldChg chg="addSp modSp mod">
        <pc:chgData name="MARIA SALAS URBANO" userId="d92562ea-7866-43a1-b4b3-4f1315128d96" providerId="ADAL" clId="{32E1785D-317D-47C6-B9A6-CC7E3EB986E8}" dt="2024-05-28T07:52:18.796" v="316" actId="1035"/>
        <pc:sldMkLst>
          <pc:docMk/>
          <pc:sldMk cId="1794344928" sldId="367"/>
        </pc:sldMkLst>
        <pc:spChg chg="add mod">
          <ac:chgData name="MARIA SALAS URBANO" userId="d92562ea-7866-43a1-b4b3-4f1315128d96" providerId="ADAL" clId="{32E1785D-317D-47C6-B9A6-CC7E3EB986E8}" dt="2024-05-28T07:52:18.796" v="316" actId="1035"/>
          <ac:spMkLst>
            <pc:docMk/>
            <pc:sldMk cId="1794344928" sldId="367"/>
            <ac:spMk id="3" creationId="{08AF159E-DDA8-EA26-09F3-74FD885C4F7A}"/>
          </ac:spMkLst>
        </pc:spChg>
        <pc:spChg chg="mod">
          <ac:chgData name="MARIA SALAS URBANO" userId="d92562ea-7866-43a1-b4b3-4f1315128d96" providerId="ADAL" clId="{32E1785D-317D-47C6-B9A6-CC7E3EB986E8}" dt="2024-05-28T07:52:18.796" v="316" actId="1035"/>
          <ac:spMkLst>
            <pc:docMk/>
            <pc:sldMk cId="1794344928" sldId="367"/>
            <ac:spMk id="7" creationId="{5A07A09F-8295-966C-A481-D3BA63925E99}"/>
          </ac:spMkLst>
        </pc:spChg>
        <pc:spChg chg="mod">
          <ac:chgData name="MARIA SALAS URBANO" userId="d92562ea-7866-43a1-b4b3-4f1315128d96" providerId="ADAL" clId="{32E1785D-317D-47C6-B9A6-CC7E3EB986E8}" dt="2024-05-28T07:52:18.796" v="316" actId="1035"/>
          <ac:spMkLst>
            <pc:docMk/>
            <pc:sldMk cId="1794344928" sldId="367"/>
            <ac:spMk id="8" creationId="{924AF632-BB79-6ADD-014F-58B528654A48}"/>
          </ac:spMkLst>
        </pc:spChg>
        <pc:picChg chg="mod">
          <ac:chgData name="MARIA SALAS URBANO" userId="d92562ea-7866-43a1-b4b3-4f1315128d96" providerId="ADAL" clId="{32E1785D-317D-47C6-B9A6-CC7E3EB986E8}" dt="2024-05-28T07:52:18.796" v="316" actId="1035"/>
          <ac:picMkLst>
            <pc:docMk/>
            <pc:sldMk cId="1794344928" sldId="367"/>
            <ac:picMk id="6" creationId="{8685E7B5-9906-FAE8-C86F-F21F91E97891}"/>
          </ac:picMkLst>
        </pc:picChg>
      </pc:sldChg>
      <pc:sldChg chg="del">
        <pc:chgData name="MARIA SALAS URBANO" userId="d92562ea-7866-43a1-b4b3-4f1315128d96" providerId="ADAL" clId="{32E1785D-317D-47C6-B9A6-CC7E3EB986E8}" dt="2024-05-28T07:54:35.016" v="363" actId="2696"/>
        <pc:sldMkLst>
          <pc:docMk/>
          <pc:sldMk cId="384991865" sldId="368"/>
        </pc:sldMkLst>
      </pc:sldChg>
      <pc:sldChg chg="addSp delSp modSp add mod delAnim modAnim modNotesTx">
        <pc:chgData name="MARIA SALAS URBANO" userId="d92562ea-7866-43a1-b4b3-4f1315128d96" providerId="ADAL" clId="{32E1785D-317D-47C6-B9A6-CC7E3EB986E8}" dt="2024-05-30T11:54:46.568" v="663" actId="403"/>
        <pc:sldMkLst>
          <pc:docMk/>
          <pc:sldMk cId="2840728625" sldId="370"/>
        </pc:sldMkLst>
        <pc:spChg chg="mod">
          <ac:chgData name="MARIA SALAS URBANO" userId="d92562ea-7866-43a1-b4b3-4f1315128d96" providerId="ADAL" clId="{32E1785D-317D-47C6-B9A6-CC7E3EB986E8}" dt="2024-05-30T11:54:41.019" v="662" actId="20577"/>
          <ac:spMkLst>
            <pc:docMk/>
            <pc:sldMk cId="2840728625" sldId="370"/>
            <ac:spMk id="2" creationId="{B76A1123-2F9B-25AA-9ED3-5A90330CAC62}"/>
          </ac:spMkLst>
        </pc:spChg>
        <pc:spChg chg="add mod">
          <ac:chgData name="MARIA SALAS URBANO" userId="d92562ea-7866-43a1-b4b3-4f1315128d96" providerId="ADAL" clId="{32E1785D-317D-47C6-B9A6-CC7E3EB986E8}" dt="2024-05-30T11:54:46.568" v="663" actId="403"/>
          <ac:spMkLst>
            <pc:docMk/>
            <pc:sldMk cId="2840728625" sldId="370"/>
            <ac:spMk id="3" creationId="{CC26C597-673D-ED3A-0216-C2F446A5E9F0}"/>
          </ac:spMkLst>
        </pc:spChg>
        <pc:picChg chg="del">
          <ac:chgData name="MARIA SALAS URBANO" userId="d92562ea-7866-43a1-b4b3-4f1315128d96" providerId="ADAL" clId="{32E1785D-317D-47C6-B9A6-CC7E3EB986E8}" dt="2024-05-28T08:11:20.297" v="376" actId="478"/>
          <ac:picMkLst>
            <pc:docMk/>
            <pc:sldMk cId="2840728625" sldId="370"/>
            <ac:picMk id="5" creationId="{19CA0D23-A354-F7F3-6723-78455B7F28DF}"/>
          </ac:picMkLst>
        </pc:picChg>
        <pc:picChg chg="add del mod">
          <ac:chgData name="MARIA SALAS URBANO" userId="d92562ea-7866-43a1-b4b3-4f1315128d96" providerId="ADAL" clId="{32E1785D-317D-47C6-B9A6-CC7E3EB986E8}" dt="2024-05-29T06:47:31.314" v="482" actId="478"/>
          <ac:picMkLst>
            <pc:docMk/>
            <pc:sldMk cId="2840728625" sldId="370"/>
            <ac:picMk id="1026" creationId="{27CEE19B-379D-7F33-83D3-D7FF34969D5F}"/>
          </ac:picMkLst>
        </pc:picChg>
        <pc:picChg chg="add del mod">
          <ac:chgData name="MARIA SALAS URBANO" userId="d92562ea-7866-43a1-b4b3-4f1315128d96" providerId="ADAL" clId="{32E1785D-317D-47C6-B9A6-CC7E3EB986E8}" dt="2024-05-29T06:47:58.193" v="492" actId="478"/>
          <ac:picMkLst>
            <pc:docMk/>
            <pc:sldMk cId="2840728625" sldId="370"/>
            <ac:picMk id="1028" creationId="{C1C534EC-4C84-7DD9-4E20-84CA5E65290C}"/>
          </ac:picMkLst>
        </pc:picChg>
        <pc:picChg chg="add mod">
          <ac:chgData name="MARIA SALAS URBANO" userId="d92562ea-7866-43a1-b4b3-4f1315128d96" providerId="ADAL" clId="{32E1785D-317D-47C6-B9A6-CC7E3EB986E8}" dt="2024-05-29T06:49:13.427" v="505" actId="1076"/>
          <ac:picMkLst>
            <pc:docMk/>
            <pc:sldMk cId="2840728625" sldId="370"/>
            <ac:picMk id="1030" creationId="{749B04F6-5D9E-51B4-87F0-8DC7208FDA27}"/>
          </ac:picMkLst>
        </pc:picChg>
        <pc:picChg chg="del">
          <ac:chgData name="MARIA SALAS URBANO" userId="d92562ea-7866-43a1-b4b3-4f1315128d96" providerId="ADAL" clId="{32E1785D-317D-47C6-B9A6-CC7E3EB986E8}" dt="2024-05-28T08:11:21.345" v="377" actId="478"/>
          <ac:picMkLst>
            <pc:docMk/>
            <pc:sldMk cId="2840728625" sldId="370"/>
            <ac:picMk id="6146" creationId="{AA02A1EC-D85B-766C-90AA-E4A9250C3AF5}"/>
          </ac:picMkLst>
        </pc:picChg>
      </pc:sldChg>
      <pc:sldChg chg="new del">
        <pc:chgData name="MARIA SALAS URBANO" userId="d92562ea-7866-43a1-b4b3-4f1315128d96" providerId="ADAL" clId="{32E1785D-317D-47C6-B9A6-CC7E3EB986E8}" dt="2024-05-28T08:11:15.831" v="374" actId="47"/>
        <pc:sldMkLst>
          <pc:docMk/>
          <pc:sldMk cId="4276104514" sldId="370"/>
        </pc:sldMkLst>
      </pc:sldChg>
      <pc:sldChg chg="delSp add mod modTransition delAnim modAnim">
        <pc:chgData name="MARIA SALAS URBANO" userId="d92562ea-7866-43a1-b4b3-4f1315128d96" providerId="ADAL" clId="{32E1785D-317D-47C6-B9A6-CC7E3EB986E8}" dt="2024-05-30T18:38:06.744" v="672"/>
        <pc:sldMkLst>
          <pc:docMk/>
          <pc:sldMk cId="1586217808" sldId="371"/>
        </pc:sldMkLst>
        <pc:spChg chg="del">
          <ac:chgData name="MARIA SALAS URBANO" userId="d92562ea-7866-43a1-b4b3-4f1315128d96" providerId="ADAL" clId="{32E1785D-317D-47C6-B9A6-CC7E3EB986E8}" dt="2024-05-30T18:37:45.013" v="666" actId="478"/>
          <ac:spMkLst>
            <pc:docMk/>
            <pc:sldMk cId="1586217808" sldId="371"/>
            <ac:spMk id="15" creationId="{64EE4528-490A-EEDD-EB54-F678790E0FDC}"/>
          </ac:spMkLst>
        </pc:spChg>
        <pc:spChg chg="del">
          <ac:chgData name="MARIA SALAS URBANO" userId="d92562ea-7866-43a1-b4b3-4f1315128d96" providerId="ADAL" clId="{32E1785D-317D-47C6-B9A6-CC7E3EB986E8}" dt="2024-05-30T18:37:47.769" v="668" actId="478"/>
          <ac:spMkLst>
            <pc:docMk/>
            <pc:sldMk cId="1586217808" sldId="371"/>
            <ac:spMk id="16" creationId="{00D997FD-DDEF-FFB6-64B7-CDC08900166B}"/>
          </ac:spMkLst>
        </pc:spChg>
        <pc:spChg chg="del">
          <ac:chgData name="MARIA SALAS URBANO" userId="d92562ea-7866-43a1-b4b3-4f1315128d96" providerId="ADAL" clId="{32E1785D-317D-47C6-B9A6-CC7E3EB986E8}" dt="2024-05-30T18:37:50.779" v="670" actId="478"/>
          <ac:spMkLst>
            <pc:docMk/>
            <pc:sldMk cId="1586217808" sldId="371"/>
            <ac:spMk id="17" creationId="{D0F4AAC2-52B3-406E-6867-CE2FE5086E85}"/>
          </ac:spMkLst>
        </pc:spChg>
        <pc:spChg chg="del">
          <ac:chgData name="MARIA SALAS URBANO" userId="d92562ea-7866-43a1-b4b3-4f1315128d96" providerId="ADAL" clId="{32E1785D-317D-47C6-B9A6-CC7E3EB986E8}" dt="2024-05-30T18:37:46.240" v="667" actId="478"/>
          <ac:spMkLst>
            <pc:docMk/>
            <pc:sldMk cId="1586217808" sldId="371"/>
            <ac:spMk id="23" creationId="{08E3E6FB-BFCE-A5E7-9A88-8892931F1873}"/>
          </ac:spMkLst>
        </pc:spChg>
        <pc:spChg chg="del">
          <ac:chgData name="MARIA SALAS URBANO" userId="d92562ea-7866-43a1-b4b3-4f1315128d96" providerId="ADAL" clId="{32E1785D-317D-47C6-B9A6-CC7E3EB986E8}" dt="2024-05-30T18:37:49.276" v="669" actId="478"/>
          <ac:spMkLst>
            <pc:docMk/>
            <pc:sldMk cId="1586217808" sldId="371"/>
            <ac:spMk id="24" creationId="{F15722E3-17C1-AED0-BC5E-5C84A719D22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E1B5A-6D1D-4424-B231-BA9578D043E9}" type="datetimeFigureOut">
              <a:rPr lang="es-ES" smtClean="0"/>
              <a:t>9/9/25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DB20BF-CB95-4761-9F17-69DD67B5745F}" type="slidenum">
              <a:rPr lang="es-ES" smtClean="0"/>
              <a:t>‹Nº›</a:t>
            </a:fld>
            <a:endParaRPr lang="es-ES"/>
          </a:p>
        </p:txBody>
      </p:sp>
    </p:spTree>
    <p:extLst>
      <p:ext uri="{BB962C8B-B14F-4D97-AF65-F5344CB8AC3E}">
        <p14:creationId xmlns:p14="http://schemas.microsoft.com/office/powerpoint/2010/main" val="1495290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8B95-79F5-D199-1F76-BACF4BBAE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1720C-DCBA-04E3-BD31-BA80C9D40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15043-B93B-6AC7-FCD5-4D0665A5093E}"/>
              </a:ext>
            </a:extLst>
          </p:cNvPr>
          <p:cNvSpPr>
            <a:spLocks noGrp="1"/>
          </p:cNvSpPr>
          <p:nvPr>
            <p:ph type="body" idx="1"/>
          </p:nvPr>
        </p:nvSpPr>
        <p:spPr/>
        <p:txBody>
          <a:bodyPr/>
          <a:lstStyle/>
          <a:p>
            <a:pPr marL="171450" indent="-171450">
              <a:buFontTx/>
              <a:buChar char="-"/>
            </a:pPr>
            <a:r>
              <a:rPr lang="es-ES" sz="1200" b="0" i="0" u="none" strike="noStrike" kern="1200" dirty="0">
                <a:solidFill>
                  <a:schemeClr val="tx1"/>
                </a:solidFill>
                <a:effectLst/>
                <a:latin typeface="+mn-lt"/>
                <a:ea typeface="+mn-ea"/>
                <a:cs typeface="+mn-cs"/>
              </a:rPr>
              <a:t>Artículos largos y artículos ya publicados (relevantes): 15 minutos MÁXIMO de presentación + 5 minutos de discusión.</a:t>
            </a:r>
          </a:p>
          <a:p>
            <a:pPr marL="171450" indent="-171450">
              <a:buFontTx/>
              <a:buChar char="-"/>
            </a:pPr>
            <a:r>
              <a:rPr lang="es-ES" sz="1200" b="0" i="0" u="none" strike="noStrike" kern="1200" dirty="0">
                <a:solidFill>
                  <a:schemeClr val="tx1"/>
                </a:solidFill>
                <a:effectLst/>
                <a:latin typeface="+mn-lt"/>
                <a:ea typeface="+mn-ea"/>
                <a:cs typeface="+mn-cs"/>
              </a:rPr>
              <a:t>- 1ª tarjeta (color verde): quedan 5 minutos para alcanzar el tiempo máximo de presentación.  </a:t>
            </a:r>
            <a:br>
              <a:rPr lang="es-ES" dirty="0"/>
            </a:br>
            <a:r>
              <a:rPr lang="es-ES" sz="1200" b="0" i="0" u="none" strike="noStrike" kern="1200" dirty="0">
                <a:solidFill>
                  <a:schemeClr val="tx1"/>
                </a:solidFill>
                <a:effectLst/>
                <a:latin typeface="+mn-lt"/>
                <a:ea typeface="+mn-ea"/>
                <a:cs typeface="+mn-cs"/>
              </a:rPr>
              <a:t>- 2ª tarjeta (color amarillo): quedan 2 minutos para alcanzar el tiempo máximo de presentación. </a:t>
            </a:r>
            <a:br>
              <a:rPr lang="es-ES" dirty="0"/>
            </a:br>
            <a:r>
              <a:rPr lang="es-ES" sz="1200" b="0" i="0" u="none" strike="noStrike" kern="1200" dirty="0">
                <a:solidFill>
                  <a:schemeClr val="tx1"/>
                </a:solidFill>
                <a:effectLst/>
                <a:latin typeface="+mn-lt"/>
                <a:ea typeface="+mn-ea"/>
                <a:cs typeface="+mn-cs"/>
              </a:rPr>
              <a:t>- 3ª tarjeta (color rojo): el tiempo máximo de presentación ha finalizado.  </a:t>
            </a:r>
            <a:endParaRPr lang="es-ES" i="1" dirty="0"/>
          </a:p>
        </p:txBody>
      </p:sp>
      <p:sp>
        <p:nvSpPr>
          <p:cNvPr id="4" name="Slide Number Placeholder 3">
            <a:extLst>
              <a:ext uri="{FF2B5EF4-FFF2-40B4-BE49-F238E27FC236}">
                <a16:creationId xmlns:a16="http://schemas.microsoft.com/office/drawing/2014/main" id="{624F7B8E-DDF1-4209-C26C-40340143347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305465-97E6-8943-A113-9FD1622A26BD}" type="slidenum">
              <a:rPr kumimoji="0" lang="en-E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E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435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err="1"/>
              <a:t>But</a:t>
            </a:r>
            <a:r>
              <a:rPr lang="es-ES" dirty="0"/>
              <a:t> </a:t>
            </a:r>
            <a:r>
              <a:rPr lang="es-ES" dirty="0" err="1"/>
              <a:t>before</a:t>
            </a:r>
            <a:r>
              <a:rPr lang="es-ES" dirty="0"/>
              <a:t> </a:t>
            </a:r>
            <a:r>
              <a:rPr lang="es-ES" dirty="0" err="1"/>
              <a:t>we</a:t>
            </a:r>
            <a:r>
              <a:rPr lang="es-ES" dirty="0"/>
              <a:t> Delve </a:t>
            </a:r>
            <a:r>
              <a:rPr lang="es-ES" dirty="0" err="1"/>
              <a:t>into</a:t>
            </a:r>
            <a:r>
              <a:rPr lang="es-ES" dirty="0"/>
              <a:t> de </a:t>
            </a:r>
            <a:r>
              <a:rPr lang="es-ES" dirty="0" err="1"/>
              <a:t>details</a:t>
            </a:r>
            <a:r>
              <a:rPr lang="es-ES" dirty="0"/>
              <a:t>, </a:t>
            </a:r>
            <a:r>
              <a:rPr lang="es-ES" dirty="0" err="1"/>
              <a:t>let</a:t>
            </a:r>
            <a:r>
              <a:rPr lang="es-ES" dirty="0"/>
              <a:t> me </a:t>
            </a:r>
            <a:r>
              <a:rPr lang="es-ES" dirty="0" err="1"/>
              <a:t>tell</a:t>
            </a:r>
            <a:r>
              <a:rPr lang="es-ES" dirty="0"/>
              <a:t> </a:t>
            </a:r>
            <a:r>
              <a:rPr lang="es-ES" dirty="0" err="1"/>
              <a:t>you</a:t>
            </a:r>
            <a:r>
              <a:rPr lang="es-ES" dirty="0"/>
              <a:t> </a:t>
            </a:r>
            <a:r>
              <a:rPr lang="es-ES" dirty="0" err="1"/>
              <a:t>the</a:t>
            </a:r>
            <a:r>
              <a:rPr lang="es-ES" dirty="0"/>
              <a:t> </a:t>
            </a:r>
            <a:r>
              <a:rPr lang="es-ES" dirty="0" err="1"/>
              <a:t>story</a:t>
            </a:r>
            <a:r>
              <a:rPr lang="es-ES" dirty="0"/>
              <a:t> </a:t>
            </a:r>
            <a:r>
              <a:rPr lang="es-ES" dirty="0" err="1"/>
              <a:t>of</a:t>
            </a:r>
            <a:r>
              <a:rPr lang="es-ES" dirty="0"/>
              <a:t> John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err="1"/>
              <a:t>Wouldn’t</a:t>
            </a:r>
            <a:r>
              <a:rPr lang="es-ES" dirty="0"/>
              <a:t> </a:t>
            </a:r>
            <a:r>
              <a:rPr lang="es-ES" dirty="0" err="1"/>
              <a:t>it</a:t>
            </a:r>
            <a:r>
              <a:rPr lang="es-ES" dirty="0"/>
              <a:t> be </a:t>
            </a:r>
            <a:r>
              <a:rPr lang="es-ES" dirty="0" err="1"/>
              <a:t>great</a:t>
            </a:r>
            <a:r>
              <a:rPr lang="es-ES" dirty="0"/>
              <a:t> </a:t>
            </a:r>
            <a:r>
              <a:rPr lang="es-ES" dirty="0" err="1"/>
              <a:t>for</a:t>
            </a:r>
            <a:r>
              <a:rPr lang="es-ES" dirty="0"/>
              <a:t> John </a:t>
            </a:r>
            <a:r>
              <a:rPr lang="es-ES" dirty="0" err="1"/>
              <a:t>to</a:t>
            </a:r>
            <a:r>
              <a:rPr lang="es-ES" dirty="0"/>
              <a:t> </a:t>
            </a:r>
            <a:r>
              <a:rPr lang="es-ES" dirty="0" err="1"/>
              <a:t>have</a:t>
            </a:r>
            <a:r>
              <a:rPr lang="es-ES" dirty="0"/>
              <a:t> a suite </a:t>
            </a:r>
            <a:r>
              <a:rPr lang="es-ES" dirty="0" err="1"/>
              <a:t>of</a:t>
            </a:r>
            <a:r>
              <a:rPr lang="es-ES" dirty="0"/>
              <a:t> tolos </a:t>
            </a:r>
            <a:r>
              <a:rPr lang="es-ES" dirty="0" err="1"/>
              <a:t>that</a:t>
            </a:r>
            <a:r>
              <a:rPr lang="es-ES" dirty="0"/>
              <a:t> can </a:t>
            </a:r>
            <a:r>
              <a:rPr lang="es-ES" dirty="0" err="1"/>
              <a:t>aware</a:t>
            </a:r>
            <a:r>
              <a:rPr lang="es-ES" dirty="0"/>
              <a:t> </a:t>
            </a:r>
            <a:r>
              <a:rPr lang="es-ES" dirty="0" err="1"/>
              <a:t>him</a:t>
            </a:r>
            <a:r>
              <a:rPr lang="es-ES" dirty="0"/>
              <a:t> in </a:t>
            </a:r>
            <a:r>
              <a:rPr lang="es-ES" dirty="0" err="1"/>
              <a:t>advance</a:t>
            </a:r>
            <a:r>
              <a:rPr lang="es-ES" dirty="0"/>
              <a:t> </a:t>
            </a:r>
            <a:r>
              <a:rPr lang="es-ES" dirty="0" err="1"/>
              <a:t>of</a:t>
            </a:r>
            <a:r>
              <a:rPr lang="es-ES" dirty="0"/>
              <a:t> </a:t>
            </a:r>
            <a:r>
              <a:rPr lang="es-ES" dirty="0" err="1"/>
              <a:t>any</a:t>
            </a:r>
            <a:r>
              <a:rPr lang="es-ES" dirty="0"/>
              <a:t> </a:t>
            </a:r>
            <a:r>
              <a:rPr lang="es-ES" dirty="0" err="1"/>
              <a:t>errors</a:t>
            </a:r>
            <a:r>
              <a:rPr lang="es-ES" dirty="0"/>
              <a:t>, </a:t>
            </a:r>
            <a:r>
              <a:rPr lang="es-ES" dirty="0" err="1"/>
              <a:t>warnings</a:t>
            </a:r>
            <a:r>
              <a:rPr lang="es-ES" dirty="0"/>
              <a:t>, and so </a:t>
            </a:r>
            <a:r>
              <a:rPr lang="es-ES" dirty="0" err="1"/>
              <a:t>on</a:t>
            </a:r>
            <a:r>
              <a:rPr lang="es-ES" dirty="0"/>
              <a:t> so </a:t>
            </a:r>
            <a:r>
              <a:rPr lang="es-ES" dirty="0" err="1"/>
              <a:t>that</a:t>
            </a:r>
            <a:r>
              <a:rPr lang="es-ES" dirty="0"/>
              <a:t> he can </a:t>
            </a:r>
            <a:r>
              <a:rPr lang="es-ES" dirty="0" err="1"/>
              <a:t>minimize</a:t>
            </a:r>
            <a:r>
              <a:rPr lang="es-ES" dirty="0"/>
              <a:t> </a:t>
            </a:r>
            <a:r>
              <a:rPr lang="es-ES" dirty="0" err="1"/>
              <a:t>the</a:t>
            </a:r>
            <a:r>
              <a:rPr lang="es-ES" dirty="0"/>
              <a:t> </a:t>
            </a:r>
            <a:r>
              <a:rPr lang="es-ES" dirty="0" err="1"/>
              <a:t>amount</a:t>
            </a:r>
            <a:r>
              <a:rPr lang="es-ES" dirty="0"/>
              <a:t> </a:t>
            </a:r>
            <a:r>
              <a:rPr lang="es-ES" dirty="0" err="1"/>
              <a:t>of</a:t>
            </a:r>
            <a:r>
              <a:rPr lang="es-ES" dirty="0"/>
              <a:t> </a:t>
            </a:r>
            <a:r>
              <a:rPr lang="es-ES" dirty="0" err="1"/>
              <a:t>these</a:t>
            </a:r>
            <a:r>
              <a:rPr lang="es-ES" dirty="0"/>
              <a:t> </a:t>
            </a:r>
            <a:r>
              <a:rPr lang="es-ES" dirty="0" err="1"/>
              <a:t>problems</a:t>
            </a:r>
            <a:r>
              <a:rPr lang="es-ES" dirty="0"/>
              <a:t> in </a:t>
            </a:r>
            <a:r>
              <a:rPr lang="es-ES" dirty="0" err="1"/>
              <a:t>production</a:t>
            </a:r>
            <a:r>
              <a:rPr lang="es-ES" dirty="0"/>
              <a:t>?</a:t>
            </a:r>
          </a:p>
        </p:txBody>
      </p:sp>
      <p:sp>
        <p:nvSpPr>
          <p:cNvPr id="4" name="Marcador de número de diapositiva 3"/>
          <p:cNvSpPr>
            <a:spLocks noGrp="1"/>
          </p:cNvSpPr>
          <p:nvPr>
            <p:ph type="sldNum" sz="quarter" idx="5"/>
          </p:nvPr>
        </p:nvSpPr>
        <p:spPr/>
        <p:txBody>
          <a:bodyPr/>
          <a:lstStyle/>
          <a:p>
            <a:fld id="{E4DB20BF-CB95-4761-9F17-69DD67B5745F}" type="slidenum">
              <a:rPr lang="es-ES" smtClean="0"/>
              <a:t>2</a:t>
            </a:fld>
            <a:endParaRPr lang="es-ES"/>
          </a:p>
        </p:txBody>
      </p:sp>
    </p:spTree>
    <p:extLst>
      <p:ext uri="{BB962C8B-B14F-4D97-AF65-F5344CB8AC3E}">
        <p14:creationId xmlns:p14="http://schemas.microsoft.com/office/powerpoint/2010/main" val="3285860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F7B79-CD07-818C-7649-80388FD5C7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EF7DF8-ACBA-7EB0-0D2E-C8819512C5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A69C33-7F65-FC06-9DE6-3D0B84238B93}"/>
              </a:ext>
            </a:extLst>
          </p:cNvPr>
          <p:cNvSpPr>
            <a:spLocks noGrp="1"/>
          </p:cNvSpPr>
          <p:nvPr>
            <p:ph type="body" idx="1"/>
          </p:nvPr>
        </p:nvSpPr>
        <p:spPr/>
        <p:txBody>
          <a:bodyPr/>
          <a:lstStyle/>
          <a:p>
            <a:r>
              <a:rPr lang="es-ES" b="0" i="0" u="none" strike="noStrike" dirty="0" err="1">
                <a:solidFill>
                  <a:srgbClr val="212121"/>
                </a:solidFill>
                <a:effectLst/>
                <a:latin typeface="Aptos" panose="020B0004020202020204" pitchFamily="34" charset="0"/>
              </a:rPr>
              <a:t>But</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let’s</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slow</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down</a:t>
            </a:r>
            <a:r>
              <a:rPr lang="es-ES" b="0" i="0" u="none" strike="noStrike" dirty="0">
                <a:solidFill>
                  <a:srgbClr val="212121"/>
                </a:solidFill>
                <a:effectLst/>
                <a:latin typeface="Aptos" panose="020B0004020202020204" pitchFamily="34" charset="0"/>
              </a:rPr>
              <a:t> a </a:t>
            </a:r>
            <a:r>
              <a:rPr lang="es-ES" b="0" i="0" u="none" strike="noStrike" dirty="0" err="1">
                <a:solidFill>
                  <a:srgbClr val="212121"/>
                </a:solidFill>
                <a:effectLst/>
                <a:latin typeface="Aptos" panose="020B0004020202020204" pitchFamily="34" charset="0"/>
              </a:rPr>
              <a:t>little</a:t>
            </a:r>
            <a:r>
              <a:rPr lang="es-ES" b="0" i="0" u="none" strike="noStrike" dirty="0">
                <a:solidFill>
                  <a:srgbClr val="212121"/>
                </a:solidFill>
                <a:effectLst/>
                <a:latin typeface="Aptos" panose="020B0004020202020204" pitchFamily="34" charset="0"/>
              </a:rPr>
              <a:t> bit. </a:t>
            </a:r>
            <a:r>
              <a:rPr lang="es-ES" b="0" i="0" u="none" strike="noStrike" dirty="0" err="1">
                <a:solidFill>
                  <a:srgbClr val="212121"/>
                </a:solidFill>
                <a:effectLst/>
                <a:latin typeface="Aptos" panose="020B0004020202020204" pitchFamily="34" charset="0"/>
              </a:rPr>
              <a:t>What</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is</a:t>
            </a:r>
            <a:r>
              <a:rPr lang="es-ES" b="0" i="0" u="none" strike="noStrike" dirty="0">
                <a:solidFill>
                  <a:srgbClr val="212121"/>
                </a:solidFill>
                <a:effectLst/>
                <a:latin typeface="Aptos" panose="020B0004020202020204" pitchFamily="34" charset="0"/>
              </a:rPr>
              <a:t> a pricing?</a:t>
            </a:r>
          </a:p>
        </p:txBody>
      </p:sp>
      <p:sp>
        <p:nvSpPr>
          <p:cNvPr id="4" name="Marcador de número de diapositiva 3">
            <a:extLst>
              <a:ext uri="{FF2B5EF4-FFF2-40B4-BE49-F238E27FC236}">
                <a16:creationId xmlns:a16="http://schemas.microsoft.com/office/drawing/2014/main" id="{926B3A4D-1193-D12C-6DC8-DC4A362BDC1D}"/>
              </a:ext>
            </a:extLst>
          </p:cNvPr>
          <p:cNvSpPr>
            <a:spLocks noGrp="1"/>
          </p:cNvSpPr>
          <p:nvPr>
            <p:ph type="sldNum" sz="quarter" idx="5"/>
          </p:nvPr>
        </p:nvSpPr>
        <p:spPr/>
        <p:txBody>
          <a:bodyPr/>
          <a:lstStyle/>
          <a:p>
            <a:fld id="{E4DB20BF-CB95-4761-9F17-69DD67B5745F}" type="slidenum">
              <a:rPr lang="es-ES" smtClean="0"/>
              <a:t>3</a:t>
            </a:fld>
            <a:endParaRPr lang="es-ES"/>
          </a:p>
        </p:txBody>
      </p:sp>
    </p:spTree>
    <p:extLst>
      <p:ext uri="{BB962C8B-B14F-4D97-AF65-F5344CB8AC3E}">
        <p14:creationId xmlns:p14="http://schemas.microsoft.com/office/powerpoint/2010/main" val="573316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A2F00-5FFC-6DB6-2CE8-A41F890187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6A4FA2-AD13-A457-AA94-F665CC91E8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599B84F-291C-05BC-2587-DECB545CD321}"/>
              </a:ext>
            </a:extLst>
          </p:cNvPr>
          <p:cNvSpPr>
            <a:spLocks noGrp="1"/>
          </p:cNvSpPr>
          <p:nvPr>
            <p:ph type="body" idx="1"/>
          </p:nvPr>
        </p:nvSpPr>
        <p:spPr/>
        <p:txBody>
          <a:bodyPr/>
          <a:lstStyle/>
          <a:p>
            <a:pPr marL="171450" lvl="0" indent="-171450">
              <a:buFontTx/>
              <a:buChar char="-"/>
            </a:pPr>
            <a:r>
              <a:rPr lang="es-ES_tradnl" dirty="0" err="1"/>
              <a:t>Pricings</a:t>
            </a:r>
            <a:r>
              <a:rPr lang="es-ES_tradnl" dirty="0"/>
              <a:t> </a:t>
            </a:r>
            <a:r>
              <a:rPr lang="es-ES_tradnl" dirty="0" err="1"/>
              <a:t>include</a:t>
            </a:r>
            <a:r>
              <a:rPr lang="es-ES_tradnl" dirty="0"/>
              <a:t> </a:t>
            </a:r>
            <a:r>
              <a:rPr lang="es-ES_tradnl" dirty="0" err="1"/>
              <a:t>list</a:t>
            </a:r>
            <a:r>
              <a:rPr lang="es-ES_tradnl" dirty="0"/>
              <a:t> </a:t>
            </a:r>
            <a:r>
              <a:rPr lang="es-ES_tradnl" dirty="0" err="1"/>
              <a:t>of</a:t>
            </a:r>
            <a:r>
              <a:rPr lang="es-ES_tradnl" dirty="0"/>
              <a:t> </a:t>
            </a:r>
            <a:r>
              <a:rPr lang="es-ES_tradnl" dirty="0" err="1"/>
              <a:t>features</a:t>
            </a:r>
            <a:endParaRPr lang="es-ES_tradnl" dirty="0"/>
          </a:p>
          <a:p>
            <a:pPr marL="171450" lvl="0" indent="-171450">
              <a:buFontTx/>
              <a:buChar char="-"/>
            </a:pPr>
            <a:endParaRPr lang="es-ES_tradnl" dirty="0"/>
          </a:p>
          <a:p>
            <a:pPr marL="171450" lvl="0" indent="-171450">
              <a:buFontTx/>
              <a:buChar char="-"/>
            </a:pPr>
            <a:r>
              <a:rPr lang="es-ES_tradnl" dirty="0" err="1"/>
              <a:t>Features</a:t>
            </a:r>
            <a:r>
              <a:rPr lang="es-ES_tradnl" dirty="0"/>
              <a:t> are </a:t>
            </a:r>
            <a:r>
              <a:rPr lang="es-ES_tradnl" dirty="0" err="1"/>
              <a:t>distributed</a:t>
            </a:r>
            <a:r>
              <a:rPr lang="es-ES_tradnl" dirty="0"/>
              <a:t> </a:t>
            </a:r>
            <a:r>
              <a:rPr lang="es-ES_tradnl" dirty="0" err="1"/>
              <a:t>among</a:t>
            </a:r>
            <a:r>
              <a:rPr lang="es-ES_tradnl" dirty="0"/>
              <a:t> </a:t>
            </a:r>
            <a:r>
              <a:rPr lang="es-ES_tradnl" dirty="0" err="1"/>
              <a:t>plans</a:t>
            </a:r>
            <a:endParaRPr lang="es-ES_tradnl" dirty="0"/>
          </a:p>
          <a:p>
            <a:pPr marL="171450" lvl="0" indent="-171450">
              <a:buFontTx/>
              <a:buChar char="-"/>
            </a:pPr>
            <a:endParaRPr lang="es-ES_tradnl" dirty="0"/>
          </a:p>
          <a:p>
            <a:pPr marL="171450" lvl="0" indent="-171450">
              <a:buFontTx/>
              <a:buChar char="-"/>
            </a:pPr>
            <a:r>
              <a:rPr lang="es-ES_tradnl" dirty="0" err="1"/>
              <a:t>Plans</a:t>
            </a:r>
            <a:r>
              <a:rPr lang="es-ES_tradnl" dirty="0"/>
              <a:t> determine </a:t>
            </a:r>
            <a:r>
              <a:rPr lang="es-ES_tradnl" dirty="0" err="1"/>
              <a:t>the</a:t>
            </a:r>
            <a:r>
              <a:rPr lang="es-ES_tradnl" dirty="0"/>
              <a:t> </a:t>
            </a:r>
            <a:r>
              <a:rPr lang="es-ES_tradnl" dirty="0" err="1"/>
              <a:t>subset</a:t>
            </a:r>
            <a:r>
              <a:rPr lang="es-ES_tradnl" dirty="0"/>
              <a:t> </a:t>
            </a:r>
            <a:r>
              <a:rPr lang="es-ES_tradnl" dirty="0" err="1"/>
              <a:t>of</a:t>
            </a:r>
            <a:r>
              <a:rPr lang="es-ES_tradnl" dirty="0"/>
              <a:t> </a:t>
            </a:r>
            <a:r>
              <a:rPr lang="es-ES_tradnl" dirty="0" err="1"/>
              <a:t>features</a:t>
            </a:r>
            <a:r>
              <a:rPr lang="es-ES_tradnl" dirty="0"/>
              <a:t> </a:t>
            </a:r>
            <a:r>
              <a:rPr lang="es-ES_tradnl" dirty="0" err="1"/>
              <a:t>available</a:t>
            </a:r>
            <a:r>
              <a:rPr lang="es-ES_tradnl" dirty="0"/>
              <a:t> </a:t>
            </a:r>
            <a:r>
              <a:rPr lang="es-ES_tradnl" dirty="0" err="1"/>
              <a:t>by</a:t>
            </a:r>
            <a:r>
              <a:rPr lang="es-ES_tradnl" dirty="0"/>
              <a:t> </a:t>
            </a:r>
            <a:r>
              <a:rPr lang="es-ES_tradnl" dirty="0" err="1"/>
              <a:t>paying</a:t>
            </a:r>
            <a:r>
              <a:rPr lang="es-ES_tradnl" dirty="0"/>
              <a:t> a </a:t>
            </a:r>
            <a:r>
              <a:rPr lang="es-ES_tradnl" dirty="0" err="1"/>
              <a:t>certain</a:t>
            </a:r>
            <a:r>
              <a:rPr lang="es-ES_tradnl" dirty="0"/>
              <a:t> Price</a:t>
            </a:r>
          </a:p>
          <a:p>
            <a:pPr marL="171450" lvl="0" indent="-171450">
              <a:buFontTx/>
              <a:buChar char="-"/>
            </a:pPr>
            <a:endParaRPr lang="es-ES_tradnl" dirty="0"/>
          </a:p>
          <a:p>
            <a:pPr marL="171450" lvl="0" indent="-171450">
              <a:buFontTx/>
              <a:buChar char="-"/>
            </a:pPr>
            <a:r>
              <a:rPr lang="es-ES_tradnl" dirty="0" err="1"/>
              <a:t>Plans</a:t>
            </a:r>
            <a:r>
              <a:rPr lang="es-ES_tradnl" dirty="0"/>
              <a:t> can </a:t>
            </a:r>
            <a:r>
              <a:rPr lang="es-ES_tradnl" dirty="0" err="1"/>
              <a:t>also</a:t>
            </a:r>
            <a:r>
              <a:rPr lang="es-ES_tradnl" dirty="0"/>
              <a:t> </a:t>
            </a:r>
            <a:r>
              <a:rPr lang="es-ES_tradnl" dirty="0" err="1"/>
              <a:t>impose</a:t>
            </a:r>
            <a:r>
              <a:rPr lang="es-ES_tradnl" dirty="0"/>
              <a:t> </a:t>
            </a:r>
            <a:r>
              <a:rPr lang="es-ES_tradnl" dirty="0" err="1"/>
              <a:t>strict</a:t>
            </a:r>
            <a:r>
              <a:rPr lang="es-ES_tradnl" dirty="0"/>
              <a:t> </a:t>
            </a:r>
            <a:r>
              <a:rPr lang="es-ES_tradnl" dirty="0" err="1"/>
              <a:t>or</a:t>
            </a:r>
            <a:r>
              <a:rPr lang="es-ES_tradnl" dirty="0"/>
              <a:t> </a:t>
            </a:r>
            <a:r>
              <a:rPr lang="es-ES_tradnl" dirty="0" err="1"/>
              <a:t>relaxed</a:t>
            </a:r>
            <a:r>
              <a:rPr lang="es-ES_tradnl" dirty="0"/>
              <a:t> </a:t>
            </a:r>
            <a:r>
              <a:rPr lang="es-ES_tradnl" dirty="0" err="1"/>
              <a:t>usage</a:t>
            </a:r>
            <a:r>
              <a:rPr lang="es-ES_tradnl" dirty="0"/>
              <a:t> </a:t>
            </a:r>
            <a:r>
              <a:rPr lang="es-ES_tradnl" dirty="0" err="1"/>
              <a:t>limits</a:t>
            </a:r>
            <a:r>
              <a:rPr lang="es-ES_tradnl" dirty="0"/>
              <a:t> </a:t>
            </a:r>
            <a:r>
              <a:rPr lang="es-ES_tradnl" dirty="0" err="1"/>
              <a:t>to</a:t>
            </a:r>
            <a:r>
              <a:rPr lang="es-ES_tradnl" dirty="0"/>
              <a:t> </a:t>
            </a:r>
            <a:r>
              <a:rPr lang="es-ES_tradnl" dirty="0" err="1"/>
              <a:t>some</a:t>
            </a:r>
            <a:r>
              <a:rPr lang="es-ES_tradnl" dirty="0"/>
              <a:t> </a:t>
            </a:r>
            <a:r>
              <a:rPr lang="es-ES_tradnl" dirty="0" err="1"/>
              <a:t>strategic</a:t>
            </a:r>
            <a:r>
              <a:rPr lang="es-ES_tradnl" dirty="0"/>
              <a:t> </a:t>
            </a:r>
            <a:r>
              <a:rPr lang="es-ES_tradnl" dirty="0" err="1"/>
              <a:t>features</a:t>
            </a:r>
            <a:endParaRPr lang="es-ES_tradnl" dirty="0"/>
          </a:p>
          <a:p>
            <a:pPr marL="171450" lvl="0" indent="-171450">
              <a:buFontTx/>
              <a:buChar char="-"/>
            </a:pPr>
            <a:endParaRPr lang="es-ES_tradnl" dirty="0"/>
          </a:p>
          <a:p>
            <a:pPr marL="171450" lvl="0" indent="-171450">
              <a:buFontTx/>
              <a:buChar char="-"/>
            </a:pPr>
            <a:r>
              <a:rPr lang="es-ES_tradnl" dirty="0" err="1"/>
              <a:t>Usuarlly</a:t>
            </a:r>
            <a:r>
              <a:rPr lang="es-ES_tradnl" dirty="0"/>
              <a:t>, </a:t>
            </a:r>
            <a:r>
              <a:rPr lang="es-ES_tradnl" dirty="0" err="1"/>
              <a:t>plans</a:t>
            </a:r>
            <a:r>
              <a:rPr lang="es-ES_tradnl" dirty="0"/>
              <a:t> are </a:t>
            </a:r>
            <a:r>
              <a:rPr lang="es-ES_tradnl" dirty="0" err="1"/>
              <a:t>designed</a:t>
            </a:r>
            <a:r>
              <a:rPr lang="es-ES_tradnl" dirty="0"/>
              <a:t> </a:t>
            </a:r>
            <a:r>
              <a:rPr lang="es-ES_tradnl" dirty="0" err="1"/>
              <a:t>to</a:t>
            </a:r>
            <a:r>
              <a:rPr lang="es-ES_tradnl" dirty="0"/>
              <a:t> </a:t>
            </a:r>
            <a:r>
              <a:rPr lang="es-ES_tradnl" dirty="0" err="1"/>
              <a:t>commit</a:t>
            </a:r>
            <a:r>
              <a:rPr lang="es-ES_tradnl" dirty="0"/>
              <a:t> </a:t>
            </a:r>
            <a:r>
              <a:rPr lang="es-ES_tradnl" dirty="0" err="1"/>
              <a:t>the</a:t>
            </a:r>
            <a:r>
              <a:rPr lang="es-ES_tradnl" dirty="0"/>
              <a:t> </a:t>
            </a:r>
            <a:r>
              <a:rPr lang="es-ES_tradnl" dirty="0" err="1"/>
              <a:t>needs</a:t>
            </a:r>
            <a:r>
              <a:rPr lang="es-ES_tradnl" dirty="0"/>
              <a:t> </a:t>
            </a:r>
            <a:r>
              <a:rPr lang="es-ES_tradnl" dirty="0" err="1"/>
              <a:t>of</a:t>
            </a:r>
            <a:r>
              <a:rPr lang="es-ES_tradnl" dirty="0"/>
              <a:t> a </a:t>
            </a:r>
            <a:r>
              <a:rPr lang="es-ES_tradnl" dirty="0" err="1"/>
              <a:t>certain</a:t>
            </a:r>
            <a:r>
              <a:rPr lang="es-ES_tradnl" dirty="0"/>
              <a:t> </a:t>
            </a:r>
            <a:r>
              <a:rPr lang="es-ES_tradnl" dirty="0" err="1"/>
              <a:t>group</a:t>
            </a:r>
            <a:r>
              <a:rPr lang="es-ES_tradnl" dirty="0"/>
              <a:t> </a:t>
            </a:r>
            <a:r>
              <a:rPr lang="es-ES_tradnl" dirty="0" err="1"/>
              <a:t>of</a:t>
            </a:r>
            <a:r>
              <a:rPr lang="es-ES_tradnl" dirty="0"/>
              <a:t> </a:t>
            </a:r>
            <a:r>
              <a:rPr lang="es-ES_tradnl" dirty="0" err="1"/>
              <a:t>users</a:t>
            </a:r>
            <a:endParaRPr lang="es-ES_tradnl" dirty="0"/>
          </a:p>
          <a:p>
            <a:pPr marL="171450" lvl="0" indent="-171450">
              <a:buFontTx/>
              <a:buChar char="-"/>
            </a:pPr>
            <a:endParaRPr lang="es-ES_tradnl" dirty="0"/>
          </a:p>
          <a:p>
            <a:pPr marL="171450" lvl="0" indent="-171450">
              <a:buFontTx/>
              <a:buChar char="-"/>
            </a:pPr>
            <a:r>
              <a:rPr lang="es-ES_tradnl" dirty="0" err="1"/>
              <a:t>Add-ons</a:t>
            </a:r>
            <a:r>
              <a:rPr lang="es-ES_tradnl" dirty="0"/>
              <a:t> as </a:t>
            </a:r>
            <a:r>
              <a:rPr lang="es-ES_tradnl" dirty="0" err="1"/>
              <a:t>extensions</a:t>
            </a:r>
            <a:r>
              <a:rPr lang="es-ES_tradnl" dirty="0"/>
              <a:t> </a:t>
            </a:r>
            <a:r>
              <a:rPr lang="es-ES_tradnl" dirty="0" err="1"/>
              <a:t>of</a:t>
            </a:r>
            <a:r>
              <a:rPr lang="es-ES_tradnl" dirty="0"/>
              <a:t> </a:t>
            </a:r>
            <a:r>
              <a:rPr lang="es-ES_tradnl" dirty="0" err="1"/>
              <a:t>plans</a:t>
            </a:r>
            <a:r>
              <a:rPr lang="es-ES_tradnl" dirty="0"/>
              <a:t> </a:t>
            </a:r>
            <a:r>
              <a:rPr lang="es-ES_tradnl" dirty="0" err="1"/>
              <a:t>for</a:t>
            </a:r>
            <a:r>
              <a:rPr lang="es-ES_tradnl" dirty="0"/>
              <a:t> </a:t>
            </a:r>
            <a:r>
              <a:rPr lang="es-ES_tradnl" dirty="0" err="1"/>
              <a:t>features</a:t>
            </a:r>
            <a:r>
              <a:rPr lang="es-ES_tradnl" dirty="0"/>
              <a:t> </a:t>
            </a:r>
            <a:r>
              <a:rPr lang="es-ES_tradnl" dirty="0" err="1"/>
              <a:t>that</a:t>
            </a:r>
            <a:r>
              <a:rPr lang="es-ES_tradnl" dirty="0"/>
              <a:t> </a:t>
            </a:r>
            <a:r>
              <a:rPr lang="es-ES_tradnl" dirty="0" err="1"/>
              <a:t>doesn’t</a:t>
            </a:r>
            <a:r>
              <a:rPr lang="es-ES_tradnl" dirty="0"/>
              <a:t> </a:t>
            </a:r>
            <a:r>
              <a:rPr lang="es-ES_tradnl" dirty="0" err="1"/>
              <a:t>exactly</a:t>
            </a:r>
            <a:r>
              <a:rPr lang="es-ES_tradnl" dirty="0"/>
              <a:t> match </a:t>
            </a:r>
            <a:r>
              <a:rPr lang="es-ES_tradnl" dirty="0" err="1"/>
              <a:t>any</a:t>
            </a:r>
            <a:r>
              <a:rPr lang="es-ES_tradnl" dirty="0"/>
              <a:t> </a:t>
            </a:r>
            <a:r>
              <a:rPr lang="es-ES_tradnl" dirty="0" err="1"/>
              <a:t>group</a:t>
            </a:r>
            <a:r>
              <a:rPr lang="es-ES_tradnl" dirty="0"/>
              <a:t> </a:t>
            </a:r>
            <a:r>
              <a:rPr lang="es-ES_tradnl" dirty="0" err="1"/>
              <a:t>of</a:t>
            </a:r>
            <a:r>
              <a:rPr lang="es-ES_tradnl" dirty="0"/>
              <a:t> </a:t>
            </a:r>
            <a:r>
              <a:rPr lang="es-ES_tradnl" dirty="0" err="1"/>
              <a:t>users</a:t>
            </a:r>
            <a:r>
              <a:rPr lang="es-ES_tradnl" dirty="0"/>
              <a:t> </a:t>
            </a:r>
            <a:r>
              <a:rPr lang="es-ES_tradnl" dirty="0" err="1"/>
              <a:t>defined</a:t>
            </a:r>
            <a:r>
              <a:rPr lang="es-ES_tradnl" dirty="0"/>
              <a:t> </a:t>
            </a:r>
            <a:r>
              <a:rPr lang="es-ES_tradnl" dirty="0" err="1"/>
              <a:t>by</a:t>
            </a:r>
            <a:r>
              <a:rPr lang="es-ES_tradnl" dirty="0"/>
              <a:t> </a:t>
            </a:r>
            <a:r>
              <a:rPr lang="es-ES_tradnl" dirty="0" err="1"/>
              <a:t>plans</a:t>
            </a:r>
            <a:r>
              <a:rPr lang="es-ES_tradnl" dirty="0"/>
              <a:t>, </a:t>
            </a:r>
            <a:r>
              <a:rPr lang="es-ES_tradnl" dirty="0" err="1"/>
              <a:t>or</a:t>
            </a:r>
            <a:r>
              <a:rPr lang="es-ES_tradnl" dirty="0"/>
              <a:t> as a </a:t>
            </a:r>
            <a:r>
              <a:rPr lang="es-ES_tradnl" dirty="0" err="1"/>
              <a:t>way</a:t>
            </a:r>
            <a:r>
              <a:rPr lang="es-ES_tradnl" dirty="0"/>
              <a:t> </a:t>
            </a:r>
            <a:r>
              <a:rPr lang="es-ES_tradnl" dirty="0" err="1"/>
              <a:t>of</a:t>
            </a:r>
            <a:r>
              <a:rPr lang="es-ES_tradnl" dirty="0"/>
              <a:t> </a:t>
            </a:r>
            <a:r>
              <a:rPr lang="es-ES_tradnl" dirty="0" err="1"/>
              <a:t>extending</a:t>
            </a:r>
            <a:r>
              <a:rPr lang="es-ES_tradnl" dirty="0"/>
              <a:t> </a:t>
            </a:r>
            <a:r>
              <a:rPr lang="es-ES_tradnl" dirty="0" err="1"/>
              <a:t>usage</a:t>
            </a:r>
            <a:r>
              <a:rPr lang="es-ES_tradnl" dirty="0"/>
              <a:t> </a:t>
            </a:r>
            <a:r>
              <a:rPr lang="es-ES_tradnl" dirty="0" err="1"/>
              <a:t>limits</a:t>
            </a:r>
            <a:r>
              <a:rPr lang="es-ES_tradnl" dirty="0"/>
              <a:t>.</a:t>
            </a:r>
          </a:p>
          <a:p>
            <a:pPr marL="0" lvl="0" indent="0">
              <a:buFont typeface="+mj-lt"/>
              <a:buNone/>
            </a:pPr>
            <a:endParaRPr lang="es-ES_tradnl" dirty="0"/>
          </a:p>
          <a:p>
            <a:pPr marL="0" lvl="0" indent="0">
              <a:buFont typeface="+mj-lt"/>
              <a:buNone/>
            </a:pPr>
            <a:endParaRPr lang="es-ES_tradnl" dirty="0"/>
          </a:p>
          <a:p>
            <a:pPr marL="0" lvl="0" indent="0">
              <a:buFont typeface="+mj-lt"/>
              <a:buNone/>
            </a:pPr>
            <a:r>
              <a:rPr lang="es-ES_tradnl" dirty="0" err="1"/>
              <a:t>Pricings</a:t>
            </a:r>
            <a:r>
              <a:rPr lang="es-ES_tradnl" dirty="0"/>
              <a:t> are </a:t>
            </a:r>
            <a:r>
              <a:rPr lang="es-ES_tradnl" dirty="0" err="1"/>
              <a:t>structures</a:t>
            </a:r>
            <a:r>
              <a:rPr lang="es-ES_tradnl" dirty="0"/>
              <a:t> </a:t>
            </a:r>
            <a:r>
              <a:rPr lang="es-ES_tradnl" dirty="0" err="1"/>
              <a:t>that</a:t>
            </a:r>
            <a:r>
              <a:rPr lang="es-ES_tradnl" dirty="0"/>
              <a:t> </a:t>
            </a:r>
            <a:r>
              <a:rPr lang="es-ES_tradnl" dirty="0" err="1"/>
              <a:t>include</a:t>
            </a:r>
            <a:r>
              <a:rPr lang="es-ES_tradnl" dirty="0"/>
              <a:t> a </a:t>
            </a:r>
            <a:r>
              <a:rPr lang="es-ES_tradnl" dirty="0" err="1"/>
              <a:t>list</a:t>
            </a:r>
            <a:r>
              <a:rPr lang="es-ES_tradnl" dirty="0"/>
              <a:t> </a:t>
            </a:r>
            <a:r>
              <a:rPr lang="es-ES_tradnl" dirty="0" err="1"/>
              <a:t>of</a:t>
            </a:r>
            <a:r>
              <a:rPr lang="es-ES_tradnl" dirty="0"/>
              <a:t> </a:t>
            </a:r>
            <a:r>
              <a:rPr lang="es-ES_tradnl" dirty="0" err="1"/>
              <a:t>features</a:t>
            </a:r>
            <a:r>
              <a:rPr lang="es-ES_tradnl" dirty="0"/>
              <a:t>, </a:t>
            </a:r>
            <a:r>
              <a:rPr lang="es-ES_tradnl" dirty="0" err="1"/>
              <a:t>that</a:t>
            </a:r>
            <a:r>
              <a:rPr lang="es-ES_tradnl" dirty="0"/>
              <a:t> are </a:t>
            </a:r>
            <a:r>
              <a:rPr lang="es-ES_tradnl" dirty="0" err="1"/>
              <a:t>distributed</a:t>
            </a:r>
            <a:r>
              <a:rPr lang="es-ES_tradnl" dirty="0"/>
              <a:t> </a:t>
            </a:r>
            <a:r>
              <a:rPr lang="es-ES_tradnl" dirty="0" err="1"/>
              <a:t>among</a:t>
            </a:r>
            <a:r>
              <a:rPr lang="es-ES_tradnl" dirty="0"/>
              <a:t> a set </a:t>
            </a:r>
            <a:r>
              <a:rPr lang="es-ES_tradnl" dirty="0" err="1"/>
              <a:t>of</a:t>
            </a:r>
            <a:r>
              <a:rPr lang="es-ES_tradnl" dirty="0"/>
              <a:t> </a:t>
            </a:r>
            <a:r>
              <a:rPr lang="es-ES_tradnl" dirty="0" err="1"/>
              <a:t>plans</a:t>
            </a:r>
            <a:r>
              <a:rPr lang="es-ES_tradnl" dirty="0"/>
              <a:t>, </a:t>
            </a:r>
            <a:r>
              <a:rPr lang="es-ES_tradnl" dirty="0" err="1"/>
              <a:t>which</a:t>
            </a:r>
            <a:r>
              <a:rPr lang="es-ES_tradnl" dirty="0"/>
              <a:t> determine </a:t>
            </a:r>
            <a:r>
              <a:rPr lang="es-ES_tradnl" dirty="0" err="1"/>
              <a:t>the</a:t>
            </a:r>
            <a:r>
              <a:rPr lang="es-ES_tradnl" dirty="0"/>
              <a:t> </a:t>
            </a:r>
            <a:r>
              <a:rPr lang="es-ES_tradnl" dirty="0" err="1"/>
              <a:t>subset</a:t>
            </a:r>
            <a:r>
              <a:rPr lang="es-ES_tradnl" dirty="0"/>
              <a:t> </a:t>
            </a:r>
            <a:r>
              <a:rPr lang="es-ES_tradnl" dirty="0" err="1"/>
              <a:t>features</a:t>
            </a:r>
            <a:r>
              <a:rPr lang="es-ES_tradnl" dirty="0"/>
              <a:t> </a:t>
            </a:r>
            <a:r>
              <a:rPr lang="es-ES_tradnl" dirty="0" err="1"/>
              <a:t>that</a:t>
            </a:r>
            <a:r>
              <a:rPr lang="es-ES_tradnl" dirty="0"/>
              <a:t> </a:t>
            </a:r>
            <a:r>
              <a:rPr lang="es-ES_tradnl" dirty="0" err="1"/>
              <a:t>users</a:t>
            </a:r>
            <a:r>
              <a:rPr lang="es-ES_tradnl" dirty="0"/>
              <a:t> </a:t>
            </a:r>
            <a:r>
              <a:rPr lang="es-ES_tradnl" dirty="0" err="1"/>
              <a:t>will</a:t>
            </a:r>
            <a:r>
              <a:rPr lang="es-ES_tradnl" dirty="0"/>
              <a:t> be </a:t>
            </a:r>
            <a:r>
              <a:rPr lang="es-ES_tradnl" dirty="0" err="1"/>
              <a:t>able</a:t>
            </a:r>
            <a:r>
              <a:rPr lang="es-ES_tradnl" dirty="0"/>
              <a:t> </a:t>
            </a:r>
            <a:r>
              <a:rPr lang="es-ES_tradnl" dirty="0" err="1"/>
              <a:t>to</a:t>
            </a:r>
            <a:r>
              <a:rPr lang="es-ES_tradnl" dirty="0"/>
              <a:t> </a:t>
            </a:r>
            <a:r>
              <a:rPr lang="es-ES_tradnl" dirty="0" err="1"/>
              <a:t>access</a:t>
            </a:r>
            <a:r>
              <a:rPr lang="es-ES_tradnl" dirty="0"/>
              <a:t> </a:t>
            </a:r>
            <a:r>
              <a:rPr lang="es-ES_tradnl" dirty="0" err="1"/>
              <a:t>if</a:t>
            </a:r>
            <a:r>
              <a:rPr lang="es-ES_tradnl" dirty="0"/>
              <a:t> </a:t>
            </a:r>
            <a:r>
              <a:rPr lang="es-ES_tradnl" dirty="0" err="1"/>
              <a:t>they</a:t>
            </a:r>
            <a:r>
              <a:rPr lang="es-ES_tradnl" dirty="0"/>
              <a:t> </a:t>
            </a:r>
            <a:r>
              <a:rPr lang="es-ES_tradnl" dirty="0" err="1"/>
              <a:t>commit</a:t>
            </a:r>
            <a:r>
              <a:rPr lang="es-ES_tradnl" dirty="0"/>
              <a:t> </a:t>
            </a:r>
            <a:r>
              <a:rPr lang="es-ES_tradnl" dirty="0" err="1"/>
              <a:t>to</a:t>
            </a:r>
            <a:r>
              <a:rPr lang="es-ES_tradnl" dirty="0"/>
              <a:t> </a:t>
            </a:r>
            <a:r>
              <a:rPr lang="es-ES_tradnl" dirty="0" err="1"/>
              <a:t>pay</a:t>
            </a:r>
            <a:r>
              <a:rPr lang="es-ES_tradnl" dirty="0"/>
              <a:t> </a:t>
            </a:r>
            <a:r>
              <a:rPr lang="es-ES_tradnl" dirty="0" err="1"/>
              <a:t>the</a:t>
            </a:r>
            <a:r>
              <a:rPr lang="es-ES_tradnl" dirty="0"/>
              <a:t> </a:t>
            </a:r>
            <a:r>
              <a:rPr lang="es-ES_tradnl" dirty="0" err="1"/>
              <a:t>price</a:t>
            </a:r>
            <a:r>
              <a:rPr lang="es-ES_tradnl" dirty="0"/>
              <a:t>. </a:t>
            </a:r>
            <a:r>
              <a:rPr lang="es-ES_tradnl" dirty="0" err="1"/>
              <a:t>Moreover</a:t>
            </a:r>
            <a:r>
              <a:rPr lang="es-ES_tradnl" dirty="0"/>
              <a:t>, </a:t>
            </a:r>
            <a:r>
              <a:rPr lang="es-ES_tradnl" dirty="0" err="1"/>
              <a:t>plans</a:t>
            </a:r>
            <a:r>
              <a:rPr lang="es-ES_tradnl" dirty="0"/>
              <a:t> can </a:t>
            </a:r>
            <a:r>
              <a:rPr lang="es-ES_tradnl" dirty="0" err="1"/>
              <a:t>also</a:t>
            </a:r>
            <a:r>
              <a:rPr lang="es-ES_tradnl" dirty="0"/>
              <a:t> </a:t>
            </a:r>
            <a:r>
              <a:rPr lang="es-ES_tradnl" dirty="0" err="1"/>
              <a:t>impose</a:t>
            </a:r>
            <a:r>
              <a:rPr lang="es-ES_tradnl" dirty="0"/>
              <a:t> </a:t>
            </a:r>
            <a:r>
              <a:rPr lang="es-ES_tradnl" dirty="0" err="1"/>
              <a:t>strict</a:t>
            </a:r>
            <a:r>
              <a:rPr lang="es-ES_tradnl" dirty="0"/>
              <a:t> </a:t>
            </a:r>
            <a:r>
              <a:rPr lang="es-ES_tradnl" dirty="0" err="1"/>
              <a:t>or</a:t>
            </a:r>
            <a:r>
              <a:rPr lang="es-ES_tradnl" dirty="0"/>
              <a:t> </a:t>
            </a:r>
            <a:r>
              <a:rPr lang="es-ES_tradnl" dirty="0" err="1"/>
              <a:t>relaxed</a:t>
            </a:r>
            <a:r>
              <a:rPr lang="es-ES_tradnl" dirty="0"/>
              <a:t> </a:t>
            </a:r>
            <a:r>
              <a:rPr lang="es-ES_tradnl" dirty="0" err="1"/>
              <a:t>usage</a:t>
            </a:r>
            <a:r>
              <a:rPr lang="es-ES_tradnl" dirty="0"/>
              <a:t> </a:t>
            </a:r>
            <a:r>
              <a:rPr lang="es-ES_tradnl" dirty="0" err="1"/>
              <a:t>limits</a:t>
            </a:r>
            <a:r>
              <a:rPr lang="es-ES_tradnl" dirty="0"/>
              <a:t> </a:t>
            </a:r>
            <a:r>
              <a:rPr lang="es-ES_tradnl" dirty="0" err="1"/>
              <a:t>on</a:t>
            </a:r>
            <a:r>
              <a:rPr lang="es-ES_tradnl" dirty="0"/>
              <a:t> </a:t>
            </a:r>
            <a:r>
              <a:rPr lang="es-ES_tradnl" dirty="0" err="1"/>
              <a:t>some</a:t>
            </a:r>
            <a:r>
              <a:rPr lang="es-ES_tradnl" dirty="0"/>
              <a:t> </a:t>
            </a:r>
            <a:r>
              <a:rPr lang="es-ES_tradnl" dirty="0" err="1"/>
              <a:t>features</a:t>
            </a:r>
            <a:r>
              <a:rPr lang="es-ES_tradnl" dirty="0"/>
              <a:t>, </a:t>
            </a:r>
            <a:r>
              <a:rPr lang="es-ES_tradnl" dirty="0" err="1"/>
              <a:t>forcing</a:t>
            </a:r>
            <a:r>
              <a:rPr lang="es-ES_tradnl" dirty="0"/>
              <a:t> </a:t>
            </a:r>
            <a:r>
              <a:rPr lang="es-ES_tradnl" dirty="0" err="1"/>
              <a:t>users</a:t>
            </a:r>
            <a:r>
              <a:rPr lang="es-ES_tradnl" dirty="0"/>
              <a:t> </a:t>
            </a:r>
            <a:r>
              <a:rPr lang="es-ES_tradnl" dirty="0" err="1"/>
              <a:t>to</a:t>
            </a:r>
            <a:r>
              <a:rPr lang="es-ES_tradnl" dirty="0"/>
              <a:t> </a:t>
            </a:r>
            <a:r>
              <a:rPr lang="es-ES_tradnl" dirty="0" err="1"/>
              <a:t>upgrade</a:t>
            </a:r>
            <a:r>
              <a:rPr lang="es-ES_tradnl" dirty="0"/>
              <a:t> </a:t>
            </a:r>
            <a:r>
              <a:rPr lang="es-ES_tradnl" dirty="0" err="1"/>
              <a:t>their</a:t>
            </a:r>
            <a:r>
              <a:rPr lang="es-ES_tradnl" dirty="0"/>
              <a:t> plan </a:t>
            </a:r>
            <a:r>
              <a:rPr lang="es-ES_tradnl" dirty="0" err="1"/>
              <a:t>if</a:t>
            </a:r>
            <a:r>
              <a:rPr lang="es-ES_tradnl" dirty="0"/>
              <a:t> </a:t>
            </a:r>
            <a:r>
              <a:rPr lang="es-ES_tradnl" dirty="0" err="1"/>
              <a:t>they</a:t>
            </a:r>
            <a:r>
              <a:rPr lang="es-ES_tradnl" dirty="0"/>
              <a:t> </a:t>
            </a:r>
            <a:r>
              <a:rPr lang="es-ES_tradnl" dirty="0" err="1"/>
              <a:t>need</a:t>
            </a:r>
            <a:r>
              <a:rPr lang="es-ES_tradnl" dirty="0"/>
              <a:t> </a:t>
            </a:r>
            <a:r>
              <a:rPr lang="es-ES_tradnl" dirty="0" err="1"/>
              <a:t>to</a:t>
            </a:r>
            <a:r>
              <a:rPr lang="es-ES_tradnl" dirty="0"/>
              <a:t> consume more </a:t>
            </a:r>
            <a:r>
              <a:rPr lang="es-ES_tradnl" dirty="0" err="1"/>
              <a:t>resources</a:t>
            </a:r>
            <a:r>
              <a:rPr lang="es-ES_tradnl" dirty="0"/>
              <a:t>.</a:t>
            </a:r>
          </a:p>
          <a:p>
            <a:pPr marL="0" lvl="0" indent="0">
              <a:buFont typeface="+mj-lt"/>
              <a:buNone/>
            </a:pPr>
            <a:endParaRPr lang="es-ES_tradnl" dirty="0"/>
          </a:p>
        </p:txBody>
      </p:sp>
      <p:sp>
        <p:nvSpPr>
          <p:cNvPr id="4" name="Marcador de número de diapositiva 3">
            <a:extLst>
              <a:ext uri="{FF2B5EF4-FFF2-40B4-BE49-F238E27FC236}">
                <a16:creationId xmlns:a16="http://schemas.microsoft.com/office/drawing/2014/main" id="{2BF5A28A-9516-B05C-131D-99E8394F5AEA}"/>
              </a:ext>
            </a:extLst>
          </p:cNvPr>
          <p:cNvSpPr>
            <a:spLocks noGrp="1"/>
          </p:cNvSpPr>
          <p:nvPr>
            <p:ph type="sldNum" sz="quarter" idx="5"/>
          </p:nvPr>
        </p:nvSpPr>
        <p:spPr/>
        <p:txBody>
          <a:bodyPr/>
          <a:lstStyle/>
          <a:p>
            <a:fld id="{E4DB20BF-CB95-4761-9F17-69DD67B5745F}" type="slidenum">
              <a:rPr lang="es-ES" smtClean="0"/>
              <a:t>4</a:t>
            </a:fld>
            <a:endParaRPr lang="es-ES"/>
          </a:p>
        </p:txBody>
      </p:sp>
    </p:spTree>
    <p:extLst>
      <p:ext uri="{BB962C8B-B14F-4D97-AF65-F5344CB8AC3E}">
        <p14:creationId xmlns:p14="http://schemas.microsoft.com/office/powerpoint/2010/main" val="86966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603B-B394-EFAB-ECB3-E5D4F15D6D6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AD32FC-DD51-31C1-4E2F-10B5E6D0FE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C6340F9-7843-0219-5E2E-43E4B6196465}"/>
              </a:ext>
            </a:extLst>
          </p:cNvPr>
          <p:cNvSpPr>
            <a:spLocks noGrp="1"/>
          </p:cNvSpPr>
          <p:nvPr>
            <p:ph type="body" idx="1"/>
          </p:nvPr>
        </p:nvSpPr>
        <p:spPr/>
        <p:txBody>
          <a:bodyPr/>
          <a:lstStyle/>
          <a:p>
            <a:pPr marL="0" lvl="0" indent="0">
              <a:buFont typeface="+mj-lt"/>
              <a:buNone/>
            </a:pPr>
            <a:r>
              <a:rPr lang="es-ES_tradnl" dirty="0" err="1"/>
              <a:t>Pricings</a:t>
            </a:r>
            <a:r>
              <a:rPr lang="es-ES_tradnl" dirty="0"/>
              <a:t> are </a:t>
            </a:r>
            <a:r>
              <a:rPr lang="es-ES_tradnl" dirty="0" err="1"/>
              <a:t>structures</a:t>
            </a:r>
            <a:r>
              <a:rPr lang="es-ES_tradnl" dirty="0"/>
              <a:t> </a:t>
            </a:r>
            <a:r>
              <a:rPr lang="es-ES_tradnl" dirty="0" err="1"/>
              <a:t>that</a:t>
            </a:r>
            <a:r>
              <a:rPr lang="es-ES_tradnl" dirty="0"/>
              <a:t> </a:t>
            </a:r>
            <a:r>
              <a:rPr lang="es-ES_tradnl" dirty="0" err="1"/>
              <a:t>include</a:t>
            </a:r>
            <a:r>
              <a:rPr lang="es-ES_tradnl" dirty="0"/>
              <a:t> a </a:t>
            </a:r>
            <a:r>
              <a:rPr lang="es-ES_tradnl" dirty="0" err="1"/>
              <a:t>list</a:t>
            </a:r>
            <a:r>
              <a:rPr lang="es-ES_tradnl" dirty="0"/>
              <a:t> </a:t>
            </a:r>
            <a:r>
              <a:rPr lang="es-ES_tradnl" dirty="0" err="1"/>
              <a:t>of</a:t>
            </a:r>
            <a:r>
              <a:rPr lang="es-ES_tradnl" dirty="0"/>
              <a:t> </a:t>
            </a:r>
            <a:r>
              <a:rPr lang="es-ES_tradnl" dirty="0" err="1"/>
              <a:t>features</a:t>
            </a:r>
            <a:r>
              <a:rPr lang="es-ES_tradnl" dirty="0"/>
              <a:t>, </a:t>
            </a:r>
            <a:r>
              <a:rPr lang="es-ES_tradnl" dirty="0" err="1"/>
              <a:t>that</a:t>
            </a:r>
            <a:r>
              <a:rPr lang="es-ES_tradnl" dirty="0"/>
              <a:t> are </a:t>
            </a:r>
            <a:r>
              <a:rPr lang="es-ES_tradnl" dirty="0" err="1"/>
              <a:t>distributed</a:t>
            </a:r>
            <a:r>
              <a:rPr lang="es-ES_tradnl" dirty="0"/>
              <a:t> </a:t>
            </a:r>
            <a:r>
              <a:rPr lang="es-ES_tradnl" dirty="0" err="1"/>
              <a:t>among</a:t>
            </a:r>
            <a:r>
              <a:rPr lang="es-ES_tradnl" dirty="0"/>
              <a:t> a set </a:t>
            </a:r>
            <a:r>
              <a:rPr lang="es-ES_tradnl" dirty="0" err="1"/>
              <a:t>of</a:t>
            </a:r>
            <a:r>
              <a:rPr lang="es-ES_tradnl" dirty="0"/>
              <a:t> </a:t>
            </a:r>
            <a:r>
              <a:rPr lang="es-ES_tradnl" dirty="0" err="1"/>
              <a:t>plans</a:t>
            </a:r>
            <a:r>
              <a:rPr lang="es-ES_tradnl" dirty="0"/>
              <a:t>, </a:t>
            </a:r>
            <a:r>
              <a:rPr lang="es-ES_tradnl" dirty="0" err="1"/>
              <a:t>which</a:t>
            </a:r>
            <a:r>
              <a:rPr lang="es-ES_tradnl" dirty="0"/>
              <a:t> determine </a:t>
            </a:r>
            <a:r>
              <a:rPr lang="es-ES_tradnl" dirty="0" err="1"/>
              <a:t>the</a:t>
            </a:r>
            <a:r>
              <a:rPr lang="es-ES_tradnl" dirty="0"/>
              <a:t> </a:t>
            </a:r>
            <a:r>
              <a:rPr lang="es-ES_tradnl" dirty="0" err="1"/>
              <a:t>subset</a:t>
            </a:r>
            <a:r>
              <a:rPr lang="es-ES_tradnl" dirty="0"/>
              <a:t> </a:t>
            </a:r>
            <a:r>
              <a:rPr lang="es-ES_tradnl" dirty="0" err="1"/>
              <a:t>features</a:t>
            </a:r>
            <a:r>
              <a:rPr lang="es-ES_tradnl" dirty="0"/>
              <a:t> </a:t>
            </a:r>
            <a:r>
              <a:rPr lang="es-ES_tradnl" dirty="0" err="1"/>
              <a:t>that</a:t>
            </a:r>
            <a:r>
              <a:rPr lang="es-ES_tradnl" dirty="0"/>
              <a:t> </a:t>
            </a:r>
            <a:r>
              <a:rPr lang="es-ES_tradnl" dirty="0" err="1"/>
              <a:t>users</a:t>
            </a:r>
            <a:r>
              <a:rPr lang="es-ES_tradnl" dirty="0"/>
              <a:t> </a:t>
            </a:r>
            <a:r>
              <a:rPr lang="es-ES_tradnl" dirty="0" err="1"/>
              <a:t>will</a:t>
            </a:r>
            <a:r>
              <a:rPr lang="es-ES_tradnl" dirty="0"/>
              <a:t> be </a:t>
            </a:r>
            <a:r>
              <a:rPr lang="es-ES_tradnl" dirty="0" err="1"/>
              <a:t>able</a:t>
            </a:r>
            <a:r>
              <a:rPr lang="es-ES_tradnl" dirty="0"/>
              <a:t> </a:t>
            </a:r>
            <a:r>
              <a:rPr lang="es-ES_tradnl" dirty="0" err="1"/>
              <a:t>to</a:t>
            </a:r>
            <a:r>
              <a:rPr lang="es-ES_tradnl" dirty="0"/>
              <a:t> </a:t>
            </a:r>
            <a:r>
              <a:rPr lang="es-ES_tradnl" dirty="0" err="1"/>
              <a:t>access</a:t>
            </a:r>
            <a:r>
              <a:rPr lang="es-ES_tradnl" dirty="0"/>
              <a:t> </a:t>
            </a:r>
            <a:r>
              <a:rPr lang="es-ES_tradnl" dirty="0" err="1"/>
              <a:t>if</a:t>
            </a:r>
            <a:r>
              <a:rPr lang="es-ES_tradnl" dirty="0"/>
              <a:t> </a:t>
            </a:r>
            <a:r>
              <a:rPr lang="es-ES_tradnl" dirty="0" err="1"/>
              <a:t>they</a:t>
            </a:r>
            <a:r>
              <a:rPr lang="es-ES_tradnl" dirty="0"/>
              <a:t> </a:t>
            </a:r>
            <a:r>
              <a:rPr lang="es-ES_tradnl" dirty="0" err="1"/>
              <a:t>commit</a:t>
            </a:r>
            <a:r>
              <a:rPr lang="es-ES_tradnl" dirty="0"/>
              <a:t> </a:t>
            </a:r>
            <a:r>
              <a:rPr lang="es-ES_tradnl" dirty="0" err="1"/>
              <a:t>to</a:t>
            </a:r>
            <a:r>
              <a:rPr lang="es-ES_tradnl" dirty="0"/>
              <a:t> </a:t>
            </a:r>
            <a:r>
              <a:rPr lang="es-ES_tradnl" dirty="0" err="1"/>
              <a:t>pay</a:t>
            </a:r>
            <a:r>
              <a:rPr lang="es-ES_tradnl" dirty="0"/>
              <a:t> </a:t>
            </a:r>
            <a:r>
              <a:rPr lang="es-ES_tradnl" dirty="0" err="1"/>
              <a:t>the</a:t>
            </a:r>
            <a:r>
              <a:rPr lang="es-ES_tradnl" dirty="0"/>
              <a:t> </a:t>
            </a:r>
            <a:r>
              <a:rPr lang="es-ES_tradnl" dirty="0" err="1"/>
              <a:t>price</a:t>
            </a:r>
            <a:r>
              <a:rPr lang="es-ES_tradnl" dirty="0"/>
              <a:t>. </a:t>
            </a:r>
            <a:r>
              <a:rPr lang="es-ES_tradnl" dirty="0" err="1"/>
              <a:t>Moreover</a:t>
            </a:r>
            <a:r>
              <a:rPr lang="es-ES_tradnl" dirty="0"/>
              <a:t>, </a:t>
            </a:r>
            <a:r>
              <a:rPr lang="es-ES_tradnl" dirty="0" err="1"/>
              <a:t>plans</a:t>
            </a:r>
            <a:r>
              <a:rPr lang="es-ES_tradnl" dirty="0"/>
              <a:t> can </a:t>
            </a:r>
            <a:r>
              <a:rPr lang="es-ES_tradnl" dirty="0" err="1"/>
              <a:t>also</a:t>
            </a:r>
            <a:r>
              <a:rPr lang="es-ES_tradnl" dirty="0"/>
              <a:t> </a:t>
            </a:r>
            <a:r>
              <a:rPr lang="es-ES_tradnl" dirty="0" err="1"/>
              <a:t>impose</a:t>
            </a:r>
            <a:r>
              <a:rPr lang="es-ES_tradnl" dirty="0"/>
              <a:t> </a:t>
            </a:r>
            <a:r>
              <a:rPr lang="es-ES_tradnl" dirty="0" err="1"/>
              <a:t>strict</a:t>
            </a:r>
            <a:r>
              <a:rPr lang="es-ES_tradnl" dirty="0"/>
              <a:t> </a:t>
            </a:r>
            <a:r>
              <a:rPr lang="es-ES_tradnl" dirty="0" err="1"/>
              <a:t>or</a:t>
            </a:r>
            <a:r>
              <a:rPr lang="es-ES_tradnl" dirty="0"/>
              <a:t> </a:t>
            </a:r>
            <a:r>
              <a:rPr lang="es-ES_tradnl" dirty="0" err="1"/>
              <a:t>relaxed</a:t>
            </a:r>
            <a:r>
              <a:rPr lang="es-ES_tradnl" dirty="0"/>
              <a:t> </a:t>
            </a:r>
            <a:r>
              <a:rPr lang="es-ES_tradnl" dirty="0" err="1"/>
              <a:t>usage</a:t>
            </a:r>
            <a:r>
              <a:rPr lang="es-ES_tradnl" dirty="0"/>
              <a:t> </a:t>
            </a:r>
            <a:r>
              <a:rPr lang="es-ES_tradnl" dirty="0" err="1"/>
              <a:t>limits</a:t>
            </a:r>
            <a:r>
              <a:rPr lang="es-ES_tradnl" dirty="0"/>
              <a:t> </a:t>
            </a:r>
            <a:r>
              <a:rPr lang="es-ES_tradnl" dirty="0" err="1"/>
              <a:t>on</a:t>
            </a:r>
            <a:r>
              <a:rPr lang="es-ES_tradnl" dirty="0"/>
              <a:t> </a:t>
            </a:r>
            <a:r>
              <a:rPr lang="es-ES_tradnl" dirty="0" err="1"/>
              <a:t>some</a:t>
            </a:r>
            <a:r>
              <a:rPr lang="es-ES_tradnl" dirty="0"/>
              <a:t> </a:t>
            </a:r>
            <a:r>
              <a:rPr lang="es-ES_tradnl" dirty="0" err="1"/>
              <a:t>features</a:t>
            </a:r>
            <a:r>
              <a:rPr lang="es-ES_tradnl" dirty="0"/>
              <a:t>, </a:t>
            </a:r>
            <a:r>
              <a:rPr lang="es-ES_tradnl" dirty="0" err="1"/>
              <a:t>forcing</a:t>
            </a:r>
            <a:r>
              <a:rPr lang="es-ES_tradnl" dirty="0"/>
              <a:t> </a:t>
            </a:r>
            <a:r>
              <a:rPr lang="es-ES_tradnl" dirty="0" err="1"/>
              <a:t>users</a:t>
            </a:r>
            <a:r>
              <a:rPr lang="es-ES_tradnl" dirty="0"/>
              <a:t> </a:t>
            </a:r>
            <a:r>
              <a:rPr lang="es-ES_tradnl" dirty="0" err="1"/>
              <a:t>to</a:t>
            </a:r>
            <a:r>
              <a:rPr lang="es-ES_tradnl" dirty="0"/>
              <a:t> </a:t>
            </a:r>
            <a:r>
              <a:rPr lang="es-ES_tradnl" dirty="0" err="1"/>
              <a:t>upgrade</a:t>
            </a:r>
            <a:r>
              <a:rPr lang="es-ES_tradnl" dirty="0"/>
              <a:t> </a:t>
            </a:r>
            <a:r>
              <a:rPr lang="es-ES_tradnl" dirty="0" err="1"/>
              <a:t>their</a:t>
            </a:r>
            <a:r>
              <a:rPr lang="es-ES_tradnl" dirty="0"/>
              <a:t> plan </a:t>
            </a:r>
            <a:r>
              <a:rPr lang="es-ES_tradnl" dirty="0" err="1"/>
              <a:t>if</a:t>
            </a:r>
            <a:r>
              <a:rPr lang="es-ES_tradnl" dirty="0"/>
              <a:t> </a:t>
            </a:r>
            <a:r>
              <a:rPr lang="es-ES_tradnl" dirty="0" err="1"/>
              <a:t>they</a:t>
            </a:r>
            <a:r>
              <a:rPr lang="es-ES_tradnl" dirty="0"/>
              <a:t> </a:t>
            </a:r>
            <a:r>
              <a:rPr lang="es-ES_tradnl" dirty="0" err="1"/>
              <a:t>need</a:t>
            </a:r>
            <a:r>
              <a:rPr lang="es-ES_tradnl" dirty="0"/>
              <a:t> </a:t>
            </a:r>
            <a:r>
              <a:rPr lang="es-ES_tradnl" dirty="0" err="1"/>
              <a:t>to</a:t>
            </a:r>
            <a:r>
              <a:rPr lang="es-ES_tradnl" dirty="0"/>
              <a:t> consume more </a:t>
            </a:r>
            <a:r>
              <a:rPr lang="es-ES_tradnl" dirty="0" err="1"/>
              <a:t>resources</a:t>
            </a:r>
            <a:r>
              <a:rPr lang="es-ES_tradnl" dirty="0"/>
              <a:t>.</a:t>
            </a:r>
          </a:p>
          <a:p>
            <a:pPr marL="0" lvl="0" indent="0">
              <a:buFont typeface="+mj-lt"/>
              <a:buNone/>
            </a:pPr>
            <a:endParaRPr lang="es-ES_tradnl" dirty="0"/>
          </a:p>
        </p:txBody>
      </p:sp>
      <p:sp>
        <p:nvSpPr>
          <p:cNvPr id="4" name="Marcador de número de diapositiva 3">
            <a:extLst>
              <a:ext uri="{FF2B5EF4-FFF2-40B4-BE49-F238E27FC236}">
                <a16:creationId xmlns:a16="http://schemas.microsoft.com/office/drawing/2014/main" id="{2841E952-05FF-FB27-2D2F-D09C6696E6C5}"/>
              </a:ext>
            </a:extLst>
          </p:cNvPr>
          <p:cNvSpPr>
            <a:spLocks noGrp="1"/>
          </p:cNvSpPr>
          <p:nvPr>
            <p:ph type="sldNum" sz="quarter" idx="5"/>
          </p:nvPr>
        </p:nvSpPr>
        <p:spPr/>
        <p:txBody>
          <a:bodyPr/>
          <a:lstStyle/>
          <a:p>
            <a:fld id="{E4DB20BF-CB95-4761-9F17-69DD67B5745F}" type="slidenum">
              <a:rPr lang="es-ES" smtClean="0"/>
              <a:t>5</a:t>
            </a:fld>
            <a:endParaRPr lang="es-ES"/>
          </a:p>
        </p:txBody>
      </p:sp>
    </p:spTree>
    <p:extLst>
      <p:ext uri="{BB962C8B-B14F-4D97-AF65-F5344CB8AC3E}">
        <p14:creationId xmlns:p14="http://schemas.microsoft.com/office/powerpoint/2010/main" val="3661283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94B99-C3CB-431F-F59F-71D206D47D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193486-69F2-9EB2-9FAD-4FFBC5A4CB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330D2A-8173-7F73-5978-B853DAD5B230}"/>
              </a:ext>
            </a:extLst>
          </p:cNvPr>
          <p:cNvSpPr>
            <a:spLocks noGrp="1"/>
          </p:cNvSpPr>
          <p:nvPr>
            <p:ph type="body" idx="1"/>
          </p:nvPr>
        </p:nvSpPr>
        <p:spPr/>
        <p:txBody>
          <a:bodyPr/>
          <a:lstStyle/>
          <a:p>
            <a:pPr marL="0" lvl="0" indent="0">
              <a:buFont typeface="+mj-lt"/>
              <a:buNone/>
            </a:pPr>
            <a:r>
              <a:rPr lang="es-ES_tradnl" dirty="0" err="1"/>
              <a:t>Pricings</a:t>
            </a:r>
            <a:r>
              <a:rPr lang="es-ES_tradnl" dirty="0"/>
              <a:t> are </a:t>
            </a:r>
            <a:r>
              <a:rPr lang="es-ES_tradnl" dirty="0" err="1"/>
              <a:t>structures</a:t>
            </a:r>
            <a:r>
              <a:rPr lang="es-ES_tradnl" dirty="0"/>
              <a:t> </a:t>
            </a:r>
            <a:r>
              <a:rPr lang="es-ES_tradnl" dirty="0" err="1"/>
              <a:t>that</a:t>
            </a:r>
            <a:r>
              <a:rPr lang="es-ES_tradnl" dirty="0"/>
              <a:t> </a:t>
            </a:r>
            <a:r>
              <a:rPr lang="es-ES_tradnl" dirty="0" err="1"/>
              <a:t>include</a:t>
            </a:r>
            <a:r>
              <a:rPr lang="es-ES_tradnl" dirty="0"/>
              <a:t> a </a:t>
            </a:r>
            <a:r>
              <a:rPr lang="es-ES_tradnl" dirty="0" err="1"/>
              <a:t>list</a:t>
            </a:r>
            <a:r>
              <a:rPr lang="es-ES_tradnl" dirty="0"/>
              <a:t> </a:t>
            </a:r>
            <a:r>
              <a:rPr lang="es-ES_tradnl" dirty="0" err="1"/>
              <a:t>of</a:t>
            </a:r>
            <a:r>
              <a:rPr lang="es-ES_tradnl" dirty="0"/>
              <a:t> </a:t>
            </a:r>
            <a:r>
              <a:rPr lang="es-ES_tradnl" dirty="0" err="1"/>
              <a:t>features</a:t>
            </a:r>
            <a:r>
              <a:rPr lang="es-ES_tradnl" dirty="0"/>
              <a:t>, </a:t>
            </a:r>
            <a:r>
              <a:rPr lang="es-ES_tradnl" dirty="0" err="1"/>
              <a:t>that</a:t>
            </a:r>
            <a:r>
              <a:rPr lang="es-ES_tradnl" dirty="0"/>
              <a:t> are </a:t>
            </a:r>
            <a:r>
              <a:rPr lang="es-ES_tradnl" dirty="0" err="1"/>
              <a:t>distributed</a:t>
            </a:r>
            <a:r>
              <a:rPr lang="es-ES_tradnl" dirty="0"/>
              <a:t> </a:t>
            </a:r>
            <a:r>
              <a:rPr lang="es-ES_tradnl" dirty="0" err="1"/>
              <a:t>among</a:t>
            </a:r>
            <a:r>
              <a:rPr lang="es-ES_tradnl" dirty="0"/>
              <a:t> a set </a:t>
            </a:r>
            <a:r>
              <a:rPr lang="es-ES_tradnl" dirty="0" err="1"/>
              <a:t>of</a:t>
            </a:r>
            <a:r>
              <a:rPr lang="es-ES_tradnl" dirty="0"/>
              <a:t> </a:t>
            </a:r>
            <a:r>
              <a:rPr lang="es-ES_tradnl" dirty="0" err="1"/>
              <a:t>plans</a:t>
            </a:r>
            <a:r>
              <a:rPr lang="es-ES_tradnl" dirty="0"/>
              <a:t>, </a:t>
            </a:r>
            <a:r>
              <a:rPr lang="es-ES_tradnl" dirty="0" err="1"/>
              <a:t>which</a:t>
            </a:r>
            <a:r>
              <a:rPr lang="es-ES_tradnl" dirty="0"/>
              <a:t> determine </a:t>
            </a:r>
            <a:r>
              <a:rPr lang="es-ES_tradnl" dirty="0" err="1"/>
              <a:t>the</a:t>
            </a:r>
            <a:r>
              <a:rPr lang="es-ES_tradnl" dirty="0"/>
              <a:t> </a:t>
            </a:r>
            <a:r>
              <a:rPr lang="es-ES_tradnl" dirty="0" err="1"/>
              <a:t>subset</a:t>
            </a:r>
            <a:r>
              <a:rPr lang="es-ES_tradnl" dirty="0"/>
              <a:t> </a:t>
            </a:r>
            <a:r>
              <a:rPr lang="es-ES_tradnl" dirty="0" err="1"/>
              <a:t>features</a:t>
            </a:r>
            <a:r>
              <a:rPr lang="es-ES_tradnl" dirty="0"/>
              <a:t> </a:t>
            </a:r>
            <a:r>
              <a:rPr lang="es-ES_tradnl" dirty="0" err="1"/>
              <a:t>that</a:t>
            </a:r>
            <a:r>
              <a:rPr lang="es-ES_tradnl" dirty="0"/>
              <a:t> </a:t>
            </a:r>
            <a:r>
              <a:rPr lang="es-ES_tradnl" dirty="0" err="1"/>
              <a:t>users</a:t>
            </a:r>
            <a:r>
              <a:rPr lang="es-ES_tradnl" dirty="0"/>
              <a:t> </a:t>
            </a:r>
            <a:r>
              <a:rPr lang="es-ES_tradnl" dirty="0" err="1"/>
              <a:t>will</a:t>
            </a:r>
            <a:r>
              <a:rPr lang="es-ES_tradnl" dirty="0"/>
              <a:t> be </a:t>
            </a:r>
            <a:r>
              <a:rPr lang="es-ES_tradnl" dirty="0" err="1"/>
              <a:t>able</a:t>
            </a:r>
            <a:r>
              <a:rPr lang="es-ES_tradnl" dirty="0"/>
              <a:t> </a:t>
            </a:r>
            <a:r>
              <a:rPr lang="es-ES_tradnl" dirty="0" err="1"/>
              <a:t>to</a:t>
            </a:r>
            <a:r>
              <a:rPr lang="es-ES_tradnl" dirty="0"/>
              <a:t> </a:t>
            </a:r>
            <a:r>
              <a:rPr lang="es-ES_tradnl" dirty="0" err="1"/>
              <a:t>access</a:t>
            </a:r>
            <a:r>
              <a:rPr lang="es-ES_tradnl" dirty="0"/>
              <a:t> </a:t>
            </a:r>
            <a:r>
              <a:rPr lang="es-ES_tradnl" dirty="0" err="1"/>
              <a:t>if</a:t>
            </a:r>
            <a:r>
              <a:rPr lang="es-ES_tradnl" dirty="0"/>
              <a:t> </a:t>
            </a:r>
            <a:r>
              <a:rPr lang="es-ES_tradnl" dirty="0" err="1"/>
              <a:t>they</a:t>
            </a:r>
            <a:r>
              <a:rPr lang="es-ES_tradnl" dirty="0"/>
              <a:t> </a:t>
            </a:r>
            <a:r>
              <a:rPr lang="es-ES_tradnl" dirty="0" err="1"/>
              <a:t>commit</a:t>
            </a:r>
            <a:r>
              <a:rPr lang="es-ES_tradnl" dirty="0"/>
              <a:t> </a:t>
            </a:r>
            <a:r>
              <a:rPr lang="es-ES_tradnl" dirty="0" err="1"/>
              <a:t>to</a:t>
            </a:r>
            <a:r>
              <a:rPr lang="es-ES_tradnl" dirty="0"/>
              <a:t> </a:t>
            </a:r>
            <a:r>
              <a:rPr lang="es-ES_tradnl" dirty="0" err="1"/>
              <a:t>pay</a:t>
            </a:r>
            <a:r>
              <a:rPr lang="es-ES_tradnl" dirty="0"/>
              <a:t> </a:t>
            </a:r>
            <a:r>
              <a:rPr lang="es-ES_tradnl" dirty="0" err="1"/>
              <a:t>the</a:t>
            </a:r>
            <a:r>
              <a:rPr lang="es-ES_tradnl" dirty="0"/>
              <a:t> </a:t>
            </a:r>
            <a:r>
              <a:rPr lang="es-ES_tradnl" dirty="0" err="1"/>
              <a:t>price</a:t>
            </a:r>
            <a:r>
              <a:rPr lang="es-ES_tradnl" dirty="0"/>
              <a:t>. </a:t>
            </a:r>
            <a:r>
              <a:rPr lang="es-ES_tradnl" dirty="0" err="1"/>
              <a:t>Moreover</a:t>
            </a:r>
            <a:r>
              <a:rPr lang="es-ES_tradnl" dirty="0"/>
              <a:t>, </a:t>
            </a:r>
            <a:r>
              <a:rPr lang="es-ES_tradnl" dirty="0" err="1"/>
              <a:t>plans</a:t>
            </a:r>
            <a:r>
              <a:rPr lang="es-ES_tradnl" dirty="0"/>
              <a:t> can </a:t>
            </a:r>
            <a:r>
              <a:rPr lang="es-ES_tradnl" dirty="0" err="1"/>
              <a:t>also</a:t>
            </a:r>
            <a:r>
              <a:rPr lang="es-ES_tradnl" dirty="0"/>
              <a:t> </a:t>
            </a:r>
            <a:r>
              <a:rPr lang="es-ES_tradnl" dirty="0" err="1"/>
              <a:t>impose</a:t>
            </a:r>
            <a:r>
              <a:rPr lang="es-ES_tradnl" dirty="0"/>
              <a:t> </a:t>
            </a:r>
            <a:r>
              <a:rPr lang="es-ES_tradnl" dirty="0" err="1"/>
              <a:t>strict</a:t>
            </a:r>
            <a:r>
              <a:rPr lang="es-ES_tradnl" dirty="0"/>
              <a:t> </a:t>
            </a:r>
            <a:r>
              <a:rPr lang="es-ES_tradnl" dirty="0" err="1"/>
              <a:t>or</a:t>
            </a:r>
            <a:r>
              <a:rPr lang="es-ES_tradnl" dirty="0"/>
              <a:t> </a:t>
            </a:r>
            <a:r>
              <a:rPr lang="es-ES_tradnl" dirty="0" err="1"/>
              <a:t>relaxed</a:t>
            </a:r>
            <a:r>
              <a:rPr lang="es-ES_tradnl" dirty="0"/>
              <a:t> </a:t>
            </a:r>
            <a:r>
              <a:rPr lang="es-ES_tradnl" dirty="0" err="1"/>
              <a:t>usage</a:t>
            </a:r>
            <a:r>
              <a:rPr lang="es-ES_tradnl" dirty="0"/>
              <a:t> </a:t>
            </a:r>
            <a:r>
              <a:rPr lang="es-ES_tradnl" dirty="0" err="1"/>
              <a:t>limits</a:t>
            </a:r>
            <a:r>
              <a:rPr lang="es-ES_tradnl" dirty="0"/>
              <a:t> </a:t>
            </a:r>
            <a:r>
              <a:rPr lang="es-ES_tradnl" dirty="0" err="1"/>
              <a:t>on</a:t>
            </a:r>
            <a:r>
              <a:rPr lang="es-ES_tradnl" dirty="0"/>
              <a:t> </a:t>
            </a:r>
            <a:r>
              <a:rPr lang="es-ES_tradnl" dirty="0" err="1"/>
              <a:t>some</a:t>
            </a:r>
            <a:r>
              <a:rPr lang="es-ES_tradnl" dirty="0"/>
              <a:t> </a:t>
            </a:r>
            <a:r>
              <a:rPr lang="es-ES_tradnl" dirty="0" err="1"/>
              <a:t>features</a:t>
            </a:r>
            <a:r>
              <a:rPr lang="es-ES_tradnl" dirty="0"/>
              <a:t>, </a:t>
            </a:r>
            <a:r>
              <a:rPr lang="es-ES_tradnl" dirty="0" err="1"/>
              <a:t>forcing</a:t>
            </a:r>
            <a:r>
              <a:rPr lang="es-ES_tradnl" dirty="0"/>
              <a:t> </a:t>
            </a:r>
            <a:r>
              <a:rPr lang="es-ES_tradnl" dirty="0" err="1"/>
              <a:t>users</a:t>
            </a:r>
            <a:r>
              <a:rPr lang="es-ES_tradnl" dirty="0"/>
              <a:t> </a:t>
            </a:r>
            <a:r>
              <a:rPr lang="es-ES_tradnl" dirty="0" err="1"/>
              <a:t>to</a:t>
            </a:r>
            <a:r>
              <a:rPr lang="es-ES_tradnl" dirty="0"/>
              <a:t> </a:t>
            </a:r>
            <a:r>
              <a:rPr lang="es-ES_tradnl" dirty="0" err="1"/>
              <a:t>upgrade</a:t>
            </a:r>
            <a:r>
              <a:rPr lang="es-ES_tradnl" dirty="0"/>
              <a:t> </a:t>
            </a:r>
            <a:r>
              <a:rPr lang="es-ES_tradnl" dirty="0" err="1"/>
              <a:t>their</a:t>
            </a:r>
            <a:r>
              <a:rPr lang="es-ES_tradnl" dirty="0"/>
              <a:t> plan </a:t>
            </a:r>
            <a:r>
              <a:rPr lang="es-ES_tradnl" dirty="0" err="1"/>
              <a:t>if</a:t>
            </a:r>
            <a:r>
              <a:rPr lang="es-ES_tradnl" dirty="0"/>
              <a:t> </a:t>
            </a:r>
            <a:r>
              <a:rPr lang="es-ES_tradnl" dirty="0" err="1"/>
              <a:t>they</a:t>
            </a:r>
            <a:r>
              <a:rPr lang="es-ES_tradnl" dirty="0"/>
              <a:t> </a:t>
            </a:r>
            <a:r>
              <a:rPr lang="es-ES_tradnl" dirty="0" err="1"/>
              <a:t>need</a:t>
            </a:r>
            <a:r>
              <a:rPr lang="es-ES_tradnl" dirty="0"/>
              <a:t> </a:t>
            </a:r>
            <a:r>
              <a:rPr lang="es-ES_tradnl" dirty="0" err="1"/>
              <a:t>to</a:t>
            </a:r>
            <a:r>
              <a:rPr lang="es-ES_tradnl" dirty="0"/>
              <a:t> consume more </a:t>
            </a:r>
            <a:r>
              <a:rPr lang="es-ES_tradnl" dirty="0" err="1"/>
              <a:t>resources</a:t>
            </a:r>
            <a:r>
              <a:rPr lang="es-ES_tradnl" dirty="0"/>
              <a:t>.</a:t>
            </a:r>
          </a:p>
          <a:p>
            <a:pPr marL="0" lvl="0" indent="0">
              <a:buFont typeface="+mj-lt"/>
              <a:buNone/>
            </a:pPr>
            <a:endParaRPr lang="es-ES_tradnl" dirty="0"/>
          </a:p>
        </p:txBody>
      </p:sp>
      <p:sp>
        <p:nvSpPr>
          <p:cNvPr id="4" name="Marcador de número de diapositiva 3">
            <a:extLst>
              <a:ext uri="{FF2B5EF4-FFF2-40B4-BE49-F238E27FC236}">
                <a16:creationId xmlns:a16="http://schemas.microsoft.com/office/drawing/2014/main" id="{73DD10CA-1305-FB53-6D5D-805DE189AC5D}"/>
              </a:ext>
            </a:extLst>
          </p:cNvPr>
          <p:cNvSpPr>
            <a:spLocks noGrp="1"/>
          </p:cNvSpPr>
          <p:nvPr>
            <p:ph type="sldNum" sz="quarter" idx="5"/>
          </p:nvPr>
        </p:nvSpPr>
        <p:spPr/>
        <p:txBody>
          <a:bodyPr/>
          <a:lstStyle/>
          <a:p>
            <a:fld id="{E4DB20BF-CB95-4761-9F17-69DD67B5745F}" type="slidenum">
              <a:rPr lang="es-ES" smtClean="0"/>
              <a:t>6</a:t>
            </a:fld>
            <a:endParaRPr lang="es-ES"/>
          </a:p>
        </p:txBody>
      </p:sp>
    </p:spTree>
    <p:extLst>
      <p:ext uri="{BB962C8B-B14F-4D97-AF65-F5344CB8AC3E}">
        <p14:creationId xmlns:p14="http://schemas.microsoft.com/office/powerpoint/2010/main" val="484976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C6031-175B-F429-7649-504B0F0AF5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391524-D448-1BBD-7DC1-73873A03B6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2D6D55-3A02-F721-6581-55265740F08A}"/>
              </a:ext>
            </a:extLst>
          </p:cNvPr>
          <p:cNvSpPr>
            <a:spLocks noGrp="1"/>
          </p:cNvSpPr>
          <p:nvPr>
            <p:ph type="body" idx="1"/>
          </p:nvPr>
        </p:nvSpPr>
        <p:spPr/>
        <p:txBody>
          <a:bodyPr/>
          <a:lstStyle/>
          <a:p>
            <a:pPr marL="0" lvl="0" indent="0">
              <a:buFont typeface="+mj-lt"/>
              <a:buNone/>
            </a:pPr>
            <a:r>
              <a:rPr lang="es-ES_tradnl" dirty="0" err="1"/>
              <a:t>Pricings</a:t>
            </a:r>
            <a:r>
              <a:rPr lang="es-ES_tradnl" dirty="0"/>
              <a:t> are </a:t>
            </a:r>
            <a:r>
              <a:rPr lang="es-ES_tradnl" dirty="0" err="1"/>
              <a:t>structures</a:t>
            </a:r>
            <a:r>
              <a:rPr lang="es-ES_tradnl" dirty="0"/>
              <a:t> </a:t>
            </a:r>
            <a:r>
              <a:rPr lang="es-ES_tradnl" dirty="0" err="1"/>
              <a:t>that</a:t>
            </a:r>
            <a:r>
              <a:rPr lang="es-ES_tradnl" dirty="0"/>
              <a:t> </a:t>
            </a:r>
            <a:r>
              <a:rPr lang="es-ES_tradnl" dirty="0" err="1"/>
              <a:t>include</a:t>
            </a:r>
            <a:r>
              <a:rPr lang="es-ES_tradnl" dirty="0"/>
              <a:t> a </a:t>
            </a:r>
            <a:r>
              <a:rPr lang="es-ES_tradnl" dirty="0" err="1"/>
              <a:t>list</a:t>
            </a:r>
            <a:r>
              <a:rPr lang="es-ES_tradnl" dirty="0"/>
              <a:t> </a:t>
            </a:r>
            <a:r>
              <a:rPr lang="es-ES_tradnl" dirty="0" err="1"/>
              <a:t>of</a:t>
            </a:r>
            <a:r>
              <a:rPr lang="es-ES_tradnl" dirty="0"/>
              <a:t> </a:t>
            </a:r>
            <a:r>
              <a:rPr lang="es-ES_tradnl" dirty="0" err="1"/>
              <a:t>features</a:t>
            </a:r>
            <a:r>
              <a:rPr lang="es-ES_tradnl" dirty="0"/>
              <a:t>, </a:t>
            </a:r>
            <a:r>
              <a:rPr lang="es-ES_tradnl" dirty="0" err="1"/>
              <a:t>that</a:t>
            </a:r>
            <a:r>
              <a:rPr lang="es-ES_tradnl" dirty="0"/>
              <a:t> are </a:t>
            </a:r>
            <a:r>
              <a:rPr lang="es-ES_tradnl" dirty="0" err="1"/>
              <a:t>distributed</a:t>
            </a:r>
            <a:r>
              <a:rPr lang="es-ES_tradnl" dirty="0"/>
              <a:t> </a:t>
            </a:r>
            <a:r>
              <a:rPr lang="es-ES_tradnl" dirty="0" err="1"/>
              <a:t>among</a:t>
            </a:r>
            <a:r>
              <a:rPr lang="es-ES_tradnl" dirty="0"/>
              <a:t> a set </a:t>
            </a:r>
            <a:r>
              <a:rPr lang="es-ES_tradnl" dirty="0" err="1"/>
              <a:t>of</a:t>
            </a:r>
            <a:r>
              <a:rPr lang="es-ES_tradnl" dirty="0"/>
              <a:t> </a:t>
            </a:r>
            <a:r>
              <a:rPr lang="es-ES_tradnl" dirty="0" err="1"/>
              <a:t>plans</a:t>
            </a:r>
            <a:r>
              <a:rPr lang="es-ES_tradnl" dirty="0"/>
              <a:t>, </a:t>
            </a:r>
            <a:r>
              <a:rPr lang="es-ES_tradnl" dirty="0" err="1"/>
              <a:t>which</a:t>
            </a:r>
            <a:r>
              <a:rPr lang="es-ES_tradnl" dirty="0"/>
              <a:t> determine </a:t>
            </a:r>
            <a:r>
              <a:rPr lang="es-ES_tradnl" dirty="0" err="1"/>
              <a:t>the</a:t>
            </a:r>
            <a:r>
              <a:rPr lang="es-ES_tradnl" dirty="0"/>
              <a:t> </a:t>
            </a:r>
            <a:r>
              <a:rPr lang="es-ES_tradnl" dirty="0" err="1"/>
              <a:t>subset</a:t>
            </a:r>
            <a:r>
              <a:rPr lang="es-ES_tradnl" dirty="0"/>
              <a:t> </a:t>
            </a:r>
            <a:r>
              <a:rPr lang="es-ES_tradnl" dirty="0" err="1"/>
              <a:t>features</a:t>
            </a:r>
            <a:r>
              <a:rPr lang="es-ES_tradnl" dirty="0"/>
              <a:t> </a:t>
            </a:r>
            <a:r>
              <a:rPr lang="es-ES_tradnl" dirty="0" err="1"/>
              <a:t>that</a:t>
            </a:r>
            <a:r>
              <a:rPr lang="es-ES_tradnl" dirty="0"/>
              <a:t> </a:t>
            </a:r>
            <a:r>
              <a:rPr lang="es-ES_tradnl" dirty="0" err="1"/>
              <a:t>users</a:t>
            </a:r>
            <a:r>
              <a:rPr lang="es-ES_tradnl" dirty="0"/>
              <a:t> </a:t>
            </a:r>
            <a:r>
              <a:rPr lang="es-ES_tradnl" dirty="0" err="1"/>
              <a:t>will</a:t>
            </a:r>
            <a:r>
              <a:rPr lang="es-ES_tradnl" dirty="0"/>
              <a:t> be </a:t>
            </a:r>
            <a:r>
              <a:rPr lang="es-ES_tradnl" dirty="0" err="1"/>
              <a:t>able</a:t>
            </a:r>
            <a:r>
              <a:rPr lang="es-ES_tradnl" dirty="0"/>
              <a:t> </a:t>
            </a:r>
            <a:r>
              <a:rPr lang="es-ES_tradnl" dirty="0" err="1"/>
              <a:t>to</a:t>
            </a:r>
            <a:r>
              <a:rPr lang="es-ES_tradnl" dirty="0"/>
              <a:t> </a:t>
            </a:r>
            <a:r>
              <a:rPr lang="es-ES_tradnl" dirty="0" err="1"/>
              <a:t>access</a:t>
            </a:r>
            <a:r>
              <a:rPr lang="es-ES_tradnl" dirty="0"/>
              <a:t> </a:t>
            </a:r>
            <a:r>
              <a:rPr lang="es-ES_tradnl" dirty="0" err="1"/>
              <a:t>if</a:t>
            </a:r>
            <a:r>
              <a:rPr lang="es-ES_tradnl" dirty="0"/>
              <a:t> </a:t>
            </a:r>
            <a:r>
              <a:rPr lang="es-ES_tradnl" dirty="0" err="1"/>
              <a:t>they</a:t>
            </a:r>
            <a:r>
              <a:rPr lang="es-ES_tradnl" dirty="0"/>
              <a:t> </a:t>
            </a:r>
            <a:r>
              <a:rPr lang="es-ES_tradnl" dirty="0" err="1"/>
              <a:t>commit</a:t>
            </a:r>
            <a:r>
              <a:rPr lang="es-ES_tradnl" dirty="0"/>
              <a:t> </a:t>
            </a:r>
            <a:r>
              <a:rPr lang="es-ES_tradnl" dirty="0" err="1"/>
              <a:t>to</a:t>
            </a:r>
            <a:r>
              <a:rPr lang="es-ES_tradnl" dirty="0"/>
              <a:t> </a:t>
            </a:r>
            <a:r>
              <a:rPr lang="es-ES_tradnl" dirty="0" err="1"/>
              <a:t>pay</a:t>
            </a:r>
            <a:r>
              <a:rPr lang="es-ES_tradnl" dirty="0"/>
              <a:t> </a:t>
            </a:r>
            <a:r>
              <a:rPr lang="es-ES_tradnl" dirty="0" err="1"/>
              <a:t>the</a:t>
            </a:r>
            <a:r>
              <a:rPr lang="es-ES_tradnl" dirty="0"/>
              <a:t> </a:t>
            </a:r>
            <a:r>
              <a:rPr lang="es-ES_tradnl" dirty="0" err="1"/>
              <a:t>price</a:t>
            </a:r>
            <a:r>
              <a:rPr lang="es-ES_tradnl" dirty="0"/>
              <a:t>. </a:t>
            </a:r>
            <a:r>
              <a:rPr lang="es-ES_tradnl" dirty="0" err="1"/>
              <a:t>Moreover</a:t>
            </a:r>
            <a:r>
              <a:rPr lang="es-ES_tradnl" dirty="0"/>
              <a:t>, </a:t>
            </a:r>
            <a:r>
              <a:rPr lang="es-ES_tradnl" dirty="0" err="1"/>
              <a:t>plans</a:t>
            </a:r>
            <a:r>
              <a:rPr lang="es-ES_tradnl" dirty="0"/>
              <a:t> can </a:t>
            </a:r>
            <a:r>
              <a:rPr lang="es-ES_tradnl" dirty="0" err="1"/>
              <a:t>also</a:t>
            </a:r>
            <a:r>
              <a:rPr lang="es-ES_tradnl" dirty="0"/>
              <a:t> </a:t>
            </a:r>
            <a:r>
              <a:rPr lang="es-ES_tradnl" dirty="0" err="1"/>
              <a:t>impose</a:t>
            </a:r>
            <a:r>
              <a:rPr lang="es-ES_tradnl" dirty="0"/>
              <a:t> </a:t>
            </a:r>
            <a:r>
              <a:rPr lang="es-ES_tradnl" dirty="0" err="1"/>
              <a:t>strict</a:t>
            </a:r>
            <a:r>
              <a:rPr lang="es-ES_tradnl" dirty="0"/>
              <a:t> </a:t>
            </a:r>
            <a:r>
              <a:rPr lang="es-ES_tradnl" dirty="0" err="1"/>
              <a:t>or</a:t>
            </a:r>
            <a:r>
              <a:rPr lang="es-ES_tradnl" dirty="0"/>
              <a:t> </a:t>
            </a:r>
            <a:r>
              <a:rPr lang="es-ES_tradnl" dirty="0" err="1"/>
              <a:t>relaxed</a:t>
            </a:r>
            <a:r>
              <a:rPr lang="es-ES_tradnl" dirty="0"/>
              <a:t> </a:t>
            </a:r>
            <a:r>
              <a:rPr lang="es-ES_tradnl" dirty="0" err="1"/>
              <a:t>usage</a:t>
            </a:r>
            <a:r>
              <a:rPr lang="es-ES_tradnl" dirty="0"/>
              <a:t> </a:t>
            </a:r>
            <a:r>
              <a:rPr lang="es-ES_tradnl" dirty="0" err="1"/>
              <a:t>limits</a:t>
            </a:r>
            <a:r>
              <a:rPr lang="es-ES_tradnl" dirty="0"/>
              <a:t> </a:t>
            </a:r>
            <a:r>
              <a:rPr lang="es-ES_tradnl" dirty="0" err="1"/>
              <a:t>on</a:t>
            </a:r>
            <a:r>
              <a:rPr lang="es-ES_tradnl" dirty="0"/>
              <a:t> </a:t>
            </a:r>
            <a:r>
              <a:rPr lang="es-ES_tradnl" dirty="0" err="1"/>
              <a:t>some</a:t>
            </a:r>
            <a:r>
              <a:rPr lang="es-ES_tradnl" dirty="0"/>
              <a:t> </a:t>
            </a:r>
            <a:r>
              <a:rPr lang="es-ES_tradnl" dirty="0" err="1"/>
              <a:t>features</a:t>
            </a:r>
            <a:r>
              <a:rPr lang="es-ES_tradnl" dirty="0"/>
              <a:t>, </a:t>
            </a:r>
            <a:r>
              <a:rPr lang="es-ES_tradnl" dirty="0" err="1"/>
              <a:t>forcing</a:t>
            </a:r>
            <a:r>
              <a:rPr lang="es-ES_tradnl" dirty="0"/>
              <a:t> </a:t>
            </a:r>
            <a:r>
              <a:rPr lang="es-ES_tradnl" dirty="0" err="1"/>
              <a:t>users</a:t>
            </a:r>
            <a:r>
              <a:rPr lang="es-ES_tradnl" dirty="0"/>
              <a:t> </a:t>
            </a:r>
            <a:r>
              <a:rPr lang="es-ES_tradnl" dirty="0" err="1"/>
              <a:t>to</a:t>
            </a:r>
            <a:r>
              <a:rPr lang="es-ES_tradnl" dirty="0"/>
              <a:t> </a:t>
            </a:r>
            <a:r>
              <a:rPr lang="es-ES_tradnl" dirty="0" err="1"/>
              <a:t>upgrade</a:t>
            </a:r>
            <a:r>
              <a:rPr lang="es-ES_tradnl" dirty="0"/>
              <a:t> </a:t>
            </a:r>
            <a:r>
              <a:rPr lang="es-ES_tradnl" dirty="0" err="1"/>
              <a:t>their</a:t>
            </a:r>
            <a:r>
              <a:rPr lang="es-ES_tradnl" dirty="0"/>
              <a:t> plan </a:t>
            </a:r>
            <a:r>
              <a:rPr lang="es-ES_tradnl" dirty="0" err="1"/>
              <a:t>if</a:t>
            </a:r>
            <a:r>
              <a:rPr lang="es-ES_tradnl" dirty="0"/>
              <a:t> </a:t>
            </a:r>
            <a:r>
              <a:rPr lang="es-ES_tradnl" dirty="0" err="1"/>
              <a:t>they</a:t>
            </a:r>
            <a:r>
              <a:rPr lang="es-ES_tradnl" dirty="0"/>
              <a:t> </a:t>
            </a:r>
            <a:r>
              <a:rPr lang="es-ES_tradnl" dirty="0" err="1"/>
              <a:t>need</a:t>
            </a:r>
            <a:r>
              <a:rPr lang="es-ES_tradnl" dirty="0"/>
              <a:t> </a:t>
            </a:r>
            <a:r>
              <a:rPr lang="es-ES_tradnl" dirty="0" err="1"/>
              <a:t>to</a:t>
            </a:r>
            <a:r>
              <a:rPr lang="es-ES_tradnl" dirty="0"/>
              <a:t> consume more </a:t>
            </a:r>
            <a:r>
              <a:rPr lang="es-ES_tradnl" dirty="0" err="1"/>
              <a:t>resources</a:t>
            </a:r>
            <a:r>
              <a:rPr lang="es-ES_tradnl" dirty="0"/>
              <a:t>.</a:t>
            </a:r>
          </a:p>
          <a:p>
            <a:pPr marL="0" lvl="0" indent="0">
              <a:buFont typeface="+mj-lt"/>
              <a:buNone/>
            </a:pPr>
            <a:endParaRPr lang="es-ES_tradnl" dirty="0"/>
          </a:p>
        </p:txBody>
      </p:sp>
      <p:sp>
        <p:nvSpPr>
          <p:cNvPr id="4" name="Marcador de número de diapositiva 3">
            <a:extLst>
              <a:ext uri="{FF2B5EF4-FFF2-40B4-BE49-F238E27FC236}">
                <a16:creationId xmlns:a16="http://schemas.microsoft.com/office/drawing/2014/main" id="{0F56AE30-9DCE-E8BC-C852-E8D810641A21}"/>
              </a:ext>
            </a:extLst>
          </p:cNvPr>
          <p:cNvSpPr>
            <a:spLocks noGrp="1"/>
          </p:cNvSpPr>
          <p:nvPr>
            <p:ph type="sldNum" sz="quarter" idx="5"/>
          </p:nvPr>
        </p:nvSpPr>
        <p:spPr/>
        <p:txBody>
          <a:bodyPr/>
          <a:lstStyle/>
          <a:p>
            <a:fld id="{E4DB20BF-CB95-4761-9F17-69DD67B5745F}" type="slidenum">
              <a:rPr lang="es-ES" smtClean="0"/>
              <a:t>7</a:t>
            </a:fld>
            <a:endParaRPr lang="es-ES"/>
          </a:p>
        </p:txBody>
      </p:sp>
    </p:spTree>
    <p:extLst>
      <p:ext uri="{BB962C8B-B14F-4D97-AF65-F5344CB8AC3E}">
        <p14:creationId xmlns:p14="http://schemas.microsoft.com/office/powerpoint/2010/main" val="1898175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025A5-32CB-E30F-CBF8-C8207C1327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3890A0-F5AB-92C9-78F8-493FA5B404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B63275-F617-9C1C-261F-B4D806DBFCB8}"/>
              </a:ext>
            </a:extLst>
          </p:cNvPr>
          <p:cNvSpPr>
            <a:spLocks noGrp="1"/>
          </p:cNvSpPr>
          <p:nvPr>
            <p:ph type="body" idx="1"/>
          </p:nvPr>
        </p:nvSpPr>
        <p:spPr/>
        <p:txBody>
          <a:bodyPr/>
          <a:lstStyle/>
          <a:p>
            <a:pPr marL="0" lvl="0" indent="0">
              <a:buFont typeface="+mj-lt"/>
              <a:buNone/>
            </a:pPr>
            <a:r>
              <a:rPr lang="es-ES_tradnl" dirty="0" err="1"/>
              <a:t>Pricings</a:t>
            </a:r>
            <a:r>
              <a:rPr lang="es-ES_tradnl" dirty="0"/>
              <a:t> are </a:t>
            </a:r>
            <a:r>
              <a:rPr lang="es-ES_tradnl" dirty="0" err="1"/>
              <a:t>structures</a:t>
            </a:r>
            <a:r>
              <a:rPr lang="es-ES_tradnl" dirty="0"/>
              <a:t> </a:t>
            </a:r>
            <a:r>
              <a:rPr lang="es-ES_tradnl" dirty="0" err="1"/>
              <a:t>that</a:t>
            </a:r>
            <a:r>
              <a:rPr lang="es-ES_tradnl" dirty="0"/>
              <a:t> </a:t>
            </a:r>
            <a:r>
              <a:rPr lang="es-ES_tradnl" dirty="0" err="1"/>
              <a:t>include</a:t>
            </a:r>
            <a:r>
              <a:rPr lang="es-ES_tradnl" dirty="0"/>
              <a:t> a </a:t>
            </a:r>
            <a:r>
              <a:rPr lang="es-ES_tradnl" dirty="0" err="1"/>
              <a:t>list</a:t>
            </a:r>
            <a:r>
              <a:rPr lang="es-ES_tradnl" dirty="0"/>
              <a:t> </a:t>
            </a:r>
            <a:r>
              <a:rPr lang="es-ES_tradnl" dirty="0" err="1"/>
              <a:t>of</a:t>
            </a:r>
            <a:r>
              <a:rPr lang="es-ES_tradnl" dirty="0"/>
              <a:t> </a:t>
            </a:r>
            <a:r>
              <a:rPr lang="es-ES_tradnl" dirty="0" err="1"/>
              <a:t>features</a:t>
            </a:r>
            <a:r>
              <a:rPr lang="es-ES_tradnl" dirty="0"/>
              <a:t>, </a:t>
            </a:r>
            <a:r>
              <a:rPr lang="es-ES_tradnl" dirty="0" err="1"/>
              <a:t>that</a:t>
            </a:r>
            <a:r>
              <a:rPr lang="es-ES_tradnl" dirty="0"/>
              <a:t> are </a:t>
            </a:r>
            <a:r>
              <a:rPr lang="es-ES_tradnl" dirty="0" err="1"/>
              <a:t>distributed</a:t>
            </a:r>
            <a:r>
              <a:rPr lang="es-ES_tradnl" dirty="0"/>
              <a:t> </a:t>
            </a:r>
            <a:r>
              <a:rPr lang="es-ES_tradnl" dirty="0" err="1"/>
              <a:t>among</a:t>
            </a:r>
            <a:r>
              <a:rPr lang="es-ES_tradnl" dirty="0"/>
              <a:t> a set </a:t>
            </a:r>
            <a:r>
              <a:rPr lang="es-ES_tradnl" dirty="0" err="1"/>
              <a:t>of</a:t>
            </a:r>
            <a:r>
              <a:rPr lang="es-ES_tradnl" dirty="0"/>
              <a:t> </a:t>
            </a:r>
            <a:r>
              <a:rPr lang="es-ES_tradnl" dirty="0" err="1"/>
              <a:t>plans</a:t>
            </a:r>
            <a:r>
              <a:rPr lang="es-ES_tradnl" dirty="0"/>
              <a:t>, </a:t>
            </a:r>
            <a:r>
              <a:rPr lang="es-ES_tradnl" dirty="0" err="1"/>
              <a:t>which</a:t>
            </a:r>
            <a:r>
              <a:rPr lang="es-ES_tradnl" dirty="0"/>
              <a:t> determine </a:t>
            </a:r>
            <a:r>
              <a:rPr lang="es-ES_tradnl" dirty="0" err="1"/>
              <a:t>the</a:t>
            </a:r>
            <a:r>
              <a:rPr lang="es-ES_tradnl" dirty="0"/>
              <a:t> </a:t>
            </a:r>
            <a:r>
              <a:rPr lang="es-ES_tradnl" dirty="0" err="1"/>
              <a:t>subset</a:t>
            </a:r>
            <a:r>
              <a:rPr lang="es-ES_tradnl" dirty="0"/>
              <a:t> </a:t>
            </a:r>
            <a:r>
              <a:rPr lang="es-ES_tradnl" dirty="0" err="1"/>
              <a:t>features</a:t>
            </a:r>
            <a:r>
              <a:rPr lang="es-ES_tradnl" dirty="0"/>
              <a:t> </a:t>
            </a:r>
            <a:r>
              <a:rPr lang="es-ES_tradnl" dirty="0" err="1"/>
              <a:t>that</a:t>
            </a:r>
            <a:r>
              <a:rPr lang="es-ES_tradnl" dirty="0"/>
              <a:t> </a:t>
            </a:r>
            <a:r>
              <a:rPr lang="es-ES_tradnl" dirty="0" err="1"/>
              <a:t>users</a:t>
            </a:r>
            <a:r>
              <a:rPr lang="es-ES_tradnl" dirty="0"/>
              <a:t> </a:t>
            </a:r>
            <a:r>
              <a:rPr lang="es-ES_tradnl" dirty="0" err="1"/>
              <a:t>will</a:t>
            </a:r>
            <a:r>
              <a:rPr lang="es-ES_tradnl" dirty="0"/>
              <a:t> be </a:t>
            </a:r>
            <a:r>
              <a:rPr lang="es-ES_tradnl" dirty="0" err="1"/>
              <a:t>able</a:t>
            </a:r>
            <a:r>
              <a:rPr lang="es-ES_tradnl" dirty="0"/>
              <a:t> </a:t>
            </a:r>
            <a:r>
              <a:rPr lang="es-ES_tradnl" dirty="0" err="1"/>
              <a:t>to</a:t>
            </a:r>
            <a:r>
              <a:rPr lang="es-ES_tradnl" dirty="0"/>
              <a:t> </a:t>
            </a:r>
            <a:r>
              <a:rPr lang="es-ES_tradnl" dirty="0" err="1"/>
              <a:t>access</a:t>
            </a:r>
            <a:r>
              <a:rPr lang="es-ES_tradnl" dirty="0"/>
              <a:t> </a:t>
            </a:r>
            <a:r>
              <a:rPr lang="es-ES_tradnl" dirty="0" err="1"/>
              <a:t>if</a:t>
            </a:r>
            <a:r>
              <a:rPr lang="es-ES_tradnl" dirty="0"/>
              <a:t> </a:t>
            </a:r>
            <a:r>
              <a:rPr lang="es-ES_tradnl" dirty="0" err="1"/>
              <a:t>they</a:t>
            </a:r>
            <a:r>
              <a:rPr lang="es-ES_tradnl" dirty="0"/>
              <a:t> </a:t>
            </a:r>
            <a:r>
              <a:rPr lang="es-ES_tradnl" dirty="0" err="1"/>
              <a:t>commit</a:t>
            </a:r>
            <a:r>
              <a:rPr lang="es-ES_tradnl" dirty="0"/>
              <a:t> </a:t>
            </a:r>
            <a:r>
              <a:rPr lang="es-ES_tradnl" dirty="0" err="1"/>
              <a:t>to</a:t>
            </a:r>
            <a:r>
              <a:rPr lang="es-ES_tradnl" dirty="0"/>
              <a:t> </a:t>
            </a:r>
            <a:r>
              <a:rPr lang="es-ES_tradnl" dirty="0" err="1"/>
              <a:t>pay</a:t>
            </a:r>
            <a:r>
              <a:rPr lang="es-ES_tradnl" dirty="0"/>
              <a:t> </a:t>
            </a:r>
            <a:r>
              <a:rPr lang="es-ES_tradnl" dirty="0" err="1"/>
              <a:t>the</a:t>
            </a:r>
            <a:r>
              <a:rPr lang="es-ES_tradnl" dirty="0"/>
              <a:t> </a:t>
            </a:r>
            <a:r>
              <a:rPr lang="es-ES_tradnl" dirty="0" err="1"/>
              <a:t>price</a:t>
            </a:r>
            <a:r>
              <a:rPr lang="es-ES_tradnl" dirty="0"/>
              <a:t>. </a:t>
            </a:r>
            <a:r>
              <a:rPr lang="es-ES_tradnl" dirty="0" err="1"/>
              <a:t>Moreover</a:t>
            </a:r>
            <a:r>
              <a:rPr lang="es-ES_tradnl" dirty="0"/>
              <a:t>, </a:t>
            </a:r>
            <a:r>
              <a:rPr lang="es-ES_tradnl" dirty="0" err="1"/>
              <a:t>plans</a:t>
            </a:r>
            <a:r>
              <a:rPr lang="es-ES_tradnl" dirty="0"/>
              <a:t> can </a:t>
            </a:r>
            <a:r>
              <a:rPr lang="es-ES_tradnl" dirty="0" err="1"/>
              <a:t>also</a:t>
            </a:r>
            <a:r>
              <a:rPr lang="es-ES_tradnl" dirty="0"/>
              <a:t> </a:t>
            </a:r>
            <a:r>
              <a:rPr lang="es-ES_tradnl" dirty="0" err="1"/>
              <a:t>impose</a:t>
            </a:r>
            <a:r>
              <a:rPr lang="es-ES_tradnl" dirty="0"/>
              <a:t> </a:t>
            </a:r>
            <a:r>
              <a:rPr lang="es-ES_tradnl" dirty="0" err="1"/>
              <a:t>strict</a:t>
            </a:r>
            <a:r>
              <a:rPr lang="es-ES_tradnl" dirty="0"/>
              <a:t> </a:t>
            </a:r>
            <a:r>
              <a:rPr lang="es-ES_tradnl" dirty="0" err="1"/>
              <a:t>or</a:t>
            </a:r>
            <a:r>
              <a:rPr lang="es-ES_tradnl" dirty="0"/>
              <a:t> </a:t>
            </a:r>
            <a:r>
              <a:rPr lang="es-ES_tradnl" dirty="0" err="1"/>
              <a:t>relaxed</a:t>
            </a:r>
            <a:r>
              <a:rPr lang="es-ES_tradnl" dirty="0"/>
              <a:t> </a:t>
            </a:r>
            <a:r>
              <a:rPr lang="es-ES_tradnl" dirty="0" err="1"/>
              <a:t>usage</a:t>
            </a:r>
            <a:r>
              <a:rPr lang="es-ES_tradnl" dirty="0"/>
              <a:t> </a:t>
            </a:r>
            <a:r>
              <a:rPr lang="es-ES_tradnl" dirty="0" err="1"/>
              <a:t>limits</a:t>
            </a:r>
            <a:r>
              <a:rPr lang="es-ES_tradnl" dirty="0"/>
              <a:t> </a:t>
            </a:r>
            <a:r>
              <a:rPr lang="es-ES_tradnl" dirty="0" err="1"/>
              <a:t>on</a:t>
            </a:r>
            <a:r>
              <a:rPr lang="es-ES_tradnl" dirty="0"/>
              <a:t> </a:t>
            </a:r>
            <a:r>
              <a:rPr lang="es-ES_tradnl" dirty="0" err="1"/>
              <a:t>some</a:t>
            </a:r>
            <a:r>
              <a:rPr lang="es-ES_tradnl" dirty="0"/>
              <a:t> </a:t>
            </a:r>
            <a:r>
              <a:rPr lang="es-ES_tradnl" dirty="0" err="1"/>
              <a:t>features</a:t>
            </a:r>
            <a:r>
              <a:rPr lang="es-ES_tradnl" dirty="0"/>
              <a:t>, </a:t>
            </a:r>
            <a:r>
              <a:rPr lang="es-ES_tradnl" dirty="0" err="1"/>
              <a:t>forcing</a:t>
            </a:r>
            <a:r>
              <a:rPr lang="es-ES_tradnl" dirty="0"/>
              <a:t> </a:t>
            </a:r>
            <a:r>
              <a:rPr lang="es-ES_tradnl" dirty="0" err="1"/>
              <a:t>users</a:t>
            </a:r>
            <a:r>
              <a:rPr lang="es-ES_tradnl" dirty="0"/>
              <a:t> </a:t>
            </a:r>
            <a:r>
              <a:rPr lang="es-ES_tradnl" dirty="0" err="1"/>
              <a:t>to</a:t>
            </a:r>
            <a:r>
              <a:rPr lang="es-ES_tradnl" dirty="0"/>
              <a:t> </a:t>
            </a:r>
            <a:r>
              <a:rPr lang="es-ES_tradnl" dirty="0" err="1"/>
              <a:t>upgrade</a:t>
            </a:r>
            <a:r>
              <a:rPr lang="es-ES_tradnl" dirty="0"/>
              <a:t> </a:t>
            </a:r>
            <a:r>
              <a:rPr lang="es-ES_tradnl" dirty="0" err="1"/>
              <a:t>their</a:t>
            </a:r>
            <a:r>
              <a:rPr lang="es-ES_tradnl" dirty="0"/>
              <a:t> plan </a:t>
            </a:r>
            <a:r>
              <a:rPr lang="es-ES_tradnl" dirty="0" err="1"/>
              <a:t>if</a:t>
            </a:r>
            <a:r>
              <a:rPr lang="es-ES_tradnl" dirty="0"/>
              <a:t> </a:t>
            </a:r>
            <a:r>
              <a:rPr lang="es-ES_tradnl" dirty="0" err="1"/>
              <a:t>they</a:t>
            </a:r>
            <a:r>
              <a:rPr lang="es-ES_tradnl" dirty="0"/>
              <a:t> </a:t>
            </a:r>
            <a:r>
              <a:rPr lang="es-ES_tradnl" dirty="0" err="1"/>
              <a:t>need</a:t>
            </a:r>
            <a:r>
              <a:rPr lang="es-ES_tradnl" dirty="0"/>
              <a:t> </a:t>
            </a:r>
            <a:r>
              <a:rPr lang="es-ES_tradnl" dirty="0" err="1"/>
              <a:t>to</a:t>
            </a:r>
            <a:r>
              <a:rPr lang="es-ES_tradnl" dirty="0"/>
              <a:t> consume more </a:t>
            </a:r>
            <a:r>
              <a:rPr lang="es-ES_tradnl" dirty="0" err="1"/>
              <a:t>resources</a:t>
            </a:r>
            <a:r>
              <a:rPr lang="es-ES_tradnl" dirty="0"/>
              <a:t>.</a:t>
            </a:r>
          </a:p>
          <a:p>
            <a:pPr marL="0" lvl="0" indent="0">
              <a:buFont typeface="+mj-lt"/>
              <a:buNone/>
            </a:pPr>
            <a:endParaRPr lang="es-ES_tradnl" dirty="0"/>
          </a:p>
        </p:txBody>
      </p:sp>
      <p:sp>
        <p:nvSpPr>
          <p:cNvPr id="4" name="Marcador de número de diapositiva 3">
            <a:extLst>
              <a:ext uri="{FF2B5EF4-FFF2-40B4-BE49-F238E27FC236}">
                <a16:creationId xmlns:a16="http://schemas.microsoft.com/office/drawing/2014/main" id="{343CA096-99CE-EEE6-97FE-36A8994B2398}"/>
              </a:ext>
            </a:extLst>
          </p:cNvPr>
          <p:cNvSpPr>
            <a:spLocks noGrp="1"/>
          </p:cNvSpPr>
          <p:nvPr>
            <p:ph type="sldNum" sz="quarter" idx="5"/>
          </p:nvPr>
        </p:nvSpPr>
        <p:spPr/>
        <p:txBody>
          <a:bodyPr/>
          <a:lstStyle/>
          <a:p>
            <a:fld id="{E4DB20BF-CB95-4761-9F17-69DD67B5745F}" type="slidenum">
              <a:rPr lang="es-ES" smtClean="0"/>
              <a:t>8</a:t>
            </a:fld>
            <a:endParaRPr lang="es-ES"/>
          </a:p>
        </p:txBody>
      </p:sp>
    </p:spTree>
    <p:extLst>
      <p:ext uri="{BB962C8B-B14F-4D97-AF65-F5344CB8AC3E}">
        <p14:creationId xmlns:p14="http://schemas.microsoft.com/office/powerpoint/2010/main" val="2166244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9D51E-93CC-5311-5342-B57AC40CCB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9FFFE8-8055-30EC-C92F-D649A06C7C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05948F-63A4-0335-6991-B060E6ADE183}"/>
              </a:ext>
            </a:extLst>
          </p:cNvPr>
          <p:cNvSpPr>
            <a:spLocks noGrp="1"/>
          </p:cNvSpPr>
          <p:nvPr>
            <p:ph type="body" idx="1"/>
          </p:nvPr>
        </p:nvSpPr>
        <p:spPr/>
        <p:txBody>
          <a:bodyPr/>
          <a:lstStyle/>
          <a:p>
            <a:pPr marL="0" lvl="0" indent="0">
              <a:buFont typeface="+mj-lt"/>
              <a:buNone/>
            </a:pPr>
            <a:endParaRPr lang="es-ES_tradnl" dirty="0"/>
          </a:p>
        </p:txBody>
      </p:sp>
      <p:sp>
        <p:nvSpPr>
          <p:cNvPr id="4" name="Marcador de número de diapositiva 3">
            <a:extLst>
              <a:ext uri="{FF2B5EF4-FFF2-40B4-BE49-F238E27FC236}">
                <a16:creationId xmlns:a16="http://schemas.microsoft.com/office/drawing/2014/main" id="{C7BC100A-50D5-A740-95C9-23742271A420}"/>
              </a:ext>
            </a:extLst>
          </p:cNvPr>
          <p:cNvSpPr>
            <a:spLocks noGrp="1"/>
          </p:cNvSpPr>
          <p:nvPr>
            <p:ph type="sldNum" sz="quarter" idx="5"/>
          </p:nvPr>
        </p:nvSpPr>
        <p:spPr/>
        <p:txBody>
          <a:bodyPr/>
          <a:lstStyle/>
          <a:p>
            <a:fld id="{E4DB20BF-CB95-4761-9F17-69DD67B5745F}" type="slidenum">
              <a:rPr lang="es-ES" smtClean="0"/>
              <a:t>9</a:t>
            </a:fld>
            <a:endParaRPr lang="es-ES"/>
          </a:p>
        </p:txBody>
      </p:sp>
    </p:spTree>
    <p:extLst>
      <p:ext uri="{BB962C8B-B14F-4D97-AF65-F5344CB8AC3E}">
        <p14:creationId xmlns:p14="http://schemas.microsoft.com/office/powerpoint/2010/main" val="1655414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687E-919E-FAF6-213E-E49A9D2573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A775B5-E864-6CE5-1BEA-13BDA4CEF1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AC1842-4499-B7DD-4A24-E80168076FA0}"/>
              </a:ext>
            </a:extLst>
          </p:cNvPr>
          <p:cNvSpPr>
            <a:spLocks noGrp="1"/>
          </p:cNvSpPr>
          <p:nvPr>
            <p:ph type="body" idx="1"/>
          </p:nvPr>
        </p:nvSpPr>
        <p:spPr/>
        <p:txBody>
          <a:bodyPr/>
          <a:lstStyle/>
          <a:p>
            <a:pPr marL="0" lvl="0" indent="0">
              <a:buFont typeface="+mj-lt"/>
              <a:buNone/>
            </a:pPr>
            <a:r>
              <a:rPr lang="es-ES_tradnl" dirty="0"/>
              <a:t>El </a:t>
            </a:r>
            <a:r>
              <a:rPr lang="es-ES_tradnl" dirty="0" err="1"/>
              <a:t>pricing</a:t>
            </a:r>
            <a:r>
              <a:rPr lang="es-ES_tradnl" dirty="0"/>
              <a:t> es una forma compacta de representar el espacio de configuración del SaaS</a:t>
            </a:r>
          </a:p>
        </p:txBody>
      </p:sp>
      <p:sp>
        <p:nvSpPr>
          <p:cNvPr id="4" name="Marcador de número de diapositiva 3">
            <a:extLst>
              <a:ext uri="{FF2B5EF4-FFF2-40B4-BE49-F238E27FC236}">
                <a16:creationId xmlns:a16="http://schemas.microsoft.com/office/drawing/2014/main" id="{D6B9D741-24EE-F154-F691-5422103AD70A}"/>
              </a:ext>
            </a:extLst>
          </p:cNvPr>
          <p:cNvSpPr>
            <a:spLocks noGrp="1"/>
          </p:cNvSpPr>
          <p:nvPr>
            <p:ph type="sldNum" sz="quarter" idx="5"/>
          </p:nvPr>
        </p:nvSpPr>
        <p:spPr/>
        <p:txBody>
          <a:bodyPr/>
          <a:lstStyle/>
          <a:p>
            <a:fld id="{E4DB20BF-CB95-4761-9F17-69DD67B5745F}" type="slidenum">
              <a:rPr lang="es-ES" smtClean="0"/>
              <a:t>10</a:t>
            </a:fld>
            <a:endParaRPr lang="es-ES"/>
          </a:p>
        </p:txBody>
      </p:sp>
    </p:spTree>
    <p:extLst>
      <p:ext uri="{BB962C8B-B14F-4D97-AF65-F5344CB8AC3E}">
        <p14:creationId xmlns:p14="http://schemas.microsoft.com/office/powerpoint/2010/main" val="589302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_tradnl" dirty="0" err="1"/>
              <a:t>To</a:t>
            </a:r>
            <a:r>
              <a:rPr lang="es-ES_tradnl" dirty="0"/>
              <a:t> </a:t>
            </a:r>
            <a:r>
              <a:rPr lang="es-ES_tradnl" dirty="0" err="1"/>
              <a:t>integrate</a:t>
            </a:r>
            <a:r>
              <a:rPr lang="es-ES_tradnl" dirty="0"/>
              <a:t> pricing </a:t>
            </a:r>
            <a:r>
              <a:rPr lang="es-ES_tradnl" dirty="0" err="1"/>
              <a:t>within</a:t>
            </a:r>
            <a:r>
              <a:rPr lang="es-ES_tradnl" dirty="0"/>
              <a:t> </a:t>
            </a:r>
            <a:r>
              <a:rPr lang="es-ES_tradnl" dirty="0" err="1"/>
              <a:t>applications</a:t>
            </a:r>
            <a:r>
              <a:rPr lang="es-ES_tradnl" dirty="0"/>
              <a:t>, </a:t>
            </a:r>
            <a:r>
              <a:rPr lang="es-ES_tradnl" dirty="0" err="1"/>
              <a:t>developers</a:t>
            </a:r>
            <a:r>
              <a:rPr lang="es-ES_tradnl" dirty="0"/>
              <a:t> use </a:t>
            </a:r>
            <a:r>
              <a:rPr lang="es-ES_tradnl" dirty="0" err="1"/>
              <a:t>feature</a:t>
            </a:r>
            <a:r>
              <a:rPr lang="es-ES_tradnl" dirty="0"/>
              <a:t> </a:t>
            </a:r>
            <a:r>
              <a:rPr lang="es-ES_tradnl" dirty="0" err="1"/>
              <a:t>toggles</a:t>
            </a:r>
            <a:r>
              <a:rPr lang="es-ES_tradnl" dirty="0"/>
              <a:t>, a </a:t>
            </a:r>
            <a:r>
              <a:rPr lang="es-ES_tradnl" dirty="0" err="1"/>
              <a:t>technique</a:t>
            </a:r>
            <a:r>
              <a:rPr lang="es-ES_tradnl" dirty="0"/>
              <a:t> </a:t>
            </a:r>
            <a:r>
              <a:rPr lang="es-ES_tradnl" dirty="0" err="1"/>
              <a:t>that</a:t>
            </a:r>
            <a:r>
              <a:rPr lang="es-ES_tradnl" dirty="0"/>
              <a:t> </a:t>
            </a:r>
            <a:r>
              <a:rPr lang="es-ES_tradnl" dirty="0" err="1"/>
              <a:t>allows</a:t>
            </a:r>
            <a:r>
              <a:rPr lang="es-ES_tradnl" dirty="0"/>
              <a:t> </a:t>
            </a:r>
            <a:r>
              <a:rPr lang="es-ES_tradnl" dirty="0" err="1"/>
              <a:t>modifying</a:t>
            </a:r>
            <a:r>
              <a:rPr lang="es-ES_tradnl" dirty="0"/>
              <a:t> </a:t>
            </a:r>
            <a:r>
              <a:rPr lang="es-ES_tradnl" dirty="0" err="1"/>
              <a:t>the</a:t>
            </a:r>
            <a:r>
              <a:rPr lang="es-ES_tradnl" dirty="0"/>
              <a:t> </a:t>
            </a:r>
            <a:r>
              <a:rPr lang="es-ES_tradnl" dirty="0" err="1"/>
              <a:t>behavior</a:t>
            </a:r>
            <a:r>
              <a:rPr lang="es-ES_tradnl" dirty="0"/>
              <a:t> of a </a:t>
            </a:r>
            <a:r>
              <a:rPr lang="es-ES_tradnl" dirty="0" err="1"/>
              <a:t>system</a:t>
            </a:r>
            <a:r>
              <a:rPr lang="es-ES_tradnl" dirty="0"/>
              <a:t> </a:t>
            </a:r>
            <a:r>
              <a:rPr lang="es-ES_tradnl" dirty="0" err="1"/>
              <a:t>without</a:t>
            </a:r>
            <a:r>
              <a:rPr lang="es-ES_tradnl" dirty="0"/>
              <a:t> </a:t>
            </a:r>
            <a:r>
              <a:rPr lang="es-ES_tradnl" dirty="0" err="1"/>
              <a:t>changing</a:t>
            </a:r>
            <a:r>
              <a:rPr lang="es-ES_tradnl" dirty="0"/>
              <a:t> </a:t>
            </a:r>
            <a:r>
              <a:rPr lang="es-ES_tradnl" dirty="0" err="1"/>
              <a:t>the</a:t>
            </a:r>
            <a:r>
              <a:rPr lang="es-ES_tradnl" dirty="0"/>
              <a:t> </a:t>
            </a:r>
            <a:r>
              <a:rPr lang="es-ES_tradnl" dirty="0" err="1"/>
              <a:t>code</a:t>
            </a:r>
            <a:r>
              <a:rPr lang="es-ES_tradnl" dirty="0"/>
              <a:t>. At </a:t>
            </a:r>
            <a:r>
              <a:rPr lang="es-ES_tradnl" dirty="0" err="1"/>
              <a:t>the</a:t>
            </a:r>
            <a:r>
              <a:rPr lang="es-ES_tradnl" dirty="0"/>
              <a:t> </a:t>
            </a:r>
            <a:r>
              <a:rPr lang="es-ES_tradnl" dirty="0" err="1"/>
              <a:t>end</a:t>
            </a:r>
            <a:r>
              <a:rPr lang="es-ES_tradnl" dirty="0"/>
              <a:t> of </a:t>
            </a:r>
            <a:r>
              <a:rPr lang="es-ES_tradnl" dirty="0" err="1"/>
              <a:t>the</a:t>
            </a:r>
            <a:r>
              <a:rPr lang="es-ES_tradnl" dirty="0"/>
              <a:t> </a:t>
            </a:r>
            <a:r>
              <a:rPr lang="es-ES_tradnl" dirty="0" err="1"/>
              <a:t>day</a:t>
            </a:r>
            <a:r>
              <a:rPr lang="es-ES_tradnl" dirty="0"/>
              <a:t>, </a:t>
            </a:r>
            <a:r>
              <a:rPr lang="es-ES_tradnl" dirty="0" err="1"/>
              <a:t>they</a:t>
            </a:r>
            <a:r>
              <a:rPr lang="es-ES_tradnl" dirty="0"/>
              <a:t> are </a:t>
            </a:r>
            <a:r>
              <a:rPr lang="es-ES_tradnl" dirty="0" err="1"/>
              <a:t>still</a:t>
            </a:r>
            <a:r>
              <a:rPr lang="es-ES_tradnl" dirty="0"/>
              <a:t> </a:t>
            </a:r>
            <a:r>
              <a:rPr lang="es-ES_tradnl" dirty="0" err="1"/>
              <a:t>Boolean</a:t>
            </a:r>
            <a:r>
              <a:rPr lang="es-ES_tradnl" dirty="0"/>
              <a:t> </a:t>
            </a:r>
            <a:r>
              <a:rPr lang="es-ES_tradnl" dirty="0" err="1"/>
              <a:t>conditions</a:t>
            </a:r>
            <a:r>
              <a:rPr lang="es-ES_tradnl" dirty="0"/>
              <a:t> </a:t>
            </a:r>
            <a:r>
              <a:rPr lang="es-ES_tradnl" dirty="0" err="1"/>
              <a:t>that</a:t>
            </a:r>
            <a:r>
              <a:rPr lang="es-ES_tradnl" dirty="0"/>
              <a:t> use a </a:t>
            </a:r>
            <a:r>
              <a:rPr lang="es-ES_tradnl" dirty="0" err="1"/>
              <a:t>specific</a:t>
            </a:r>
            <a:r>
              <a:rPr lang="es-ES_tradnl" dirty="0"/>
              <a:t> </a:t>
            </a:r>
            <a:r>
              <a:rPr lang="es-ES_tradnl" dirty="0" err="1"/>
              <a:t>attribute</a:t>
            </a:r>
            <a:r>
              <a:rPr lang="es-ES_tradnl" dirty="0"/>
              <a:t> of </a:t>
            </a:r>
            <a:r>
              <a:rPr lang="es-ES_tradnl" dirty="0" err="1"/>
              <a:t>each</a:t>
            </a:r>
            <a:r>
              <a:rPr lang="es-ES_tradnl" dirty="0"/>
              <a:t> </a:t>
            </a:r>
            <a:r>
              <a:rPr lang="es-ES_tradnl" dirty="0" err="1"/>
              <a:t>user</a:t>
            </a:r>
            <a:r>
              <a:rPr lang="es-ES_tradnl" dirty="0"/>
              <a:t>, </a:t>
            </a:r>
            <a:r>
              <a:rPr lang="es-ES_tradnl" dirty="0" err="1"/>
              <a:t>for</a:t>
            </a:r>
            <a:r>
              <a:rPr lang="es-ES_tradnl" dirty="0"/>
              <a:t> </a:t>
            </a:r>
            <a:r>
              <a:rPr lang="es-ES_tradnl" dirty="0" err="1"/>
              <a:t>example</a:t>
            </a:r>
            <a:r>
              <a:rPr lang="es-ES_tradnl" dirty="0"/>
              <a:t> in </a:t>
            </a:r>
            <a:r>
              <a:rPr lang="es-ES_tradnl" dirty="0" err="1"/>
              <a:t>the</a:t>
            </a:r>
            <a:r>
              <a:rPr lang="es-ES_tradnl" dirty="0"/>
              <a:t> plan </a:t>
            </a:r>
            <a:r>
              <a:rPr lang="es-ES_tradnl" dirty="0" err="1"/>
              <a:t>they</a:t>
            </a:r>
            <a:r>
              <a:rPr lang="es-ES_tradnl" dirty="0"/>
              <a:t> </a:t>
            </a:r>
            <a:r>
              <a:rPr lang="es-ES_tradnl" dirty="0" err="1"/>
              <a:t>have</a:t>
            </a:r>
            <a:r>
              <a:rPr lang="es-ES_tradnl" dirty="0"/>
              <a:t> </a:t>
            </a:r>
            <a:r>
              <a:rPr lang="es-ES_tradnl" dirty="0" err="1"/>
              <a:t>contracted</a:t>
            </a:r>
            <a:r>
              <a:rPr lang="es-ES_tradnl" dirty="0"/>
              <a:t>, </a:t>
            </a:r>
            <a:r>
              <a:rPr lang="es-ES_tradnl" dirty="0" err="1"/>
              <a:t>to</a:t>
            </a:r>
            <a:r>
              <a:rPr lang="es-ES_tradnl" dirty="0"/>
              <a:t> determine </a:t>
            </a:r>
            <a:r>
              <a:rPr lang="es-ES_tradnl" dirty="0" err="1"/>
              <a:t>whether</a:t>
            </a:r>
            <a:r>
              <a:rPr lang="es-ES_tradnl" dirty="0"/>
              <a:t> </a:t>
            </a:r>
            <a:r>
              <a:rPr lang="es-ES_tradnl" dirty="0" err="1"/>
              <a:t>or</a:t>
            </a:r>
            <a:r>
              <a:rPr lang="es-ES_tradnl" dirty="0"/>
              <a:t> </a:t>
            </a:r>
            <a:r>
              <a:rPr lang="es-ES_tradnl" dirty="0" err="1"/>
              <a:t>not</a:t>
            </a:r>
            <a:r>
              <a:rPr lang="es-ES_tradnl" dirty="0"/>
              <a:t> </a:t>
            </a:r>
            <a:r>
              <a:rPr lang="es-ES_tradnl" dirty="0" err="1"/>
              <a:t>they</a:t>
            </a:r>
            <a:r>
              <a:rPr lang="es-ES_tradnl" dirty="0"/>
              <a:t> </a:t>
            </a:r>
            <a:r>
              <a:rPr lang="es-ES_tradnl" dirty="0" err="1"/>
              <a:t>have</a:t>
            </a:r>
            <a:r>
              <a:rPr lang="es-ES_tradnl" dirty="0"/>
              <a:t> </a:t>
            </a:r>
            <a:r>
              <a:rPr lang="es-ES_tradnl" dirty="0" err="1"/>
              <a:t>access</a:t>
            </a:r>
            <a:r>
              <a:rPr lang="es-ES_tradnl" dirty="0"/>
              <a:t> </a:t>
            </a:r>
            <a:r>
              <a:rPr lang="es-ES_tradnl" dirty="0" err="1"/>
              <a:t>to</a:t>
            </a:r>
            <a:r>
              <a:rPr lang="es-ES_tradnl" dirty="0"/>
              <a:t> </a:t>
            </a:r>
            <a:r>
              <a:rPr lang="es-ES_tradnl" dirty="0" err="1"/>
              <a:t>the</a:t>
            </a:r>
            <a:r>
              <a:rPr lang="es-ES_tradnl" dirty="0"/>
              <a:t> </a:t>
            </a:r>
            <a:r>
              <a:rPr lang="es-ES_tradnl" dirty="0" err="1"/>
              <a:t>feature</a:t>
            </a:r>
            <a:r>
              <a:rPr lang="es-ES_tradnl" dirty="0"/>
              <a:t>.</a:t>
            </a:r>
          </a:p>
        </p:txBody>
      </p:sp>
      <p:sp>
        <p:nvSpPr>
          <p:cNvPr id="4" name="Marcador de número de diapositiva 3"/>
          <p:cNvSpPr>
            <a:spLocks noGrp="1"/>
          </p:cNvSpPr>
          <p:nvPr>
            <p:ph type="sldNum" sz="quarter" idx="5"/>
          </p:nvPr>
        </p:nvSpPr>
        <p:spPr/>
        <p:txBody>
          <a:bodyPr/>
          <a:lstStyle/>
          <a:p>
            <a:fld id="{E4DB20BF-CB95-4761-9F17-69DD67B5745F}" type="slidenum">
              <a:rPr lang="es-ES" smtClean="0"/>
              <a:t>13</a:t>
            </a:fld>
            <a:endParaRPr lang="es-ES"/>
          </a:p>
        </p:txBody>
      </p:sp>
    </p:spTree>
    <p:extLst>
      <p:ext uri="{BB962C8B-B14F-4D97-AF65-F5344CB8AC3E}">
        <p14:creationId xmlns:p14="http://schemas.microsoft.com/office/powerpoint/2010/main" val="2252541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In </a:t>
            </a:r>
            <a:r>
              <a:rPr lang="es-ES" dirty="0" err="1"/>
              <a:t>the</a:t>
            </a:r>
            <a:r>
              <a:rPr lang="es-ES" dirty="0"/>
              <a:t> SaaS </a:t>
            </a:r>
            <a:r>
              <a:rPr lang="es-ES" dirty="0" err="1"/>
              <a:t>code</a:t>
            </a:r>
            <a:r>
              <a:rPr lang="es-ES" dirty="0"/>
              <a:t>, </a:t>
            </a:r>
            <a:r>
              <a:rPr lang="es-ES" dirty="0" err="1"/>
              <a:t>feature</a:t>
            </a:r>
            <a:r>
              <a:rPr lang="es-ES" dirty="0"/>
              <a:t> </a:t>
            </a:r>
            <a:r>
              <a:rPr lang="es-ES" dirty="0" err="1"/>
              <a:t>toggles</a:t>
            </a:r>
            <a:r>
              <a:rPr lang="es-ES" dirty="0"/>
              <a:t> are </a:t>
            </a:r>
            <a:r>
              <a:rPr lang="es-ES" dirty="0" err="1"/>
              <a:t>if-then</a:t>
            </a:r>
            <a:r>
              <a:rPr lang="es-ES" dirty="0"/>
              <a:t> blocks </a:t>
            </a:r>
            <a:r>
              <a:rPr lang="es-ES" dirty="0" err="1"/>
              <a:t>that</a:t>
            </a:r>
            <a:r>
              <a:rPr lang="es-ES" dirty="0"/>
              <a:t> </a:t>
            </a:r>
            <a:r>
              <a:rPr lang="es-ES" dirty="0" err="1"/>
              <a:t>depend</a:t>
            </a:r>
            <a:r>
              <a:rPr lang="es-ES" dirty="0"/>
              <a:t> </a:t>
            </a:r>
            <a:r>
              <a:rPr lang="es-ES" dirty="0" err="1"/>
              <a:t>both</a:t>
            </a:r>
            <a:r>
              <a:rPr lang="es-ES" dirty="0"/>
              <a:t> </a:t>
            </a:r>
            <a:r>
              <a:rPr lang="es-ES" dirty="0" err="1"/>
              <a:t>on</a:t>
            </a:r>
            <a:r>
              <a:rPr lang="es-ES" dirty="0"/>
              <a:t> </a:t>
            </a:r>
            <a:r>
              <a:rPr lang="es-ES" dirty="0" err="1"/>
              <a:t>the</a:t>
            </a:r>
            <a:r>
              <a:rPr lang="es-ES" dirty="0"/>
              <a:t> </a:t>
            </a:r>
            <a:r>
              <a:rPr lang="es-ES" dirty="0" err="1"/>
              <a:t>restrictions</a:t>
            </a:r>
            <a:r>
              <a:rPr lang="es-ES" dirty="0"/>
              <a:t> </a:t>
            </a:r>
            <a:r>
              <a:rPr lang="es-ES" dirty="0" err="1"/>
              <a:t>imposed</a:t>
            </a:r>
            <a:r>
              <a:rPr lang="es-ES" dirty="0"/>
              <a:t> </a:t>
            </a:r>
            <a:r>
              <a:rPr lang="es-ES" dirty="0" err="1"/>
              <a:t>by</a:t>
            </a:r>
            <a:r>
              <a:rPr lang="es-ES" dirty="0"/>
              <a:t> </a:t>
            </a:r>
            <a:r>
              <a:rPr lang="es-ES" dirty="0" err="1"/>
              <a:t>the</a:t>
            </a:r>
            <a:r>
              <a:rPr lang="es-ES" dirty="0"/>
              <a:t> pricing (</a:t>
            </a:r>
            <a:r>
              <a:rPr lang="es-ES" dirty="0" err="1"/>
              <a:t>e.g</a:t>
            </a:r>
            <a:r>
              <a:rPr lang="es-ES" dirty="0"/>
              <a:t>. </a:t>
            </a:r>
            <a:r>
              <a:rPr lang="es-ES" dirty="0" err="1"/>
              <a:t>feature</a:t>
            </a:r>
            <a:r>
              <a:rPr lang="es-ES" dirty="0"/>
              <a:t> </a:t>
            </a:r>
            <a:r>
              <a:rPr lang="es-ES" dirty="0" err="1"/>
              <a:t>user</a:t>
            </a:r>
            <a:r>
              <a:rPr lang="es-ES" dirty="0"/>
              <a:t> </a:t>
            </a:r>
            <a:r>
              <a:rPr lang="es-ES" dirty="0" err="1"/>
              <a:t>is</a:t>
            </a:r>
            <a:r>
              <a:rPr lang="es-ES" dirty="0"/>
              <a:t> </a:t>
            </a:r>
            <a:r>
              <a:rPr lang="es-ES" dirty="0" err="1"/>
              <a:t>subscribed</a:t>
            </a:r>
            <a:r>
              <a:rPr lang="es-ES" dirty="0"/>
              <a:t> </a:t>
            </a:r>
            <a:r>
              <a:rPr lang="es-ES" dirty="0" err="1"/>
              <a:t>to</a:t>
            </a:r>
            <a:r>
              <a:rPr lang="es-ES" dirty="0"/>
              <a:t> </a:t>
            </a:r>
            <a:r>
              <a:rPr lang="es-ES" dirty="0" err="1"/>
              <a:t>the</a:t>
            </a:r>
            <a:r>
              <a:rPr lang="es-ES" dirty="0"/>
              <a:t> PRO plan?), and a </a:t>
            </a:r>
            <a:r>
              <a:rPr lang="es-ES" dirty="0" err="1"/>
              <a:t>external</a:t>
            </a:r>
            <a:r>
              <a:rPr lang="es-ES" dirty="0"/>
              <a:t> </a:t>
            </a:r>
            <a:r>
              <a:rPr lang="es-ES" dirty="0" err="1"/>
              <a:t>context</a:t>
            </a:r>
            <a:r>
              <a:rPr lang="es-ES" dirty="0"/>
              <a:t>, </a:t>
            </a:r>
            <a:r>
              <a:rPr lang="es-ES" dirty="0" err="1"/>
              <a:t>like</a:t>
            </a:r>
            <a:r>
              <a:rPr lang="es-ES" dirty="0"/>
              <a:t> </a:t>
            </a:r>
            <a:r>
              <a:rPr lang="es-ES" dirty="0" err="1"/>
              <a:t>the</a:t>
            </a:r>
            <a:r>
              <a:rPr lang="es-ES" dirty="0"/>
              <a:t> </a:t>
            </a:r>
            <a:r>
              <a:rPr lang="es-ES" dirty="0" err="1"/>
              <a:t>current</a:t>
            </a:r>
            <a:r>
              <a:rPr lang="es-ES" dirty="0"/>
              <a:t> </a:t>
            </a:r>
            <a:r>
              <a:rPr lang="es-ES" dirty="0" err="1"/>
              <a:t>user’s</a:t>
            </a:r>
            <a:r>
              <a:rPr lang="es-ES" dirty="0"/>
              <a:t> </a:t>
            </a:r>
            <a:r>
              <a:rPr lang="es-ES" dirty="0" err="1"/>
              <a:t>subscription</a:t>
            </a:r>
            <a:r>
              <a:rPr lang="es-ES" dirty="0"/>
              <a:t> </a:t>
            </a:r>
            <a:r>
              <a:rPr lang="es-ES" dirty="0" err="1"/>
              <a:t>or</a:t>
            </a:r>
            <a:r>
              <a:rPr lang="es-ES" dirty="0"/>
              <a:t> </a:t>
            </a:r>
            <a:r>
              <a:rPr lang="es-ES" dirty="0" err="1"/>
              <a:t>their</a:t>
            </a:r>
            <a:r>
              <a:rPr lang="es-ES" dirty="0"/>
              <a:t> use of a </a:t>
            </a:r>
            <a:r>
              <a:rPr lang="es-ES" dirty="0" err="1"/>
              <a:t>feature</a:t>
            </a:r>
            <a:r>
              <a:rPr lang="es-ES" dirty="0"/>
              <a:t>.</a:t>
            </a:r>
          </a:p>
          <a:p>
            <a:endParaRPr lang="es-ES" dirty="0"/>
          </a:p>
          <a:p>
            <a:r>
              <a:rPr lang="es-ES" dirty="0" err="1">
                <a:solidFill>
                  <a:srgbClr val="000000"/>
                </a:solidFill>
                <a:effectLst/>
                <a:latin typeface="Helvetica" pitchFamily="2" charset="0"/>
              </a:rPr>
              <a:t>Unfortunately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use of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also</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complexity</a:t>
            </a:r>
            <a:r>
              <a:rPr lang="es-ES" dirty="0">
                <a:solidFill>
                  <a:srgbClr val="000000"/>
                </a:solidFill>
                <a:effectLst/>
                <a:latin typeface="Helvetica" pitchFamily="2" charset="0"/>
              </a:rPr>
              <a:t> of </a:t>
            </a:r>
            <a:r>
              <a:rPr lang="es-ES" dirty="0" err="1">
                <a:solidFill>
                  <a:srgbClr val="000000"/>
                </a:solidFill>
                <a:effectLst/>
                <a:latin typeface="Helvetica" pitchFamily="2" charset="0"/>
              </a:rPr>
              <a:t>managing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service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since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they</a:t>
            </a:r>
            <a:r>
              <a:rPr lang="es-ES" dirty="0">
                <a:solidFill>
                  <a:srgbClr val="000000"/>
                </a:solidFill>
                <a:effectLst/>
                <a:latin typeface="Helvetica" pitchFamily="2" charset="0"/>
              </a:rPr>
              <a:t> </a:t>
            </a:r>
            <a:r>
              <a:rPr lang="es-ES" dirty="0" err="1">
                <a:solidFill>
                  <a:srgbClr val="000000"/>
                </a:solidFill>
                <a:effectLst/>
                <a:latin typeface="Helvetica" pitchFamily="2" charset="0"/>
              </a:rPr>
              <a:t>generate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one</a:t>
            </a:r>
            <a:r>
              <a:rPr lang="es-ES" dirty="0">
                <a:solidFill>
                  <a:srgbClr val="000000"/>
                </a:solidFill>
                <a:effectLst/>
                <a:latin typeface="Helvetica" pitchFamily="2" charset="0"/>
              </a:rPr>
              <a:t> of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worst</a:t>
            </a:r>
            <a:r>
              <a:rPr lang="es-ES" dirty="0">
                <a:solidFill>
                  <a:srgbClr val="000000"/>
                </a:solidFill>
                <a:effectLst/>
                <a:latin typeface="Helvetica" pitchFamily="2" charset="0"/>
              </a:rPr>
              <a:t> </a:t>
            </a:r>
            <a:r>
              <a:rPr lang="es-ES" dirty="0" err="1">
                <a:solidFill>
                  <a:srgbClr val="000000"/>
                </a:solidFill>
                <a:effectLst/>
                <a:latin typeface="Helvetica" pitchFamily="2" charset="0"/>
              </a:rPr>
              <a:t>kinds</a:t>
            </a:r>
            <a:r>
              <a:rPr lang="es-ES" dirty="0">
                <a:solidFill>
                  <a:srgbClr val="000000"/>
                </a:solidFill>
                <a:effectLst/>
                <a:latin typeface="Helvetica" pitchFamily="2" charset="0"/>
              </a:rPr>
              <a:t> of </a:t>
            </a:r>
            <a:r>
              <a:rPr lang="es-ES" dirty="0" err="1">
                <a:solidFill>
                  <a:srgbClr val="000000"/>
                </a:solidFill>
                <a:effectLst/>
                <a:latin typeface="Helvetica" pitchFamily="2" charset="0"/>
              </a:rPr>
              <a:t>technical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debt</a:t>
            </a:r>
            <a:r>
              <a:rPr lang="es-ES" dirty="0">
                <a:solidFill>
                  <a:srgbClr val="000000"/>
                </a:solidFill>
                <a:effectLst/>
                <a:latin typeface="Helvetica" pitchFamily="2" charset="0"/>
              </a:rPr>
              <a:t>” [</a:t>
            </a:r>
            <a:r>
              <a:rPr lang="es-ES" dirty="0">
                <a:solidFill>
                  <a:srgbClr val="22FF06"/>
                </a:solidFill>
                <a:effectLst/>
                <a:latin typeface="Helvetica" pitchFamily="2" charset="0"/>
              </a:rPr>
              <a:t>14</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transform</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into</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combinatorial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problem</a:t>
            </a:r>
            <a:r>
              <a:rPr lang="es-ES" dirty="0">
                <a:solidFill>
                  <a:srgbClr val="000000"/>
                </a:solidFill>
                <a:effectLst/>
                <a:latin typeface="Helvetica" pitchFamily="2" charset="0"/>
              </a:rPr>
              <a:t> [</a:t>
            </a:r>
            <a:r>
              <a:rPr lang="es-ES" dirty="0">
                <a:solidFill>
                  <a:srgbClr val="22FF06"/>
                </a:solidFill>
                <a:effectLst/>
                <a:latin typeface="Helvetica" pitchFamily="2" charset="0"/>
              </a:rPr>
              <a:t>12</a:t>
            </a:r>
            <a:r>
              <a:rPr lang="es-ES" dirty="0">
                <a:solidFill>
                  <a:srgbClr val="000000"/>
                </a:solidFill>
                <a:effectLst/>
                <a:latin typeface="Helvetica" pitchFamily="2" charset="0"/>
              </a:rPr>
              <a:t>]</a:t>
            </a:r>
            <a:endParaRPr lang="es-ES_tradnl" dirty="0"/>
          </a:p>
        </p:txBody>
      </p:sp>
      <p:sp>
        <p:nvSpPr>
          <p:cNvPr id="4" name="Marcador de número de diapositiva 3"/>
          <p:cNvSpPr>
            <a:spLocks noGrp="1"/>
          </p:cNvSpPr>
          <p:nvPr>
            <p:ph type="sldNum" sz="quarter" idx="5"/>
          </p:nvPr>
        </p:nvSpPr>
        <p:spPr/>
        <p:txBody>
          <a:bodyPr/>
          <a:lstStyle/>
          <a:p>
            <a:fld id="{E4DB20BF-CB95-4761-9F17-69DD67B5745F}" type="slidenum">
              <a:rPr lang="es-ES" smtClean="0"/>
              <a:t>14</a:t>
            </a:fld>
            <a:endParaRPr lang="es-ES"/>
          </a:p>
        </p:txBody>
      </p:sp>
    </p:spTree>
    <p:extLst>
      <p:ext uri="{BB962C8B-B14F-4D97-AF65-F5344CB8AC3E}">
        <p14:creationId xmlns:p14="http://schemas.microsoft.com/office/powerpoint/2010/main" val="1170185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4DC6A-51A3-580B-C1D2-68736162DF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CDE61E-5785-8F0B-12C5-7E2149BB23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C6E470-F096-D4BC-8219-00E6F61244FB}"/>
              </a:ext>
            </a:extLst>
          </p:cNvPr>
          <p:cNvSpPr>
            <a:spLocks noGrp="1"/>
          </p:cNvSpPr>
          <p:nvPr>
            <p:ph type="body" idx="1"/>
          </p:nvPr>
        </p:nvSpPr>
        <p:spPr/>
        <p:txBody>
          <a:bodyPr/>
          <a:lstStyle/>
          <a:p>
            <a:r>
              <a:rPr lang="es-ES" dirty="0"/>
              <a:t>In </a:t>
            </a:r>
            <a:r>
              <a:rPr lang="es-ES" dirty="0" err="1"/>
              <a:t>the</a:t>
            </a:r>
            <a:r>
              <a:rPr lang="es-ES" dirty="0"/>
              <a:t> SaaS </a:t>
            </a:r>
            <a:r>
              <a:rPr lang="es-ES" dirty="0" err="1"/>
              <a:t>code</a:t>
            </a:r>
            <a:r>
              <a:rPr lang="es-ES" dirty="0"/>
              <a:t>, </a:t>
            </a:r>
            <a:r>
              <a:rPr lang="es-ES" dirty="0" err="1"/>
              <a:t>feature</a:t>
            </a:r>
            <a:r>
              <a:rPr lang="es-ES" dirty="0"/>
              <a:t> </a:t>
            </a:r>
            <a:r>
              <a:rPr lang="es-ES" dirty="0" err="1"/>
              <a:t>toggles</a:t>
            </a:r>
            <a:r>
              <a:rPr lang="es-ES" dirty="0"/>
              <a:t> are </a:t>
            </a:r>
            <a:r>
              <a:rPr lang="es-ES" dirty="0" err="1"/>
              <a:t>if-then</a:t>
            </a:r>
            <a:r>
              <a:rPr lang="es-ES" dirty="0"/>
              <a:t> blocks </a:t>
            </a:r>
            <a:r>
              <a:rPr lang="es-ES" dirty="0" err="1"/>
              <a:t>that</a:t>
            </a:r>
            <a:r>
              <a:rPr lang="es-ES" dirty="0"/>
              <a:t> </a:t>
            </a:r>
            <a:r>
              <a:rPr lang="es-ES" dirty="0" err="1"/>
              <a:t>depend</a:t>
            </a:r>
            <a:r>
              <a:rPr lang="es-ES" dirty="0"/>
              <a:t> </a:t>
            </a:r>
            <a:r>
              <a:rPr lang="es-ES" dirty="0" err="1"/>
              <a:t>both</a:t>
            </a:r>
            <a:r>
              <a:rPr lang="es-ES" dirty="0"/>
              <a:t> </a:t>
            </a:r>
            <a:r>
              <a:rPr lang="es-ES" dirty="0" err="1"/>
              <a:t>on</a:t>
            </a:r>
            <a:r>
              <a:rPr lang="es-ES" dirty="0"/>
              <a:t> </a:t>
            </a:r>
            <a:r>
              <a:rPr lang="es-ES" dirty="0" err="1"/>
              <a:t>the</a:t>
            </a:r>
            <a:r>
              <a:rPr lang="es-ES" dirty="0"/>
              <a:t> </a:t>
            </a:r>
            <a:r>
              <a:rPr lang="es-ES" dirty="0" err="1"/>
              <a:t>restrictions</a:t>
            </a:r>
            <a:r>
              <a:rPr lang="es-ES" dirty="0"/>
              <a:t> </a:t>
            </a:r>
            <a:r>
              <a:rPr lang="es-ES" dirty="0" err="1"/>
              <a:t>imposed</a:t>
            </a:r>
            <a:r>
              <a:rPr lang="es-ES" dirty="0"/>
              <a:t> </a:t>
            </a:r>
            <a:r>
              <a:rPr lang="es-ES" dirty="0" err="1"/>
              <a:t>by</a:t>
            </a:r>
            <a:r>
              <a:rPr lang="es-ES" dirty="0"/>
              <a:t> </a:t>
            </a:r>
            <a:r>
              <a:rPr lang="es-ES" dirty="0" err="1"/>
              <a:t>the</a:t>
            </a:r>
            <a:r>
              <a:rPr lang="es-ES" dirty="0"/>
              <a:t> pricing (</a:t>
            </a:r>
            <a:r>
              <a:rPr lang="es-ES" dirty="0" err="1"/>
              <a:t>e.g</a:t>
            </a:r>
            <a:r>
              <a:rPr lang="es-ES" dirty="0"/>
              <a:t>. </a:t>
            </a:r>
            <a:r>
              <a:rPr lang="es-ES" dirty="0" err="1"/>
              <a:t>feature</a:t>
            </a:r>
            <a:r>
              <a:rPr lang="es-ES" dirty="0"/>
              <a:t> </a:t>
            </a:r>
            <a:r>
              <a:rPr lang="es-ES" dirty="0" err="1"/>
              <a:t>user</a:t>
            </a:r>
            <a:r>
              <a:rPr lang="es-ES" dirty="0"/>
              <a:t> </a:t>
            </a:r>
            <a:r>
              <a:rPr lang="es-ES" dirty="0" err="1"/>
              <a:t>is</a:t>
            </a:r>
            <a:r>
              <a:rPr lang="es-ES" dirty="0"/>
              <a:t> </a:t>
            </a:r>
            <a:r>
              <a:rPr lang="es-ES" dirty="0" err="1"/>
              <a:t>subscribed</a:t>
            </a:r>
            <a:r>
              <a:rPr lang="es-ES" dirty="0"/>
              <a:t> </a:t>
            </a:r>
            <a:r>
              <a:rPr lang="es-ES" dirty="0" err="1"/>
              <a:t>to</a:t>
            </a:r>
            <a:r>
              <a:rPr lang="es-ES" dirty="0"/>
              <a:t> </a:t>
            </a:r>
            <a:r>
              <a:rPr lang="es-ES" dirty="0" err="1"/>
              <a:t>the</a:t>
            </a:r>
            <a:r>
              <a:rPr lang="es-ES" dirty="0"/>
              <a:t> PRO plan?), and a </a:t>
            </a:r>
            <a:r>
              <a:rPr lang="es-ES" dirty="0" err="1"/>
              <a:t>external</a:t>
            </a:r>
            <a:r>
              <a:rPr lang="es-ES" dirty="0"/>
              <a:t> </a:t>
            </a:r>
            <a:r>
              <a:rPr lang="es-ES" dirty="0" err="1"/>
              <a:t>context</a:t>
            </a:r>
            <a:r>
              <a:rPr lang="es-ES" dirty="0"/>
              <a:t>, </a:t>
            </a:r>
            <a:r>
              <a:rPr lang="es-ES" dirty="0" err="1"/>
              <a:t>like</a:t>
            </a:r>
            <a:r>
              <a:rPr lang="es-ES" dirty="0"/>
              <a:t> </a:t>
            </a:r>
            <a:r>
              <a:rPr lang="es-ES" dirty="0" err="1"/>
              <a:t>the</a:t>
            </a:r>
            <a:r>
              <a:rPr lang="es-ES" dirty="0"/>
              <a:t> </a:t>
            </a:r>
            <a:r>
              <a:rPr lang="es-ES" dirty="0" err="1"/>
              <a:t>current</a:t>
            </a:r>
            <a:r>
              <a:rPr lang="es-ES" dirty="0"/>
              <a:t> </a:t>
            </a:r>
            <a:r>
              <a:rPr lang="es-ES" dirty="0" err="1"/>
              <a:t>user’s</a:t>
            </a:r>
            <a:r>
              <a:rPr lang="es-ES" dirty="0"/>
              <a:t> </a:t>
            </a:r>
            <a:r>
              <a:rPr lang="es-ES" dirty="0" err="1"/>
              <a:t>subscription</a:t>
            </a:r>
            <a:r>
              <a:rPr lang="es-ES" dirty="0"/>
              <a:t> </a:t>
            </a:r>
            <a:r>
              <a:rPr lang="es-ES" dirty="0" err="1"/>
              <a:t>or</a:t>
            </a:r>
            <a:r>
              <a:rPr lang="es-ES" dirty="0"/>
              <a:t> </a:t>
            </a:r>
            <a:r>
              <a:rPr lang="es-ES" dirty="0" err="1"/>
              <a:t>their</a:t>
            </a:r>
            <a:r>
              <a:rPr lang="es-ES" dirty="0"/>
              <a:t> use of a </a:t>
            </a:r>
            <a:r>
              <a:rPr lang="es-ES" dirty="0" err="1"/>
              <a:t>feature</a:t>
            </a:r>
            <a:r>
              <a:rPr lang="es-ES" dirty="0"/>
              <a:t>.</a:t>
            </a:r>
          </a:p>
          <a:p>
            <a:endParaRPr lang="es-ES" dirty="0"/>
          </a:p>
          <a:p>
            <a:r>
              <a:rPr lang="es-ES" dirty="0" err="1">
                <a:solidFill>
                  <a:srgbClr val="000000"/>
                </a:solidFill>
                <a:effectLst/>
                <a:latin typeface="Helvetica" pitchFamily="2" charset="0"/>
              </a:rPr>
              <a:t>Unfortunately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use of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also</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complexity</a:t>
            </a:r>
            <a:r>
              <a:rPr lang="es-ES" dirty="0">
                <a:solidFill>
                  <a:srgbClr val="000000"/>
                </a:solidFill>
                <a:effectLst/>
                <a:latin typeface="Helvetica" pitchFamily="2" charset="0"/>
              </a:rPr>
              <a:t> of </a:t>
            </a:r>
            <a:r>
              <a:rPr lang="es-ES" dirty="0" err="1">
                <a:solidFill>
                  <a:srgbClr val="000000"/>
                </a:solidFill>
                <a:effectLst/>
                <a:latin typeface="Helvetica" pitchFamily="2" charset="0"/>
              </a:rPr>
              <a:t>managing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service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since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they</a:t>
            </a:r>
            <a:r>
              <a:rPr lang="es-ES" dirty="0">
                <a:solidFill>
                  <a:srgbClr val="000000"/>
                </a:solidFill>
                <a:effectLst/>
                <a:latin typeface="Helvetica" pitchFamily="2" charset="0"/>
              </a:rPr>
              <a:t> </a:t>
            </a:r>
            <a:r>
              <a:rPr lang="es-ES" dirty="0" err="1">
                <a:solidFill>
                  <a:srgbClr val="000000"/>
                </a:solidFill>
                <a:effectLst/>
                <a:latin typeface="Helvetica" pitchFamily="2" charset="0"/>
              </a:rPr>
              <a:t>generate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one</a:t>
            </a:r>
            <a:r>
              <a:rPr lang="es-ES" dirty="0">
                <a:solidFill>
                  <a:srgbClr val="000000"/>
                </a:solidFill>
                <a:effectLst/>
                <a:latin typeface="Helvetica" pitchFamily="2" charset="0"/>
              </a:rPr>
              <a:t> of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worst</a:t>
            </a:r>
            <a:r>
              <a:rPr lang="es-ES" dirty="0">
                <a:solidFill>
                  <a:srgbClr val="000000"/>
                </a:solidFill>
                <a:effectLst/>
                <a:latin typeface="Helvetica" pitchFamily="2" charset="0"/>
              </a:rPr>
              <a:t> </a:t>
            </a:r>
            <a:r>
              <a:rPr lang="es-ES" dirty="0" err="1">
                <a:solidFill>
                  <a:srgbClr val="000000"/>
                </a:solidFill>
                <a:effectLst/>
                <a:latin typeface="Helvetica" pitchFamily="2" charset="0"/>
              </a:rPr>
              <a:t>kinds</a:t>
            </a:r>
            <a:r>
              <a:rPr lang="es-ES" dirty="0">
                <a:solidFill>
                  <a:srgbClr val="000000"/>
                </a:solidFill>
                <a:effectLst/>
                <a:latin typeface="Helvetica" pitchFamily="2" charset="0"/>
              </a:rPr>
              <a:t> of </a:t>
            </a:r>
            <a:r>
              <a:rPr lang="es-ES" dirty="0" err="1">
                <a:solidFill>
                  <a:srgbClr val="000000"/>
                </a:solidFill>
                <a:effectLst/>
                <a:latin typeface="Helvetica" pitchFamily="2" charset="0"/>
              </a:rPr>
              <a:t>technical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debt</a:t>
            </a:r>
            <a:r>
              <a:rPr lang="es-ES" dirty="0">
                <a:solidFill>
                  <a:srgbClr val="000000"/>
                </a:solidFill>
                <a:effectLst/>
                <a:latin typeface="Helvetica" pitchFamily="2" charset="0"/>
              </a:rPr>
              <a:t>” [</a:t>
            </a:r>
            <a:r>
              <a:rPr lang="es-ES" dirty="0">
                <a:solidFill>
                  <a:srgbClr val="22FF06"/>
                </a:solidFill>
                <a:effectLst/>
                <a:latin typeface="Helvetica" pitchFamily="2" charset="0"/>
              </a:rPr>
              <a:t>14</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transform</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into</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combinatorial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problem</a:t>
            </a:r>
            <a:r>
              <a:rPr lang="es-ES" dirty="0">
                <a:solidFill>
                  <a:srgbClr val="000000"/>
                </a:solidFill>
                <a:effectLst/>
                <a:latin typeface="Helvetica" pitchFamily="2" charset="0"/>
              </a:rPr>
              <a:t> [</a:t>
            </a:r>
            <a:r>
              <a:rPr lang="es-ES" dirty="0">
                <a:solidFill>
                  <a:srgbClr val="22FF06"/>
                </a:solidFill>
                <a:effectLst/>
                <a:latin typeface="Helvetica" pitchFamily="2" charset="0"/>
              </a:rPr>
              <a:t>12</a:t>
            </a:r>
            <a:r>
              <a:rPr lang="es-ES" dirty="0">
                <a:solidFill>
                  <a:srgbClr val="000000"/>
                </a:solidFill>
                <a:effectLst/>
                <a:latin typeface="Helvetica" pitchFamily="2" charset="0"/>
              </a:rPr>
              <a:t>]</a:t>
            </a:r>
            <a:endParaRPr lang="es-ES_tradnl" dirty="0"/>
          </a:p>
        </p:txBody>
      </p:sp>
      <p:sp>
        <p:nvSpPr>
          <p:cNvPr id="4" name="Marcador de número de diapositiva 3">
            <a:extLst>
              <a:ext uri="{FF2B5EF4-FFF2-40B4-BE49-F238E27FC236}">
                <a16:creationId xmlns:a16="http://schemas.microsoft.com/office/drawing/2014/main" id="{0EFCAE99-4AC4-5035-B3BF-2AE32F8171C1}"/>
              </a:ext>
            </a:extLst>
          </p:cNvPr>
          <p:cNvSpPr>
            <a:spLocks noGrp="1"/>
          </p:cNvSpPr>
          <p:nvPr>
            <p:ph type="sldNum" sz="quarter" idx="5"/>
          </p:nvPr>
        </p:nvSpPr>
        <p:spPr/>
        <p:txBody>
          <a:bodyPr/>
          <a:lstStyle/>
          <a:p>
            <a:fld id="{E4DB20BF-CB95-4761-9F17-69DD67B5745F}" type="slidenum">
              <a:rPr lang="es-ES" smtClean="0"/>
              <a:t>15</a:t>
            </a:fld>
            <a:endParaRPr lang="es-ES"/>
          </a:p>
        </p:txBody>
      </p:sp>
    </p:spTree>
    <p:extLst>
      <p:ext uri="{BB962C8B-B14F-4D97-AF65-F5344CB8AC3E}">
        <p14:creationId xmlns:p14="http://schemas.microsoft.com/office/powerpoint/2010/main" val="2306240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4D845-3A3A-05CB-4238-2F64081847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8F48C6-8495-259D-B21E-F018E8C9CA8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99B928-8424-142E-111D-44B78C7D367F}"/>
              </a:ext>
            </a:extLst>
          </p:cNvPr>
          <p:cNvSpPr>
            <a:spLocks noGrp="1"/>
          </p:cNvSpPr>
          <p:nvPr>
            <p:ph type="body" idx="1"/>
          </p:nvPr>
        </p:nvSpPr>
        <p:spPr/>
        <p:txBody>
          <a:bodyPr/>
          <a:lstStyle/>
          <a:p>
            <a:r>
              <a:rPr lang="es-ES" dirty="0" err="1">
                <a:solidFill>
                  <a:srgbClr val="000000"/>
                </a:solidFill>
                <a:effectLst/>
                <a:latin typeface="Helvetica" pitchFamily="2" charset="0"/>
              </a:rPr>
              <a:t>The</a:t>
            </a:r>
            <a:r>
              <a:rPr lang="es-ES" dirty="0">
                <a:solidFill>
                  <a:srgbClr val="000000"/>
                </a:solidFill>
                <a:effectLst/>
                <a:latin typeface="Helvetica" pitchFamily="2" charset="0"/>
              </a:rPr>
              <a:t> concept of </a:t>
            </a:r>
            <a:r>
              <a:rPr lang="es-ES" dirty="0" err="1">
                <a:solidFill>
                  <a:srgbClr val="000000"/>
                </a:solidFill>
                <a:effectLst/>
                <a:latin typeface="Helvetica" pitchFamily="2" charset="0"/>
              </a:rPr>
              <a:t>pricing’s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that</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a:t>
            </a:r>
            <a:r>
              <a:rPr lang="es-ES" dirty="0">
                <a:solidFill>
                  <a:srgbClr val="000000"/>
                </a:solidFill>
                <a:effectLst/>
                <a:latin typeface="Helvetica" pitchFamily="2" charset="0"/>
              </a:rPr>
              <a:t> introduce </a:t>
            </a:r>
            <a:r>
              <a:rPr lang="es-ES" dirty="0" err="1">
                <a:solidFill>
                  <a:srgbClr val="000000"/>
                </a:solidFill>
                <a:effectLst/>
                <a:latin typeface="Helvetica" pitchFamily="2" charset="0"/>
              </a:rPr>
              <a:t>becomes</a:t>
            </a:r>
            <a:r>
              <a:rPr lang="es-ES" dirty="0">
                <a:solidFill>
                  <a:srgbClr val="000000"/>
                </a:solidFill>
                <a:effectLst/>
                <a:latin typeface="Helvetica" pitchFamily="2" charset="0"/>
              </a:rPr>
              <a:t> crucial in </a:t>
            </a:r>
            <a:r>
              <a:rPr lang="es-ES" dirty="0" err="1">
                <a:solidFill>
                  <a:srgbClr val="000000"/>
                </a:solidFill>
                <a:effectLst/>
                <a:latin typeface="Helvetica" pitchFamily="2" charset="0"/>
              </a:rPr>
              <a:t>this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context</a:t>
            </a:r>
            <a:r>
              <a:rPr lang="es-ES" dirty="0">
                <a:solidFill>
                  <a:srgbClr val="000000"/>
                </a:solidFill>
                <a:effectLst/>
                <a:latin typeface="Helvetica" pitchFamily="2" charset="0"/>
              </a:rPr>
              <a:t>. </a:t>
            </a:r>
            <a:r>
              <a:rPr lang="es-ES" dirty="0" err="1">
                <a:solidFill>
                  <a:srgbClr val="000000"/>
                </a:solidFill>
                <a:effectLst/>
                <a:latin typeface="Helvetica" pitchFamily="2" charset="0"/>
              </a:rPr>
              <a:t>It</a:t>
            </a:r>
            <a:r>
              <a:rPr lang="es-ES" dirty="0">
                <a:solidFill>
                  <a:srgbClr val="000000"/>
                </a:solidFill>
                <a:effectLst/>
                <a:latin typeface="Helvetica" pitchFamily="2" charset="0"/>
              </a:rPr>
              <a:t> </a:t>
            </a:r>
            <a:r>
              <a:rPr lang="es-ES" dirty="0" err="1">
                <a:solidFill>
                  <a:srgbClr val="000000"/>
                </a:solidFill>
                <a:effectLst/>
                <a:latin typeface="Helvetica" pitchFamily="2" charset="0"/>
              </a:rPr>
              <a:t>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defined</a:t>
            </a:r>
            <a:r>
              <a:rPr lang="es-ES" dirty="0">
                <a:solidFill>
                  <a:srgbClr val="000000"/>
                </a:solidFill>
                <a:effectLst/>
                <a:latin typeface="Helvetica" pitchFamily="2" charset="0"/>
              </a:rPr>
              <a:t> as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minimum</a:t>
            </a:r>
            <a:r>
              <a:rPr lang="es-ES" dirty="0">
                <a:solidFill>
                  <a:srgbClr val="000000"/>
                </a:solidFill>
                <a:effectLst/>
                <a:latin typeface="Helvetica" pitchFamily="2" charset="0"/>
              </a:rPr>
              <a:t> set of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that</a:t>
            </a:r>
            <a:r>
              <a:rPr lang="es-ES" dirty="0">
                <a:solidFill>
                  <a:srgbClr val="000000"/>
                </a:solidFill>
                <a:effectLst/>
                <a:latin typeface="Helvetica" pitchFamily="2" charset="0"/>
              </a:rPr>
              <a:t> </a:t>
            </a:r>
            <a:r>
              <a:rPr lang="es-ES" dirty="0" err="1">
                <a:solidFill>
                  <a:srgbClr val="000000"/>
                </a:solidFill>
                <a:effectLst/>
                <a:latin typeface="Helvetica" pitchFamily="2" charset="0"/>
              </a:rPr>
              <a:t>have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be </a:t>
            </a:r>
            <a:r>
              <a:rPr lang="es-ES" dirty="0" err="1">
                <a:solidFill>
                  <a:srgbClr val="000000"/>
                </a:solidFill>
                <a:effectLst/>
                <a:latin typeface="Helvetica" pitchFamily="2" charset="0"/>
              </a:rPr>
              <a:t>evaluated</a:t>
            </a:r>
            <a:r>
              <a:rPr lang="es-ES" dirty="0">
                <a:solidFill>
                  <a:srgbClr val="000000"/>
                </a:solidFill>
                <a:effectLst/>
                <a:latin typeface="Helvetica" pitchFamily="2" charset="0"/>
              </a:rPr>
              <a:t> in </a:t>
            </a:r>
            <a:r>
              <a:rPr lang="es-ES" dirty="0" err="1">
                <a:solidFill>
                  <a:srgbClr val="000000"/>
                </a:solidFill>
                <a:effectLst/>
                <a:latin typeface="Helvetica" pitchFamily="2" charset="0"/>
              </a:rPr>
              <a:t>order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operate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governed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by</a:t>
            </a:r>
            <a:r>
              <a:rPr lang="es-ES" dirty="0">
                <a:solidFill>
                  <a:srgbClr val="000000"/>
                </a:solidFill>
                <a:effectLst/>
                <a:latin typeface="Helvetica" pitchFamily="2" charset="0"/>
              </a:rPr>
              <a:t> a pricing and </a:t>
            </a:r>
            <a:r>
              <a:rPr lang="es-ES" dirty="0" err="1">
                <a:solidFill>
                  <a:srgbClr val="000000"/>
                </a:solidFill>
                <a:effectLst/>
                <a:latin typeface="Helvetica" pitchFamily="2" charset="0"/>
              </a:rPr>
              <a:t>translated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code</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example</a:t>
            </a:r>
            <a:r>
              <a:rPr lang="es-ES" dirty="0">
                <a:solidFill>
                  <a:srgbClr val="000000"/>
                </a:solidFill>
                <a:effectLst/>
                <a:latin typeface="Helvetica" pitchFamily="2" charset="0"/>
              </a:rPr>
              <a:t>, </a:t>
            </a:r>
            <a:r>
              <a:rPr lang="es-ES" dirty="0" err="1">
                <a:solidFill>
                  <a:srgbClr val="000000"/>
                </a:solidFill>
                <a:effectLst/>
                <a:latin typeface="Helvetica" pitchFamily="2" charset="0"/>
              </a:rPr>
              <a:t>here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a:t>
            </a:r>
            <a:r>
              <a:rPr lang="es-ES" dirty="0">
                <a:solidFill>
                  <a:srgbClr val="000000"/>
                </a:solidFill>
                <a:effectLst/>
                <a:latin typeface="Helvetica" pitchFamily="2" charset="0"/>
              </a:rPr>
              <a:t> </a:t>
            </a:r>
            <a:r>
              <a:rPr lang="es-ES" dirty="0" err="1">
                <a:solidFill>
                  <a:srgbClr val="000000"/>
                </a:solidFill>
                <a:effectLst/>
                <a:latin typeface="Helvetica" pitchFamily="2" charset="0"/>
              </a:rPr>
              <a:t>have</a:t>
            </a:r>
            <a:r>
              <a:rPr lang="es-ES" dirty="0">
                <a:solidFill>
                  <a:srgbClr val="000000"/>
                </a:solidFill>
                <a:effectLst/>
                <a:latin typeface="Helvetica" pitchFamily="2" charset="0"/>
              </a:rPr>
              <a:t> 8, </a:t>
            </a:r>
            <a:r>
              <a:rPr lang="es-ES" dirty="0" err="1">
                <a:solidFill>
                  <a:srgbClr val="000000"/>
                </a:solidFill>
                <a:effectLst/>
                <a:latin typeface="Helvetica" pitchFamily="2" charset="0"/>
              </a:rPr>
              <a:t>but</a:t>
            </a:r>
            <a:endParaRPr lang="es-ES" dirty="0">
              <a:solidFill>
                <a:srgbClr val="000000"/>
              </a:solidFill>
              <a:effectLst/>
              <a:latin typeface="Helvetica" pitchFamily="2" charset="0"/>
            </a:endParaRPr>
          </a:p>
        </p:txBody>
      </p:sp>
      <p:sp>
        <p:nvSpPr>
          <p:cNvPr id="4" name="Marcador de número de diapositiva 3">
            <a:extLst>
              <a:ext uri="{FF2B5EF4-FFF2-40B4-BE49-F238E27FC236}">
                <a16:creationId xmlns:a16="http://schemas.microsoft.com/office/drawing/2014/main" id="{C039D967-EB5E-BA88-10AE-BFFE1A459665}"/>
              </a:ext>
            </a:extLst>
          </p:cNvPr>
          <p:cNvSpPr>
            <a:spLocks noGrp="1"/>
          </p:cNvSpPr>
          <p:nvPr>
            <p:ph type="sldNum" sz="quarter" idx="5"/>
          </p:nvPr>
        </p:nvSpPr>
        <p:spPr/>
        <p:txBody>
          <a:bodyPr/>
          <a:lstStyle/>
          <a:p>
            <a:fld id="{E4DB20BF-CB95-4761-9F17-69DD67B5745F}" type="slidenum">
              <a:rPr lang="es-ES" smtClean="0"/>
              <a:t>16</a:t>
            </a:fld>
            <a:endParaRPr lang="es-ES"/>
          </a:p>
        </p:txBody>
      </p:sp>
    </p:spTree>
    <p:extLst>
      <p:ext uri="{BB962C8B-B14F-4D97-AF65-F5344CB8AC3E}">
        <p14:creationId xmlns:p14="http://schemas.microsoft.com/office/powerpoint/2010/main" val="3443109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B3C76-3FF7-BB46-D9F3-6CA8F0DC6C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380CCA-C711-294A-A516-B40930715FD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D9B928-8BE1-8767-B664-872A37AD83B0}"/>
              </a:ext>
            </a:extLst>
          </p:cNvPr>
          <p:cNvSpPr>
            <a:spLocks noGrp="1"/>
          </p:cNvSpPr>
          <p:nvPr>
            <p:ph type="body" idx="1"/>
          </p:nvPr>
        </p:nvSpPr>
        <p:spPr/>
        <p:txBody>
          <a:bodyPr/>
          <a:lstStyle/>
          <a:p>
            <a:r>
              <a:rPr lang="es-ES" dirty="0" err="1">
                <a:solidFill>
                  <a:srgbClr val="000000"/>
                </a:solidFill>
                <a:effectLst/>
                <a:latin typeface="Helvetica" pitchFamily="2" charset="0"/>
              </a:rPr>
              <a:t>But</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may</a:t>
            </a:r>
            <a:r>
              <a:rPr lang="es-ES" dirty="0">
                <a:solidFill>
                  <a:srgbClr val="000000"/>
                </a:solidFill>
                <a:effectLst/>
                <a:latin typeface="Helvetica" pitchFamily="2" charset="0"/>
              </a:rPr>
              <a:t> </a:t>
            </a:r>
            <a:r>
              <a:rPr lang="es-ES" dirty="0" err="1">
                <a:solidFill>
                  <a:srgbClr val="000000"/>
                </a:solidFill>
                <a:effectLst/>
                <a:latin typeface="Helvetica" pitchFamily="2" charset="0"/>
              </a:rPr>
              <a:t>change</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regarding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architecture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employed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example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suposing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that</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our</a:t>
            </a:r>
            <a:r>
              <a:rPr lang="es-ES" dirty="0">
                <a:solidFill>
                  <a:srgbClr val="000000"/>
                </a:solidFill>
                <a:effectLst/>
                <a:latin typeface="Helvetica" pitchFamily="2" charset="0"/>
              </a:rPr>
              <a:t> </a:t>
            </a:r>
            <a:r>
              <a:rPr lang="es-ES" dirty="0" err="1">
                <a:solidFill>
                  <a:srgbClr val="000000"/>
                </a:solidFill>
                <a:effectLst/>
                <a:latin typeface="Helvetica" pitchFamily="2" charset="0"/>
              </a:rPr>
              <a:t>imaginary</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appear</a:t>
            </a:r>
            <a:r>
              <a:rPr lang="es-ES" dirty="0">
                <a:solidFill>
                  <a:srgbClr val="000000"/>
                </a:solidFill>
                <a:effectLst/>
                <a:latin typeface="Helvetica" pitchFamily="2" charset="0"/>
              </a:rPr>
              <a:t> in </a:t>
            </a:r>
            <a:r>
              <a:rPr lang="es-ES" dirty="0" err="1">
                <a:solidFill>
                  <a:srgbClr val="000000"/>
                </a:solidFill>
                <a:effectLst/>
                <a:latin typeface="Helvetica" pitchFamily="2" charset="0"/>
              </a:rPr>
              <a:t>every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service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microservice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architecture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like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shown</a:t>
            </a:r>
            <a:r>
              <a:rPr lang="es-ES" dirty="0">
                <a:solidFill>
                  <a:srgbClr val="000000"/>
                </a:solidFill>
                <a:effectLst/>
                <a:latin typeface="Helvetica" pitchFamily="2" charset="0"/>
              </a:rPr>
              <a:t> </a:t>
            </a:r>
            <a:r>
              <a:rPr lang="es-ES" dirty="0" err="1">
                <a:solidFill>
                  <a:srgbClr val="000000"/>
                </a:solidFill>
                <a:effectLst/>
                <a:latin typeface="Helvetica" pitchFamily="2" charset="0"/>
              </a:rPr>
              <a:t>here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with</a:t>
            </a:r>
            <a:r>
              <a:rPr lang="es-ES" dirty="0">
                <a:solidFill>
                  <a:srgbClr val="000000"/>
                </a:solidFill>
                <a:effectLst/>
                <a:latin typeface="Helvetica" pitchFamily="2" charset="0"/>
              </a:rPr>
              <a:t> 4 </a:t>
            </a:r>
            <a:r>
              <a:rPr lang="es-ES" dirty="0" err="1">
                <a:solidFill>
                  <a:srgbClr val="000000"/>
                </a:solidFill>
                <a:effectLst/>
                <a:latin typeface="Helvetica" pitchFamily="2" charset="0"/>
              </a:rPr>
              <a:t>services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32.</a:t>
            </a:r>
          </a:p>
        </p:txBody>
      </p:sp>
      <p:sp>
        <p:nvSpPr>
          <p:cNvPr id="4" name="Marcador de número de diapositiva 3">
            <a:extLst>
              <a:ext uri="{FF2B5EF4-FFF2-40B4-BE49-F238E27FC236}">
                <a16:creationId xmlns:a16="http://schemas.microsoft.com/office/drawing/2014/main" id="{246D4D9E-4EAD-D8A7-FADB-4CA76B70843D}"/>
              </a:ext>
            </a:extLst>
          </p:cNvPr>
          <p:cNvSpPr>
            <a:spLocks noGrp="1"/>
          </p:cNvSpPr>
          <p:nvPr>
            <p:ph type="sldNum" sz="quarter" idx="5"/>
          </p:nvPr>
        </p:nvSpPr>
        <p:spPr/>
        <p:txBody>
          <a:bodyPr/>
          <a:lstStyle/>
          <a:p>
            <a:fld id="{E4DB20BF-CB95-4761-9F17-69DD67B5745F}" type="slidenum">
              <a:rPr lang="es-ES" smtClean="0"/>
              <a:t>17</a:t>
            </a:fld>
            <a:endParaRPr lang="es-ES"/>
          </a:p>
        </p:txBody>
      </p:sp>
    </p:spTree>
    <p:extLst>
      <p:ext uri="{BB962C8B-B14F-4D97-AF65-F5344CB8AC3E}">
        <p14:creationId xmlns:p14="http://schemas.microsoft.com/office/powerpoint/2010/main" val="736296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BDD6A-69BC-2CF4-0C56-7375BC1393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7AE85E-80E2-F591-F06B-C4CA8009AF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E41C07-B4B4-8A39-BC36-89515FF4E89D}"/>
              </a:ext>
            </a:extLst>
          </p:cNvPr>
          <p:cNvSpPr>
            <a:spLocks noGrp="1"/>
          </p:cNvSpPr>
          <p:nvPr>
            <p:ph type="body" idx="1"/>
          </p:nvPr>
        </p:nvSpPr>
        <p:spPr/>
        <p:txBody>
          <a:bodyPr/>
          <a:lstStyle/>
          <a:p>
            <a:endParaRPr lang="es-ES" b="0" i="0" u="none" strike="noStrike" dirty="0">
              <a:solidFill>
                <a:srgbClr val="212121"/>
              </a:solidFill>
              <a:effectLst/>
              <a:latin typeface="Aptos" panose="020B0004020202020204" pitchFamily="34" charset="0"/>
            </a:endParaRPr>
          </a:p>
        </p:txBody>
      </p:sp>
      <p:sp>
        <p:nvSpPr>
          <p:cNvPr id="4" name="Marcador de número de diapositiva 3">
            <a:extLst>
              <a:ext uri="{FF2B5EF4-FFF2-40B4-BE49-F238E27FC236}">
                <a16:creationId xmlns:a16="http://schemas.microsoft.com/office/drawing/2014/main" id="{1F741161-3B12-8A2B-4910-CC0D9328C770}"/>
              </a:ext>
            </a:extLst>
          </p:cNvPr>
          <p:cNvSpPr>
            <a:spLocks noGrp="1"/>
          </p:cNvSpPr>
          <p:nvPr>
            <p:ph type="sldNum" sz="quarter" idx="5"/>
          </p:nvPr>
        </p:nvSpPr>
        <p:spPr/>
        <p:txBody>
          <a:bodyPr/>
          <a:lstStyle/>
          <a:p>
            <a:fld id="{E4DB20BF-CB95-4761-9F17-69DD67B5745F}" type="slidenum">
              <a:rPr lang="es-ES" smtClean="0"/>
              <a:t>18</a:t>
            </a:fld>
            <a:endParaRPr lang="es-ES"/>
          </a:p>
        </p:txBody>
      </p:sp>
    </p:spTree>
    <p:extLst>
      <p:ext uri="{BB962C8B-B14F-4D97-AF65-F5344CB8AC3E}">
        <p14:creationId xmlns:p14="http://schemas.microsoft.com/office/powerpoint/2010/main" val="2931063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solidFill>
                  <a:srgbClr val="000000"/>
                </a:solidFill>
                <a:effectLst/>
                <a:latin typeface="Helvetica" pitchFamily="2" charset="0"/>
              </a:rPr>
              <a:t>RQ1: </a:t>
            </a:r>
            <a:r>
              <a:rPr lang="es-ES" dirty="0" err="1">
                <a:solidFill>
                  <a:srgbClr val="000000"/>
                </a:solidFill>
                <a:effectLst/>
                <a:latin typeface="Helvetica" pitchFamily="2" charset="0"/>
              </a:rPr>
              <a:t>How</a:t>
            </a:r>
            <a:r>
              <a:rPr lang="es-ES" dirty="0">
                <a:solidFill>
                  <a:srgbClr val="000000"/>
                </a:solidFill>
                <a:effectLst/>
                <a:latin typeface="Helvetica" pitchFamily="2" charset="0"/>
              </a:rPr>
              <a:t> are pricings’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evolv</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ing</a:t>
            </a:r>
            <a:r>
              <a:rPr lang="es-ES" dirty="0">
                <a:solidFill>
                  <a:srgbClr val="000000"/>
                </a:solidFill>
                <a:effectLst/>
                <a:latin typeface="Helvetica" pitchFamily="2" charset="0"/>
              </a:rPr>
              <a:t> in </a:t>
            </a:r>
            <a:r>
              <a:rPr lang="es-ES" dirty="0" err="1">
                <a:solidFill>
                  <a:srgbClr val="000000"/>
                </a:solidFill>
                <a:effectLst/>
                <a:latin typeface="Helvetica" pitchFamily="2" charset="0"/>
              </a:rPr>
              <a:t>modern</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Given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that</a:t>
            </a:r>
            <a:r>
              <a:rPr lang="es-ES" dirty="0">
                <a:solidFill>
                  <a:srgbClr val="000000"/>
                </a:solidFill>
                <a:effectLst/>
                <a:latin typeface="Helvetica" pitchFamily="2" charset="0"/>
              </a:rPr>
              <a:t> in </a:t>
            </a:r>
            <a:r>
              <a:rPr lang="es-ES" dirty="0" err="1">
                <a:solidFill>
                  <a:srgbClr val="000000"/>
                </a:solidFill>
                <a:effectLst/>
                <a:latin typeface="Helvetica" pitchFamily="2" charset="0"/>
              </a:rPr>
              <a:t>recent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years</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pricing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models</a:t>
            </a:r>
            <a:r>
              <a:rPr lang="es-ES" dirty="0">
                <a:solidFill>
                  <a:srgbClr val="000000"/>
                </a:solidFill>
                <a:effectLst/>
                <a:latin typeface="Helvetica" pitchFamily="2" charset="0"/>
              </a:rPr>
              <a:t> </a:t>
            </a:r>
            <a:r>
              <a:rPr lang="es-ES" dirty="0" err="1">
                <a:solidFill>
                  <a:srgbClr val="000000"/>
                </a:solidFill>
                <a:effectLst/>
                <a:latin typeface="Helvetica" pitchFamily="2" charset="0"/>
              </a:rPr>
              <a:t>have</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incorporated</a:t>
            </a:r>
            <a:r>
              <a:rPr lang="es-ES" dirty="0">
                <a:solidFill>
                  <a:srgbClr val="000000"/>
                </a:solidFill>
                <a:effectLst/>
                <a:latin typeface="Helvetica" pitchFamily="2" charset="0"/>
              </a:rPr>
              <a:t> new </a:t>
            </a:r>
            <a:r>
              <a:rPr lang="es-ES" dirty="0" err="1">
                <a:solidFill>
                  <a:srgbClr val="000000"/>
                </a:solidFill>
                <a:effectLst/>
                <a:latin typeface="Helvetica" pitchFamily="2" charset="0"/>
              </a:rPr>
              <a:t>elements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such</a:t>
            </a:r>
            <a:r>
              <a:rPr lang="es-ES" dirty="0">
                <a:solidFill>
                  <a:srgbClr val="000000"/>
                </a:solidFill>
                <a:effectLst/>
                <a:latin typeface="Helvetica" pitchFamily="2" charset="0"/>
              </a:rPr>
              <a:t> as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modified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their</a:t>
            </a:r>
            <a:r>
              <a:rPr lang="es-ES" dirty="0">
                <a:solidFill>
                  <a:srgbClr val="000000"/>
                </a:solidFill>
                <a:effectLst/>
                <a:latin typeface="Helvetica" pitchFamily="2" charset="0"/>
              </a:rPr>
              <a:t> </a:t>
            </a:r>
            <a:r>
              <a:rPr lang="es-ES" dirty="0" err="1">
                <a:solidFill>
                  <a:srgbClr val="000000"/>
                </a:solidFill>
                <a:effectLst/>
                <a:latin typeface="Helvetica" pitchFamily="2" charset="0"/>
              </a:rPr>
              <a:t>structure</a:t>
            </a:r>
            <a:r>
              <a:rPr lang="es-ES" dirty="0">
                <a:solidFill>
                  <a:srgbClr val="000000"/>
                </a:solidFill>
                <a:effectLst/>
                <a:latin typeface="Helvetica" pitchFamily="2" charset="0"/>
              </a:rPr>
              <a:t> (in</a:t>
            </a:r>
          </a:p>
          <a:p>
            <a:r>
              <a:rPr lang="es-ES" dirty="0" err="1">
                <a:solidFill>
                  <a:srgbClr val="000000"/>
                </a:solidFill>
                <a:effectLst/>
                <a:latin typeface="Helvetica" pitchFamily="2" charset="0"/>
              </a:rPr>
              <a:t>terms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plans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research</a:t>
            </a:r>
            <a:r>
              <a:rPr lang="es-ES" dirty="0">
                <a:solidFill>
                  <a:srgbClr val="000000"/>
                </a:solidFill>
                <a:effectLst/>
                <a:latin typeface="Helvetica" pitchFamily="2" charset="0"/>
              </a:rPr>
              <a:t> </a:t>
            </a:r>
            <a:r>
              <a:rPr lang="es-ES" dirty="0" err="1">
                <a:solidFill>
                  <a:srgbClr val="000000"/>
                </a:solidFill>
                <a:effectLst/>
                <a:latin typeface="Helvetica" pitchFamily="2" charset="0"/>
              </a:rPr>
              <a:t>question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addresses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several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key</a:t>
            </a:r>
            <a:r>
              <a:rPr lang="es-ES" dirty="0">
                <a:solidFill>
                  <a:srgbClr val="000000"/>
                </a:solidFill>
                <a:effectLst/>
                <a:latin typeface="Helvetica" pitchFamily="2" charset="0"/>
              </a:rPr>
              <a:t> as-</a:t>
            </a:r>
          </a:p>
          <a:p>
            <a:r>
              <a:rPr lang="es-ES" dirty="0" err="1">
                <a:solidFill>
                  <a:srgbClr val="000000"/>
                </a:solidFill>
                <a:effectLst/>
                <a:latin typeface="Helvetica" pitchFamily="2" charset="0"/>
              </a:rPr>
              <a:t>pects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dynamics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uncover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trends</a:t>
            </a:r>
            <a:r>
              <a:rPr lang="es-ES" dirty="0">
                <a:solidFill>
                  <a:srgbClr val="000000"/>
                </a:solidFill>
                <a:effectLst/>
                <a:latin typeface="Helvetica" pitchFamily="2" charset="0"/>
              </a:rPr>
              <a:t> in </a:t>
            </a:r>
            <a:r>
              <a:rPr lang="es-ES" dirty="0" err="1">
                <a:solidFill>
                  <a:srgbClr val="000000"/>
                </a:solidFill>
                <a:effectLst/>
                <a:latin typeface="Helvetica" pitchFamily="2" charset="0"/>
              </a:rPr>
              <a:t>design</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complexity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these</a:t>
            </a:r>
            <a:r>
              <a:rPr lang="es-ES" dirty="0">
                <a:solidFill>
                  <a:srgbClr val="000000"/>
                </a:solidFill>
                <a:effectLst/>
                <a:latin typeface="Helvetica" pitchFamily="2" charset="0"/>
              </a:rPr>
              <a:t> </a:t>
            </a:r>
          </a:p>
          <a:p>
            <a:r>
              <a:rPr lang="es-ES" dirty="0" err="1">
                <a:solidFill>
                  <a:srgbClr val="000000"/>
                </a:solidFill>
                <a:effectLst/>
                <a:latin typeface="Helvetica" pitchFamily="2" charset="0"/>
              </a:rPr>
              <a:t>structures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thus</a:t>
            </a:r>
            <a:r>
              <a:rPr lang="es-ES" dirty="0">
                <a:solidFill>
                  <a:srgbClr val="000000"/>
                </a:solidFill>
                <a:effectLst/>
                <a:latin typeface="Helvetica" pitchFamily="2" charset="0"/>
              </a:rPr>
              <a:t> </a:t>
            </a:r>
            <a:r>
              <a:rPr lang="es-ES" dirty="0" err="1">
                <a:solidFill>
                  <a:srgbClr val="000000"/>
                </a:solidFill>
                <a:effectLst/>
                <a:latin typeface="Helvetica" pitchFamily="2" charset="0"/>
              </a:rPr>
              <a:t>identifying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challenges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faced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by</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providers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man</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age</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Development</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Operation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RQ2: Are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tools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appropriate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optimizing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toggling?Given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dimensions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variability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 pricings,</a:t>
            </a:r>
          </a:p>
          <a:p>
            <a:r>
              <a:rPr lang="es-ES" dirty="0" err="1">
                <a:solidFill>
                  <a:srgbClr val="000000"/>
                </a:solidFill>
                <a:effectLst/>
                <a:latin typeface="Helvetica" pitchFamily="2" charset="0"/>
              </a:rPr>
              <a:t>projected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their</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research</a:t>
            </a:r>
            <a:r>
              <a:rPr lang="es-ES" dirty="0">
                <a:solidFill>
                  <a:srgbClr val="000000"/>
                </a:solidFill>
                <a:effectLst/>
                <a:latin typeface="Helvetica" pitchFamily="2" charset="0"/>
              </a:rPr>
              <a:t> </a:t>
            </a:r>
            <a:r>
              <a:rPr lang="es-ES" dirty="0" err="1">
                <a:solidFill>
                  <a:srgbClr val="000000"/>
                </a:solidFill>
                <a:effectLst/>
                <a:latin typeface="Helvetica" pitchFamily="2" charset="0"/>
              </a:rPr>
              <a:t>question</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aims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identify</a:t>
            </a:r>
            <a:r>
              <a:rPr lang="es-ES" dirty="0">
                <a:solidFill>
                  <a:srgbClr val="000000"/>
                </a:solidFill>
                <a:effectLst/>
                <a:latin typeface="Helvetica" pitchFamily="2" charset="0"/>
              </a:rPr>
              <a:t> </a:t>
            </a:r>
            <a:r>
              <a:rPr lang="es-ES" dirty="0" err="1">
                <a:solidFill>
                  <a:srgbClr val="000000"/>
                </a:solidFill>
                <a:effectLst/>
                <a:latin typeface="Helvetica" pitchFamily="2" charset="0"/>
              </a:rPr>
              <a:t>whether</a:t>
            </a:r>
            <a:r>
              <a:rPr lang="es-ES" dirty="0">
                <a:solidFill>
                  <a:srgbClr val="000000"/>
                </a:solidFill>
                <a:effectLst/>
                <a:latin typeface="Helvetica" pitchFamily="2" charset="0"/>
              </a:rPr>
              <a:t> a gap </a:t>
            </a:r>
            <a:r>
              <a:rPr lang="es-ES" dirty="0" err="1">
                <a:solidFill>
                  <a:srgbClr val="000000"/>
                </a:solidFill>
                <a:effectLst/>
                <a:latin typeface="Helvetica" pitchFamily="2" charset="0"/>
              </a:rPr>
              <a:t>exists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between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evolution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pricings and </a:t>
            </a:r>
            <a:r>
              <a:rPr lang="es-ES" dirty="0" err="1">
                <a:solidFill>
                  <a:srgbClr val="000000"/>
                </a:solidFill>
                <a:effectLst/>
                <a:latin typeface="Helvetica" pitchFamily="2" charset="0"/>
              </a:rPr>
              <a:t>the</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current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industry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tooling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p:txBody>
      </p:sp>
      <p:sp>
        <p:nvSpPr>
          <p:cNvPr id="4" name="Marcador de número de diapositiva 3"/>
          <p:cNvSpPr>
            <a:spLocks noGrp="1"/>
          </p:cNvSpPr>
          <p:nvPr>
            <p:ph type="sldNum" sz="quarter" idx="5"/>
          </p:nvPr>
        </p:nvSpPr>
        <p:spPr/>
        <p:txBody>
          <a:bodyPr/>
          <a:lstStyle/>
          <a:p>
            <a:fld id="{E4DB20BF-CB95-4761-9F17-69DD67B5745F}" type="slidenum">
              <a:rPr lang="es-ES" smtClean="0"/>
              <a:t>19</a:t>
            </a:fld>
            <a:endParaRPr lang="es-ES"/>
          </a:p>
        </p:txBody>
      </p:sp>
    </p:spTree>
    <p:extLst>
      <p:ext uri="{BB962C8B-B14F-4D97-AF65-F5344CB8AC3E}">
        <p14:creationId xmlns:p14="http://schemas.microsoft.com/office/powerpoint/2010/main" val="2786204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E4B59-A560-D04A-1A74-AB9918F717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BD33F1-D57C-8D39-E755-0F68F2E3B54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2DF12F-AAE3-DA97-40D0-DB335F08CEBA}"/>
              </a:ext>
            </a:extLst>
          </p:cNvPr>
          <p:cNvSpPr>
            <a:spLocks noGrp="1"/>
          </p:cNvSpPr>
          <p:nvPr>
            <p:ph type="body" idx="1"/>
          </p:nvPr>
        </p:nvSpPr>
        <p:spPr/>
        <p:txBody>
          <a:bodyPr/>
          <a:lstStyle/>
          <a:p>
            <a:r>
              <a:rPr lang="es-ES" b="0" dirty="0"/>
              <a:t>Para este punto me deben quedar 5 minutos, por lo que explicaré muy brevemente las dos validaciones. En la primera contaré como he construido el caso práctico sobre </a:t>
            </a:r>
            <a:r>
              <a:rPr lang="es-ES" b="0" dirty="0" err="1"/>
              <a:t>petclinic</a:t>
            </a:r>
            <a:r>
              <a:rPr lang="es-ES" b="0" dirty="0"/>
              <a:t>, y en la segunda que los alumnos de PSG2 han hecho uso de las librerías desarrolladas para el primer caso de uso para integrar planes de precios de forma dinámica dentro de sus proyectos de curso, lo que nos ha permitido identificar algunos puntos de mejora que fijo como trabajo futuro durante el doctorado (solo señalaré los principales).</a:t>
            </a:r>
          </a:p>
        </p:txBody>
      </p:sp>
      <p:sp>
        <p:nvSpPr>
          <p:cNvPr id="4" name="Marcador de número de diapositiva 3">
            <a:extLst>
              <a:ext uri="{FF2B5EF4-FFF2-40B4-BE49-F238E27FC236}">
                <a16:creationId xmlns:a16="http://schemas.microsoft.com/office/drawing/2014/main" id="{509C4AB0-0774-6152-DB61-A32A8BEAEB1B}"/>
              </a:ext>
            </a:extLst>
          </p:cNvPr>
          <p:cNvSpPr>
            <a:spLocks noGrp="1"/>
          </p:cNvSpPr>
          <p:nvPr>
            <p:ph type="sldNum" sz="quarter" idx="5"/>
          </p:nvPr>
        </p:nvSpPr>
        <p:spPr/>
        <p:txBody>
          <a:bodyPr/>
          <a:lstStyle/>
          <a:p>
            <a:fld id="{E4DB20BF-CB95-4761-9F17-69DD67B5745F}" type="slidenum">
              <a:rPr lang="es-ES" smtClean="0"/>
              <a:t>20</a:t>
            </a:fld>
            <a:endParaRPr lang="es-ES"/>
          </a:p>
        </p:txBody>
      </p:sp>
    </p:spTree>
    <p:extLst>
      <p:ext uri="{BB962C8B-B14F-4D97-AF65-F5344CB8AC3E}">
        <p14:creationId xmlns:p14="http://schemas.microsoft.com/office/powerpoint/2010/main" val="1434608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807A4-3B44-177E-20FB-2C4FC23E52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4983F3-21C1-6D50-A744-E98271BA09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6D5E3B-E68E-535A-1404-43CC70BC53A3}"/>
              </a:ext>
            </a:extLst>
          </p:cNvPr>
          <p:cNvSpPr>
            <a:spLocks noGrp="1"/>
          </p:cNvSpPr>
          <p:nvPr>
            <p:ph type="body" idx="1"/>
          </p:nvPr>
        </p:nvSpPr>
        <p:spPr/>
        <p:txBody>
          <a:bodyPr/>
          <a:lstStyle/>
          <a:p>
            <a:r>
              <a:rPr lang="es-ES" b="0" dirty="0"/>
              <a:t>Para este punto me deben quedar 5 minutos, por lo que explicaré muy brevemente las dos validaciones. En la primera contaré como he construido el caso práctico sobre </a:t>
            </a:r>
            <a:r>
              <a:rPr lang="es-ES" b="0" dirty="0" err="1"/>
              <a:t>petclinic</a:t>
            </a:r>
            <a:r>
              <a:rPr lang="es-ES" b="0" dirty="0"/>
              <a:t>, y en la segunda que los alumnos de PSG2 han hecho uso de las librerías desarrolladas para el primer caso de uso para integrar planes de precios de forma dinámica dentro de sus proyectos de curso, lo que nos ha permitido identificar algunos puntos de mejora que fijo como trabajo futuro durante el doctorado (solo señalaré los principales).</a:t>
            </a:r>
          </a:p>
        </p:txBody>
      </p:sp>
      <p:sp>
        <p:nvSpPr>
          <p:cNvPr id="4" name="Marcador de número de diapositiva 3">
            <a:extLst>
              <a:ext uri="{FF2B5EF4-FFF2-40B4-BE49-F238E27FC236}">
                <a16:creationId xmlns:a16="http://schemas.microsoft.com/office/drawing/2014/main" id="{CCE83230-538F-78B2-2778-F3AF0753B94A}"/>
              </a:ext>
            </a:extLst>
          </p:cNvPr>
          <p:cNvSpPr>
            <a:spLocks noGrp="1"/>
          </p:cNvSpPr>
          <p:nvPr>
            <p:ph type="sldNum" sz="quarter" idx="5"/>
          </p:nvPr>
        </p:nvSpPr>
        <p:spPr/>
        <p:txBody>
          <a:bodyPr/>
          <a:lstStyle/>
          <a:p>
            <a:fld id="{E4DB20BF-CB95-4761-9F17-69DD67B5745F}" type="slidenum">
              <a:rPr lang="es-ES" smtClean="0"/>
              <a:t>21</a:t>
            </a:fld>
            <a:endParaRPr lang="es-ES"/>
          </a:p>
        </p:txBody>
      </p:sp>
    </p:spTree>
    <p:extLst>
      <p:ext uri="{BB962C8B-B14F-4D97-AF65-F5344CB8AC3E}">
        <p14:creationId xmlns:p14="http://schemas.microsoft.com/office/powerpoint/2010/main" val="1289424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8E1EA-7F85-37EB-61D1-216B17E73E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CBC071-EC1C-987C-9457-EF4FE6908E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5F4EE4-5F1A-443F-E303-9A18FC8A4ECE}"/>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are </a:t>
            </a:r>
            <a:r>
              <a:rPr lang="es-ES" dirty="0" err="1">
                <a:solidFill>
                  <a:srgbClr val="000000"/>
                </a:solidFill>
                <a:effectLst/>
                <a:latin typeface="Helvetica" pitchFamily="2" charset="0"/>
              </a:rPr>
              <a:t>experimenting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an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exponential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rise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due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a:t>
            </a:r>
            <a:endParaRPr lang="es-ES" dirty="0">
              <a:solidFill>
                <a:srgbClr val="000000"/>
              </a:solidFill>
              <a:effectLst/>
              <a:latin typeface="Helvetica" pitchFamily="2" charset="0"/>
            </a:endParaRPr>
          </a:p>
          <a:p>
            <a:r>
              <a:rPr lang="es-ES" dirty="0">
                <a:solidFill>
                  <a:srgbClr val="000000"/>
                </a:solidFill>
                <a:effectLst/>
                <a:latin typeface="Helvetica" pitchFamily="2" charset="0"/>
              </a:rPr>
              <a:t>in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of add-ons.</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GROWTH</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expanding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size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making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management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pricings</a:t>
            </a:r>
            <a:r>
              <a:rPr lang="es-ES" dirty="0">
                <a:solidFill>
                  <a:srgbClr val="000000"/>
                </a:solidFill>
                <a:effectLst/>
                <a:latin typeface="Helvetica" pitchFamily="2" charset="0"/>
              </a:rPr>
              <a:t> more </a:t>
            </a:r>
            <a:r>
              <a:rPr lang="es-ES" dirty="0" err="1">
                <a:solidFill>
                  <a:srgbClr val="000000"/>
                </a:solidFill>
                <a:effectLst/>
                <a:latin typeface="Helvetica" pitchFamily="2" charset="0"/>
              </a:rPr>
              <a:t>challenging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a:t>
            </a: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Mann-</a:t>
            </a:r>
            <a:r>
              <a:rPr lang="es-ES" dirty="0" err="1">
                <a:solidFill>
                  <a:srgbClr val="000000"/>
                </a:solidFill>
                <a:effectLst/>
                <a:latin typeface="Helvetica" pitchFamily="2" charset="0"/>
              </a:rPr>
              <a:t>WhitneyUtests,were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conducted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based</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results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normality</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homoscedasticity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compare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plans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between</a:t>
            </a:r>
            <a:r>
              <a:rPr lang="es-ES" dirty="0">
                <a:solidFill>
                  <a:srgbClr val="000000"/>
                </a:solidFill>
                <a:effectLst/>
                <a:latin typeface="Helvetica" pitchFamily="2" charset="0"/>
              </a:rPr>
              <a:t> 2019 and 2024.</a:t>
            </a:r>
          </a:p>
          <a:p>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differences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statistically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significant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across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compared</a:t>
            </a:r>
            <a:r>
              <a:rPr lang="es-ES" dirty="0">
                <a:solidFill>
                  <a:srgbClr val="000000"/>
                </a:solidFill>
                <a:effectLst/>
                <a:latin typeface="Helvetica" pitchFamily="2" charset="0"/>
              </a:rPr>
              <a:t> magnitudes</a:t>
            </a:r>
          </a:p>
          <a:p>
            <a:endParaRPr lang="es-ES" dirty="0">
              <a:solidFill>
                <a:srgbClr val="000000"/>
              </a:solidFill>
              <a:effectLst/>
              <a:latin typeface="Helvetica" pitchFamily="2" charset="0"/>
            </a:endParaRPr>
          </a:p>
        </p:txBody>
      </p:sp>
      <p:sp>
        <p:nvSpPr>
          <p:cNvPr id="4" name="Marcador de número de diapositiva 3">
            <a:extLst>
              <a:ext uri="{FF2B5EF4-FFF2-40B4-BE49-F238E27FC236}">
                <a16:creationId xmlns:a16="http://schemas.microsoft.com/office/drawing/2014/main" id="{D19ED33B-F598-D34E-8902-95C27BE1B182}"/>
              </a:ext>
            </a:extLst>
          </p:cNvPr>
          <p:cNvSpPr>
            <a:spLocks noGrp="1"/>
          </p:cNvSpPr>
          <p:nvPr>
            <p:ph type="sldNum" sz="quarter" idx="5"/>
          </p:nvPr>
        </p:nvSpPr>
        <p:spPr/>
        <p:txBody>
          <a:bodyPr/>
          <a:lstStyle/>
          <a:p>
            <a:fld id="{E4DB20BF-CB95-4761-9F17-69DD67B5745F}" type="slidenum">
              <a:rPr lang="es-ES" smtClean="0"/>
              <a:t>22</a:t>
            </a:fld>
            <a:endParaRPr lang="es-ES"/>
          </a:p>
        </p:txBody>
      </p:sp>
    </p:spTree>
    <p:extLst>
      <p:ext uri="{BB962C8B-B14F-4D97-AF65-F5344CB8AC3E}">
        <p14:creationId xmlns:p14="http://schemas.microsoft.com/office/powerpoint/2010/main" val="2403967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DA3FA-AE9A-0564-1E65-96959DF5A5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ED7A68-2AAB-A5FF-2BB5-6DD469EAD5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B1B427-627B-A254-B710-F755BB09608F}"/>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are </a:t>
            </a:r>
            <a:r>
              <a:rPr lang="es-ES" dirty="0" err="1">
                <a:solidFill>
                  <a:srgbClr val="000000"/>
                </a:solidFill>
                <a:effectLst/>
                <a:latin typeface="Helvetica" pitchFamily="2" charset="0"/>
              </a:rPr>
              <a:t>experimenting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an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exponential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rise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due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a:t>
            </a:r>
            <a:endParaRPr lang="es-ES" dirty="0">
              <a:solidFill>
                <a:srgbClr val="000000"/>
              </a:solidFill>
              <a:effectLst/>
              <a:latin typeface="Helvetica" pitchFamily="2" charset="0"/>
            </a:endParaRPr>
          </a:p>
          <a:p>
            <a:r>
              <a:rPr lang="es-ES" dirty="0">
                <a:solidFill>
                  <a:srgbClr val="000000"/>
                </a:solidFill>
                <a:effectLst/>
                <a:latin typeface="Helvetica" pitchFamily="2" charset="0"/>
              </a:rPr>
              <a:t>in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expanding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size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making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management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pricings</a:t>
            </a:r>
            <a:r>
              <a:rPr lang="es-ES" dirty="0">
                <a:solidFill>
                  <a:srgbClr val="000000"/>
                </a:solidFill>
                <a:effectLst/>
                <a:latin typeface="Helvetica" pitchFamily="2" charset="0"/>
              </a:rPr>
              <a:t> more </a:t>
            </a:r>
            <a:r>
              <a:rPr lang="es-ES" dirty="0" err="1">
                <a:solidFill>
                  <a:srgbClr val="000000"/>
                </a:solidFill>
                <a:effectLst/>
                <a:latin typeface="Helvetica" pitchFamily="2" charset="0"/>
              </a:rPr>
              <a:t>challenging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a:t>
            </a: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Mann-</a:t>
            </a:r>
            <a:r>
              <a:rPr lang="es-ES" dirty="0" err="1">
                <a:solidFill>
                  <a:srgbClr val="000000"/>
                </a:solidFill>
                <a:effectLst/>
                <a:latin typeface="Helvetica" pitchFamily="2" charset="0"/>
              </a:rPr>
              <a:t>WhitneyUtests,were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conducted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based</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results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normality</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homoscedasticity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compare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plans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between</a:t>
            </a:r>
            <a:r>
              <a:rPr lang="es-ES" dirty="0">
                <a:solidFill>
                  <a:srgbClr val="000000"/>
                </a:solidFill>
                <a:effectLst/>
                <a:latin typeface="Helvetica" pitchFamily="2" charset="0"/>
              </a:rPr>
              <a:t> 2019 and 2024.</a:t>
            </a:r>
          </a:p>
          <a:p>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differences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statistically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significant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across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compared</a:t>
            </a:r>
            <a:r>
              <a:rPr lang="es-ES" dirty="0">
                <a:solidFill>
                  <a:srgbClr val="000000"/>
                </a:solidFill>
                <a:effectLst/>
                <a:latin typeface="Helvetica" pitchFamily="2" charset="0"/>
              </a:rPr>
              <a:t> magnitudes</a:t>
            </a:r>
          </a:p>
          <a:p>
            <a:endParaRPr lang="es-ES" dirty="0">
              <a:solidFill>
                <a:srgbClr val="000000"/>
              </a:solidFill>
              <a:effectLst/>
              <a:latin typeface="Helvetica" pitchFamily="2" charset="0"/>
            </a:endParaRPr>
          </a:p>
        </p:txBody>
      </p:sp>
      <p:sp>
        <p:nvSpPr>
          <p:cNvPr id="4" name="Marcador de número de diapositiva 3">
            <a:extLst>
              <a:ext uri="{FF2B5EF4-FFF2-40B4-BE49-F238E27FC236}">
                <a16:creationId xmlns:a16="http://schemas.microsoft.com/office/drawing/2014/main" id="{460BDD8A-B9F9-4415-1EF4-7311956EE93D}"/>
              </a:ext>
            </a:extLst>
          </p:cNvPr>
          <p:cNvSpPr>
            <a:spLocks noGrp="1"/>
          </p:cNvSpPr>
          <p:nvPr>
            <p:ph type="sldNum" sz="quarter" idx="5"/>
          </p:nvPr>
        </p:nvSpPr>
        <p:spPr/>
        <p:txBody>
          <a:bodyPr/>
          <a:lstStyle/>
          <a:p>
            <a:fld id="{E4DB20BF-CB95-4761-9F17-69DD67B5745F}" type="slidenum">
              <a:rPr lang="es-ES" smtClean="0"/>
              <a:t>23</a:t>
            </a:fld>
            <a:endParaRPr lang="es-ES"/>
          </a:p>
        </p:txBody>
      </p:sp>
    </p:spTree>
    <p:extLst>
      <p:ext uri="{BB962C8B-B14F-4D97-AF65-F5344CB8AC3E}">
        <p14:creationId xmlns:p14="http://schemas.microsoft.com/office/powerpoint/2010/main" val="17965904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B2936-279B-8B6E-AB80-1426001F846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E46BC3E-662F-1942-F1AB-6AC2EF6578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CF1C34B-324A-ABBD-E57C-9B6CB5FBB355}"/>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are </a:t>
            </a:r>
            <a:r>
              <a:rPr lang="es-ES" dirty="0" err="1">
                <a:solidFill>
                  <a:srgbClr val="000000"/>
                </a:solidFill>
                <a:effectLst/>
                <a:latin typeface="Helvetica" pitchFamily="2" charset="0"/>
              </a:rPr>
              <a:t>experimenting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an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exponential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rise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due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a:t>
            </a:r>
            <a:endParaRPr lang="es-ES" dirty="0">
              <a:solidFill>
                <a:srgbClr val="000000"/>
              </a:solidFill>
              <a:effectLst/>
              <a:latin typeface="Helvetica" pitchFamily="2" charset="0"/>
            </a:endParaRPr>
          </a:p>
          <a:p>
            <a:r>
              <a:rPr lang="es-ES" dirty="0">
                <a:solidFill>
                  <a:srgbClr val="000000"/>
                </a:solidFill>
                <a:effectLst/>
                <a:latin typeface="Helvetica" pitchFamily="2" charset="0"/>
              </a:rPr>
              <a:t>in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expanding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size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making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management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pricings</a:t>
            </a:r>
            <a:r>
              <a:rPr lang="es-ES" dirty="0">
                <a:solidFill>
                  <a:srgbClr val="000000"/>
                </a:solidFill>
                <a:effectLst/>
                <a:latin typeface="Helvetica" pitchFamily="2" charset="0"/>
              </a:rPr>
              <a:t> more </a:t>
            </a:r>
            <a:r>
              <a:rPr lang="es-ES" dirty="0" err="1">
                <a:solidFill>
                  <a:srgbClr val="000000"/>
                </a:solidFill>
                <a:effectLst/>
                <a:latin typeface="Helvetica" pitchFamily="2" charset="0"/>
              </a:rPr>
              <a:t>challenging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a:t>
            </a: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Mann-</a:t>
            </a:r>
            <a:r>
              <a:rPr lang="es-ES" dirty="0" err="1">
                <a:solidFill>
                  <a:srgbClr val="000000"/>
                </a:solidFill>
                <a:effectLst/>
                <a:latin typeface="Helvetica" pitchFamily="2" charset="0"/>
              </a:rPr>
              <a:t>WhitneyUtests,were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conducted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based</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results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normality</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homoscedasticity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compare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plans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between</a:t>
            </a:r>
            <a:r>
              <a:rPr lang="es-ES" dirty="0">
                <a:solidFill>
                  <a:srgbClr val="000000"/>
                </a:solidFill>
                <a:effectLst/>
                <a:latin typeface="Helvetica" pitchFamily="2" charset="0"/>
              </a:rPr>
              <a:t> 2019 and 2024.</a:t>
            </a:r>
          </a:p>
          <a:p>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differences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statistically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significant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across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compared</a:t>
            </a:r>
            <a:r>
              <a:rPr lang="es-ES" dirty="0">
                <a:solidFill>
                  <a:srgbClr val="000000"/>
                </a:solidFill>
                <a:effectLst/>
                <a:latin typeface="Helvetica" pitchFamily="2" charset="0"/>
              </a:rPr>
              <a:t> magnitudes</a:t>
            </a:r>
          </a:p>
          <a:p>
            <a:endParaRPr lang="es-ES" dirty="0">
              <a:solidFill>
                <a:srgbClr val="000000"/>
              </a:solidFill>
              <a:effectLst/>
              <a:latin typeface="Helvetica" pitchFamily="2" charset="0"/>
            </a:endParaRPr>
          </a:p>
        </p:txBody>
      </p:sp>
      <p:sp>
        <p:nvSpPr>
          <p:cNvPr id="4" name="Marcador de número de diapositiva 3">
            <a:extLst>
              <a:ext uri="{FF2B5EF4-FFF2-40B4-BE49-F238E27FC236}">
                <a16:creationId xmlns:a16="http://schemas.microsoft.com/office/drawing/2014/main" id="{037FD115-A764-0532-ABD3-976AB0DACF64}"/>
              </a:ext>
            </a:extLst>
          </p:cNvPr>
          <p:cNvSpPr>
            <a:spLocks noGrp="1"/>
          </p:cNvSpPr>
          <p:nvPr>
            <p:ph type="sldNum" sz="quarter" idx="5"/>
          </p:nvPr>
        </p:nvSpPr>
        <p:spPr/>
        <p:txBody>
          <a:bodyPr/>
          <a:lstStyle/>
          <a:p>
            <a:fld id="{E4DB20BF-CB95-4761-9F17-69DD67B5745F}" type="slidenum">
              <a:rPr lang="es-ES" smtClean="0"/>
              <a:t>24</a:t>
            </a:fld>
            <a:endParaRPr lang="es-ES"/>
          </a:p>
        </p:txBody>
      </p:sp>
    </p:spTree>
    <p:extLst>
      <p:ext uri="{BB962C8B-B14F-4D97-AF65-F5344CB8AC3E}">
        <p14:creationId xmlns:p14="http://schemas.microsoft.com/office/powerpoint/2010/main" val="709761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D0989-DE8A-AFAD-3FA1-F9638E2816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401EF1-E021-72F8-F555-40E5AA872E5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FD55A4-B31D-A6DB-31A9-A6258735CE6A}"/>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are </a:t>
            </a:r>
            <a:r>
              <a:rPr lang="es-ES" dirty="0" err="1">
                <a:solidFill>
                  <a:srgbClr val="000000"/>
                </a:solidFill>
                <a:effectLst/>
                <a:latin typeface="Helvetica" pitchFamily="2" charset="0"/>
              </a:rPr>
              <a:t>experimenting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an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exponential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rise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due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a:t>
            </a:r>
            <a:endParaRPr lang="es-ES" dirty="0">
              <a:solidFill>
                <a:srgbClr val="000000"/>
              </a:solidFill>
              <a:effectLst/>
              <a:latin typeface="Helvetica" pitchFamily="2" charset="0"/>
            </a:endParaRPr>
          </a:p>
          <a:p>
            <a:r>
              <a:rPr lang="es-ES" dirty="0">
                <a:solidFill>
                  <a:srgbClr val="000000"/>
                </a:solidFill>
                <a:effectLst/>
                <a:latin typeface="Helvetica" pitchFamily="2" charset="0"/>
              </a:rPr>
              <a:t>in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expanding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size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making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management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pricings</a:t>
            </a:r>
            <a:r>
              <a:rPr lang="es-ES" dirty="0">
                <a:solidFill>
                  <a:srgbClr val="000000"/>
                </a:solidFill>
                <a:effectLst/>
                <a:latin typeface="Helvetica" pitchFamily="2" charset="0"/>
              </a:rPr>
              <a:t> more </a:t>
            </a:r>
            <a:r>
              <a:rPr lang="es-ES" dirty="0" err="1">
                <a:solidFill>
                  <a:srgbClr val="000000"/>
                </a:solidFill>
                <a:effectLst/>
                <a:latin typeface="Helvetica" pitchFamily="2" charset="0"/>
              </a:rPr>
              <a:t>challenging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a:t>
            </a: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Mann-</a:t>
            </a:r>
            <a:r>
              <a:rPr lang="es-ES" dirty="0" err="1">
                <a:solidFill>
                  <a:srgbClr val="000000"/>
                </a:solidFill>
                <a:effectLst/>
                <a:latin typeface="Helvetica" pitchFamily="2" charset="0"/>
              </a:rPr>
              <a:t>WhitneyUtests,were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conducted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based</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results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normality</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homoscedasticity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compare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plans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between</a:t>
            </a:r>
            <a:r>
              <a:rPr lang="es-ES" dirty="0">
                <a:solidFill>
                  <a:srgbClr val="000000"/>
                </a:solidFill>
                <a:effectLst/>
                <a:latin typeface="Helvetica" pitchFamily="2" charset="0"/>
              </a:rPr>
              <a:t> 2019 and 2024.</a:t>
            </a:r>
          </a:p>
          <a:p>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differences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statistically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significant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across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compared</a:t>
            </a:r>
            <a:r>
              <a:rPr lang="es-ES" dirty="0">
                <a:solidFill>
                  <a:srgbClr val="000000"/>
                </a:solidFill>
                <a:effectLst/>
                <a:latin typeface="Helvetica" pitchFamily="2" charset="0"/>
              </a:rPr>
              <a:t> magnitudes</a:t>
            </a:r>
          </a:p>
          <a:p>
            <a:endParaRPr lang="es-ES" dirty="0">
              <a:solidFill>
                <a:srgbClr val="000000"/>
              </a:solidFill>
              <a:effectLst/>
              <a:latin typeface="Helvetica" pitchFamily="2" charset="0"/>
            </a:endParaRPr>
          </a:p>
        </p:txBody>
      </p:sp>
      <p:sp>
        <p:nvSpPr>
          <p:cNvPr id="4" name="Marcador de número de diapositiva 3">
            <a:extLst>
              <a:ext uri="{FF2B5EF4-FFF2-40B4-BE49-F238E27FC236}">
                <a16:creationId xmlns:a16="http://schemas.microsoft.com/office/drawing/2014/main" id="{EA1D70CE-C073-8E9F-78AE-6F26EFFF6114}"/>
              </a:ext>
            </a:extLst>
          </p:cNvPr>
          <p:cNvSpPr>
            <a:spLocks noGrp="1"/>
          </p:cNvSpPr>
          <p:nvPr>
            <p:ph type="sldNum" sz="quarter" idx="5"/>
          </p:nvPr>
        </p:nvSpPr>
        <p:spPr/>
        <p:txBody>
          <a:bodyPr/>
          <a:lstStyle/>
          <a:p>
            <a:fld id="{E4DB20BF-CB95-4761-9F17-69DD67B5745F}" type="slidenum">
              <a:rPr lang="es-ES" smtClean="0"/>
              <a:t>25</a:t>
            </a:fld>
            <a:endParaRPr lang="es-ES"/>
          </a:p>
        </p:txBody>
      </p:sp>
    </p:spTree>
    <p:extLst>
      <p:ext uri="{BB962C8B-B14F-4D97-AF65-F5344CB8AC3E}">
        <p14:creationId xmlns:p14="http://schemas.microsoft.com/office/powerpoint/2010/main" val="411067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488E0-3EE7-0670-2FD6-DC0C4F5AA7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5DF78D-D5E0-C24B-292E-FDC7D137DA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5C332B-F70A-7007-C064-3D4580FD67C0}"/>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are </a:t>
            </a:r>
            <a:r>
              <a:rPr lang="es-ES" dirty="0" err="1">
                <a:solidFill>
                  <a:srgbClr val="000000"/>
                </a:solidFill>
                <a:effectLst/>
                <a:latin typeface="Helvetica" pitchFamily="2" charset="0"/>
              </a:rPr>
              <a:t>experimenting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an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exponential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rise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due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a:t>
            </a:r>
            <a:endParaRPr lang="es-ES" dirty="0">
              <a:solidFill>
                <a:srgbClr val="000000"/>
              </a:solidFill>
              <a:effectLst/>
              <a:latin typeface="Helvetica" pitchFamily="2" charset="0"/>
            </a:endParaRPr>
          </a:p>
          <a:p>
            <a:r>
              <a:rPr lang="es-ES" dirty="0">
                <a:solidFill>
                  <a:srgbClr val="000000"/>
                </a:solidFill>
                <a:effectLst/>
                <a:latin typeface="Helvetica" pitchFamily="2" charset="0"/>
              </a:rPr>
              <a:t>in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expanding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size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making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management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pricings</a:t>
            </a:r>
            <a:r>
              <a:rPr lang="es-ES" dirty="0">
                <a:solidFill>
                  <a:srgbClr val="000000"/>
                </a:solidFill>
                <a:effectLst/>
                <a:latin typeface="Helvetica" pitchFamily="2" charset="0"/>
              </a:rPr>
              <a:t> more </a:t>
            </a:r>
            <a:r>
              <a:rPr lang="es-ES" dirty="0" err="1">
                <a:solidFill>
                  <a:srgbClr val="000000"/>
                </a:solidFill>
                <a:effectLst/>
                <a:latin typeface="Helvetica" pitchFamily="2" charset="0"/>
              </a:rPr>
              <a:t>challenging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a:t>
            </a: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Mann-</a:t>
            </a:r>
            <a:r>
              <a:rPr lang="es-ES" dirty="0" err="1">
                <a:solidFill>
                  <a:srgbClr val="000000"/>
                </a:solidFill>
                <a:effectLst/>
                <a:latin typeface="Helvetica" pitchFamily="2" charset="0"/>
              </a:rPr>
              <a:t>WhitneyUtests,were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conducted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based</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results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normality</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homoscedasticity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compare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plans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between</a:t>
            </a:r>
            <a:r>
              <a:rPr lang="es-ES" dirty="0">
                <a:solidFill>
                  <a:srgbClr val="000000"/>
                </a:solidFill>
                <a:effectLst/>
                <a:latin typeface="Helvetica" pitchFamily="2" charset="0"/>
              </a:rPr>
              <a:t> 2019 and 2024.</a:t>
            </a:r>
          </a:p>
          <a:p>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differences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statistically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significant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across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compared</a:t>
            </a:r>
            <a:r>
              <a:rPr lang="es-ES" dirty="0">
                <a:solidFill>
                  <a:srgbClr val="000000"/>
                </a:solidFill>
                <a:effectLst/>
                <a:latin typeface="Helvetica" pitchFamily="2" charset="0"/>
              </a:rPr>
              <a:t> magnitudes</a:t>
            </a:r>
          </a:p>
          <a:p>
            <a:endParaRPr lang="es-ES" dirty="0">
              <a:solidFill>
                <a:srgbClr val="000000"/>
              </a:solidFill>
              <a:effectLst/>
              <a:latin typeface="Helvetica" pitchFamily="2" charset="0"/>
            </a:endParaRPr>
          </a:p>
        </p:txBody>
      </p:sp>
      <p:sp>
        <p:nvSpPr>
          <p:cNvPr id="4" name="Marcador de número de diapositiva 3">
            <a:extLst>
              <a:ext uri="{FF2B5EF4-FFF2-40B4-BE49-F238E27FC236}">
                <a16:creationId xmlns:a16="http://schemas.microsoft.com/office/drawing/2014/main" id="{D67263B4-51D4-5696-8603-3A4BF7C0BF9E}"/>
              </a:ext>
            </a:extLst>
          </p:cNvPr>
          <p:cNvSpPr>
            <a:spLocks noGrp="1"/>
          </p:cNvSpPr>
          <p:nvPr>
            <p:ph type="sldNum" sz="quarter" idx="5"/>
          </p:nvPr>
        </p:nvSpPr>
        <p:spPr/>
        <p:txBody>
          <a:bodyPr/>
          <a:lstStyle/>
          <a:p>
            <a:fld id="{E4DB20BF-CB95-4761-9F17-69DD67B5745F}" type="slidenum">
              <a:rPr lang="es-ES" smtClean="0"/>
              <a:t>26</a:t>
            </a:fld>
            <a:endParaRPr lang="es-ES"/>
          </a:p>
        </p:txBody>
      </p:sp>
    </p:spTree>
    <p:extLst>
      <p:ext uri="{BB962C8B-B14F-4D97-AF65-F5344CB8AC3E}">
        <p14:creationId xmlns:p14="http://schemas.microsoft.com/office/powerpoint/2010/main" val="27755708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3209-5F74-8BEB-E4A9-CEE320F367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079120-5D6D-7B9D-F2C2-7C2772B82E6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B6182D-1DBC-36C7-A949-B89E4E5DDCFB}"/>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Configuration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 are </a:t>
            </a:r>
            <a:r>
              <a:rPr lang="es-ES" dirty="0" err="1">
                <a:solidFill>
                  <a:srgbClr val="000000"/>
                </a:solidFill>
                <a:effectLst/>
                <a:latin typeface="Helvetica" pitchFamily="2" charset="0"/>
              </a:rPr>
              <a:t>experimenting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an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exponential</a:t>
            </a:r>
            <a:r>
              <a:rPr lang="es-ES" dirty="0">
                <a:solidFill>
                  <a:srgbClr val="000000"/>
                </a:solidFill>
                <a:effectLst/>
                <a:latin typeface="Helvetica" pitchFamily="2" charset="0"/>
              </a:rPr>
              <a:t> </a:t>
            </a:r>
            <a:r>
              <a:rPr lang="es-ES" dirty="0" err="1">
                <a:solidFill>
                  <a:srgbClr val="000000"/>
                </a:solidFill>
                <a:effectLst/>
                <a:latin typeface="Helvetica" pitchFamily="2" charset="0"/>
              </a:rPr>
              <a:t>rise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due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increase</a:t>
            </a:r>
            <a:endParaRPr lang="es-ES" dirty="0">
              <a:solidFill>
                <a:srgbClr val="000000"/>
              </a:solidFill>
              <a:effectLst/>
              <a:latin typeface="Helvetica" pitchFamily="2" charset="0"/>
            </a:endParaRPr>
          </a:p>
          <a:p>
            <a:r>
              <a:rPr lang="es-ES" dirty="0">
                <a:solidFill>
                  <a:srgbClr val="000000"/>
                </a:solidFill>
                <a:effectLst/>
                <a:latin typeface="Helvetica" pitchFamily="2" charset="0"/>
              </a:rPr>
              <a:t>in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increasing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is</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expanding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size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spaces</a:t>
            </a:r>
            <a:r>
              <a:rPr lang="es-ES" dirty="0">
                <a:solidFill>
                  <a:srgbClr val="000000"/>
                </a:solidFill>
                <a:effectLst/>
                <a:latin typeface="Helvetica" pitchFamily="2" charset="0"/>
              </a:rPr>
              <a:t>,</a:t>
            </a:r>
          </a:p>
          <a:p>
            <a:r>
              <a:rPr lang="es-ES" dirty="0" err="1">
                <a:solidFill>
                  <a:srgbClr val="000000"/>
                </a:solidFill>
                <a:effectLst/>
                <a:latin typeface="Helvetica" pitchFamily="2" charset="0"/>
              </a:rPr>
              <a:t>making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management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SaaS </a:t>
            </a:r>
            <a:r>
              <a:rPr lang="es-ES" dirty="0" err="1">
                <a:solidFill>
                  <a:srgbClr val="000000"/>
                </a:solidFill>
                <a:effectLst/>
                <a:latin typeface="Helvetica" pitchFamily="2" charset="0"/>
              </a:rPr>
              <a:t>pricings</a:t>
            </a:r>
            <a:r>
              <a:rPr lang="es-ES" dirty="0">
                <a:solidFill>
                  <a:srgbClr val="000000"/>
                </a:solidFill>
                <a:effectLst/>
                <a:latin typeface="Helvetica" pitchFamily="2" charset="0"/>
              </a:rPr>
              <a:t> more </a:t>
            </a:r>
            <a:r>
              <a:rPr lang="es-ES" dirty="0" err="1">
                <a:solidFill>
                  <a:srgbClr val="000000"/>
                </a:solidFill>
                <a:effectLst/>
                <a:latin typeface="Helvetica" pitchFamily="2" charset="0"/>
              </a:rPr>
              <a:t>challenging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a:t>
            </a: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Mann-</a:t>
            </a:r>
            <a:r>
              <a:rPr lang="es-ES" dirty="0" err="1">
                <a:solidFill>
                  <a:srgbClr val="000000"/>
                </a:solidFill>
                <a:effectLst/>
                <a:latin typeface="Helvetica" pitchFamily="2" charset="0"/>
              </a:rPr>
              <a:t>WhitneyUtests,were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conducted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based</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results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normality</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homoscedasticity</a:t>
            </a:r>
            <a:r>
              <a:rPr lang="es-ES" dirty="0">
                <a:solidFill>
                  <a:srgbClr val="000000"/>
                </a:solidFill>
                <a:effectLst/>
                <a:latin typeface="Helvetica" pitchFamily="2" charset="0"/>
              </a:rPr>
              <a:t> </a:t>
            </a:r>
            <a:r>
              <a:rPr lang="es-ES" dirty="0" err="1">
                <a:solidFill>
                  <a:srgbClr val="000000"/>
                </a:solidFill>
                <a:effectLst/>
                <a:latin typeface="Helvetica" pitchFamily="2" charset="0"/>
              </a:rPr>
              <a:t>tests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compare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number</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plans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features</a:t>
            </a:r>
            <a:r>
              <a:rPr lang="es-ES" dirty="0">
                <a:solidFill>
                  <a:srgbClr val="000000"/>
                </a:solidFill>
                <a:effectLst/>
                <a:latin typeface="Helvetica" pitchFamily="2" charset="0"/>
              </a:rPr>
              <a:t>, and </a:t>
            </a:r>
            <a:r>
              <a:rPr lang="es-ES" dirty="0" err="1">
                <a:solidFill>
                  <a:srgbClr val="000000"/>
                </a:solidFill>
                <a:effectLst/>
                <a:latin typeface="Helvetica" pitchFamily="2" charset="0"/>
              </a:rPr>
              <a:t>add-ons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between</a:t>
            </a:r>
            <a:r>
              <a:rPr lang="es-ES" dirty="0">
                <a:solidFill>
                  <a:srgbClr val="000000"/>
                </a:solidFill>
                <a:effectLst/>
                <a:latin typeface="Helvetica" pitchFamily="2" charset="0"/>
              </a:rPr>
              <a:t> 2019 and 2024.</a:t>
            </a:r>
          </a:p>
          <a:p>
            <a:endParaRPr lang="es-ES" dirty="0">
              <a:solidFill>
                <a:srgbClr val="000000"/>
              </a:solidFill>
              <a:effectLst/>
              <a:latin typeface="Helvetica" pitchFamily="2" charset="0"/>
            </a:endParaRPr>
          </a:p>
          <a:p>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differences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were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statistically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significant</a:t>
            </a:r>
            <a:r>
              <a:rPr lang="es-ES" dirty="0">
                <a:solidFill>
                  <a:srgbClr val="000000"/>
                </a:solidFill>
                <a:effectLst/>
                <a:latin typeface="Helvetica" pitchFamily="2" charset="0"/>
              </a:rPr>
              <a:t> </a:t>
            </a:r>
            <a:r>
              <a:rPr lang="es-ES" dirty="0" err="1">
                <a:solidFill>
                  <a:srgbClr val="000000"/>
                </a:solidFill>
                <a:effectLst/>
                <a:latin typeface="Helvetica" pitchFamily="2" charset="0"/>
              </a:rPr>
              <a:t>across</a:t>
            </a:r>
            <a:r>
              <a:rPr lang="es-ES" dirty="0">
                <a:solidFill>
                  <a:srgbClr val="000000"/>
                </a:solidFill>
                <a:effectLst/>
                <a:latin typeface="Helvetica" pitchFamily="2" charset="0"/>
              </a:rPr>
              <a:t> </a:t>
            </a:r>
            <a:r>
              <a:rPr lang="es-ES" dirty="0" err="1">
                <a:solidFill>
                  <a:srgbClr val="000000"/>
                </a:solidFill>
                <a:effectLst/>
                <a:latin typeface="Helvetica" pitchFamily="2" charset="0"/>
              </a:rPr>
              <a:t>all</a:t>
            </a:r>
            <a:r>
              <a:rPr lang="es-ES" dirty="0">
                <a:solidFill>
                  <a:srgbClr val="000000"/>
                </a:solidFill>
                <a:effectLst/>
                <a:latin typeface="Helvetica" pitchFamily="2" charset="0"/>
              </a:rPr>
              <a:t> </a:t>
            </a:r>
            <a:r>
              <a:rPr lang="es-ES" dirty="0" err="1">
                <a:solidFill>
                  <a:srgbClr val="000000"/>
                </a:solidFill>
                <a:effectLst/>
                <a:latin typeface="Helvetica" pitchFamily="2" charset="0"/>
              </a:rPr>
              <a:t>compared</a:t>
            </a:r>
            <a:r>
              <a:rPr lang="es-ES" dirty="0">
                <a:solidFill>
                  <a:srgbClr val="000000"/>
                </a:solidFill>
                <a:effectLst/>
                <a:latin typeface="Helvetica" pitchFamily="2" charset="0"/>
              </a:rPr>
              <a:t> magnitudes</a:t>
            </a:r>
          </a:p>
          <a:p>
            <a:endParaRPr lang="es-ES" dirty="0">
              <a:solidFill>
                <a:srgbClr val="000000"/>
              </a:solidFill>
              <a:effectLst/>
              <a:latin typeface="Helvetica" pitchFamily="2" charset="0"/>
            </a:endParaRPr>
          </a:p>
        </p:txBody>
      </p:sp>
      <p:sp>
        <p:nvSpPr>
          <p:cNvPr id="4" name="Marcador de número de diapositiva 3">
            <a:extLst>
              <a:ext uri="{FF2B5EF4-FFF2-40B4-BE49-F238E27FC236}">
                <a16:creationId xmlns:a16="http://schemas.microsoft.com/office/drawing/2014/main" id="{57FB688F-0672-317C-6C0A-A32017106EB1}"/>
              </a:ext>
            </a:extLst>
          </p:cNvPr>
          <p:cNvSpPr>
            <a:spLocks noGrp="1"/>
          </p:cNvSpPr>
          <p:nvPr>
            <p:ph type="sldNum" sz="quarter" idx="5"/>
          </p:nvPr>
        </p:nvSpPr>
        <p:spPr/>
        <p:txBody>
          <a:bodyPr/>
          <a:lstStyle/>
          <a:p>
            <a:fld id="{E4DB20BF-CB95-4761-9F17-69DD67B5745F}" type="slidenum">
              <a:rPr lang="es-ES" smtClean="0"/>
              <a:t>27</a:t>
            </a:fld>
            <a:endParaRPr lang="es-ES"/>
          </a:p>
        </p:txBody>
      </p:sp>
    </p:spTree>
    <p:extLst>
      <p:ext uri="{BB962C8B-B14F-4D97-AF65-F5344CB8AC3E}">
        <p14:creationId xmlns:p14="http://schemas.microsoft.com/office/powerpoint/2010/main" val="3492564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FA480-A13B-5DBD-3D78-884E41D8C9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C37691-DE2D-235D-B687-886019A5E7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928A48-636D-F54A-B6E3-0142215BF82F}"/>
              </a:ext>
            </a:extLst>
          </p:cNvPr>
          <p:cNvSpPr>
            <a:spLocks noGrp="1"/>
          </p:cNvSpPr>
          <p:nvPr>
            <p:ph type="body" idx="1"/>
          </p:nvPr>
        </p:nvSpPr>
        <p:spPr/>
        <p:txBody>
          <a:bodyPr/>
          <a:lstStyle/>
          <a:p>
            <a:r>
              <a:rPr lang="es-ES" b="0" dirty="0"/>
              <a:t>Para este punto me deben quedar 5 minutos, por lo que explicaré muy brevemente las dos validaciones. En la primera contaré como he construido el caso práctico sobre </a:t>
            </a:r>
            <a:r>
              <a:rPr lang="es-ES" b="0" dirty="0" err="1"/>
              <a:t>petclinic</a:t>
            </a:r>
            <a:r>
              <a:rPr lang="es-ES" b="0" dirty="0"/>
              <a:t>, y en la segunda que los alumnos de PSG2 han hecho uso de las librerías desarrolladas para el primer caso de uso para integrar planes de precios de forma dinámica dentro de sus proyectos de curso, lo que nos ha permitido identificar algunos puntos de mejora que fijo como trabajo futuro durante el doctorado (solo señalaré los principales).</a:t>
            </a:r>
          </a:p>
        </p:txBody>
      </p:sp>
      <p:sp>
        <p:nvSpPr>
          <p:cNvPr id="4" name="Marcador de número de diapositiva 3">
            <a:extLst>
              <a:ext uri="{FF2B5EF4-FFF2-40B4-BE49-F238E27FC236}">
                <a16:creationId xmlns:a16="http://schemas.microsoft.com/office/drawing/2014/main" id="{E4C00A41-D779-11E8-E214-1F779E30FEC7}"/>
              </a:ext>
            </a:extLst>
          </p:cNvPr>
          <p:cNvSpPr>
            <a:spLocks noGrp="1"/>
          </p:cNvSpPr>
          <p:nvPr>
            <p:ph type="sldNum" sz="quarter" idx="5"/>
          </p:nvPr>
        </p:nvSpPr>
        <p:spPr/>
        <p:txBody>
          <a:bodyPr/>
          <a:lstStyle/>
          <a:p>
            <a:fld id="{E4DB20BF-CB95-4761-9F17-69DD67B5745F}" type="slidenum">
              <a:rPr lang="es-ES" smtClean="0"/>
              <a:t>28</a:t>
            </a:fld>
            <a:endParaRPr lang="es-ES"/>
          </a:p>
        </p:txBody>
      </p:sp>
    </p:spTree>
    <p:extLst>
      <p:ext uri="{BB962C8B-B14F-4D97-AF65-F5344CB8AC3E}">
        <p14:creationId xmlns:p14="http://schemas.microsoft.com/office/powerpoint/2010/main" val="17377171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90781-7118-C2AF-51D3-C1EA88CD03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A80D74-7E94-F9AB-7B33-DBD0FC6DB1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22565D-C100-1255-DA57-21C3B08CE445}"/>
              </a:ext>
            </a:extLst>
          </p:cNvPr>
          <p:cNvSpPr>
            <a:spLocks noGrp="1"/>
          </p:cNvSpPr>
          <p:nvPr>
            <p:ph type="body" idx="1"/>
          </p:nvPr>
        </p:nvSpPr>
        <p:spPr/>
        <p:txBody>
          <a:bodyPr/>
          <a:lstStyle/>
          <a:p>
            <a:r>
              <a:rPr lang="es-ES" dirty="0">
                <a:solidFill>
                  <a:srgbClr val="000000"/>
                </a:solidFill>
                <a:effectLst/>
                <a:latin typeface="Helvetica" pitchFamily="2" charset="0"/>
              </a:rPr>
              <a:t>L3: Pricing-</a:t>
            </a:r>
            <a:r>
              <a:rPr lang="es-ES" dirty="0" err="1">
                <a:solidFill>
                  <a:srgbClr val="000000"/>
                </a:solidFill>
                <a:effectLst/>
                <a:latin typeface="Helvetica" pitchFamily="2" charset="0"/>
              </a:rPr>
              <a:t>aware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Automatically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generate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dynamic</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expressions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from</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serialized</a:t>
            </a:r>
            <a:r>
              <a:rPr lang="es-ES" dirty="0">
                <a:solidFill>
                  <a:srgbClr val="000000"/>
                </a:solidFill>
                <a:effectLst/>
                <a:latin typeface="Helvetica" pitchFamily="2" charset="0"/>
              </a:rPr>
              <a:t> pricing.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instance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shown</a:t>
            </a:r>
            <a:r>
              <a:rPr lang="es-ES" dirty="0">
                <a:solidFill>
                  <a:srgbClr val="000000"/>
                </a:solidFill>
                <a:effectLst/>
                <a:latin typeface="Helvetica" pitchFamily="2" charset="0"/>
              </a:rPr>
              <a:t> in Fig.</a:t>
            </a:r>
            <a:r>
              <a:rPr lang="es-ES" dirty="0">
                <a:solidFill>
                  <a:srgbClr val="0000FF"/>
                </a:solidFill>
                <a:effectLst/>
                <a:latin typeface="Helvetica" pitchFamily="2" charset="0"/>
              </a:rPr>
              <a:t> </a:t>
            </a:r>
            <a:r>
              <a:rPr lang="es-ES" dirty="0" err="1">
                <a:solidFill>
                  <a:srgbClr val="000000"/>
                </a:solidFill>
                <a:effectLst/>
                <a:latin typeface="Helvetica" pitchFamily="2" charset="0"/>
              </a:rPr>
              <a:t>would</a:t>
            </a:r>
            <a:r>
              <a:rPr lang="es-ES" dirty="0">
                <a:solidFill>
                  <a:srgbClr val="000000"/>
                </a:solidFill>
                <a:effectLst/>
                <a:latin typeface="Helvetica" pitchFamily="2" charset="0"/>
              </a:rPr>
              <a:t> be </a:t>
            </a:r>
            <a:r>
              <a:rPr lang="es-ES" dirty="0" err="1">
                <a:solidFill>
                  <a:srgbClr val="000000"/>
                </a:solidFill>
                <a:effectLst/>
                <a:latin typeface="Helvetica" pitchFamily="2" charset="0"/>
              </a:rPr>
              <a:t>replaced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by</a:t>
            </a:r>
            <a:r>
              <a:rPr lang="es-ES" dirty="0">
                <a:solidFill>
                  <a:srgbClr val="000000"/>
                </a:solidFill>
                <a:effectLst/>
                <a:latin typeface="Helvetica" pitchFamily="2" charset="0"/>
              </a:rPr>
              <a:t>: </a:t>
            </a:r>
            <a:r>
              <a:rPr lang="es-ES" dirty="0" err="1">
                <a:solidFill>
                  <a:srgbClr val="000000"/>
                </a:solidFill>
                <a:effectLst/>
                <a:latin typeface="Helvetica" pitchFamily="2" charset="0"/>
              </a:rPr>
              <a:t>userSubscription</a:t>
            </a:r>
            <a:r>
              <a:rPr lang="es-ES" dirty="0">
                <a:solidFill>
                  <a:srgbClr val="000000"/>
                </a:solidFill>
                <a:effectLst/>
                <a:latin typeface="Helvetica" pitchFamily="2" charset="0"/>
              </a:rPr>
              <a:t>[“</a:t>
            </a:r>
            <a:r>
              <a:rPr lang="es-ES" dirty="0" err="1">
                <a:solidFill>
                  <a:srgbClr val="000000"/>
                </a:solidFill>
                <a:effectLst/>
                <a:latin typeface="Helvetica" pitchFamily="2" charset="0"/>
              </a:rPr>
              <a:t>appointmentsCalendar</a:t>
            </a:r>
            <a:r>
              <a:rPr lang="es-ES" dirty="0">
                <a:solidFill>
                  <a:srgbClr val="000000"/>
                </a:solidFill>
                <a:effectLst/>
                <a:latin typeface="Helvetica" pitchFamily="2" charset="0"/>
              </a:rPr>
              <a:t>”]</a:t>
            </a:r>
          </a:p>
          <a:p>
            <a:endParaRPr lang="es-ES" b="0" dirty="0"/>
          </a:p>
        </p:txBody>
      </p:sp>
      <p:sp>
        <p:nvSpPr>
          <p:cNvPr id="4" name="Marcador de número de diapositiva 3">
            <a:extLst>
              <a:ext uri="{FF2B5EF4-FFF2-40B4-BE49-F238E27FC236}">
                <a16:creationId xmlns:a16="http://schemas.microsoft.com/office/drawing/2014/main" id="{1B9CDA65-B113-F2B7-C52C-E8325C894056}"/>
              </a:ext>
            </a:extLst>
          </p:cNvPr>
          <p:cNvSpPr>
            <a:spLocks noGrp="1"/>
          </p:cNvSpPr>
          <p:nvPr>
            <p:ph type="sldNum" sz="quarter" idx="5"/>
          </p:nvPr>
        </p:nvSpPr>
        <p:spPr/>
        <p:txBody>
          <a:bodyPr/>
          <a:lstStyle/>
          <a:p>
            <a:fld id="{E4DB20BF-CB95-4761-9F17-69DD67B5745F}" type="slidenum">
              <a:rPr lang="es-ES" smtClean="0"/>
              <a:t>29</a:t>
            </a:fld>
            <a:endParaRPr lang="es-ES"/>
          </a:p>
        </p:txBody>
      </p:sp>
    </p:spTree>
    <p:extLst>
      <p:ext uri="{BB962C8B-B14F-4D97-AF65-F5344CB8AC3E}">
        <p14:creationId xmlns:p14="http://schemas.microsoft.com/office/powerpoint/2010/main" val="3686410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703C0-0BED-12A9-C744-64577F5FCA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E18332-066A-2EE0-9C5C-F8CA73AB82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4A75AC6-ACA9-1974-2FC4-18E75B908F86}"/>
              </a:ext>
            </a:extLst>
          </p:cNvPr>
          <p:cNvSpPr>
            <a:spLocks noGrp="1"/>
          </p:cNvSpPr>
          <p:nvPr>
            <p:ph type="body" idx="1"/>
          </p:nvPr>
        </p:nvSpPr>
        <p:spPr/>
        <p:txBody>
          <a:bodyPr/>
          <a:lstStyle/>
          <a:p>
            <a:r>
              <a:rPr lang="es-ES" dirty="0">
                <a:solidFill>
                  <a:srgbClr val="000000"/>
                </a:solidFill>
                <a:effectLst/>
                <a:latin typeface="Helvetica" pitchFamily="2" charset="0"/>
              </a:rPr>
              <a:t>L3: Pricing-</a:t>
            </a:r>
            <a:r>
              <a:rPr lang="es-ES" dirty="0" err="1">
                <a:solidFill>
                  <a:srgbClr val="000000"/>
                </a:solidFill>
                <a:effectLst/>
                <a:latin typeface="Helvetica" pitchFamily="2" charset="0"/>
              </a:rPr>
              <a:t>aware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Automatically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generate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dynamic</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expressions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from</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serialized</a:t>
            </a:r>
            <a:r>
              <a:rPr lang="es-ES" dirty="0">
                <a:solidFill>
                  <a:srgbClr val="000000"/>
                </a:solidFill>
                <a:effectLst/>
                <a:latin typeface="Helvetica" pitchFamily="2" charset="0"/>
              </a:rPr>
              <a:t> pricing.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instance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shown</a:t>
            </a:r>
            <a:r>
              <a:rPr lang="es-ES" dirty="0">
                <a:solidFill>
                  <a:srgbClr val="000000"/>
                </a:solidFill>
                <a:effectLst/>
                <a:latin typeface="Helvetica" pitchFamily="2" charset="0"/>
              </a:rPr>
              <a:t> in Fig.</a:t>
            </a:r>
            <a:r>
              <a:rPr lang="es-ES" dirty="0">
                <a:solidFill>
                  <a:srgbClr val="0000FF"/>
                </a:solidFill>
                <a:effectLst/>
                <a:latin typeface="Helvetica" pitchFamily="2" charset="0"/>
              </a:rPr>
              <a:t> </a:t>
            </a:r>
            <a:r>
              <a:rPr lang="es-ES" dirty="0" err="1">
                <a:solidFill>
                  <a:srgbClr val="000000"/>
                </a:solidFill>
                <a:effectLst/>
                <a:latin typeface="Helvetica" pitchFamily="2" charset="0"/>
              </a:rPr>
              <a:t>would</a:t>
            </a:r>
            <a:r>
              <a:rPr lang="es-ES" dirty="0">
                <a:solidFill>
                  <a:srgbClr val="000000"/>
                </a:solidFill>
                <a:effectLst/>
                <a:latin typeface="Helvetica" pitchFamily="2" charset="0"/>
              </a:rPr>
              <a:t> be </a:t>
            </a:r>
            <a:r>
              <a:rPr lang="es-ES" dirty="0" err="1">
                <a:solidFill>
                  <a:srgbClr val="000000"/>
                </a:solidFill>
                <a:effectLst/>
                <a:latin typeface="Helvetica" pitchFamily="2" charset="0"/>
              </a:rPr>
              <a:t>replaced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by</a:t>
            </a:r>
            <a:r>
              <a:rPr lang="es-ES" dirty="0">
                <a:solidFill>
                  <a:srgbClr val="000000"/>
                </a:solidFill>
                <a:effectLst/>
                <a:latin typeface="Helvetica" pitchFamily="2" charset="0"/>
              </a:rPr>
              <a:t>: </a:t>
            </a:r>
            <a:r>
              <a:rPr lang="es-ES" dirty="0" err="1">
                <a:solidFill>
                  <a:srgbClr val="000000"/>
                </a:solidFill>
                <a:effectLst/>
                <a:latin typeface="Helvetica" pitchFamily="2" charset="0"/>
              </a:rPr>
              <a:t>userSubscription</a:t>
            </a:r>
            <a:r>
              <a:rPr lang="es-ES" dirty="0">
                <a:solidFill>
                  <a:srgbClr val="000000"/>
                </a:solidFill>
                <a:effectLst/>
                <a:latin typeface="Helvetica" pitchFamily="2" charset="0"/>
              </a:rPr>
              <a:t>[“</a:t>
            </a:r>
            <a:r>
              <a:rPr lang="es-ES" dirty="0" err="1">
                <a:solidFill>
                  <a:srgbClr val="000000"/>
                </a:solidFill>
                <a:effectLst/>
                <a:latin typeface="Helvetica" pitchFamily="2" charset="0"/>
              </a:rPr>
              <a:t>appointmentsCalendar</a:t>
            </a:r>
            <a:r>
              <a:rPr lang="es-ES" dirty="0">
                <a:solidFill>
                  <a:srgbClr val="000000"/>
                </a:solidFill>
                <a:effectLst/>
                <a:latin typeface="Helvetica" pitchFamily="2" charset="0"/>
              </a:rPr>
              <a:t>”]</a:t>
            </a:r>
          </a:p>
          <a:p>
            <a:endParaRPr lang="es-ES" b="0" dirty="0"/>
          </a:p>
        </p:txBody>
      </p:sp>
      <p:sp>
        <p:nvSpPr>
          <p:cNvPr id="4" name="Marcador de número de diapositiva 3">
            <a:extLst>
              <a:ext uri="{FF2B5EF4-FFF2-40B4-BE49-F238E27FC236}">
                <a16:creationId xmlns:a16="http://schemas.microsoft.com/office/drawing/2014/main" id="{8E3CE7CD-DD5F-8D15-22D7-22D01C6335BB}"/>
              </a:ext>
            </a:extLst>
          </p:cNvPr>
          <p:cNvSpPr>
            <a:spLocks noGrp="1"/>
          </p:cNvSpPr>
          <p:nvPr>
            <p:ph type="sldNum" sz="quarter" idx="5"/>
          </p:nvPr>
        </p:nvSpPr>
        <p:spPr/>
        <p:txBody>
          <a:bodyPr/>
          <a:lstStyle/>
          <a:p>
            <a:fld id="{E4DB20BF-CB95-4761-9F17-69DD67B5745F}" type="slidenum">
              <a:rPr lang="es-ES" smtClean="0"/>
              <a:t>30</a:t>
            </a:fld>
            <a:endParaRPr lang="es-ES"/>
          </a:p>
        </p:txBody>
      </p:sp>
    </p:spTree>
    <p:extLst>
      <p:ext uri="{BB962C8B-B14F-4D97-AF65-F5344CB8AC3E}">
        <p14:creationId xmlns:p14="http://schemas.microsoft.com/office/powerpoint/2010/main" val="28992116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13A3A-7DEA-FF56-6F18-071E2F7732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5A6EC4-579E-09B3-191C-7F5728E74F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F705E6-B895-3325-097A-897D39A6831D}"/>
              </a:ext>
            </a:extLst>
          </p:cNvPr>
          <p:cNvSpPr>
            <a:spLocks noGrp="1"/>
          </p:cNvSpPr>
          <p:nvPr>
            <p:ph type="body" idx="1"/>
          </p:nvPr>
        </p:nvSpPr>
        <p:spPr/>
        <p:txBody>
          <a:bodyPr/>
          <a:lstStyle/>
          <a:p>
            <a:r>
              <a:rPr lang="es-ES" dirty="0">
                <a:solidFill>
                  <a:srgbClr val="000000"/>
                </a:solidFill>
                <a:effectLst/>
                <a:latin typeface="Helvetica" pitchFamily="2" charset="0"/>
              </a:rPr>
              <a:t>L3: Pricing-</a:t>
            </a:r>
            <a:r>
              <a:rPr lang="es-ES" dirty="0" err="1">
                <a:solidFill>
                  <a:srgbClr val="000000"/>
                </a:solidFill>
                <a:effectLst/>
                <a:latin typeface="Helvetica" pitchFamily="2" charset="0"/>
              </a:rPr>
              <a:t>aware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Automatically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generate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dynamic</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expressions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from</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serialized</a:t>
            </a:r>
            <a:r>
              <a:rPr lang="es-ES" dirty="0">
                <a:solidFill>
                  <a:srgbClr val="000000"/>
                </a:solidFill>
                <a:effectLst/>
                <a:latin typeface="Helvetica" pitchFamily="2" charset="0"/>
              </a:rPr>
              <a:t> pricing.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instance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shown</a:t>
            </a:r>
            <a:r>
              <a:rPr lang="es-ES" dirty="0">
                <a:solidFill>
                  <a:srgbClr val="000000"/>
                </a:solidFill>
                <a:effectLst/>
                <a:latin typeface="Helvetica" pitchFamily="2" charset="0"/>
              </a:rPr>
              <a:t> in Fig.</a:t>
            </a:r>
            <a:r>
              <a:rPr lang="es-ES" dirty="0">
                <a:solidFill>
                  <a:srgbClr val="0000FF"/>
                </a:solidFill>
                <a:effectLst/>
                <a:latin typeface="Helvetica" pitchFamily="2" charset="0"/>
              </a:rPr>
              <a:t> </a:t>
            </a:r>
            <a:r>
              <a:rPr lang="es-ES" dirty="0" err="1">
                <a:solidFill>
                  <a:srgbClr val="000000"/>
                </a:solidFill>
                <a:effectLst/>
                <a:latin typeface="Helvetica" pitchFamily="2" charset="0"/>
              </a:rPr>
              <a:t>would</a:t>
            </a:r>
            <a:r>
              <a:rPr lang="es-ES" dirty="0">
                <a:solidFill>
                  <a:srgbClr val="000000"/>
                </a:solidFill>
                <a:effectLst/>
                <a:latin typeface="Helvetica" pitchFamily="2" charset="0"/>
              </a:rPr>
              <a:t> be </a:t>
            </a:r>
            <a:r>
              <a:rPr lang="es-ES" dirty="0" err="1">
                <a:solidFill>
                  <a:srgbClr val="000000"/>
                </a:solidFill>
                <a:effectLst/>
                <a:latin typeface="Helvetica" pitchFamily="2" charset="0"/>
              </a:rPr>
              <a:t>replaced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by</a:t>
            </a:r>
            <a:r>
              <a:rPr lang="es-ES" dirty="0">
                <a:solidFill>
                  <a:srgbClr val="000000"/>
                </a:solidFill>
                <a:effectLst/>
                <a:latin typeface="Helvetica" pitchFamily="2" charset="0"/>
              </a:rPr>
              <a:t>: </a:t>
            </a:r>
            <a:r>
              <a:rPr lang="es-ES" dirty="0" err="1">
                <a:solidFill>
                  <a:srgbClr val="000000"/>
                </a:solidFill>
                <a:effectLst/>
                <a:latin typeface="Helvetica" pitchFamily="2" charset="0"/>
              </a:rPr>
              <a:t>userSubscription</a:t>
            </a:r>
            <a:r>
              <a:rPr lang="es-ES" dirty="0">
                <a:solidFill>
                  <a:srgbClr val="000000"/>
                </a:solidFill>
                <a:effectLst/>
                <a:latin typeface="Helvetica" pitchFamily="2" charset="0"/>
              </a:rPr>
              <a:t>[“</a:t>
            </a:r>
            <a:r>
              <a:rPr lang="es-ES" dirty="0" err="1">
                <a:solidFill>
                  <a:srgbClr val="000000"/>
                </a:solidFill>
                <a:effectLst/>
                <a:latin typeface="Helvetica" pitchFamily="2" charset="0"/>
              </a:rPr>
              <a:t>appointmentsCalendar</a:t>
            </a:r>
            <a:r>
              <a:rPr lang="es-ES" dirty="0">
                <a:solidFill>
                  <a:srgbClr val="000000"/>
                </a:solidFill>
                <a:effectLst/>
                <a:latin typeface="Helvetica" pitchFamily="2" charset="0"/>
              </a:rPr>
              <a:t>”]</a:t>
            </a:r>
          </a:p>
          <a:p>
            <a:endParaRPr lang="es-ES" b="0" dirty="0"/>
          </a:p>
        </p:txBody>
      </p:sp>
      <p:sp>
        <p:nvSpPr>
          <p:cNvPr id="4" name="Marcador de número de diapositiva 3">
            <a:extLst>
              <a:ext uri="{FF2B5EF4-FFF2-40B4-BE49-F238E27FC236}">
                <a16:creationId xmlns:a16="http://schemas.microsoft.com/office/drawing/2014/main" id="{4D2628E4-4B78-2955-27F6-ED479B6AD640}"/>
              </a:ext>
            </a:extLst>
          </p:cNvPr>
          <p:cNvSpPr>
            <a:spLocks noGrp="1"/>
          </p:cNvSpPr>
          <p:nvPr>
            <p:ph type="sldNum" sz="quarter" idx="5"/>
          </p:nvPr>
        </p:nvSpPr>
        <p:spPr/>
        <p:txBody>
          <a:bodyPr/>
          <a:lstStyle/>
          <a:p>
            <a:fld id="{E4DB20BF-CB95-4761-9F17-69DD67B5745F}" type="slidenum">
              <a:rPr lang="es-ES" smtClean="0"/>
              <a:t>31</a:t>
            </a:fld>
            <a:endParaRPr lang="es-ES"/>
          </a:p>
        </p:txBody>
      </p:sp>
    </p:spTree>
    <p:extLst>
      <p:ext uri="{BB962C8B-B14F-4D97-AF65-F5344CB8AC3E}">
        <p14:creationId xmlns:p14="http://schemas.microsoft.com/office/powerpoint/2010/main" val="14573999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D2D0-2D8E-0043-F849-F740FA3BDE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5F9D84-82B1-9617-80E3-72A59677C6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69F172B-4A29-90D3-F7A5-A3CFC6E7376D}"/>
              </a:ext>
            </a:extLst>
          </p:cNvPr>
          <p:cNvSpPr>
            <a:spLocks noGrp="1"/>
          </p:cNvSpPr>
          <p:nvPr>
            <p:ph type="body" idx="1"/>
          </p:nvPr>
        </p:nvSpPr>
        <p:spPr/>
        <p:txBody>
          <a:bodyPr/>
          <a:lstStyle/>
          <a:p>
            <a:r>
              <a:rPr lang="es-ES" dirty="0">
                <a:solidFill>
                  <a:srgbClr val="000000"/>
                </a:solidFill>
                <a:effectLst/>
                <a:latin typeface="Helvetica" pitchFamily="2" charset="0"/>
              </a:rPr>
              <a:t>L3: Pricing-</a:t>
            </a:r>
            <a:r>
              <a:rPr lang="es-ES" dirty="0" err="1">
                <a:solidFill>
                  <a:srgbClr val="000000"/>
                </a:solidFill>
                <a:effectLst/>
                <a:latin typeface="Helvetica" pitchFamily="2" charset="0"/>
              </a:rPr>
              <a:t>aware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Automatically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generate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dynamic</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expressions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from</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serialized</a:t>
            </a:r>
            <a:r>
              <a:rPr lang="es-ES" dirty="0">
                <a:solidFill>
                  <a:srgbClr val="000000"/>
                </a:solidFill>
                <a:effectLst/>
                <a:latin typeface="Helvetica" pitchFamily="2" charset="0"/>
              </a:rPr>
              <a:t> pricing.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instance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shown</a:t>
            </a:r>
            <a:r>
              <a:rPr lang="es-ES" dirty="0">
                <a:solidFill>
                  <a:srgbClr val="000000"/>
                </a:solidFill>
                <a:effectLst/>
                <a:latin typeface="Helvetica" pitchFamily="2" charset="0"/>
              </a:rPr>
              <a:t> in Fig.</a:t>
            </a:r>
            <a:r>
              <a:rPr lang="es-ES" dirty="0">
                <a:solidFill>
                  <a:srgbClr val="0000FF"/>
                </a:solidFill>
                <a:effectLst/>
                <a:latin typeface="Helvetica" pitchFamily="2" charset="0"/>
              </a:rPr>
              <a:t> </a:t>
            </a:r>
            <a:r>
              <a:rPr lang="es-ES" dirty="0" err="1">
                <a:solidFill>
                  <a:srgbClr val="000000"/>
                </a:solidFill>
                <a:effectLst/>
                <a:latin typeface="Helvetica" pitchFamily="2" charset="0"/>
              </a:rPr>
              <a:t>would</a:t>
            </a:r>
            <a:r>
              <a:rPr lang="es-ES" dirty="0">
                <a:solidFill>
                  <a:srgbClr val="000000"/>
                </a:solidFill>
                <a:effectLst/>
                <a:latin typeface="Helvetica" pitchFamily="2" charset="0"/>
              </a:rPr>
              <a:t> be </a:t>
            </a:r>
            <a:r>
              <a:rPr lang="es-ES" dirty="0" err="1">
                <a:solidFill>
                  <a:srgbClr val="000000"/>
                </a:solidFill>
                <a:effectLst/>
                <a:latin typeface="Helvetica" pitchFamily="2" charset="0"/>
              </a:rPr>
              <a:t>replaced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by</a:t>
            </a:r>
            <a:r>
              <a:rPr lang="es-ES" dirty="0">
                <a:solidFill>
                  <a:srgbClr val="000000"/>
                </a:solidFill>
                <a:effectLst/>
                <a:latin typeface="Helvetica" pitchFamily="2" charset="0"/>
              </a:rPr>
              <a:t>: </a:t>
            </a:r>
            <a:r>
              <a:rPr lang="es-ES" dirty="0" err="1">
                <a:solidFill>
                  <a:srgbClr val="000000"/>
                </a:solidFill>
                <a:effectLst/>
                <a:latin typeface="Helvetica" pitchFamily="2" charset="0"/>
              </a:rPr>
              <a:t>userSubscription</a:t>
            </a:r>
            <a:r>
              <a:rPr lang="es-ES" dirty="0">
                <a:solidFill>
                  <a:srgbClr val="000000"/>
                </a:solidFill>
                <a:effectLst/>
                <a:latin typeface="Helvetica" pitchFamily="2" charset="0"/>
              </a:rPr>
              <a:t>[“</a:t>
            </a:r>
            <a:r>
              <a:rPr lang="es-ES" dirty="0" err="1">
                <a:solidFill>
                  <a:srgbClr val="000000"/>
                </a:solidFill>
                <a:effectLst/>
                <a:latin typeface="Helvetica" pitchFamily="2" charset="0"/>
              </a:rPr>
              <a:t>appointmentsCalendar</a:t>
            </a:r>
            <a:r>
              <a:rPr lang="es-ES" dirty="0">
                <a:solidFill>
                  <a:srgbClr val="000000"/>
                </a:solidFill>
                <a:effectLst/>
                <a:latin typeface="Helvetica" pitchFamily="2" charset="0"/>
              </a:rPr>
              <a:t>”]</a:t>
            </a:r>
          </a:p>
          <a:p>
            <a:endParaRPr lang="es-ES" b="0" dirty="0"/>
          </a:p>
        </p:txBody>
      </p:sp>
      <p:sp>
        <p:nvSpPr>
          <p:cNvPr id="4" name="Marcador de número de diapositiva 3">
            <a:extLst>
              <a:ext uri="{FF2B5EF4-FFF2-40B4-BE49-F238E27FC236}">
                <a16:creationId xmlns:a16="http://schemas.microsoft.com/office/drawing/2014/main" id="{2ED6EF68-27DD-A1ED-26F9-7EB46268E257}"/>
              </a:ext>
            </a:extLst>
          </p:cNvPr>
          <p:cNvSpPr>
            <a:spLocks noGrp="1"/>
          </p:cNvSpPr>
          <p:nvPr>
            <p:ph type="sldNum" sz="quarter" idx="5"/>
          </p:nvPr>
        </p:nvSpPr>
        <p:spPr/>
        <p:txBody>
          <a:bodyPr/>
          <a:lstStyle/>
          <a:p>
            <a:fld id="{E4DB20BF-CB95-4761-9F17-69DD67B5745F}" type="slidenum">
              <a:rPr lang="es-ES" smtClean="0"/>
              <a:t>32</a:t>
            </a:fld>
            <a:endParaRPr lang="es-ES"/>
          </a:p>
        </p:txBody>
      </p:sp>
    </p:spTree>
    <p:extLst>
      <p:ext uri="{BB962C8B-B14F-4D97-AF65-F5344CB8AC3E}">
        <p14:creationId xmlns:p14="http://schemas.microsoft.com/office/powerpoint/2010/main" val="19570492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5F143-F94B-F273-9841-605E22921D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223699F-FAEB-CA0B-C4A5-D884F4AB93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7ACECA-47AB-86D9-083C-E23F298ADF94}"/>
              </a:ext>
            </a:extLst>
          </p:cNvPr>
          <p:cNvSpPr>
            <a:spLocks noGrp="1"/>
          </p:cNvSpPr>
          <p:nvPr>
            <p:ph type="body" idx="1"/>
          </p:nvPr>
        </p:nvSpPr>
        <p:spPr/>
        <p:txBody>
          <a:bodyPr/>
          <a:lstStyle/>
          <a:p>
            <a:r>
              <a:rPr lang="es-ES" dirty="0">
                <a:solidFill>
                  <a:srgbClr val="000000"/>
                </a:solidFill>
                <a:effectLst/>
                <a:latin typeface="Helvetica" pitchFamily="2" charset="0"/>
              </a:rPr>
              <a:t>L3: Pricing-</a:t>
            </a:r>
            <a:r>
              <a:rPr lang="es-ES" dirty="0" err="1">
                <a:solidFill>
                  <a:srgbClr val="000000"/>
                </a:solidFill>
                <a:effectLst/>
                <a:latin typeface="Helvetica" pitchFamily="2" charset="0"/>
              </a:rPr>
              <a:t>aware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Automatically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generate</a:t>
            </a:r>
            <a:r>
              <a:rPr lang="es-ES" dirty="0">
                <a:solidFill>
                  <a:srgbClr val="000000"/>
                </a:solidFill>
                <a:effectLst/>
                <a:latin typeface="Helvetica" pitchFamily="2" charset="0"/>
              </a:rPr>
              <a:t> </a:t>
            </a:r>
            <a:r>
              <a:rPr lang="es-ES" dirty="0" err="1">
                <a:solidFill>
                  <a:srgbClr val="000000"/>
                </a:solidFill>
                <a:effectLst/>
                <a:latin typeface="Helvetica" pitchFamily="2" charset="0"/>
              </a:rPr>
              <a:t>dynamic</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expressions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toggles</a:t>
            </a:r>
            <a:r>
              <a:rPr lang="es-ES" dirty="0">
                <a:solidFill>
                  <a:srgbClr val="000000"/>
                </a:solidFill>
                <a:effectLst/>
                <a:latin typeface="Helvetica" pitchFamily="2" charset="0"/>
              </a:rPr>
              <a:t> </a:t>
            </a:r>
            <a:r>
              <a:rPr lang="es-ES" dirty="0" err="1">
                <a:solidFill>
                  <a:srgbClr val="000000"/>
                </a:solidFill>
                <a:effectLst/>
                <a:latin typeface="Helvetica" pitchFamily="2" charset="0"/>
              </a:rPr>
              <a:t>from</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serialized</a:t>
            </a:r>
            <a:r>
              <a:rPr lang="es-ES" dirty="0">
                <a:solidFill>
                  <a:srgbClr val="000000"/>
                </a:solidFill>
                <a:effectLst/>
                <a:latin typeface="Helvetica" pitchFamily="2" charset="0"/>
              </a:rPr>
              <a:t> pricing. </a:t>
            </a:r>
            <a:r>
              <a:rPr lang="es-ES" dirty="0" err="1">
                <a:solidFill>
                  <a:srgbClr val="000000"/>
                </a:solidFill>
                <a:effectLst/>
                <a:latin typeface="Helvetica" pitchFamily="2" charset="0"/>
              </a:rPr>
              <a:t>For</a:t>
            </a:r>
            <a:r>
              <a:rPr lang="es-ES" dirty="0">
                <a:solidFill>
                  <a:srgbClr val="000000"/>
                </a:solidFill>
                <a:effectLst/>
                <a:latin typeface="Helvetica" pitchFamily="2" charset="0"/>
              </a:rPr>
              <a:t> </a:t>
            </a:r>
            <a:r>
              <a:rPr lang="es-ES" dirty="0" err="1">
                <a:solidFill>
                  <a:srgbClr val="000000"/>
                </a:solidFill>
                <a:effectLst/>
                <a:latin typeface="Helvetica" pitchFamily="2" charset="0"/>
              </a:rPr>
              <a:t>instance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evaluation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shown</a:t>
            </a:r>
            <a:r>
              <a:rPr lang="es-ES" dirty="0">
                <a:solidFill>
                  <a:srgbClr val="000000"/>
                </a:solidFill>
                <a:effectLst/>
                <a:latin typeface="Helvetica" pitchFamily="2" charset="0"/>
              </a:rPr>
              <a:t> in Fig.</a:t>
            </a:r>
            <a:r>
              <a:rPr lang="es-ES" dirty="0">
                <a:solidFill>
                  <a:srgbClr val="0000FF"/>
                </a:solidFill>
                <a:effectLst/>
                <a:latin typeface="Helvetica" pitchFamily="2" charset="0"/>
              </a:rPr>
              <a:t> </a:t>
            </a:r>
            <a:r>
              <a:rPr lang="es-ES" dirty="0" err="1">
                <a:solidFill>
                  <a:srgbClr val="000000"/>
                </a:solidFill>
                <a:effectLst/>
                <a:latin typeface="Helvetica" pitchFamily="2" charset="0"/>
              </a:rPr>
              <a:t>would</a:t>
            </a:r>
            <a:r>
              <a:rPr lang="es-ES" dirty="0">
                <a:solidFill>
                  <a:srgbClr val="000000"/>
                </a:solidFill>
                <a:effectLst/>
                <a:latin typeface="Helvetica" pitchFamily="2" charset="0"/>
              </a:rPr>
              <a:t> be </a:t>
            </a:r>
            <a:r>
              <a:rPr lang="es-ES" dirty="0" err="1">
                <a:solidFill>
                  <a:srgbClr val="000000"/>
                </a:solidFill>
                <a:effectLst/>
                <a:latin typeface="Helvetica" pitchFamily="2" charset="0"/>
              </a:rPr>
              <a:t>replaced</a:t>
            </a:r>
            <a:r>
              <a:rPr lang="es-ES" dirty="0">
                <a:solidFill>
                  <a:srgbClr val="000000"/>
                </a:solidFill>
                <a:effectLst/>
                <a:latin typeface="Helvetica" pitchFamily="2" charset="0"/>
              </a:rPr>
              <a:t> </a:t>
            </a:r>
            <a:r>
              <a:rPr lang="es-ES" dirty="0" err="1">
                <a:solidFill>
                  <a:srgbClr val="000000"/>
                </a:solidFill>
                <a:effectLst/>
                <a:latin typeface="Helvetica" pitchFamily="2" charset="0"/>
              </a:rPr>
              <a:t>by</a:t>
            </a:r>
            <a:r>
              <a:rPr lang="es-ES" dirty="0">
                <a:solidFill>
                  <a:srgbClr val="000000"/>
                </a:solidFill>
                <a:effectLst/>
                <a:latin typeface="Helvetica" pitchFamily="2" charset="0"/>
              </a:rPr>
              <a:t>: </a:t>
            </a:r>
            <a:r>
              <a:rPr lang="es-ES" dirty="0" err="1">
                <a:solidFill>
                  <a:srgbClr val="000000"/>
                </a:solidFill>
                <a:effectLst/>
                <a:latin typeface="Helvetica" pitchFamily="2" charset="0"/>
              </a:rPr>
              <a:t>userSubscription</a:t>
            </a:r>
            <a:r>
              <a:rPr lang="es-ES" dirty="0">
                <a:solidFill>
                  <a:srgbClr val="000000"/>
                </a:solidFill>
                <a:effectLst/>
                <a:latin typeface="Helvetica" pitchFamily="2" charset="0"/>
              </a:rPr>
              <a:t>[“</a:t>
            </a:r>
            <a:r>
              <a:rPr lang="es-ES" dirty="0" err="1">
                <a:solidFill>
                  <a:srgbClr val="000000"/>
                </a:solidFill>
                <a:effectLst/>
                <a:latin typeface="Helvetica" pitchFamily="2" charset="0"/>
              </a:rPr>
              <a:t>appointmentsCalendar</a:t>
            </a:r>
            <a:r>
              <a:rPr lang="es-ES" dirty="0">
                <a:solidFill>
                  <a:srgbClr val="000000"/>
                </a:solidFill>
                <a:effectLst/>
                <a:latin typeface="Helvetica" pitchFamily="2" charset="0"/>
              </a:rPr>
              <a:t>”]</a:t>
            </a:r>
          </a:p>
          <a:p>
            <a:endParaRPr lang="es-ES" b="0" dirty="0"/>
          </a:p>
        </p:txBody>
      </p:sp>
      <p:sp>
        <p:nvSpPr>
          <p:cNvPr id="4" name="Marcador de número de diapositiva 3">
            <a:extLst>
              <a:ext uri="{FF2B5EF4-FFF2-40B4-BE49-F238E27FC236}">
                <a16:creationId xmlns:a16="http://schemas.microsoft.com/office/drawing/2014/main" id="{3CF807A8-20B5-7F8E-E8DF-5DBC516E1085}"/>
              </a:ext>
            </a:extLst>
          </p:cNvPr>
          <p:cNvSpPr>
            <a:spLocks noGrp="1"/>
          </p:cNvSpPr>
          <p:nvPr>
            <p:ph type="sldNum" sz="quarter" idx="5"/>
          </p:nvPr>
        </p:nvSpPr>
        <p:spPr/>
        <p:txBody>
          <a:bodyPr/>
          <a:lstStyle/>
          <a:p>
            <a:fld id="{E4DB20BF-CB95-4761-9F17-69DD67B5745F}" type="slidenum">
              <a:rPr lang="es-ES" smtClean="0"/>
              <a:t>33</a:t>
            </a:fld>
            <a:endParaRPr lang="es-ES"/>
          </a:p>
        </p:txBody>
      </p:sp>
    </p:spTree>
    <p:extLst>
      <p:ext uri="{BB962C8B-B14F-4D97-AF65-F5344CB8AC3E}">
        <p14:creationId xmlns:p14="http://schemas.microsoft.com/office/powerpoint/2010/main" val="36430654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3976B-9837-8D83-9484-C428F1ADF1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67A464-4BE5-E218-EEBD-C031468E2A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EC7A48-AE4A-FE95-285F-C8B07A46DE65}"/>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currently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implementa-</a:t>
            </a:r>
          </a:p>
          <a:p>
            <a:r>
              <a:rPr lang="es-ES" dirty="0" err="1">
                <a:solidFill>
                  <a:srgbClr val="000000"/>
                </a:solidFill>
                <a:effectLst/>
                <a:latin typeface="Helvetica" pitchFamily="2" charset="0"/>
              </a:rPr>
              <a:t>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small</a:t>
            </a:r>
            <a:r>
              <a:rPr lang="es-ES" dirty="0">
                <a:solidFill>
                  <a:srgbClr val="000000"/>
                </a:solidFill>
                <a:effectLst/>
                <a:latin typeface="Helvetica" pitchFamily="2" charset="0"/>
              </a:rPr>
              <a:t> set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industrial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have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necessary</a:t>
            </a:r>
            <a:r>
              <a:rPr lang="es-ES" dirty="0">
                <a:solidFill>
                  <a:srgbClr val="000000"/>
                </a:solidFill>
                <a:effectLst/>
                <a:latin typeface="Helvetica" pitchFamily="2" charset="0"/>
              </a:rPr>
              <a:t> </a:t>
            </a:r>
            <a:r>
              <a:rPr lang="es-ES" dirty="0" err="1">
                <a:solidFill>
                  <a:srgbClr val="000000"/>
                </a:solidFill>
                <a:effectLst/>
                <a:latin typeface="Helvetica" pitchFamily="2" charset="0"/>
              </a:rPr>
              <a:t>elements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poten-</a:t>
            </a:r>
          </a:p>
          <a:p>
            <a:r>
              <a:rPr lang="es-ES" dirty="0" err="1">
                <a:solidFill>
                  <a:srgbClr val="000000"/>
                </a:solidFill>
                <a:effectLst/>
                <a:latin typeface="Helvetica" pitchFamily="2" charset="0"/>
              </a:rPr>
              <a:t>tially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p:txBody>
      </p:sp>
      <p:sp>
        <p:nvSpPr>
          <p:cNvPr id="4" name="Marcador de número de diapositiva 3">
            <a:extLst>
              <a:ext uri="{FF2B5EF4-FFF2-40B4-BE49-F238E27FC236}">
                <a16:creationId xmlns:a16="http://schemas.microsoft.com/office/drawing/2014/main" id="{63BBD6DC-FAA9-55C7-819F-CFCFD3EC570C}"/>
              </a:ext>
            </a:extLst>
          </p:cNvPr>
          <p:cNvSpPr>
            <a:spLocks noGrp="1"/>
          </p:cNvSpPr>
          <p:nvPr>
            <p:ph type="sldNum" sz="quarter" idx="5"/>
          </p:nvPr>
        </p:nvSpPr>
        <p:spPr/>
        <p:txBody>
          <a:bodyPr/>
          <a:lstStyle/>
          <a:p>
            <a:fld id="{E4DB20BF-CB95-4761-9F17-69DD67B5745F}" type="slidenum">
              <a:rPr lang="es-ES" smtClean="0"/>
              <a:t>34</a:t>
            </a:fld>
            <a:endParaRPr lang="es-ES"/>
          </a:p>
        </p:txBody>
      </p:sp>
    </p:spTree>
    <p:extLst>
      <p:ext uri="{BB962C8B-B14F-4D97-AF65-F5344CB8AC3E}">
        <p14:creationId xmlns:p14="http://schemas.microsoft.com/office/powerpoint/2010/main" val="38477923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CB588-C5DE-E89A-3D6F-72C6C59D6C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511D62-951E-4BEA-6416-0652108B61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187242-034A-645F-FE6B-DA7E313611CD}"/>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currently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implementa-</a:t>
            </a:r>
          </a:p>
          <a:p>
            <a:r>
              <a:rPr lang="es-ES" dirty="0" err="1">
                <a:solidFill>
                  <a:srgbClr val="000000"/>
                </a:solidFill>
                <a:effectLst/>
                <a:latin typeface="Helvetica" pitchFamily="2" charset="0"/>
              </a:rPr>
              <a:t>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small</a:t>
            </a:r>
            <a:r>
              <a:rPr lang="es-ES" dirty="0">
                <a:solidFill>
                  <a:srgbClr val="000000"/>
                </a:solidFill>
                <a:effectLst/>
                <a:latin typeface="Helvetica" pitchFamily="2" charset="0"/>
              </a:rPr>
              <a:t> set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industrial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have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necessary</a:t>
            </a:r>
            <a:r>
              <a:rPr lang="es-ES" dirty="0">
                <a:solidFill>
                  <a:srgbClr val="000000"/>
                </a:solidFill>
                <a:effectLst/>
                <a:latin typeface="Helvetica" pitchFamily="2" charset="0"/>
              </a:rPr>
              <a:t> </a:t>
            </a:r>
            <a:r>
              <a:rPr lang="es-ES" dirty="0" err="1">
                <a:solidFill>
                  <a:srgbClr val="000000"/>
                </a:solidFill>
                <a:effectLst/>
                <a:latin typeface="Helvetica" pitchFamily="2" charset="0"/>
              </a:rPr>
              <a:t>elements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poten-</a:t>
            </a:r>
          </a:p>
          <a:p>
            <a:r>
              <a:rPr lang="es-ES" dirty="0" err="1">
                <a:solidFill>
                  <a:srgbClr val="000000"/>
                </a:solidFill>
                <a:effectLst/>
                <a:latin typeface="Helvetica" pitchFamily="2" charset="0"/>
              </a:rPr>
              <a:t>tially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p:txBody>
      </p:sp>
      <p:sp>
        <p:nvSpPr>
          <p:cNvPr id="4" name="Marcador de número de diapositiva 3">
            <a:extLst>
              <a:ext uri="{FF2B5EF4-FFF2-40B4-BE49-F238E27FC236}">
                <a16:creationId xmlns:a16="http://schemas.microsoft.com/office/drawing/2014/main" id="{740E37ED-E803-C758-B42E-B23839B4ADA1}"/>
              </a:ext>
            </a:extLst>
          </p:cNvPr>
          <p:cNvSpPr>
            <a:spLocks noGrp="1"/>
          </p:cNvSpPr>
          <p:nvPr>
            <p:ph type="sldNum" sz="quarter" idx="5"/>
          </p:nvPr>
        </p:nvSpPr>
        <p:spPr/>
        <p:txBody>
          <a:bodyPr/>
          <a:lstStyle/>
          <a:p>
            <a:fld id="{E4DB20BF-CB95-4761-9F17-69DD67B5745F}" type="slidenum">
              <a:rPr lang="es-ES" smtClean="0"/>
              <a:t>35</a:t>
            </a:fld>
            <a:endParaRPr lang="es-ES"/>
          </a:p>
        </p:txBody>
      </p:sp>
    </p:spTree>
    <p:extLst>
      <p:ext uri="{BB962C8B-B14F-4D97-AF65-F5344CB8AC3E}">
        <p14:creationId xmlns:p14="http://schemas.microsoft.com/office/powerpoint/2010/main" val="17091249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E631D-C90E-C85A-1EB7-5525AD66AB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6E6975-E406-823D-5B14-2CECB877A2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D6DAFE-BD3E-92DF-48C4-6304B1439B73}"/>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currently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implementa-</a:t>
            </a:r>
          </a:p>
          <a:p>
            <a:r>
              <a:rPr lang="es-ES" dirty="0" err="1">
                <a:solidFill>
                  <a:srgbClr val="000000"/>
                </a:solidFill>
                <a:effectLst/>
                <a:latin typeface="Helvetica" pitchFamily="2" charset="0"/>
              </a:rPr>
              <a:t>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small</a:t>
            </a:r>
            <a:r>
              <a:rPr lang="es-ES" dirty="0">
                <a:solidFill>
                  <a:srgbClr val="000000"/>
                </a:solidFill>
                <a:effectLst/>
                <a:latin typeface="Helvetica" pitchFamily="2" charset="0"/>
              </a:rPr>
              <a:t> set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industrial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have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necessary</a:t>
            </a:r>
            <a:r>
              <a:rPr lang="es-ES" dirty="0">
                <a:solidFill>
                  <a:srgbClr val="000000"/>
                </a:solidFill>
                <a:effectLst/>
                <a:latin typeface="Helvetica" pitchFamily="2" charset="0"/>
              </a:rPr>
              <a:t> </a:t>
            </a:r>
            <a:r>
              <a:rPr lang="es-ES" dirty="0" err="1">
                <a:solidFill>
                  <a:srgbClr val="000000"/>
                </a:solidFill>
                <a:effectLst/>
                <a:latin typeface="Helvetica" pitchFamily="2" charset="0"/>
              </a:rPr>
              <a:t>elements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poten-</a:t>
            </a:r>
          </a:p>
          <a:p>
            <a:r>
              <a:rPr lang="es-ES" dirty="0" err="1">
                <a:solidFill>
                  <a:srgbClr val="000000"/>
                </a:solidFill>
                <a:effectLst/>
                <a:latin typeface="Helvetica" pitchFamily="2" charset="0"/>
              </a:rPr>
              <a:t>tially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p:txBody>
      </p:sp>
      <p:sp>
        <p:nvSpPr>
          <p:cNvPr id="4" name="Marcador de número de diapositiva 3">
            <a:extLst>
              <a:ext uri="{FF2B5EF4-FFF2-40B4-BE49-F238E27FC236}">
                <a16:creationId xmlns:a16="http://schemas.microsoft.com/office/drawing/2014/main" id="{9168E57D-07B3-00F9-31E0-DD1E64550E5D}"/>
              </a:ext>
            </a:extLst>
          </p:cNvPr>
          <p:cNvSpPr>
            <a:spLocks noGrp="1"/>
          </p:cNvSpPr>
          <p:nvPr>
            <p:ph type="sldNum" sz="quarter" idx="5"/>
          </p:nvPr>
        </p:nvSpPr>
        <p:spPr/>
        <p:txBody>
          <a:bodyPr/>
          <a:lstStyle/>
          <a:p>
            <a:fld id="{E4DB20BF-CB95-4761-9F17-69DD67B5745F}" type="slidenum">
              <a:rPr lang="es-ES" smtClean="0"/>
              <a:t>36</a:t>
            </a:fld>
            <a:endParaRPr lang="es-ES"/>
          </a:p>
        </p:txBody>
      </p:sp>
    </p:spTree>
    <p:extLst>
      <p:ext uri="{BB962C8B-B14F-4D97-AF65-F5344CB8AC3E}">
        <p14:creationId xmlns:p14="http://schemas.microsoft.com/office/powerpoint/2010/main" val="41125510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02C5B-DF49-8B97-CEB2-0144226DCB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6BCECB-B451-F885-FF6F-6314651490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8E789F-9F33-7EBB-0A4B-6F95D9F999A3}"/>
              </a:ext>
            </a:extLst>
          </p:cNvPr>
          <p:cNvSpPr>
            <a:spLocks noGrp="1"/>
          </p:cNvSpPr>
          <p:nvPr>
            <p:ph type="body" idx="1"/>
          </p:nvPr>
        </p:nvSpPr>
        <p:spPr/>
        <p:txBody>
          <a:bodyPr/>
          <a:lstStyle/>
          <a:p>
            <a:r>
              <a:rPr lang="es-ES" dirty="0">
                <a:solidFill>
                  <a:srgbClr val="000000"/>
                </a:solidFill>
                <a:effectLst/>
                <a:latin typeface="Helvetica" pitchFamily="2" charset="0"/>
              </a:rPr>
              <a:t>(1)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one</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currently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implementa-</a:t>
            </a:r>
          </a:p>
          <a:p>
            <a:r>
              <a:rPr lang="es-ES" dirty="0" err="1">
                <a:solidFill>
                  <a:srgbClr val="000000"/>
                </a:solidFill>
                <a:effectLst/>
                <a:latin typeface="Helvetica" pitchFamily="2" charset="0"/>
              </a:rPr>
              <a:t>tion</a:t>
            </a:r>
            <a:r>
              <a:rPr lang="es-ES" dirty="0">
                <a:solidFill>
                  <a:srgbClr val="000000"/>
                </a:solidFill>
                <a:effectLst/>
                <a:latin typeface="Helvetica" pitchFamily="2" charset="0"/>
              </a:rPr>
              <a: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a:p>
            <a:endParaRPr lang="es-ES" dirty="0">
              <a:solidFill>
                <a:srgbClr val="000000"/>
              </a:solidFill>
              <a:effectLst/>
              <a:latin typeface="Helvetica" pitchFamily="2" charset="0"/>
            </a:endParaRPr>
          </a:p>
          <a:p>
            <a:r>
              <a:rPr lang="es-ES" dirty="0">
                <a:solidFill>
                  <a:srgbClr val="000000"/>
                </a:solidFill>
                <a:effectLst/>
                <a:latin typeface="Helvetica" pitchFamily="2" charset="0"/>
              </a:rPr>
              <a:t>(2) </a:t>
            </a:r>
            <a:r>
              <a:rPr lang="es-ES" dirty="0" err="1">
                <a:solidFill>
                  <a:srgbClr val="000000"/>
                </a:solidFill>
                <a:effectLst/>
                <a:latin typeface="Helvetica" pitchFamily="2" charset="0"/>
              </a:rPr>
              <a:t>Only</a:t>
            </a:r>
            <a:r>
              <a:rPr lang="es-ES" dirty="0">
                <a:solidFill>
                  <a:srgbClr val="000000"/>
                </a:solidFill>
                <a:effectLst/>
                <a:latin typeface="Helvetica" pitchFamily="2" charset="0"/>
              </a:rPr>
              <a:t> a </a:t>
            </a:r>
            <a:r>
              <a:rPr lang="es-ES" dirty="0" err="1">
                <a:solidFill>
                  <a:srgbClr val="000000"/>
                </a:solidFill>
                <a:effectLst/>
                <a:latin typeface="Helvetica" pitchFamily="2" charset="0"/>
              </a:rPr>
              <a:t>small</a:t>
            </a:r>
            <a:r>
              <a:rPr lang="es-ES" dirty="0">
                <a:solidFill>
                  <a:srgbClr val="000000"/>
                </a:solidFill>
                <a:effectLst/>
                <a:latin typeface="Helvetica" pitchFamily="2" charset="0"/>
              </a:rPr>
              <a:t> set </a:t>
            </a:r>
            <a:r>
              <a:rPr lang="es-ES" dirty="0" err="1">
                <a:solidFill>
                  <a:srgbClr val="000000"/>
                </a:solidFill>
                <a:effectLst/>
                <a:latin typeface="Helvetica" pitchFamily="2" charset="0"/>
              </a:rPr>
              <a:t>of</a:t>
            </a:r>
            <a:r>
              <a:rPr lang="es-ES" dirty="0">
                <a:solidFill>
                  <a:srgbClr val="000000"/>
                </a:solidFill>
                <a:effectLst/>
                <a:latin typeface="Helvetica" pitchFamily="2" charset="0"/>
              </a:rPr>
              <a:t> industrial </a:t>
            </a:r>
            <a:r>
              <a:rPr lang="es-ES" dirty="0" err="1">
                <a:solidFill>
                  <a:srgbClr val="000000"/>
                </a:solidFill>
                <a:effectLst/>
                <a:latin typeface="Helvetica" pitchFamily="2" charset="0"/>
              </a:rPr>
              <a:t>solutions</a:t>
            </a:r>
            <a:r>
              <a:rPr lang="es-ES" dirty="0">
                <a:solidFill>
                  <a:srgbClr val="000000"/>
                </a:solidFill>
                <a:effectLst/>
                <a:latin typeface="Helvetica" pitchFamily="2" charset="0"/>
              </a:rPr>
              <a:t> </a:t>
            </a:r>
            <a:r>
              <a:rPr lang="es-ES" dirty="0" err="1">
                <a:solidFill>
                  <a:srgbClr val="000000"/>
                </a:solidFill>
                <a:effectLst/>
                <a:latin typeface="Helvetica" pitchFamily="2" charset="0"/>
              </a:rPr>
              <a:t>have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the</a:t>
            </a:r>
            <a:r>
              <a:rPr lang="es-ES" dirty="0">
                <a:solidFill>
                  <a:srgbClr val="000000"/>
                </a:solidFill>
                <a:effectLst/>
                <a:latin typeface="Helvetica" pitchFamily="2" charset="0"/>
              </a:rPr>
              <a:t> </a:t>
            </a:r>
            <a:r>
              <a:rPr lang="es-ES" dirty="0" err="1">
                <a:solidFill>
                  <a:srgbClr val="000000"/>
                </a:solidFill>
                <a:effectLst/>
                <a:latin typeface="Helvetica" pitchFamily="2" charset="0"/>
              </a:rPr>
              <a:t>necessary</a:t>
            </a:r>
            <a:r>
              <a:rPr lang="es-ES" dirty="0">
                <a:solidFill>
                  <a:srgbClr val="000000"/>
                </a:solidFill>
                <a:effectLst/>
                <a:latin typeface="Helvetica" pitchFamily="2" charset="0"/>
              </a:rPr>
              <a:t> </a:t>
            </a:r>
            <a:r>
              <a:rPr lang="es-ES" dirty="0" err="1">
                <a:solidFill>
                  <a:srgbClr val="000000"/>
                </a:solidFill>
                <a:effectLst/>
                <a:latin typeface="Helvetica" pitchFamily="2" charset="0"/>
              </a:rPr>
              <a:t>elements</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a:t>
            </a:r>
            <a:r>
              <a:rPr lang="es-ES" dirty="0">
                <a:solidFill>
                  <a:srgbClr val="000000"/>
                </a:solidFill>
                <a:effectLst/>
                <a:latin typeface="Helvetica" pitchFamily="2" charset="0"/>
              </a:rPr>
              <a:t> poten-</a:t>
            </a:r>
          </a:p>
          <a:p>
            <a:r>
              <a:rPr lang="es-ES" dirty="0" err="1">
                <a:solidFill>
                  <a:srgbClr val="000000"/>
                </a:solidFill>
                <a:effectLst/>
                <a:latin typeface="Helvetica" pitchFamily="2" charset="0"/>
              </a:rPr>
              <a:t>tially</a:t>
            </a:r>
            <a:r>
              <a:rPr lang="es-ES" dirty="0">
                <a:solidFill>
                  <a:srgbClr val="000000"/>
                </a:solidFill>
                <a:effectLst/>
                <a:latin typeface="Helvetica" pitchFamily="2" charset="0"/>
              </a:rPr>
              <a:t> </a:t>
            </a:r>
            <a:r>
              <a:rPr lang="es-ES" dirty="0" err="1">
                <a:solidFill>
                  <a:srgbClr val="000000"/>
                </a:solidFill>
                <a:effectLst/>
                <a:latin typeface="Helvetica" pitchFamily="2" charset="0"/>
              </a:rPr>
              <a:t>support</a:t>
            </a:r>
            <a:r>
              <a:rPr lang="es-ES" dirty="0">
                <a:solidFill>
                  <a:srgbClr val="000000"/>
                </a:solidFill>
                <a:effectLst/>
                <a:latin typeface="Helvetica" pitchFamily="2" charset="0"/>
              </a:rPr>
              <a:t> </a:t>
            </a:r>
            <a:r>
              <a:rPr lang="es-ES" dirty="0" err="1">
                <a:solidFill>
                  <a:srgbClr val="000000"/>
                </a:solidFill>
                <a:effectLst/>
                <a:latin typeface="Helvetica" pitchFamily="2" charset="0"/>
              </a:rPr>
              <a:t>pricing-driven</a:t>
            </a:r>
            <a:r>
              <a:rPr lang="es-ES" dirty="0">
                <a:solidFill>
                  <a:srgbClr val="000000"/>
                </a:solidFill>
                <a:effectLst/>
                <a:latin typeface="Helvetica" pitchFamily="2" charset="0"/>
              </a:rPr>
              <a:t> </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a:t>
            </a:r>
          </a:p>
        </p:txBody>
      </p:sp>
      <p:sp>
        <p:nvSpPr>
          <p:cNvPr id="4" name="Marcador de número de diapositiva 3">
            <a:extLst>
              <a:ext uri="{FF2B5EF4-FFF2-40B4-BE49-F238E27FC236}">
                <a16:creationId xmlns:a16="http://schemas.microsoft.com/office/drawing/2014/main" id="{54994EE1-FFAE-EA21-9422-95C1872B4BB5}"/>
              </a:ext>
            </a:extLst>
          </p:cNvPr>
          <p:cNvSpPr>
            <a:spLocks noGrp="1"/>
          </p:cNvSpPr>
          <p:nvPr>
            <p:ph type="sldNum" sz="quarter" idx="5"/>
          </p:nvPr>
        </p:nvSpPr>
        <p:spPr/>
        <p:txBody>
          <a:bodyPr/>
          <a:lstStyle/>
          <a:p>
            <a:fld id="{E4DB20BF-CB95-4761-9F17-69DD67B5745F}" type="slidenum">
              <a:rPr lang="es-ES" smtClean="0"/>
              <a:t>37</a:t>
            </a:fld>
            <a:endParaRPr lang="es-ES"/>
          </a:p>
        </p:txBody>
      </p:sp>
    </p:spTree>
    <p:extLst>
      <p:ext uri="{BB962C8B-B14F-4D97-AF65-F5344CB8AC3E}">
        <p14:creationId xmlns:p14="http://schemas.microsoft.com/office/powerpoint/2010/main" val="16368938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A4DC8-934C-3A8C-B827-65981C8B67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E7BFEE-A18A-2520-7A05-75974AA3C0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3F9834-4985-8E05-70AA-562E6713C123}"/>
              </a:ext>
            </a:extLst>
          </p:cNvPr>
          <p:cNvSpPr>
            <a:spLocks noGrp="1"/>
          </p:cNvSpPr>
          <p:nvPr>
            <p:ph type="body" idx="1"/>
          </p:nvPr>
        </p:nvSpPr>
        <p:spPr/>
        <p:txBody>
          <a:bodyPr/>
          <a:lstStyle/>
          <a:p>
            <a:endParaRPr lang="es-ES" b="0" i="0" u="none" strike="noStrike" dirty="0">
              <a:solidFill>
                <a:srgbClr val="212121"/>
              </a:solidFill>
              <a:effectLst/>
              <a:latin typeface="Aptos" panose="020B0004020202020204" pitchFamily="34" charset="0"/>
            </a:endParaRPr>
          </a:p>
        </p:txBody>
      </p:sp>
      <p:sp>
        <p:nvSpPr>
          <p:cNvPr id="4" name="Marcador de número de diapositiva 3">
            <a:extLst>
              <a:ext uri="{FF2B5EF4-FFF2-40B4-BE49-F238E27FC236}">
                <a16:creationId xmlns:a16="http://schemas.microsoft.com/office/drawing/2014/main" id="{F08B72F0-3B41-6150-FD3F-DEFE152AE9C7}"/>
              </a:ext>
            </a:extLst>
          </p:cNvPr>
          <p:cNvSpPr>
            <a:spLocks noGrp="1"/>
          </p:cNvSpPr>
          <p:nvPr>
            <p:ph type="sldNum" sz="quarter" idx="5"/>
          </p:nvPr>
        </p:nvSpPr>
        <p:spPr/>
        <p:txBody>
          <a:bodyPr/>
          <a:lstStyle/>
          <a:p>
            <a:fld id="{E4DB20BF-CB95-4761-9F17-69DD67B5745F}" type="slidenum">
              <a:rPr lang="es-ES" smtClean="0"/>
              <a:t>38</a:t>
            </a:fld>
            <a:endParaRPr lang="es-ES"/>
          </a:p>
        </p:txBody>
      </p:sp>
    </p:spTree>
    <p:extLst>
      <p:ext uri="{BB962C8B-B14F-4D97-AF65-F5344CB8AC3E}">
        <p14:creationId xmlns:p14="http://schemas.microsoft.com/office/powerpoint/2010/main" val="26677791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1D676-3EA5-3B08-D55D-36124F2C24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FE034D-45D0-B7D2-F45F-0B70FD4F0B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380E8A-FB55-2B1A-B25F-EE8E70B7CCDD}"/>
              </a:ext>
            </a:extLst>
          </p:cNvPr>
          <p:cNvSpPr>
            <a:spLocks noGrp="1"/>
          </p:cNvSpPr>
          <p:nvPr>
            <p:ph type="body" idx="1"/>
          </p:nvPr>
        </p:nvSpPr>
        <p:spPr/>
        <p:txBody>
          <a:bodyPr/>
          <a:lstStyle/>
          <a:p>
            <a:r>
              <a:rPr lang="es-ES" dirty="0">
                <a:solidFill>
                  <a:srgbClr val="000000"/>
                </a:solidFill>
                <a:effectLst/>
                <a:latin typeface="Helvetica" pitchFamily="2" charset="0"/>
              </a:rPr>
              <a:t>BUSINESS DOMAIN/AREA</a:t>
            </a:r>
          </a:p>
        </p:txBody>
      </p:sp>
      <p:sp>
        <p:nvSpPr>
          <p:cNvPr id="4" name="Marcador de número de diapositiva 3">
            <a:extLst>
              <a:ext uri="{FF2B5EF4-FFF2-40B4-BE49-F238E27FC236}">
                <a16:creationId xmlns:a16="http://schemas.microsoft.com/office/drawing/2014/main" id="{629CF492-DCAC-A333-218E-2857C464E95F}"/>
              </a:ext>
            </a:extLst>
          </p:cNvPr>
          <p:cNvSpPr>
            <a:spLocks noGrp="1"/>
          </p:cNvSpPr>
          <p:nvPr>
            <p:ph type="sldNum" sz="quarter" idx="5"/>
          </p:nvPr>
        </p:nvSpPr>
        <p:spPr/>
        <p:txBody>
          <a:bodyPr/>
          <a:lstStyle/>
          <a:p>
            <a:fld id="{E4DB20BF-CB95-4761-9F17-69DD67B5745F}" type="slidenum">
              <a:rPr lang="es-ES" smtClean="0"/>
              <a:t>39</a:t>
            </a:fld>
            <a:endParaRPr lang="es-ES"/>
          </a:p>
        </p:txBody>
      </p:sp>
    </p:spTree>
    <p:extLst>
      <p:ext uri="{BB962C8B-B14F-4D97-AF65-F5344CB8AC3E}">
        <p14:creationId xmlns:p14="http://schemas.microsoft.com/office/powerpoint/2010/main" val="24708493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9BD6E-2FD0-72AB-7B22-0369131DAB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DACDCB-CBB9-D512-7735-85B550005A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7EFFA7-8A2B-9142-D024-6EF8CA6F19EA}"/>
              </a:ext>
            </a:extLst>
          </p:cNvPr>
          <p:cNvSpPr>
            <a:spLocks noGrp="1"/>
          </p:cNvSpPr>
          <p:nvPr>
            <p:ph type="body" idx="1"/>
          </p:nvPr>
        </p:nvSpPr>
        <p:spPr/>
        <p:txBody>
          <a:bodyPr/>
          <a:lstStyle/>
          <a:p>
            <a:r>
              <a:rPr lang="es-ES" b="0" i="0" u="none" strike="noStrike" dirty="0">
                <a:solidFill>
                  <a:srgbClr val="212121"/>
                </a:solidFill>
                <a:effectLst/>
                <a:latin typeface="Aptos" panose="020B0004020202020204" pitchFamily="34" charset="0"/>
              </a:rPr>
              <a:t>In </a:t>
            </a:r>
            <a:r>
              <a:rPr lang="es-ES" b="0" i="0" u="none" strike="noStrike" dirty="0" err="1">
                <a:solidFill>
                  <a:srgbClr val="212121"/>
                </a:solidFill>
                <a:effectLst/>
                <a:latin typeface="Aptos" panose="020B0004020202020204" pitchFamily="34" charset="0"/>
              </a:rPr>
              <a:t>this</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context</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this</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is</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where</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the</a:t>
            </a:r>
            <a:r>
              <a:rPr lang="es-ES" b="0" i="0" u="none" strike="noStrike" dirty="0">
                <a:solidFill>
                  <a:srgbClr val="212121"/>
                </a:solidFill>
                <a:effectLst/>
                <a:latin typeface="Aptos" panose="020B0004020202020204" pitchFamily="34" charset="0"/>
              </a:rPr>
              <a:t> visión of pricing-driven Development and Operation of SaaS </a:t>
            </a:r>
            <a:r>
              <a:rPr lang="es-ES" b="0" i="0" u="none" strike="noStrike" dirty="0" err="1">
                <a:solidFill>
                  <a:srgbClr val="212121"/>
                </a:solidFill>
                <a:effectLst/>
                <a:latin typeface="Aptos" panose="020B0004020202020204" pitchFamily="34" charset="0"/>
              </a:rPr>
              <a:t>appears</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It</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aims</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to</a:t>
            </a:r>
            <a:r>
              <a:rPr lang="es-ES" b="0" i="0" u="none" strike="noStrike" dirty="0">
                <a:solidFill>
                  <a:srgbClr val="212121"/>
                </a:solidFill>
                <a:effectLst/>
                <a:latin typeface="Aptos" panose="020B0004020202020204" pitchFamily="34" charset="0"/>
              </a:rPr>
              <a:t> reduce </a:t>
            </a:r>
            <a:r>
              <a:rPr lang="es-ES" b="0" i="0" u="none" strike="noStrike" dirty="0" err="1">
                <a:solidFill>
                  <a:srgbClr val="212121"/>
                </a:solidFill>
                <a:effectLst/>
                <a:latin typeface="Aptos" panose="020B0004020202020204" pitchFamily="34" charset="0"/>
              </a:rPr>
              <a:t>the</a:t>
            </a:r>
            <a:r>
              <a:rPr lang="es-ES" b="0" i="0" u="none" strike="noStrike" dirty="0">
                <a:solidFill>
                  <a:srgbClr val="212121"/>
                </a:solidFill>
                <a:effectLst/>
                <a:latin typeface="Aptos" panose="020B0004020202020204" pitchFamily="34" charset="0"/>
              </a:rPr>
              <a:t> time </a:t>
            </a:r>
            <a:r>
              <a:rPr lang="es-ES" b="0" i="0" u="none" strike="noStrike" dirty="0" err="1">
                <a:solidFill>
                  <a:srgbClr val="212121"/>
                </a:solidFill>
                <a:effectLst/>
                <a:latin typeface="Aptos" panose="020B0004020202020204" pitchFamily="34" charset="0"/>
              </a:rPr>
              <a:t>to</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market</a:t>
            </a:r>
            <a:r>
              <a:rPr lang="es-ES" b="0" i="0" u="none" strike="noStrike" dirty="0">
                <a:solidFill>
                  <a:srgbClr val="212121"/>
                </a:solidFill>
                <a:effectLst/>
                <a:latin typeface="Aptos" panose="020B0004020202020204" pitchFamily="34" charset="0"/>
              </a:rPr>
              <a:t> of </a:t>
            </a:r>
            <a:r>
              <a:rPr lang="es-ES" b="0" i="0" u="none" strike="noStrike" dirty="0" err="1">
                <a:solidFill>
                  <a:srgbClr val="212121"/>
                </a:solidFill>
                <a:effectLst/>
                <a:latin typeface="Aptos" panose="020B0004020202020204" pitchFamily="34" charset="0"/>
              </a:rPr>
              <a:t>derived</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from</a:t>
            </a:r>
            <a:r>
              <a:rPr lang="es-ES" b="0" i="0" u="none" strike="noStrike" dirty="0">
                <a:solidFill>
                  <a:srgbClr val="212121"/>
                </a:solidFill>
                <a:effectLst/>
                <a:latin typeface="Aptos" panose="020B0004020202020204" pitchFamily="34" charset="0"/>
              </a:rPr>
              <a:t> pricing-driven </a:t>
            </a:r>
            <a:r>
              <a:rPr lang="es-ES" b="0" i="0" u="none" strike="noStrike" dirty="0" err="1">
                <a:solidFill>
                  <a:srgbClr val="212121"/>
                </a:solidFill>
                <a:effectLst/>
                <a:latin typeface="Aptos" panose="020B0004020202020204" pitchFamily="34" charset="0"/>
              </a:rPr>
              <a:t>changes</a:t>
            </a:r>
            <a:r>
              <a:rPr lang="es-ES" b="0" i="0" u="none" strike="noStrike" dirty="0">
                <a:solidFill>
                  <a:srgbClr val="212121"/>
                </a:solidFill>
                <a:effectLst/>
                <a:latin typeface="Aptos" panose="020B0004020202020204" pitchFamily="34" charset="0"/>
              </a:rPr>
              <a:t>, as </a:t>
            </a:r>
            <a:r>
              <a:rPr lang="es-ES" b="0" i="0" u="none" strike="noStrike" dirty="0" err="1">
                <a:solidFill>
                  <a:srgbClr val="212121"/>
                </a:solidFill>
                <a:effectLst/>
                <a:latin typeface="Aptos" panose="020B0004020202020204" pitchFamily="34" charset="0"/>
              </a:rPr>
              <a:t>well</a:t>
            </a:r>
            <a:r>
              <a:rPr lang="es-ES" b="0" i="0" u="none" strike="noStrike" dirty="0">
                <a:solidFill>
                  <a:srgbClr val="212121"/>
                </a:solidFill>
                <a:effectLst/>
                <a:latin typeface="Aptos" panose="020B0004020202020204" pitchFamily="34" charset="0"/>
              </a:rPr>
              <a:t> as </a:t>
            </a:r>
            <a:r>
              <a:rPr lang="es-ES" b="0" i="0" u="none" strike="noStrike" dirty="0" err="1">
                <a:solidFill>
                  <a:srgbClr val="212121"/>
                </a:solidFill>
                <a:effectLst/>
                <a:latin typeface="Aptos" panose="020B0004020202020204" pitchFamily="34" charset="0"/>
              </a:rPr>
              <a:t>the</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risks</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associated</a:t>
            </a:r>
            <a:r>
              <a:rPr lang="es-ES" b="0" i="0" u="none" strike="noStrike" dirty="0">
                <a:solidFill>
                  <a:srgbClr val="212121"/>
                </a:solidFill>
                <a:effectLst/>
                <a:latin typeface="Aptos" panose="020B0004020202020204" pitchFamily="34" charset="0"/>
              </a:rPr>
              <a:t> </a:t>
            </a:r>
            <a:r>
              <a:rPr lang="es-ES" b="0" i="0" u="none" strike="noStrike" dirty="0" err="1">
                <a:solidFill>
                  <a:srgbClr val="212121"/>
                </a:solidFill>
                <a:effectLst/>
                <a:latin typeface="Aptos" panose="020B0004020202020204" pitchFamily="34" charset="0"/>
              </a:rPr>
              <a:t>with</a:t>
            </a:r>
            <a:r>
              <a:rPr lang="es-ES" b="0" i="0" u="none" strike="noStrike" dirty="0">
                <a:solidFill>
                  <a:srgbClr val="212121"/>
                </a:solidFill>
                <a:effectLst/>
                <a:latin typeface="Aptos" panose="020B0004020202020204" pitchFamily="34" charset="0"/>
              </a:rPr>
              <a:t> human </a:t>
            </a:r>
            <a:r>
              <a:rPr lang="es-ES" b="0" i="0" u="none" strike="noStrike" dirty="0" err="1">
                <a:solidFill>
                  <a:srgbClr val="212121"/>
                </a:solidFill>
                <a:effectLst/>
                <a:latin typeface="Aptos" panose="020B0004020202020204" pitchFamily="34" charset="0"/>
              </a:rPr>
              <a:t>intervention</a:t>
            </a:r>
            <a:r>
              <a:rPr lang="es-ES" b="0" i="0" u="none" strike="noStrike" dirty="0">
                <a:solidFill>
                  <a:srgbClr val="212121"/>
                </a:solidFill>
                <a:effectLst/>
                <a:latin typeface="Aptos" panose="020B0004020202020204" pitchFamily="34" charset="0"/>
              </a:rPr>
              <a:t>.</a:t>
            </a:r>
          </a:p>
          <a:p>
            <a:endParaRPr lang="es-ES" b="0" i="0" u="none" strike="noStrike" dirty="0">
              <a:solidFill>
                <a:srgbClr val="212121"/>
              </a:solidFill>
              <a:effectLst/>
              <a:latin typeface="Aptos" panose="020B0004020202020204" pitchFamily="34" charset="0"/>
            </a:endParaRPr>
          </a:p>
          <a:p>
            <a:r>
              <a:rPr lang="es-ES" dirty="0" err="1"/>
              <a:t>This</a:t>
            </a:r>
            <a:r>
              <a:rPr lang="es-ES" dirty="0"/>
              <a:t> </a:t>
            </a:r>
            <a:r>
              <a:rPr lang="es-ES" dirty="0" err="1"/>
              <a:t>approach</a:t>
            </a:r>
            <a:r>
              <a:rPr lang="es-ES" dirty="0"/>
              <a:t> </a:t>
            </a:r>
            <a:r>
              <a:rPr lang="es-ES" dirty="0" err="1"/>
              <a:t>involves</a:t>
            </a:r>
            <a:r>
              <a:rPr lang="es-ES" dirty="0"/>
              <a:t> </a:t>
            </a:r>
            <a:r>
              <a:rPr lang="es-ES" dirty="0" err="1"/>
              <a:t>moving</a:t>
            </a:r>
            <a:r>
              <a:rPr lang="es-ES" dirty="0"/>
              <a:t> </a:t>
            </a:r>
            <a:r>
              <a:rPr lang="es-ES" dirty="0" err="1"/>
              <a:t>from</a:t>
            </a:r>
            <a:r>
              <a:rPr lang="es-ES" dirty="0"/>
              <a:t> </a:t>
            </a:r>
            <a:r>
              <a:rPr lang="es-ES" dirty="0" err="1"/>
              <a:t>an</a:t>
            </a:r>
            <a:r>
              <a:rPr lang="es-ES" dirty="0"/>
              <a:t> error-prone imperative </a:t>
            </a:r>
            <a:r>
              <a:rPr lang="es-ES" dirty="0" err="1"/>
              <a:t>programming</a:t>
            </a:r>
            <a:r>
              <a:rPr lang="es-ES" dirty="0"/>
              <a:t> </a:t>
            </a:r>
            <a:r>
              <a:rPr lang="es-ES" dirty="0" err="1"/>
              <a:t>model</a:t>
            </a:r>
            <a:r>
              <a:rPr lang="es-ES" dirty="0"/>
              <a:t> </a:t>
            </a:r>
            <a:r>
              <a:rPr lang="es-ES" dirty="0" err="1"/>
              <a:t>to</a:t>
            </a:r>
            <a:r>
              <a:rPr lang="es-ES" dirty="0"/>
              <a:t> a declarative </a:t>
            </a:r>
            <a:r>
              <a:rPr lang="es-ES" dirty="0" err="1"/>
              <a:t>specification</a:t>
            </a:r>
            <a:r>
              <a:rPr lang="es-ES" dirty="0"/>
              <a:t> </a:t>
            </a:r>
            <a:r>
              <a:rPr lang="es-ES" dirty="0" err="1"/>
              <a:t>model</a:t>
            </a:r>
            <a:r>
              <a:rPr lang="es-ES" dirty="0"/>
              <a:t> in </a:t>
            </a:r>
            <a:r>
              <a:rPr lang="es-ES" dirty="0" err="1"/>
              <a:t>which</a:t>
            </a:r>
            <a:r>
              <a:rPr lang="es-ES" dirty="0"/>
              <a:t>, </a:t>
            </a:r>
            <a:r>
              <a:rPr lang="es-ES" dirty="0" err="1"/>
              <a:t>if</a:t>
            </a:r>
            <a:r>
              <a:rPr lang="es-ES" dirty="0"/>
              <a:t> </a:t>
            </a:r>
            <a:r>
              <a:rPr lang="es-ES" dirty="0" err="1"/>
              <a:t>the</a:t>
            </a:r>
            <a:r>
              <a:rPr lang="es-ES" dirty="0"/>
              <a:t> pricing </a:t>
            </a:r>
            <a:r>
              <a:rPr lang="es-ES" dirty="0" err="1"/>
              <a:t>is</a:t>
            </a:r>
            <a:r>
              <a:rPr lang="es-ES" dirty="0"/>
              <a:t> </a:t>
            </a:r>
            <a:r>
              <a:rPr lang="es-ES" dirty="0" err="1"/>
              <a:t>defined</a:t>
            </a:r>
            <a:r>
              <a:rPr lang="es-ES" dirty="0"/>
              <a:t> </a:t>
            </a:r>
            <a:r>
              <a:rPr lang="es-ES" dirty="0" err="1"/>
              <a:t>correctly</a:t>
            </a:r>
            <a:r>
              <a:rPr lang="es-ES" dirty="0"/>
              <a:t>, </a:t>
            </a:r>
            <a:r>
              <a:rPr lang="es-ES" dirty="0" err="1"/>
              <a:t>the</a:t>
            </a:r>
            <a:r>
              <a:rPr lang="es-ES" dirty="0"/>
              <a:t> </a:t>
            </a:r>
            <a:r>
              <a:rPr lang="es-ES" dirty="0" err="1"/>
              <a:t>application</a:t>
            </a:r>
            <a:r>
              <a:rPr lang="es-ES" dirty="0"/>
              <a:t> of </a:t>
            </a:r>
            <a:r>
              <a:rPr lang="es-ES" dirty="0" err="1"/>
              <a:t>its</a:t>
            </a:r>
            <a:r>
              <a:rPr lang="es-ES" dirty="0"/>
              <a:t> </a:t>
            </a:r>
            <a:r>
              <a:rPr lang="es-ES" dirty="0" err="1"/>
              <a:t>conditions</a:t>
            </a:r>
            <a:r>
              <a:rPr lang="es-ES" dirty="0"/>
              <a:t> in </a:t>
            </a:r>
            <a:r>
              <a:rPr lang="es-ES" dirty="0" err="1"/>
              <a:t>the</a:t>
            </a:r>
            <a:r>
              <a:rPr lang="es-ES" dirty="0"/>
              <a:t> </a:t>
            </a:r>
            <a:r>
              <a:rPr lang="es-ES" dirty="0" err="1"/>
              <a:t>codebase</a:t>
            </a:r>
            <a:r>
              <a:rPr lang="es-ES" dirty="0"/>
              <a:t> </a:t>
            </a:r>
            <a:r>
              <a:rPr lang="es-ES" dirty="0" err="1"/>
              <a:t>is</a:t>
            </a:r>
            <a:r>
              <a:rPr lang="es-ES" dirty="0"/>
              <a:t>, </a:t>
            </a:r>
            <a:r>
              <a:rPr lang="es-ES" dirty="0" err="1"/>
              <a:t>by</a:t>
            </a:r>
            <a:r>
              <a:rPr lang="es-ES" dirty="0"/>
              <a:t> </a:t>
            </a:r>
            <a:r>
              <a:rPr lang="es-ES" dirty="0" err="1"/>
              <a:t>definition</a:t>
            </a:r>
            <a:r>
              <a:rPr lang="es-ES" dirty="0"/>
              <a:t>, </a:t>
            </a:r>
            <a:r>
              <a:rPr lang="es-ES" dirty="0" err="1"/>
              <a:t>correct</a:t>
            </a:r>
            <a:r>
              <a:rPr lang="es-ES" dirty="0"/>
              <a:t>.</a:t>
            </a:r>
            <a:endParaRPr lang="es-ES" b="0" i="0" u="none" strike="noStrike" dirty="0">
              <a:solidFill>
                <a:srgbClr val="212121"/>
              </a:solidFill>
              <a:effectLst/>
              <a:latin typeface="Aptos" panose="020B0004020202020204" pitchFamily="34" charset="0"/>
            </a:endParaRPr>
          </a:p>
        </p:txBody>
      </p:sp>
      <p:sp>
        <p:nvSpPr>
          <p:cNvPr id="4" name="Marcador de número de diapositiva 3">
            <a:extLst>
              <a:ext uri="{FF2B5EF4-FFF2-40B4-BE49-F238E27FC236}">
                <a16:creationId xmlns:a16="http://schemas.microsoft.com/office/drawing/2014/main" id="{769BD9DF-A826-6632-B116-361C28F51D74}"/>
              </a:ext>
            </a:extLst>
          </p:cNvPr>
          <p:cNvSpPr>
            <a:spLocks noGrp="1"/>
          </p:cNvSpPr>
          <p:nvPr>
            <p:ph type="sldNum" sz="quarter" idx="5"/>
          </p:nvPr>
        </p:nvSpPr>
        <p:spPr/>
        <p:txBody>
          <a:bodyPr/>
          <a:lstStyle/>
          <a:p>
            <a:fld id="{E4DB20BF-CB95-4761-9F17-69DD67B5745F}" type="slidenum">
              <a:rPr lang="es-ES" smtClean="0"/>
              <a:t>40</a:t>
            </a:fld>
            <a:endParaRPr lang="es-ES"/>
          </a:p>
        </p:txBody>
      </p:sp>
    </p:spTree>
    <p:extLst>
      <p:ext uri="{BB962C8B-B14F-4D97-AF65-F5344CB8AC3E}">
        <p14:creationId xmlns:p14="http://schemas.microsoft.com/office/powerpoint/2010/main" val="7238417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dirty="0">
                <a:solidFill>
                  <a:schemeClr val="tx1"/>
                </a:solidFill>
                <a:effectLst/>
                <a:latin typeface="+mn-lt"/>
                <a:ea typeface="+mn-ea"/>
                <a:cs typeface="+mn-cs"/>
              </a:rPr>
              <a:t>Todos conocemos el ciclo DevOps original. Sin embargo, para sistemas SaaS que ofrecen planes de precios, éste se vuelve ineficiente y error-prone.</a:t>
            </a:r>
          </a:p>
          <a:p>
            <a:endParaRPr lang="es-ES" sz="1200" b="0" i="0" u="none" strike="noStrike" kern="1200" dirty="0">
              <a:solidFill>
                <a:schemeClr val="tx1"/>
              </a:solidFill>
              <a:effectLst/>
              <a:latin typeface="+mn-lt"/>
              <a:ea typeface="+mn-ea"/>
              <a:cs typeface="+mn-cs"/>
            </a:endParaRPr>
          </a:p>
          <a:p>
            <a:r>
              <a:rPr lang="es-ES" sz="1200" b="0" i="0" u="none" strike="noStrike" kern="1200" dirty="0" err="1">
                <a:solidFill>
                  <a:schemeClr val="tx1"/>
                </a:solidFill>
                <a:effectLst/>
                <a:latin typeface="+mn-lt"/>
                <a:ea typeface="+mn-ea"/>
                <a:cs typeface="+mn-cs"/>
              </a:rPr>
              <a:t>What</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would</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you</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say</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if</a:t>
            </a:r>
            <a:r>
              <a:rPr lang="es-ES" sz="1200" b="0" i="0" u="none" strike="noStrike" kern="1200" dirty="0">
                <a:solidFill>
                  <a:schemeClr val="tx1"/>
                </a:solidFill>
                <a:effectLst/>
                <a:latin typeface="+mn-lt"/>
                <a:ea typeface="+mn-ea"/>
                <a:cs typeface="+mn-cs"/>
              </a:rPr>
              <a:t> I </a:t>
            </a:r>
            <a:r>
              <a:rPr lang="es-ES" sz="1200" b="0" i="0" u="none" strike="noStrike" kern="1200" dirty="0" err="1">
                <a:solidFill>
                  <a:schemeClr val="tx1"/>
                </a:solidFill>
                <a:effectLst/>
                <a:latin typeface="+mn-lt"/>
                <a:ea typeface="+mn-ea"/>
                <a:cs typeface="+mn-cs"/>
              </a:rPr>
              <a:t>tell</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you</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that</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it</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becomes</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very</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unefficient</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when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applied</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to</a:t>
            </a:r>
            <a:r>
              <a:rPr lang="es-ES" sz="1200" b="0" i="0" u="none" strike="noStrike" kern="1200" dirty="0">
                <a:solidFill>
                  <a:schemeClr val="tx1"/>
                </a:solidFill>
                <a:effectLst/>
                <a:latin typeface="+mn-lt"/>
                <a:ea typeface="+mn-ea"/>
                <a:cs typeface="+mn-cs"/>
              </a:rPr>
              <a:t> SaaS </a:t>
            </a:r>
            <a:r>
              <a:rPr lang="es-ES" sz="1200" b="0" i="0" u="none" strike="noStrike" kern="1200" dirty="0" err="1">
                <a:solidFill>
                  <a:schemeClr val="tx1"/>
                </a:solidFill>
                <a:effectLst/>
                <a:latin typeface="+mn-lt"/>
                <a:ea typeface="+mn-ea"/>
                <a:cs typeface="+mn-cs"/>
              </a:rPr>
              <a:t>with</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models</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integrated</a:t>
            </a:r>
            <a:r>
              <a:rPr lang="es-ES" sz="1200" b="0" i="0" u="none" strike="noStrike" kern="1200" dirty="0">
                <a:solidFill>
                  <a:schemeClr val="tx1"/>
                </a:solidFill>
                <a:effectLst/>
                <a:latin typeface="+mn-lt"/>
                <a:ea typeface="+mn-ea"/>
                <a:cs typeface="+mn-cs"/>
              </a:rPr>
              <a:t>?</a:t>
            </a:r>
          </a:p>
        </p:txBody>
      </p:sp>
      <p:sp>
        <p:nvSpPr>
          <p:cNvPr id="4" name="Marcador de número de diapositiva 3"/>
          <p:cNvSpPr>
            <a:spLocks noGrp="1"/>
          </p:cNvSpPr>
          <p:nvPr>
            <p:ph type="sldNum" sz="quarter" idx="5"/>
          </p:nvPr>
        </p:nvSpPr>
        <p:spPr/>
        <p:txBody>
          <a:bodyPr/>
          <a:lstStyle/>
          <a:p>
            <a:fld id="{E4DB20BF-CB95-4761-9F17-69DD67B5745F}" type="slidenum">
              <a:rPr lang="es-ES" smtClean="0"/>
              <a:t>41</a:t>
            </a:fld>
            <a:endParaRPr lang="es-ES"/>
          </a:p>
        </p:txBody>
      </p:sp>
    </p:spTree>
    <p:extLst>
      <p:ext uri="{BB962C8B-B14F-4D97-AF65-F5344CB8AC3E}">
        <p14:creationId xmlns:p14="http://schemas.microsoft.com/office/powerpoint/2010/main" val="34494911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04E98-FDC3-3DC4-FA06-C88A686EA1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8867DE-DC49-3B18-9FFC-8730E248DE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10A398-8095-7E5A-A6CE-82478FB875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mn-lt"/>
                <a:ea typeface="+mn-ea"/>
                <a:cs typeface="+mn-cs"/>
              </a:rPr>
              <a:t>¿Por qué?</a:t>
            </a:r>
            <a:r>
              <a:rPr lang="es-ES" sz="1200" b="0" i="0" u="none" strike="noStrike" kern="1200" dirty="0">
                <a:solidFill>
                  <a:schemeClr val="tx1"/>
                </a:solidFill>
                <a:effectLst/>
                <a:latin typeface="+mn-lt"/>
                <a:ea typeface="+mn-ea"/>
                <a:cs typeface="+mn-cs"/>
              </a:rPr>
              <a:t> Porque incluso si el proveedor no desarrolla nuevas funcionalidades, cualquier cambio en el plan de precios —como restringir una </a:t>
            </a:r>
            <a:r>
              <a:rPr lang="es-ES" sz="1200" b="0" i="0" u="none" strike="noStrike" kern="1200" dirty="0" err="1">
                <a:solidFill>
                  <a:schemeClr val="tx1"/>
                </a:solidFill>
                <a:effectLst/>
                <a:latin typeface="+mn-lt"/>
                <a:ea typeface="+mn-ea"/>
                <a:cs typeface="+mn-cs"/>
              </a:rPr>
              <a:t>feature</a:t>
            </a:r>
            <a:r>
              <a:rPr lang="es-ES" sz="1200" b="0" i="0" u="none" strike="noStrike" kern="1200" dirty="0">
                <a:solidFill>
                  <a:schemeClr val="tx1"/>
                </a:solidFill>
                <a:effectLst/>
                <a:latin typeface="+mn-lt"/>
                <a:ea typeface="+mn-ea"/>
                <a:cs typeface="+mn-cs"/>
              </a:rPr>
              <a:t> en un plan existente o introducir un nuevo plan— activa un nuevo ciclo completo de DevOps.</a:t>
            </a:r>
          </a:p>
          <a:p>
            <a:endParaRPr lang="es-ES" sz="1200" b="0" i="0" u="none" strike="noStrike"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0BB6F496-0F1B-93FF-5C57-A4E691381350}"/>
              </a:ext>
            </a:extLst>
          </p:cNvPr>
          <p:cNvSpPr>
            <a:spLocks noGrp="1"/>
          </p:cNvSpPr>
          <p:nvPr>
            <p:ph type="sldNum" sz="quarter" idx="5"/>
          </p:nvPr>
        </p:nvSpPr>
        <p:spPr/>
        <p:txBody>
          <a:bodyPr/>
          <a:lstStyle/>
          <a:p>
            <a:fld id="{E4DB20BF-CB95-4761-9F17-69DD67B5745F}" type="slidenum">
              <a:rPr lang="es-ES" smtClean="0"/>
              <a:t>42</a:t>
            </a:fld>
            <a:endParaRPr lang="es-ES"/>
          </a:p>
        </p:txBody>
      </p:sp>
    </p:spTree>
    <p:extLst>
      <p:ext uri="{BB962C8B-B14F-4D97-AF65-F5344CB8AC3E}">
        <p14:creationId xmlns:p14="http://schemas.microsoft.com/office/powerpoint/2010/main" val="11730501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CFA0C-88B4-9C52-5902-52D8E9AAE7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8ED5BB-2152-0DA5-8C99-64C2407108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288D41-B81A-2ECB-D18D-078F7D0BBB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u="none" strike="noStrike" kern="1200">
                <a:solidFill>
                  <a:schemeClr val="tx1"/>
                </a:solidFill>
                <a:effectLst/>
                <a:latin typeface="+mn-lt"/>
                <a:ea typeface="+mn-ea"/>
                <a:cs typeface="+mn-cs"/>
              </a:rPr>
              <a:t>¿Por qué?</a:t>
            </a:r>
            <a:r>
              <a:rPr lang="es-ES" sz="1200" b="0" i="0" u="none" strike="noStrike" kern="1200">
                <a:solidFill>
                  <a:schemeClr val="tx1"/>
                </a:solidFill>
                <a:effectLst/>
                <a:latin typeface="+mn-lt"/>
                <a:ea typeface="+mn-ea"/>
                <a:cs typeface="+mn-cs"/>
              </a:rPr>
              <a:t> Porque incluso si el proveedor no desarrolla nuevas funcionalidades, cualquier cambio en el plan de precios —como restringir una feature en un plan existente o introducir un nuevo plan— activa un nuevo ciclo completo de DevOps.</a:t>
            </a:r>
          </a:p>
          <a:p>
            <a:endParaRPr lang="es-ES" sz="1200" b="0" i="0" u="none" strike="noStrike"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772860A5-2214-825D-1264-6BBD068ADD8C}"/>
              </a:ext>
            </a:extLst>
          </p:cNvPr>
          <p:cNvSpPr>
            <a:spLocks noGrp="1"/>
          </p:cNvSpPr>
          <p:nvPr>
            <p:ph type="sldNum" sz="quarter" idx="5"/>
          </p:nvPr>
        </p:nvSpPr>
        <p:spPr/>
        <p:txBody>
          <a:bodyPr/>
          <a:lstStyle/>
          <a:p>
            <a:fld id="{E4DB20BF-CB95-4761-9F17-69DD67B5745F}" type="slidenum">
              <a:rPr lang="es-ES" smtClean="0"/>
              <a:t>43</a:t>
            </a:fld>
            <a:endParaRPr lang="es-ES"/>
          </a:p>
        </p:txBody>
      </p:sp>
    </p:spTree>
    <p:extLst>
      <p:ext uri="{BB962C8B-B14F-4D97-AF65-F5344CB8AC3E}">
        <p14:creationId xmlns:p14="http://schemas.microsoft.com/office/powerpoint/2010/main" val="20808890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AD210-A364-61BC-DFD1-DE4C66504C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B1E190-10D5-6323-E0C9-D65A12F430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106D15-C841-79F7-0018-30E36BE0FE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En este contexto, proponemos en la tesis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un ciclo alternativo al original que gestiona este tipo de eventos de forma mucho más eficiente y directa, gracias a que considera tanto los </a:t>
            </a:r>
            <a:r>
              <a:rPr lang="es-ES" sz="1200" b="0" i="0" u="none" strike="noStrike" kern="1200" dirty="0" err="1">
                <a:solidFill>
                  <a:schemeClr val="tx1"/>
                </a:solidFill>
                <a:effectLst/>
                <a:latin typeface="+mn-lt"/>
                <a:ea typeface="+mn-ea"/>
                <a:cs typeface="+mn-cs"/>
              </a:rPr>
              <a:t>pricings</a:t>
            </a:r>
            <a:r>
              <a:rPr lang="es-ES" sz="1200" b="0" i="0" u="none" strike="noStrike" kern="1200" dirty="0">
                <a:solidFill>
                  <a:schemeClr val="tx1"/>
                </a:solidFill>
                <a:effectLst/>
                <a:latin typeface="+mn-lt"/>
                <a:ea typeface="+mn-ea"/>
                <a:cs typeface="+mn-cs"/>
              </a:rPr>
              <a:t> del servicio –así como las subscripciones de los usuarios del mismo– como elementos de primer nivel dentro del sistema.</a:t>
            </a:r>
          </a:p>
          <a:p>
            <a:endParaRPr lang="es-ES_tradnl"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Como vemos, en esta aproximación las fases “</a:t>
            </a:r>
            <a:r>
              <a:rPr lang="es-ES" sz="1200" b="0" i="1" u="none" strike="noStrike" kern="1200" dirty="0" err="1">
                <a:solidFill>
                  <a:schemeClr val="tx1"/>
                </a:solidFill>
                <a:effectLst/>
                <a:latin typeface="+mn-lt"/>
                <a:ea typeface="+mn-ea"/>
                <a:cs typeface="+mn-cs"/>
              </a:rPr>
              <a:t>code</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y “</a:t>
            </a:r>
            <a:r>
              <a:rPr lang="es-ES" sz="1200" b="0" i="1" u="none" strike="noStrike" kern="1200" dirty="0" err="1">
                <a:solidFill>
                  <a:schemeClr val="tx1"/>
                </a:solidFill>
                <a:effectLst/>
                <a:latin typeface="+mn-lt"/>
                <a:ea typeface="+mn-ea"/>
                <a:cs typeface="+mn-cs"/>
              </a:rPr>
              <a:t>build</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se sustituyen por la fase “</a:t>
            </a:r>
            <a:r>
              <a:rPr lang="es-ES" sz="1200" b="0" i="1" u="none" strike="noStrike" kern="1200" dirty="0" err="1">
                <a:solidFill>
                  <a:schemeClr val="tx1"/>
                </a:solidFill>
                <a:effectLst/>
                <a:latin typeface="+mn-lt"/>
                <a:ea typeface="+mn-ea"/>
                <a:cs typeface="+mn-cs"/>
              </a:rPr>
              <a:t>toggle</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ya que no es necesario modificar el código del servicio para aplicar los cambios provocados por el evento. Además, la fase “</a:t>
            </a:r>
            <a:r>
              <a:rPr lang="es-ES" sz="1200" b="0" i="1" u="none" strike="noStrike" kern="1200" dirty="0" err="1">
                <a:solidFill>
                  <a:schemeClr val="tx1"/>
                </a:solidFill>
                <a:effectLst/>
                <a:latin typeface="+mn-lt"/>
                <a:ea typeface="+mn-ea"/>
                <a:cs typeface="+mn-cs"/>
              </a:rPr>
              <a:t>deploy</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desaparece, ya que las modificaciones se aplican en caliente, sin necesidad de redesplegar el sistema</a:t>
            </a:r>
            <a:r>
              <a:rPr lang="es-ES" sz="1400" b="0" i="0" u="none" strike="noStrike" kern="1200" dirty="0">
                <a:solidFill>
                  <a:schemeClr val="tx1"/>
                </a:solidFill>
                <a:effectLst/>
                <a:latin typeface="+mn-lt"/>
                <a:ea typeface="+mn-ea"/>
                <a:cs typeface="+mn-cs"/>
              </a:rPr>
              <a:t>.</a:t>
            </a:r>
            <a:endParaRPr lang="es-ES" sz="1200" b="0" i="0" u="none" strike="noStrike" kern="1200" dirty="0">
              <a:solidFill>
                <a:schemeClr val="tx1"/>
              </a:solidFill>
              <a:effectLst/>
              <a:latin typeface="+mn-lt"/>
              <a:ea typeface="+mn-ea"/>
              <a:cs typeface="+mn-cs"/>
            </a:endParaRPr>
          </a:p>
          <a:p>
            <a:endParaRPr lang="es-ES_tradnl"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Sin embargo, como es de esperar, lograr este resultado no es </a:t>
            </a:r>
            <a:r>
              <a:rPr lang="es-ES" sz="1200" b="0" i="0" u="none" strike="noStrike" kern="1200" dirty="0" err="1">
                <a:solidFill>
                  <a:schemeClr val="tx1"/>
                </a:solidFill>
                <a:effectLst/>
                <a:latin typeface="+mn-lt"/>
                <a:ea typeface="+mn-ea"/>
                <a:cs typeface="+mn-cs"/>
              </a:rPr>
              <a:t>tribial</a:t>
            </a:r>
            <a:r>
              <a:rPr lang="es-ES" sz="1200" b="0" i="0" u="none" strike="noStrike" kern="1200" dirty="0">
                <a:solidFill>
                  <a:schemeClr val="tx1"/>
                </a:solidFill>
                <a:effectLst/>
                <a:latin typeface="+mn-lt"/>
                <a:ea typeface="+mn-ea"/>
                <a:cs typeface="+mn-cs"/>
              </a:rPr>
              <a:t>. (Aquí exponemos los 5 </a:t>
            </a:r>
            <a:r>
              <a:rPr lang="es-ES" sz="1200" b="0" i="0" u="none" strike="noStrike" kern="1200" dirty="0" err="1">
                <a:solidFill>
                  <a:schemeClr val="tx1"/>
                </a:solidFill>
                <a:effectLst/>
                <a:latin typeface="+mn-lt"/>
                <a:ea typeface="+mn-ea"/>
                <a:cs typeface="+mn-cs"/>
              </a:rPr>
              <a:t>challenges</a:t>
            </a:r>
            <a:r>
              <a:rPr lang="es-ES" sz="1200" b="0" i="0" u="none" strike="noStrike" kern="1200" dirty="0">
                <a:solidFill>
                  <a:schemeClr val="tx1"/>
                </a:solidFill>
                <a:effectLst/>
                <a:latin typeface="+mn-lt"/>
                <a:ea typeface="+mn-ea"/>
                <a:cs typeface="+mn-cs"/>
              </a:rPr>
              <a:t> del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y a qué fases afecta):</a:t>
            </a:r>
          </a:p>
          <a:p>
            <a:endParaRPr lang="es-ES_tradnl" dirty="0"/>
          </a:p>
        </p:txBody>
      </p:sp>
      <p:sp>
        <p:nvSpPr>
          <p:cNvPr id="4" name="Marcador de número de diapositiva 3">
            <a:extLst>
              <a:ext uri="{FF2B5EF4-FFF2-40B4-BE49-F238E27FC236}">
                <a16:creationId xmlns:a16="http://schemas.microsoft.com/office/drawing/2014/main" id="{5DFD12B4-EED2-555A-6859-CF66F859BF05}"/>
              </a:ext>
            </a:extLst>
          </p:cNvPr>
          <p:cNvSpPr>
            <a:spLocks noGrp="1"/>
          </p:cNvSpPr>
          <p:nvPr>
            <p:ph type="sldNum" sz="quarter" idx="5"/>
          </p:nvPr>
        </p:nvSpPr>
        <p:spPr/>
        <p:txBody>
          <a:bodyPr/>
          <a:lstStyle/>
          <a:p>
            <a:fld id="{E4DB20BF-CB95-4761-9F17-69DD67B5745F}" type="slidenum">
              <a:rPr lang="es-ES" smtClean="0"/>
              <a:t>44</a:t>
            </a:fld>
            <a:endParaRPr lang="es-ES"/>
          </a:p>
        </p:txBody>
      </p:sp>
    </p:spTree>
    <p:extLst>
      <p:ext uri="{BB962C8B-B14F-4D97-AF65-F5344CB8AC3E}">
        <p14:creationId xmlns:p14="http://schemas.microsoft.com/office/powerpoint/2010/main" val="28514528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0517-60D9-8238-C60A-854BB6B1CC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3F22B1-D4E7-8C7F-1D95-A2F57A4D4F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A6C1BD-0FED-77A9-2F95-B17ACB6694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En este contexto, proponemos en la tesis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un ciclo alternativo al original que gestiona este tipo de eventos de forma mucho más eficiente y directa, gracias a que considera tanto los </a:t>
            </a:r>
            <a:r>
              <a:rPr lang="es-ES" sz="1200" b="0" i="0" u="none" strike="noStrike" kern="1200" dirty="0" err="1">
                <a:solidFill>
                  <a:schemeClr val="tx1"/>
                </a:solidFill>
                <a:effectLst/>
                <a:latin typeface="+mn-lt"/>
                <a:ea typeface="+mn-ea"/>
                <a:cs typeface="+mn-cs"/>
              </a:rPr>
              <a:t>pricings</a:t>
            </a:r>
            <a:r>
              <a:rPr lang="es-ES" sz="1200" b="0" i="0" u="none" strike="noStrike" kern="1200" dirty="0">
                <a:solidFill>
                  <a:schemeClr val="tx1"/>
                </a:solidFill>
                <a:effectLst/>
                <a:latin typeface="+mn-lt"/>
                <a:ea typeface="+mn-ea"/>
                <a:cs typeface="+mn-cs"/>
              </a:rPr>
              <a:t> del servicio –así como las subscripciones de los usuarios del mismo– como elementos de primer nivel dentro del sistema.</a:t>
            </a:r>
          </a:p>
          <a:p>
            <a:endParaRPr lang="es-ES_tradnl"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Como vemos, en esta aproximación las fases “</a:t>
            </a:r>
            <a:r>
              <a:rPr lang="es-ES" sz="1200" b="0" i="1" u="none" strike="noStrike" kern="1200" dirty="0" err="1">
                <a:solidFill>
                  <a:schemeClr val="tx1"/>
                </a:solidFill>
                <a:effectLst/>
                <a:latin typeface="+mn-lt"/>
                <a:ea typeface="+mn-ea"/>
                <a:cs typeface="+mn-cs"/>
              </a:rPr>
              <a:t>code</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y “</a:t>
            </a:r>
            <a:r>
              <a:rPr lang="es-ES" sz="1200" b="0" i="1" u="none" strike="noStrike" kern="1200" dirty="0" err="1">
                <a:solidFill>
                  <a:schemeClr val="tx1"/>
                </a:solidFill>
                <a:effectLst/>
                <a:latin typeface="+mn-lt"/>
                <a:ea typeface="+mn-ea"/>
                <a:cs typeface="+mn-cs"/>
              </a:rPr>
              <a:t>build</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se sustituyen por la fase “</a:t>
            </a:r>
            <a:r>
              <a:rPr lang="es-ES" sz="1200" b="0" i="1" u="none" strike="noStrike" kern="1200" dirty="0" err="1">
                <a:solidFill>
                  <a:schemeClr val="tx1"/>
                </a:solidFill>
                <a:effectLst/>
                <a:latin typeface="+mn-lt"/>
                <a:ea typeface="+mn-ea"/>
                <a:cs typeface="+mn-cs"/>
              </a:rPr>
              <a:t>toggle</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ya que no es necesario modificar el código del servicio para aplicar los cambios provocados por el evento. Además, la fase “</a:t>
            </a:r>
            <a:r>
              <a:rPr lang="es-ES" sz="1200" b="0" i="1" u="none" strike="noStrike" kern="1200" dirty="0" err="1">
                <a:solidFill>
                  <a:schemeClr val="tx1"/>
                </a:solidFill>
                <a:effectLst/>
                <a:latin typeface="+mn-lt"/>
                <a:ea typeface="+mn-ea"/>
                <a:cs typeface="+mn-cs"/>
              </a:rPr>
              <a:t>deploy</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desaparece, ya que las modificaciones se aplican en caliente, sin necesidad de redesplegar el sistema</a:t>
            </a:r>
            <a:r>
              <a:rPr lang="es-ES" sz="1400" b="0" i="0" u="none" strike="noStrike" kern="1200" dirty="0">
                <a:solidFill>
                  <a:schemeClr val="tx1"/>
                </a:solidFill>
                <a:effectLst/>
                <a:latin typeface="+mn-lt"/>
                <a:ea typeface="+mn-ea"/>
                <a:cs typeface="+mn-cs"/>
              </a:rPr>
              <a:t>.</a:t>
            </a:r>
            <a:endParaRPr lang="es-ES" sz="1200" b="0" i="0" u="none" strike="noStrike" kern="1200" dirty="0">
              <a:solidFill>
                <a:schemeClr val="tx1"/>
              </a:solidFill>
              <a:effectLst/>
              <a:latin typeface="+mn-lt"/>
              <a:ea typeface="+mn-ea"/>
              <a:cs typeface="+mn-cs"/>
            </a:endParaRPr>
          </a:p>
          <a:p>
            <a:endParaRPr lang="es-ES_tradnl"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Sin embargo, como es de esperar, lograr este resultado no es </a:t>
            </a:r>
            <a:r>
              <a:rPr lang="es-ES" sz="1200" b="0" i="0" u="none" strike="noStrike" kern="1200" dirty="0" err="1">
                <a:solidFill>
                  <a:schemeClr val="tx1"/>
                </a:solidFill>
                <a:effectLst/>
                <a:latin typeface="+mn-lt"/>
                <a:ea typeface="+mn-ea"/>
                <a:cs typeface="+mn-cs"/>
              </a:rPr>
              <a:t>tribial</a:t>
            </a:r>
            <a:r>
              <a:rPr lang="es-ES" sz="1200" b="0" i="0" u="none" strike="noStrike" kern="1200" dirty="0">
                <a:solidFill>
                  <a:schemeClr val="tx1"/>
                </a:solidFill>
                <a:effectLst/>
                <a:latin typeface="+mn-lt"/>
                <a:ea typeface="+mn-ea"/>
                <a:cs typeface="+mn-cs"/>
              </a:rPr>
              <a:t>. (Aquí exponemos los 5 </a:t>
            </a:r>
            <a:r>
              <a:rPr lang="es-ES" sz="1200" b="0" i="0" u="none" strike="noStrike" kern="1200" dirty="0" err="1">
                <a:solidFill>
                  <a:schemeClr val="tx1"/>
                </a:solidFill>
                <a:effectLst/>
                <a:latin typeface="+mn-lt"/>
                <a:ea typeface="+mn-ea"/>
                <a:cs typeface="+mn-cs"/>
              </a:rPr>
              <a:t>challenges</a:t>
            </a:r>
            <a:r>
              <a:rPr lang="es-ES" sz="1200" b="0" i="0" u="none" strike="noStrike" kern="1200" dirty="0">
                <a:solidFill>
                  <a:schemeClr val="tx1"/>
                </a:solidFill>
                <a:effectLst/>
                <a:latin typeface="+mn-lt"/>
                <a:ea typeface="+mn-ea"/>
                <a:cs typeface="+mn-cs"/>
              </a:rPr>
              <a:t> del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y a qué fases afecta):</a:t>
            </a:r>
          </a:p>
          <a:p>
            <a:endParaRPr lang="es-ES_tradnl" dirty="0"/>
          </a:p>
        </p:txBody>
      </p:sp>
      <p:sp>
        <p:nvSpPr>
          <p:cNvPr id="4" name="Marcador de número de diapositiva 3">
            <a:extLst>
              <a:ext uri="{FF2B5EF4-FFF2-40B4-BE49-F238E27FC236}">
                <a16:creationId xmlns:a16="http://schemas.microsoft.com/office/drawing/2014/main" id="{9BBF6FCE-8080-5F41-BFE0-6AD2E837A542}"/>
              </a:ext>
            </a:extLst>
          </p:cNvPr>
          <p:cNvSpPr>
            <a:spLocks noGrp="1"/>
          </p:cNvSpPr>
          <p:nvPr>
            <p:ph type="sldNum" sz="quarter" idx="5"/>
          </p:nvPr>
        </p:nvSpPr>
        <p:spPr/>
        <p:txBody>
          <a:bodyPr/>
          <a:lstStyle/>
          <a:p>
            <a:fld id="{E4DB20BF-CB95-4761-9F17-69DD67B5745F}" type="slidenum">
              <a:rPr lang="es-ES" smtClean="0"/>
              <a:t>45</a:t>
            </a:fld>
            <a:endParaRPr lang="es-ES"/>
          </a:p>
        </p:txBody>
      </p:sp>
    </p:spTree>
    <p:extLst>
      <p:ext uri="{BB962C8B-B14F-4D97-AF65-F5344CB8AC3E}">
        <p14:creationId xmlns:p14="http://schemas.microsoft.com/office/powerpoint/2010/main" val="25282463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i="1"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305465-97E6-8943-A113-9FD1622A26BD}" type="slidenum">
              <a:rPr kumimoji="0" lang="en-E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E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332010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45A59-B1FF-4B81-93B3-EDA8D13E5E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34C4A4-1973-00F7-D8A1-0B76AC03BF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35F32B-1811-2ADB-DB5F-595C246149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&amp; </a:t>
            </a:r>
            <a:r>
              <a:rPr lang="es-ES" sz="1200" b="0" i="0" u="none" strike="noStrike" kern="1200" dirty="0" err="1">
                <a:solidFill>
                  <a:schemeClr val="tx1"/>
                </a:solidFill>
                <a:effectLst/>
                <a:latin typeface="+mn-lt"/>
                <a:ea typeface="+mn-ea"/>
                <a:cs typeface="+mn-cs"/>
              </a:rPr>
              <a:t>Subscription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Modeling</a:t>
            </a:r>
            <a:r>
              <a:rPr lang="es-ES" sz="1200" b="0" i="0" u="none" strike="noStrike" kern="1200" dirty="0">
                <a:solidFill>
                  <a:schemeClr val="tx1"/>
                </a:solidFill>
                <a:effectLst/>
                <a:latin typeface="+mn-lt"/>
                <a:ea typeface="+mn-ea"/>
                <a:cs typeface="+mn-cs"/>
              </a:rPr>
              <a:t>: Dado que los </a:t>
            </a:r>
            <a:r>
              <a:rPr lang="es-ES" sz="1200" b="0" i="0" u="none" strike="noStrike" kern="1200" dirty="0" err="1">
                <a:solidFill>
                  <a:schemeClr val="tx1"/>
                </a:solidFill>
                <a:effectLst/>
                <a:latin typeface="+mn-lt"/>
                <a:ea typeface="+mn-ea"/>
                <a:cs typeface="+mn-cs"/>
              </a:rPr>
              <a:t>pricings</a:t>
            </a:r>
            <a:r>
              <a:rPr lang="es-ES" sz="1200" b="0" i="0" u="none" strike="noStrike" kern="1200" dirty="0">
                <a:solidFill>
                  <a:schemeClr val="tx1"/>
                </a:solidFill>
                <a:effectLst/>
                <a:latin typeface="+mn-lt"/>
                <a:ea typeface="+mn-ea"/>
                <a:cs typeface="+mn-cs"/>
              </a:rPr>
              <a:t> y las subscripciones son los elementos esenciales que rigen este ciclo de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–o más específicamente sus versiones orientadas a la máquina (</a:t>
            </a:r>
            <a:r>
              <a:rPr lang="es-ES" sz="1200" b="0" i="0" u="none" strike="noStrike" kern="1200" dirty="0" err="1">
                <a:solidFill>
                  <a:schemeClr val="tx1"/>
                </a:solidFill>
                <a:effectLst/>
                <a:latin typeface="+mn-lt"/>
                <a:ea typeface="+mn-ea"/>
                <a:cs typeface="+mn-cs"/>
              </a:rPr>
              <a:t>iPricings</a:t>
            </a:r>
            <a:r>
              <a:rPr lang="es-ES" sz="1200" b="0" i="0" u="none" strike="noStrike" kern="1200" dirty="0">
                <a:solidFill>
                  <a:schemeClr val="tx1"/>
                </a:solidFill>
                <a:effectLst/>
                <a:latin typeface="+mn-lt"/>
                <a:ea typeface="+mn-ea"/>
                <a:cs typeface="+mn-cs"/>
              </a:rPr>
              <a:t> y </a:t>
            </a:r>
            <a:r>
              <a:rPr lang="es-ES" sz="1200" b="0" i="0" u="none" strike="noStrike" kern="1200" dirty="0" err="1">
                <a:solidFill>
                  <a:schemeClr val="tx1"/>
                </a:solidFill>
                <a:effectLst/>
                <a:latin typeface="+mn-lt"/>
                <a:ea typeface="+mn-ea"/>
                <a:cs typeface="+mn-cs"/>
              </a:rPr>
              <a:t>iSubscriptions</a:t>
            </a:r>
            <a:r>
              <a:rPr lang="es-ES" sz="1200" b="0" i="0" u="none" strike="noStrike" kern="1200" dirty="0">
                <a:solidFill>
                  <a:schemeClr val="tx1"/>
                </a:solidFill>
                <a:effectLst/>
                <a:latin typeface="+mn-lt"/>
                <a:ea typeface="+mn-ea"/>
                <a:cs typeface="+mn-cs"/>
              </a:rPr>
              <a:t>)–, este </a:t>
            </a:r>
            <a:r>
              <a:rPr lang="es-ES" sz="1200" b="0" i="0" u="none" strike="noStrike" kern="1200" dirty="0" err="1">
                <a:solidFill>
                  <a:schemeClr val="tx1"/>
                </a:solidFill>
                <a:effectLst/>
                <a:latin typeface="+mn-lt"/>
                <a:ea typeface="+mn-ea"/>
                <a:cs typeface="+mn-cs"/>
              </a:rPr>
              <a:t>challenge</a:t>
            </a:r>
            <a:r>
              <a:rPr lang="es-ES" sz="1200" b="0" i="0" u="none" strike="noStrike" kern="1200" dirty="0">
                <a:solidFill>
                  <a:schemeClr val="tx1"/>
                </a:solidFill>
                <a:effectLst/>
                <a:latin typeface="+mn-lt"/>
                <a:ea typeface="+mn-ea"/>
                <a:cs typeface="+mn-cs"/>
              </a:rPr>
              <a:t> aborda el desafío de crear un lenguaje lo suficientemente expresivo como para poder representar los </a:t>
            </a:r>
            <a:r>
              <a:rPr lang="es-ES" sz="1200" b="0" i="0" u="none" strike="noStrike" kern="1200" dirty="0" err="1">
                <a:solidFill>
                  <a:schemeClr val="tx1"/>
                </a:solidFill>
                <a:effectLst/>
                <a:latin typeface="+mn-lt"/>
                <a:ea typeface="+mn-ea"/>
                <a:cs typeface="+mn-cs"/>
              </a:rPr>
              <a:t>pricings</a:t>
            </a:r>
            <a:r>
              <a:rPr lang="es-ES" sz="1200" b="0" i="0" u="none" strike="noStrike" kern="1200" dirty="0">
                <a:solidFill>
                  <a:schemeClr val="tx1"/>
                </a:solidFill>
                <a:effectLst/>
                <a:latin typeface="+mn-lt"/>
                <a:ea typeface="+mn-ea"/>
                <a:cs typeface="+mn-cs"/>
              </a:rPr>
              <a:t> de cualquier dominio, así como sus subscripciones.</a:t>
            </a:r>
            <a:endParaRPr lang="es-ES_tradnl" dirty="0"/>
          </a:p>
        </p:txBody>
      </p:sp>
      <p:sp>
        <p:nvSpPr>
          <p:cNvPr id="4" name="Marcador de número de diapositiva 3">
            <a:extLst>
              <a:ext uri="{FF2B5EF4-FFF2-40B4-BE49-F238E27FC236}">
                <a16:creationId xmlns:a16="http://schemas.microsoft.com/office/drawing/2014/main" id="{8F3B43E5-389D-6EF6-3186-E06D881EF430}"/>
              </a:ext>
            </a:extLst>
          </p:cNvPr>
          <p:cNvSpPr>
            <a:spLocks noGrp="1"/>
          </p:cNvSpPr>
          <p:nvPr>
            <p:ph type="sldNum" sz="quarter" idx="5"/>
          </p:nvPr>
        </p:nvSpPr>
        <p:spPr/>
        <p:txBody>
          <a:bodyPr/>
          <a:lstStyle/>
          <a:p>
            <a:fld id="{E4DB20BF-CB95-4761-9F17-69DD67B5745F}" type="slidenum">
              <a:rPr lang="es-ES" smtClean="0"/>
              <a:t>47</a:t>
            </a:fld>
            <a:endParaRPr lang="es-ES"/>
          </a:p>
        </p:txBody>
      </p:sp>
    </p:spTree>
    <p:extLst>
      <p:ext uri="{BB962C8B-B14F-4D97-AF65-F5344CB8AC3E}">
        <p14:creationId xmlns:p14="http://schemas.microsoft.com/office/powerpoint/2010/main" val="16693140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&amp; </a:t>
            </a:r>
            <a:r>
              <a:rPr lang="es-ES" sz="1200" b="0" i="0" u="none" strike="noStrike" kern="1200" dirty="0" err="1">
                <a:solidFill>
                  <a:schemeClr val="tx1"/>
                </a:solidFill>
                <a:effectLst/>
                <a:latin typeface="+mn-lt"/>
                <a:ea typeface="+mn-ea"/>
                <a:cs typeface="+mn-cs"/>
              </a:rPr>
              <a:t>Subscription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Modeling</a:t>
            </a:r>
            <a:r>
              <a:rPr lang="es-ES" sz="1200" b="0" i="0" u="none" strike="noStrike" kern="1200" dirty="0">
                <a:solidFill>
                  <a:schemeClr val="tx1"/>
                </a:solidFill>
                <a:effectLst/>
                <a:latin typeface="+mn-lt"/>
                <a:ea typeface="+mn-ea"/>
                <a:cs typeface="+mn-cs"/>
              </a:rPr>
              <a:t>: Dado que los </a:t>
            </a:r>
            <a:r>
              <a:rPr lang="es-ES" sz="1200" b="0" i="0" u="none" strike="noStrike" kern="1200" dirty="0" err="1">
                <a:solidFill>
                  <a:schemeClr val="tx1"/>
                </a:solidFill>
                <a:effectLst/>
                <a:latin typeface="+mn-lt"/>
                <a:ea typeface="+mn-ea"/>
                <a:cs typeface="+mn-cs"/>
              </a:rPr>
              <a:t>pricings</a:t>
            </a:r>
            <a:r>
              <a:rPr lang="es-ES" sz="1200" b="0" i="0" u="none" strike="noStrike" kern="1200" dirty="0">
                <a:solidFill>
                  <a:schemeClr val="tx1"/>
                </a:solidFill>
                <a:effectLst/>
                <a:latin typeface="+mn-lt"/>
                <a:ea typeface="+mn-ea"/>
                <a:cs typeface="+mn-cs"/>
              </a:rPr>
              <a:t> y las subscripciones son los elementos esenciales que rigen este ciclo de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–o más específicamente sus versiones orientadas a la máquina (</a:t>
            </a:r>
            <a:r>
              <a:rPr lang="es-ES" sz="1200" b="0" i="0" u="none" strike="noStrike" kern="1200" dirty="0" err="1">
                <a:solidFill>
                  <a:schemeClr val="tx1"/>
                </a:solidFill>
                <a:effectLst/>
                <a:latin typeface="+mn-lt"/>
                <a:ea typeface="+mn-ea"/>
                <a:cs typeface="+mn-cs"/>
              </a:rPr>
              <a:t>iPricings</a:t>
            </a:r>
            <a:r>
              <a:rPr lang="es-ES" sz="1200" b="0" i="0" u="none" strike="noStrike" kern="1200" dirty="0">
                <a:solidFill>
                  <a:schemeClr val="tx1"/>
                </a:solidFill>
                <a:effectLst/>
                <a:latin typeface="+mn-lt"/>
                <a:ea typeface="+mn-ea"/>
                <a:cs typeface="+mn-cs"/>
              </a:rPr>
              <a:t> y </a:t>
            </a:r>
            <a:r>
              <a:rPr lang="es-ES" sz="1200" b="0" i="0" u="none" strike="noStrike" kern="1200" dirty="0" err="1">
                <a:solidFill>
                  <a:schemeClr val="tx1"/>
                </a:solidFill>
                <a:effectLst/>
                <a:latin typeface="+mn-lt"/>
                <a:ea typeface="+mn-ea"/>
                <a:cs typeface="+mn-cs"/>
              </a:rPr>
              <a:t>iSubscriptions</a:t>
            </a:r>
            <a:r>
              <a:rPr lang="es-ES" sz="1200" b="0" i="0" u="none" strike="noStrike" kern="1200" dirty="0">
                <a:solidFill>
                  <a:schemeClr val="tx1"/>
                </a:solidFill>
                <a:effectLst/>
                <a:latin typeface="+mn-lt"/>
                <a:ea typeface="+mn-ea"/>
                <a:cs typeface="+mn-cs"/>
              </a:rPr>
              <a:t>)–, este </a:t>
            </a:r>
            <a:r>
              <a:rPr lang="es-ES" sz="1200" b="0" i="0" u="none" strike="noStrike" kern="1200" dirty="0" err="1">
                <a:solidFill>
                  <a:schemeClr val="tx1"/>
                </a:solidFill>
                <a:effectLst/>
                <a:latin typeface="+mn-lt"/>
                <a:ea typeface="+mn-ea"/>
                <a:cs typeface="+mn-cs"/>
              </a:rPr>
              <a:t>challenge</a:t>
            </a:r>
            <a:r>
              <a:rPr lang="es-ES" sz="1200" b="0" i="0" u="none" strike="noStrike" kern="1200" dirty="0">
                <a:solidFill>
                  <a:schemeClr val="tx1"/>
                </a:solidFill>
                <a:effectLst/>
                <a:latin typeface="+mn-lt"/>
                <a:ea typeface="+mn-ea"/>
                <a:cs typeface="+mn-cs"/>
              </a:rPr>
              <a:t> aborda el desafío de crear un lenguaje lo suficientemente expresivo como para poder representar los </a:t>
            </a:r>
            <a:r>
              <a:rPr lang="es-ES" sz="1200" b="0" i="0" u="none" strike="noStrike" kern="1200" dirty="0" err="1">
                <a:solidFill>
                  <a:schemeClr val="tx1"/>
                </a:solidFill>
                <a:effectLst/>
                <a:latin typeface="+mn-lt"/>
                <a:ea typeface="+mn-ea"/>
                <a:cs typeface="+mn-cs"/>
              </a:rPr>
              <a:t>pricings</a:t>
            </a:r>
            <a:r>
              <a:rPr lang="es-ES" sz="1200" b="0" i="0" u="none" strike="noStrike" kern="1200" dirty="0">
                <a:solidFill>
                  <a:schemeClr val="tx1"/>
                </a:solidFill>
                <a:effectLst/>
                <a:latin typeface="+mn-lt"/>
                <a:ea typeface="+mn-ea"/>
                <a:cs typeface="+mn-cs"/>
              </a:rPr>
              <a:t> de cualquier dominio, así como sus subscripciones.</a:t>
            </a:r>
            <a:endParaRPr lang="es-ES_tradnl" dirty="0"/>
          </a:p>
        </p:txBody>
      </p:sp>
      <p:sp>
        <p:nvSpPr>
          <p:cNvPr id="4" name="Marcador de número de diapositiva 3"/>
          <p:cNvSpPr>
            <a:spLocks noGrp="1"/>
          </p:cNvSpPr>
          <p:nvPr>
            <p:ph type="sldNum" sz="quarter" idx="5"/>
          </p:nvPr>
        </p:nvSpPr>
        <p:spPr/>
        <p:txBody>
          <a:bodyPr/>
          <a:lstStyle/>
          <a:p>
            <a:fld id="{E4DB20BF-CB95-4761-9F17-69DD67B5745F}" type="slidenum">
              <a:rPr lang="es-ES" smtClean="0"/>
              <a:t>48</a:t>
            </a:fld>
            <a:endParaRPr lang="es-ES"/>
          </a:p>
        </p:txBody>
      </p:sp>
    </p:spTree>
    <p:extLst>
      <p:ext uri="{BB962C8B-B14F-4D97-AF65-F5344CB8AC3E}">
        <p14:creationId xmlns:p14="http://schemas.microsoft.com/office/powerpoint/2010/main" val="5624349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CB00E-F450-1A4D-7B35-161D83BA29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3D37A0-A56A-C5D9-46DE-4565AC8902A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9A2B8E-9D5C-1FA5-23FD-DD4170B8D3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a:p>
            <a:r>
              <a:rPr lang="es-ES_tradnl" dirty="0" err="1"/>
              <a:t>Create</a:t>
            </a:r>
            <a:r>
              <a:rPr lang="es-ES_tradnl" dirty="0"/>
              <a:t> </a:t>
            </a:r>
            <a:r>
              <a:rPr lang="es-ES_tradnl" dirty="0" err="1"/>
              <a:t>generic</a:t>
            </a:r>
            <a:r>
              <a:rPr lang="es-ES_tradnl" dirty="0"/>
              <a:t> </a:t>
            </a:r>
            <a:r>
              <a:rPr lang="es-ES_tradnl" dirty="0" err="1"/>
              <a:t>models</a:t>
            </a:r>
            <a:r>
              <a:rPr lang="es-ES_tradnl" dirty="0"/>
              <a:t> </a:t>
            </a:r>
            <a:r>
              <a:rPr lang="es-ES_tradnl" dirty="0" err="1"/>
              <a:t>for</a:t>
            </a:r>
            <a:r>
              <a:rPr lang="es-ES_tradnl" dirty="0"/>
              <a:t> </a:t>
            </a:r>
            <a:r>
              <a:rPr lang="es-ES_tradnl" dirty="0" err="1"/>
              <a:t>pricings</a:t>
            </a:r>
            <a:r>
              <a:rPr lang="es-ES_tradnl" dirty="0"/>
              <a:t> and </a:t>
            </a:r>
            <a:r>
              <a:rPr lang="es-ES_tradnl" dirty="0" err="1"/>
              <a:t>subscriptions</a:t>
            </a:r>
            <a:endParaRPr lang="es-ES_tradnl" dirty="0"/>
          </a:p>
        </p:txBody>
      </p:sp>
      <p:sp>
        <p:nvSpPr>
          <p:cNvPr id="4" name="Marcador de número de diapositiva 3">
            <a:extLst>
              <a:ext uri="{FF2B5EF4-FFF2-40B4-BE49-F238E27FC236}">
                <a16:creationId xmlns:a16="http://schemas.microsoft.com/office/drawing/2014/main" id="{62606056-13B4-CB12-B740-15C2E77AA8C2}"/>
              </a:ext>
            </a:extLst>
          </p:cNvPr>
          <p:cNvSpPr>
            <a:spLocks noGrp="1"/>
          </p:cNvSpPr>
          <p:nvPr>
            <p:ph type="sldNum" sz="quarter" idx="5"/>
          </p:nvPr>
        </p:nvSpPr>
        <p:spPr/>
        <p:txBody>
          <a:bodyPr/>
          <a:lstStyle/>
          <a:p>
            <a:fld id="{E4DB20BF-CB95-4761-9F17-69DD67B5745F}" type="slidenum">
              <a:rPr lang="es-ES" smtClean="0"/>
              <a:t>49</a:t>
            </a:fld>
            <a:endParaRPr lang="es-ES"/>
          </a:p>
        </p:txBody>
      </p:sp>
    </p:spTree>
    <p:extLst>
      <p:ext uri="{BB962C8B-B14F-4D97-AF65-F5344CB8AC3E}">
        <p14:creationId xmlns:p14="http://schemas.microsoft.com/office/powerpoint/2010/main" val="17677287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7FCE2-4472-E3F9-9440-9ECBBADFA7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B5DE08-1682-CDC0-3788-BE45B53B43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5E9483-CDB5-ADA7-C8ED-C89AE83511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p:txBody>
      </p:sp>
      <p:sp>
        <p:nvSpPr>
          <p:cNvPr id="4" name="Marcador de número de diapositiva 3">
            <a:extLst>
              <a:ext uri="{FF2B5EF4-FFF2-40B4-BE49-F238E27FC236}">
                <a16:creationId xmlns:a16="http://schemas.microsoft.com/office/drawing/2014/main" id="{791B5FAD-E9EC-F10F-D11A-FFF5E83FE443}"/>
              </a:ext>
            </a:extLst>
          </p:cNvPr>
          <p:cNvSpPr>
            <a:spLocks noGrp="1"/>
          </p:cNvSpPr>
          <p:nvPr>
            <p:ph type="sldNum" sz="quarter" idx="5"/>
          </p:nvPr>
        </p:nvSpPr>
        <p:spPr/>
        <p:txBody>
          <a:bodyPr/>
          <a:lstStyle/>
          <a:p>
            <a:fld id="{E4DB20BF-CB95-4761-9F17-69DD67B5745F}" type="slidenum">
              <a:rPr lang="es-ES" smtClean="0"/>
              <a:t>50</a:t>
            </a:fld>
            <a:endParaRPr lang="es-ES"/>
          </a:p>
        </p:txBody>
      </p:sp>
    </p:spTree>
    <p:extLst>
      <p:ext uri="{BB962C8B-B14F-4D97-AF65-F5344CB8AC3E}">
        <p14:creationId xmlns:p14="http://schemas.microsoft.com/office/powerpoint/2010/main" val="230134440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04C83-C6FC-132F-63C6-08CB39A6226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6A2864-AB25-9A56-116E-9A19FA78A0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D31C7A-433B-A047-808F-D0916F9BDE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p:txBody>
      </p:sp>
      <p:sp>
        <p:nvSpPr>
          <p:cNvPr id="4" name="Marcador de número de diapositiva 3">
            <a:extLst>
              <a:ext uri="{FF2B5EF4-FFF2-40B4-BE49-F238E27FC236}">
                <a16:creationId xmlns:a16="http://schemas.microsoft.com/office/drawing/2014/main" id="{EB5D11AF-4D72-47F2-BEC5-E1CF3EDF429E}"/>
              </a:ext>
            </a:extLst>
          </p:cNvPr>
          <p:cNvSpPr>
            <a:spLocks noGrp="1"/>
          </p:cNvSpPr>
          <p:nvPr>
            <p:ph type="sldNum" sz="quarter" idx="5"/>
          </p:nvPr>
        </p:nvSpPr>
        <p:spPr/>
        <p:txBody>
          <a:bodyPr/>
          <a:lstStyle/>
          <a:p>
            <a:fld id="{E4DB20BF-CB95-4761-9F17-69DD67B5745F}" type="slidenum">
              <a:rPr lang="es-ES" smtClean="0"/>
              <a:t>51</a:t>
            </a:fld>
            <a:endParaRPr lang="es-ES"/>
          </a:p>
        </p:txBody>
      </p:sp>
    </p:spTree>
    <p:extLst>
      <p:ext uri="{BB962C8B-B14F-4D97-AF65-F5344CB8AC3E}">
        <p14:creationId xmlns:p14="http://schemas.microsoft.com/office/powerpoint/2010/main" val="23339054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821F4-33D5-669E-9DAC-7DBC276175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5FAE1C-D8DD-C529-489D-E11250265B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7097CE-B9C8-855B-020B-05146BE653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p:txBody>
      </p:sp>
      <p:sp>
        <p:nvSpPr>
          <p:cNvPr id="4" name="Marcador de número de diapositiva 3">
            <a:extLst>
              <a:ext uri="{FF2B5EF4-FFF2-40B4-BE49-F238E27FC236}">
                <a16:creationId xmlns:a16="http://schemas.microsoft.com/office/drawing/2014/main" id="{5EDC3740-FF0E-CCEB-0242-326CB9CA35F4}"/>
              </a:ext>
            </a:extLst>
          </p:cNvPr>
          <p:cNvSpPr>
            <a:spLocks noGrp="1"/>
          </p:cNvSpPr>
          <p:nvPr>
            <p:ph type="sldNum" sz="quarter" idx="5"/>
          </p:nvPr>
        </p:nvSpPr>
        <p:spPr/>
        <p:txBody>
          <a:bodyPr/>
          <a:lstStyle/>
          <a:p>
            <a:fld id="{E4DB20BF-CB95-4761-9F17-69DD67B5745F}" type="slidenum">
              <a:rPr lang="es-ES" smtClean="0"/>
              <a:t>52</a:t>
            </a:fld>
            <a:endParaRPr lang="es-ES"/>
          </a:p>
        </p:txBody>
      </p:sp>
    </p:spTree>
    <p:extLst>
      <p:ext uri="{BB962C8B-B14F-4D97-AF65-F5344CB8AC3E}">
        <p14:creationId xmlns:p14="http://schemas.microsoft.com/office/powerpoint/2010/main" val="24051121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2E75-CDCB-A570-279F-C3620FECF59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AD057B-0CA4-8DE2-FE9A-FBC9C371A8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2BE84C-51F2-B11B-8A96-86B696B3EB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p:txBody>
      </p:sp>
      <p:sp>
        <p:nvSpPr>
          <p:cNvPr id="4" name="Marcador de número de diapositiva 3">
            <a:extLst>
              <a:ext uri="{FF2B5EF4-FFF2-40B4-BE49-F238E27FC236}">
                <a16:creationId xmlns:a16="http://schemas.microsoft.com/office/drawing/2014/main" id="{6AA52E1D-1644-6668-DCD4-ACD8EB7ED5B3}"/>
              </a:ext>
            </a:extLst>
          </p:cNvPr>
          <p:cNvSpPr>
            <a:spLocks noGrp="1"/>
          </p:cNvSpPr>
          <p:nvPr>
            <p:ph type="sldNum" sz="quarter" idx="5"/>
          </p:nvPr>
        </p:nvSpPr>
        <p:spPr/>
        <p:txBody>
          <a:bodyPr/>
          <a:lstStyle/>
          <a:p>
            <a:fld id="{E4DB20BF-CB95-4761-9F17-69DD67B5745F}" type="slidenum">
              <a:rPr lang="es-ES" smtClean="0"/>
              <a:t>53</a:t>
            </a:fld>
            <a:endParaRPr lang="es-ES"/>
          </a:p>
        </p:txBody>
      </p:sp>
    </p:spTree>
    <p:extLst>
      <p:ext uri="{BB962C8B-B14F-4D97-AF65-F5344CB8AC3E}">
        <p14:creationId xmlns:p14="http://schemas.microsoft.com/office/powerpoint/2010/main" val="5877307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C34D-DB7B-AA23-BA87-98A98B8A10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54C0B1-072B-BE78-6EBF-442583CA5F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CC69E8-8502-7251-7A12-97DBC20D96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p:txBody>
      </p:sp>
      <p:sp>
        <p:nvSpPr>
          <p:cNvPr id="4" name="Marcador de número de diapositiva 3">
            <a:extLst>
              <a:ext uri="{FF2B5EF4-FFF2-40B4-BE49-F238E27FC236}">
                <a16:creationId xmlns:a16="http://schemas.microsoft.com/office/drawing/2014/main" id="{9651B901-07D8-6EED-C792-D095B00616BF}"/>
              </a:ext>
            </a:extLst>
          </p:cNvPr>
          <p:cNvSpPr>
            <a:spLocks noGrp="1"/>
          </p:cNvSpPr>
          <p:nvPr>
            <p:ph type="sldNum" sz="quarter" idx="5"/>
          </p:nvPr>
        </p:nvSpPr>
        <p:spPr/>
        <p:txBody>
          <a:bodyPr/>
          <a:lstStyle/>
          <a:p>
            <a:fld id="{E4DB20BF-CB95-4761-9F17-69DD67B5745F}" type="slidenum">
              <a:rPr lang="es-ES" smtClean="0"/>
              <a:t>54</a:t>
            </a:fld>
            <a:endParaRPr lang="es-ES"/>
          </a:p>
        </p:txBody>
      </p:sp>
    </p:spTree>
    <p:extLst>
      <p:ext uri="{BB962C8B-B14F-4D97-AF65-F5344CB8AC3E}">
        <p14:creationId xmlns:p14="http://schemas.microsoft.com/office/powerpoint/2010/main" val="5773268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A2AB1-27AF-C294-3B72-8103460667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604F0D-9346-E596-0AEA-7C5B8DC97C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95C796-56C6-5FB9-6E4C-F301202A18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p:txBody>
      </p:sp>
      <p:sp>
        <p:nvSpPr>
          <p:cNvPr id="4" name="Marcador de número de diapositiva 3">
            <a:extLst>
              <a:ext uri="{FF2B5EF4-FFF2-40B4-BE49-F238E27FC236}">
                <a16:creationId xmlns:a16="http://schemas.microsoft.com/office/drawing/2014/main" id="{D007F529-03DC-2528-E2BD-EBB1D7869495}"/>
              </a:ext>
            </a:extLst>
          </p:cNvPr>
          <p:cNvSpPr>
            <a:spLocks noGrp="1"/>
          </p:cNvSpPr>
          <p:nvPr>
            <p:ph type="sldNum" sz="quarter" idx="5"/>
          </p:nvPr>
        </p:nvSpPr>
        <p:spPr/>
        <p:txBody>
          <a:bodyPr/>
          <a:lstStyle/>
          <a:p>
            <a:fld id="{E4DB20BF-CB95-4761-9F17-69DD67B5745F}" type="slidenum">
              <a:rPr lang="es-ES" smtClean="0"/>
              <a:t>55</a:t>
            </a:fld>
            <a:endParaRPr lang="es-ES"/>
          </a:p>
        </p:txBody>
      </p:sp>
    </p:spTree>
    <p:extLst>
      <p:ext uri="{BB962C8B-B14F-4D97-AF65-F5344CB8AC3E}">
        <p14:creationId xmlns:p14="http://schemas.microsoft.com/office/powerpoint/2010/main" val="41249055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8DA60-5AAD-FC77-F82B-03BDA20068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2C2528-CCFD-ED15-9A13-0AE6E44C3B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CEE721-EDCC-4B66-DAFB-81CEC2783A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err="1">
                <a:solidFill>
                  <a:schemeClr val="tx1"/>
                </a:solidFill>
                <a:effectLst/>
                <a:latin typeface="+mn-lt"/>
                <a:ea typeface="+mn-ea"/>
                <a:cs typeface="+mn-cs"/>
              </a:rPr>
              <a:t>Pricing</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Design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Methodologies</a:t>
            </a:r>
            <a:r>
              <a:rPr lang="es-ES" sz="1200" b="0" i="0" u="none" strike="noStrike" kern="1200" dirty="0">
                <a:solidFill>
                  <a:schemeClr val="tx1"/>
                </a:solidFill>
                <a:effectLst/>
                <a:latin typeface="+mn-lt"/>
                <a:ea typeface="+mn-ea"/>
                <a:cs typeface="+mn-cs"/>
              </a:rPr>
              <a:t>: Se enmarca en la fase “plan”, e incluye todas aquellas contribuciones orientadas a definir metodologías para diseñar planes de precios que maximicen el valor percibido de cada configuración del sistema, con el objetivo de reducir las </a:t>
            </a:r>
            <a:r>
              <a:rPr lang="es-ES" sz="1200" b="0" i="1" u="none" strike="noStrike" kern="1200" dirty="0" err="1">
                <a:solidFill>
                  <a:schemeClr val="tx1"/>
                </a:solidFill>
                <a:effectLst/>
                <a:latin typeface="+mn-lt"/>
                <a:ea typeface="+mn-ea"/>
                <a:cs typeface="+mn-cs"/>
              </a:rPr>
              <a:t>dummy</a:t>
            </a:r>
            <a:r>
              <a:rPr lang="es-ES" sz="1200" b="0" i="1" u="none" strike="noStrike" kern="1200" dirty="0">
                <a:solidFill>
                  <a:schemeClr val="tx1"/>
                </a:solidFill>
                <a:effectLst/>
                <a:latin typeface="+mn-lt"/>
                <a:ea typeface="+mn-ea"/>
                <a:cs typeface="+mn-cs"/>
              </a:rPr>
              <a:t> </a:t>
            </a:r>
            <a:r>
              <a:rPr lang="es-ES" sz="1200" b="0" i="1" u="none" strike="noStrike" kern="1200" dirty="0" err="1">
                <a:solidFill>
                  <a:schemeClr val="tx1"/>
                </a:solidFill>
                <a:effectLst/>
                <a:latin typeface="+mn-lt"/>
                <a:ea typeface="+mn-ea"/>
                <a:cs typeface="+mn-cs"/>
              </a:rPr>
              <a:t>configurations</a:t>
            </a:r>
            <a:r>
              <a:rPr lang="es-ES" sz="1200" b="0" i="0" u="none" strike="noStrike" kern="1200" dirty="0">
                <a:solidFill>
                  <a:schemeClr val="tx1"/>
                </a:solidFill>
                <a:effectLst/>
                <a:latin typeface="+mn-lt"/>
                <a:ea typeface="+mn-ea"/>
                <a:cs typeface="+mn-cs"/>
              </a:rPr>
              <a:t> —es decir, aquellas combinaciones poco atractivas o irrelevantes para los usuarios.</a:t>
            </a:r>
          </a:p>
          <a:p>
            <a:endParaRPr lang="es-ES_tradnl" dirty="0"/>
          </a:p>
        </p:txBody>
      </p:sp>
      <p:sp>
        <p:nvSpPr>
          <p:cNvPr id="4" name="Marcador de número de diapositiva 3">
            <a:extLst>
              <a:ext uri="{FF2B5EF4-FFF2-40B4-BE49-F238E27FC236}">
                <a16:creationId xmlns:a16="http://schemas.microsoft.com/office/drawing/2014/main" id="{8D14D3C6-82A6-F1ED-A48B-3EB3A289341E}"/>
              </a:ext>
            </a:extLst>
          </p:cNvPr>
          <p:cNvSpPr>
            <a:spLocks noGrp="1"/>
          </p:cNvSpPr>
          <p:nvPr>
            <p:ph type="sldNum" sz="quarter" idx="5"/>
          </p:nvPr>
        </p:nvSpPr>
        <p:spPr/>
        <p:txBody>
          <a:bodyPr/>
          <a:lstStyle/>
          <a:p>
            <a:fld id="{E4DB20BF-CB95-4761-9F17-69DD67B5745F}" type="slidenum">
              <a:rPr lang="es-ES" smtClean="0"/>
              <a:t>56</a:t>
            </a:fld>
            <a:endParaRPr lang="es-ES"/>
          </a:p>
        </p:txBody>
      </p:sp>
    </p:spTree>
    <p:extLst>
      <p:ext uri="{BB962C8B-B14F-4D97-AF65-F5344CB8AC3E}">
        <p14:creationId xmlns:p14="http://schemas.microsoft.com/office/powerpoint/2010/main" val="32909905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3FF4D-E600-2EB8-E2EB-0B777DD4366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1B0ADD-D4EA-06E1-5748-F520C4484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FED2C5-AE51-B9A2-2D59-338E3DD69A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En este contexto, proponemos en la tesis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un ciclo alternativo al original que gestiona este tipo de eventos de forma mucho más eficiente y directa, gracias a que considera tanto los </a:t>
            </a:r>
            <a:r>
              <a:rPr lang="es-ES" sz="1200" b="0" i="0" u="none" strike="noStrike" kern="1200" dirty="0" err="1">
                <a:solidFill>
                  <a:schemeClr val="tx1"/>
                </a:solidFill>
                <a:effectLst/>
                <a:latin typeface="+mn-lt"/>
                <a:ea typeface="+mn-ea"/>
                <a:cs typeface="+mn-cs"/>
              </a:rPr>
              <a:t>pricings</a:t>
            </a:r>
            <a:r>
              <a:rPr lang="es-ES" sz="1200" b="0" i="0" u="none" strike="noStrike" kern="1200" dirty="0">
                <a:solidFill>
                  <a:schemeClr val="tx1"/>
                </a:solidFill>
                <a:effectLst/>
                <a:latin typeface="+mn-lt"/>
                <a:ea typeface="+mn-ea"/>
                <a:cs typeface="+mn-cs"/>
              </a:rPr>
              <a:t> del servicio –así como las subscripciones de los usuarios del mismo– como elementos de primer nivel dentro del sistema.</a:t>
            </a:r>
          </a:p>
          <a:p>
            <a:endParaRPr lang="es-ES_tradnl"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Como vemos, en esta aproximación las fases “</a:t>
            </a:r>
            <a:r>
              <a:rPr lang="es-ES" sz="1200" b="0" i="1" u="none" strike="noStrike" kern="1200" dirty="0" err="1">
                <a:solidFill>
                  <a:schemeClr val="tx1"/>
                </a:solidFill>
                <a:effectLst/>
                <a:latin typeface="+mn-lt"/>
                <a:ea typeface="+mn-ea"/>
                <a:cs typeface="+mn-cs"/>
              </a:rPr>
              <a:t>code</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y “</a:t>
            </a:r>
            <a:r>
              <a:rPr lang="es-ES" sz="1200" b="0" i="1" u="none" strike="noStrike" kern="1200" dirty="0" err="1">
                <a:solidFill>
                  <a:schemeClr val="tx1"/>
                </a:solidFill>
                <a:effectLst/>
                <a:latin typeface="+mn-lt"/>
                <a:ea typeface="+mn-ea"/>
                <a:cs typeface="+mn-cs"/>
              </a:rPr>
              <a:t>build</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se sustituyen por la fase “</a:t>
            </a:r>
            <a:r>
              <a:rPr lang="es-ES" sz="1200" b="0" i="1" u="none" strike="noStrike" kern="1200" dirty="0" err="1">
                <a:solidFill>
                  <a:schemeClr val="tx1"/>
                </a:solidFill>
                <a:effectLst/>
                <a:latin typeface="+mn-lt"/>
                <a:ea typeface="+mn-ea"/>
                <a:cs typeface="+mn-cs"/>
              </a:rPr>
              <a:t>toggle</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ya que no es necesario modificar el código del servicio para aplicar los cambios provocados por el evento. Además, la fase “</a:t>
            </a:r>
            <a:r>
              <a:rPr lang="es-ES" sz="1200" b="0" i="1" u="none" strike="noStrike" kern="1200" dirty="0" err="1">
                <a:solidFill>
                  <a:schemeClr val="tx1"/>
                </a:solidFill>
                <a:effectLst/>
                <a:latin typeface="+mn-lt"/>
                <a:ea typeface="+mn-ea"/>
                <a:cs typeface="+mn-cs"/>
              </a:rPr>
              <a:t>deploy</a:t>
            </a:r>
            <a:r>
              <a:rPr lang="es-ES" sz="1200" b="0" i="1" u="none" strike="noStrike" kern="1200" dirty="0">
                <a:solidFill>
                  <a:schemeClr val="tx1"/>
                </a:solidFill>
                <a:effectLst/>
                <a:latin typeface="+mn-lt"/>
                <a:ea typeface="+mn-ea"/>
                <a:cs typeface="+mn-cs"/>
              </a:rPr>
              <a:t>”</a:t>
            </a:r>
            <a:r>
              <a:rPr lang="es-ES" sz="1200" b="0" i="0" u="none" strike="noStrike" kern="1200" dirty="0">
                <a:solidFill>
                  <a:schemeClr val="tx1"/>
                </a:solidFill>
                <a:effectLst/>
                <a:latin typeface="+mn-lt"/>
                <a:ea typeface="+mn-ea"/>
                <a:cs typeface="+mn-cs"/>
              </a:rPr>
              <a:t> desaparece, ya que las modificaciones se aplican en caliente, sin necesidad de redesplegar el sistema</a:t>
            </a:r>
            <a:r>
              <a:rPr lang="es-ES" sz="1400" b="0" i="0" u="none" strike="noStrike" kern="1200" dirty="0">
                <a:solidFill>
                  <a:schemeClr val="tx1"/>
                </a:solidFill>
                <a:effectLst/>
                <a:latin typeface="+mn-lt"/>
                <a:ea typeface="+mn-ea"/>
                <a:cs typeface="+mn-cs"/>
              </a:rPr>
              <a:t>.</a:t>
            </a:r>
            <a:endParaRPr lang="es-ES" sz="1200" b="0" i="0" u="none" strike="noStrike" kern="1200" dirty="0">
              <a:solidFill>
                <a:schemeClr val="tx1"/>
              </a:solidFill>
              <a:effectLst/>
              <a:latin typeface="+mn-lt"/>
              <a:ea typeface="+mn-ea"/>
              <a:cs typeface="+mn-cs"/>
            </a:endParaRPr>
          </a:p>
          <a:p>
            <a:endParaRPr lang="es-ES_tradnl"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kern="1200" dirty="0">
                <a:solidFill>
                  <a:schemeClr val="tx1"/>
                </a:solidFill>
                <a:effectLst/>
                <a:latin typeface="+mn-lt"/>
                <a:ea typeface="+mn-ea"/>
                <a:cs typeface="+mn-cs"/>
              </a:rPr>
              <a:t>Sin embargo, como es de esperar, lograr este resultado no es </a:t>
            </a:r>
            <a:r>
              <a:rPr lang="es-ES" sz="1200" b="0" i="0" u="none" strike="noStrike" kern="1200" dirty="0" err="1">
                <a:solidFill>
                  <a:schemeClr val="tx1"/>
                </a:solidFill>
                <a:effectLst/>
                <a:latin typeface="+mn-lt"/>
                <a:ea typeface="+mn-ea"/>
                <a:cs typeface="+mn-cs"/>
              </a:rPr>
              <a:t>tribial</a:t>
            </a:r>
            <a:r>
              <a:rPr lang="es-ES" sz="1200" b="0" i="0" u="none" strike="noStrike" kern="1200" dirty="0">
                <a:solidFill>
                  <a:schemeClr val="tx1"/>
                </a:solidFill>
                <a:effectLst/>
                <a:latin typeface="+mn-lt"/>
                <a:ea typeface="+mn-ea"/>
                <a:cs typeface="+mn-cs"/>
              </a:rPr>
              <a:t>. (Aquí exponemos los 5 </a:t>
            </a:r>
            <a:r>
              <a:rPr lang="es-ES" sz="1200" b="0" i="0" u="none" strike="noStrike" kern="1200" dirty="0" err="1">
                <a:solidFill>
                  <a:schemeClr val="tx1"/>
                </a:solidFill>
                <a:effectLst/>
                <a:latin typeface="+mn-lt"/>
                <a:ea typeface="+mn-ea"/>
                <a:cs typeface="+mn-cs"/>
              </a:rPr>
              <a:t>challenges</a:t>
            </a:r>
            <a:r>
              <a:rPr lang="es-ES" sz="1200" b="0" i="0" u="none" strike="noStrike" kern="1200" dirty="0">
                <a:solidFill>
                  <a:schemeClr val="tx1"/>
                </a:solidFill>
                <a:effectLst/>
                <a:latin typeface="+mn-lt"/>
                <a:ea typeface="+mn-ea"/>
                <a:cs typeface="+mn-cs"/>
              </a:rPr>
              <a:t> del </a:t>
            </a:r>
            <a:r>
              <a:rPr lang="es-ES" sz="1200" b="0" i="0" u="none" strike="noStrike" kern="1200" dirty="0" err="1">
                <a:solidFill>
                  <a:schemeClr val="tx1"/>
                </a:solidFill>
                <a:effectLst/>
                <a:latin typeface="+mn-lt"/>
                <a:ea typeface="+mn-ea"/>
                <a:cs typeface="+mn-cs"/>
              </a:rPr>
              <a:t>pricing-driven</a:t>
            </a:r>
            <a:r>
              <a:rPr lang="es-ES" sz="1200" b="0" i="0" u="none" strike="noStrike" kern="1200" dirty="0">
                <a:solidFill>
                  <a:schemeClr val="tx1"/>
                </a:solidFill>
                <a:effectLst/>
                <a:latin typeface="+mn-lt"/>
                <a:ea typeface="+mn-ea"/>
                <a:cs typeface="+mn-cs"/>
              </a:rPr>
              <a:t> </a:t>
            </a:r>
            <a:r>
              <a:rPr lang="es-ES" sz="1200" b="0" i="0" u="none" strike="noStrike" kern="1200" dirty="0" err="1">
                <a:solidFill>
                  <a:schemeClr val="tx1"/>
                </a:solidFill>
                <a:effectLst/>
                <a:latin typeface="+mn-lt"/>
                <a:ea typeface="+mn-ea"/>
                <a:cs typeface="+mn-cs"/>
              </a:rPr>
              <a:t>devops</a:t>
            </a:r>
            <a:r>
              <a:rPr lang="es-ES" sz="1200" b="0" i="0" u="none" strike="noStrike" kern="1200" dirty="0">
                <a:solidFill>
                  <a:schemeClr val="tx1"/>
                </a:solidFill>
                <a:effectLst/>
                <a:latin typeface="+mn-lt"/>
                <a:ea typeface="+mn-ea"/>
                <a:cs typeface="+mn-cs"/>
              </a:rPr>
              <a:t> y a qué fases afecta):</a:t>
            </a:r>
          </a:p>
          <a:p>
            <a:endParaRPr lang="es-ES_tradnl" dirty="0"/>
          </a:p>
        </p:txBody>
      </p:sp>
      <p:sp>
        <p:nvSpPr>
          <p:cNvPr id="4" name="Marcador de número de diapositiva 3">
            <a:extLst>
              <a:ext uri="{FF2B5EF4-FFF2-40B4-BE49-F238E27FC236}">
                <a16:creationId xmlns:a16="http://schemas.microsoft.com/office/drawing/2014/main" id="{5DADB7F0-02AE-14A3-F1BA-4ED8B45B5C74}"/>
              </a:ext>
            </a:extLst>
          </p:cNvPr>
          <p:cNvSpPr>
            <a:spLocks noGrp="1"/>
          </p:cNvSpPr>
          <p:nvPr>
            <p:ph type="sldNum" sz="quarter" idx="5"/>
          </p:nvPr>
        </p:nvSpPr>
        <p:spPr/>
        <p:txBody>
          <a:bodyPr/>
          <a:lstStyle/>
          <a:p>
            <a:fld id="{E4DB20BF-CB95-4761-9F17-69DD67B5745F}" type="slidenum">
              <a:rPr lang="es-ES" smtClean="0"/>
              <a:t>57</a:t>
            </a:fld>
            <a:endParaRPr lang="es-ES"/>
          </a:p>
        </p:txBody>
      </p:sp>
    </p:spTree>
    <p:extLst>
      <p:ext uri="{BB962C8B-B14F-4D97-AF65-F5344CB8AC3E}">
        <p14:creationId xmlns:p14="http://schemas.microsoft.com/office/powerpoint/2010/main" val="4181726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54251F-4AA8-74F0-541B-9046533CC68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2C8FF0B-F75B-8CEA-494D-013B68CEC1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CF5C4BB9-CCBD-7DDF-8D12-CC585B5E36F8}"/>
              </a:ext>
            </a:extLst>
          </p:cNvPr>
          <p:cNvSpPr>
            <a:spLocks noGrp="1"/>
          </p:cNvSpPr>
          <p:nvPr>
            <p:ph type="dt" sz="half" idx="10"/>
          </p:nvPr>
        </p:nvSpPr>
        <p:spPr/>
        <p:txBody>
          <a:bodyPr/>
          <a:lstStyle/>
          <a:p>
            <a:fld id="{2234CE30-A6A7-7342-AFF7-ED5837B486D0}" type="datetime1">
              <a:rPr lang="es-ES" smtClean="0"/>
              <a:t>9/9/25</a:t>
            </a:fld>
            <a:endParaRPr lang="es-ES"/>
          </a:p>
        </p:txBody>
      </p:sp>
      <p:sp>
        <p:nvSpPr>
          <p:cNvPr id="5" name="Marcador de pie de página 4">
            <a:extLst>
              <a:ext uri="{FF2B5EF4-FFF2-40B4-BE49-F238E27FC236}">
                <a16:creationId xmlns:a16="http://schemas.microsoft.com/office/drawing/2014/main" id="{467F3354-CCA3-443B-6324-479B8FFB7E0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B6431B3-370F-FB68-33AA-D1FC5B73710D}"/>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221029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337DC6-EC15-0C9E-D8E2-B2AB070C1313}"/>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D14E880-E1B2-2E0E-6B31-AD987993BF4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A476F32-EBF2-5C81-6D4D-9DDAB2F7EE70}"/>
              </a:ext>
            </a:extLst>
          </p:cNvPr>
          <p:cNvSpPr>
            <a:spLocks noGrp="1"/>
          </p:cNvSpPr>
          <p:nvPr>
            <p:ph type="dt" sz="half" idx="10"/>
          </p:nvPr>
        </p:nvSpPr>
        <p:spPr/>
        <p:txBody>
          <a:bodyPr/>
          <a:lstStyle/>
          <a:p>
            <a:fld id="{510936FD-3C1D-3C44-8C1A-BA0BF1527D36}" type="datetime1">
              <a:rPr lang="es-ES" smtClean="0"/>
              <a:t>9/9/25</a:t>
            </a:fld>
            <a:endParaRPr lang="es-ES"/>
          </a:p>
        </p:txBody>
      </p:sp>
      <p:sp>
        <p:nvSpPr>
          <p:cNvPr id="5" name="Marcador de pie de página 4">
            <a:extLst>
              <a:ext uri="{FF2B5EF4-FFF2-40B4-BE49-F238E27FC236}">
                <a16:creationId xmlns:a16="http://schemas.microsoft.com/office/drawing/2014/main" id="{D528D3DC-E745-18DF-4D74-9AF39DA7A8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DB7C02-E7C5-F3D5-275D-AA85253E0BFA}"/>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2367648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5A9291-70AC-CD38-AD5D-010207DEC66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3EB8DAA2-F21E-BFE9-9B59-A72BDAE849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BD38451-C6D1-5796-7106-9408DD8F45C8}"/>
              </a:ext>
            </a:extLst>
          </p:cNvPr>
          <p:cNvSpPr>
            <a:spLocks noGrp="1"/>
          </p:cNvSpPr>
          <p:nvPr>
            <p:ph type="dt" sz="half" idx="10"/>
          </p:nvPr>
        </p:nvSpPr>
        <p:spPr/>
        <p:txBody>
          <a:bodyPr/>
          <a:lstStyle/>
          <a:p>
            <a:fld id="{C3FACF22-3490-9C48-AAD0-9008F0F5E66B}" type="datetime1">
              <a:rPr lang="es-ES" smtClean="0"/>
              <a:t>9/9/25</a:t>
            </a:fld>
            <a:endParaRPr lang="es-ES"/>
          </a:p>
        </p:txBody>
      </p:sp>
      <p:sp>
        <p:nvSpPr>
          <p:cNvPr id="5" name="Marcador de pie de página 4">
            <a:extLst>
              <a:ext uri="{FF2B5EF4-FFF2-40B4-BE49-F238E27FC236}">
                <a16:creationId xmlns:a16="http://schemas.microsoft.com/office/drawing/2014/main" id="{66768F4E-4F54-3BFD-9F5D-4438F92B7B5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D6B18AE-E547-2306-32A2-13DE8B80D04B}"/>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997467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A2CA51-9759-CD68-5CC3-F2657CB8F5F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4125010-4404-32D0-FABE-270D3A5302E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35F88668-3D27-4C2E-7065-81782A0766A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EC9D353-59FF-B5EE-4969-899AD7033D1E}"/>
              </a:ext>
            </a:extLst>
          </p:cNvPr>
          <p:cNvSpPr>
            <a:spLocks noGrp="1"/>
          </p:cNvSpPr>
          <p:nvPr>
            <p:ph type="dt" sz="half" idx="10"/>
          </p:nvPr>
        </p:nvSpPr>
        <p:spPr/>
        <p:txBody>
          <a:bodyPr/>
          <a:lstStyle/>
          <a:p>
            <a:fld id="{AC144121-E195-C147-8E03-AE5DA9552ECC}" type="datetime1">
              <a:rPr lang="es-ES" smtClean="0"/>
              <a:t>9/9/25</a:t>
            </a:fld>
            <a:endParaRPr lang="es-ES"/>
          </a:p>
        </p:txBody>
      </p:sp>
      <p:sp>
        <p:nvSpPr>
          <p:cNvPr id="6" name="Marcador de pie de página 5">
            <a:extLst>
              <a:ext uri="{FF2B5EF4-FFF2-40B4-BE49-F238E27FC236}">
                <a16:creationId xmlns:a16="http://schemas.microsoft.com/office/drawing/2014/main" id="{585E41CA-20F0-4A97-914D-7AEBEFF8749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CDAD3DB-9679-7FEE-3425-76EF8C757369}"/>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278115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956B66-FEDB-2FEC-479B-652E26E2C29E}"/>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67522AA-44FC-1B36-1272-E6C35FA19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9354B46-7846-1091-12C8-C8740FEB67B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9173700-6089-0C6E-2CAB-C25DF1D7D7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481C747-CF4C-6357-FE04-5E64B3CFC43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127B91CA-BC39-D01F-E846-BBA3D294C143}"/>
              </a:ext>
            </a:extLst>
          </p:cNvPr>
          <p:cNvSpPr>
            <a:spLocks noGrp="1"/>
          </p:cNvSpPr>
          <p:nvPr>
            <p:ph type="dt" sz="half" idx="10"/>
          </p:nvPr>
        </p:nvSpPr>
        <p:spPr/>
        <p:txBody>
          <a:bodyPr/>
          <a:lstStyle/>
          <a:p>
            <a:fld id="{E425F0AA-8EF7-1A42-A098-F69E5937DF6C}" type="datetime1">
              <a:rPr lang="es-ES" smtClean="0"/>
              <a:t>9/9/25</a:t>
            </a:fld>
            <a:endParaRPr lang="es-ES"/>
          </a:p>
        </p:txBody>
      </p:sp>
      <p:sp>
        <p:nvSpPr>
          <p:cNvPr id="8" name="Marcador de pie de página 7">
            <a:extLst>
              <a:ext uri="{FF2B5EF4-FFF2-40B4-BE49-F238E27FC236}">
                <a16:creationId xmlns:a16="http://schemas.microsoft.com/office/drawing/2014/main" id="{271875CB-8D86-4A15-64FD-9CEF2A304E0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635C1C11-EB90-752A-F5E8-A29B7FFE9CA6}"/>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2635867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49900D-4D3A-ED57-5B28-27B4430FDC1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B8FE2983-7D96-A3EA-731D-9D61FC47612B}"/>
              </a:ext>
            </a:extLst>
          </p:cNvPr>
          <p:cNvSpPr>
            <a:spLocks noGrp="1"/>
          </p:cNvSpPr>
          <p:nvPr>
            <p:ph type="dt" sz="half" idx="10"/>
          </p:nvPr>
        </p:nvSpPr>
        <p:spPr/>
        <p:txBody>
          <a:bodyPr/>
          <a:lstStyle/>
          <a:p>
            <a:fld id="{651E0F6D-EFD2-DE46-BC52-87FCA8D61492}" type="datetime1">
              <a:rPr lang="es-ES" smtClean="0"/>
              <a:t>9/9/25</a:t>
            </a:fld>
            <a:endParaRPr lang="es-ES"/>
          </a:p>
        </p:txBody>
      </p:sp>
      <p:sp>
        <p:nvSpPr>
          <p:cNvPr id="4" name="Marcador de pie de página 3">
            <a:extLst>
              <a:ext uri="{FF2B5EF4-FFF2-40B4-BE49-F238E27FC236}">
                <a16:creationId xmlns:a16="http://schemas.microsoft.com/office/drawing/2014/main" id="{87295434-EFDD-E0A3-EDBF-7A17BDEA0B08}"/>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AFC4B29-FDF1-AF4B-BDC0-897174525BB3}"/>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2728563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9CCD92A-A34E-D2C0-2FEB-CE76263DF696}"/>
              </a:ext>
            </a:extLst>
          </p:cNvPr>
          <p:cNvSpPr>
            <a:spLocks noGrp="1"/>
          </p:cNvSpPr>
          <p:nvPr>
            <p:ph type="dt" sz="half" idx="10"/>
          </p:nvPr>
        </p:nvSpPr>
        <p:spPr/>
        <p:txBody>
          <a:bodyPr/>
          <a:lstStyle/>
          <a:p>
            <a:fld id="{235A5CA3-3CE9-7948-97E8-98AAE23B93A7}" type="datetime1">
              <a:rPr lang="es-ES" smtClean="0"/>
              <a:t>9/9/25</a:t>
            </a:fld>
            <a:endParaRPr lang="es-ES"/>
          </a:p>
        </p:txBody>
      </p:sp>
      <p:sp>
        <p:nvSpPr>
          <p:cNvPr id="3" name="Marcador de pie de página 2">
            <a:extLst>
              <a:ext uri="{FF2B5EF4-FFF2-40B4-BE49-F238E27FC236}">
                <a16:creationId xmlns:a16="http://schemas.microsoft.com/office/drawing/2014/main" id="{7AED4A33-0891-60B6-1F80-1FEC82DF02D3}"/>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38347339-E438-EEF2-8C9F-F0478DE0033B}"/>
              </a:ext>
            </a:extLst>
          </p:cNvPr>
          <p:cNvSpPr>
            <a:spLocks noGrp="1"/>
          </p:cNvSpPr>
          <p:nvPr>
            <p:ph type="sldNum" sz="quarter" idx="12"/>
          </p:nvPr>
        </p:nvSpPr>
        <p:spPr/>
        <p:txBody>
          <a:bodyPr/>
          <a:lstStyle/>
          <a:p>
            <a:fld id="{BBC78BBE-A5FA-4073-915E-8A98A1CFAC5A}" type="slidenum">
              <a:rPr lang="es-ES" smtClean="0"/>
              <a:t>‹Nº›</a:t>
            </a:fld>
            <a:endParaRPr lang="es-ES"/>
          </a:p>
        </p:txBody>
      </p:sp>
    </p:spTree>
    <p:extLst>
      <p:ext uri="{BB962C8B-B14F-4D97-AF65-F5344CB8AC3E}">
        <p14:creationId xmlns:p14="http://schemas.microsoft.com/office/powerpoint/2010/main" val="1164253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8E6207-2E42-A260-2215-7A89D342B8C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FFC912F-0B03-D312-DED4-DD898B2861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61D0BD8-73B3-E211-26E0-65118115E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89F9209-4628-B4FB-E6E0-123E1F79FC25}"/>
              </a:ext>
            </a:extLst>
          </p:cNvPr>
          <p:cNvSpPr>
            <a:spLocks noGrp="1"/>
          </p:cNvSpPr>
          <p:nvPr>
            <p:ph type="dt" sz="half" idx="10"/>
          </p:nvPr>
        </p:nvSpPr>
        <p:spPr/>
        <p:txBody>
          <a:bodyPr/>
          <a:lstStyle/>
          <a:p>
            <a:fld id="{15865886-8DD7-1841-8F61-7FEC91FB9E8A}" type="datetime1">
              <a:rPr lang="es-ES" smtClean="0"/>
              <a:t>9/9/25</a:t>
            </a:fld>
            <a:endParaRPr lang="es-ES"/>
          </a:p>
        </p:txBody>
      </p:sp>
      <p:sp>
        <p:nvSpPr>
          <p:cNvPr id="6" name="Marcador de pie de página 5">
            <a:extLst>
              <a:ext uri="{FF2B5EF4-FFF2-40B4-BE49-F238E27FC236}">
                <a16:creationId xmlns:a16="http://schemas.microsoft.com/office/drawing/2014/main" id="{950833EA-567D-295F-B6E5-F775B5F3BC6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6579C0A-6389-7D9C-4D5B-18B13C7FAEC7}"/>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4141279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BB4F94-C924-99C1-88E7-FD092AD112D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F696094-7949-AE1C-B6AD-52DEB5DCB0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0FB0D63-45BD-5A3C-EF9E-F617B42895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37B709B-D5AA-7B8D-742A-6A451E1E7331}"/>
              </a:ext>
            </a:extLst>
          </p:cNvPr>
          <p:cNvSpPr>
            <a:spLocks noGrp="1"/>
          </p:cNvSpPr>
          <p:nvPr>
            <p:ph type="dt" sz="half" idx="10"/>
          </p:nvPr>
        </p:nvSpPr>
        <p:spPr/>
        <p:txBody>
          <a:bodyPr/>
          <a:lstStyle/>
          <a:p>
            <a:fld id="{E8BAB2B1-D5E6-3346-B0C4-5D24BAD756F0}" type="datetime1">
              <a:rPr lang="es-ES" smtClean="0"/>
              <a:t>9/9/25</a:t>
            </a:fld>
            <a:endParaRPr lang="es-ES"/>
          </a:p>
        </p:txBody>
      </p:sp>
      <p:sp>
        <p:nvSpPr>
          <p:cNvPr id="6" name="Marcador de pie de página 5">
            <a:extLst>
              <a:ext uri="{FF2B5EF4-FFF2-40B4-BE49-F238E27FC236}">
                <a16:creationId xmlns:a16="http://schemas.microsoft.com/office/drawing/2014/main" id="{2E964EAD-FEA8-66B0-3C7B-59E1CE6059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3DEC519-DE0B-7651-A797-121D4927731D}"/>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2388932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420DBD-387C-9797-C3D8-463B67EB633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DBCD540-46F6-9341-DC8D-2C48316D29D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B62607B-4A75-204A-545B-424C6FEF37C0}"/>
              </a:ext>
            </a:extLst>
          </p:cNvPr>
          <p:cNvSpPr>
            <a:spLocks noGrp="1"/>
          </p:cNvSpPr>
          <p:nvPr>
            <p:ph type="dt" sz="half" idx="10"/>
          </p:nvPr>
        </p:nvSpPr>
        <p:spPr/>
        <p:txBody>
          <a:bodyPr/>
          <a:lstStyle/>
          <a:p>
            <a:fld id="{B1335E11-D71D-A146-BF49-B1ECF88DD0F1}" type="datetime1">
              <a:rPr lang="es-ES" smtClean="0"/>
              <a:t>9/9/25</a:t>
            </a:fld>
            <a:endParaRPr lang="es-ES"/>
          </a:p>
        </p:txBody>
      </p:sp>
      <p:sp>
        <p:nvSpPr>
          <p:cNvPr id="5" name="Marcador de pie de página 4">
            <a:extLst>
              <a:ext uri="{FF2B5EF4-FFF2-40B4-BE49-F238E27FC236}">
                <a16:creationId xmlns:a16="http://schemas.microsoft.com/office/drawing/2014/main" id="{2F4E28A4-5F37-5A00-561B-7C55A7756DC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B38CF9D-E5BE-1F9D-0996-AD080A475A92}"/>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1608797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F158087-E991-B6ED-CDC3-2AB5A02C10E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284DFC4-E067-6008-074F-B7FEA1304CD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67C1AC6-435B-4A03-96D3-0FA332BFD0A6}"/>
              </a:ext>
            </a:extLst>
          </p:cNvPr>
          <p:cNvSpPr>
            <a:spLocks noGrp="1"/>
          </p:cNvSpPr>
          <p:nvPr>
            <p:ph type="dt" sz="half" idx="10"/>
          </p:nvPr>
        </p:nvSpPr>
        <p:spPr/>
        <p:txBody>
          <a:bodyPr/>
          <a:lstStyle/>
          <a:p>
            <a:fld id="{1C46C80D-DE82-934F-B6DA-F93999FE90FF}" type="datetime1">
              <a:rPr lang="es-ES" smtClean="0"/>
              <a:t>9/9/25</a:t>
            </a:fld>
            <a:endParaRPr lang="es-ES"/>
          </a:p>
        </p:txBody>
      </p:sp>
      <p:sp>
        <p:nvSpPr>
          <p:cNvPr id="5" name="Marcador de pie de página 4">
            <a:extLst>
              <a:ext uri="{FF2B5EF4-FFF2-40B4-BE49-F238E27FC236}">
                <a16:creationId xmlns:a16="http://schemas.microsoft.com/office/drawing/2014/main" id="{3699AFD2-B451-33BE-D1CC-E28BFE25050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2218213-6836-6471-8437-0D14EE12A480}"/>
              </a:ext>
            </a:extLst>
          </p:cNvPr>
          <p:cNvSpPr>
            <a:spLocks noGrp="1"/>
          </p:cNvSpPr>
          <p:nvPr>
            <p:ph type="sldNum" sz="quarter" idx="12"/>
          </p:nvPr>
        </p:nvSpPr>
        <p:spPr/>
        <p:txBody>
          <a:bodyPr/>
          <a:lstStyle/>
          <a:p>
            <a:fld id="{67B71E07-87FB-4813-BEC4-300B8112868C}" type="slidenum">
              <a:rPr lang="es-ES" smtClean="0"/>
              <a:t>‹Nº›</a:t>
            </a:fld>
            <a:endParaRPr lang="es-ES"/>
          </a:p>
        </p:txBody>
      </p:sp>
    </p:spTree>
    <p:extLst>
      <p:ext uri="{BB962C8B-B14F-4D97-AF65-F5344CB8AC3E}">
        <p14:creationId xmlns:p14="http://schemas.microsoft.com/office/powerpoint/2010/main" val="2315663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18" y="1487532"/>
            <a:ext cx="12189884" cy="1548172"/>
          </a:xfrm>
          <a:solidFill>
            <a:srgbClr val="7E0029"/>
          </a:solidFill>
        </p:spPr>
        <p:txBody>
          <a:bodyPr/>
          <a:lstStyle>
            <a:lvl1pPr>
              <a:defRPr sz="3200" cap="none">
                <a:solidFill>
                  <a:srgbClr val="FFFFFF"/>
                </a:solidFill>
              </a:defRPr>
            </a:lvl1pPr>
          </a:lstStyle>
          <a:p>
            <a:r>
              <a:rPr lang="en-GB"/>
              <a:t>Click to edit Master title style</a:t>
            </a:r>
          </a:p>
        </p:txBody>
      </p:sp>
      <p:sp>
        <p:nvSpPr>
          <p:cNvPr id="3" name="Subtítulo 2"/>
          <p:cNvSpPr>
            <a:spLocks noGrp="1"/>
          </p:cNvSpPr>
          <p:nvPr>
            <p:ph type="subTitle" idx="1"/>
          </p:nvPr>
        </p:nvSpPr>
        <p:spPr>
          <a:xfrm>
            <a:off x="2118" y="3897512"/>
            <a:ext cx="12189884" cy="747126"/>
          </a:xfrm>
        </p:spPr>
        <p:txBody>
          <a:bodyPr anchor="ctr">
            <a:normAutofit/>
          </a:bodyPr>
          <a:lstStyle>
            <a:lvl1pPr marL="0" indent="0" algn="ctr">
              <a:buNone/>
              <a:defRPr sz="2000" b="1">
                <a:solidFill>
                  <a:schemeClr val="tx1">
                    <a:lumMod val="75000"/>
                    <a:lumOff val="25000"/>
                  </a:schemeClr>
                </a:solidFill>
              </a:defRPr>
            </a:lvl1pPr>
            <a:lvl2pPr marL="457182" indent="0" algn="ctr">
              <a:buNone/>
              <a:defRPr>
                <a:solidFill>
                  <a:schemeClr val="tx1">
                    <a:tint val="75000"/>
                  </a:schemeClr>
                </a:solidFill>
              </a:defRPr>
            </a:lvl2pPr>
            <a:lvl3pPr marL="914364"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1"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GB"/>
              <a:t>Click to edit Master subtitle style</a:t>
            </a:r>
          </a:p>
        </p:txBody>
      </p:sp>
      <p:pic>
        <p:nvPicPr>
          <p:cNvPr id="5" name="8 Imagen" descr="logoisa_isa.jpg"/>
          <p:cNvPicPr>
            <a:picLocks noChangeAspect="1"/>
          </p:cNvPicPr>
          <p:nvPr/>
        </p:nvPicPr>
        <p:blipFill>
          <a:blip r:embed="rId2" cstate="print"/>
          <a:stretch>
            <a:fillRect/>
          </a:stretch>
        </p:blipFill>
        <p:spPr>
          <a:xfrm>
            <a:off x="287357" y="188640"/>
            <a:ext cx="2048127" cy="837396"/>
          </a:xfrm>
          <a:prstGeom prst="rect">
            <a:avLst/>
          </a:prstGeom>
        </p:spPr>
      </p:pic>
      <p:pic>
        <p:nvPicPr>
          <p:cNvPr id="6" name="Picture 2"/>
          <p:cNvPicPr>
            <a:picLocks noChangeAspect="1" noChangeArrowheads="1"/>
          </p:cNvPicPr>
          <p:nvPr/>
        </p:nvPicPr>
        <p:blipFill>
          <a:blip r:embed="rId3" cstate="print"/>
          <a:srcRect/>
          <a:stretch>
            <a:fillRect/>
          </a:stretch>
        </p:blipFill>
        <p:spPr bwMode="auto">
          <a:xfrm>
            <a:off x="10435713" y="-1"/>
            <a:ext cx="1536481" cy="1180093"/>
          </a:xfrm>
          <a:prstGeom prst="rect">
            <a:avLst/>
          </a:prstGeom>
          <a:noFill/>
          <a:ln w="9525">
            <a:noFill/>
            <a:miter lim="800000"/>
            <a:headEnd/>
            <a:tailEnd/>
          </a:ln>
        </p:spPr>
      </p:pic>
      <p:sp>
        <p:nvSpPr>
          <p:cNvPr id="15" name="Marcador de texto 14"/>
          <p:cNvSpPr>
            <a:spLocks noGrp="1"/>
          </p:cNvSpPr>
          <p:nvPr>
            <p:ph type="body" sz="quarter" idx="10"/>
          </p:nvPr>
        </p:nvSpPr>
        <p:spPr>
          <a:xfrm>
            <a:off x="2118" y="6001700"/>
            <a:ext cx="12189884" cy="560387"/>
          </a:xfrm>
        </p:spPr>
        <p:txBody>
          <a:bodyPr>
            <a:noAutofit/>
          </a:bodyPr>
          <a:lstStyle>
            <a:lvl1pPr marL="0" indent="0" algn="ctr">
              <a:buNone/>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38216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18" y="1487532"/>
            <a:ext cx="12189884" cy="1548172"/>
          </a:xfrm>
          <a:solidFill>
            <a:srgbClr val="7E0029"/>
          </a:solidFill>
        </p:spPr>
        <p:txBody>
          <a:bodyPr/>
          <a:lstStyle>
            <a:lvl1pPr>
              <a:defRPr sz="3200" cap="none">
                <a:solidFill>
                  <a:srgbClr val="FFFFFF"/>
                </a:solidFill>
              </a:defRPr>
            </a:lvl1pPr>
          </a:lstStyle>
          <a:p>
            <a:r>
              <a:rPr lang="en-GB"/>
              <a:t>Click to edit Master title style</a:t>
            </a:r>
          </a:p>
        </p:txBody>
      </p:sp>
      <p:sp>
        <p:nvSpPr>
          <p:cNvPr id="3" name="Subtítulo 2"/>
          <p:cNvSpPr>
            <a:spLocks noGrp="1"/>
          </p:cNvSpPr>
          <p:nvPr>
            <p:ph type="subTitle" idx="1"/>
          </p:nvPr>
        </p:nvSpPr>
        <p:spPr>
          <a:xfrm>
            <a:off x="2118" y="3897512"/>
            <a:ext cx="12189884" cy="747126"/>
          </a:xfrm>
        </p:spPr>
        <p:txBody>
          <a:bodyPr anchor="ctr">
            <a:normAutofit/>
          </a:bodyPr>
          <a:lstStyle>
            <a:lvl1pPr marL="0" indent="0" algn="ctr">
              <a:buNone/>
              <a:defRPr sz="2000" b="1">
                <a:solidFill>
                  <a:schemeClr val="tx1">
                    <a:lumMod val="75000"/>
                    <a:lumOff val="25000"/>
                  </a:schemeClr>
                </a:solidFill>
              </a:defRPr>
            </a:lvl1pPr>
            <a:lvl2pPr marL="457182" indent="0" algn="ctr">
              <a:buNone/>
              <a:defRPr>
                <a:solidFill>
                  <a:schemeClr val="tx1">
                    <a:tint val="75000"/>
                  </a:schemeClr>
                </a:solidFill>
              </a:defRPr>
            </a:lvl2pPr>
            <a:lvl3pPr marL="914364"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1"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GB"/>
              <a:t>Click to edit Master subtitle style</a:t>
            </a:r>
          </a:p>
        </p:txBody>
      </p:sp>
      <p:pic>
        <p:nvPicPr>
          <p:cNvPr id="5" name="8 Imagen" descr="logoisa_isa.jpg"/>
          <p:cNvPicPr>
            <a:picLocks noChangeAspect="1"/>
          </p:cNvPicPr>
          <p:nvPr/>
        </p:nvPicPr>
        <p:blipFill>
          <a:blip r:embed="rId2" cstate="print"/>
          <a:stretch>
            <a:fillRect/>
          </a:stretch>
        </p:blipFill>
        <p:spPr>
          <a:xfrm>
            <a:off x="287357" y="188640"/>
            <a:ext cx="2048127" cy="837396"/>
          </a:xfrm>
          <a:prstGeom prst="rect">
            <a:avLst/>
          </a:prstGeom>
        </p:spPr>
      </p:pic>
      <p:pic>
        <p:nvPicPr>
          <p:cNvPr id="6" name="Picture 2"/>
          <p:cNvPicPr>
            <a:picLocks noChangeAspect="1" noChangeArrowheads="1"/>
          </p:cNvPicPr>
          <p:nvPr/>
        </p:nvPicPr>
        <p:blipFill>
          <a:blip r:embed="rId3" cstate="print"/>
          <a:srcRect/>
          <a:stretch>
            <a:fillRect/>
          </a:stretch>
        </p:blipFill>
        <p:spPr bwMode="auto">
          <a:xfrm>
            <a:off x="10435713" y="-1"/>
            <a:ext cx="1536481" cy="1180093"/>
          </a:xfrm>
          <a:prstGeom prst="rect">
            <a:avLst/>
          </a:prstGeom>
          <a:noFill/>
          <a:ln w="9525">
            <a:noFill/>
            <a:miter lim="800000"/>
            <a:headEnd/>
            <a:tailEnd/>
          </a:ln>
        </p:spPr>
      </p:pic>
      <p:sp>
        <p:nvSpPr>
          <p:cNvPr id="15" name="Marcador de texto 14"/>
          <p:cNvSpPr>
            <a:spLocks noGrp="1"/>
          </p:cNvSpPr>
          <p:nvPr>
            <p:ph type="body" sz="quarter" idx="10"/>
          </p:nvPr>
        </p:nvSpPr>
        <p:spPr>
          <a:xfrm>
            <a:off x="2118" y="6001700"/>
            <a:ext cx="12189884" cy="560387"/>
          </a:xfrm>
        </p:spPr>
        <p:txBody>
          <a:bodyPr>
            <a:noAutofit/>
          </a:bodyPr>
          <a:lstStyle>
            <a:lvl1pPr marL="0" indent="0" algn="ctr">
              <a:buNone/>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982747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a:t>Click to edit Master title style</a:t>
            </a:r>
          </a:p>
        </p:txBody>
      </p:sp>
      <p:sp>
        <p:nvSpPr>
          <p:cNvPr id="3" name="Marcador de contenido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Marcador de fecha 3"/>
          <p:cNvSpPr>
            <a:spLocks noGrp="1"/>
          </p:cNvSpPr>
          <p:nvPr>
            <p:ph type="dt" sz="half" idx="10"/>
          </p:nvPr>
        </p:nvSpPr>
        <p:spPr/>
        <p:txBody>
          <a:bodyPr/>
          <a:lstStyle/>
          <a:p>
            <a:fld id="{2B5AFCF6-EFA1-9446-8881-BC6657C215F2}" type="datetime1">
              <a:rPr lang="es-ES" smtClean="0"/>
              <a:t>9/9/25</a:t>
            </a:fld>
            <a:endParaRPr lang="en-GB"/>
          </a:p>
        </p:txBody>
      </p:sp>
      <p:sp>
        <p:nvSpPr>
          <p:cNvPr id="5" name="Marcador de pie de página 4"/>
          <p:cNvSpPr>
            <a:spLocks noGrp="1"/>
          </p:cNvSpPr>
          <p:nvPr>
            <p:ph type="ftr" sz="quarter" idx="11"/>
          </p:nvPr>
        </p:nvSpPr>
        <p:spPr/>
        <p:txBody>
          <a:bodyPr/>
          <a:lstStyle/>
          <a:p>
            <a:endParaRPr lang="en-GB"/>
          </a:p>
        </p:txBody>
      </p:sp>
      <p:sp>
        <p:nvSpPr>
          <p:cNvPr id="6" name="Marcador de número de diapositiva 5"/>
          <p:cNvSpPr>
            <a:spLocks noGrp="1"/>
          </p:cNvSpPr>
          <p:nvPr>
            <p:ph type="sldNum" sz="quarter" idx="12"/>
          </p:nvPr>
        </p:nvSpPr>
        <p:spPr/>
        <p:txBody>
          <a:bodyPr/>
          <a:lstStyle/>
          <a:p>
            <a:fld id="{1E83FE60-6DF1-F347-AB28-EF2DA5AFB82F}" type="slidenum">
              <a:rPr lang="en-ES" smtClean="0"/>
              <a:t>‹Nº›</a:t>
            </a:fld>
            <a:endParaRPr lang="en-ES"/>
          </a:p>
        </p:txBody>
      </p:sp>
    </p:spTree>
    <p:extLst>
      <p:ext uri="{BB962C8B-B14F-4D97-AF65-F5344CB8AC3E}">
        <p14:creationId xmlns:p14="http://schemas.microsoft.com/office/powerpoint/2010/main" val="2038806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ulo y imagen grande">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a:t>Click to edit Master title style</a:t>
            </a:r>
          </a:p>
        </p:txBody>
      </p:sp>
      <p:sp>
        <p:nvSpPr>
          <p:cNvPr id="3" name="Marcador de contenido 2"/>
          <p:cNvSpPr>
            <a:spLocks noGrp="1"/>
          </p:cNvSpPr>
          <p:nvPr>
            <p:ph idx="1"/>
          </p:nvPr>
        </p:nvSpPr>
        <p:spPr>
          <a:xfrm>
            <a:off x="0" y="997765"/>
            <a:ext cx="12192000" cy="58602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561388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963084" y="4406901"/>
            <a:ext cx="10363200" cy="1362076"/>
          </a:xfrm>
        </p:spPr>
        <p:txBody>
          <a:bodyPr anchor="t"/>
          <a:lstStyle>
            <a:lvl1pPr algn="l">
              <a:defRPr sz="4000" b="1" cap="all"/>
            </a:lvl1pPr>
          </a:lstStyle>
          <a:p>
            <a:r>
              <a:rPr lang="en-GB"/>
              <a:t>Click to edit Master title style</a:t>
            </a:r>
          </a:p>
        </p:txBody>
      </p:sp>
      <p:sp>
        <p:nvSpPr>
          <p:cNvPr id="3" name="Marcador de texto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2" indent="0">
              <a:buNone/>
              <a:defRPr sz="1800">
                <a:solidFill>
                  <a:schemeClr val="tx1">
                    <a:tint val="75000"/>
                  </a:schemeClr>
                </a:solidFill>
              </a:defRPr>
            </a:lvl2pPr>
            <a:lvl3pPr marL="914364" indent="0">
              <a:buNone/>
              <a:defRPr sz="1600">
                <a:solidFill>
                  <a:schemeClr val="tx1">
                    <a:tint val="75000"/>
                  </a:schemeClr>
                </a:solidFill>
              </a:defRPr>
            </a:lvl3pPr>
            <a:lvl4pPr marL="1371545" indent="0">
              <a:buNone/>
              <a:defRPr sz="1400">
                <a:solidFill>
                  <a:schemeClr val="tx1">
                    <a:tint val="75000"/>
                  </a:schemeClr>
                </a:solidFill>
              </a:defRPr>
            </a:lvl4pPr>
            <a:lvl5pPr marL="1828727" indent="0">
              <a:buNone/>
              <a:defRPr sz="1400">
                <a:solidFill>
                  <a:schemeClr val="tx1">
                    <a:tint val="75000"/>
                  </a:schemeClr>
                </a:solidFill>
              </a:defRPr>
            </a:lvl5pPr>
            <a:lvl6pPr marL="2285909" indent="0">
              <a:buNone/>
              <a:defRPr sz="1400">
                <a:solidFill>
                  <a:schemeClr val="tx1">
                    <a:tint val="75000"/>
                  </a:schemeClr>
                </a:solidFill>
              </a:defRPr>
            </a:lvl6pPr>
            <a:lvl7pPr marL="2743091" indent="0">
              <a:buNone/>
              <a:defRPr sz="1400">
                <a:solidFill>
                  <a:schemeClr val="tx1">
                    <a:tint val="75000"/>
                  </a:schemeClr>
                </a:solidFill>
              </a:defRPr>
            </a:lvl7pPr>
            <a:lvl8pPr marL="3200272" indent="0">
              <a:buNone/>
              <a:defRPr sz="1400">
                <a:solidFill>
                  <a:schemeClr val="tx1">
                    <a:tint val="75000"/>
                  </a:schemeClr>
                </a:solidFill>
              </a:defRPr>
            </a:lvl8pPr>
            <a:lvl9pPr marL="3657454" indent="0">
              <a:buNone/>
              <a:defRPr sz="1400">
                <a:solidFill>
                  <a:schemeClr val="tx1">
                    <a:tint val="75000"/>
                  </a:schemeClr>
                </a:solidFill>
              </a:defRPr>
            </a:lvl9pPr>
          </a:lstStyle>
          <a:p>
            <a:pPr lvl="0"/>
            <a:r>
              <a:rPr lang="en-GB"/>
              <a:t>Click to edit Master text styles</a:t>
            </a:r>
          </a:p>
        </p:txBody>
      </p:sp>
      <p:sp>
        <p:nvSpPr>
          <p:cNvPr id="4" name="Marcador de fecha 3"/>
          <p:cNvSpPr>
            <a:spLocks noGrp="1"/>
          </p:cNvSpPr>
          <p:nvPr>
            <p:ph type="dt" sz="half" idx="10"/>
          </p:nvPr>
        </p:nvSpPr>
        <p:spPr/>
        <p:txBody>
          <a:bodyPr/>
          <a:lstStyle/>
          <a:p>
            <a:fld id="{BD1DBD8D-0E47-C747-9A57-FEF8A3D0819A}" type="datetime1">
              <a:rPr lang="es-ES" smtClean="0"/>
              <a:t>9/9/25</a:t>
            </a:fld>
            <a:endParaRPr lang="en-GB"/>
          </a:p>
        </p:txBody>
      </p:sp>
      <p:sp>
        <p:nvSpPr>
          <p:cNvPr id="5" name="Marcador de pie de página 4"/>
          <p:cNvSpPr>
            <a:spLocks noGrp="1"/>
          </p:cNvSpPr>
          <p:nvPr>
            <p:ph type="ftr" sz="quarter" idx="11"/>
          </p:nvPr>
        </p:nvSpPr>
        <p:spPr/>
        <p:txBody>
          <a:bodyPr/>
          <a:lstStyle/>
          <a:p>
            <a:endParaRPr lang="en-GB"/>
          </a:p>
        </p:txBody>
      </p:sp>
      <p:sp>
        <p:nvSpPr>
          <p:cNvPr id="6" name="Marcador de número de diapositiva 5"/>
          <p:cNvSpPr>
            <a:spLocks noGrp="1"/>
          </p:cNvSpPr>
          <p:nvPr>
            <p:ph type="sldNum" sz="quarter" idx="12"/>
          </p:nvPr>
        </p:nvSpPr>
        <p:spPr/>
        <p:txBody>
          <a:bodyPr/>
          <a:lstStyle/>
          <a:p>
            <a:fld id="{1E83FE60-6DF1-F347-AB28-EF2DA5AFB82F}" type="slidenum">
              <a:rPr lang="en-ES" smtClean="0"/>
              <a:t>‹Nº›</a:t>
            </a:fld>
            <a:endParaRPr lang="en-ES"/>
          </a:p>
        </p:txBody>
      </p:sp>
    </p:spTree>
    <p:extLst>
      <p:ext uri="{BB962C8B-B14F-4D97-AF65-F5344CB8AC3E}">
        <p14:creationId xmlns:p14="http://schemas.microsoft.com/office/powerpoint/2010/main" val="9998800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a:t>Click to edit Master title style</a:t>
            </a:r>
          </a:p>
        </p:txBody>
      </p:sp>
      <p:sp>
        <p:nvSpPr>
          <p:cNvPr id="3" name="Marcador de contenido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Marcador de contenido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Marcador de fecha 4"/>
          <p:cNvSpPr>
            <a:spLocks noGrp="1"/>
          </p:cNvSpPr>
          <p:nvPr>
            <p:ph type="dt" sz="half" idx="10"/>
          </p:nvPr>
        </p:nvSpPr>
        <p:spPr/>
        <p:txBody>
          <a:bodyPr/>
          <a:lstStyle/>
          <a:p>
            <a:fld id="{8CE677D6-0971-FA40-A670-383B7DB29D60}" type="datetime1">
              <a:rPr lang="es-ES" smtClean="0"/>
              <a:t>9/9/25</a:t>
            </a:fld>
            <a:endParaRPr lang="en-GB"/>
          </a:p>
        </p:txBody>
      </p:sp>
      <p:sp>
        <p:nvSpPr>
          <p:cNvPr id="6" name="Marcador de pie de página 5"/>
          <p:cNvSpPr>
            <a:spLocks noGrp="1"/>
          </p:cNvSpPr>
          <p:nvPr>
            <p:ph type="ftr" sz="quarter" idx="11"/>
          </p:nvPr>
        </p:nvSpPr>
        <p:spPr/>
        <p:txBody>
          <a:bodyPr/>
          <a:lstStyle/>
          <a:p>
            <a:endParaRPr lang="en-GB"/>
          </a:p>
        </p:txBody>
      </p:sp>
      <p:sp>
        <p:nvSpPr>
          <p:cNvPr id="7" name="Marcador de número de diapositiva 6"/>
          <p:cNvSpPr>
            <a:spLocks noGrp="1"/>
          </p:cNvSpPr>
          <p:nvPr>
            <p:ph type="sldNum" sz="quarter" idx="12"/>
          </p:nvPr>
        </p:nvSpPr>
        <p:spPr/>
        <p:txBody>
          <a:bodyPr/>
          <a:lstStyle/>
          <a:p>
            <a:fld id="{1E83FE60-6DF1-F347-AB28-EF2DA5AFB82F}" type="slidenum">
              <a:rPr lang="en-ES" smtClean="0"/>
              <a:t>‹Nº›</a:t>
            </a:fld>
            <a:endParaRPr lang="en-ES"/>
          </a:p>
        </p:txBody>
      </p:sp>
    </p:spTree>
    <p:extLst>
      <p:ext uri="{BB962C8B-B14F-4D97-AF65-F5344CB8AC3E}">
        <p14:creationId xmlns:p14="http://schemas.microsoft.com/office/powerpoint/2010/main" val="3558079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os objetos arriba y abaj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a:t>Click to edit Master title style</a:t>
            </a:r>
          </a:p>
        </p:txBody>
      </p:sp>
      <p:sp>
        <p:nvSpPr>
          <p:cNvPr id="3" name="Marcador de contenido 2"/>
          <p:cNvSpPr>
            <a:spLocks noGrp="1"/>
          </p:cNvSpPr>
          <p:nvPr>
            <p:ph sz="half" idx="1"/>
          </p:nvPr>
        </p:nvSpPr>
        <p:spPr>
          <a:xfrm>
            <a:off x="609600" y="947340"/>
            <a:ext cx="10972800" cy="28511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Marcador de contenido 3"/>
          <p:cNvSpPr>
            <a:spLocks noGrp="1"/>
          </p:cNvSpPr>
          <p:nvPr>
            <p:ph sz="half" idx="2"/>
          </p:nvPr>
        </p:nvSpPr>
        <p:spPr>
          <a:xfrm>
            <a:off x="609600" y="3798462"/>
            <a:ext cx="10972800" cy="294380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969485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n-GB"/>
              <a:t>Click to edit Master title style</a:t>
            </a:r>
          </a:p>
        </p:txBody>
      </p:sp>
      <p:sp>
        <p:nvSpPr>
          <p:cNvPr id="3" name="Marcador de texto 2"/>
          <p:cNvSpPr>
            <a:spLocks noGrp="1"/>
          </p:cNvSpPr>
          <p:nvPr>
            <p:ph type="body" idx="1"/>
          </p:nvPr>
        </p:nvSpPr>
        <p:spPr>
          <a:xfrm>
            <a:off x="609600" y="1535114"/>
            <a:ext cx="5386917" cy="639762"/>
          </a:xfrm>
        </p:spPr>
        <p:txBody>
          <a:bodyPr anchor="b"/>
          <a:lstStyle>
            <a:lvl1pPr marL="0" indent="0">
              <a:buNone/>
              <a:defRPr sz="2400" b="1"/>
            </a:lvl1pPr>
            <a:lvl2pPr marL="457182" indent="0">
              <a:buNone/>
              <a:defRPr sz="2000" b="1"/>
            </a:lvl2pPr>
            <a:lvl3pPr marL="914364" indent="0">
              <a:buNone/>
              <a:defRPr sz="1800" b="1"/>
            </a:lvl3pPr>
            <a:lvl4pPr marL="1371545" indent="0">
              <a:buNone/>
              <a:defRPr sz="1600" b="1"/>
            </a:lvl4pPr>
            <a:lvl5pPr marL="1828727" indent="0">
              <a:buNone/>
              <a:defRPr sz="1600" b="1"/>
            </a:lvl5pPr>
            <a:lvl6pPr marL="2285909" indent="0">
              <a:buNone/>
              <a:defRPr sz="1600" b="1"/>
            </a:lvl6pPr>
            <a:lvl7pPr marL="2743091" indent="0">
              <a:buNone/>
              <a:defRPr sz="1600" b="1"/>
            </a:lvl7pPr>
            <a:lvl8pPr marL="3200272" indent="0">
              <a:buNone/>
              <a:defRPr sz="1600" b="1"/>
            </a:lvl8pPr>
            <a:lvl9pPr marL="3657454" indent="0">
              <a:buNone/>
              <a:defRPr sz="1600" b="1"/>
            </a:lvl9pPr>
          </a:lstStyle>
          <a:p>
            <a:pPr lvl="0"/>
            <a:r>
              <a:rPr lang="en-GB"/>
              <a:t>Click to edit Master text styles</a:t>
            </a:r>
          </a:p>
        </p:txBody>
      </p:sp>
      <p:sp>
        <p:nvSpPr>
          <p:cNvPr id="4" name="Marcador de contenido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Marcador de texto 4"/>
          <p:cNvSpPr>
            <a:spLocks noGrp="1"/>
          </p:cNvSpPr>
          <p:nvPr>
            <p:ph type="body" sz="quarter" idx="3"/>
          </p:nvPr>
        </p:nvSpPr>
        <p:spPr>
          <a:xfrm>
            <a:off x="6193369" y="1535114"/>
            <a:ext cx="5389033" cy="639762"/>
          </a:xfrm>
        </p:spPr>
        <p:txBody>
          <a:bodyPr anchor="b"/>
          <a:lstStyle>
            <a:lvl1pPr marL="0" indent="0">
              <a:buNone/>
              <a:defRPr sz="2400" b="1"/>
            </a:lvl1pPr>
            <a:lvl2pPr marL="457182" indent="0">
              <a:buNone/>
              <a:defRPr sz="2000" b="1"/>
            </a:lvl2pPr>
            <a:lvl3pPr marL="914364" indent="0">
              <a:buNone/>
              <a:defRPr sz="1800" b="1"/>
            </a:lvl3pPr>
            <a:lvl4pPr marL="1371545" indent="0">
              <a:buNone/>
              <a:defRPr sz="1600" b="1"/>
            </a:lvl4pPr>
            <a:lvl5pPr marL="1828727" indent="0">
              <a:buNone/>
              <a:defRPr sz="1600" b="1"/>
            </a:lvl5pPr>
            <a:lvl6pPr marL="2285909" indent="0">
              <a:buNone/>
              <a:defRPr sz="1600" b="1"/>
            </a:lvl6pPr>
            <a:lvl7pPr marL="2743091" indent="0">
              <a:buNone/>
              <a:defRPr sz="1600" b="1"/>
            </a:lvl7pPr>
            <a:lvl8pPr marL="3200272" indent="0">
              <a:buNone/>
              <a:defRPr sz="1600" b="1"/>
            </a:lvl8pPr>
            <a:lvl9pPr marL="3657454" indent="0">
              <a:buNone/>
              <a:defRPr sz="1600" b="1"/>
            </a:lvl9pPr>
          </a:lstStyle>
          <a:p>
            <a:pPr lvl="0"/>
            <a:r>
              <a:rPr lang="en-GB"/>
              <a:t>Click to edit Master text styles</a:t>
            </a:r>
          </a:p>
        </p:txBody>
      </p:sp>
      <p:sp>
        <p:nvSpPr>
          <p:cNvPr id="6" name="Marcador de contenido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Marcador de fecha 6"/>
          <p:cNvSpPr>
            <a:spLocks noGrp="1"/>
          </p:cNvSpPr>
          <p:nvPr>
            <p:ph type="dt" sz="half" idx="10"/>
          </p:nvPr>
        </p:nvSpPr>
        <p:spPr/>
        <p:txBody>
          <a:bodyPr/>
          <a:lstStyle/>
          <a:p>
            <a:fld id="{EA1C0E6A-D9EE-0441-88E9-DAF705FD65AB}" type="datetime1">
              <a:rPr lang="es-ES" smtClean="0"/>
              <a:t>9/9/25</a:t>
            </a:fld>
            <a:endParaRPr lang="en-GB"/>
          </a:p>
        </p:txBody>
      </p:sp>
      <p:sp>
        <p:nvSpPr>
          <p:cNvPr id="8" name="Marcador de pie de página 7"/>
          <p:cNvSpPr>
            <a:spLocks noGrp="1"/>
          </p:cNvSpPr>
          <p:nvPr>
            <p:ph type="ftr" sz="quarter" idx="11"/>
          </p:nvPr>
        </p:nvSpPr>
        <p:spPr/>
        <p:txBody>
          <a:bodyPr/>
          <a:lstStyle/>
          <a:p>
            <a:endParaRPr lang="en-GB"/>
          </a:p>
        </p:txBody>
      </p:sp>
      <p:sp>
        <p:nvSpPr>
          <p:cNvPr id="9" name="Marcador de número de diapositiva 8"/>
          <p:cNvSpPr>
            <a:spLocks noGrp="1"/>
          </p:cNvSpPr>
          <p:nvPr>
            <p:ph type="sldNum" sz="quarter" idx="12"/>
          </p:nvPr>
        </p:nvSpPr>
        <p:spPr/>
        <p:txBody>
          <a:bodyPr/>
          <a:lstStyle/>
          <a:p>
            <a:fld id="{1E83FE60-6DF1-F347-AB28-EF2DA5AFB82F}" type="slidenum">
              <a:rPr lang="en-ES" smtClean="0"/>
              <a:t>‹Nº›</a:t>
            </a:fld>
            <a:endParaRPr lang="en-ES"/>
          </a:p>
        </p:txBody>
      </p:sp>
    </p:spTree>
    <p:extLst>
      <p:ext uri="{BB962C8B-B14F-4D97-AF65-F5344CB8AC3E}">
        <p14:creationId xmlns:p14="http://schemas.microsoft.com/office/powerpoint/2010/main" val="1616243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7133047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558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p>
        </p:txBody>
      </p:sp>
      <p:sp>
        <p:nvSpPr>
          <p:cNvPr id="3" name="Marcador de posición de imagen 2"/>
          <p:cNvSpPr>
            <a:spLocks noGrp="1"/>
          </p:cNvSpPr>
          <p:nvPr>
            <p:ph type="pic" idx="1"/>
          </p:nvPr>
        </p:nvSpPr>
        <p:spPr>
          <a:xfrm>
            <a:off x="2389717" y="612775"/>
            <a:ext cx="7315200" cy="4114800"/>
          </a:xfrm>
        </p:spPr>
        <p:txBody>
          <a:bodyPr/>
          <a:lstStyle>
            <a:lvl1pPr marL="0" indent="0">
              <a:buNone/>
              <a:defRPr sz="3200"/>
            </a:lvl1pPr>
            <a:lvl2pPr marL="457182" indent="0">
              <a:buNone/>
              <a:defRPr sz="2800"/>
            </a:lvl2pPr>
            <a:lvl3pPr marL="914364" indent="0">
              <a:buNone/>
              <a:defRPr sz="2400"/>
            </a:lvl3pPr>
            <a:lvl4pPr marL="1371545" indent="0">
              <a:buNone/>
              <a:defRPr sz="2000"/>
            </a:lvl4pPr>
            <a:lvl5pPr marL="1828727" indent="0">
              <a:buNone/>
              <a:defRPr sz="2000"/>
            </a:lvl5pPr>
            <a:lvl6pPr marL="2285909" indent="0">
              <a:buNone/>
              <a:defRPr sz="2000"/>
            </a:lvl6pPr>
            <a:lvl7pPr marL="2743091" indent="0">
              <a:buNone/>
              <a:defRPr sz="2000"/>
            </a:lvl7pPr>
            <a:lvl8pPr marL="3200272" indent="0">
              <a:buNone/>
              <a:defRPr sz="2000"/>
            </a:lvl8pPr>
            <a:lvl9pPr marL="3657454" indent="0">
              <a:buNone/>
              <a:defRPr sz="2000"/>
            </a:lvl9pPr>
          </a:lstStyle>
          <a:p>
            <a:r>
              <a:rPr lang="en-GB"/>
              <a:t>Click icon to add picture</a:t>
            </a:r>
          </a:p>
        </p:txBody>
      </p:sp>
      <p:sp>
        <p:nvSpPr>
          <p:cNvPr id="4" name="Marcador de texto 3"/>
          <p:cNvSpPr>
            <a:spLocks noGrp="1"/>
          </p:cNvSpPr>
          <p:nvPr>
            <p:ph type="body" sz="half" idx="2"/>
          </p:nvPr>
        </p:nvSpPr>
        <p:spPr>
          <a:xfrm>
            <a:off x="2389717" y="5367338"/>
            <a:ext cx="7315200" cy="804862"/>
          </a:xfrm>
        </p:spPr>
        <p:txBody>
          <a:bodyPr/>
          <a:lstStyle>
            <a:lvl1pPr marL="0" indent="0">
              <a:buNone/>
              <a:defRPr sz="1400"/>
            </a:lvl1pPr>
            <a:lvl2pPr marL="457182" indent="0">
              <a:buNone/>
              <a:defRPr sz="1200"/>
            </a:lvl2pPr>
            <a:lvl3pPr marL="914364" indent="0">
              <a:buNone/>
              <a:defRPr sz="1000"/>
            </a:lvl3pPr>
            <a:lvl4pPr marL="1371545" indent="0">
              <a:buNone/>
              <a:defRPr sz="900"/>
            </a:lvl4pPr>
            <a:lvl5pPr marL="1828727" indent="0">
              <a:buNone/>
              <a:defRPr sz="900"/>
            </a:lvl5pPr>
            <a:lvl6pPr marL="2285909" indent="0">
              <a:buNone/>
              <a:defRPr sz="900"/>
            </a:lvl6pPr>
            <a:lvl7pPr marL="2743091" indent="0">
              <a:buNone/>
              <a:defRPr sz="900"/>
            </a:lvl7pPr>
            <a:lvl8pPr marL="3200272" indent="0">
              <a:buNone/>
              <a:defRPr sz="900"/>
            </a:lvl8pPr>
            <a:lvl9pPr marL="3657454" indent="0">
              <a:buNone/>
              <a:defRPr sz="900"/>
            </a:lvl9pPr>
          </a:lstStyle>
          <a:p>
            <a:pPr lvl="0"/>
            <a:r>
              <a:rPr lang="en-GB"/>
              <a:t>Click to edit Master text styles</a:t>
            </a:r>
          </a:p>
        </p:txBody>
      </p:sp>
      <p:sp>
        <p:nvSpPr>
          <p:cNvPr id="5" name="Marcador de fecha 4"/>
          <p:cNvSpPr>
            <a:spLocks noGrp="1"/>
          </p:cNvSpPr>
          <p:nvPr>
            <p:ph type="dt" sz="half" idx="10"/>
          </p:nvPr>
        </p:nvSpPr>
        <p:spPr/>
        <p:txBody>
          <a:bodyPr/>
          <a:lstStyle/>
          <a:p>
            <a:fld id="{40983E56-88EC-654C-B949-97EB307B43C5}" type="datetime1">
              <a:rPr lang="es-ES" smtClean="0"/>
              <a:t>9/9/25</a:t>
            </a:fld>
            <a:endParaRPr lang="en-GB"/>
          </a:p>
        </p:txBody>
      </p:sp>
      <p:sp>
        <p:nvSpPr>
          <p:cNvPr id="6" name="Marcador de pie de página 5"/>
          <p:cNvSpPr>
            <a:spLocks noGrp="1"/>
          </p:cNvSpPr>
          <p:nvPr>
            <p:ph type="ftr" sz="quarter" idx="11"/>
          </p:nvPr>
        </p:nvSpPr>
        <p:spPr/>
        <p:txBody>
          <a:bodyPr/>
          <a:lstStyle/>
          <a:p>
            <a:endParaRPr lang="en-GB"/>
          </a:p>
        </p:txBody>
      </p:sp>
      <p:sp>
        <p:nvSpPr>
          <p:cNvPr id="7" name="Marcador de número de diapositiva 6"/>
          <p:cNvSpPr>
            <a:spLocks noGrp="1"/>
          </p:cNvSpPr>
          <p:nvPr>
            <p:ph type="sldNum" sz="quarter" idx="12"/>
          </p:nvPr>
        </p:nvSpPr>
        <p:spPr/>
        <p:txBody>
          <a:bodyPr/>
          <a:lstStyle/>
          <a:p>
            <a:fld id="{1E83FE60-6DF1-F347-AB28-EF2DA5AFB82F}" type="slidenum">
              <a:rPr lang="en-ES" smtClean="0"/>
              <a:t>‹Nº›</a:t>
            </a:fld>
            <a:endParaRPr lang="en-ES"/>
          </a:p>
        </p:txBody>
      </p:sp>
    </p:spTree>
    <p:extLst>
      <p:ext uri="{BB962C8B-B14F-4D97-AF65-F5344CB8AC3E}">
        <p14:creationId xmlns:p14="http://schemas.microsoft.com/office/powerpoint/2010/main" val="35703711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entral">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31371" y="1729497"/>
            <a:ext cx="11106189" cy="3355688"/>
          </a:xfrm>
          <a:prstGeom prst="rect">
            <a:avLst/>
          </a:prstGeom>
          <a:noFill/>
        </p:spPr>
        <p:txBody>
          <a:bodyPr anchor="ctr"/>
          <a:lstStyle>
            <a:lvl1pPr marL="0" indent="0" algn="ctr">
              <a:buClr>
                <a:srgbClr val="A8003B"/>
              </a:buClr>
              <a:buFont typeface="Arial" pitchFamily="34" charset="0"/>
              <a:buNone/>
              <a:defRPr sz="3600" baseline="0">
                <a:solidFill>
                  <a:srgbClr val="7F7F7F"/>
                </a:solidFill>
                <a:latin typeface="Arial Narrow" pitchFamily="34" charset="0"/>
                <a:cs typeface="Arial" pitchFamily="34" charset="0"/>
              </a:defRPr>
            </a:lvl1pPr>
            <a:lvl2pPr marL="457182" indent="0" algn="ctr">
              <a:buClr>
                <a:srgbClr val="A8003B"/>
              </a:buClr>
              <a:buFont typeface="Arial" pitchFamily="34" charset="0"/>
              <a:buNone/>
              <a:defRPr sz="3200" baseline="0">
                <a:solidFill>
                  <a:srgbClr val="7F7F7F"/>
                </a:solidFill>
                <a:latin typeface="Arial Narrow" pitchFamily="34" charset="0"/>
                <a:cs typeface="Arial" pitchFamily="34" charset="0"/>
              </a:defRPr>
            </a:lvl2pPr>
            <a:lvl3pPr marL="914364" indent="0" algn="ctr">
              <a:buClr>
                <a:srgbClr val="A8003B"/>
              </a:buClr>
              <a:buNone/>
              <a:defRPr sz="2800" baseline="0">
                <a:solidFill>
                  <a:srgbClr val="7F7F7F"/>
                </a:solidFill>
                <a:latin typeface="Arial Narrow" pitchFamily="34" charset="0"/>
                <a:cs typeface="Arial" pitchFamily="34" charset="0"/>
              </a:defRPr>
            </a:lvl3pPr>
            <a:lvl4pPr marL="1371545" indent="0" algn="ctr">
              <a:buClr>
                <a:srgbClr val="A8003B"/>
              </a:buClr>
              <a:buFont typeface="Arial" pitchFamily="34" charset="0"/>
              <a:buNone/>
              <a:defRPr sz="2400" baseline="0">
                <a:solidFill>
                  <a:srgbClr val="7F7F7F"/>
                </a:solidFill>
                <a:latin typeface="Arial Narrow" pitchFamily="34" charset="0"/>
                <a:cs typeface="Arial" pitchFamily="34" charset="0"/>
              </a:defRPr>
            </a:lvl4pPr>
            <a:lvl5pPr marL="1828727" indent="0" algn="ctr">
              <a:buClr>
                <a:srgbClr val="A8003B"/>
              </a:buClr>
              <a:buFont typeface="Arial" pitchFamily="34" charset="0"/>
              <a:buNone/>
              <a:defRPr sz="2400" baseline="0">
                <a:solidFill>
                  <a:srgbClr val="7F7F7F"/>
                </a:solidFill>
                <a:latin typeface="Arial Narrow" pitchFamily="34" charset="0"/>
                <a:cs typeface="Arial" pitchFamily="34" charset="0"/>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Tree>
    <p:extLst>
      <p:ext uri="{BB962C8B-B14F-4D97-AF65-F5344CB8AC3E}">
        <p14:creationId xmlns:p14="http://schemas.microsoft.com/office/powerpoint/2010/main" val="10848596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entral con titulo">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31371" y="1729497"/>
            <a:ext cx="11106189" cy="3355688"/>
          </a:xfrm>
          <a:prstGeom prst="rect">
            <a:avLst/>
          </a:prstGeom>
          <a:noFill/>
        </p:spPr>
        <p:txBody>
          <a:bodyPr anchor="ctr"/>
          <a:lstStyle>
            <a:lvl1pPr marL="0" indent="0" algn="ctr">
              <a:buClr>
                <a:srgbClr val="A8003B"/>
              </a:buClr>
              <a:buFont typeface="Arial" pitchFamily="34" charset="0"/>
              <a:buNone/>
              <a:defRPr sz="3600" baseline="0">
                <a:solidFill>
                  <a:srgbClr val="7F7F7F"/>
                </a:solidFill>
                <a:latin typeface="Arial Narrow" pitchFamily="34" charset="0"/>
                <a:cs typeface="Arial" pitchFamily="34" charset="0"/>
              </a:defRPr>
            </a:lvl1pPr>
            <a:lvl2pPr marL="457182" indent="0" algn="ctr">
              <a:buClr>
                <a:srgbClr val="A8003B"/>
              </a:buClr>
              <a:buFont typeface="Arial" pitchFamily="34" charset="0"/>
              <a:buNone/>
              <a:defRPr sz="3200" baseline="0">
                <a:solidFill>
                  <a:srgbClr val="7F7F7F"/>
                </a:solidFill>
                <a:latin typeface="Arial Narrow" pitchFamily="34" charset="0"/>
                <a:cs typeface="Arial" pitchFamily="34" charset="0"/>
              </a:defRPr>
            </a:lvl2pPr>
            <a:lvl3pPr marL="914364" indent="0" algn="ctr">
              <a:buClr>
                <a:srgbClr val="A8003B"/>
              </a:buClr>
              <a:buNone/>
              <a:defRPr sz="2800" baseline="0">
                <a:solidFill>
                  <a:srgbClr val="7F7F7F"/>
                </a:solidFill>
                <a:latin typeface="Arial Narrow" pitchFamily="34" charset="0"/>
                <a:cs typeface="Arial" pitchFamily="34" charset="0"/>
              </a:defRPr>
            </a:lvl3pPr>
            <a:lvl4pPr marL="1371545" indent="0" algn="ctr">
              <a:buClr>
                <a:srgbClr val="A8003B"/>
              </a:buClr>
              <a:buFont typeface="Arial" pitchFamily="34" charset="0"/>
              <a:buNone/>
              <a:defRPr sz="2400" baseline="0">
                <a:solidFill>
                  <a:srgbClr val="7F7F7F"/>
                </a:solidFill>
                <a:latin typeface="Arial Narrow" pitchFamily="34" charset="0"/>
                <a:cs typeface="Arial" pitchFamily="34" charset="0"/>
              </a:defRPr>
            </a:lvl4pPr>
            <a:lvl5pPr marL="1828727" indent="0" algn="ctr">
              <a:buClr>
                <a:srgbClr val="A8003B"/>
              </a:buClr>
              <a:buFont typeface="Arial" pitchFamily="34" charset="0"/>
              <a:buNone/>
              <a:defRPr sz="2400" baseline="0">
                <a:solidFill>
                  <a:srgbClr val="7F7F7F"/>
                </a:solidFill>
                <a:latin typeface="Arial Narrow" pitchFamily="34" charset="0"/>
                <a:cs typeface="Arial" pitchFamily="34" charset="0"/>
              </a:defRPr>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 name="Título 1"/>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8021013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olo imagen">
    <p:spTree>
      <p:nvGrpSpPr>
        <p:cNvPr id="1" name=""/>
        <p:cNvGrpSpPr/>
        <p:nvPr/>
      </p:nvGrpSpPr>
      <p:grpSpPr>
        <a:xfrm>
          <a:off x="0" y="0"/>
          <a:ext cx="0" cy="0"/>
          <a:chOff x="0" y="0"/>
          <a:chExt cx="0" cy="0"/>
        </a:xfrm>
      </p:grpSpPr>
      <p:sp>
        <p:nvSpPr>
          <p:cNvPr id="7" name="Marcador de contenido 6"/>
          <p:cNvSpPr>
            <a:spLocks noGrp="1"/>
          </p:cNvSpPr>
          <p:nvPr>
            <p:ph sz="quarter" idx="10"/>
          </p:nvPr>
        </p:nvSpPr>
        <p:spPr>
          <a:xfrm>
            <a:off x="0" y="0"/>
            <a:ext cx="12192000" cy="6858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0975799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n grande con titulo">
    <p:spTree>
      <p:nvGrpSpPr>
        <p:cNvPr id="1" name=""/>
        <p:cNvGrpSpPr/>
        <p:nvPr/>
      </p:nvGrpSpPr>
      <p:grpSpPr>
        <a:xfrm>
          <a:off x="0" y="0"/>
          <a:ext cx="0" cy="0"/>
          <a:chOff x="0" y="0"/>
          <a:chExt cx="0" cy="0"/>
        </a:xfrm>
      </p:grpSpPr>
      <p:sp>
        <p:nvSpPr>
          <p:cNvPr id="7" name="Marcador de contenido 6"/>
          <p:cNvSpPr>
            <a:spLocks noGrp="1"/>
          </p:cNvSpPr>
          <p:nvPr>
            <p:ph sz="quarter" idx="10"/>
          </p:nvPr>
        </p:nvSpPr>
        <p:spPr>
          <a:xfrm>
            <a:off x="0" y="0"/>
            <a:ext cx="12192000" cy="6858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ítulo 1"/>
          <p:cNvSpPr>
            <a:spLocks noGrp="1"/>
          </p:cNvSpPr>
          <p:nvPr>
            <p:ph type="title"/>
          </p:nvPr>
        </p:nvSpPr>
        <p:spPr>
          <a:xfrm>
            <a:off x="0" y="4433643"/>
            <a:ext cx="12192000" cy="1580728"/>
          </a:xfrm>
          <a:solidFill>
            <a:schemeClr val="tx1">
              <a:alpha val="34000"/>
            </a:schemeClr>
          </a:solidFill>
        </p:spPr>
        <p:txBody>
          <a:bodyPr/>
          <a:lstStyle/>
          <a:p>
            <a:r>
              <a:rPr lang="en-GB"/>
              <a:t>Click to edit Master title style</a:t>
            </a:r>
          </a:p>
        </p:txBody>
      </p:sp>
    </p:spTree>
    <p:extLst>
      <p:ext uri="{BB962C8B-B14F-4D97-AF65-F5344CB8AC3E}">
        <p14:creationId xmlns:p14="http://schemas.microsoft.com/office/powerpoint/2010/main" val="11146570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4" name="1 Título"/>
          <p:cNvSpPr>
            <a:spLocks noGrp="1"/>
          </p:cNvSpPr>
          <p:nvPr>
            <p:ph type="title"/>
          </p:nvPr>
        </p:nvSpPr>
        <p:spPr>
          <a:xfrm>
            <a:off x="476211" y="274638"/>
            <a:ext cx="11430080" cy="439718"/>
          </a:xfrm>
          <a:prstGeom prst="rect">
            <a:avLst/>
          </a:prstGeom>
          <a:noFill/>
          <a:ln>
            <a:noFill/>
          </a:ln>
        </p:spPr>
        <p:txBody>
          <a:bodyPr>
            <a:noAutofit/>
          </a:bodyPr>
          <a:lstStyle>
            <a:lvl1pPr algn="ctr">
              <a:defRPr sz="2600" b="1" i="0" spc="-80" baseline="0">
                <a:solidFill>
                  <a:srgbClr val="A8003B"/>
                </a:solidFill>
                <a:latin typeface="Arial Narrow" pitchFamily="34" charset="0"/>
                <a:cs typeface="Times New Roman" pitchFamily="18" charset="0"/>
              </a:defRPr>
            </a:lvl1pPr>
          </a:lstStyle>
          <a:p>
            <a:r>
              <a:rPr lang="en-GB" noProof="0"/>
              <a:t>Click to edit Master title style</a:t>
            </a:r>
          </a:p>
        </p:txBody>
      </p:sp>
    </p:spTree>
    <p:extLst>
      <p:ext uri="{BB962C8B-B14F-4D97-AF65-F5344CB8AC3E}">
        <p14:creationId xmlns:p14="http://schemas.microsoft.com/office/powerpoint/2010/main" val="22341133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verTx">
  <p:cSld name="Título y objetos encima del texto">
    <p:spTree>
      <p:nvGrpSpPr>
        <p:cNvPr id="1" name=""/>
        <p:cNvGrpSpPr/>
        <p:nvPr/>
      </p:nvGrpSpPr>
      <p:grpSpPr>
        <a:xfrm>
          <a:off x="0" y="0"/>
          <a:ext cx="0" cy="0"/>
          <a:chOff x="0" y="0"/>
          <a:chExt cx="0" cy="0"/>
        </a:xfrm>
      </p:grpSpPr>
      <p:sp>
        <p:nvSpPr>
          <p:cNvPr id="2" name="1 Título"/>
          <p:cNvSpPr>
            <a:spLocks noGrp="1"/>
          </p:cNvSpPr>
          <p:nvPr>
            <p:ph type="title"/>
          </p:nvPr>
        </p:nvSpPr>
        <p:spPr>
          <a:xfrm>
            <a:off x="624417" y="152400"/>
            <a:ext cx="10752667" cy="762000"/>
          </a:xfrm>
        </p:spPr>
        <p:txBody>
          <a:bodyPr/>
          <a:lstStyle/>
          <a:p>
            <a:r>
              <a:rPr lang="en-GB"/>
              <a:t>Click to edit Master title style</a:t>
            </a:r>
            <a:endParaRPr lang="es-ES"/>
          </a:p>
        </p:txBody>
      </p:sp>
      <p:sp>
        <p:nvSpPr>
          <p:cNvPr id="3" name="2 Marcador de contenido"/>
          <p:cNvSpPr>
            <a:spLocks noGrp="1"/>
          </p:cNvSpPr>
          <p:nvPr>
            <p:ph sz="half" idx="1"/>
          </p:nvPr>
        </p:nvSpPr>
        <p:spPr>
          <a:xfrm>
            <a:off x="624419" y="1196975"/>
            <a:ext cx="10754783" cy="25161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s-ES"/>
          </a:p>
        </p:txBody>
      </p:sp>
      <p:sp>
        <p:nvSpPr>
          <p:cNvPr id="4" name="3 Marcador de texto"/>
          <p:cNvSpPr>
            <a:spLocks noGrp="1"/>
          </p:cNvSpPr>
          <p:nvPr>
            <p:ph type="body" sz="half" idx="2"/>
          </p:nvPr>
        </p:nvSpPr>
        <p:spPr>
          <a:xfrm>
            <a:off x="624419" y="3865564"/>
            <a:ext cx="10754783" cy="25161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s-ES"/>
          </a:p>
        </p:txBody>
      </p:sp>
    </p:spTree>
    <p:extLst>
      <p:ext uri="{BB962C8B-B14F-4D97-AF65-F5344CB8AC3E}">
        <p14:creationId xmlns:p14="http://schemas.microsoft.com/office/powerpoint/2010/main" val="27232135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4628446" y="1544637"/>
            <a:ext cx="7127052" cy="2321807"/>
          </a:xfrm>
          <a:noFill/>
        </p:spPr>
        <p:txBody>
          <a:bodyPr/>
          <a:lstStyle>
            <a:lvl1pPr>
              <a:defRPr sz="4000" cap="none">
                <a:solidFill>
                  <a:schemeClr val="tx2"/>
                </a:solidFill>
              </a:defRPr>
            </a:lvl1pPr>
          </a:lstStyle>
          <a:p>
            <a:r>
              <a:rPr lang="es-ES_tradnl"/>
              <a:t>Clic para editar título</a:t>
            </a:r>
            <a:endParaRPr lang="en-GB"/>
          </a:p>
        </p:txBody>
      </p:sp>
      <p:sp>
        <p:nvSpPr>
          <p:cNvPr id="3" name="Subtítulo 2"/>
          <p:cNvSpPr>
            <a:spLocks noGrp="1"/>
          </p:cNvSpPr>
          <p:nvPr>
            <p:ph type="subTitle" idx="1"/>
          </p:nvPr>
        </p:nvSpPr>
        <p:spPr>
          <a:xfrm>
            <a:off x="4628446" y="4069645"/>
            <a:ext cx="7127052" cy="1752600"/>
          </a:xfrm>
        </p:spPr>
        <p:txBody>
          <a:bodyPr anchor="ctr"/>
          <a:lstStyle>
            <a:lvl1pPr marL="0" indent="0" algn="ctr">
              <a:buNone/>
              <a:defRPr>
                <a:solidFill>
                  <a:schemeClr val="tx2"/>
                </a:solidFill>
              </a:defRPr>
            </a:lvl1pPr>
            <a:lvl2pPr marL="457182" indent="0" algn="ctr">
              <a:buNone/>
              <a:defRPr>
                <a:solidFill>
                  <a:schemeClr val="tx1">
                    <a:tint val="75000"/>
                  </a:schemeClr>
                </a:solidFill>
              </a:defRPr>
            </a:lvl2pPr>
            <a:lvl3pPr marL="914364"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1"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s-ES_tradnl"/>
              <a:t>Haga clic para modificar el estilo de subtítulo del patrón</a:t>
            </a:r>
            <a:endParaRPr lang="en-GB"/>
          </a:p>
        </p:txBody>
      </p:sp>
    </p:spTree>
    <p:extLst>
      <p:ext uri="{BB962C8B-B14F-4D97-AF65-F5344CB8AC3E}">
        <p14:creationId xmlns:p14="http://schemas.microsoft.com/office/powerpoint/2010/main" val="3087636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Diseño personalizado">
    <p:spTree>
      <p:nvGrpSpPr>
        <p:cNvPr id="1" name=""/>
        <p:cNvGrpSpPr/>
        <p:nvPr/>
      </p:nvGrpSpPr>
      <p:grpSpPr>
        <a:xfrm>
          <a:off x="0" y="0"/>
          <a:ext cx="0" cy="0"/>
          <a:chOff x="0" y="0"/>
          <a:chExt cx="0" cy="0"/>
        </a:xfrm>
      </p:grpSpPr>
      <p:sp>
        <p:nvSpPr>
          <p:cNvPr id="4" name="1 Título"/>
          <p:cNvSpPr>
            <a:spLocks noGrp="1"/>
          </p:cNvSpPr>
          <p:nvPr>
            <p:ph type="title"/>
          </p:nvPr>
        </p:nvSpPr>
        <p:spPr>
          <a:xfrm>
            <a:off x="476211" y="274638"/>
            <a:ext cx="11430080" cy="439718"/>
          </a:xfrm>
          <a:prstGeom prst="rect">
            <a:avLst/>
          </a:prstGeom>
          <a:noFill/>
          <a:ln>
            <a:noFill/>
          </a:ln>
        </p:spPr>
        <p:txBody>
          <a:bodyPr>
            <a:noAutofit/>
          </a:bodyPr>
          <a:lstStyle>
            <a:lvl1pPr algn="ctr">
              <a:defRPr sz="2600" b="1" i="0" spc="-80" baseline="0">
                <a:solidFill>
                  <a:srgbClr val="A8003B"/>
                </a:solidFill>
                <a:latin typeface="Arial Narrow" pitchFamily="34" charset="0"/>
                <a:cs typeface="Times New Roman" pitchFamily="18" charset="0"/>
              </a:defRPr>
            </a:lvl1pPr>
          </a:lstStyle>
          <a:p>
            <a:r>
              <a:rPr lang="en-GB" noProof="0"/>
              <a:t>Haga clic para modificar el estilo de título del patrón</a:t>
            </a:r>
          </a:p>
        </p:txBody>
      </p:sp>
    </p:spTree>
    <p:extLst>
      <p:ext uri="{BB962C8B-B14F-4D97-AF65-F5344CB8AC3E}">
        <p14:creationId xmlns:p14="http://schemas.microsoft.com/office/powerpoint/2010/main" val="37289954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3_Diapositiva de título">
    <p:spTree>
      <p:nvGrpSpPr>
        <p:cNvPr id="1" name=""/>
        <p:cNvGrpSpPr/>
        <p:nvPr/>
      </p:nvGrpSpPr>
      <p:grpSpPr>
        <a:xfrm>
          <a:off x="0" y="0"/>
          <a:ext cx="0" cy="0"/>
          <a:chOff x="0" y="0"/>
          <a:chExt cx="0" cy="0"/>
        </a:xfrm>
      </p:grpSpPr>
      <p:sp>
        <p:nvSpPr>
          <p:cNvPr id="8" name="AutoShape 29" descr="http://ftp.us.es/ftp/pub/Logos/marca-dos-tintas_300.gif"/>
          <p:cNvSpPr>
            <a:spLocks noChangeAspect="1" noChangeArrowheads="1"/>
          </p:cNvSpPr>
          <p:nvPr userDrawn="1"/>
        </p:nvSpPr>
        <p:spPr bwMode="auto">
          <a:xfrm>
            <a:off x="5545667" y="5645150"/>
            <a:ext cx="406400" cy="304800"/>
          </a:xfrm>
          <a:prstGeom prst="rect">
            <a:avLst/>
          </a:prstGeom>
          <a:noFill/>
        </p:spPr>
        <p:txBody>
          <a:bodyPr/>
          <a:lstStyle/>
          <a:p>
            <a:endParaRPr lang="es-ES" sz="1620"/>
          </a:p>
        </p:txBody>
      </p:sp>
    </p:spTree>
    <p:extLst>
      <p:ext uri="{BB962C8B-B14F-4D97-AF65-F5344CB8AC3E}">
        <p14:creationId xmlns:p14="http://schemas.microsoft.com/office/powerpoint/2010/main" val="1287146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06C415F-4666-E7C3-7116-D2922CA948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B90AE60B-3ED2-D693-90DA-957DE6D75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EC8C4A6-A84A-8738-F9D3-86965BF4F6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F3EB5-4A05-9A45-9D66-C70D573B598D}" type="datetime1">
              <a:rPr lang="es-ES" smtClean="0"/>
              <a:t>9/9/25</a:t>
            </a:fld>
            <a:endParaRPr lang="es-ES"/>
          </a:p>
        </p:txBody>
      </p:sp>
      <p:sp>
        <p:nvSpPr>
          <p:cNvPr id="5" name="Marcador de pie de página 4">
            <a:extLst>
              <a:ext uri="{FF2B5EF4-FFF2-40B4-BE49-F238E27FC236}">
                <a16:creationId xmlns:a16="http://schemas.microsoft.com/office/drawing/2014/main" id="{8A9120A4-D6CE-93B1-B314-16B569AD53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12BC055D-5F47-132A-38C7-3B4882408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B71E07-87FB-4813-BEC4-300B8112868C}" type="slidenum">
              <a:rPr lang="es-ES" smtClean="0"/>
              <a:t>‹Nº›</a:t>
            </a:fld>
            <a:endParaRPr lang="es-ES"/>
          </a:p>
        </p:txBody>
      </p:sp>
    </p:spTree>
    <p:extLst>
      <p:ext uri="{BB962C8B-B14F-4D97-AF65-F5344CB8AC3E}">
        <p14:creationId xmlns:p14="http://schemas.microsoft.com/office/powerpoint/2010/main" val="378877195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2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09600" y="274638"/>
            <a:ext cx="10972800" cy="519112"/>
          </a:xfrm>
          <a:prstGeom prst="rect">
            <a:avLst/>
          </a:prstGeom>
        </p:spPr>
        <p:txBody>
          <a:bodyPr vert="horz" lIns="91440" tIns="45720" rIns="91440" bIns="45720" rtlCol="0" anchor="ctr">
            <a:noAutofit/>
          </a:bodyPr>
          <a:lstStyle/>
          <a:p>
            <a:r>
              <a:rPr lang="es-ES_tradnl"/>
              <a:t>Clic para editar título</a:t>
            </a:r>
            <a:endParaRPr lang="en-GB"/>
          </a:p>
        </p:txBody>
      </p:sp>
      <p:sp>
        <p:nvSpPr>
          <p:cNvPr id="3" name="Marcador de texto 2"/>
          <p:cNvSpPr>
            <a:spLocks noGrp="1"/>
          </p:cNvSpPr>
          <p:nvPr>
            <p:ph type="body" idx="1"/>
          </p:nvPr>
        </p:nvSpPr>
        <p:spPr>
          <a:xfrm>
            <a:off x="609600" y="1335625"/>
            <a:ext cx="109728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GB"/>
          </a:p>
        </p:txBody>
      </p:sp>
      <p:sp>
        <p:nvSpPr>
          <p:cNvPr id="4" name="Marcador de fecha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9D3B6-3A05-794A-B623-4160B776B823}" type="datetime1">
              <a:rPr lang="es-ES" smtClean="0"/>
              <a:t>9/9/25</a:t>
            </a:fld>
            <a:endParaRPr lang="en-GB"/>
          </a:p>
        </p:txBody>
      </p:sp>
      <p:sp>
        <p:nvSpPr>
          <p:cNvPr id="5" name="Marcador de pie de página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Marcador de número de diapositiva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83FE60-6DF1-F347-AB28-EF2DA5AFB82F}" type="slidenum">
              <a:rPr lang="en-ES" smtClean="0"/>
              <a:t>‹Nº›</a:t>
            </a:fld>
            <a:endParaRPr lang="en-ES"/>
          </a:p>
        </p:txBody>
      </p:sp>
    </p:spTree>
    <p:extLst>
      <p:ext uri="{BB962C8B-B14F-4D97-AF65-F5344CB8AC3E}">
        <p14:creationId xmlns:p14="http://schemas.microsoft.com/office/powerpoint/2010/main" val="93130935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Lst>
  <p:hf sldNum="0" hdr="0" ftr="0" dt="0"/>
  <p:txStyles>
    <p:titleStyle>
      <a:lvl1pPr algn="ctr" defTabSz="457182" rtl="0" eaLnBrk="1" latinLnBrk="0" hangingPunct="1">
        <a:spcBef>
          <a:spcPct val="0"/>
        </a:spcBef>
        <a:buNone/>
        <a:defRPr sz="2800" b="1" kern="1200">
          <a:solidFill>
            <a:schemeClr val="accent2"/>
          </a:solidFill>
          <a:latin typeface="+mj-lt"/>
          <a:ea typeface="+mj-ea"/>
          <a:cs typeface="+mj-cs"/>
        </a:defRPr>
      </a:lvl1pPr>
    </p:titleStyle>
    <p:bodyStyle>
      <a:lvl1pPr marL="342887" indent="-342887" algn="l" defTabSz="457182" rtl="0" eaLnBrk="1" latinLnBrk="0" hangingPunct="1">
        <a:spcBef>
          <a:spcPct val="20000"/>
        </a:spcBef>
        <a:buFont typeface="Arial"/>
        <a:buChar char="•"/>
        <a:defRPr sz="2800" kern="1200">
          <a:solidFill>
            <a:schemeClr val="bg1">
              <a:lumMod val="50000"/>
            </a:schemeClr>
          </a:solidFill>
          <a:latin typeface="+mn-lt"/>
          <a:ea typeface="+mn-ea"/>
          <a:cs typeface="+mn-cs"/>
        </a:defRPr>
      </a:lvl1pPr>
      <a:lvl2pPr marL="742920" indent="-285738" algn="l" defTabSz="457182" rtl="0" eaLnBrk="1" latinLnBrk="0" hangingPunct="1">
        <a:spcBef>
          <a:spcPct val="20000"/>
        </a:spcBef>
        <a:buFont typeface="Arial"/>
        <a:buChar char="–"/>
        <a:defRPr sz="2400" kern="1200">
          <a:solidFill>
            <a:schemeClr val="bg1">
              <a:lumMod val="50000"/>
            </a:schemeClr>
          </a:solidFill>
          <a:latin typeface="+mn-lt"/>
          <a:ea typeface="+mn-ea"/>
          <a:cs typeface="+mn-cs"/>
        </a:defRPr>
      </a:lvl2pPr>
      <a:lvl3pPr marL="1142954" indent="-228590" algn="l" defTabSz="457182" rtl="0" eaLnBrk="1" latinLnBrk="0" hangingPunct="1">
        <a:spcBef>
          <a:spcPct val="20000"/>
        </a:spcBef>
        <a:buFont typeface="Arial"/>
        <a:buChar char="•"/>
        <a:defRPr sz="2000" kern="1200">
          <a:solidFill>
            <a:schemeClr val="bg1">
              <a:lumMod val="50000"/>
            </a:schemeClr>
          </a:solidFill>
          <a:latin typeface="+mn-lt"/>
          <a:ea typeface="+mn-ea"/>
          <a:cs typeface="+mn-cs"/>
        </a:defRPr>
      </a:lvl3pPr>
      <a:lvl4pPr marL="1600136" indent="-228590" algn="l" defTabSz="457182" rtl="0" eaLnBrk="1" latinLnBrk="0" hangingPunct="1">
        <a:spcBef>
          <a:spcPct val="20000"/>
        </a:spcBef>
        <a:buFont typeface="Arial"/>
        <a:buChar char="–"/>
        <a:defRPr sz="1800" kern="1200">
          <a:solidFill>
            <a:schemeClr val="bg1">
              <a:lumMod val="50000"/>
            </a:schemeClr>
          </a:solidFill>
          <a:latin typeface="+mn-lt"/>
          <a:ea typeface="+mn-ea"/>
          <a:cs typeface="+mn-cs"/>
        </a:defRPr>
      </a:lvl4pPr>
      <a:lvl5pPr marL="2057317" indent="-228590" algn="l" defTabSz="457182" rtl="0" eaLnBrk="1" latinLnBrk="0" hangingPunct="1">
        <a:spcBef>
          <a:spcPct val="20000"/>
        </a:spcBef>
        <a:buFont typeface="Arial"/>
        <a:buChar char="»"/>
        <a:defRPr sz="1800" kern="1200">
          <a:solidFill>
            <a:schemeClr val="bg1">
              <a:lumMod val="50000"/>
            </a:schemeClr>
          </a:solidFill>
          <a:latin typeface="+mn-lt"/>
          <a:ea typeface="+mn-ea"/>
          <a:cs typeface="+mn-cs"/>
        </a:defRPr>
      </a:lvl5pPr>
      <a:lvl6pPr marL="2514499" indent="-228590" algn="l" defTabSz="457182" rtl="0" eaLnBrk="1" latinLnBrk="0" hangingPunct="1">
        <a:spcBef>
          <a:spcPct val="20000"/>
        </a:spcBef>
        <a:buFont typeface="Arial"/>
        <a:buChar char="•"/>
        <a:defRPr sz="2000" kern="1200">
          <a:solidFill>
            <a:schemeClr val="tx1"/>
          </a:solidFill>
          <a:latin typeface="+mn-lt"/>
          <a:ea typeface="+mn-ea"/>
          <a:cs typeface="+mn-cs"/>
        </a:defRPr>
      </a:lvl6pPr>
      <a:lvl7pPr marL="2971681" indent="-228590" algn="l" defTabSz="457182" rtl="0" eaLnBrk="1" latinLnBrk="0" hangingPunct="1">
        <a:spcBef>
          <a:spcPct val="20000"/>
        </a:spcBef>
        <a:buFont typeface="Arial"/>
        <a:buChar char="•"/>
        <a:defRPr sz="2000" kern="1200">
          <a:solidFill>
            <a:schemeClr val="tx1"/>
          </a:solidFill>
          <a:latin typeface="+mn-lt"/>
          <a:ea typeface="+mn-ea"/>
          <a:cs typeface="+mn-cs"/>
        </a:defRPr>
      </a:lvl7pPr>
      <a:lvl8pPr marL="3428863" indent="-228590" algn="l" defTabSz="457182" rtl="0" eaLnBrk="1" latinLnBrk="0" hangingPunct="1">
        <a:spcBef>
          <a:spcPct val="20000"/>
        </a:spcBef>
        <a:buFont typeface="Arial"/>
        <a:buChar char="•"/>
        <a:defRPr sz="2000" kern="1200">
          <a:solidFill>
            <a:schemeClr val="tx1"/>
          </a:solidFill>
          <a:latin typeface="+mn-lt"/>
          <a:ea typeface="+mn-ea"/>
          <a:cs typeface="+mn-cs"/>
        </a:defRPr>
      </a:lvl8pPr>
      <a:lvl9pPr marL="3886044" indent="-228590" algn="l" defTabSz="457182"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182" rtl="0" eaLnBrk="1" latinLnBrk="0" hangingPunct="1">
        <a:defRPr sz="1800" kern="1200">
          <a:solidFill>
            <a:schemeClr val="tx1"/>
          </a:solidFill>
          <a:latin typeface="+mn-lt"/>
          <a:ea typeface="+mn-ea"/>
          <a:cs typeface="+mn-cs"/>
        </a:defRPr>
      </a:lvl1pPr>
      <a:lvl2pPr marL="457182" algn="l" defTabSz="457182" rtl="0" eaLnBrk="1" latinLnBrk="0" hangingPunct="1">
        <a:defRPr sz="1800" kern="1200">
          <a:solidFill>
            <a:schemeClr val="tx1"/>
          </a:solidFill>
          <a:latin typeface="+mn-lt"/>
          <a:ea typeface="+mn-ea"/>
          <a:cs typeface="+mn-cs"/>
        </a:defRPr>
      </a:lvl2pPr>
      <a:lvl3pPr marL="914364" algn="l" defTabSz="457182" rtl="0" eaLnBrk="1" latinLnBrk="0" hangingPunct="1">
        <a:defRPr sz="1800" kern="1200">
          <a:solidFill>
            <a:schemeClr val="tx1"/>
          </a:solidFill>
          <a:latin typeface="+mn-lt"/>
          <a:ea typeface="+mn-ea"/>
          <a:cs typeface="+mn-cs"/>
        </a:defRPr>
      </a:lvl3pPr>
      <a:lvl4pPr marL="1371545" algn="l" defTabSz="457182" rtl="0" eaLnBrk="1" latinLnBrk="0" hangingPunct="1">
        <a:defRPr sz="1800" kern="1200">
          <a:solidFill>
            <a:schemeClr val="tx1"/>
          </a:solidFill>
          <a:latin typeface="+mn-lt"/>
          <a:ea typeface="+mn-ea"/>
          <a:cs typeface="+mn-cs"/>
        </a:defRPr>
      </a:lvl4pPr>
      <a:lvl5pPr marL="1828727" algn="l" defTabSz="457182" rtl="0" eaLnBrk="1" latinLnBrk="0" hangingPunct="1">
        <a:defRPr sz="1800" kern="1200">
          <a:solidFill>
            <a:schemeClr val="tx1"/>
          </a:solidFill>
          <a:latin typeface="+mn-lt"/>
          <a:ea typeface="+mn-ea"/>
          <a:cs typeface="+mn-cs"/>
        </a:defRPr>
      </a:lvl5pPr>
      <a:lvl6pPr marL="2285909" algn="l" defTabSz="457182" rtl="0" eaLnBrk="1" latinLnBrk="0" hangingPunct="1">
        <a:defRPr sz="1800" kern="1200">
          <a:solidFill>
            <a:schemeClr val="tx1"/>
          </a:solidFill>
          <a:latin typeface="+mn-lt"/>
          <a:ea typeface="+mn-ea"/>
          <a:cs typeface="+mn-cs"/>
        </a:defRPr>
      </a:lvl6pPr>
      <a:lvl7pPr marL="2743091" algn="l" defTabSz="457182" rtl="0" eaLnBrk="1" latinLnBrk="0" hangingPunct="1">
        <a:defRPr sz="1800" kern="1200">
          <a:solidFill>
            <a:schemeClr val="tx1"/>
          </a:solidFill>
          <a:latin typeface="+mn-lt"/>
          <a:ea typeface="+mn-ea"/>
          <a:cs typeface="+mn-cs"/>
        </a:defRPr>
      </a:lvl7pPr>
      <a:lvl8pPr marL="3200272" algn="l" defTabSz="457182" rtl="0" eaLnBrk="1" latinLnBrk="0" hangingPunct="1">
        <a:defRPr sz="1800" kern="1200">
          <a:solidFill>
            <a:schemeClr val="tx1"/>
          </a:solidFill>
          <a:latin typeface="+mn-lt"/>
          <a:ea typeface="+mn-ea"/>
          <a:cs typeface="+mn-cs"/>
        </a:defRPr>
      </a:lvl8pPr>
      <a:lvl9pPr marL="3657454" algn="l" defTabSz="4571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cid:image001.png@01D880B8.84517BA0"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9.png"/><Relationship Id="rId5" Type="http://schemas.openxmlformats.org/officeDocument/2006/relationships/image" Target="../media/image16.png"/><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2.png"/><Relationship Id="rId3" Type="http://schemas.openxmlformats.org/officeDocument/2006/relationships/image" Target="../media/image20.png"/><Relationship Id="rId7" Type="http://schemas.openxmlformats.org/officeDocument/2006/relationships/image" Target="../media/image14.pn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9.png"/><Relationship Id="rId5" Type="http://schemas.openxmlformats.org/officeDocument/2006/relationships/image" Target="../media/image16.png"/><Relationship Id="rId15" Type="http://schemas.openxmlformats.org/officeDocument/2006/relationships/image" Target="../media/image24.png"/><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13.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1.png"/><Relationship Id="rId3" Type="http://schemas.openxmlformats.org/officeDocument/2006/relationships/image" Target="../media/image20.png"/><Relationship Id="rId7" Type="http://schemas.openxmlformats.org/officeDocument/2006/relationships/image" Target="../media/image14.png"/><Relationship Id="rId12"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9.png"/><Relationship Id="rId5" Type="http://schemas.openxmlformats.org/officeDocument/2006/relationships/image" Target="../media/image16.png"/><Relationship Id="rId15" Type="http://schemas.openxmlformats.org/officeDocument/2006/relationships/image" Target="../media/image24.png"/><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13.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1.png"/><Relationship Id="rId18" Type="http://schemas.openxmlformats.org/officeDocument/2006/relationships/image" Target="../media/image27.png"/><Relationship Id="rId3" Type="http://schemas.openxmlformats.org/officeDocument/2006/relationships/image" Target="../media/image20.png"/><Relationship Id="rId7" Type="http://schemas.openxmlformats.org/officeDocument/2006/relationships/image" Target="../media/image14.png"/><Relationship Id="rId12" Type="http://schemas.openxmlformats.org/officeDocument/2006/relationships/image" Target="../media/image23.png"/><Relationship Id="rId17" Type="http://schemas.openxmlformats.org/officeDocument/2006/relationships/image" Target="../media/image26.png"/><Relationship Id="rId2" Type="http://schemas.openxmlformats.org/officeDocument/2006/relationships/notesSlide" Target="../notesSlides/notesSlide8.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19.png"/><Relationship Id="rId5" Type="http://schemas.openxmlformats.org/officeDocument/2006/relationships/image" Target="../media/image16.png"/><Relationship Id="rId15" Type="http://schemas.openxmlformats.org/officeDocument/2006/relationships/image" Target="../media/image24.png"/><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image" Target="../media/image13.png"/><Relationship Id="rId1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2.png"/><Relationship Id="rId18" Type="http://schemas.openxmlformats.org/officeDocument/2006/relationships/image" Target="../media/image26.png"/><Relationship Id="rId3" Type="http://schemas.openxmlformats.org/officeDocument/2006/relationships/image" Target="../media/image24.png"/><Relationship Id="rId21" Type="http://schemas.openxmlformats.org/officeDocument/2006/relationships/image" Target="../media/image30.png"/><Relationship Id="rId7" Type="http://schemas.openxmlformats.org/officeDocument/2006/relationships/image" Target="../media/image17.png"/><Relationship Id="rId12" Type="http://schemas.openxmlformats.org/officeDocument/2006/relationships/image" Target="../media/image21.png"/><Relationship Id="rId17" Type="http://schemas.openxmlformats.org/officeDocument/2006/relationships/image" Target="../media/image25.png"/><Relationship Id="rId2" Type="http://schemas.openxmlformats.org/officeDocument/2006/relationships/notesSlide" Target="../notesSlides/notesSlide9.xml"/><Relationship Id="rId16" Type="http://schemas.openxmlformats.org/officeDocument/2006/relationships/image" Target="../media/image28.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8.png"/><Relationship Id="rId5" Type="http://schemas.openxmlformats.org/officeDocument/2006/relationships/image" Target="../media/image15.png"/><Relationship Id="rId15" Type="http://schemas.openxmlformats.org/officeDocument/2006/relationships/image" Target="../media/image22.png"/><Relationship Id="rId10" Type="http://schemas.openxmlformats.org/officeDocument/2006/relationships/image" Target="../media/image14.png"/><Relationship Id="rId19" Type="http://schemas.openxmlformats.org/officeDocument/2006/relationships/image" Target="../media/image27.png"/><Relationship Id="rId4" Type="http://schemas.openxmlformats.org/officeDocument/2006/relationships/image" Target="../media/image20.png"/><Relationship Id="rId9" Type="http://schemas.openxmlformats.org/officeDocument/2006/relationships/image" Target="../media/image23.png"/><Relationship Id="rId1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2.png"/><Relationship Id="rId18" Type="http://schemas.openxmlformats.org/officeDocument/2006/relationships/image" Target="../media/image26.png"/><Relationship Id="rId3" Type="http://schemas.openxmlformats.org/officeDocument/2006/relationships/image" Target="../media/image24.png"/><Relationship Id="rId7" Type="http://schemas.openxmlformats.org/officeDocument/2006/relationships/image" Target="../media/image17.png"/><Relationship Id="rId12" Type="http://schemas.openxmlformats.org/officeDocument/2006/relationships/image" Target="../media/image21.png"/><Relationship Id="rId17" Type="http://schemas.openxmlformats.org/officeDocument/2006/relationships/image" Target="../media/image25.png"/><Relationship Id="rId2" Type="http://schemas.openxmlformats.org/officeDocument/2006/relationships/notesSlide" Target="../notesSlides/notesSlide10.xml"/><Relationship Id="rId16" Type="http://schemas.openxmlformats.org/officeDocument/2006/relationships/image" Target="../media/image28.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8.png"/><Relationship Id="rId5" Type="http://schemas.openxmlformats.org/officeDocument/2006/relationships/image" Target="../media/image15.png"/><Relationship Id="rId15" Type="http://schemas.openxmlformats.org/officeDocument/2006/relationships/image" Target="../media/image22.png"/><Relationship Id="rId10" Type="http://schemas.openxmlformats.org/officeDocument/2006/relationships/image" Target="../media/image14.png"/><Relationship Id="rId19" Type="http://schemas.openxmlformats.org/officeDocument/2006/relationships/image" Target="../media/image27.png"/><Relationship Id="rId4" Type="http://schemas.openxmlformats.org/officeDocument/2006/relationships/image" Target="../media/image20.png"/><Relationship Id="rId9" Type="http://schemas.openxmlformats.org/officeDocument/2006/relationships/image" Target="../media/image23.png"/><Relationship Id="rId1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1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5.png"/><Relationship Id="rId4" Type="http://schemas.openxmlformats.org/officeDocument/2006/relationships/image" Target="../media/image44.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notesSlide" Target="../notesSlides/notesSlide18.xml"/><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slideLayout" Target="../slideLayouts/slideLayout4.xml"/><Relationship Id="rId16" Type="http://schemas.openxmlformats.org/officeDocument/2006/relationships/image" Target="../media/image58.png"/><Relationship Id="rId1" Type="http://schemas.openxmlformats.org/officeDocument/2006/relationships/tags" Target="../tags/tag4.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svg"/></Relationships>
</file>

<file path=ppt/slides/_rels/slide21.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notesSlide" Target="../notesSlides/notesSlide19.xml"/><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slideLayout" Target="../slideLayouts/slideLayout4.xml"/><Relationship Id="rId16" Type="http://schemas.openxmlformats.org/officeDocument/2006/relationships/image" Target="../media/image58.png"/><Relationship Id="rId1" Type="http://schemas.openxmlformats.org/officeDocument/2006/relationships/tags" Target="../tags/tag5.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sv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7.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notesSlide" Target="../notesSlides/notesSlide26.xml"/><Relationship Id="rId7" Type="http://schemas.openxmlformats.org/officeDocument/2006/relationships/image" Target="../media/image65.svg"/><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64.png"/><Relationship Id="rId5" Type="http://schemas.openxmlformats.org/officeDocument/2006/relationships/image" Target="../media/image63.sv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sv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notesSlide" Target="../notesSlides/notesSlide28.xml"/><Relationship Id="rId7" Type="http://schemas.openxmlformats.org/officeDocument/2006/relationships/image" Target="../media/image72.svg"/><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svg"/></Relationships>
</file>

<file path=ppt/slides/_rels/slide3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notesSlide" Target="../notesSlides/notesSlide29.xml"/><Relationship Id="rId7" Type="http://schemas.openxmlformats.org/officeDocument/2006/relationships/image" Target="../media/image72.svg"/><Relationship Id="rId2" Type="http://schemas.openxmlformats.org/officeDocument/2006/relationships/slideLayout" Target="../slideLayouts/slideLayout4.xml"/><Relationship Id="rId1" Type="http://schemas.openxmlformats.org/officeDocument/2006/relationships/tags" Target="../tags/tag15.xml"/><Relationship Id="rId6" Type="http://schemas.openxmlformats.org/officeDocument/2006/relationships/image" Target="../media/image71.png"/><Relationship Id="rId5"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sv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16.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77.png"/><Relationship Id="rId2" Type="http://schemas.openxmlformats.org/officeDocument/2006/relationships/slideLayout" Target="../slideLayouts/slideLayout4.xml"/><Relationship Id="rId1" Type="http://schemas.openxmlformats.org/officeDocument/2006/relationships/tags" Target="../tags/tag17.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8.xml"/><Relationship Id="rId4" Type="http://schemas.openxmlformats.org/officeDocument/2006/relationships/image" Target="../media/image7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21.xml"/><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7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23.xml"/><Relationship Id="rId5" Type="http://schemas.openxmlformats.org/officeDocument/2006/relationships/image" Target="../media/image11.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24.xml"/><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4.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21" Type="http://schemas.openxmlformats.org/officeDocument/2006/relationships/image" Target="../media/image102.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42.xml"/><Relationship Id="rId16" Type="http://schemas.openxmlformats.org/officeDocument/2006/relationships/image" Target="../media/image98.svg"/><Relationship Id="rId20"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83.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45.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21" Type="http://schemas.openxmlformats.org/officeDocument/2006/relationships/image" Target="../media/image102.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43.xml"/><Relationship Id="rId16" Type="http://schemas.openxmlformats.org/officeDocument/2006/relationships/image" Target="../media/image98.svg"/><Relationship Id="rId20"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83.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 Id="rId22" Type="http://schemas.openxmlformats.org/officeDocument/2006/relationships/image" Target="../media/image77.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2.xml"/><Relationship Id="rId5" Type="http://schemas.openxmlformats.org/officeDocument/2006/relationships/image" Target="../media/image103.png"/><Relationship Id="rId4" Type="http://schemas.openxmlformats.org/officeDocument/2006/relationships/image" Target="cid:image001.png@01D880B8.84517BA0"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46.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49.xml.rels><?xml version="1.0" encoding="UTF-8" standalone="yes"?>
<Relationships xmlns="http://schemas.openxmlformats.org/package/2006/relationships"><Relationship Id="rId8" Type="http://schemas.openxmlformats.org/officeDocument/2006/relationships/image" Target="../media/image107.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106.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47.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105.svg"/><Relationship Id="rId11" Type="http://schemas.openxmlformats.org/officeDocument/2006/relationships/image" Target="../media/image93.png"/><Relationship Id="rId5" Type="http://schemas.openxmlformats.org/officeDocument/2006/relationships/image" Target="../media/image104.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108.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50.xml.rels><?xml version="1.0" encoding="UTF-8" standalone="yes"?>
<Relationships xmlns="http://schemas.openxmlformats.org/package/2006/relationships"><Relationship Id="rId8" Type="http://schemas.openxmlformats.org/officeDocument/2006/relationships/image" Target="../media/image107.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106.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48.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105.svg"/><Relationship Id="rId11" Type="http://schemas.openxmlformats.org/officeDocument/2006/relationships/image" Target="../media/image93.png"/><Relationship Id="rId5" Type="http://schemas.openxmlformats.org/officeDocument/2006/relationships/image" Target="../media/image104.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109.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51.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49.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52.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50.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110.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53.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51.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77.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54.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52.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55.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53.xml"/><Relationship Id="rId16" Type="http://schemas.openxmlformats.org/officeDocument/2006/relationships/image" Target="../media/image98.svg"/><Relationship Id="rId20" Type="http://schemas.openxmlformats.org/officeDocument/2006/relationships/image" Target="../media/image112.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19" Type="http://schemas.openxmlformats.org/officeDocument/2006/relationships/image" Target="../media/image111.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_rels/slide56.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21" Type="http://schemas.openxmlformats.org/officeDocument/2006/relationships/image" Target="../media/image113.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5" Type="http://schemas.openxmlformats.org/officeDocument/2006/relationships/image" Target="../media/image117.png"/><Relationship Id="rId2" Type="http://schemas.openxmlformats.org/officeDocument/2006/relationships/notesSlide" Target="../notesSlides/notesSlide54.xml"/><Relationship Id="rId16" Type="http://schemas.openxmlformats.org/officeDocument/2006/relationships/image" Target="../media/image98.svg"/><Relationship Id="rId20"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24" Type="http://schemas.openxmlformats.org/officeDocument/2006/relationships/image" Target="../media/image116.svg"/><Relationship Id="rId5" Type="http://schemas.openxmlformats.org/officeDocument/2006/relationships/image" Target="../media/image87.png"/><Relationship Id="rId15" Type="http://schemas.openxmlformats.org/officeDocument/2006/relationships/image" Target="../media/image97.png"/><Relationship Id="rId23" Type="http://schemas.openxmlformats.org/officeDocument/2006/relationships/image" Target="../media/image115.png"/><Relationship Id="rId10" Type="http://schemas.openxmlformats.org/officeDocument/2006/relationships/image" Target="../media/image92.svg"/><Relationship Id="rId19" Type="http://schemas.openxmlformats.org/officeDocument/2006/relationships/image" Target="../media/image59.pn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 Id="rId22" Type="http://schemas.openxmlformats.org/officeDocument/2006/relationships/image" Target="../media/image114.svg"/></Relationships>
</file>

<file path=ppt/slides/_rels/slide57.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5.png"/><Relationship Id="rId18" Type="http://schemas.openxmlformats.org/officeDocument/2006/relationships/image" Target="../media/image100.sv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svg"/><Relationship Id="rId17" Type="http://schemas.openxmlformats.org/officeDocument/2006/relationships/image" Target="../media/image99.png"/><Relationship Id="rId2" Type="http://schemas.openxmlformats.org/officeDocument/2006/relationships/notesSlide" Target="../notesSlides/notesSlide55.xml"/><Relationship Id="rId16" Type="http://schemas.openxmlformats.org/officeDocument/2006/relationships/image" Target="../media/image98.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svg"/><Relationship Id="rId4" Type="http://schemas.openxmlformats.org/officeDocument/2006/relationships/image" Target="../media/image86.svg"/><Relationship Id="rId9" Type="http://schemas.openxmlformats.org/officeDocument/2006/relationships/image" Target="../media/image91.png"/><Relationship Id="rId14" Type="http://schemas.openxmlformats.org/officeDocument/2006/relationships/image" Target="../media/image9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62893-5429-73A6-4EF3-D0E310A4EE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8CB137-A91A-B6E9-90A3-DB4F01DED09F}"/>
              </a:ext>
            </a:extLst>
          </p:cNvPr>
          <p:cNvSpPr>
            <a:spLocks noGrp="1"/>
          </p:cNvSpPr>
          <p:nvPr>
            <p:ph type="ctrTitle"/>
          </p:nvPr>
        </p:nvSpPr>
        <p:spPr/>
        <p:txBody>
          <a:bodyPr/>
          <a:lstStyle/>
          <a:p>
            <a:pPr algn="ctr"/>
            <a:r>
              <a:rPr lang="en-US" sz="3000" b="1" dirty="0">
                <a:solidFill>
                  <a:schemeClr val="bg1"/>
                </a:solidFill>
                <a:latin typeface="Calibri" panose="020F0502020204030204" pitchFamily="34" charset="0"/>
                <a:ea typeface="+mn-ea"/>
                <a:cs typeface="Calibri" panose="020F0502020204030204" pitchFamily="34" charset="0"/>
              </a:rPr>
              <a:t>Racing the Market: An Industry Support Analysis for </a:t>
            </a:r>
            <a:br>
              <a:rPr lang="en-US" sz="3000" b="1" dirty="0">
                <a:solidFill>
                  <a:schemeClr val="bg1"/>
                </a:solidFill>
                <a:latin typeface="Calibri" panose="020F0502020204030204" pitchFamily="34" charset="0"/>
                <a:ea typeface="+mn-ea"/>
                <a:cs typeface="Calibri" panose="020F0502020204030204" pitchFamily="34" charset="0"/>
              </a:rPr>
            </a:br>
            <a:r>
              <a:rPr lang="en-US" sz="3000" b="1" dirty="0">
                <a:solidFill>
                  <a:schemeClr val="bg1"/>
                </a:solidFill>
                <a:latin typeface="Calibri" panose="020F0502020204030204" pitchFamily="34" charset="0"/>
                <a:ea typeface="+mn-ea"/>
                <a:cs typeface="Calibri" panose="020F0502020204030204" pitchFamily="34" charset="0"/>
              </a:rPr>
              <a:t>Pricing-Driven DevOps in SaaS</a:t>
            </a:r>
            <a:endParaRPr lang="en-GB" sz="3000" b="1" dirty="0">
              <a:solidFill>
                <a:schemeClr val="bg1"/>
              </a:solidFill>
              <a:latin typeface="Calibri" panose="020F0502020204030204" pitchFamily="34" charset="0"/>
              <a:ea typeface="+mn-ea"/>
              <a:cs typeface="Calibri" panose="020F0502020204030204" pitchFamily="34" charset="0"/>
            </a:endParaRPr>
          </a:p>
        </p:txBody>
      </p:sp>
      <p:sp>
        <p:nvSpPr>
          <p:cNvPr id="3" name="Subtítulo 2">
            <a:extLst>
              <a:ext uri="{FF2B5EF4-FFF2-40B4-BE49-F238E27FC236}">
                <a16:creationId xmlns:a16="http://schemas.microsoft.com/office/drawing/2014/main" id="{5FF7B072-9F9E-AD41-2223-0B6346BFF141}"/>
              </a:ext>
            </a:extLst>
          </p:cNvPr>
          <p:cNvSpPr>
            <a:spLocks noGrp="1"/>
          </p:cNvSpPr>
          <p:nvPr>
            <p:ph type="subTitle" idx="1"/>
          </p:nvPr>
        </p:nvSpPr>
        <p:spPr>
          <a:xfrm>
            <a:off x="0" y="3822296"/>
            <a:ext cx="12189884" cy="1548172"/>
          </a:xfrm>
        </p:spPr>
        <p:txBody>
          <a:bodyPr>
            <a:noAutofit/>
          </a:bodyPr>
          <a:lstStyle/>
          <a:p>
            <a:r>
              <a:rPr lang="es-ES" sz="2000" u="sng" dirty="0">
                <a:latin typeface="Calibri" panose="020F0502020204030204" pitchFamily="34" charset="0"/>
                <a:cs typeface="Calibri" panose="020F0502020204030204" pitchFamily="34" charset="0"/>
              </a:rPr>
              <a:t>Alejandro García-Fernández</a:t>
            </a:r>
            <a:r>
              <a:rPr lang="es-ES" sz="2000" dirty="0">
                <a:latin typeface="Calibri" panose="020F0502020204030204" pitchFamily="34" charset="0"/>
                <a:cs typeface="Calibri" panose="020F0502020204030204" pitchFamily="34" charset="0"/>
              </a:rPr>
              <a:t>, José Antonio Parejo, Francisco Javier Cavero, Antonio Ruiz-Cortés</a:t>
            </a:r>
          </a:p>
          <a:p>
            <a:endParaRPr lang="es-ES" sz="2000" dirty="0">
              <a:latin typeface="Calibri" panose="020F0502020204030204" pitchFamily="34" charset="0"/>
              <a:cs typeface="Calibri" panose="020F0502020204030204" pitchFamily="34" charset="0"/>
            </a:endParaRPr>
          </a:p>
          <a:p>
            <a:r>
              <a:rPr lang="es-ES" dirty="0">
                <a:latin typeface="Calibri" panose="020F0502020204030204" pitchFamily="34" charset="0"/>
                <a:cs typeface="Calibri" panose="020F0502020204030204" pitchFamily="34" charset="0"/>
              </a:rPr>
              <a:t>Universidad de Sevilla, </a:t>
            </a:r>
            <a:r>
              <a:rPr lang="es-ES" dirty="0" err="1">
                <a:latin typeface="Calibri" panose="020F0502020204030204" pitchFamily="34" charset="0"/>
                <a:cs typeface="Calibri" panose="020F0502020204030204" pitchFamily="34" charset="0"/>
              </a:rPr>
              <a:t>Seville</a:t>
            </a:r>
            <a:r>
              <a:rPr lang="es-ES" dirty="0">
                <a:latin typeface="Calibri" panose="020F0502020204030204" pitchFamily="34" charset="0"/>
                <a:cs typeface="Calibri" panose="020F0502020204030204" pitchFamily="34" charset="0"/>
              </a:rPr>
              <a:t>, </a:t>
            </a:r>
            <a:r>
              <a:rPr lang="es-ES" dirty="0" err="1">
                <a:latin typeface="Calibri" panose="020F0502020204030204" pitchFamily="34" charset="0"/>
                <a:cs typeface="Calibri" panose="020F0502020204030204" pitchFamily="34" charset="0"/>
              </a:rPr>
              <a:t>Spain</a:t>
            </a:r>
            <a:endParaRPr lang="es-ES" sz="2000" dirty="0">
              <a:latin typeface="Calibri" panose="020F0502020204030204" pitchFamily="34" charset="0"/>
              <a:cs typeface="Calibri" panose="020F0502020204030204" pitchFamily="34" charset="0"/>
            </a:endParaRPr>
          </a:p>
        </p:txBody>
      </p:sp>
      <p:sp>
        <p:nvSpPr>
          <p:cNvPr id="4" name="Text Placeholder 3">
            <a:extLst>
              <a:ext uri="{FF2B5EF4-FFF2-40B4-BE49-F238E27FC236}">
                <a16:creationId xmlns:a16="http://schemas.microsoft.com/office/drawing/2014/main" id="{FCFBEAA6-B8FB-0D90-C276-AE9500A1AA18}"/>
              </a:ext>
            </a:extLst>
          </p:cNvPr>
          <p:cNvSpPr>
            <a:spLocks noGrp="1"/>
          </p:cNvSpPr>
          <p:nvPr>
            <p:ph type="body" sz="quarter" idx="10"/>
          </p:nvPr>
        </p:nvSpPr>
        <p:spPr>
          <a:xfrm>
            <a:off x="2116" y="5554025"/>
            <a:ext cx="12189884" cy="560388"/>
          </a:xfrm>
        </p:spPr>
        <p:txBody>
          <a:bodyPr/>
          <a:lstStyle/>
          <a:p>
            <a:r>
              <a:rPr lang="es-ES" dirty="0">
                <a:latin typeface="Calibri" panose="020F0502020204030204" pitchFamily="34" charset="0"/>
                <a:cs typeface="Calibri" panose="020F0502020204030204" pitchFamily="34" charset="0"/>
              </a:rPr>
              <a:t>JCIS’25</a:t>
            </a:r>
          </a:p>
          <a:p>
            <a:r>
              <a:rPr lang="es-ES" dirty="0">
                <a:latin typeface="Calibri" panose="020F0502020204030204" pitchFamily="34" charset="0"/>
                <a:cs typeface="Calibri" panose="020F0502020204030204" pitchFamily="34" charset="0"/>
              </a:rPr>
              <a:t>09-11 September 2025</a:t>
            </a:r>
          </a:p>
        </p:txBody>
      </p:sp>
      <p:pic>
        <p:nvPicPr>
          <p:cNvPr id="5" name="Imagen 4" descr="signature_638994564">
            <a:extLst>
              <a:ext uri="{FF2B5EF4-FFF2-40B4-BE49-F238E27FC236}">
                <a16:creationId xmlns:a16="http://schemas.microsoft.com/office/drawing/2014/main" id="{F331FDD6-3F90-56D9-F32A-8F054164286D}"/>
              </a:ext>
            </a:extLst>
          </p:cNvPr>
          <p:cNvPicPr/>
          <p:nvPr/>
        </p:nvPicPr>
        <p:blipFill rotWithShape="1">
          <a:blip r:embed="rId3" r:link="rId4">
            <a:extLst>
              <a:ext uri="{28A0092B-C50C-407E-A947-70E740481C1C}">
                <a14:useLocalDpi xmlns:a14="http://schemas.microsoft.com/office/drawing/2010/main" val="0"/>
              </a:ext>
            </a:extLst>
          </a:blip>
          <a:srcRect r="44601"/>
          <a:stretch>
            <a:fillRect/>
          </a:stretch>
        </p:blipFill>
        <p:spPr bwMode="auto">
          <a:xfrm>
            <a:off x="5187950" y="132714"/>
            <a:ext cx="1612900" cy="695325"/>
          </a:xfrm>
          <a:prstGeom prst="rect">
            <a:avLst/>
          </a:prstGeom>
          <a:noFill/>
          <a:ln>
            <a:noFill/>
          </a:ln>
        </p:spPr>
      </p:pic>
    </p:spTree>
    <p:extLst>
      <p:ext uri="{BB962C8B-B14F-4D97-AF65-F5344CB8AC3E}">
        <p14:creationId xmlns:p14="http://schemas.microsoft.com/office/powerpoint/2010/main" val="776803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3CAF8FE9-CA9A-D700-342F-3B75D6099D17}"/>
              </a:ext>
            </a:extLst>
          </p:cNvPr>
          <p:cNvGrpSpPr/>
          <p:nvPr/>
        </p:nvGrpSpPr>
        <p:grpSpPr>
          <a:xfrm>
            <a:off x="1" y="7093"/>
            <a:ext cx="3870000" cy="6850907"/>
            <a:chOff x="1" y="7093"/>
            <a:chExt cx="3870000" cy="6850907"/>
          </a:xfrm>
        </p:grpSpPr>
        <p:pic>
          <p:nvPicPr>
            <p:cNvPr id="7" name="Imagen 6">
              <a:extLst>
                <a:ext uri="{FF2B5EF4-FFF2-40B4-BE49-F238E27FC236}">
                  <a16:creationId xmlns:a16="http://schemas.microsoft.com/office/drawing/2014/main" id="{C37E1957-B43B-82DA-E859-72B2CCFB655A}"/>
                </a:ext>
              </a:extLst>
            </p:cNvPr>
            <p:cNvPicPr>
              <a:picLocks/>
            </p:cNvPicPr>
            <p:nvPr/>
          </p:nvPicPr>
          <p:blipFill>
            <a:blip r:embed="rId3"/>
            <a:stretch>
              <a:fillRect/>
            </a:stretch>
          </p:blipFill>
          <p:spPr>
            <a:xfrm>
              <a:off x="1" y="7093"/>
              <a:ext cx="3870000" cy="6850907"/>
            </a:xfrm>
            <a:prstGeom prst="rect">
              <a:avLst/>
            </a:prstGeom>
          </p:spPr>
        </p:pic>
        <p:sp>
          <p:nvSpPr>
            <p:cNvPr id="27" name="Elipse 26">
              <a:extLst>
                <a:ext uri="{FF2B5EF4-FFF2-40B4-BE49-F238E27FC236}">
                  <a16:creationId xmlns:a16="http://schemas.microsoft.com/office/drawing/2014/main" id="{1B21DBA2-1771-53D7-EBF7-88F444C68A0A}"/>
                </a:ext>
              </a:extLst>
            </p:cNvPr>
            <p:cNvSpPr/>
            <p:nvPr/>
          </p:nvSpPr>
          <p:spPr>
            <a:xfrm>
              <a:off x="3371835" y="6276091"/>
              <a:ext cx="461914" cy="468000"/>
            </a:xfrm>
            <a:prstGeom prst="ellipse">
              <a:avLst/>
            </a:prstGeom>
            <a:solidFill>
              <a:schemeClr val="bg1"/>
            </a:solidFill>
            <a:ln w="28575">
              <a:solidFill>
                <a:srgbClr val="1021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rgbClr val="102130"/>
                  </a:solidFill>
                </a:rPr>
                <a:t>1</a:t>
              </a:r>
            </a:p>
          </p:txBody>
        </p:sp>
      </p:grpSp>
      <p:grpSp>
        <p:nvGrpSpPr>
          <p:cNvPr id="6" name="Grupo 5">
            <a:extLst>
              <a:ext uri="{FF2B5EF4-FFF2-40B4-BE49-F238E27FC236}">
                <a16:creationId xmlns:a16="http://schemas.microsoft.com/office/drawing/2014/main" id="{E74CFD4C-9F5C-9373-F593-0BA3879C0C5B}"/>
              </a:ext>
            </a:extLst>
          </p:cNvPr>
          <p:cNvGrpSpPr/>
          <p:nvPr/>
        </p:nvGrpSpPr>
        <p:grpSpPr>
          <a:xfrm>
            <a:off x="3886907" y="0"/>
            <a:ext cx="4415281" cy="3429000"/>
            <a:chOff x="3886907" y="0"/>
            <a:chExt cx="4415281" cy="3429000"/>
          </a:xfrm>
        </p:grpSpPr>
        <p:grpSp>
          <p:nvGrpSpPr>
            <p:cNvPr id="10" name="Grupo 9">
              <a:extLst>
                <a:ext uri="{FF2B5EF4-FFF2-40B4-BE49-F238E27FC236}">
                  <a16:creationId xmlns:a16="http://schemas.microsoft.com/office/drawing/2014/main" id="{A22D024C-F856-AA2E-D524-60084633C74E}"/>
                </a:ext>
              </a:extLst>
            </p:cNvPr>
            <p:cNvGrpSpPr/>
            <p:nvPr/>
          </p:nvGrpSpPr>
          <p:grpSpPr>
            <a:xfrm>
              <a:off x="3886907" y="0"/>
              <a:ext cx="4415281" cy="3429000"/>
              <a:chOff x="4441411" y="0"/>
              <a:chExt cx="4415281" cy="3335462"/>
            </a:xfrm>
          </p:grpSpPr>
          <p:pic>
            <p:nvPicPr>
              <p:cNvPr id="11" name="Imagen 10">
                <a:extLst>
                  <a:ext uri="{FF2B5EF4-FFF2-40B4-BE49-F238E27FC236}">
                    <a16:creationId xmlns:a16="http://schemas.microsoft.com/office/drawing/2014/main" id="{58984934-D7C3-71C9-F52C-ED8241E95F38}"/>
                  </a:ext>
                </a:extLst>
              </p:cNvPr>
              <p:cNvPicPr>
                <a:picLocks noChangeAspect="1"/>
              </p:cNvPicPr>
              <p:nvPr/>
            </p:nvPicPr>
            <p:blipFill>
              <a:blip r:embed="rId4"/>
              <a:stretch>
                <a:fillRect/>
              </a:stretch>
            </p:blipFill>
            <p:spPr>
              <a:xfrm>
                <a:off x="4441411" y="0"/>
                <a:ext cx="4415281" cy="3335462"/>
              </a:xfrm>
              <a:prstGeom prst="rect">
                <a:avLst/>
              </a:prstGeom>
            </p:spPr>
          </p:pic>
          <p:sp>
            <p:nvSpPr>
              <p:cNvPr id="12" name="Rectángulo 11">
                <a:extLst>
                  <a:ext uri="{FF2B5EF4-FFF2-40B4-BE49-F238E27FC236}">
                    <a16:creationId xmlns:a16="http://schemas.microsoft.com/office/drawing/2014/main" id="{4600523D-0183-B44A-E76B-DCF57E0D85A9}"/>
                  </a:ext>
                </a:extLst>
              </p:cNvPr>
              <p:cNvSpPr/>
              <p:nvPr/>
            </p:nvSpPr>
            <p:spPr>
              <a:xfrm>
                <a:off x="5581650" y="2019300"/>
                <a:ext cx="454025" cy="193675"/>
              </a:xfrm>
              <a:prstGeom prst="rect">
                <a:avLst/>
              </a:prstGeom>
              <a:solidFill>
                <a:srgbClr val="F4E1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Imagen 12" descr="Imagen que contiene vajilla, plato, dibujo, taza&#10;&#10;El contenido generado por IA puede ser incorrecto.">
                <a:extLst>
                  <a:ext uri="{FF2B5EF4-FFF2-40B4-BE49-F238E27FC236}">
                    <a16:creationId xmlns:a16="http://schemas.microsoft.com/office/drawing/2014/main" id="{19398E5D-6D42-91B8-4512-6F9DC4A452A7}"/>
                  </a:ext>
                </a:extLst>
              </p:cNvPr>
              <p:cNvPicPr>
                <a:picLocks noChangeAspect="1"/>
              </p:cNvPicPr>
              <p:nvPr/>
            </p:nvPicPr>
            <p:blipFill>
              <a:blip r:embed="rId5"/>
              <a:stretch>
                <a:fillRect/>
              </a:stretch>
            </p:blipFill>
            <p:spPr>
              <a:xfrm>
                <a:off x="6153151" y="2032664"/>
                <a:ext cx="454026" cy="172114"/>
              </a:xfrm>
              <a:prstGeom prst="rect">
                <a:avLst/>
              </a:prstGeom>
            </p:spPr>
          </p:pic>
          <p:sp>
            <p:nvSpPr>
              <p:cNvPr id="14" name="Rectángulo 13">
                <a:extLst>
                  <a:ext uri="{FF2B5EF4-FFF2-40B4-BE49-F238E27FC236}">
                    <a16:creationId xmlns:a16="http://schemas.microsoft.com/office/drawing/2014/main" id="{D174B13B-AB74-5DBD-1F80-4D601CA2B5C1}"/>
                  </a:ext>
                </a:extLst>
              </p:cNvPr>
              <p:cNvSpPr/>
              <p:nvPr/>
            </p:nvSpPr>
            <p:spPr>
              <a:xfrm>
                <a:off x="5808662" y="2032665"/>
                <a:ext cx="344489" cy="373986"/>
              </a:xfrm>
              <a:prstGeom prst="rect">
                <a:avLst/>
              </a:prstGeom>
              <a:solidFill>
                <a:srgbClr val="F4E1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5" name="Imagen 14" descr="Imagen que contiene artículos&#10;&#10;El contenido generado por IA puede ser incorrecto.">
                <a:extLst>
                  <a:ext uri="{FF2B5EF4-FFF2-40B4-BE49-F238E27FC236}">
                    <a16:creationId xmlns:a16="http://schemas.microsoft.com/office/drawing/2014/main" id="{05A88B26-39B4-D73A-836A-CC2E4490C4BD}"/>
                  </a:ext>
                </a:extLst>
              </p:cNvPr>
              <p:cNvPicPr>
                <a:picLocks noChangeAspect="1"/>
              </p:cNvPicPr>
              <p:nvPr/>
            </p:nvPicPr>
            <p:blipFill>
              <a:blip r:embed="rId6"/>
              <a:stretch>
                <a:fillRect/>
              </a:stretch>
            </p:blipFill>
            <p:spPr>
              <a:xfrm>
                <a:off x="5508213" y="1455789"/>
                <a:ext cx="554991" cy="586297"/>
              </a:xfrm>
              <a:prstGeom prst="rect">
                <a:avLst/>
              </a:prstGeom>
            </p:spPr>
          </p:pic>
          <p:sp>
            <p:nvSpPr>
              <p:cNvPr id="16" name="CuadroTexto 15">
                <a:extLst>
                  <a:ext uri="{FF2B5EF4-FFF2-40B4-BE49-F238E27FC236}">
                    <a16:creationId xmlns:a16="http://schemas.microsoft.com/office/drawing/2014/main" id="{A4D985BC-4341-B052-33E9-2915D0DB6982}"/>
                  </a:ext>
                </a:extLst>
              </p:cNvPr>
              <p:cNvSpPr txBox="1"/>
              <p:nvPr/>
            </p:nvSpPr>
            <p:spPr>
              <a:xfrm>
                <a:off x="5512208" y="1993026"/>
                <a:ext cx="567784" cy="261610"/>
              </a:xfrm>
              <a:prstGeom prst="rect">
                <a:avLst/>
              </a:prstGeom>
              <a:noFill/>
            </p:spPr>
            <p:txBody>
              <a:bodyPr wrap="none" rtlCol="0">
                <a:spAutoFit/>
              </a:bodyPr>
              <a:lstStyle/>
              <a:p>
                <a:r>
                  <a:rPr lang="en-US" sz="1100" noProof="0" dirty="0">
                    <a:solidFill>
                      <a:srgbClr val="102130"/>
                    </a:solidFill>
                    <a:latin typeface="Abadi" panose="020F0502020204030204" pitchFamily="34" charset="0"/>
                    <a:cs typeface="Abadi" panose="020F0502020204030204" pitchFamily="34" charset="0"/>
                  </a:rPr>
                  <a:t>Teams</a:t>
                </a:r>
                <a:endParaRPr lang="en-US" sz="1000" noProof="0" dirty="0">
                  <a:solidFill>
                    <a:srgbClr val="102130"/>
                  </a:solidFill>
                  <a:latin typeface="Abadi" panose="020F0502020204030204" pitchFamily="34" charset="0"/>
                  <a:cs typeface="Abadi" panose="020F0502020204030204" pitchFamily="34" charset="0"/>
                </a:endParaRPr>
              </a:p>
            </p:txBody>
          </p:sp>
          <p:sp>
            <p:nvSpPr>
              <p:cNvPr id="17" name="Rectángulo 16">
                <a:extLst>
                  <a:ext uri="{FF2B5EF4-FFF2-40B4-BE49-F238E27FC236}">
                    <a16:creationId xmlns:a16="http://schemas.microsoft.com/office/drawing/2014/main" id="{F3838FC7-C060-7A81-A996-CEB049A69393}"/>
                  </a:ext>
                </a:extLst>
              </p:cNvPr>
              <p:cNvSpPr/>
              <p:nvPr/>
            </p:nvSpPr>
            <p:spPr>
              <a:xfrm>
                <a:off x="7321550" y="1558925"/>
                <a:ext cx="381000" cy="377825"/>
              </a:xfrm>
              <a:prstGeom prst="rect">
                <a:avLst/>
              </a:prstGeom>
              <a:solidFill>
                <a:srgbClr val="5B95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8" name="Gráfico 17">
                <a:extLst>
                  <a:ext uri="{FF2B5EF4-FFF2-40B4-BE49-F238E27FC236}">
                    <a16:creationId xmlns:a16="http://schemas.microsoft.com/office/drawing/2014/main" id="{EE99D6CA-B570-E9F7-029F-FDD9726CEEA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1550" y="1558925"/>
                <a:ext cx="377825" cy="377825"/>
              </a:xfrm>
              <a:prstGeom prst="rect">
                <a:avLst/>
              </a:prstGeom>
            </p:spPr>
          </p:pic>
        </p:grpSp>
        <p:sp>
          <p:nvSpPr>
            <p:cNvPr id="28" name="Elipse 27">
              <a:extLst>
                <a:ext uri="{FF2B5EF4-FFF2-40B4-BE49-F238E27FC236}">
                  <a16:creationId xmlns:a16="http://schemas.microsoft.com/office/drawing/2014/main" id="{E37E5EF8-3A82-D7C3-9254-E836745AA2D0}"/>
                </a:ext>
              </a:extLst>
            </p:cNvPr>
            <p:cNvSpPr/>
            <p:nvPr/>
          </p:nvSpPr>
          <p:spPr>
            <a:xfrm>
              <a:off x="7796066" y="2858903"/>
              <a:ext cx="461914" cy="468000"/>
            </a:xfrm>
            <a:prstGeom prst="ellipse">
              <a:avLst/>
            </a:prstGeom>
            <a:solidFill>
              <a:schemeClr val="bg1"/>
            </a:solidFill>
            <a:ln w="28575">
              <a:solidFill>
                <a:srgbClr val="1021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rgbClr val="102130"/>
                  </a:solidFill>
                </a:rPr>
                <a:t>2</a:t>
              </a:r>
            </a:p>
          </p:txBody>
        </p:sp>
      </p:grpSp>
      <p:grpSp>
        <p:nvGrpSpPr>
          <p:cNvPr id="4" name="Grupo 3">
            <a:extLst>
              <a:ext uri="{FF2B5EF4-FFF2-40B4-BE49-F238E27FC236}">
                <a16:creationId xmlns:a16="http://schemas.microsoft.com/office/drawing/2014/main" id="{8FE14B9E-826F-970D-76AB-8B2F20424A4E}"/>
              </a:ext>
            </a:extLst>
          </p:cNvPr>
          <p:cNvGrpSpPr/>
          <p:nvPr/>
        </p:nvGrpSpPr>
        <p:grpSpPr>
          <a:xfrm>
            <a:off x="3890043" y="3423601"/>
            <a:ext cx="4422048" cy="3423095"/>
            <a:chOff x="3871671" y="3424789"/>
            <a:chExt cx="4422048" cy="3423095"/>
          </a:xfrm>
        </p:grpSpPr>
        <p:pic>
          <p:nvPicPr>
            <p:cNvPr id="19" name="Imagen 18">
              <a:extLst>
                <a:ext uri="{FF2B5EF4-FFF2-40B4-BE49-F238E27FC236}">
                  <a16:creationId xmlns:a16="http://schemas.microsoft.com/office/drawing/2014/main" id="{B05949D2-44D1-C611-5CCE-9CA6D73CF560}"/>
                </a:ext>
              </a:extLst>
            </p:cNvPr>
            <p:cNvPicPr>
              <a:picLocks/>
            </p:cNvPicPr>
            <p:nvPr/>
          </p:nvPicPr>
          <p:blipFill>
            <a:blip r:embed="rId9"/>
            <a:stretch>
              <a:fillRect/>
            </a:stretch>
          </p:blipFill>
          <p:spPr>
            <a:xfrm>
              <a:off x="3871671" y="3424789"/>
              <a:ext cx="4422048" cy="3423095"/>
            </a:xfrm>
            <a:prstGeom prst="rect">
              <a:avLst/>
            </a:prstGeom>
          </p:spPr>
        </p:pic>
        <p:sp>
          <p:nvSpPr>
            <p:cNvPr id="29" name="Elipse 28">
              <a:extLst>
                <a:ext uri="{FF2B5EF4-FFF2-40B4-BE49-F238E27FC236}">
                  <a16:creationId xmlns:a16="http://schemas.microsoft.com/office/drawing/2014/main" id="{15F9B702-D745-FB07-10FA-F43629D8AF5C}"/>
                </a:ext>
              </a:extLst>
            </p:cNvPr>
            <p:cNvSpPr/>
            <p:nvPr/>
          </p:nvSpPr>
          <p:spPr>
            <a:xfrm>
              <a:off x="7796066" y="6294469"/>
              <a:ext cx="461914" cy="468000"/>
            </a:xfrm>
            <a:prstGeom prst="ellipse">
              <a:avLst/>
            </a:prstGeom>
            <a:solidFill>
              <a:schemeClr val="bg1"/>
            </a:solidFill>
            <a:ln w="28575">
              <a:solidFill>
                <a:srgbClr val="1021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rgbClr val="102130"/>
                  </a:solidFill>
                </a:rPr>
                <a:t>3</a:t>
              </a:r>
            </a:p>
          </p:txBody>
        </p:sp>
      </p:grpSp>
      <p:cxnSp>
        <p:nvCxnSpPr>
          <p:cNvPr id="26" name="Conector recto 25">
            <a:extLst>
              <a:ext uri="{FF2B5EF4-FFF2-40B4-BE49-F238E27FC236}">
                <a16:creationId xmlns:a16="http://schemas.microsoft.com/office/drawing/2014/main" id="{730632E3-CD66-A201-2F51-8081614B90FC}"/>
              </a:ext>
            </a:extLst>
          </p:cNvPr>
          <p:cNvCxnSpPr>
            <a:cxnSpLocks/>
          </p:cNvCxnSpPr>
          <p:nvPr/>
        </p:nvCxnSpPr>
        <p:spPr>
          <a:xfrm flipH="1">
            <a:off x="3870001" y="0"/>
            <a:ext cx="7954" cy="68580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1" name="Conector recto 20">
            <a:extLst>
              <a:ext uri="{FF2B5EF4-FFF2-40B4-BE49-F238E27FC236}">
                <a16:creationId xmlns:a16="http://schemas.microsoft.com/office/drawing/2014/main" id="{E1412E61-E27E-A101-C981-8B3B89FFAFF3}"/>
              </a:ext>
            </a:extLst>
          </p:cNvPr>
          <p:cNvCxnSpPr>
            <a:cxnSpLocks/>
          </p:cNvCxnSpPr>
          <p:nvPr/>
        </p:nvCxnSpPr>
        <p:spPr>
          <a:xfrm>
            <a:off x="8302185" y="6290"/>
            <a:ext cx="0" cy="685171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0" name="Conector recto 19">
            <a:extLst>
              <a:ext uri="{FF2B5EF4-FFF2-40B4-BE49-F238E27FC236}">
                <a16:creationId xmlns:a16="http://schemas.microsoft.com/office/drawing/2014/main" id="{EE2D487C-0F80-18CE-E09C-AA11E8B0E48A}"/>
              </a:ext>
            </a:extLst>
          </p:cNvPr>
          <p:cNvCxnSpPr>
            <a:cxnSpLocks/>
            <a:stCxn id="7" idx="3"/>
          </p:cNvCxnSpPr>
          <p:nvPr/>
        </p:nvCxnSpPr>
        <p:spPr>
          <a:xfrm flipV="1">
            <a:off x="3870001" y="3424789"/>
            <a:ext cx="4432184" cy="775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Conector recto 7">
            <a:extLst>
              <a:ext uri="{FF2B5EF4-FFF2-40B4-BE49-F238E27FC236}">
                <a16:creationId xmlns:a16="http://schemas.microsoft.com/office/drawing/2014/main" id="{60613366-F319-B505-6CBB-BC367C74DCAA}"/>
              </a:ext>
            </a:extLst>
          </p:cNvPr>
          <p:cNvCxnSpPr>
            <a:cxnSpLocks/>
          </p:cNvCxnSpPr>
          <p:nvPr/>
        </p:nvCxnSpPr>
        <p:spPr>
          <a:xfrm>
            <a:off x="8302185" y="7093"/>
            <a:ext cx="0" cy="341650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nvGrpSpPr>
          <p:cNvPr id="2" name="Grupo 1">
            <a:extLst>
              <a:ext uri="{FF2B5EF4-FFF2-40B4-BE49-F238E27FC236}">
                <a16:creationId xmlns:a16="http://schemas.microsoft.com/office/drawing/2014/main" id="{E9A73333-55FA-4B7F-B098-4E7615E4DCE5}"/>
              </a:ext>
            </a:extLst>
          </p:cNvPr>
          <p:cNvGrpSpPr/>
          <p:nvPr/>
        </p:nvGrpSpPr>
        <p:grpSpPr>
          <a:xfrm>
            <a:off x="8322000" y="10118"/>
            <a:ext cx="3870000" cy="6847882"/>
            <a:chOff x="8322163" y="2"/>
            <a:chExt cx="3870000" cy="6847882"/>
          </a:xfrm>
        </p:grpSpPr>
        <p:pic>
          <p:nvPicPr>
            <p:cNvPr id="9" name="Imagen 8" descr="Imagen de la pantalla de un video juego&#10;&#10;El contenido generado por IA puede ser incorrecto.">
              <a:extLst>
                <a:ext uri="{FF2B5EF4-FFF2-40B4-BE49-F238E27FC236}">
                  <a16:creationId xmlns:a16="http://schemas.microsoft.com/office/drawing/2014/main" id="{C242A8F0-950F-3DF1-FA62-9E45D081EA29}"/>
                </a:ext>
              </a:extLst>
            </p:cNvPr>
            <p:cNvPicPr>
              <a:picLocks/>
            </p:cNvPicPr>
            <p:nvPr/>
          </p:nvPicPr>
          <p:blipFill>
            <a:blip r:embed="rId10"/>
            <a:stretch>
              <a:fillRect/>
            </a:stretch>
          </p:blipFill>
          <p:spPr>
            <a:xfrm>
              <a:off x="8322163" y="2"/>
              <a:ext cx="3870000" cy="6847882"/>
            </a:xfrm>
            <a:prstGeom prst="rect">
              <a:avLst/>
            </a:prstGeom>
          </p:spPr>
        </p:pic>
        <p:sp>
          <p:nvSpPr>
            <p:cNvPr id="23" name="Elipse 22">
              <a:extLst>
                <a:ext uri="{FF2B5EF4-FFF2-40B4-BE49-F238E27FC236}">
                  <a16:creationId xmlns:a16="http://schemas.microsoft.com/office/drawing/2014/main" id="{B73B6A0D-EB55-1644-404A-149EC5AEA994}"/>
                </a:ext>
              </a:extLst>
            </p:cNvPr>
            <p:cNvSpPr/>
            <p:nvPr/>
          </p:nvSpPr>
          <p:spPr>
            <a:xfrm>
              <a:off x="11682936" y="6276093"/>
              <a:ext cx="461914" cy="468000"/>
            </a:xfrm>
            <a:prstGeom prst="ellipse">
              <a:avLst/>
            </a:prstGeom>
            <a:solidFill>
              <a:schemeClr val="bg1"/>
            </a:solidFill>
            <a:ln w="28575">
              <a:solidFill>
                <a:srgbClr val="1021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rgbClr val="102130"/>
                  </a:solidFill>
                </a:rPr>
                <a:t>4</a:t>
              </a:r>
            </a:p>
          </p:txBody>
        </p:sp>
      </p:grpSp>
    </p:spTree>
    <p:extLst>
      <p:ext uri="{BB962C8B-B14F-4D97-AF65-F5344CB8AC3E}">
        <p14:creationId xmlns:p14="http://schemas.microsoft.com/office/powerpoint/2010/main" val="256447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1+#ppt_w/2"/>
                                          </p:val>
                                        </p:tav>
                                        <p:tav tm="100000">
                                          <p:val>
                                            <p:strVal val="#ppt_x"/>
                                          </p:val>
                                        </p:tav>
                                      </p:tavLst>
                                    </p:anim>
                                    <p:anim calcmode="lin" valueType="num">
                                      <p:cBhvr additive="base">
                                        <p:cTn id="37"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2909D-5CAA-204D-2F8B-10336C4079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3F0F99-A7AF-8EFD-ED8D-B681761046D3}"/>
              </a:ext>
            </a:extLst>
          </p:cNvPr>
          <p:cNvSpPr>
            <a:spLocks noGrp="1"/>
          </p:cNvSpPr>
          <p:nvPr>
            <p:ph type="title"/>
          </p:nvPr>
        </p:nvSpPr>
        <p:spPr>
          <a:xfrm>
            <a:off x="657922" y="270340"/>
            <a:ext cx="5878904" cy="1325563"/>
          </a:xfrm>
        </p:spPr>
        <p:txBody>
          <a:bodyPr/>
          <a:lstStyle/>
          <a:p>
            <a:pPr algn="just"/>
            <a:r>
              <a:rPr lang="es-ES" b="1" dirty="0">
                <a:solidFill>
                  <a:srgbClr val="7E0029"/>
                </a:solidFill>
              </a:rPr>
              <a:t> </a:t>
            </a:r>
            <a:r>
              <a:rPr lang="es-ES" b="1" dirty="0" err="1">
                <a:solidFill>
                  <a:srgbClr val="7E0029"/>
                </a:solidFill>
              </a:rPr>
              <a:t>What</a:t>
            </a:r>
            <a:r>
              <a:rPr lang="es-ES" b="1" dirty="0">
                <a:solidFill>
                  <a:srgbClr val="7E0029"/>
                </a:solidFill>
              </a:rPr>
              <a:t> </a:t>
            </a:r>
            <a:r>
              <a:rPr lang="es-ES" b="1" dirty="0" err="1">
                <a:solidFill>
                  <a:srgbClr val="7E0029"/>
                </a:solidFill>
              </a:rPr>
              <a:t>is</a:t>
            </a:r>
            <a:r>
              <a:rPr lang="es-ES" b="1" dirty="0">
                <a:solidFill>
                  <a:srgbClr val="7E0029"/>
                </a:solidFill>
              </a:rPr>
              <a:t> </a:t>
            </a:r>
            <a:r>
              <a:rPr lang="es-ES" b="1" dirty="0" err="1">
                <a:solidFill>
                  <a:srgbClr val="7E0029"/>
                </a:solidFill>
              </a:rPr>
              <a:t>this</a:t>
            </a:r>
            <a:r>
              <a:rPr lang="es-ES" b="1" dirty="0">
                <a:solidFill>
                  <a:srgbClr val="7E0029"/>
                </a:solidFill>
              </a:rPr>
              <a:t> </a:t>
            </a:r>
            <a:r>
              <a:rPr lang="es-ES" b="1" dirty="0" err="1">
                <a:solidFill>
                  <a:srgbClr val="7E0029"/>
                </a:solidFill>
              </a:rPr>
              <a:t>about</a:t>
            </a:r>
            <a:r>
              <a:rPr lang="es-ES" b="1" dirty="0">
                <a:solidFill>
                  <a:srgbClr val="7E0029"/>
                </a:solidFill>
              </a:rPr>
              <a:t>?</a:t>
            </a:r>
          </a:p>
        </p:txBody>
      </p:sp>
      <p:grpSp>
        <p:nvGrpSpPr>
          <p:cNvPr id="12" name="Grupo 11">
            <a:extLst>
              <a:ext uri="{FF2B5EF4-FFF2-40B4-BE49-F238E27FC236}">
                <a16:creationId xmlns:a16="http://schemas.microsoft.com/office/drawing/2014/main" id="{E3F4F154-BE9C-C59D-5E50-E0426F66779A}"/>
              </a:ext>
            </a:extLst>
          </p:cNvPr>
          <p:cNvGrpSpPr/>
          <p:nvPr/>
        </p:nvGrpSpPr>
        <p:grpSpPr>
          <a:xfrm>
            <a:off x="1081667" y="1208204"/>
            <a:ext cx="6991815" cy="1325563"/>
            <a:chOff x="1081668" y="1943041"/>
            <a:chExt cx="6991815" cy="1325563"/>
          </a:xfrm>
        </p:grpSpPr>
        <p:sp>
          <p:nvSpPr>
            <p:cNvPr id="3" name="CuadroTexto 2">
              <a:extLst>
                <a:ext uri="{FF2B5EF4-FFF2-40B4-BE49-F238E27FC236}">
                  <a16:creationId xmlns:a16="http://schemas.microsoft.com/office/drawing/2014/main" id="{1C8C9821-9DC5-000C-0CF7-CA86631EEBF3}"/>
                </a:ext>
              </a:extLst>
            </p:cNvPr>
            <p:cNvSpPr txBox="1"/>
            <p:nvPr/>
          </p:nvSpPr>
          <p:spPr>
            <a:xfrm>
              <a:off x="1081668" y="2051825"/>
              <a:ext cx="729687"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1.</a:t>
              </a:r>
            </a:p>
          </p:txBody>
        </p:sp>
        <p:sp>
          <p:nvSpPr>
            <p:cNvPr id="5" name="Título 1">
              <a:extLst>
                <a:ext uri="{FF2B5EF4-FFF2-40B4-BE49-F238E27FC236}">
                  <a16:creationId xmlns:a16="http://schemas.microsoft.com/office/drawing/2014/main" id="{7B8A1851-8D23-72B1-A50F-610091626641}"/>
                </a:ext>
              </a:extLst>
            </p:cNvPr>
            <p:cNvSpPr txBox="1">
              <a:spLocks/>
            </p:cNvSpPr>
            <p:nvPr/>
          </p:nvSpPr>
          <p:spPr>
            <a:xfrm>
              <a:off x="1852813" y="1943041"/>
              <a:ext cx="62206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latin typeface="Calibri" panose="020F0502020204030204" pitchFamily="34" charset="0"/>
                  <a:cs typeface="Calibri" panose="020F0502020204030204" pitchFamily="34" charset="0"/>
                </a:rPr>
                <a:t>Introduction</a:t>
              </a:r>
              <a:endParaRPr lang="es-ES" b="1" dirty="0">
                <a:latin typeface="Calibri" panose="020F0502020204030204" pitchFamily="34" charset="0"/>
                <a:cs typeface="Calibri" panose="020F0502020204030204" pitchFamily="34" charset="0"/>
              </a:endParaRPr>
            </a:p>
          </p:txBody>
        </p:sp>
      </p:grpSp>
      <p:sp>
        <p:nvSpPr>
          <p:cNvPr id="8" name="CuadroTexto 7">
            <a:extLst>
              <a:ext uri="{FF2B5EF4-FFF2-40B4-BE49-F238E27FC236}">
                <a16:creationId xmlns:a16="http://schemas.microsoft.com/office/drawing/2014/main" id="{1E7C1A55-13DF-687B-DC3C-BD7ADA100A6C}"/>
              </a:ext>
            </a:extLst>
          </p:cNvPr>
          <p:cNvSpPr txBox="1"/>
          <p:nvPr/>
        </p:nvSpPr>
        <p:spPr>
          <a:xfrm>
            <a:off x="1081667" y="3655403"/>
            <a:ext cx="792205"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2.</a:t>
            </a:r>
          </a:p>
        </p:txBody>
      </p:sp>
      <p:sp>
        <p:nvSpPr>
          <p:cNvPr id="9" name="Título 1">
            <a:extLst>
              <a:ext uri="{FF2B5EF4-FFF2-40B4-BE49-F238E27FC236}">
                <a16:creationId xmlns:a16="http://schemas.microsoft.com/office/drawing/2014/main" id="{CE355F23-2E7A-C11F-0FB1-22F720816FE3}"/>
              </a:ext>
            </a:extLst>
          </p:cNvPr>
          <p:cNvSpPr txBox="1">
            <a:spLocks/>
          </p:cNvSpPr>
          <p:nvPr/>
        </p:nvSpPr>
        <p:spPr>
          <a:xfrm>
            <a:off x="1902766" y="3554788"/>
            <a:ext cx="457154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t>Analysis</a:t>
            </a:r>
            <a:r>
              <a:rPr lang="es-ES" sz="3200" b="1" dirty="0"/>
              <a:t> </a:t>
            </a:r>
            <a:r>
              <a:rPr lang="es-ES" sz="3200" b="1" dirty="0" err="1"/>
              <a:t>of</a:t>
            </a:r>
            <a:r>
              <a:rPr lang="es-ES" sz="3200" b="1" dirty="0"/>
              <a:t> </a:t>
            </a:r>
            <a:r>
              <a:rPr lang="es-ES" sz="3200" b="1" dirty="0" err="1"/>
              <a:t>the</a:t>
            </a:r>
            <a:r>
              <a:rPr lang="es-ES" sz="3200" b="1" dirty="0"/>
              <a:t> </a:t>
            </a:r>
            <a:r>
              <a:rPr lang="es-ES" sz="3200" b="1" dirty="0" err="1"/>
              <a:t>Industry</a:t>
            </a:r>
            <a:endParaRPr lang="es-ES" b="1" dirty="0"/>
          </a:p>
        </p:txBody>
      </p:sp>
      <p:sp>
        <p:nvSpPr>
          <p:cNvPr id="6" name="CuadroTexto 5">
            <a:extLst>
              <a:ext uri="{FF2B5EF4-FFF2-40B4-BE49-F238E27FC236}">
                <a16:creationId xmlns:a16="http://schemas.microsoft.com/office/drawing/2014/main" id="{86EE9556-A79B-D071-2134-1676F30F5B03}"/>
              </a:ext>
            </a:extLst>
          </p:cNvPr>
          <p:cNvSpPr txBox="1"/>
          <p:nvPr/>
        </p:nvSpPr>
        <p:spPr>
          <a:xfrm>
            <a:off x="1081667" y="4592943"/>
            <a:ext cx="808235"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3.</a:t>
            </a:r>
          </a:p>
        </p:txBody>
      </p:sp>
      <p:sp>
        <p:nvSpPr>
          <p:cNvPr id="10" name="Título 1">
            <a:extLst>
              <a:ext uri="{FF2B5EF4-FFF2-40B4-BE49-F238E27FC236}">
                <a16:creationId xmlns:a16="http://schemas.microsoft.com/office/drawing/2014/main" id="{58D0DBE4-80EE-CCE1-9CC9-5E3937CAB34A}"/>
              </a:ext>
            </a:extLst>
          </p:cNvPr>
          <p:cNvSpPr txBox="1">
            <a:spLocks/>
          </p:cNvSpPr>
          <p:nvPr/>
        </p:nvSpPr>
        <p:spPr>
          <a:xfrm>
            <a:off x="1915922" y="4542643"/>
            <a:ext cx="546751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t>Conclusions</a:t>
            </a:r>
            <a:r>
              <a:rPr lang="es-ES" sz="3200" b="1" dirty="0"/>
              <a:t> &amp; Future </a:t>
            </a:r>
            <a:r>
              <a:rPr lang="es-ES" sz="3200" b="1" dirty="0" err="1"/>
              <a:t>Work</a:t>
            </a:r>
            <a:endParaRPr lang="es-ES" b="1" dirty="0"/>
          </a:p>
        </p:txBody>
      </p:sp>
      <p:grpSp>
        <p:nvGrpSpPr>
          <p:cNvPr id="14" name="Grupo 13">
            <a:extLst>
              <a:ext uri="{FF2B5EF4-FFF2-40B4-BE49-F238E27FC236}">
                <a16:creationId xmlns:a16="http://schemas.microsoft.com/office/drawing/2014/main" id="{37DF555A-3EC7-4799-C210-F0F91D027657}"/>
              </a:ext>
            </a:extLst>
          </p:cNvPr>
          <p:cNvGrpSpPr/>
          <p:nvPr/>
        </p:nvGrpSpPr>
        <p:grpSpPr>
          <a:xfrm>
            <a:off x="1679932" y="2357685"/>
            <a:ext cx="9512755" cy="523220"/>
            <a:chOff x="1179909" y="2366878"/>
            <a:chExt cx="6590424" cy="523220"/>
          </a:xfrm>
        </p:grpSpPr>
        <p:sp>
          <p:nvSpPr>
            <p:cNvPr id="15" name="CuadroTexto 14">
              <a:extLst>
                <a:ext uri="{FF2B5EF4-FFF2-40B4-BE49-F238E27FC236}">
                  <a16:creationId xmlns:a16="http://schemas.microsoft.com/office/drawing/2014/main" id="{5C02F83A-D39B-FBA8-89EC-7607A56C79F5}"/>
                </a:ext>
              </a:extLst>
            </p:cNvPr>
            <p:cNvSpPr txBox="1"/>
            <p:nvPr/>
          </p:nvSpPr>
          <p:spPr>
            <a:xfrm>
              <a:off x="1179909" y="2366878"/>
              <a:ext cx="559769" cy="523220"/>
            </a:xfrm>
            <a:prstGeom prst="rect">
              <a:avLst/>
            </a:prstGeom>
            <a:noFill/>
          </p:spPr>
          <p:txBody>
            <a:bodyPr wrap="none" rtlCol="0">
              <a:spAutoFit/>
            </a:bodyPr>
            <a:lstStyle/>
            <a:p>
              <a:r>
                <a:rPr lang="es-ES_tradnl" sz="2800" b="1" dirty="0">
                  <a:solidFill>
                    <a:srgbClr val="7E0029"/>
                  </a:solidFill>
                  <a:latin typeface="ACADEMY ENGRAVED LET PLAIN:1.0" panose="02000000000000000000" pitchFamily="2" charset="0"/>
                </a:rPr>
                <a:t>1.1</a:t>
              </a:r>
            </a:p>
          </p:txBody>
        </p:sp>
        <p:sp>
          <p:nvSpPr>
            <p:cNvPr id="16" name="Título 1">
              <a:extLst>
                <a:ext uri="{FF2B5EF4-FFF2-40B4-BE49-F238E27FC236}">
                  <a16:creationId xmlns:a16="http://schemas.microsoft.com/office/drawing/2014/main" id="{0A003F92-E1EE-AF7F-4AB7-E2EA51F1E416}"/>
                </a:ext>
              </a:extLst>
            </p:cNvPr>
            <p:cNvSpPr txBox="1">
              <a:spLocks/>
            </p:cNvSpPr>
            <p:nvPr/>
          </p:nvSpPr>
          <p:spPr>
            <a:xfrm>
              <a:off x="1549663" y="2500544"/>
              <a:ext cx="6220670" cy="27681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2000" b="1" dirty="0"/>
                <a:t>Pricings</a:t>
              </a:r>
            </a:p>
          </p:txBody>
        </p:sp>
      </p:grpSp>
      <p:sp>
        <p:nvSpPr>
          <p:cNvPr id="17" name="CuadroTexto 16">
            <a:extLst>
              <a:ext uri="{FF2B5EF4-FFF2-40B4-BE49-F238E27FC236}">
                <a16:creationId xmlns:a16="http://schemas.microsoft.com/office/drawing/2014/main" id="{9688DC6F-652D-013F-01F6-F4A65925998D}"/>
              </a:ext>
            </a:extLst>
          </p:cNvPr>
          <p:cNvSpPr txBox="1"/>
          <p:nvPr/>
        </p:nvSpPr>
        <p:spPr>
          <a:xfrm>
            <a:off x="1667378" y="2794406"/>
            <a:ext cx="585417" cy="523220"/>
          </a:xfrm>
          <a:prstGeom prst="rect">
            <a:avLst/>
          </a:prstGeom>
          <a:noFill/>
        </p:spPr>
        <p:txBody>
          <a:bodyPr wrap="none" rtlCol="0">
            <a:spAutoFit/>
          </a:bodyPr>
          <a:lstStyle/>
          <a:p>
            <a:r>
              <a:rPr lang="es-ES_tradnl" sz="2800" b="1" dirty="0">
                <a:solidFill>
                  <a:srgbClr val="7E0029"/>
                </a:solidFill>
                <a:latin typeface="ACADEMY ENGRAVED LET PLAIN:1.0" panose="02000000000000000000" pitchFamily="2" charset="0"/>
              </a:rPr>
              <a:t>1.2</a:t>
            </a:r>
          </a:p>
        </p:txBody>
      </p:sp>
      <p:sp>
        <p:nvSpPr>
          <p:cNvPr id="18" name="Título 1">
            <a:extLst>
              <a:ext uri="{FF2B5EF4-FFF2-40B4-BE49-F238E27FC236}">
                <a16:creationId xmlns:a16="http://schemas.microsoft.com/office/drawing/2014/main" id="{D1E6BCA3-FA3F-3179-0F0E-95D04EEC8010}"/>
              </a:ext>
            </a:extLst>
          </p:cNvPr>
          <p:cNvSpPr txBox="1">
            <a:spLocks/>
          </p:cNvSpPr>
          <p:nvPr/>
        </p:nvSpPr>
        <p:spPr>
          <a:xfrm>
            <a:off x="2213642" y="2910979"/>
            <a:ext cx="8979044" cy="354731"/>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2900" b="1" dirty="0" err="1"/>
              <a:t>Feature</a:t>
            </a:r>
            <a:r>
              <a:rPr lang="es-ES" sz="3200" b="1" dirty="0"/>
              <a:t> </a:t>
            </a:r>
            <a:r>
              <a:rPr lang="es-ES" sz="2900" b="1" dirty="0" err="1"/>
              <a:t>Toggles</a:t>
            </a:r>
            <a:endParaRPr lang="es-ES" sz="3200" b="1" dirty="0"/>
          </a:p>
        </p:txBody>
      </p:sp>
      <p:sp>
        <p:nvSpPr>
          <p:cNvPr id="19" name="CuadroTexto 18">
            <a:extLst>
              <a:ext uri="{FF2B5EF4-FFF2-40B4-BE49-F238E27FC236}">
                <a16:creationId xmlns:a16="http://schemas.microsoft.com/office/drawing/2014/main" id="{2F01EA68-3343-FF90-0148-D360C41D5340}"/>
              </a:ext>
            </a:extLst>
          </p:cNvPr>
          <p:cNvSpPr txBox="1"/>
          <p:nvPr/>
        </p:nvSpPr>
        <p:spPr>
          <a:xfrm>
            <a:off x="1667378" y="3227810"/>
            <a:ext cx="593432" cy="523220"/>
          </a:xfrm>
          <a:prstGeom prst="rect">
            <a:avLst/>
          </a:prstGeom>
          <a:noFill/>
        </p:spPr>
        <p:txBody>
          <a:bodyPr wrap="none" rtlCol="0">
            <a:spAutoFit/>
          </a:bodyPr>
          <a:lstStyle/>
          <a:p>
            <a:r>
              <a:rPr lang="es-ES_tradnl" sz="2800" b="1" dirty="0">
                <a:solidFill>
                  <a:srgbClr val="7E0029"/>
                </a:solidFill>
                <a:latin typeface="ACADEMY ENGRAVED LET PLAIN:1.0" panose="02000000000000000000" pitchFamily="2" charset="0"/>
              </a:rPr>
              <a:t>1.3</a:t>
            </a:r>
          </a:p>
        </p:txBody>
      </p:sp>
      <p:sp>
        <p:nvSpPr>
          <p:cNvPr id="21" name="Título 1">
            <a:extLst>
              <a:ext uri="{FF2B5EF4-FFF2-40B4-BE49-F238E27FC236}">
                <a16:creationId xmlns:a16="http://schemas.microsoft.com/office/drawing/2014/main" id="{D165AFCE-5D90-F44A-EE5F-EE13B2F7928A}"/>
              </a:ext>
            </a:extLst>
          </p:cNvPr>
          <p:cNvSpPr txBox="1">
            <a:spLocks/>
          </p:cNvSpPr>
          <p:nvPr/>
        </p:nvSpPr>
        <p:spPr>
          <a:xfrm>
            <a:off x="2213642" y="3320534"/>
            <a:ext cx="8979044" cy="354731"/>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2000" b="1" dirty="0" err="1"/>
              <a:t>Configuration</a:t>
            </a:r>
            <a:r>
              <a:rPr lang="es-ES" sz="2000" b="1" dirty="0"/>
              <a:t> and </a:t>
            </a:r>
            <a:r>
              <a:rPr lang="es-ES" sz="2000" b="1" dirty="0" err="1"/>
              <a:t>Evaluation</a:t>
            </a:r>
            <a:r>
              <a:rPr lang="es-ES" sz="2000" b="1" dirty="0"/>
              <a:t> Spaces</a:t>
            </a:r>
          </a:p>
        </p:txBody>
      </p:sp>
      <p:sp>
        <p:nvSpPr>
          <p:cNvPr id="7" name="CuadroTexto 6">
            <a:extLst>
              <a:ext uri="{FF2B5EF4-FFF2-40B4-BE49-F238E27FC236}">
                <a16:creationId xmlns:a16="http://schemas.microsoft.com/office/drawing/2014/main" id="{C9356151-FD23-45F7-E336-90C1734D4C96}"/>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3</a:t>
            </a:r>
          </a:p>
        </p:txBody>
      </p:sp>
    </p:spTree>
    <p:custDataLst>
      <p:tags r:id="rId1"/>
    </p:custDataLst>
    <p:extLst>
      <p:ext uri="{BB962C8B-B14F-4D97-AF65-F5344CB8AC3E}">
        <p14:creationId xmlns:p14="http://schemas.microsoft.com/office/powerpoint/2010/main" val="671886214"/>
      </p:ext>
    </p:extLst>
  </p:cSld>
  <p:clrMapOvr>
    <a:masterClrMapping/>
  </p:clrMapOvr>
  <mc:AlternateContent xmlns:mc="http://schemas.openxmlformats.org/markup-compatibility/2006" xmlns:p14="http://schemas.microsoft.com/office/powerpoint/2010/main">
    <mc:Choice Requires="p14">
      <p:transition p14:dur="0" advTm="83107"/>
    </mc:Choice>
    <mc:Fallback xmlns="">
      <p:transition advTm="8310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29E2C-C4D3-64DE-540A-93219D8E22DE}"/>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99DB3E04-9069-D842-3A73-78FBC31FD76C}"/>
              </a:ext>
            </a:extLst>
          </p:cNvPr>
          <p:cNvPicPr>
            <a:picLocks noChangeAspect="1"/>
          </p:cNvPicPr>
          <p:nvPr/>
        </p:nvPicPr>
        <p:blipFill>
          <a:blip r:embed="rId3"/>
          <a:stretch>
            <a:fillRect/>
          </a:stretch>
        </p:blipFill>
        <p:spPr>
          <a:xfrm>
            <a:off x="7410795" y="2622379"/>
            <a:ext cx="1104572" cy="1104572"/>
          </a:xfrm>
          <a:prstGeom prst="rect">
            <a:avLst/>
          </a:prstGeom>
        </p:spPr>
      </p:pic>
      <p:pic>
        <p:nvPicPr>
          <p:cNvPr id="17" name="Imagen 16">
            <a:extLst>
              <a:ext uri="{FF2B5EF4-FFF2-40B4-BE49-F238E27FC236}">
                <a16:creationId xmlns:a16="http://schemas.microsoft.com/office/drawing/2014/main" id="{E1E1714D-34CC-1531-3E5F-512DD00C0080}"/>
              </a:ext>
            </a:extLst>
          </p:cNvPr>
          <p:cNvPicPr>
            <a:picLocks noChangeAspect="1"/>
          </p:cNvPicPr>
          <p:nvPr/>
        </p:nvPicPr>
        <p:blipFill>
          <a:blip r:embed="rId4"/>
          <a:stretch>
            <a:fillRect/>
          </a:stretch>
        </p:blipFill>
        <p:spPr>
          <a:xfrm>
            <a:off x="4222634" y="1706967"/>
            <a:ext cx="1095406" cy="1095406"/>
          </a:xfrm>
          <a:prstGeom prst="rect">
            <a:avLst/>
          </a:prstGeom>
        </p:spPr>
      </p:pic>
      <p:pic>
        <p:nvPicPr>
          <p:cNvPr id="18" name="Imagen 17">
            <a:extLst>
              <a:ext uri="{FF2B5EF4-FFF2-40B4-BE49-F238E27FC236}">
                <a16:creationId xmlns:a16="http://schemas.microsoft.com/office/drawing/2014/main" id="{CB1B057E-D7FC-9116-4CF1-9EEE4AC46328}"/>
              </a:ext>
            </a:extLst>
          </p:cNvPr>
          <p:cNvPicPr>
            <a:picLocks noChangeAspect="1"/>
          </p:cNvPicPr>
          <p:nvPr/>
        </p:nvPicPr>
        <p:blipFill>
          <a:blip r:embed="rId5"/>
          <a:stretch>
            <a:fillRect/>
          </a:stretch>
        </p:blipFill>
        <p:spPr>
          <a:xfrm>
            <a:off x="1769930" y="3365947"/>
            <a:ext cx="1104585" cy="1104585"/>
          </a:xfrm>
          <a:prstGeom prst="rect">
            <a:avLst/>
          </a:prstGeom>
        </p:spPr>
      </p:pic>
      <p:pic>
        <p:nvPicPr>
          <p:cNvPr id="19" name="Imagen 18">
            <a:extLst>
              <a:ext uri="{FF2B5EF4-FFF2-40B4-BE49-F238E27FC236}">
                <a16:creationId xmlns:a16="http://schemas.microsoft.com/office/drawing/2014/main" id="{C06548FA-296D-C1E1-6A4A-E6F9A6880CE1}"/>
              </a:ext>
            </a:extLst>
          </p:cNvPr>
          <p:cNvPicPr>
            <a:picLocks noChangeAspect="1"/>
          </p:cNvPicPr>
          <p:nvPr/>
        </p:nvPicPr>
        <p:blipFill>
          <a:blip r:embed="rId6"/>
          <a:stretch>
            <a:fillRect/>
          </a:stretch>
        </p:blipFill>
        <p:spPr>
          <a:xfrm>
            <a:off x="7133551" y="5432870"/>
            <a:ext cx="1104585" cy="1104585"/>
          </a:xfrm>
          <a:prstGeom prst="rect">
            <a:avLst/>
          </a:prstGeom>
        </p:spPr>
      </p:pic>
      <p:pic>
        <p:nvPicPr>
          <p:cNvPr id="20" name="Imagen 19">
            <a:extLst>
              <a:ext uri="{FF2B5EF4-FFF2-40B4-BE49-F238E27FC236}">
                <a16:creationId xmlns:a16="http://schemas.microsoft.com/office/drawing/2014/main" id="{725045C9-39E8-7EFF-C768-C75381B26E0A}"/>
              </a:ext>
            </a:extLst>
          </p:cNvPr>
          <p:cNvPicPr>
            <a:picLocks noChangeAspect="1"/>
          </p:cNvPicPr>
          <p:nvPr/>
        </p:nvPicPr>
        <p:blipFill>
          <a:blip r:embed="rId7"/>
          <a:stretch>
            <a:fillRect/>
          </a:stretch>
        </p:blipFill>
        <p:spPr>
          <a:xfrm>
            <a:off x="3896491" y="4919515"/>
            <a:ext cx="1151566" cy="1151566"/>
          </a:xfrm>
          <a:prstGeom prst="rect">
            <a:avLst/>
          </a:prstGeom>
        </p:spPr>
      </p:pic>
      <p:pic>
        <p:nvPicPr>
          <p:cNvPr id="21" name="Imagen 20">
            <a:extLst>
              <a:ext uri="{FF2B5EF4-FFF2-40B4-BE49-F238E27FC236}">
                <a16:creationId xmlns:a16="http://schemas.microsoft.com/office/drawing/2014/main" id="{9E18636C-0FF8-DBA8-6F75-14FA4560398D}"/>
              </a:ext>
            </a:extLst>
          </p:cNvPr>
          <p:cNvPicPr>
            <a:picLocks noChangeAspect="1"/>
          </p:cNvPicPr>
          <p:nvPr/>
        </p:nvPicPr>
        <p:blipFill>
          <a:blip r:embed="rId8"/>
          <a:stretch>
            <a:fillRect/>
          </a:stretch>
        </p:blipFill>
        <p:spPr>
          <a:xfrm>
            <a:off x="10481032" y="1706967"/>
            <a:ext cx="1095406" cy="1095406"/>
          </a:xfrm>
          <a:prstGeom prst="rect">
            <a:avLst/>
          </a:prstGeom>
        </p:spPr>
      </p:pic>
      <p:pic>
        <p:nvPicPr>
          <p:cNvPr id="22" name="Imagen 21">
            <a:extLst>
              <a:ext uri="{FF2B5EF4-FFF2-40B4-BE49-F238E27FC236}">
                <a16:creationId xmlns:a16="http://schemas.microsoft.com/office/drawing/2014/main" id="{4BD3D473-33FC-7FCA-26C8-D16F297F10FB}"/>
              </a:ext>
            </a:extLst>
          </p:cNvPr>
          <p:cNvPicPr>
            <a:picLocks noChangeAspect="1"/>
          </p:cNvPicPr>
          <p:nvPr/>
        </p:nvPicPr>
        <p:blipFill>
          <a:blip r:embed="rId9"/>
          <a:stretch>
            <a:fillRect/>
          </a:stretch>
        </p:blipFill>
        <p:spPr>
          <a:xfrm>
            <a:off x="645640" y="4859462"/>
            <a:ext cx="1124290" cy="1146817"/>
          </a:xfrm>
          <a:prstGeom prst="rect">
            <a:avLst/>
          </a:prstGeom>
        </p:spPr>
      </p:pic>
      <p:pic>
        <p:nvPicPr>
          <p:cNvPr id="23" name="Imagen 22">
            <a:extLst>
              <a:ext uri="{FF2B5EF4-FFF2-40B4-BE49-F238E27FC236}">
                <a16:creationId xmlns:a16="http://schemas.microsoft.com/office/drawing/2014/main" id="{3551F730-0F4E-5D75-B9F3-761B0189D1DC}"/>
              </a:ext>
            </a:extLst>
          </p:cNvPr>
          <p:cNvPicPr>
            <a:picLocks noChangeAspect="1"/>
          </p:cNvPicPr>
          <p:nvPr/>
        </p:nvPicPr>
        <p:blipFill>
          <a:blip r:embed="rId10"/>
          <a:stretch>
            <a:fillRect/>
          </a:stretch>
        </p:blipFill>
        <p:spPr>
          <a:xfrm>
            <a:off x="10059154" y="4744507"/>
            <a:ext cx="1063580" cy="1104585"/>
          </a:xfrm>
          <a:prstGeom prst="rect">
            <a:avLst/>
          </a:prstGeom>
        </p:spPr>
      </p:pic>
      <p:sp>
        <p:nvSpPr>
          <p:cNvPr id="24" name="CuadroTexto 23">
            <a:extLst>
              <a:ext uri="{FF2B5EF4-FFF2-40B4-BE49-F238E27FC236}">
                <a16:creationId xmlns:a16="http://schemas.microsoft.com/office/drawing/2014/main" id="{D37059CE-3733-0BCF-8C10-3BC2F35E7741}"/>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4</a:t>
            </a:r>
          </a:p>
        </p:txBody>
      </p:sp>
      <p:pic>
        <p:nvPicPr>
          <p:cNvPr id="25" name="Imagen 24">
            <a:extLst>
              <a:ext uri="{FF2B5EF4-FFF2-40B4-BE49-F238E27FC236}">
                <a16:creationId xmlns:a16="http://schemas.microsoft.com/office/drawing/2014/main" id="{F1742B89-9238-9682-5B02-615B084F0374}"/>
              </a:ext>
            </a:extLst>
          </p:cNvPr>
          <p:cNvPicPr>
            <a:picLocks noChangeAspect="1"/>
          </p:cNvPicPr>
          <p:nvPr/>
        </p:nvPicPr>
        <p:blipFill>
          <a:blip r:embed="rId9"/>
          <a:stretch>
            <a:fillRect/>
          </a:stretch>
        </p:blipFill>
        <p:spPr>
          <a:xfrm>
            <a:off x="645640" y="4859461"/>
            <a:ext cx="1124290" cy="1146817"/>
          </a:xfrm>
          <a:prstGeom prst="rect">
            <a:avLst/>
          </a:prstGeom>
        </p:spPr>
      </p:pic>
      <p:pic>
        <p:nvPicPr>
          <p:cNvPr id="26" name="Imagen 25">
            <a:extLst>
              <a:ext uri="{FF2B5EF4-FFF2-40B4-BE49-F238E27FC236}">
                <a16:creationId xmlns:a16="http://schemas.microsoft.com/office/drawing/2014/main" id="{ADFF02AD-149C-F71A-83A4-FFB06AD93FD0}"/>
              </a:ext>
            </a:extLst>
          </p:cNvPr>
          <p:cNvPicPr>
            <a:picLocks noChangeAspect="1"/>
          </p:cNvPicPr>
          <p:nvPr/>
        </p:nvPicPr>
        <p:blipFill>
          <a:blip r:embed="rId5"/>
          <a:stretch>
            <a:fillRect/>
          </a:stretch>
        </p:blipFill>
        <p:spPr>
          <a:xfrm>
            <a:off x="1769930" y="3365947"/>
            <a:ext cx="1104585" cy="1104585"/>
          </a:xfrm>
          <a:prstGeom prst="rect">
            <a:avLst/>
          </a:prstGeom>
        </p:spPr>
      </p:pic>
      <p:pic>
        <p:nvPicPr>
          <p:cNvPr id="27" name="Imagen 26">
            <a:extLst>
              <a:ext uri="{FF2B5EF4-FFF2-40B4-BE49-F238E27FC236}">
                <a16:creationId xmlns:a16="http://schemas.microsoft.com/office/drawing/2014/main" id="{110452D5-0719-31E1-DB5E-1CDB2E5EAD4F}"/>
              </a:ext>
            </a:extLst>
          </p:cNvPr>
          <p:cNvPicPr>
            <a:picLocks noChangeAspect="1"/>
          </p:cNvPicPr>
          <p:nvPr/>
        </p:nvPicPr>
        <p:blipFill>
          <a:blip r:embed="rId6"/>
          <a:stretch>
            <a:fillRect/>
          </a:stretch>
        </p:blipFill>
        <p:spPr>
          <a:xfrm>
            <a:off x="7133550" y="5421649"/>
            <a:ext cx="1104585" cy="1104585"/>
          </a:xfrm>
          <a:prstGeom prst="rect">
            <a:avLst/>
          </a:prstGeom>
        </p:spPr>
      </p:pic>
      <p:pic>
        <p:nvPicPr>
          <p:cNvPr id="28" name="Imagen 27">
            <a:extLst>
              <a:ext uri="{FF2B5EF4-FFF2-40B4-BE49-F238E27FC236}">
                <a16:creationId xmlns:a16="http://schemas.microsoft.com/office/drawing/2014/main" id="{8CB56A8C-A499-17F1-5100-3BF063D4A34A}"/>
              </a:ext>
            </a:extLst>
          </p:cNvPr>
          <p:cNvPicPr>
            <a:picLocks noChangeAspect="1"/>
          </p:cNvPicPr>
          <p:nvPr/>
        </p:nvPicPr>
        <p:blipFill>
          <a:blip r:embed="rId6"/>
          <a:stretch>
            <a:fillRect/>
          </a:stretch>
        </p:blipFill>
        <p:spPr>
          <a:xfrm>
            <a:off x="7143945" y="5410428"/>
            <a:ext cx="1104585" cy="1104585"/>
          </a:xfrm>
          <a:prstGeom prst="rect">
            <a:avLst/>
          </a:prstGeom>
        </p:spPr>
      </p:pic>
      <p:pic>
        <p:nvPicPr>
          <p:cNvPr id="29" name="Imagen 28">
            <a:extLst>
              <a:ext uri="{FF2B5EF4-FFF2-40B4-BE49-F238E27FC236}">
                <a16:creationId xmlns:a16="http://schemas.microsoft.com/office/drawing/2014/main" id="{C6163481-DFB4-8CF6-8754-22D37419F331}"/>
              </a:ext>
            </a:extLst>
          </p:cNvPr>
          <p:cNvPicPr>
            <a:picLocks noChangeAspect="1"/>
          </p:cNvPicPr>
          <p:nvPr/>
        </p:nvPicPr>
        <p:blipFill>
          <a:blip r:embed="rId7"/>
          <a:stretch>
            <a:fillRect/>
          </a:stretch>
        </p:blipFill>
        <p:spPr>
          <a:xfrm>
            <a:off x="3886096" y="4919515"/>
            <a:ext cx="1151566" cy="1151566"/>
          </a:xfrm>
          <a:prstGeom prst="rect">
            <a:avLst/>
          </a:prstGeom>
        </p:spPr>
      </p:pic>
      <p:pic>
        <p:nvPicPr>
          <p:cNvPr id="30" name="Imagen 29">
            <a:extLst>
              <a:ext uri="{FF2B5EF4-FFF2-40B4-BE49-F238E27FC236}">
                <a16:creationId xmlns:a16="http://schemas.microsoft.com/office/drawing/2014/main" id="{310D0DF8-36C7-6F40-BC41-6288BCD19F80}"/>
              </a:ext>
            </a:extLst>
          </p:cNvPr>
          <p:cNvPicPr>
            <a:picLocks noChangeAspect="1"/>
          </p:cNvPicPr>
          <p:nvPr/>
        </p:nvPicPr>
        <p:blipFill>
          <a:blip r:embed="rId7"/>
          <a:stretch>
            <a:fillRect/>
          </a:stretch>
        </p:blipFill>
        <p:spPr>
          <a:xfrm>
            <a:off x="3906885" y="4919515"/>
            <a:ext cx="1151566" cy="1151566"/>
          </a:xfrm>
          <a:prstGeom prst="rect">
            <a:avLst/>
          </a:prstGeom>
        </p:spPr>
      </p:pic>
      <p:pic>
        <p:nvPicPr>
          <p:cNvPr id="31" name="Imagen 30">
            <a:extLst>
              <a:ext uri="{FF2B5EF4-FFF2-40B4-BE49-F238E27FC236}">
                <a16:creationId xmlns:a16="http://schemas.microsoft.com/office/drawing/2014/main" id="{1484B5F3-4731-4187-A659-D96262835EBC}"/>
              </a:ext>
            </a:extLst>
          </p:cNvPr>
          <p:cNvPicPr>
            <a:picLocks noChangeAspect="1"/>
          </p:cNvPicPr>
          <p:nvPr/>
        </p:nvPicPr>
        <p:blipFill>
          <a:blip r:embed="rId8"/>
          <a:stretch>
            <a:fillRect/>
          </a:stretch>
        </p:blipFill>
        <p:spPr>
          <a:xfrm>
            <a:off x="10481032" y="1706967"/>
            <a:ext cx="1095406" cy="1095406"/>
          </a:xfrm>
          <a:prstGeom prst="rect">
            <a:avLst/>
          </a:prstGeom>
        </p:spPr>
      </p:pic>
      <p:pic>
        <p:nvPicPr>
          <p:cNvPr id="32" name="Imagen 31">
            <a:extLst>
              <a:ext uri="{FF2B5EF4-FFF2-40B4-BE49-F238E27FC236}">
                <a16:creationId xmlns:a16="http://schemas.microsoft.com/office/drawing/2014/main" id="{123EE480-3708-29DD-05A1-33439B63F852}"/>
              </a:ext>
            </a:extLst>
          </p:cNvPr>
          <p:cNvPicPr>
            <a:picLocks noChangeAspect="1"/>
          </p:cNvPicPr>
          <p:nvPr/>
        </p:nvPicPr>
        <p:blipFill>
          <a:blip r:embed="rId8"/>
          <a:stretch>
            <a:fillRect/>
          </a:stretch>
        </p:blipFill>
        <p:spPr>
          <a:xfrm>
            <a:off x="10481032" y="1706967"/>
            <a:ext cx="1095406" cy="1095406"/>
          </a:xfrm>
          <a:prstGeom prst="rect">
            <a:avLst/>
          </a:prstGeom>
        </p:spPr>
      </p:pic>
      <p:pic>
        <p:nvPicPr>
          <p:cNvPr id="33" name="Imagen 32">
            <a:extLst>
              <a:ext uri="{FF2B5EF4-FFF2-40B4-BE49-F238E27FC236}">
                <a16:creationId xmlns:a16="http://schemas.microsoft.com/office/drawing/2014/main" id="{C56D5491-6EDD-9258-3DB2-7DE29A98AB1A}"/>
              </a:ext>
            </a:extLst>
          </p:cNvPr>
          <p:cNvPicPr>
            <a:picLocks noChangeAspect="1"/>
          </p:cNvPicPr>
          <p:nvPr/>
        </p:nvPicPr>
        <p:blipFill>
          <a:blip r:embed="rId10"/>
          <a:stretch>
            <a:fillRect/>
          </a:stretch>
        </p:blipFill>
        <p:spPr>
          <a:xfrm>
            <a:off x="10059154" y="4753405"/>
            <a:ext cx="1063580" cy="1104585"/>
          </a:xfrm>
          <a:prstGeom prst="rect">
            <a:avLst/>
          </a:prstGeom>
        </p:spPr>
      </p:pic>
      <p:pic>
        <p:nvPicPr>
          <p:cNvPr id="34" name="Imagen 33">
            <a:extLst>
              <a:ext uri="{FF2B5EF4-FFF2-40B4-BE49-F238E27FC236}">
                <a16:creationId xmlns:a16="http://schemas.microsoft.com/office/drawing/2014/main" id="{6147E5F8-748A-6896-84BC-599340D00E28}"/>
              </a:ext>
            </a:extLst>
          </p:cNvPr>
          <p:cNvPicPr>
            <a:picLocks noChangeAspect="1"/>
          </p:cNvPicPr>
          <p:nvPr/>
        </p:nvPicPr>
        <p:blipFill>
          <a:blip r:embed="rId10"/>
          <a:stretch>
            <a:fillRect/>
          </a:stretch>
        </p:blipFill>
        <p:spPr>
          <a:xfrm>
            <a:off x="10059154" y="4753404"/>
            <a:ext cx="1063580" cy="1104585"/>
          </a:xfrm>
          <a:prstGeom prst="rect">
            <a:avLst/>
          </a:prstGeom>
        </p:spPr>
      </p:pic>
      <p:sp>
        <p:nvSpPr>
          <p:cNvPr id="2" name="Título 1">
            <a:extLst>
              <a:ext uri="{FF2B5EF4-FFF2-40B4-BE49-F238E27FC236}">
                <a16:creationId xmlns:a16="http://schemas.microsoft.com/office/drawing/2014/main" id="{813CB4A6-1386-180B-D9F4-07CB2F7BF063}"/>
              </a:ext>
            </a:extLst>
          </p:cNvPr>
          <p:cNvSpPr>
            <a:spLocks noGrp="1"/>
          </p:cNvSpPr>
          <p:nvPr>
            <p:ph type="title"/>
          </p:nvPr>
        </p:nvSpPr>
        <p:spPr>
          <a:xfrm>
            <a:off x="790558" y="18255"/>
            <a:ext cx="10515600" cy="1325563"/>
          </a:xfrm>
        </p:spPr>
        <p:txBody>
          <a:bodyPr/>
          <a:lstStyle/>
          <a:p>
            <a:r>
              <a:rPr lang="en-US" noProof="0" dirty="0">
                <a:solidFill>
                  <a:srgbClr val="7E0029"/>
                </a:solidFill>
                <a:latin typeface="Roboto" panose="02000000000000000000" pitchFamily="2" charset="0"/>
                <a:ea typeface="Roboto" panose="02000000000000000000" pitchFamily="2" charset="0"/>
                <a:cs typeface="Roboto" panose="02000000000000000000" pitchFamily="2" charset="0"/>
              </a:rPr>
              <a:t>User-oriented Pricings</a:t>
            </a:r>
          </a:p>
        </p:txBody>
      </p:sp>
      <p:sp>
        <p:nvSpPr>
          <p:cNvPr id="3" name="CuadroTexto 2">
            <a:extLst>
              <a:ext uri="{FF2B5EF4-FFF2-40B4-BE49-F238E27FC236}">
                <a16:creationId xmlns:a16="http://schemas.microsoft.com/office/drawing/2014/main" id="{E1147275-F2CC-B3BC-8B9F-A28CE69B8C5F}"/>
              </a:ext>
            </a:extLst>
          </p:cNvPr>
          <p:cNvSpPr txBox="1"/>
          <p:nvPr/>
        </p:nvSpPr>
        <p:spPr>
          <a:xfrm>
            <a:off x="0" y="6316525"/>
            <a:ext cx="9114803" cy="523220"/>
          </a:xfrm>
          <a:prstGeom prst="rect">
            <a:avLst/>
          </a:prstGeom>
          <a:noFill/>
        </p:spPr>
        <p:txBody>
          <a:bodyPr wrap="none" rtlCol="0">
            <a:spAutoFit/>
          </a:bodyPr>
          <a:lstStyle/>
          <a:p>
            <a:r>
              <a:rPr lang="es-ES" sz="1400" dirty="0"/>
              <a:t>García-Fernández, A., Parejo, J. A., &amp; Ruiz-Cortés, A. (2024, May). Pricing4saas: </a:t>
            </a:r>
            <a:r>
              <a:rPr lang="es-ES" sz="1400" dirty="0" err="1"/>
              <a:t>towards</a:t>
            </a:r>
            <a:r>
              <a:rPr lang="es-ES" sz="1400" dirty="0"/>
              <a:t> a </a:t>
            </a:r>
            <a:r>
              <a:rPr lang="es-ES" sz="1400" dirty="0" err="1"/>
              <a:t>pricing</a:t>
            </a:r>
            <a:r>
              <a:rPr lang="es-ES" sz="1400" dirty="0"/>
              <a:t> </a:t>
            </a:r>
            <a:r>
              <a:rPr lang="es-ES" sz="1400" dirty="0" err="1"/>
              <a:t>model</a:t>
            </a:r>
            <a:r>
              <a:rPr lang="es-ES" sz="1400" dirty="0"/>
              <a:t> </a:t>
            </a:r>
            <a:r>
              <a:rPr lang="es-ES" sz="1400" dirty="0" err="1"/>
              <a:t>to</a:t>
            </a:r>
            <a:r>
              <a:rPr lang="es-ES" sz="1400" dirty="0"/>
              <a:t> drive </a:t>
            </a:r>
            <a:r>
              <a:rPr lang="es-ES" sz="1400" dirty="0" err="1"/>
              <a:t>the</a:t>
            </a:r>
            <a:r>
              <a:rPr lang="es-ES" sz="1400" dirty="0"/>
              <a:t> </a:t>
            </a:r>
            <a:r>
              <a:rPr lang="es-ES" sz="1400" dirty="0" err="1"/>
              <a:t>operation</a:t>
            </a:r>
            <a:r>
              <a:rPr lang="es-ES" sz="1400" dirty="0"/>
              <a:t> </a:t>
            </a:r>
            <a:r>
              <a:rPr lang="es-ES" sz="1400" dirty="0" err="1"/>
              <a:t>of</a:t>
            </a:r>
            <a:r>
              <a:rPr lang="es-ES" sz="1400" dirty="0"/>
              <a:t> </a:t>
            </a:r>
            <a:r>
              <a:rPr lang="es-ES" sz="1400" dirty="0" err="1"/>
              <a:t>saas</a:t>
            </a:r>
            <a:r>
              <a:rPr lang="es-ES" sz="1400" dirty="0"/>
              <a:t>. </a:t>
            </a:r>
          </a:p>
          <a:p>
            <a:r>
              <a:rPr lang="es-ES" sz="1400" dirty="0"/>
              <a:t>In </a:t>
            </a:r>
            <a:r>
              <a:rPr lang="es-ES" sz="1400" i="1" dirty="0"/>
              <a:t>International </a:t>
            </a:r>
            <a:r>
              <a:rPr lang="es-ES" sz="1400" i="1" dirty="0" err="1"/>
              <a:t>Conference</a:t>
            </a:r>
            <a:r>
              <a:rPr lang="es-ES" sz="1400" i="1" dirty="0"/>
              <a:t> </a:t>
            </a:r>
            <a:r>
              <a:rPr lang="es-ES" sz="1400" i="1" dirty="0" err="1"/>
              <a:t>on</a:t>
            </a:r>
            <a:r>
              <a:rPr lang="es-ES" sz="1400" i="1" dirty="0"/>
              <a:t> </a:t>
            </a:r>
            <a:r>
              <a:rPr lang="es-ES" sz="1400" i="1" dirty="0" err="1"/>
              <a:t>Advanced</a:t>
            </a:r>
            <a:r>
              <a:rPr lang="es-ES" sz="1400" i="1" dirty="0"/>
              <a:t> </a:t>
            </a:r>
            <a:r>
              <a:rPr lang="es-ES" sz="1400" i="1" dirty="0" err="1"/>
              <a:t>Information</a:t>
            </a:r>
            <a:r>
              <a:rPr lang="es-ES" sz="1400" i="1" dirty="0"/>
              <a:t> </a:t>
            </a:r>
            <a:r>
              <a:rPr lang="es-ES" sz="1400" i="1" dirty="0" err="1"/>
              <a:t>Systems</a:t>
            </a:r>
            <a:r>
              <a:rPr lang="es-ES" sz="1400" i="1" dirty="0"/>
              <a:t> </a:t>
            </a:r>
            <a:r>
              <a:rPr lang="es-ES" sz="1400" i="1" dirty="0" err="1"/>
              <a:t>Engineering</a:t>
            </a:r>
            <a:r>
              <a:rPr lang="es-ES" sz="1400" dirty="0"/>
              <a:t> (pp. 47-54). Cham: Springer </a:t>
            </a:r>
            <a:r>
              <a:rPr lang="es-ES" sz="1400" dirty="0" err="1"/>
              <a:t>Nature</a:t>
            </a:r>
            <a:r>
              <a:rPr lang="es-ES" sz="1400" dirty="0"/>
              <a:t> </a:t>
            </a:r>
            <a:r>
              <a:rPr lang="es-ES" sz="1400" dirty="0" err="1"/>
              <a:t>Switzerland</a:t>
            </a:r>
            <a:r>
              <a:rPr lang="es-ES" sz="1400" dirty="0"/>
              <a:t>.</a:t>
            </a:r>
            <a:endParaRPr lang="es-ES_tradnl" sz="1400" dirty="0"/>
          </a:p>
        </p:txBody>
      </p:sp>
    </p:spTree>
    <p:extLst>
      <p:ext uri="{BB962C8B-B14F-4D97-AF65-F5344CB8AC3E}">
        <p14:creationId xmlns:p14="http://schemas.microsoft.com/office/powerpoint/2010/main" val="3634632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477A3-8B42-85DD-FCE8-8DD3CE58120B}"/>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5FC3386F-0BF0-5EEA-00FE-D3EE143889EC}"/>
              </a:ext>
            </a:extLst>
          </p:cNvPr>
          <p:cNvPicPr>
            <a:picLocks noChangeAspect="1"/>
          </p:cNvPicPr>
          <p:nvPr/>
        </p:nvPicPr>
        <p:blipFill>
          <a:blip r:embed="rId3"/>
          <a:stretch>
            <a:fillRect/>
          </a:stretch>
        </p:blipFill>
        <p:spPr>
          <a:xfrm>
            <a:off x="3134170" y="1378547"/>
            <a:ext cx="5609138" cy="3945411"/>
          </a:xfrm>
          <a:prstGeom prst="rect">
            <a:avLst/>
          </a:prstGeom>
        </p:spPr>
      </p:pic>
      <p:pic>
        <p:nvPicPr>
          <p:cNvPr id="3" name="Imagen 2">
            <a:extLst>
              <a:ext uri="{FF2B5EF4-FFF2-40B4-BE49-F238E27FC236}">
                <a16:creationId xmlns:a16="http://schemas.microsoft.com/office/drawing/2014/main" id="{F1539922-6BEF-D670-3B40-DEC9BE36FA0A}"/>
              </a:ext>
            </a:extLst>
          </p:cNvPr>
          <p:cNvPicPr>
            <a:picLocks noChangeAspect="1"/>
          </p:cNvPicPr>
          <p:nvPr/>
        </p:nvPicPr>
        <p:blipFill>
          <a:blip r:embed="rId4"/>
          <a:stretch>
            <a:fillRect/>
          </a:stretch>
        </p:blipFill>
        <p:spPr>
          <a:xfrm>
            <a:off x="4271154" y="2814633"/>
            <a:ext cx="409161" cy="409161"/>
          </a:xfrm>
          <a:prstGeom prst="rect">
            <a:avLst/>
          </a:prstGeom>
        </p:spPr>
      </p:pic>
      <p:pic>
        <p:nvPicPr>
          <p:cNvPr id="5" name="Imagen 4">
            <a:extLst>
              <a:ext uri="{FF2B5EF4-FFF2-40B4-BE49-F238E27FC236}">
                <a16:creationId xmlns:a16="http://schemas.microsoft.com/office/drawing/2014/main" id="{5681BB3E-51A3-4763-D204-656A8C38C792}"/>
              </a:ext>
            </a:extLst>
          </p:cNvPr>
          <p:cNvPicPr>
            <a:picLocks noChangeAspect="1"/>
          </p:cNvPicPr>
          <p:nvPr/>
        </p:nvPicPr>
        <p:blipFill>
          <a:blip r:embed="rId5"/>
          <a:stretch>
            <a:fillRect/>
          </a:stretch>
        </p:blipFill>
        <p:spPr>
          <a:xfrm>
            <a:off x="4273118" y="2298330"/>
            <a:ext cx="405780" cy="405780"/>
          </a:xfrm>
          <a:prstGeom prst="rect">
            <a:avLst/>
          </a:prstGeom>
        </p:spPr>
      </p:pic>
      <p:pic>
        <p:nvPicPr>
          <p:cNvPr id="6" name="Imagen 5">
            <a:extLst>
              <a:ext uri="{FF2B5EF4-FFF2-40B4-BE49-F238E27FC236}">
                <a16:creationId xmlns:a16="http://schemas.microsoft.com/office/drawing/2014/main" id="{FBF469F6-0718-A927-573E-9C3C368593B7}"/>
              </a:ext>
            </a:extLst>
          </p:cNvPr>
          <p:cNvPicPr>
            <a:picLocks noChangeAspect="1"/>
          </p:cNvPicPr>
          <p:nvPr/>
        </p:nvPicPr>
        <p:blipFill>
          <a:blip r:embed="rId6"/>
          <a:stretch>
            <a:fillRect/>
          </a:stretch>
        </p:blipFill>
        <p:spPr>
          <a:xfrm>
            <a:off x="3450097" y="2803999"/>
            <a:ext cx="362861" cy="362861"/>
          </a:xfrm>
          <a:prstGeom prst="rect">
            <a:avLst/>
          </a:prstGeom>
        </p:spPr>
      </p:pic>
      <p:pic>
        <p:nvPicPr>
          <p:cNvPr id="7" name="Imagen 6">
            <a:extLst>
              <a:ext uri="{FF2B5EF4-FFF2-40B4-BE49-F238E27FC236}">
                <a16:creationId xmlns:a16="http://schemas.microsoft.com/office/drawing/2014/main" id="{E9E43BDC-E642-57BD-283D-533C18A5B2F8}"/>
              </a:ext>
            </a:extLst>
          </p:cNvPr>
          <p:cNvPicPr>
            <a:picLocks noChangeAspect="1"/>
          </p:cNvPicPr>
          <p:nvPr/>
        </p:nvPicPr>
        <p:blipFill>
          <a:blip r:embed="rId7"/>
          <a:stretch>
            <a:fillRect/>
          </a:stretch>
        </p:blipFill>
        <p:spPr>
          <a:xfrm>
            <a:off x="6204404" y="3410202"/>
            <a:ext cx="362861" cy="362861"/>
          </a:xfrm>
          <a:prstGeom prst="rect">
            <a:avLst/>
          </a:prstGeom>
        </p:spPr>
      </p:pic>
      <p:pic>
        <p:nvPicPr>
          <p:cNvPr id="8" name="Imagen 7">
            <a:extLst>
              <a:ext uri="{FF2B5EF4-FFF2-40B4-BE49-F238E27FC236}">
                <a16:creationId xmlns:a16="http://schemas.microsoft.com/office/drawing/2014/main" id="{C681B713-31B8-E6D4-B3A1-E06405FA477A}"/>
              </a:ext>
            </a:extLst>
          </p:cNvPr>
          <p:cNvPicPr>
            <a:picLocks noChangeAspect="1"/>
          </p:cNvPicPr>
          <p:nvPr/>
        </p:nvPicPr>
        <p:blipFill>
          <a:blip r:embed="rId4"/>
          <a:stretch>
            <a:fillRect/>
          </a:stretch>
        </p:blipFill>
        <p:spPr>
          <a:xfrm>
            <a:off x="6193557" y="2811986"/>
            <a:ext cx="409161" cy="409161"/>
          </a:xfrm>
          <a:prstGeom prst="rect">
            <a:avLst/>
          </a:prstGeom>
        </p:spPr>
      </p:pic>
      <p:pic>
        <p:nvPicPr>
          <p:cNvPr id="9" name="Imagen 8">
            <a:extLst>
              <a:ext uri="{FF2B5EF4-FFF2-40B4-BE49-F238E27FC236}">
                <a16:creationId xmlns:a16="http://schemas.microsoft.com/office/drawing/2014/main" id="{C7F16236-7C17-5122-0F7F-729E0E71ABC2}"/>
              </a:ext>
            </a:extLst>
          </p:cNvPr>
          <p:cNvPicPr>
            <a:picLocks noChangeAspect="1"/>
          </p:cNvPicPr>
          <p:nvPr/>
        </p:nvPicPr>
        <p:blipFill>
          <a:blip r:embed="rId5"/>
          <a:stretch>
            <a:fillRect/>
          </a:stretch>
        </p:blipFill>
        <p:spPr>
          <a:xfrm>
            <a:off x="6196938" y="2245698"/>
            <a:ext cx="405780" cy="405780"/>
          </a:xfrm>
          <a:prstGeom prst="rect">
            <a:avLst/>
          </a:prstGeom>
        </p:spPr>
      </p:pic>
      <p:pic>
        <p:nvPicPr>
          <p:cNvPr id="10" name="Imagen 9">
            <a:extLst>
              <a:ext uri="{FF2B5EF4-FFF2-40B4-BE49-F238E27FC236}">
                <a16:creationId xmlns:a16="http://schemas.microsoft.com/office/drawing/2014/main" id="{600E4C33-1E97-EA2E-26B0-3F38F9B039D2}"/>
              </a:ext>
            </a:extLst>
          </p:cNvPr>
          <p:cNvPicPr>
            <a:picLocks noChangeAspect="1"/>
          </p:cNvPicPr>
          <p:nvPr/>
        </p:nvPicPr>
        <p:blipFill>
          <a:blip r:embed="rId6"/>
          <a:stretch>
            <a:fillRect/>
          </a:stretch>
        </p:blipFill>
        <p:spPr>
          <a:xfrm>
            <a:off x="5370888" y="2841264"/>
            <a:ext cx="362861" cy="362861"/>
          </a:xfrm>
          <a:prstGeom prst="rect">
            <a:avLst/>
          </a:prstGeom>
        </p:spPr>
      </p:pic>
      <p:pic>
        <p:nvPicPr>
          <p:cNvPr id="11" name="Imagen 10">
            <a:extLst>
              <a:ext uri="{FF2B5EF4-FFF2-40B4-BE49-F238E27FC236}">
                <a16:creationId xmlns:a16="http://schemas.microsoft.com/office/drawing/2014/main" id="{71EDEB79-834A-C879-F832-B3E38A2B2E72}"/>
              </a:ext>
            </a:extLst>
          </p:cNvPr>
          <p:cNvPicPr>
            <a:picLocks noChangeAspect="1"/>
          </p:cNvPicPr>
          <p:nvPr/>
        </p:nvPicPr>
        <p:blipFill>
          <a:blip r:embed="rId8"/>
          <a:stretch>
            <a:fillRect/>
          </a:stretch>
        </p:blipFill>
        <p:spPr>
          <a:xfrm>
            <a:off x="7134400" y="4062432"/>
            <a:ext cx="362861" cy="362861"/>
          </a:xfrm>
          <a:prstGeom prst="rect">
            <a:avLst/>
          </a:prstGeom>
        </p:spPr>
      </p:pic>
      <p:pic>
        <p:nvPicPr>
          <p:cNvPr id="12" name="Imagen 11">
            <a:extLst>
              <a:ext uri="{FF2B5EF4-FFF2-40B4-BE49-F238E27FC236}">
                <a16:creationId xmlns:a16="http://schemas.microsoft.com/office/drawing/2014/main" id="{BF5795B4-89CF-54DD-A5D1-F411595A624B}"/>
              </a:ext>
            </a:extLst>
          </p:cNvPr>
          <p:cNvPicPr>
            <a:picLocks noChangeAspect="1"/>
          </p:cNvPicPr>
          <p:nvPr/>
        </p:nvPicPr>
        <p:blipFill>
          <a:blip r:embed="rId9"/>
          <a:stretch>
            <a:fillRect/>
          </a:stretch>
        </p:blipFill>
        <p:spPr>
          <a:xfrm>
            <a:off x="8090515" y="4048565"/>
            <a:ext cx="316061" cy="316061"/>
          </a:xfrm>
          <a:prstGeom prst="rect">
            <a:avLst/>
          </a:prstGeom>
        </p:spPr>
      </p:pic>
      <p:pic>
        <p:nvPicPr>
          <p:cNvPr id="13" name="Imagen 12">
            <a:extLst>
              <a:ext uri="{FF2B5EF4-FFF2-40B4-BE49-F238E27FC236}">
                <a16:creationId xmlns:a16="http://schemas.microsoft.com/office/drawing/2014/main" id="{DB683B5A-038D-737E-2E34-B6A78E95B480}"/>
              </a:ext>
            </a:extLst>
          </p:cNvPr>
          <p:cNvPicPr>
            <a:picLocks noChangeAspect="1"/>
          </p:cNvPicPr>
          <p:nvPr/>
        </p:nvPicPr>
        <p:blipFill>
          <a:blip r:embed="rId7"/>
          <a:stretch>
            <a:fillRect/>
          </a:stretch>
        </p:blipFill>
        <p:spPr>
          <a:xfrm>
            <a:off x="8063385" y="3406972"/>
            <a:ext cx="362861" cy="362861"/>
          </a:xfrm>
          <a:prstGeom prst="rect">
            <a:avLst/>
          </a:prstGeom>
        </p:spPr>
      </p:pic>
      <p:pic>
        <p:nvPicPr>
          <p:cNvPr id="14" name="Imagen 13">
            <a:extLst>
              <a:ext uri="{FF2B5EF4-FFF2-40B4-BE49-F238E27FC236}">
                <a16:creationId xmlns:a16="http://schemas.microsoft.com/office/drawing/2014/main" id="{B2E64C71-B46C-0152-48C0-FB32D1579240}"/>
              </a:ext>
            </a:extLst>
          </p:cNvPr>
          <p:cNvPicPr>
            <a:picLocks noChangeAspect="1"/>
          </p:cNvPicPr>
          <p:nvPr/>
        </p:nvPicPr>
        <p:blipFill>
          <a:blip r:embed="rId10"/>
          <a:stretch>
            <a:fillRect/>
          </a:stretch>
        </p:blipFill>
        <p:spPr>
          <a:xfrm>
            <a:off x="7134400" y="3425195"/>
            <a:ext cx="362861" cy="362861"/>
          </a:xfrm>
          <a:prstGeom prst="rect">
            <a:avLst/>
          </a:prstGeom>
        </p:spPr>
      </p:pic>
      <p:pic>
        <p:nvPicPr>
          <p:cNvPr id="15" name="Imagen 14">
            <a:extLst>
              <a:ext uri="{FF2B5EF4-FFF2-40B4-BE49-F238E27FC236}">
                <a16:creationId xmlns:a16="http://schemas.microsoft.com/office/drawing/2014/main" id="{279A0499-8E02-A9AB-6DE9-9FCF0CD57F0F}"/>
              </a:ext>
            </a:extLst>
          </p:cNvPr>
          <p:cNvPicPr>
            <a:picLocks noChangeAspect="1"/>
          </p:cNvPicPr>
          <p:nvPr/>
        </p:nvPicPr>
        <p:blipFill>
          <a:blip r:embed="rId4"/>
          <a:stretch>
            <a:fillRect/>
          </a:stretch>
        </p:blipFill>
        <p:spPr>
          <a:xfrm>
            <a:off x="8054486" y="2803999"/>
            <a:ext cx="409161" cy="409161"/>
          </a:xfrm>
          <a:prstGeom prst="rect">
            <a:avLst/>
          </a:prstGeom>
        </p:spPr>
      </p:pic>
      <p:pic>
        <p:nvPicPr>
          <p:cNvPr id="25" name="Imagen 24">
            <a:extLst>
              <a:ext uri="{FF2B5EF4-FFF2-40B4-BE49-F238E27FC236}">
                <a16:creationId xmlns:a16="http://schemas.microsoft.com/office/drawing/2014/main" id="{D6A58D5B-8F29-7367-19AC-5A4E4ABBFF4A}"/>
              </a:ext>
            </a:extLst>
          </p:cNvPr>
          <p:cNvPicPr>
            <a:picLocks noChangeAspect="1"/>
          </p:cNvPicPr>
          <p:nvPr/>
        </p:nvPicPr>
        <p:blipFill>
          <a:blip r:embed="rId5"/>
          <a:stretch>
            <a:fillRect/>
          </a:stretch>
        </p:blipFill>
        <p:spPr>
          <a:xfrm>
            <a:off x="8057867" y="2208358"/>
            <a:ext cx="405780" cy="405780"/>
          </a:xfrm>
          <a:prstGeom prst="rect">
            <a:avLst/>
          </a:prstGeom>
        </p:spPr>
      </p:pic>
      <p:pic>
        <p:nvPicPr>
          <p:cNvPr id="26" name="Imagen 25">
            <a:extLst>
              <a:ext uri="{FF2B5EF4-FFF2-40B4-BE49-F238E27FC236}">
                <a16:creationId xmlns:a16="http://schemas.microsoft.com/office/drawing/2014/main" id="{143374CB-6077-6C94-EE04-6D70A0115F81}"/>
              </a:ext>
            </a:extLst>
          </p:cNvPr>
          <p:cNvPicPr>
            <a:picLocks noChangeAspect="1"/>
          </p:cNvPicPr>
          <p:nvPr/>
        </p:nvPicPr>
        <p:blipFill>
          <a:blip r:embed="rId6"/>
          <a:stretch>
            <a:fillRect/>
          </a:stretch>
        </p:blipFill>
        <p:spPr>
          <a:xfrm>
            <a:off x="7137374" y="2855847"/>
            <a:ext cx="362861" cy="362861"/>
          </a:xfrm>
          <a:prstGeom prst="rect">
            <a:avLst/>
          </a:prstGeom>
        </p:spPr>
      </p:pic>
      <p:pic>
        <p:nvPicPr>
          <p:cNvPr id="27" name="Imagen 26">
            <a:extLst>
              <a:ext uri="{FF2B5EF4-FFF2-40B4-BE49-F238E27FC236}">
                <a16:creationId xmlns:a16="http://schemas.microsoft.com/office/drawing/2014/main" id="{181BD0B1-8AD7-E9CD-0589-062F2EB35854}"/>
              </a:ext>
            </a:extLst>
          </p:cNvPr>
          <p:cNvPicPr>
            <a:picLocks noChangeAspect="1"/>
          </p:cNvPicPr>
          <p:nvPr/>
        </p:nvPicPr>
        <p:blipFill>
          <a:blip r:embed="rId11"/>
          <a:stretch>
            <a:fillRect/>
          </a:stretch>
        </p:blipFill>
        <p:spPr>
          <a:xfrm>
            <a:off x="3418490" y="2258456"/>
            <a:ext cx="394432" cy="401048"/>
          </a:xfrm>
          <a:prstGeom prst="rect">
            <a:avLst/>
          </a:prstGeom>
        </p:spPr>
      </p:pic>
      <p:pic>
        <p:nvPicPr>
          <p:cNvPr id="28" name="Imagen 27">
            <a:extLst>
              <a:ext uri="{FF2B5EF4-FFF2-40B4-BE49-F238E27FC236}">
                <a16:creationId xmlns:a16="http://schemas.microsoft.com/office/drawing/2014/main" id="{8E4852AF-B558-68FE-17BD-BB61A81B527D}"/>
              </a:ext>
            </a:extLst>
          </p:cNvPr>
          <p:cNvPicPr>
            <a:picLocks noChangeAspect="1"/>
          </p:cNvPicPr>
          <p:nvPr/>
        </p:nvPicPr>
        <p:blipFill>
          <a:blip r:embed="rId10"/>
          <a:stretch>
            <a:fillRect/>
          </a:stretch>
        </p:blipFill>
        <p:spPr>
          <a:xfrm>
            <a:off x="5362231" y="3397800"/>
            <a:ext cx="371518" cy="378962"/>
          </a:xfrm>
          <a:prstGeom prst="rect">
            <a:avLst/>
          </a:prstGeom>
        </p:spPr>
      </p:pic>
      <p:pic>
        <p:nvPicPr>
          <p:cNvPr id="29" name="Imagen 28">
            <a:extLst>
              <a:ext uri="{FF2B5EF4-FFF2-40B4-BE49-F238E27FC236}">
                <a16:creationId xmlns:a16="http://schemas.microsoft.com/office/drawing/2014/main" id="{E131D10E-2C2A-810C-AC0A-9FFC5C88492C}"/>
              </a:ext>
            </a:extLst>
          </p:cNvPr>
          <p:cNvPicPr>
            <a:picLocks noChangeAspect="1"/>
          </p:cNvPicPr>
          <p:nvPr/>
        </p:nvPicPr>
        <p:blipFill>
          <a:blip r:embed="rId11"/>
          <a:stretch>
            <a:fillRect/>
          </a:stretch>
        </p:blipFill>
        <p:spPr>
          <a:xfrm>
            <a:off x="5344166" y="2226855"/>
            <a:ext cx="404548" cy="438046"/>
          </a:xfrm>
          <a:prstGeom prst="rect">
            <a:avLst/>
          </a:prstGeom>
        </p:spPr>
      </p:pic>
      <p:pic>
        <p:nvPicPr>
          <p:cNvPr id="30" name="Imagen 29">
            <a:extLst>
              <a:ext uri="{FF2B5EF4-FFF2-40B4-BE49-F238E27FC236}">
                <a16:creationId xmlns:a16="http://schemas.microsoft.com/office/drawing/2014/main" id="{8E3AFBA9-5568-C6F8-A4AB-934969C3E13D}"/>
              </a:ext>
            </a:extLst>
          </p:cNvPr>
          <p:cNvPicPr>
            <a:picLocks noChangeAspect="1"/>
          </p:cNvPicPr>
          <p:nvPr/>
        </p:nvPicPr>
        <p:blipFill>
          <a:blip r:embed="rId11"/>
          <a:stretch>
            <a:fillRect/>
          </a:stretch>
        </p:blipFill>
        <p:spPr>
          <a:xfrm>
            <a:off x="7109829" y="2208358"/>
            <a:ext cx="419289" cy="435454"/>
          </a:xfrm>
          <a:prstGeom prst="rect">
            <a:avLst/>
          </a:prstGeom>
        </p:spPr>
      </p:pic>
      <p:sp>
        <p:nvSpPr>
          <p:cNvPr id="4" name="Título 1">
            <a:extLst>
              <a:ext uri="{FF2B5EF4-FFF2-40B4-BE49-F238E27FC236}">
                <a16:creationId xmlns:a16="http://schemas.microsoft.com/office/drawing/2014/main" id="{179F5172-3185-19F8-4754-DF70EDCEF774}"/>
              </a:ext>
            </a:extLst>
          </p:cNvPr>
          <p:cNvSpPr>
            <a:spLocks noGrp="1"/>
          </p:cNvSpPr>
          <p:nvPr>
            <p:ph type="title"/>
          </p:nvPr>
        </p:nvSpPr>
        <p:spPr>
          <a:xfrm>
            <a:off x="790558" y="18255"/>
            <a:ext cx="10515600" cy="1325563"/>
          </a:xfrm>
        </p:spPr>
        <p:txBody>
          <a:bodyPr/>
          <a:lstStyle/>
          <a:p>
            <a:r>
              <a:rPr lang="en-US" noProof="0" dirty="0">
                <a:solidFill>
                  <a:srgbClr val="7E0029"/>
                </a:solidFill>
                <a:latin typeface="Roboto" panose="02000000000000000000" pitchFamily="2" charset="0"/>
                <a:ea typeface="Roboto" panose="02000000000000000000" pitchFamily="2" charset="0"/>
                <a:cs typeface="Roboto" panose="02000000000000000000" pitchFamily="2" charset="0"/>
              </a:rPr>
              <a:t>User-oriented Pricings</a:t>
            </a:r>
          </a:p>
        </p:txBody>
      </p:sp>
      <p:sp>
        <p:nvSpPr>
          <p:cNvPr id="32" name="CuadroTexto 31">
            <a:extLst>
              <a:ext uri="{FF2B5EF4-FFF2-40B4-BE49-F238E27FC236}">
                <a16:creationId xmlns:a16="http://schemas.microsoft.com/office/drawing/2014/main" id="{3B8A8771-2C3C-4FA8-9B0F-268CDA557895}"/>
              </a:ext>
            </a:extLst>
          </p:cNvPr>
          <p:cNvSpPr txBox="1"/>
          <p:nvPr/>
        </p:nvSpPr>
        <p:spPr>
          <a:xfrm>
            <a:off x="0" y="6316525"/>
            <a:ext cx="9114803" cy="523220"/>
          </a:xfrm>
          <a:prstGeom prst="rect">
            <a:avLst/>
          </a:prstGeom>
          <a:noFill/>
        </p:spPr>
        <p:txBody>
          <a:bodyPr wrap="none" rtlCol="0">
            <a:spAutoFit/>
          </a:bodyPr>
          <a:lstStyle/>
          <a:p>
            <a:r>
              <a:rPr lang="es-ES" sz="1400" dirty="0"/>
              <a:t>García-Fernández, A., Parejo, J. A., &amp; Ruiz-Cortés, A. (2024, May). Pricing4saas: </a:t>
            </a:r>
            <a:r>
              <a:rPr lang="es-ES" sz="1400" dirty="0" err="1"/>
              <a:t>towards</a:t>
            </a:r>
            <a:r>
              <a:rPr lang="es-ES" sz="1400" dirty="0"/>
              <a:t> a </a:t>
            </a:r>
            <a:r>
              <a:rPr lang="es-ES" sz="1400" dirty="0" err="1"/>
              <a:t>pricing</a:t>
            </a:r>
            <a:r>
              <a:rPr lang="es-ES" sz="1400" dirty="0"/>
              <a:t> </a:t>
            </a:r>
            <a:r>
              <a:rPr lang="es-ES" sz="1400" dirty="0" err="1"/>
              <a:t>model</a:t>
            </a:r>
            <a:r>
              <a:rPr lang="es-ES" sz="1400" dirty="0"/>
              <a:t> </a:t>
            </a:r>
            <a:r>
              <a:rPr lang="es-ES" sz="1400" dirty="0" err="1"/>
              <a:t>to</a:t>
            </a:r>
            <a:r>
              <a:rPr lang="es-ES" sz="1400" dirty="0"/>
              <a:t> drive </a:t>
            </a:r>
            <a:r>
              <a:rPr lang="es-ES" sz="1400" dirty="0" err="1"/>
              <a:t>the</a:t>
            </a:r>
            <a:r>
              <a:rPr lang="es-ES" sz="1400" dirty="0"/>
              <a:t> </a:t>
            </a:r>
            <a:r>
              <a:rPr lang="es-ES" sz="1400" dirty="0" err="1"/>
              <a:t>operation</a:t>
            </a:r>
            <a:r>
              <a:rPr lang="es-ES" sz="1400" dirty="0"/>
              <a:t> </a:t>
            </a:r>
            <a:r>
              <a:rPr lang="es-ES" sz="1400" dirty="0" err="1"/>
              <a:t>of</a:t>
            </a:r>
            <a:r>
              <a:rPr lang="es-ES" sz="1400" dirty="0"/>
              <a:t> </a:t>
            </a:r>
            <a:r>
              <a:rPr lang="es-ES" sz="1400" dirty="0" err="1"/>
              <a:t>saas</a:t>
            </a:r>
            <a:r>
              <a:rPr lang="es-ES" sz="1400" dirty="0"/>
              <a:t>. </a:t>
            </a:r>
          </a:p>
          <a:p>
            <a:r>
              <a:rPr lang="es-ES" sz="1400" dirty="0"/>
              <a:t>In </a:t>
            </a:r>
            <a:r>
              <a:rPr lang="es-ES" sz="1400" i="1" dirty="0"/>
              <a:t>International </a:t>
            </a:r>
            <a:r>
              <a:rPr lang="es-ES" sz="1400" i="1" dirty="0" err="1"/>
              <a:t>Conference</a:t>
            </a:r>
            <a:r>
              <a:rPr lang="es-ES" sz="1400" i="1" dirty="0"/>
              <a:t> </a:t>
            </a:r>
            <a:r>
              <a:rPr lang="es-ES" sz="1400" i="1" dirty="0" err="1"/>
              <a:t>on</a:t>
            </a:r>
            <a:r>
              <a:rPr lang="es-ES" sz="1400" i="1" dirty="0"/>
              <a:t> </a:t>
            </a:r>
            <a:r>
              <a:rPr lang="es-ES" sz="1400" i="1" dirty="0" err="1"/>
              <a:t>Advanced</a:t>
            </a:r>
            <a:r>
              <a:rPr lang="es-ES" sz="1400" i="1" dirty="0"/>
              <a:t> </a:t>
            </a:r>
            <a:r>
              <a:rPr lang="es-ES" sz="1400" i="1" dirty="0" err="1"/>
              <a:t>Information</a:t>
            </a:r>
            <a:r>
              <a:rPr lang="es-ES" sz="1400" i="1" dirty="0"/>
              <a:t> </a:t>
            </a:r>
            <a:r>
              <a:rPr lang="es-ES" sz="1400" i="1" dirty="0" err="1"/>
              <a:t>Systems</a:t>
            </a:r>
            <a:r>
              <a:rPr lang="es-ES" sz="1400" i="1" dirty="0"/>
              <a:t> </a:t>
            </a:r>
            <a:r>
              <a:rPr lang="es-ES" sz="1400" i="1" dirty="0" err="1"/>
              <a:t>Engineering</a:t>
            </a:r>
            <a:r>
              <a:rPr lang="es-ES" sz="1400" dirty="0"/>
              <a:t> (pp. 47-54). Cham: Springer </a:t>
            </a:r>
            <a:r>
              <a:rPr lang="es-ES" sz="1400" dirty="0" err="1"/>
              <a:t>Nature</a:t>
            </a:r>
            <a:r>
              <a:rPr lang="es-ES" sz="1400" dirty="0"/>
              <a:t> </a:t>
            </a:r>
            <a:r>
              <a:rPr lang="es-ES" sz="1400" dirty="0" err="1"/>
              <a:t>Switzerland</a:t>
            </a:r>
            <a:r>
              <a:rPr lang="es-ES" sz="1400" dirty="0"/>
              <a:t>.</a:t>
            </a:r>
            <a:endParaRPr lang="es-ES_tradnl" sz="1400" dirty="0"/>
          </a:p>
        </p:txBody>
      </p:sp>
      <p:sp>
        <p:nvSpPr>
          <p:cNvPr id="17" name="CuadroTexto 16">
            <a:extLst>
              <a:ext uri="{FF2B5EF4-FFF2-40B4-BE49-F238E27FC236}">
                <a16:creationId xmlns:a16="http://schemas.microsoft.com/office/drawing/2014/main" id="{8EBB9D7B-48F9-49D9-BCF8-EBD3AF241499}"/>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4</a:t>
            </a:r>
          </a:p>
        </p:txBody>
      </p:sp>
    </p:spTree>
    <p:extLst>
      <p:ext uri="{BB962C8B-B14F-4D97-AF65-F5344CB8AC3E}">
        <p14:creationId xmlns:p14="http://schemas.microsoft.com/office/powerpoint/2010/main" val="749023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500">
        <p159:morph option="byObject"/>
      </p:transition>
    </mc:Choice>
    <mc:Fallback xmlns="">
      <p:transition spd="slow" advTm="15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B276-B1EC-152E-619D-A5602FD35FAC}"/>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5F780712-514D-B3CC-D1E7-3B436E8BE8B2}"/>
              </a:ext>
            </a:extLst>
          </p:cNvPr>
          <p:cNvPicPr>
            <a:picLocks noChangeAspect="1"/>
          </p:cNvPicPr>
          <p:nvPr/>
        </p:nvPicPr>
        <p:blipFill>
          <a:blip r:embed="rId3"/>
          <a:stretch>
            <a:fillRect/>
          </a:stretch>
        </p:blipFill>
        <p:spPr>
          <a:xfrm>
            <a:off x="1685348" y="1604579"/>
            <a:ext cx="5609138" cy="3945411"/>
          </a:xfrm>
          <a:prstGeom prst="rect">
            <a:avLst/>
          </a:prstGeom>
        </p:spPr>
      </p:pic>
      <p:pic>
        <p:nvPicPr>
          <p:cNvPr id="3" name="Imagen 2">
            <a:extLst>
              <a:ext uri="{FF2B5EF4-FFF2-40B4-BE49-F238E27FC236}">
                <a16:creationId xmlns:a16="http://schemas.microsoft.com/office/drawing/2014/main" id="{3A2A1C1E-D8AB-70F4-5FD3-81F33CCE8597}"/>
              </a:ext>
            </a:extLst>
          </p:cNvPr>
          <p:cNvPicPr>
            <a:picLocks noChangeAspect="1"/>
          </p:cNvPicPr>
          <p:nvPr/>
        </p:nvPicPr>
        <p:blipFill>
          <a:blip r:embed="rId4"/>
          <a:stretch>
            <a:fillRect/>
          </a:stretch>
        </p:blipFill>
        <p:spPr>
          <a:xfrm>
            <a:off x="2822332" y="3040665"/>
            <a:ext cx="409161" cy="409161"/>
          </a:xfrm>
          <a:prstGeom prst="rect">
            <a:avLst/>
          </a:prstGeom>
        </p:spPr>
      </p:pic>
      <p:pic>
        <p:nvPicPr>
          <p:cNvPr id="5" name="Imagen 4">
            <a:extLst>
              <a:ext uri="{FF2B5EF4-FFF2-40B4-BE49-F238E27FC236}">
                <a16:creationId xmlns:a16="http://schemas.microsoft.com/office/drawing/2014/main" id="{368FC14A-7353-A0B6-11F1-55F485FDCC01}"/>
              </a:ext>
            </a:extLst>
          </p:cNvPr>
          <p:cNvPicPr>
            <a:picLocks noChangeAspect="1"/>
          </p:cNvPicPr>
          <p:nvPr/>
        </p:nvPicPr>
        <p:blipFill>
          <a:blip r:embed="rId5"/>
          <a:stretch>
            <a:fillRect/>
          </a:stretch>
        </p:blipFill>
        <p:spPr>
          <a:xfrm>
            <a:off x="2824296" y="2524362"/>
            <a:ext cx="405780" cy="405780"/>
          </a:xfrm>
          <a:prstGeom prst="rect">
            <a:avLst/>
          </a:prstGeom>
        </p:spPr>
      </p:pic>
      <p:pic>
        <p:nvPicPr>
          <p:cNvPr id="6" name="Imagen 5">
            <a:extLst>
              <a:ext uri="{FF2B5EF4-FFF2-40B4-BE49-F238E27FC236}">
                <a16:creationId xmlns:a16="http://schemas.microsoft.com/office/drawing/2014/main" id="{BF750637-A39A-9140-54E0-28FD2CDF1599}"/>
              </a:ext>
            </a:extLst>
          </p:cNvPr>
          <p:cNvPicPr>
            <a:picLocks noChangeAspect="1"/>
          </p:cNvPicPr>
          <p:nvPr/>
        </p:nvPicPr>
        <p:blipFill>
          <a:blip r:embed="rId6"/>
          <a:stretch>
            <a:fillRect/>
          </a:stretch>
        </p:blipFill>
        <p:spPr>
          <a:xfrm>
            <a:off x="2001275" y="3030031"/>
            <a:ext cx="362861" cy="362861"/>
          </a:xfrm>
          <a:prstGeom prst="rect">
            <a:avLst/>
          </a:prstGeom>
        </p:spPr>
      </p:pic>
      <p:pic>
        <p:nvPicPr>
          <p:cNvPr id="7" name="Imagen 6">
            <a:extLst>
              <a:ext uri="{FF2B5EF4-FFF2-40B4-BE49-F238E27FC236}">
                <a16:creationId xmlns:a16="http://schemas.microsoft.com/office/drawing/2014/main" id="{0F81FD39-EFAD-C956-1C1D-1B4EC1019B77}"/>
              </a:ext>
            </a:extLst>
          </p:cNvPr>
          <p:cNvPicPr>
            <a:picLocks noChangeAspect="1"/>
          </p:cNvPicPr>
          <p:nvPr/>
        </p:nvPicPr>
        <p:blipFill>
          <a:blip r:embed="rId7"/>
          <a:stretch>
            <a:fillRect/>
          </a:stretch>
        </p:blipFill>
        <p:spPr>
          <a:xfrm>
            <a:off x="4755582" y="3636234"/>
            <a:ext cx="362861" cy="362861"/>
          </a:xfrm>
          <a:prstGeom prst="rect">
            <a:avLst/>
          </a:prstGeom>
        </p:spPr>
      </p:pic>
      <p:pic>
        <p:nvPicPr>
          <p:cNvPr id="8" name="Imagen 7">
            <a:extLst>
              <a:ext uri="{FF2B5EF4-FFF2-40B4-BE49-F238E27FC236}">
                <a16:creationId xmlns:a16="http://schemas.microsoft.com/office/drawing/2014/main" id="{BAAC43CF-0FF0-0AAF-6080-F414D3174BD0}"/>
              </a:ext>
            </a:extLst>
          </p:cNvPr>
          <p:cNvPicPr>
            <a:picLocks noChangeAspect="1"/>
          </p:cNvPicPr>
          <p:nvPr/>
        </p:nvPicPr>
        <p:blipFill>
          <a:blip r:embed="rId4"/>
          <a:stretch>
            <a:fillRect/>
          </a:stretch>
        </p:blipFill>
        <p:spPr>
          <a:xfrm>
            <a:off x="4744735" y="3038018"/>
            <a:ext cx="409161" cy="409161"/>
          </a:xfrm>
          <a:prstGeom prst="rect">
            <a:avLst/>
          </a:prstGeom>
        </p:spPr>
      </p:pic>
      <p:pic>
        <p:nvPicPr>
          <p:cNvPr id="9" name="Imagen 8">
            <a:extLst>
              <a:ext uri="{FF2B5EF4-FFF2-40B4-BE49-F238E27FC236}">
                <a16:creationId xmlns:a16="http://schemas.microsoft.com/office/drawing/2014/main" id="{04E70A6D-2330-5A8B-0C43-CB6A87267B88}"/>
              </a:ext>
            </a:extLst>
          </p:cNvPr>
          <p:cNvPicPr>
            <a:picLocks noChangeAspect="1"/>
          </p:cNvPicPr>
          <p:nvPr/>
        </p:nvPicPr>
        <p:blipFill>
          <a:blip r:embed="rId5"/>
          <a:stretch>
            <a:fillRect/>
          </a:stretch>
        </p:blipFill>
        <p:spPr>
          <a:xfrm>
            <a:off x="4748116" y="2471730"/>
            <a:ext cx="405780" cy="405780"/>
          </a:xfrm>
          <a:prstGeom prst="rect">
            <a:avLst/>
          </a:prstGeom>
        </p:spPr>
      </p:pic>
      <p:pic>
        <p:nvPicPr>
          <p:cNvPr id="10" name="Imagen 9">
            <a:extLst>
              <a:ext uri="{FF2B5EF4-FFF2-40B4-BE49-F238E27FC236}">
                <a16:creationId xmlns:a16="http://schemas.microsoft.com/office/drawing/2014/main" id="{60CB41D2-960E-46C2-3E59-CC19F68926B7}"/>
              </a:ext>
            </a:extLst>
          </p:cNvPr>
          <p:cNvPicPr>
            <a:picLocks noChangeAspect="1"/>
          </p:cNvPicPr>
          <p:nvPr/>
        </p:nvPicPr>
        <p:blipFill>
          <a:blip r:embed="rId6"/>
          <a:stretch>
            <a:fillRect/>
          </a:stretch>
        </p:blipFill>
        <p:spPr>
          <a:xfrm>
            <a:off x="3922066" y="3067296"/>
            <a:ext cx="362861" cy="362861"/>
          </a:xfrm>
          <a:prstGeom prst="rect">
            <a:avLst/>
          </a:prstGeom>
        </p:spPr>
      </p:pic>
      <p:pic>
        <p:nvPicPr>
          <p:cNvPr id="11" name="Imagen 10">
            <a:extLst>
              <a:ext uri="{FF2B5EF4-FFF2-40B4-BE49-F238E27FC236}">
                <a16:creationId xmlns:a16="http://schemas.microsoft.com/office/drawing/2014/main" id="{6137DA9E-2184-3871-B2C5-6984E006BF21}"/>
              </a:ext>
            </a:extLst>
          </p:cNvPr>
          <p:cNvPicPr>
            <a:picLocks noChangeAspect="1"/>
          </p:cNvPicPr>
          <p:nvPr/>
        </p:nvPicPr>
        <p:blipFill>
          <a:blip r:embed="rId8"/>
          <a:stretch>
            <a:fillRect/>
          </a:stretch>
        </p:blipFill>
        <p:spPr>
          <a:xfrm>
            <a:off x="5685578" y="4288464"/>
            <a:ext cx="362861" cy="362861"/>
          </a:xfrm>
          <a:prstGeom prst="rect">
            <a:avLst/>
          </a:prstGeom>
        </p:spPr>
      </p:pic>
      <p:pic>
        <p:nvPicPr>
          <p:cNvPr id="12" name="Imagen 11">
            <a:extLst>
              <a:ext uri="{FF2B5EF4-FFF2-40B4-BE49-F238E27FC236}">
                <a16:creationId xmlns:a16="http://schemas.microsoft.com/office/drawing/2014/main" id="{6CBDB5DD-0C6E-B4B5-70CE-71DFA6EECB1A}"/>
              </a:ext>
            </a:extLst>
          </p:cNvPr>
          <p:cNvPicPr>
            <a:picLocks noChangeAspect="1"/>
          </p:cNvPicPr>
          <p:nvPr/>
        </p:nvPicPr>
        <p:blipFill>
          <a:blip r:embed="rId9"/>
          <a:stretch>
            <a:fillRect/>
          </a:stretch>
        </p:blipFill>
        <p:spPr>
          <a:xfrm>
            <a:off x="6641693" y="4274597"/>
            <a:ext cx="316061" cy="316061"/>
          </a:xfrm>
          <a:prstGeom prst="rect">
            <a:avLst/>
          </a:prstGeom>
        </p:spPr>
      </p:pic>
      <p:pic>
        <p:nvPicPr>
          <p:cNvPr id="13" name="Imagen 12">
            <a:extLst>
              <a:ext uri="{FF2B5EF4-FFF2-40B4-BE49-F238E27FC236}">
                <a16:creationId xmlns:a16="http://schemas.microsoft.com/office/drawing/2014/main" id="{F9DF0B61-8279-934F-B85C-414BC7AB3832}"/>
              </a:ext>
            </a:extLst>
          </p:cNvPr>
          <p:cNvPicPr>
            <a:picLocks noChangeAspect="1"/>
          </p:cNvPicPr>
          <p:nvPr/>
        </p:nvPicPr>
        <p:blipFill>
          <a:blip r:embed="rId7"/>
          <a:stretch>
            <a:fillRect/>
          </a:stretch>
        </p:blipFill>
        <p:spPr>
          <a:xfrm>
            <a:off x="6614563" y="3633004"/>
            <a:ext cx="362861" cy="362861"/>
          </a:xfrm>
          <a:prstGeom prst="rect">
            <a:avLst/>
          </a:prstGeom>
        </p:spPr>
      </p:pic>
      <p:pic>
        <p:nvPicPr>
          <p:cNvPr id="14" name="Imagen 13">
            <a:extLst>
              <a:ext uri="{FF2B5EF4-FFF2-40B4-BE49-F238E27FC236}">
                <a16:creationId xmlns:a16="http://schemas.microsoft.com/office/drawing/2014/main" id="{F8F6D312-F4F0-A44C-0081-DC4781F2E6F5}"/>
              </a:ext>
            </a:extLst>
          </p:cNvPr>
          <p:cNvPicPr>
            <a:picLocks noChangeAspect="1"/>
          </p:cNvPicPr>
          <p:nvPr/>
        </p:nvPicPr>
        <p:blipFill>
          <a:blip r:embed="rId10"/>
          <a:stretch>
            <a:fillRect/>
          </a:stretch>
        </p:blipFill>
        <p:spPr>
          <a:xfrm>
            <a:off x="5685578" y="3651227"/>
            <a:ext cx="362861" cy="362861"/>
          </a:xfrm>
          <a:prstGeom prst="rect">
            <a:avLst/>
          </a:prstGeom>
        </p:spPr>
      </p:pic>
      <p:pic>
        <p:nvPicPr>
          <p:cNvPr id="15" name="Imagen 14">
            <a:extLst>
              <a:ext uri="{FF2B5EF4-FFF2-40B4-BE49-F238E27FC236}">
                <a16:creationId xmlns:a16="http://schemas.microsoft.com/office/drawing/2014/main" id="{CF53F8D2-9C8B-E7E5-C93A-9A2C280A1EE1}"/>
              </a:ext>
            </a:extLst>
          </p:cNvPr>
          <p:cNvPicPr>
            <a:picLocks noChangeAspect="1"/>
          </p:cNvPicPr>
          <p:nvPr/>
        </p:nvPicPr>
        <p:blipFill>
          <a:blip r:embed="rId4"/>
          <a:stretch>
            <a:fillRect/>
          </a:stretch>
        </p:blipFill>
        <p:spPr>
          <a:xfrm>
            <a:off x="6605664" y="3030031"/>
            <a:ext cx="409161" cy="409161"/>
          </a:xfrm>
          <a:prstGeom prst="rect">
            <a:avLst/>
          </a:prstGeom>
        </p:spPr>
      </p:pic>
      <p:pic>
        <p:nvPicPr>
          <p:cNvPr id="25" name="Imagen 24">
            <a:extLst>
              <a:ext uri="{FF2B5EF4-FFF2-40B4-BE49-F238E27FC236}">
                <a16:creationId xmlns:a16="http://schemas.microsoft.com/office/drawing/2014/main" id="{73B8821C-08C2-0D31-2EF1-0FA993301640}"/>
              </a:ext>
            </a:extLst>
          </p:cNvPr>
          <p:cNvPicPr>
            <a:picLocks noChangeAspect="1"/>
          </p:cNvPicPr>
          <p:nvPr/>
        </p:nvPicPr>
        <p:blipFill>
          <a:blip r:embed="rId5"/>
          <a:stretch>
            <a:fillRect/>
          </a:stretch>
        </p:blipFill>
        <p:spPr>
          <a:xfrm>
            <a:off x="6609045" y="2434390"/>
            <a:ext cx="405780" cy="405780"/>
          </a:xfrm>
          <a:prstGeom prst="rect">
            <a:avLst/>
          </a:prstGeom>
        </p:spPr>
      </p:pic>
      <p:pic>
        <p:nvPicPr>
          <p:cNvPr id="26" name="Imagen 25">
            <a:extLst>
              <a:ext uri="{FF2B5EF4-FFF2-40B4-BE49-F238E27FC236}">
                <a16:creationId xmlns:a16="http://schemas.microsoft.com/office/drawing/2014/main" id="{CDEB1796-54F0-A36C-1D4B-BEBE8A26772D}"/>
              </a:ext>
            </a:extLst>
          </p:cNvPr>
          <p:cNvPicPr>
            <a:picLocks noChangeAspect="1"/>
          </p:cNvPicPr>
          <p:nvPr/>
        </p:nvPicPr>
        <p:blipFill>
          <a:blip r:embed="rId6"/>
          <a:stretch>
            <a:fillRect/>
          </a:stretch>
        </p:blipFill>
        <p:spPr>
          <a:xfrm>
            <a:off x="5688552" y="3081879"/>
            <a:ext cx="362861" cy="362861"/>
          </a:xfrm>
          <a:prstGeom prst="rect">
            <a:avLst/>
          </a:prstGeom>
        </p:spPr>
      </p:pic>
      <p:pic>
        <p:nvPicPr>
          <p:cNvPr id="27" name="Imagen 26">
            <a:extLst>
              <a:ext uri="{FF2B5EF4-FFF2-40B4-BE49-F238E27FC236}">
                <a16:creationId xmlns:a16="http://schemas.microsoft.com/office/drawing/2014/main" id="{5A02AEE7-F321-8E5F-87C2-F84E9B03CD33}"/>
              </a:ext>
            </a:extLst>
          </p:cNvPr>
          <p:cNvPicPr>
            <a:picLocks noChangeAspect="1"/>
          </p:cNvPicPr>
          <p:nvPr/>
        </p:nvPicPr>
        <p:blipFill>
          <a:blip r:embed="rId11"/>
          <a:stretch>
            <a:fillRect/>
          </a:stretch>
        </p:blipFill>
        <p:spPr>
          <a:xfrm>
            <a:off x="1969668" y="2484488"/>
            <a:ext cx="394432" cy="401048"/>
          </a:xfrm>
          <a:prstGeom prst="rect">
            <a:avLst/>
          </a:prstGeom>
        </p:spPr>
      </p:pic>
      <p:pic>
        <p:nvPicPr>
          <p:cNvPr id="28" name="Imagen 27">
            <a:extLst>
              <a:ext uri="{FF2B5EF4-FFF2-40B4-BE49-F238E27FC236}">
                <a16:creationId xmlns:a16="http://schemas.microsoft.com/office/drawing/2014/main" id="{C7413FCA-4863-8F16-1C4F-CC1C185E958C}"/>
              </a:ext>
            </a:extLst>
          </p:cNvPr>
          <p:cNvPicPr>
            <a:picLocks noChangeAspect="1"/>
          </p:cNvPicPr>
          <p:nvPr/>
        </p:nvPicPr>
        <p:blipFill>
          <a:blip r:embed="rId10"/>
          <a:stretch>
            <a:fillRect/>
          </a:stretch>
        </p:blipFill>
        <p:spPr>
          <a:xfrm>
            <a:off x="3913409" y="3623832"/>
            <a:ext cx="371518" cy="378962"/>
          </a:xfrm>
          <a:prstGeom prst="rect">
            <a:avLst/>
          </a:prstGeom>
        </p:spPr>
      </p:pic>
      <p:pic>
        <p:nvPicPr>
          <p:cNvPr id="29" name="Imagen 28">
            <a:extLst>
              <a:ext uri="{FF2B5EF4-FFF2-40B4-BE49-F238E27FC236}">
                <a16:creationId xmlns:a16="http://schemas.microsoft.com/office/drawing/2014/main" id="{BEBC0879-EF22-E496-02C2-890B772C96F4}"/>
              </a:ext>
            </a:extLst>
          </p:cNvPr>
          <p:cNvPicPr>
            <a:picLocks noChangeAspect="1"/>
          </p:cNvPicPr>
          <p:nvPr/>
        </p:nvPicPr>
        <p:blipFill>
          <a:blip r:embed="rId11"/>
          <a:stretch>
            <a:fillRect/>
          </a:stretch>
        </p:blipFill>
        <p:spPr>
          <a:xfrm>
            <a:off x="3895344" y="2452887"/>
            <a:ext cx="404548" cy="438046"/>
          </a:xfrm>
          <a:prstGeom prst="rect">
            <a:avLst/>
          </a:prstGeom>
        </p:spPr>
      </p:pic>
      <p:pic>
        <p:nvPicPr>
          <p:cNvPr id="30" name="Imagen 29">
            <a:extLst>
              <a:ext uri="{FF2B5EF4-FFF2-40B4-BE49-F238E27FC236}">
                <a16:creationId xmlns:a16="http://schemas.microsoft.com/office/drawing/2014/main" id="{B725108D-5FDF-7A7B-05FB-A801B2013BC5}"/>
              </a:ext>
            </a:extLst>
          </p:cNvPr>
          <p:cNvPicPr>
            <a:picLocks noChangeAspect="1"/>
          </p:cNvPicPr>
          <p:nvPr/>
        </p:nvPicPr>
        <p:blipFill>
          <a:blip r:embed="rId11"/>
          <a:stretch>
            <a:fillRect/>
          </a:stretch>
        </p:blipFill>
        <p:spPr>
          <a:xfrm>
            <a:off x="5661007" y="2434390"/>
            <a:ext cx="419289" cy="435454"/>
          </a:xfrm>
          <a:prstGeom prst="rect">
            <a:avLst/>
          </a:prstGeom>
        </p:spPr>
      </p:pic>
      <p:pic>
        <p:nvPicPr>
          <p:cNvPr id="16" name="Imagen 15">
            <a:extLst>
              <a:ext uri="{FF2B5EF4-FFF2-40B4-BE49-F238E27FC236}">
                <a16:creationId xmlns:a16="http://schemas.microsoft.com/office/drawing/2014/main" id="{755AD5C5-AC39-D520-CCC2-AEC19AC5C1FE}"/>
              </a:ext>
            </a:extLst>
          </p:cNvPr>
          <p:cNvPicPr>
            <a:picLocks noChangeAspect="1"/>
          </p:cNvPicPr>
          <p:nvPr/>
        </p:nvPicPr>
        <p:blipFill>
          <a:blip r:embed="rId12"/>
          <a:stretch>
            <a:fillRect/>
          </a:stretch>
        </p:blipFill>
        <p:spPr>
          <a:xfrm>
            <a:off x="7837990" y="2010569"/>
            <a:ext cx="303749" cy="365439"/>
          </a:xfrm>
          <a:prstGeom prst="rect">
            <a:avLst/>
          </a:prstGeom>
        </p:spPr>
      </p:pic>
      <p:pic>
        <p:nvPicPr>
          <p:cNvPr id="17" name="Imagen 16">
            <a:extLst>
              <a:ext uri="{FF2B5EF4-FFF2-40B4-BE49-F238E27FC236}">
                <a16:creationId xmlns:a16="http://schemas.microsoft.com/office/drawing/2014/main" id="{FDE15BEB-5A73-09BD-377F-103A113E041D}"/>
              </a:ext>
            </a:extLst>
          </p:cNvPr>
          <p:cNvPicPr>
            <a:picLocks noChangeAspect="1"/>
          </p:cNvPicPr>
          <p:nvPr/>
        </p:nvPicPr>
        <p:blipFill>
          <a:blip r:embed="rId12"/>
          <a:stretch>
            <a:fillRect/>
          </a:stretch>
        </p:blipFill>
        <p:spPr>
          <a:xfrm>
            <a:off x="7834988" y="2016591"/>
            <a:ext cx="312010" cy="353621"/>
          </a:xfrm>
          <a:prstGeom prst="rect">
            <a:avLst/>
          </a:prstGeom>
        </p:spPr>
      </p:pic>
      <p:pic>
        <p:nvPicPr>
          <p:cNvPr id="18" name="Imagen 17">
            <a:extLst>
              <a:ext uri="{FF2B5EF4-FFF2-40B4-BE49-F238E27FC236}">
                <a16:creationId xmlns:a16="http://schemas.microsoft.com/office/drawing/2014/main" id="{06B164B5-5BC4-0BF8-A33C-220A9763FEED}"/>
              </a:ext>
            </a:extLst>
          </p:cNvPr>
          <p:cNvPicPr>
            <a:picLocks noChangeAspect="1"/>
          </p:cNvPicPr>
          <p:nvPr/>
        </p:nvPicPr>
        <p:blipFill>
          <a:blip r:embed="rId13"/>
          <a:stretch>
            <a:fillRect/>
          </a:stretch>
        </p:blipFill>
        <p:spPr>
          <a:xfrm>
            <a:off x="7835733" y="1600598"/>
            <a:ext cx="311265" cy="359185"/>
          </a:xfrm>
          <a:prstGeom prst="rect">
            <a:avLst/>
          </a:prstGeom>
        </p:spPr>
      </p:pic>
      <p:pic>
        <p:nvPicPr>
          <p:cNvPr id="19" name="Imagen 18">
            <a:extLst>
              <a:ext uri="{FF2B5EF4-FFF2-40B4-BE49-F238E27FC236}">
                <a16:creationId xmlns:a16="http://schemas.microsoft.com/office/drawing/2014/main" id="{91A8D7E3-B040-26E9-DD79-921049EF1684}"/>
              </a:ext>
            </a:extLst>
          </p:cNvPr>
          <p:cNvPicPr>
            <a:picLocks noChangeAspect="1"/>
          </p:cNvPicPr>
          <p:nvPr/>
        </p:nvPicPr>
        <p:blipFill>
          <a:blip r:embed="rId14"/>
          <a:stretch>
            <a:fillRect/>
          </a:stretch>
        </p:blipFill>
        <p:spPr>
          <a:xfrm>
            <a:off x="7783123" y="2540451"/>
            <a:ext cx="353261" cy="359185"/>
          </a:xfrm>
          <a:prstGeom prst="rect">
            <a:avLst/>
          </a:prstGeom>
        </p:spPr>
      </p:pic>
      <p:pic>
        <p:nvPicPr>
          <p:cNvPr id="22" name="Imagen 21">
            <a:extLst>
              <a:ext uri="{FF2B5EF4-FFF2-40B4-BE49-F238E27FC236}">
                <a16:creationId xmlns:a16="http://schemas.microsoft.com/office/drawing/2014/main" id="{0C41738A-4247-4ADB-9DE8-09A9E6A02383}"/>
              </a:ext>
            </a:extLst>
          </p:cNvPr>
          <p:cNvPicPr>
            <a:picLocks noChangeAspect="1"/>
          </p:cNvPicPr>
          <p:nvPr/>
        </p:nvPicPr>
        <p:blipFill>
          <a:blip r:embed="rId15"/>
          <a:stretch>
            <a:fillRect/>
          </a:stretch>
        </p:blipFill>
        <p:spPr>
          <a:xfrm>
            <a:off x="7624010" y="1114291"/>
            <a:ext cx="2521835" cy="1932688"/>
          </a:xfrm>
          <a:prstGeom prst="rect">
            <a:avLst/>
          </a:prstGeom>
        </p:spPr>
      </p:pic>
      <p:sp>
        <p:nvSpPr>
          <p:cNvPr id="4" name="Título 1">
            <a:extLst>
              <a:ext uri="{FF2B5EF4-FFF2-40B4-BE49-F238E27FC236}">
                <a16:creationId xmlns:a16="http://schemas.microsoft.com/office/drawing/2014/main" id="{9236637A-3BB4-A8C0-180B-DC30AD762721}"/>
              </a:ext>
            </a:extLst>
          </p:cNvPr>
          <p:cNvSpPr>
            <a:spLocks noGrp="1"/>
          </p:cNvSpPr>
          <p:nvPr>
            <p:ph type="title"/>
          </p:nvPr>
        </p:nvSpPr>
        <p:spPr>
          <a:xfrm>
            <a:off x="790558" y="18255"/>
            <a:ext cx="10515600" cy="1325563"/>
          </a:xfrm>
        </p:spPr>
        <p:txBody>
          <a:bodyPr/>
          <a:lstStyle/>
          <a:p>
            <a:r>
              <a:rPr lang="en-US" noProof="0" dirty="0">
                <a:solidFill>
                  <a:srgbClr val="7E0029"/>
                </a:solidFill>
                <a:latin typeface="Roboto" panose="02000000000000000000" pitchFamily="2" charset="0"/>
                <a:ea typeface="Roboto" panose="02000000000000000000" pitchFamily="2" charset="0"/>
                <a:cs typeface="Roboto" panose="02000000000000000000" pitchFamily="2" charset="0"/>
              </a:rPr>
              <a:t>User-oriented Pricings</a:t>
            </a:r>
            <a:endParaRPr lang="en-US" b="1" noProof="0"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
        <p:nvSpPr>
          <p:cNvPr id="20" name="CuadroTexto 19">
            <a:extLst>
              <a:ext uri="{FF2B5EF4-FFF2-40B4-BE49-F238E27FC236}">
                <a16:creationId xmlns:a16="http://schemas.microsoft.com/office/drawing/2014/main" id="{B1D83EC2-B007-7F1E-C60F-048103D9A04B}"/>
              </a:ext>
            </a:extLst>
          </p:cNvPr>
          <p:cNvSpPr txBox="1"/>
          <p:nvPr/>
        </p:nvSpPr>
        <p:spPr>
          <a:xfrm>
            <a:off x="0" y="6316525"/>
            <a:ext cx="9114803" cy="523220"/>
          </a:xfrm>
          <a:prstGeom prst="rect">
            <a:avLst/>
          </a:prstGeom>
          <a:noFill/>
        </p:spPr>
        <p:txBody>
          <a:bodyPr wrap="none" rtlCol="0">
            <a:spAutoFit/>
          </a:bodyPr>
          <a:lstStyle/>
          <a:p>
            <a:r>
              <a:rPr lang="es-ES" sz="1400" dirty="0"/>
              <a:t>García-Fernández, A., Parejo, J. A., &amp; Ruiz-Cortés, A. (2024, May). Pricing4saas: </a:t>
            </a:r>
            <a:r>
              <a:rPr lang="es-ES" sz="1400" dirty="0" err="1"/>
              <a:t>towards</a:t>
            </a:r>
            <a:r>
              <a:rPr lang="es-ES" sz="1400" dirty="0"/>
              <a:t> a </a:t>
            </a:r>
            <a:r>
              <a:rPr lang="es-ES" sz="1400" dirty="0" err="1"/>
              <a:t>pricing</a:t>
            </a:r>
            <a:r>
              <a:rPr lang="es-ES" sz="1400" dirty="0"/>
              <a:t> </a:t>
            </a:r>
            <a:r>
              <a:rPr lang="es-ES" sz="1400" dirty="0" err="1"/>
              <a:t>model</a:t>
            </a:r>
            <a:r>
              <a:rPr lang="es-ES" sz="1400" dirty="0"/>
              <a:t> </a:t>
            </a:r>
            <a:r>
              <a:rPr lang="es-ES" sz="1400" dirty="0" err="1"/>
              <a:t>to</a:t>
            </a:r>
            <a:r>
              <a:rPr lang="es-ES" sz="1400" dirty="0"/>
              <a:t> drive </a:t>
            </a:r>
            <a:r>
              <a:rPr lang="es-ES" sz="1400" dirty="0" err="1"/>
              <a:t>the</a:t>
            </a:r>
            <a:r>
              <a:rPr lang="es-ES" sz="1400" dirty="0"/>
              <a:t> </a:t>
            </a:r>
            <a:r>
              <a:rPr lang="es-ES" sz="1400" dirty="0" err="1"/>
              <a:t>operation</a:t>
            </a:r>
            <a:r>
              <a:rPr lang="es-ES" sz="1400" dirty="0"/>
              <a:t> </a:t>
            </a:r>
            <a:r>
              <a:rPr lang="es-ES" sz="1400" dirty="0" err="1"/>
              <a:t>of</a:t>
            </a:r>
            <a:r>
              <a:rPr lang="es-ES" sz="1400" dirty="0"/>
              <a:t> </a:t>
            </a:r>
            <a:r>
              <a:rPr lang="es-ES" sz="1400" dirty="0" err="1"/>
              <a:t>saas</a:t>
            </a:r>
            <a:r>
              <a:rPr lang="es-ES" sz="1400" dirty="0"/>
              <a:t>. </a:t>
            </a:r>
          </a:p>
          <a:p>
            <a:r>
              <a:rPr lang="es-ES" sz="1400" dirty="0"/>
              <a:t>In </a:t>
            </a:r>
            <a:r>
              <a:rPr lang="es-ES" sz="1400" i="1" dirty="0"/>
              <a:t>International </a:t>
            </a:r>
            <a:r>
              <a:rPr lang="es-ES" sz="1400" i="1" dirty="0" err="1"/>
              <a:t>Conference</a:t>
            </a:r>
            <a:r>
              <a:rPr lang="es-ES" sz="1400" i="1" dirty="0"/>
              <a:t> </a:t>
            </a:r>
            <a:r>
              <a:rPr lang="es-ES" sz="1400" i="1" dirty="0" err="1"/>
              <a:t>on</a:t>
            </a:r>
            <a:r>
              <a:rPr lang="es-ES" sz="1400" i="1" dirty="0"/>
              <a:t> </a:t>
            </a:r>
            <a:r>
              <a:rPr lang="es-ES" sz="1400" i="1" dirty="0" err="1"/>
              <a:t>Advanced</a:t>
            </a:r>
            <a:r>
              <a:rPr lang="es-ES" sz="1400" i="1" dirty="0"/>
              <a:t> </a:t>
            </a:r>
            <a:r>
              <a:rPr lang="es-ES" sz="1400" i="1" dirty="0" err="1"/>
              <a:t>Information</a:t>
            </a:r>
            <a:r>
              <a:rPr lang="es-ES" sz="1400" i="1" dirty="0"/>
              <a:t> </a:t>
            </a:r>
            <a:r>
              <a:rPr lang="es-ES" sz="1400" i="1" dirty="0" err="1"/>
              <a:t>Systems</a:t>
            </a:r>
            <a:r>
              <a:rPr lang="es-ES" sz="1400" i="1" dirty="0"/>
              <a:t> </a:t>
            </a:r>
            <a:r>
              <a:rPr lang="es-ES" sz="1400" i="1" dirty="0" err="1"/>
              <a:t>Engineering</a:t>
            </a:r>
            <a:r>
              <a:rPr lang="es-ES" sz="1400" dirty="0"/>
              <a:t> (pp. 47-54). Cham: Springer </a:t>
            </a:r>
            <a:r>
              <a:rPr lang="es-ES" sz="1400" dirty="0" err="1"/>
              <a:t>Nature</a:t>
            </a:r>
            <a:r>
              <a:rPr lang="es-ES" sz="1400" dirty="0"/>
              <a:t> </a:t>
            </a:r>
            <a:r>
              <a:rPr lang="es-ES" sz="1400" dirty="0" err="1"/>
              <a:t>Switzerland</a:t>
            </a:r>
            <a:r>
              <a:rPr lang="es-ES" sz="1400" dirty="0"/>
              <a:t>.</a:t>
            </a:r>
            <a:endParaRPr lang="es-ES_tradnl" sz="1400" dirty="0"/>
          </a:p>
        </p:txBody>
      </p:sp>
      <p:sp>
        <p:nvSpPr>
          <p:cNvPr id="21" name="CuadroTexto 20">
            <a:extLst>
              <a:ext uri="{FF2B5EF4-FFF2-40B4-BE49-F238E27FC236}">
                <a16:creationId xmlns:a16="http://schemas.microsoft.com/office/drawing/2014/main" id="{5A03B02A-10A8-DCD6-49B6-389FE81415C1}"/>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4</a:t>
            </a:r>
          </a:p>
        </p:txBody>
      </p:sp>
    </p:spTree>
    <p:extLst>
      <p:ext uri="{BB962C8B-B14F-4D97-AF65-F5344CB8AC3E}">
        <p14:creationId xmlns:p14="http://schemas.microsoft.com/office/powerpoint/2010/main" val="1093098315"/>
      </p:ext>
    </p:extLst>
  </p:cSld>
  <p:clrMapOvr>
    <a:masterClrMapping/>
  </p:clrMapOvr>
  <mc:AlternateContent xmlns:mc="http://schemas.openxmlformats.org/markup-compatibility/2006" xmlns:p159="http://schemas.microsoft.com/office/powerpoint/2015/09/main">
    <mc:Choice Requires="p159">
      <p:transition spd="slow" advTm="1500">
        <p159:morph option="byObject"/>
      </p:transition>
    </mc:Choice>
    <mc:Fallback xmlns="">
      <p:transition spd="slow"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2D3B-769F-BC52-AC4B-EA4613C49CFD}"/>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BA348937-7592-A7B6-740B-667E37465CD4}"/>
              </a:ext>
            </a:extLst>
          </p:cNvPr>
          <p:cNvPicPr>
            <a:picLocks noChangeAspect="1"/>
          </p:cNvPicPr>
          <p:nvPr/>
        </p:nvPicPr>
        <p:blipFill>
          <a:blip r:embed="rId3"/>
          <a:stretch>
            <a:fillRect/>
          </a:stretch>
        </p:blipFill>
        <p:spPr>
          <a:xfrm>
            <a:off x="1685348" y="1604579"/>
            <a:ext cx="5609138" cy="3945411"/>
          </a:xfrm>
          <a:prstGeom prst="rect">
            <a:avLst/>
          </a:prstGeom>
        </p:spPr>
      </p:pic>
      <p:pic>
        <p:nvPicPr>
          <p:cNvPr id="3" name="Imagen 2">
            <a:extLst>
              <a:ext uri="{FF2B5EF4-FFF2-40B4-BE49-F238E27FC236}">
                <a16:creationId xmlns:a16="http://schemas.microsoft.com/office/drawing/2014/main" id="{44084CCA-68BC-DE0C-3755-4DCA61FD48B7}"/>
              </a:ext>
            </a:extLst>
          </p:cNvPr>
          <p:cNvPicPr>
            <a:picLocks noChangeAspect="1"/>
          </p:cNvPicPr>
          <p:nvPr/>
        </p:nvPicPr>
        <p:blipFill>
          <a:blip r:embed="rId4"/>
          <a:stretch>
            <a:fillRect/>
          </a:stretch>
        </p:blipFill>
        <p:spPr>
          <a:xfrm>
            <a:off x="2822332" y="3040665"/>
            <a:ext cx="409161" cy="409161"/>
          </a:xfrm>
          <a:prstGeom prst="rect">
            <a:avLst/>
          </a:prstGeom>
        </p:spPr>
      </p:pic>
      <p:pic>
        <p:nvPicPr>
          <p:cNvPr id="5" name="Imagen 4">
            <a:extLst>
              <a:ext uri="{FF2B5EF4-FFF2-40B4-BE49-F238E27FC236}">
                <a16:creationId xmlns:a16="http://schemas.microsoft.com/office/drawing/2014/main" id="{09720EEA-C17B-0ADB-0BA4-F84ACD5487C2}"/>
              </a:ext>
            </a:extLst>
          </p:cNvPr>
          <p:cNvPicPr>
            <a:picLocks noChangeAspect="1"/>
          </p:cNvPicPr>
          <p:nvPr/>
        </p:nvPicPr>
        <p:blipFill>
          <a:blip r:embed="rId5"/>
          <a:stretch>
            <a:fillRect/>
          </a:stretch>
        </p:blipFill>
        <p:spPr>
          <a:xfrm>
            <a:off x="2824296" y="2524362"/>
            <a:ext cx="405780" cy="405780"/>
          </a:xfrm>
          <a:prstGeom prst="rect">
            <a:avLst/>
          </a:prstGeom>
        </p:spPr>
      </p:pic>
      <p:pic>
        <p:nvPicPr>
          <p:cNvPr id="6" name="Imagen 5">
            <a:extLst>
              <a:ext uri="{FF2B5EF4-FFF2-40B4-BE49-F238E27FC236}">
                <a16:creationId xmlns:a16="http://schemas.microsoft.com/office/drawing/2014/main" id="{44E05667-E0A1-157F-6D08-982C0A7B5E0E}"/>
              </a:ext>
            </a:extLst>
          </p:cNvPr>
          <p:cNvPicPr>
            <a:picLocks noChangeAspect="1"/>
          </p:cNvPicPr>
          <p:nvPr/>
        </p:nvPicPr>
        <p:blipFill>
          <a:blip r:embed="rId6"/>
          <a:stretch>
            <a:fillRect/>
          </a:stretch>
        </p:blipFill>
        <p:spPr>
          <a:xfrm>
            <a:off x="2001275" y="3030031"/>
            <a:ext cx="362861" cy="362861"/>
          </a:xfrm>
          <a:prstGeom prst="rect">
            <a:avLst/>
          </a:prstGeom>
        </p:spPr>
      </p:pic>
      <p:pic>
        <p:nvPicPr>
          <p:cNvPr id="7" name="Imagen 6">
            <a:extLst>
              <a:ext uri="{FF2B5EF4-FFF2-40B4-BE49-F238E27FC236}">
                <a16:creationId xmlns:a16="http://schemas.microsoft.com/office/drawing/2014/main" id="{DDD10ADC-439E-AA37-C401-8B3051F6B482}"/>
              </a:ext>
            </a:extLst>
          </p:cNvPr>
          <p:cNvPicPr>
            <a:picLocks noChangeAspect="1"/>
          </p:cNvPicPr>
          <p:nvPr/>
        </p:nvPicPr>
        <p:blipFill>
          <a:blip r:embed="rId7"/>
          <a:stretch>
            <a:fillRect/>
          </a:stretch>
        </p:blipFill>
        <p:spPr>
          <a:xfrm>
            <a:off x="4755582" y="3636234"/>
            <a:ext cx="362861" cy="362861"/>
          </a:xfrm>
          <a:prstGeom prst="rect">
            <a:avLst/>
          </a:prstGeom>
        </p:spPr>
      </p:pic>
      <p:pic>
        <p:nvPicPr>
          <p:cNvPr id="8" name="Imagen 7">
            <a:extLst>
              <a:ext uri="{FF2B5EF4-FFF2-40B4-BE49-F238E27FC236}">
                <a16:creationId xmlns:a16="http://schemas.microsoft.com/office/drawing/2014/main" id="{56D2CE37-E9AF-9C13-D059-DDA30B8D7C1A}"/>
              </a:ext>
            </a:extLst>
          </p:cNvPr>
          <p:cNvPicPr>
            <a:picLocks noChangeAspect="1"/>
          </p:cNvPicPr>
          <p:nvPr/>
        </p:nvPicPr>
        <p:blipFill>
          <a:blip r:embed="rId4"/>
          <a:stretch>
            <a:fillRect/>
          </a:stretch>
        </p:blipFill>
        <p:spPr>
          <a:xfrm>
            <a:off x="4744735" y="3038018"/>
            <a:ext cx="409161" cy="409161"/>
          </a:xfrm>
          <a:prstGeom prst="rect">
            <a:avLst/>
          </a:prstGeom>
        </p:spPr>
      </p:pic>
      <p:pic>
        <p:nvPicPr>
          <p:cNvPr id="9" name="Imagen 8">
            <a:extLst>
              <a:ext uri="{FF2B5EF4-FFF2-40B4-BE49-F238E27FC236}">
                <a16:creationId xmlns:a16="http://schemas.microsoft.com/office/drawing/2014/main" id="{8F5EFE10-34E2-FE4B-5EAC-8E4F03EC1DBC}"/>
              </a:ext>
            </a:extLst>
          </p:cNvPr>
          <p:cNvPicPr>
            <a:picLocks noChangeAspect="1"/>
          </p:cNvPicPr>
          <p:nvPr/>
        </p:nvPicPr>
        <p:blipFill>
          <a:blip r:embed="rId5"/>
          <a:stretch>
            <a:fillRect/>
          </a:stretch>
        </p:blipFill>
        <p:spPr>
          <a:xfrm>
            <a:off x="4748116" y="2471730"/>
            <a:ext cx="405780" cy="405780"/>
          </a:xfrm>
          <a:prstGeom prst="rect">
            <a:avLst/>
          </a:prstGeom>
        </p:spPr>
      </p:pic>
      <p:pic>
        <p:nvPicPr>
          <p:cNvPr id="10" name="Imagen 9">
            <a:extLst>
              <a:ext uri="{FF2B5EF4-FFF2-40B4-BE49-F238E27FC236}">
                <a16:creationId xmlns:a16="http://schemas.microsoft.com/office/drawing/2014/main" id="{0281BC34-E1B9-24D9-36B0-B2A3CCB99DD3}"/>
              </a:ext>
            </a:extLst>
          </p:cNvPr>
          <p:cNvPicPr>
            <a:picLocks noChangeAspect="1"/>
          </p:cNvPicPr>
          <p:nvPr/>
        </p:nvPicPr>
        <p:blipFill>
          <a:blip r:embed="rId6"/>
          <a:stretch>
            <a:fillRect/>
          </a:stretch>
        </p:blipFill>
        <p:spPr>
          <a:xfrm>
            <a:off x="3922066" y="3067296"/>
            <a:ext cx="362861" cy="362861"/>
          </a:xfrm>
          <a:prstGeom prst="rect">
            <a:avLst/>
          </a:prstGeom>
        </p:spPr>
      </p:pic>
      <p:pic>
        <p:nvPicPr>
          <p:cNvPr id="11" name="Imagen 10">
            <a:extLst>
              <a:ext uri="{FF2B5EF4-FFF2-40B4-BE49-F238E27FC236}">
                <a16:creationId xmlns:a16="http://schemas.microsoft.com/office/drawing/2014/main" id="{BE0DBFB0-8084-81D7-9812-D19AA4820F4E}"/>
              </a:ext>
            </a:extLst>
          </p:cNvPr>
          <p:cNvPicPr>
            <a:picLocks noChangeAspect="1"/>
          </p:cNvPicPr>
          <p:nvPr/>
        </p:nvPicPr>
        <p:blipFill>
          <a:blip r:embed="rId8"/>
          <a:stretch>
            <a:fillRect/>
          </a:stretch>
        </p:blipFill>
        <p:spPr>
          <a:xfrm>
            <a:off x="5685578" y="4288464"/>
            <a:ext cx="362861" cy="362861"/>
          </a:xfrm>
          <a:prstGeom prst="rect">
            <a:avLst/>
          </a:prstGeom>
        </p:spPr>
      </p:pic>
      <p:pic>
        <p:nvPicPr>
          <p:cNvPr id="12" name="Imagen 11">
            <a:extLst>
              <a:ext uri="{FF2B5EF4-FFF2-40B4-BE49-F238E27FC236}">
                <a16:creationId xmlns:a16="http://schemas.microsoft.com/office/drawing/2014/main" id="{CA19FD4F-22C4-56BB-FFBE-7446A6037763}"/>
              </a:ext>
            </a:extLst>
          </p:cNvPr>
          <p:cNvPicPr>
            <a:picLocks noChangeAspect="1"/>
          </p:cNvPicPr>
          <p:nvPr/>
        </p:nvPicPr>
        <p:blipFill>
          <a:blip r:embed="rId9"/>
          <a:stretch>
            <a:fillRect/>
          </a:stretch>
        </p:blipFill>
        <p:spPr>
          <a:xfrm>
            <a:off x="6641693" y="4274597"/>
            <a:ext cx="316061" cy="316061"/>
          </a:xfrm>
          <a:prstGeom prst="rect">
            <a:avLst/>
          </a:prstGeom>
        </p:spPr>
      </p:pic>
      <p:pic>
        <p:nvPicPr>
          <p:cNvPr id="13" name="Imagen 12">
            <a:extLst>
              <a:ext uri="{FF2B5EF4-FFF2-40B4-BE49-F238E27FC236}">
                <a16:creationId xmlns:a16="http://schemas.microsoft.com/office/drawing/2014/main" id="{3263B584-1A4A-D5A6-4978-E9FE3D8C9C74}"/>
              </a:ext>
            </a:extLst>
          </p:cNvPr>
          <p:cNvPicPr>
            <a:picLocks noChangeAspect="1"/>
          </p:cNvPicPr>
          <p:nvPr/>
        </p:nvPicPr>
        <p:blipFill>
          <a:blip r:embed="rId7"/>
          <a:stretch>
            <a:fillRect/>
          </a:stretch>
        </p:blipFill>
        <p:spPr>
          <a:xfrm>
            <a:off x="6614563" y="3633004"/>
            <a:ext cx="362861" cy="362861"/>
          </a:xfrm>
          <a:prstGeom prst="rect">
            <a:avLst/>
          </a:prstGeom>
        </p:spPr>
      </p:pic>
      <p:pic>
        <p:nvPicPr>
          <p:cNvPr id="14" name="Imagen 13">
            <a:extLst>
              <a:ext uri="{FF2B5EF4-FFF2-40B4-BE49-F238E27FC236}">
                <a16:creationId xmlns:a16="http://schemas.microsoft.com/office/drawing/2014/main" id="{629FC987-A22D-CF30-A383-330E4F10FF5B}"/>
              </a:ext>
            </a:extLst>
          </p:cNvPr>
          <p:cNvPicPr>
            <a:picLocks noChangeAspect="1"/>
          </p:cNvPicPr>
          <p:nvPr/>
        </p:nvPicPr>
        <p:blipFill>
          <a:blip r:embed="rId10"/>
          <a:stretch>
            <a:fillRect/>
          </a:stretch>
        </p:blipFill>
        <p:spPr>
          <a:xfrm>
            <a:off x="5685578" y="3651227"/>
            <a:ext cx="362861" cy="362861"/>
          </a:xfrm>
          <a:prstGeom prst="rect">
            <a:avLst/>
          </a:prstGeom>
        </p:spPr>
      </p:pic>
      <p:pic>
        <p:nvPicPr>
          <p:cNvPr id="15" name="Imagen 14">
            <a:extLst>
              <a:ext uri="{FF2B5EF4-FFF2-40B4-BE49-F238E27FC236}">
                <a16:creationId xmlns:a16="http://schemas.microsoft.com/office/drawing/2014/main" id="{F4956AB0-88B0-B222-2C7E-021E079FF80F}"/>
              </a:ext>
            </a:extLst>
          </p:cNvPr>
          <p:cNvPicPr>
            <a:picLocks noChangeAspect="1"/>
          </p:cNvPicPr>
          <p:nvPr/>
        </p:nvPicPr>
        <p:blipFill>
          <a:blip r:embed="rId4"/>
          <a:stretch>
            <a:fillRect/>
          </a:stretch>
        </p:blipFill>
        <p:spPr>
          <a:xfrm>
            <a:off x="6605664" y="3030031"/>
            <a:ext cx="409161" cy="409161"/>
          </a:xfrm>
          <a:prstGeom prst="rect">
            <a:avLst/>
          </a:prstGeom>
        </p:spPr>
      </p:pic>
      <p:pic>
        <p:nvPicPr>
          <p:cNvPr id="25" name="Imagen 24">
            <a:extLst>
              <a:ext uri="{FF2B5EF4-FFF2-40B4-BE49-F238E27FC236}">
                <a16:creationId xmlns:a16="http://schemas.microsoft.com/office/drawing/2014/main" id="{4E2B4646-81A3-8B91-9A40-E4B7A2240280}"/>
              </a:ext>
            </a:extLst>
          </p:cNvPr>
          <p:cNvPicPr>
            <a:picLocks noChangeAspect="1"/>
          </p:cNvPicPr>
          <p:nvPr/>
        </p:nvPicPr>
        <p:blipFill>
          <a:blip r:embed="rId5"/>
          <a:stretch>
            <a:fillRect/>
          </a:stretch>
        </p:blipFill>
        <p:spPr>
          <a:xfrm>
            <a:off x="6609045" y="2434390"/>
            <a:ext cx="405780" cy="405780"/>
          </a:xfrm>
          <a:prstGeom prst="rect">
            <a:avLst/>
          </a:prstGeom>
        </p:spPr>
      </p:pic>
      <p:pic>
        <p:nvPicPr>
          <p:cNvPr id="26" name="Imagen 25">
            <a:extLst>
              <a:ext uri="{FF2B5EF4-FFF2-40B4-BE49-F238E27FC236}">
                <a16:creationId xmlns:a16="http://schemas.microsoft.com/office/drawing/2014/main" id="{8261EBFB-21CF-D34B-6AA4-AD821774C5D8}"/>
              </a:ext>
            </a:extLst>
          </p:cNvPr>
          <p:cNvPicPr>
            <a:picLocks noChangeAspect="1"/>
          </p:cNvPicPr>
          <p:nvPr/>
        </p:nvPicPr>
        <p:blipFill>
          <a:blip r:embed="rId6"/>
          <a:stretch>
            <a:fillRect/>
          </a:stretch>
        </p:blipFill>
        <p:spPr>
          <a:xfrm>
            <a:off x="5688552" y="3081879"/>
            <a:ext cx="362861" cy="362861"/>
          </a:xfrm>
          <a:prstGeom prst="rect">
            <a:avLst/>
          </a:prstGeom>
        </p:spPr>
      </p:pic>
      <p:pic>
        <p:nvPicPr>
          <p:cNvPr id="27" name="Imagen 26">
            <a:extLst>
              <a:ext uri="{FF2B5EF4-FFF2-40B4-BE49-F238E27FC236}">
                <a16:creationId xmlns:a16="http://schemas.microsoft.com/office/drawing/2014/main" id="{EC4504B6-7CA9-BF6E-A506-08BC2F63A37F}"/>
              </a:ext>
            </a:extLst>
          </p:cNvPr>
          <p:cNvPicPr>
            <a:picLocks noChangeAspect="1"/>
          </p:cNvPicPr>
          <p:nvPr/>
        </p:nvPicPr>
        <p:blipFill>
          <a:blip r:embed="rId11"/>
          <a:stretch>
            <a:fillRect/>
          </a:stretch>
        </p:blipFill>
        <p:spPr>
          <a:xfrm>
            <a:off x="1969668" y="2484488"/>
            <a:ext cx="394432" cy="401048"/>
          </a:xfrm>
          <a:prstGeom prst="rect">
            <a:avLst/>
          </a:prstGeom>
        </p:spPr>
      </p:pic>
      <p:pic>
        <p:nvPicPr>
          <p:cNvPr id="28" name="Imagen 27">
            <a:extLst>
              <a:ext uri="{FF2B5EF4-FFF2-40B4-BE49-F238E27FC236}">
                <a16:creationId xmlns:a16="http://schemas.microsoft.com/office/drawing/2014/main" id="{990EC1E3-B2B3-899A-6FD7-0B58076350C4}"/>
              </a:ext>
            </a:extLst>
          </p:cNvPr>
          <p:cNvPicPr>
            <a:picLocks noChangeAspect="1"/>
          </p:cNvPicPr>
          <p:nvPr/>
        </p:nvPicPr>
        <p:blipFill>
          <a:blip r:embed="rId10"/>
          <a:stretch>
            <a:fillRect/>
          </a:stretch>
        </p:blipFill>
        <p:spPr>
          <a:xfrm>
            <a:off x="3913409" y="3623832"/>
            <a:ext cx="371518" cy="378962"/>
          </a:xfrm>
          <a:prstGeom prst="rect">
            <a:avLst/>
          </a:prstGeom>
        </p:spPr>
      </p:pic>
      <p:pic>
        <p:nvPicPr>
          <p:cNvPr id="29" name="Imagen 28">
            <a:extLst>
              <a:ext uri="{FF2B5EF4-FFF2-40B4-BE49-F238E27FC236}">
                <a16:creationId xmlns:a16="http://schemas.microsoft.com/office/drawing/2014/main" id="{5CC1DCCD-CC58-FD29-7084-51992ECAE0BC}"/>
              </a:ext>
            </a:extLst>
          </p:cNvPr>
          <p:cNvPicPr>
            <a:picLocks noChangeAspect="1"/>
          </p:cNvPicPr>
          <p:nvPr/>
        </p:nvPicPr>
        <p:blipFill>
          <a:blip r:embed="rId11"/>
          <a:stretch>
            <a:fillRect/>
          </a:stretch>
        </p:blipFill>
        <p:spPr>
          <a:xfrm>
            <a:off x="3895344" y="2452887"/>
            <a:ext cx="404548" cy="438046"/>
          </a:xfrm>
          <a:prstGeom prst="rect">
            <a:avLst/>
          </a:prstGeom>
        </p:spPr>
      </p:pic>
      <p:pic>
        <p:nvPicPr>
          <p:cNvPr id="30" name="Imagen 29">
            <a:extLst>
              <a:ext uri="{FF2B5EF4-FFF2-40B4-BE49-F238E27FC236}">
                <a16:creationId xmlns:a16="http://schemas.microsoft.com/office/drawing/2014/main" id="{ACEC3748-4052-8FD8-85F2-9D0CA20FC97A}"/>
              </a:ext>
            </a:extLst>
          </p:cNvPr>
          <p:cNvPicPr>
            <a:picLocks noChangeAspect="1"/>
          </p:cNvPicPr>
          <p:nvPr/>
        </p:nvPicPr>
        <p:blipFill>
          <a:blip r:embed="rId11"/>
          <a:stretch>
            <a:fillRect/>
          </a:stretch>
        </p:blipFill>
        <p:spPr>
          <a:xfrm>
            <a:off x="5661007" y="2434390"/>
            <a:ext cx="419289" cy="435454"/>
          </a:xfrm>
          <a:prstGeom prst="rect">
            <a:avLst/>
          </a:prstGeom>
        </p:spPr>
      </p:pic>
      <p:pic>
        <p:nvPicPr>
          <p:cNvPr id="21" name="Imagen 20">
            <a:extLst>
              <a:ext uri="{FF2B5EF4-FFF2-40B4-BE49-F238E27FC236}">
                <a16:creationId xmlns:a16="http://schemas.microsoft.com/office/drawing/2014/main" id="{612D87AC-029C-B085-5618-670AB320E02B}"/>
              </a:ext>
            </a:extLst>
          </p:cNvPr>
          <p:cNvPicPr>
            <a:picLocks noChangeAspect="1"/>
          </p:cNvPicPr>
          <p:nvPr/>
        </p:nvPicPr>
        <p:blipFill>
          <a:blip r:embed="rId12"/>
          <a:stretch>
            <a:fillRect/>
          </a:stretch>
        </p:blipFill>
        <p:spPr>
          <a:xfrm>
            <a:off x="2220381" y="2452887"/>
            <a:ext cx="199386" cy="202729"/>
          </a:xfrm>
          <a:prstGeom prst="rect">
            <a:avLst/>
          </a:prstGeom>
        </p:spPr>
      </p:pic>
      <p:pic>
        <p:nvPicPr>
          <p:cNvPr id="22" name="Imagen 21">
            <a:extLst>
              <a:ext uri="{FF2B5EF4-FFF2-40B4-BE49-F238E27FC236}">
                <a16:creationId xmlns:a16="http://schemas.microsoft.com/office/drawing/2014/main" id="{C8630805-4A84-7BAF-440C-09479395506C}"/>
              </a:ext>
            </a:extLst>
          </p:cNvPr>
          <p:cNvPicPr>
            <a:picLocks noChangeAspect="1"/>
          </p:cNvPicPr>
          <p:nvPr/>
        </p:nvPicPr>
        <p:blipFill>
          <a:blip r:embed="rId13"/>
          <a:stretch>
            <a:fillRect/>
          </a:stretch>
        </p:blipFill>
        <p:spPr>
          <a:xfrm>
            <a:off x="4148609" y="2434390"/>
            <a:ext cx="184792" cy="207716"/>
          </a:xfrm>
          <a:prstGeom prst="rect">
            <a:avLst/>
          </a:prstGeom>
        </p:spPr>
      </p:pic>
      <p:pic>
        <p:nvPicPr>
          <p:cNvPr id="23" name="Imagen 22">
            <a:extLst>
              <a:ext uri="{FF2B5EF4-FFF2-40B4-BE49-F238E27FC236}">
                <a16:creationId xmlns:a16="http://schemas.microsoft.com/office/drawing/2014/main" id="{08135A90-657F-B916-7CF6-E943601DF271}"/>
              </a:ext>
            </a:extLst>
          </p:cNvPr>
          <p:cNvPicPr>
            <a:picLocks noChangeAspect="1"/>
          </p:cNvPicPr>
          <p:nvPr/>
        </p:nvPicPr>
        <p:blipFill>
          <a:blip r:embed="rId13"/>
          <a:stretch>
            <a:fillRect/>
          </a:stretch>
        </p:blipFill>
        <p:spPr>
          <a:xfrm>
            <a:off x="4165702" y="3506445"/>
            <a:ext cx="184792" cy="207716"/>
          </a:xfrm>
          <a:prstGeom prst="rect">
            <a:avLst/>
          </a:prstGeom>
        </p:spPr>
      </p:pic>
      <p:pic>
        <p:nvPicPr>
          <p:cNvPr id="24" name="Imagen 23">
            <a:extLst>
              <a:ext uri="{FF2B5EF4-FFF2-40B4-BE49-F238E27FC236}">
                <a16:creationId xmlns:a16="http://schemas.microsoft.com/office/drawing/2014/main" id="{5315E493-2957-BF6D-4C42-12C62601352A}"/>
              </a:ext>
            </a:extLst>
          </p:cNvPr>
          <p:cNvPicPr>
            <a:picLocks noChangeAspect="1"/>
          </p:cNvPicPr>
          <p:nvPr/>
        </p:nvPicPr>
        <p:blipFill>
          <a:blip r:embed="rId14"/>
          <a:stretch>
            <a:fillRect/>
          </a:stretch>
        </p:blipFill>
        <p:spPr>
          <a:xfrm>
            <a:off x="5918956" y="2434390"/>
            <a:ext cx="180004" cy="207716"/>
          </a:xfrm>
          <a:prstGeom prst="rect">
            <a:avLst/>
          </a:prstGeom>
        </p:spPr>
      </p:pic>
      <p:pic>
        <p:nvPicPr>
          <p:cNvPr id="32" name="Imagen 31">
            <a:extLst>
              <a:ext uri="{FF2B5EF4-FFF2-40B4-BE49-F238E27FC236}">
                <a16:creationId xmlns:a16="http://schemas.microsoft.com/office/drawing/2014/main" id="{BBEFD2C6-4F8D-1905-E44E-18863C23B124}"/>
              </a:ext>
            </a:extLst>
          </p:cNvPr>
          <p:cNvPicPr>
            <a:picLocks noChangeAspect="1"/>
          </p:cNvPicPr>
          <p:nvPr/>
        </p:nvPicPr>
        <p:blipFill>
          <a:blip r:embed="rId15"/>
          <a:stretch>
            <a:fillRect/>
          </a:stretch>
        </p:blipFill>
        <p:spPr>
          <a:xfrm>
            <a:off x="7624010" y="1114291"/>
            <a:ext cx="2521835" cy="1932688"/>
          </a:xfrm>
          <a:prstGeom prst="rect">
            <a:avLst/>
          </a:prstGeom>
        </p:spPr>
      </p:pic>
      <p:sp>
        <p:nvSpPr>
          <p:cNvPr id="4" name="Título 1">
            <a:extLst>
              <a:ext uri="{FF2B5EF4-FFF2-40B4-BE49-F238E27FC236}">
                <a16:creationId xmlns:a16="http://schemas.microsoft.com/office/drawing/2014/main" id="{A2B21981-73D8-B1FD-F6E3-A13829F17635}"/>
              </a:ext>
            </a:extLst>
          </p:cNvPr>
          <p:cNvSpPr>
            <a:spLocks noGrp="1"/>
          </p:cNvSpPr>
          <p:nvPr>
            <p:ph type="title"/>
          </p:nvPr>
        </p:nvSpPr>
        <p:spPr>
          <a:xfrm>
            <a:off x="790558" y="18255"/>
            <a:ext cx="10515600" cy="1325563"/>
          </a:xfrm>
        </p:spPr>
        <p:txBody>
          <a:bodyPr/>
          <a:lstStyle/>
          <a:p>
            <a:r>
              <a:rPr lang="en-US" noProof="0" dirty="0">
                <a:solidFill>
                  <a:srgbClr val="7E0029"/>
                </a:solidFill>
                <a:latin typeface="Roboto" panose="02000000000000000000" pitchFamily="2" charset="0"/>
                <a:ea typeface="Roboto" panose="02000000000000000000" pitchFamily="2" charset="0"/>
                <a:cs typeface="Roboto" panose="02000000000000000000" pitchFamily="2" charset="0"/>
              </a:rPr>
              <a:t>User-oriented Pricings</a:t>
            </a:r>
            <a:endParaRPr lang="en-US" b="1" noProof="0"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
        <p:nvSpPr>
          <p:cNvPr id="16" name="CuadroTexto 15">
            <a:extLst>
              <a:ext uri="{FF2B5EF4-FFF2-40B4-BE49-F238E27FC236}">
                <a16:creationId xmlns:a16="http://schemas.microsoft.com/office/drawing/2014/main" id="{FEE9F3EE-07DD-C8E8-A413-851B8D124D36}"/>
              </a:ext>
            </a:extLst>
          </p:cNvPr>
          <p:cNvSpPr txBox="1"/>
          <p:nvPr/>
        </p:nvSpPr>
        <p:spPr>
          <a:xfrm>
            <a:off x="0" y="6316525"/>
            <a:ext cx="9114803" cy="523220"/>
          </a:xfrm>
          <a:prstGeom prst="rect">
            <a:avLst/>
          </a:prstGeom>
          <a:noFill/>
        </p:spPr>
        <p:txBody>
          <a:bodyPr wrap="none" rtlCol="0">
            <a:spAutoFit/>
          </a:bodyPr>
          <a:lstStyle/>
          <a:p>
            <a:r>
              <a:rPr lang="es-ES" sz="1400" dirty="0"/>
              <a:t>García-Fernández, A., Parejo, J. A., &amp; Ruiz-Cortés, A. (2024, May). Pricing4saas: </a:t>
            </a:r>
            <a:r>
              <a:rPr lang="es-ES" sz="1400" dirty="0" err="1"/>
              <a:t>towards</a:t>
            </a:r>
            <a:r>
              <a:rPr lang="es-ES" sz="1400" dirty="0"/>
              <a:t> a </a:t>
            </a:r>
            <a:r>
              <a:rPr lang="es-ES" sz="1400" dirty="0" err="1"/>
              <a:t>pricing</a:t>
            </a:r>
            <a:r>
              <a:rPr lang="es-ES" sz="1400" dirty="0"/>
              <a:t> </a:t>
            </a:r>
            <a:r>
              <a:rPr lang="es-ES" sz="1400" dirty="0" err="1"/>
              <a:t>model</a:t>
            </a:r>
            <a:r>
              <a:rPr lang="es-ES" sz="1400" dirty="0"/>
              <a:t> </a:t>
            </a:r>
            <a:r>
              <a:rPr lang="es-ES" sz="1400" dirty="0" err="1"/>
              <a:t>to</a:t>
            </a:r>
            <a:r>
              <a:rPr lang="es-ES" sz="1400" dirty="0"/>
              <a:t> drive </a:t>
            </a:r>
            <a:r>
              <a:rPr lang="es-ES" sz="1400" dirty="0" err="1"/>
              <a:t>the</a:t>
            </a:r>
            <a:r>
              <a:rPr lang="es-ES" sz="1400" dirty="0"/>
              <a:t> </a:t>
            </a:r>
            <a:r>
              <a:rPr lang="es-ES" sz="1400" dirty="0" err="1"/>
              <a:t>operation</a:t>
            </a:r>
            <a:r>
              <a:rPr lang="es-ES" sz="1400" dirty="0"/>
              <a:t> </a:t>
            </a:r>
            <a:r>
              <a:rPr lang="es-ES" sz="1400" dirty="0" err="1"/>
              <a:t>of</a:t>
            </a:r>
            <a:r>
              <a:rPr lang="es-ES" sz="1400" dirty="0"/>
              <a:t> </a:t>
            </a:r>
            <a:r>
              <a:rPr lang="es-ES" sz="1400" dirty="0" err="1"/>
              <a:t>saas</a:t>
            </a:r>
            <a:r>
              <a:rPr lang="es-ES" sz="1400" dirty="0"/>
              <a:t>. </a:t>
            </a:r>
          </a:p>
          <a:p>
            <a:r>
              <a:rPr lang="es-ES" sz="1400" dirty="0"/>
              <a:t>In </a:t>
            </a:r>
            <a:r>
              <a:rPr lang="es-ES" sz="1400" i="1" dirty="0"/>
              <a:t>International </a:t>
            </a:r>
            <a:r>
              <a:rPr lang="es-ES" sz="1400" i="1" dirty="0" err="1"/>
              <a:t>Conference</a:t>
            </a:r>
            <a:r>
              <a:rPr lang="es-ES" sz="1400" i="1" dirty="0"/>
              <a:t> </a:t>
            </a:r>
            <a:r>
              <a:rPr lang="es-ES" sz="1400" i="1" dirty="0" err="1"/>
              <a:t>on</a:t>
            </a:r>
            <a:r>
              <a:rPr lang="es-ES" sz="1400" i="1" dirty="0"/>
              <a:t> </a:t>
            </a:r>
            <a:r>
              <a:rPr lang="es-ES" sz="1400" i="1" dirty="0" err="1"/>
              <a:t>Advanced</a:t>
            </a:r>
            <a:r>
              <a:rPr lang="es-ES" sz="1400" i="1" dirty="0"/>
              <a:t> </a:t>
            </a:r>
            <a:r>
              <a:rPr lang="es-ES" sz="1400" i="1" dirty="0" err="1"/>
              <a:t>Information</a:t>
            </a:r>
            <a:r>
              <a:rPr lang="es-ES" sz="1400" i="1" dirty="0"/>
              <a:t> </a:t>
            </a:r>
            <a:r>
              <a:rPr lang="es-ES" sz="1400" i="1" dirty="0" err="1"/>
              <a:t>Systems</a:t>
            </a:r>
            <a:r>
              <a:rPr lang="es-ES" sz="1400" i="1" dirty="0"/>
              <a:t> </a:t>
            </a:r>
            <a:r>
              <a:rPr lang="es-ES" sz="1400" i="1" dirty="0" err="1"/>
              <a:t>Engineering</a:t>
            </a:r>
            <a:r>
              <a:rPr lang="es-ES" sz="1400" dirty="0"/>
              <a:t> (pp. 47-54). Cham: Springer </a:t>
            </a:r>
            <a:r>
              <a:rPr lang="es-ES" sz="1400" dirty="0" err="1"/>
              <a:t>Nature</a:t>
            </a:r>
            <a:r>
              <a:rPr lang="es-ES" sz="1400" dirty="0"/>
              <a:t> </a:t>
            </a:r>
            <a:r>
              <a:rPr lang="es-ES" sz="1400" dirty="0" err="1"/>
              <a:t>Switzerland</a:t>
            </a:r>
            <a:r>
              <a:rPr lang="es-ES" sz="1400" dirty="0"/>
              <a:t>.</a:t>
            </a:r>
            <a:endParaRPr lang="es-ES_tradnl" sz="1400" dirty="0"/>
          </a:p>
        </p:txBody>
      </p:sp>
      <p:sp>
        <p:nvSpPr>
          <p:cNvPr id="17" name="CuadroTexto 16">
            <a:extLst>
              <a:ext uri="{FF2B5EF4-FFF2-40B4-BE49-F238E27FC236}">
                <a16:creationId xmlns:a16="http://schemas.microsoft.com/office/drawing/2014/main" id="{32E87DC6-92EF-EB6C-149A-164E7158AFC2}"/>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4</a:t>
            </a:r>
          </a:p>
        </p:txBody>
      </p:sp>
    </p:spTree>
    <p:extLst>
      <p:ext uri="{BB962C8B-B14F-4D97-AF65-F5344CB8AC3E}">
        <p14:creationId xmlns:p14="http://schemas.microsoft.com/office/powerpoint/2010/main" val="2524693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EFB2E-0B96-0DCA-8F06-4CAFB38EC842}"/>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FC329546-7DF5-F251-B0C8-AA4D9A5D10BA}"/>
              </a:ext>
            </a:extLst>
          </p:cNvPr>
          <p:cNvPicPr>
            <a:picLocks noChangeAspect="1"/>
          </p:cNvPicPr>
          <p:nvPr/>
        </p:nvPicPr>
        <p:blipFill>
          <a:blip r:embed="rId3"/>
          <a:stretch>
            <a:fillRect/>
          </a:stretch>
        </p:blipFill>
        <p:spPr>
          <a:xfrm>
            <a:off x="1685348" y="1604579"/>
            <a:ext cx="5609138" cy="3945411"/>
          </a:xfrm>
          <a:prstGeom prst="rect">
            <a:avLst/>
          </a:prstGeom>
        </p:spPr>
      </p:pic>
      <p:pic>
        <p:nvPicPr>
          <p:cNvPr id="3" name="Imagen 2">
            <a:extLst>
              <a:ext uri="{FF2B5EF4-FFF2-40B4-BE49-F238E27FC236}">
                <a16:creationId xmlns:a16="http://schemas.microsoft.com/office/drawing/2014/main" id="{E1AD75B6-1799-504E-3F0B-1D031AA3FB9B}"/>
              </a:ext>
            </a:extLst>
          </p:cNvPr>
          <p:cNvPicPr>
            <a:picLocks noChangeAspect="1"/>
          </p:cNvPicPr>
          <p:nvPr/>
        </p:nvPicPr>
        <p:blipFill>
          <a:blip r:embed="rId4"/>
          <a:stretch>
            <a:fillRect/>
          </a:stretch>
        </p:blipFill>
        <p:spPr>
          <a:xfrm>
            <a:off x="2822332" y="3040665"/>
            <a:ext cx="409161" cy="409161"/>
          </a:xfrm>
          <a:prstGeom prst="rect">
            <a:avLst/>
          </a:prstGeom>
        </p:spPr>
      </p:pic>
      <p:pic>
        <p:nvPicPr>
          <p:cNvPr id="5" name="Imagen 4">
            <a:extLst>
              <a:ext uri="{FF2B5EF4-FFF2-40B4-BE49-F238E27FC236}">
                <a16:creationId xmlns:a16="http://schemas.microsoft.com/office/drawing/2014/main" id="{A04569DF-19CD-732F-B6F3-A28A30A19DD0}"/>
              </a:ext>
            </a:extLst>
          </p:cNvPr>
          <p:cNvPicPr>
            <a:picLocks noChangeAspect="1"/>
          </p:cNvPicPr>
          <p:nvPr/>
        </p:nvPicPr>
        <p:blipFill>
          <a:blip r:embed="rId5"/>
          <a:stretch>
            <a:fillRect/>
          </a:stretch>
        </p:blipFill>
        <p:spPr>
          <a:xfrm>
            <a:off x="2824296" y="2524362"/>
            <a:ext cx="405780" cy="405780"/>
          </a:xfrm>
          <a:prstGeom prst="rect">
            <a:avLst/>
          </a:prstGeom>
        </p:spPr>
      </p:pic>
      <p:pic>
        <p:nvPicPr>
          <p:cNvPr id="6" name="Imagen 5">
            <a:extLst>
              <a:ext uri="{FF2B5EF4-FFF2-40B4-BE49-F238E27FC236}">
                <a16:creationId xmlns:a16="http://schemas.microsoft.com/office/drawing/2014/main" id="{43BAB092-6365-8D66-7C36-3EB9134EA0C3}"/>
              </a:ext>
            </a:extLst>
          </p:cNvPr>
          <p:cNvPicPr>
            <a:picLocks noChangeAspect="1"/>
          </p:cNvPicPr>
          <p:nvPr/>
        </p:nvPicPr>
        <p:blipFill>
          <a:blip r:embed="rId6"/>
          <a:stretch>
            <a:fillRect/>
          </a:stretch>
        </p:blipFill>
        <p:spPr>
          <a:xfrm>
            <a:off x="2001275" y="3030031"/>
            <a:ext cx="362861" cy="362861"/>
          </a:xfrm>
          <a:prstGeom prst="rect">
            <a:avLst/>
          </a:prstGeom>
        </p:spPr>
      </p:pic>
      <p:pic>
        <p:nvPicPr>
          <p:cNvPr id="7" name="Imagen 6">
            <a:extLst>
              <a:ext uri="{FF2B5EF4-FFF2-40B4-BE49-F238E27FC236}">
                <a16:creationId xmlns:a16="http://schemas.microsoft.com/office/drawing/2014/main" id="{6E50293D-70E5-E2A9-39D5-A627B612A075}"/>
              </a:ext>
            </a:extLst>
          </p:cNvPr>
          <p:cNvPicPr>
            <a:picLocks noChangeAspect="1"/>
          </p:cNvPicPr>
          <p:nvPr/>
        </p:nvPicPr>
        <p:blipFill>
          <a:blip r:embed="rId7"/>
          <a:stretch>
            <a:fillRect/>
          </a:stretch>
        </p:blipFill>
        <p:spPr>
          <a:xfrm>
            <a:off x="4755582" y="3636234"/>
            <a:ext cx="362861" cy="362861"/>
          </a:xfrm>
          <a:prstGeom prst="rect">
            <a:avLst/>
          </a:prstGeom>
        </p:spPr>
      </p:pic>
      <p:pic>
        <p:nvPicPr>
          <p:cNvPr id="8" name="Imagen 7">
            <a:extLst>
              <a:ext uri="{FF2B5EF4-FFF2-40B4-BE49-F238E27FC236}">
                <a16:creationId xmlns:a16="http://schemas.microsoft.com/office/drawing/2014/main" id="{99C7E95F-CF56-0F9F-F7A2-481A09652E0C}"/>
              </a:ext>
            </a:extLst>
          </p:cNvPr>
          <p:cNvPicPr>
            <a:picLocks noChangeAspect="1"/>
          </p:cNvPicPr>
          <p:nvPr/>
        </p:nvPicPr>
        <p:blipFill>
          <a:blip r:embed="rId4"/>
          <a:stretch>
            <a:fillRect/>
          </a:stretch>
        </p:blipFill>
        <p:spPr>
          <a:xfrm>
            <a:off x="4744735" y="3038018"/>
            <a:ext cx="409161" cy="409161"/>
          </a:xfrm>
          <a:prstGeom prst="rect">
            <a:avLst/>
          </a:prstGeom>
        </p:spPr>
      </p:pic>
      <p:pic>
        <p:nvPicPr>
          <p:cNvPr id="9" name="Imagen 8">
            <a:extLst>
              <a:ext uri="{FF2B5EF4-FFF2-40B4-BE49-F238E27FC236}">
                <a16:creationId xmlns:a16="http://schemas.microsoft.com/office/drawing/2014/main" id="{7D6999FD-5E1A-985B-6BEF-E5697C17FFD5}"/>
              </a:ext>
            </a:extLst>
          </p:cNvPr>
          <p:cNvPicPr>
            <a:picLocks noChangeAspect="1"/>
          </p:cNvPicPr>
          <p:nvPr/>
        </p:nvPicPr>
        <p:blipFill>
          <a:blip r:embed="rId5"/>
          <a:stretch>
            <a:fillRect/>
          </a:stretch>
        </p:blipFill>
        <p:spPr>
          <a:xfrm>
            <a:off x="4748116" y="2471730"/>
            <a:ext cx="405780" cy="405780"/>
          </a:xfrm>
          <a:prstGeom prst="rect">
            <a:avLst/>
          </a:prstGeom>
        </p:spPr>
      </p:pic>
      <p:pic>
        <p:nvPicPr>
          <p:cNvPr id="10" name="Imagen 9">
            <a:extLst>
              <a:ext uri="{FF2B5EF4-FFF2-40B4-BE49-F238E27FC236}">
                <a16:creationId xmlns:a16="http://schemas.microsoft.com/office/drawing/2014/main" id="{DAE7EA13-E6F0-7700-A7EC-3EBEA956E216}"/>
              </a:ext>
            </a:extLst>
          </p:cNvPr>
          <p:cNvPicPr>
            <a:picLocks noChangeAspect="1"/>
          </p:cNvPicPr>
          <p:nvPr/>
        </p:nvPicPr>
        <p:blipFill>
          <a:blip r:embed="rId6"/>
          <a:stretch>
            <a:fillRect/>
          </a:stretch>
        </p:blipFill>
        <p:spPr>
          <a:xfrm>
            <a:off x="3922066" y="3067296"/>
            <a:ext cx="362861" cy="362861"/>
          </a:xfrm>
          <a:prstGeom prst="rect">
            <a:avLst/>
          </a:prstGeom>
        </p:spPr>
      </p:pic>
      <p:pic>
        <p:nvPicPr>
          <p:cNvPr id="11" name="Imagen 10">
            <a:extLst>
              <a:ext uri="{FF2B5EF4-FFF2-40B4-BE49-F238E27FC236}">
                <a16:creationId xmlns:a16="http://schemas.microsoft.com/office/drawing/2014/main" id="{99BAFFFA-729D-CD54-6087-286A970D84DD}"/>
              </a:ext>
            </a:extLst>
          </p:cNvPr>
          <p:cNvPicPr>
            <a:picLocks noChangeAspect="1"/>
          </p:cNvPicPr>
          <p:nvPr/>
        </p:nvPicPr>
        <p:blipFill>
          <a:blip r:embed="rId8"/>
          <a:stretch>
            <a:fillRect/>
          </a:stretch>
        </p:blipFill>
        <p:spPr>
          <a:xfrm>
            <a:off x="5685578" y="4288464"/>
            <a:ext cx="362861" cy="362861"/>
          </a:xfrm>
          <a:prstGeom prst="rect">
            <a:avLst/>
          </a:prstGeom>
        </p:spPr>
      </p:pic>
      <p:pic>
        <p:nvPicPr>
          <p:cNvPr id="12" name="Imagen 11">
            <a:extLst>
              <a:ext uri="{FF2B5EF4-FFF2-40B4-BE49-F238E27FC236}">
                <a16:creationId xmlns:a16="http://schemas.microsoft.com/office/drawing/2014/main" id="{46D4D450-271A-5498-9297-86C2C43CD6BD}"/>
              </a:ext>
            </a:extLst>
          </p:cNvPr>
          <p:cNvPicPr>
            <a:picLocks noChangeAspect="1"/>
          </p:cNvPicPr>
          <p:nvPr/>
        </p:nvPicPr>
        <p:blipFill>
          <a:blip r:embed="rId9"/>
          <a:stretch>
            <a:fillRect/>
          </a:stretch>
        </p:blipFill>
        <p:spPr>
          <a:xfrm>
            <a:off x="6641693" y="4274597"/>
            <a:ext cx="316061" cy="316061"/>
          </a:xfrm>
          <a:prstGeom prst="rect">
            <a:avLst/>
          </a:prstGeom>
        </p:spPr>
      </p:pic>
      <p:pic>
        <p:nvPicPr>
          <p:cNvPr id="13" name="Imagen 12">
            <a:extLst>
              <a:ext uri="{FF2B5EF4-FFF2-40B4-BE49-F238E27FC236}">
                <a16:creationId xmlns:a16="http://schemas.microsoft.com/office/drawing/2014/main" id="{7A93846A-281C-DDE4-D1BF-C1B4E9EDF8C5}"/>
              </a:ext>
            </a:extLst>
          </p:cNvPr>
          <p:cNvPicPr>
            <a:picLocks noChangeAspect="1"/>
          </p:cNvPicPr>
          <p:nvPr/>
        </p:nvPicPr>
        <p:blipFill>
          <a:blip r:embed="rId7"/>
          <a:stretch>
            <a:fillRect/>
          </a:stretch>
        </p:blipFill>
        <p:spPr>
          <a:xfrm>
            <a:off x="6614563" y="3633004"/>
            <a:ext cx="362861" cy="362861"/>
          </a:xfrm>
          <a:prstGeom prst="rect">
            <a:avLst/>
          </a:prstGeom>
        </p:spPr>
      </p:pic>
      <p:pic>
        <p:nvPicPr>
          <p:cNvPr id="14" name="Imagen 13">
            <a:extLst>
              <a:ext uri="{FF2B5EF4-FFF2-40B4-BE49-F238E27FC236}">
                <a16:creationId xmlns:a16="http://schemas.microsoft.com/office/drawing/2014/main" id="{14C22B00-6607-517A-E604-BF9B0055B11A}"/>
              </a:ext>
            </a:extLst>
          </p:cNvPr>
          <p:cNvPicPr>
            <a:picLocks noChangeAspect="1"/>
          </p:cNvPicPr>
          <p:nvPr/>
        </p:nvPicPr>
        <p:blipFill>
          <a:blip r:embed="rId10"/>
          <a:stretch>
            <a:fillRect/>
          </a:stretch>
        </p:blipFill>
        <p:spPr>
          <a:xfrm>
            <a:off x="5685578" y="3651227"/>
            <a:ext cx="362861" cy="362861"/>
          </a:xfrm>
          <a:prstGeom prst="rect">
            <a:avLst/>
          </a:prstGeom>
        </p:spPr>
      </p:pic>
      <p:pic>
        <p:nvPicPr>
          <p:cNvPr id="15" name="Imagen 14">
            <a:extLst>
              <a:ext uri="{FF2B5EF4-FFF2-40B4-BE49-F238E27FC236}">
                <a16:creationId xmlns:a16="http://schemas.microsoft.com/office/drawing/2014/main" id="{2A956701-CBFD-0A00-840A-3308F1120AEA}"/>
              </a:ext>
            </a:extLst>
          </p:cNvPr>
          <p:cNvPicPr>
            <a:picLocks noChangeAspect="1"/>
          </p:cNvPicPr>
          <p:nvPr/>
        </p:nvPicPr>
        <p:blipFill>
          <a:blip r:embed="rId4"/>
          <a:stretch>
            <a:fillRect/>
          </a:stretch>
        </p:blipFill>
        <p:spPr>
          <a:xfrm>
            <a:off x="6605664" y="3030031"/>
            <a:ext cx="409161" cy="409161"/>
          </a:xfrm>
          <a:prstGeom prst="rect">
            <a:avLst/>
          </a:prstGeom>
        </p:spPr>
      </p:pic>
      <p:pic>
        <p:nvPicPr>
          <p:cNvPr id="25" name="Imagen 24">
            <a:extLst>
              <a:ext uri="{FF2B5EF4-FFF2-40B4-BE49-F238E27FC236}">
                <a16:creationId xmlns:a16="http://schemas.microsoft.com/office/drawing/2014/main" id="{E12C4896-E95E-2130-FB79-FEC66BC419F4}"/>
              </a:ext>
            </a:extLst>
          </p:cNvPr>
          <p:cNvPicPr>
            <a:picLocks noChangeAspect="1"/>
          </p:cNvPicPr>
          <p:nvPr/>
        </p:nvPicPr>
        <p:blipFill>
          <a:blip r:embed="rId5"/>
          <a:stretch>
            <a:fillRect/>
          </a:stretch>
        </p:blipFill>
        <p:spPr>
          <a:xfrm>
            <a:off x="6609045" y="2434390"/>
            <a:ext cx="405780" cy="405780"/>
          </a:xfrm>
          <a:prstGeom prst="rect">
            <a:avLst/>
          </a:prstGeom>
        </p:spPr>
      </p:pic>
      <p:pic>
        <p:nvPicPr>
          <p:cNvPr id="26" name="Imagen 25">
            <a:extLst>
              <a:ext uri="{FF2B5EF4-FFF2-40B4-BE49-F238E27FC236}">
                <a16:creationId xmlns:a16="http://schemas.microsoft.com/office/drawing/2014/main" id="{34A3622A-5B6C-1D1B-42F8-5C9B887F1579}"/>
              </a:ext>
            </a:extLst>
          </p:cNvPr>
          <p:cNvPicPr>
            <a:picLocks noChangeAspect="1"/>
          </p:cNvPicPr>
          <p:nvPr/>
        </p:nvPicPr>
        <p:blipFill>
          <a:blip r:embed="rId6"/>
          <a:stretch>
            <a:fillRect/>
          </a:stretch>
        </p:blipFill>
        <p:spPr>
          <a:xfrm>
            <a:off x="5688552" y="3081879"/>
            <a:ext cx="362861" cy="362861"/>
          </a:xfrm>
          <a:prstGeom prst="rect">
            <a:avLst/>
          </a:prstGeom>
        </p:spPr>
      </p:pic>
      <p:pic>
        <p:nvPicPr>
          <p:cNvPr id="27" name="Imagen 26">
            <a:extLst>
              <a:ext uri="{FF2B5EF4-FFF2-40B4-BE49-F238E27FC236}">
                <a16:creationId xmlns:a16="http://schemas.microsoft.com/office/drawing/2014/main" id="{41765436-FD46-34A0-DE71-12940D0DD9C8}"/>
              </a:ext>
            </a:extLst>
          </p:cNvPr>
          <p:cNvPicPr>
            <a:picLocks noChangeAspect="1"/>
          </p:cNvPicPr>
          <p:nvPr/>
        </p:nvPicPr>
        <p:blipFill>
          <a:blip r:embed="rId11"/>
          <a:stretch>
            <a:fillRect/>
          </a:stretch>
        </p:blipFill>
        <p:spPr>
          <a:xfrm>
            <a:off x="1969668" y="2484488"/>
            <a:ext cx="394432" cy="401048"/>
          </a:xfrm>
          <a:prstGeom prst="rect">
            <a:avLst/>
          </a:prstGeom>
        </p:spPr>
      </p:pic>
      <p:pic>
        <p:nvPicPr>
          <p:cNvPr id="28" name="Imagen 27">
            <a:extLst>
              <a:ext uri="{FF2B5EF4-FFF2-40B4-BE49-F238E27FC236}">
                <a16:creationId xmlns:a16="http://schemas.microsoft.com/office/drawing/2014/main" id="{671D44F3-1D47-44F7-C058-3CC4C88C588C}"/>
              </a:ext>
            </a:extLst>
          </p:cNvPr>
          <p:cNvPicPr>
            <a:picLocks noChangeAspect="1"/>
          </p:cNvPicPr>
          <p:nvPr/>
        </p:nvPicPr>
        <p:blipFill>
          <a:blip r:embed="rId10"/>
          <a:stretch>
            <a:fillRect/>
          </a:stretch>
        </p:blipFill>
        <p:spPr>
          <a:xfrm>
            <a:off x="3913409" y="3623832"/>
            <a:ext cx="371518" cy="378962"/>
          </a:xfrm>
          <a:prstGeom prst="rect">
            <a:avLst/>
          </a:prstGeom>
        </p:spPr>
      </p:pic>
      <p:pic>
        <p:nvPicPr>
          <p:cNvPr id="29" name="Imagen 28">
            <a:extLst>
              <a:ext uri="{FF2B5EF4-FFF2-40B4-BE49-F238E27FC236}">
                <a16:creationId xmlns:a16="http://schemas.microsoft.com/office/drawing/2014/main" id="{B710CA5E-C261-D9F0-5FEA-412986A43F05}"/>
              </a:ext>
            </a:extLst>
          </p:cNvPr>
          <p:cNvPicPr>
            <a:picLocks noChangeAspect="1"/>
          </p:cNvPicPr>
          <p:nvPr/>
        </p:nvPicPr>
        <p:blipFill>
          <a:blip r:embed="rId11"/>
          <a:stretch>
            <a:fillRect/>
          </a:stretch>
        </p:blipFill>
        <p:spPr>
          <a:xfrm>
            <a:off x="3895344" y="2452887"/>
            <a:ext cx="404548" cy="438046"/>
          </a:xfrm>
          <a:prstGeom prst="rect">
            <a:avLst/>
          </a:prstGeom>
        </p:spPr>
      </p:pic>
      <p:pic>
        <p:nvPicPr>
          <p:cNvPr id="30" name="Imagen 29">
            <a:extLst>
              <a:ext uri="{FF2B5EF4-FFF2-40B4-BE49-F238E27FC236}">
                <a16:creationId xmlns:a16="http://schemas.microsoft.com/office/drawing/2014/main" id="{005A5758-3351-DC86-479A-2C9078C047D7}"/>
              </a:ext>
            </a:extLst>
          </p:cNvPr>
          <p:cNvPicPr>
            <a:picLocks noChangeAspect="1"/>
          </p:cNvPicPr>
          <p:nvPr/>
        </p:nvPicPr>
        <p:blipFill>
          <a:blip r:embed="rId11"/>
          <a:stretch>
            <a:fillRect/>
          </a:stretch>
        </p:blipFill>
        <p:spPr>
          <a:xfrm>
            <a:off x="5661007" y="2434390"/>
            <a:ext cx="419289" cy="435454"/>
          </a:xfrm>
          <a:prstGeom prst="rect">
            <a:avLst/>
          </a:prstGeom>
        </p:spPr>
      </p:pic>
      <p:pic>
        <p:nvPicPr>
          <p:cNvPr id="21" name="Imagen 20">
            <a:extLst>
              <a:ext uri="{FF2B5EF4-FFF2-40B4-BE49-F238E27FC236}">
                <a16:creationId xmlns:a16="http://schemas.microsoft.com/office/drawing/2014/main" id="{764D8FB5-87ED-7608-4A6B-D6D11B383A9F}"/>
              </a:ext>
            </a:extLst>
          </p:cNvPr>
          <p:cNvPicPr>
            <a:picLocks noChangeAspect="1"/>
          </p:cNvPicPr>
          <p:nvPr/>
        </p:nvPicPr>
        <p:blipFill>
          <a:blip r:embed="rId12"/>
          <a:stretch>
            <a:fillRect/>
          </a:stretch>
        </p:blipFill>
        <p:spPr>
          <a:xfrm>
            <a:off x="2220381" y="2452887"/>
            <a:ext cx="199386" cy="202729"/>
          </a:xfrm>
          <a:prstGeom prst="rect">
            <a:avLst/>
          </a:prstGeom>
        </p:spPr>
      </p:pic>
      <p:pic>
        <p:nvPicPr>
          <p:cNvPr id="22" name="Imagen 21">
            <a:extLst>
              <a:ext uri="{FF2B5EF4-FFF2-40B4-BE49-F238E27FC236}">
                <a16:creationId xmlns:a16="http://schemas.microsoft.com/office/drawing/2014/main" id="{DAED1454-00C3-2BA3-7DD1-796BB7544C80}"/>
              </a:ext>
            </a:extLst>
          </p:cNvPr>
          <p:cNvPicPr>
            <a:picLocks noChangeAspect="1"/>
          </p:cNvPicPr>
          <p:nvPr/>
        </p:nvPicPr>
        <p:blipFill>
          <a:blip r:embed="rId13"/>
          <a:stretch>
            <a:fillRect/>
          </a:stretch>
        </p:blipFill>
        <p:spPr>
          <a:xfrm>
            <a:off x="4148609" y="2434390"/>
            <a:ext cx="184792" cy="207716"/>
          </a:xfrm>
          <a:prstGeom prst="rect">
            <a:avLst/>
          </a:prstGeom>
        </p:spPr>
      </p:pic>
      <p:pic>
        <p:nvPicPr>
          <p:cNvPr id="23" name="Imagen 22">
            <a:extLst>
              <a:ext uri="{FF2B5EF4-FFF2-40B4-BE49-F238E27FC236}">
                <a16:creationId xmlns:a16="http://schemas.microsoft.com/office/drawing/2014/main" id="{052F944A-3BAC-0225-2CFF-0FAD054CF6F0}"/>
              </a:ext>
            </a:extLst>
          </p:cNvPr>
          <p:cNvPicPr>
            <a:picLocks noChangeAspect="1"/>
          </p:cNvPicPr>
          <p:nvPr/>
        </p:nvPicPr>
        <p:blipFill>
          <a:blip r:embed="rId13"/>
          <a:stretch>
            <a:fillRect/>
          </a:stretch>
        </p:blipFill>
        <p:spPr>
          <a:xfrm>
            <a:off x="4165702" y="3506445"/>
            <a:ext cx="184792" cy="207716"/>
          </a:xfrm>
          <a:prstGeom prst="rect">
            <a:avLst/>
          </a:prstGeom>
        </p:spPr>
      </p:pic>
      <p:pic>
        <p:nvPicPr>
          <p:cNvPr id="24" name="Imagen 23">
            <a:extLst>
              <a:ext uri="{FF2B5EF4-FFF2-40B4-BE49-F238E27FC236}">
                <a16:creationId xmlns:a16="http://schemas.microsoft.com/office/drawing/2014/main" id="{3D577872-B8BD-0618-7364-6D6F968A80D7}"/>
              </a:ext>
            </a:extLst>
          </p:cNvPr>
          <p:cNvPicPr>
            <a:picLocks noChangeAspect="1"/>
          </p:cNvPicPr>
          <p:nvPr/>
        </p:nvPicPr>
        <p:blipFill>
          <a:blip r:embed="rId14"/>
          <a:stretch>
            <a:fillRect/>
          </a:stretch>
        </p:blipFill>
        <p:spPr>
          <a:xfrm>
            <a:off x="5918956" y="2434390"/>
            <a:ext cx="180004" cy="207716"/>
          </a:xfrm>
          <a:prstGeom prst="rect">
            <a:avLst/>
          </a:prstGeom>
        </p:spPr>
      </p:pic>
      <p:pic>
        <p:nvPicPr>
          <p:cNvPr id="32" name="Imagen 31">
            <a:extLst>
              <a:ext uri="{FF2B5EF4-FFF2-40B4-BE49-F238E27FC236}">
                <a16:creationId xmlns:a16="http://schemas.microsoft.com/office/drawing/2014/main" id="{E7014786-E80C-40FA-D5B1-2D356BE55642}"/>
              </a:ext>
            </a:extLst>
          </p:cNvPr>
          <p:cNvPicPr>
            <a:picLocks noChangeAspect="1"/>
          </p:cNvPicPr>
          <p:nvPr/>
        </p:nvPicPr>
        <p:blipFill>
          <a:blip r:embed="rId15"/>
          <a:stretch>
            <a:fillRect/>
          </a:stretch>
        </p:blipFill>
        <p:spPr>
          <a:xfrm>
            <a:off x="7624010" y="1114291"/>
            <a:ext cx="2521835" cy="1932688"/>
          </a:xfrm>
          <a:prstGeom prst="rect">
            <a:avLst/>
          </a:prstGeom>
        </p:spPr>
      </p:pic>
      <p:pic>
        <p:nvPicPr>
          <p:cNvPr id="33" name="Imagen 32">
            <a:extLst>
              <a:ext uri="{FF2B5EF4-FFF2-40B4-BE49-F238E27FC236}">
                <a16:creationId xmlns:a16="http://schemas.microsoft.com/office/drawing/2014/main" id="{6A3B1339-7CF9-E960-E59C-B5993FB9B06B}"/>
              </a:ext>
            </a:extLst>
          </p:cNvPr>
          <p:cNvPicPr>
            <a:picLocks noChangeAspect="1"/>
          </p:cNvPicPr>
          <p:nvPr/>
        </p:nvPicPr>
        <p:blipFill>
          <a:blip r:embed="rId16"/>
          <a:stretch>
            <a:fillRect/>
          </a:stretch>
        </p:blipFill>
        <p:spPr>
          <a:xfrm>
            <a:off x="7618644" y="3715345"/>
            <a:ext cx="2524409" cy="1123670"/>
          </a:xfrm>
          <a:prstGeom prst="rect">
            <a:avLst/>
          </a:prstGeom>
        </p:spPr>
      </p:pic>
      <p:pic>
        <p:nvPicPr>
          <p:cNvPr id="34" name="Imagen 33">
            <a:extLst>
              <a:ext uri="{FF2B5EF4-FFF2-40B4-BE49-F238E27FC236}">
                <a16:creationId xmlns:a16="http://schemas.microsoft.com/office/drawing/2014/main" id="{1B0E73D5-9CB9-F5E1-BCFD-9082237398C8}"/>
              </a:ext>
            </a:extLst>
          </p:cNvPr>
          <p:cNvPicPr>
            <a:picLocks noChangeAspect="1"/>
          </p:cNvPicPr>
          <p:nvPr/>
        </p:nvPicPr>
        <p:blipFill>
          <a:blip r:embed="rId17"/>
          <a:stretch>
            <a:fillRect/>
          </a:stretch>
        </p:blipFill>
        <p:spPr>
          <a:xfrm>
            <a:off x="8121765" y="4414071"/>
            <a:ext cx="1661150" cy="256351"/>
          </a:xfrm>
          <a:prstGeom prst="rect">
            <a:avLst/>
          </a:prstGeom>
        </p:spPr>
      </p:pic>
      <p:pic>
        <p:nvPicPr>
          <p:cNvPr id="35" name="Imagen 34">
            <a:extLst>
              <a:ext uri="{FF2B5EF4-FFF2-40B4-BE49-F238E27FC236}">
                <a16:creationId xmlns:a16="http://schemas.microsoft.com/office/drawing/2014/main" id="{5E8C17E0-637F-A5E5-D1D5-AB6E50BFEC5E}"/>
              </a:ext>
            </a:extLst>
          </p:cNvPr>
          <p:cNvPicPr>
            <a:picLocks noChangeAspect="1"/>
          </p:cNvPicPr>
          <p:nvPr/>
        </p:nvPicPr>
        <p:blipFill>
          <a:blip r:embed="rId18"/>
          <a:stretch>
            <a:fillRect/>
          </a:stretch>
        </p:blipFill>
        <p:spPr>
          <a:xfrm>
            <a:off x="8716807" y="3896116"/>
            <a:ext cx="401866" cy="378481"/>
          </a:xfrm>
          <a:prstGeom prst="rect">
            <a:avLst/>
          </a:prstGeom>
        </p:spPr>
      </p:pic>
      <p:sp>
        <p:nvSpPr>
          <p:cNvPr id="4" name="Título 1">
            <a:extLst>
              <a:ext uri="{FF2B5EF4-FFF2-40B4-BE49-F238E27FC236}">
                <a16:creationId xmlns:a16="http://schemas.microsoft.com/office/drawing/2014/main" id="{1D5D311B-2313-33BC-5C1C-BA8DBC296381}"/>
              </a:ext>
            </a:extLst>
          </p:cNvPr>
          <p:cNvSpPr>
            <a:spLocks noGrp="1"/>
          </p:cNvSpPr>
          <p:nvPr>
            <p:ph type="title"/>
          </p:nvPr>
        </p:nvSpPr>
        <p:spPr>
          <a:xfrm>
            <a:off x="790558" y="18255"/>
            <a:ext cx="10515600" cy="1325563"/>
          </a:xfrm>
        </p:spPr>
        <p:txBody>
          <a:bodyPr/>
          <a:lstStyle/>
          <a:p>
            <a:r>
              <a:rPr lang="en-US" noProof="0" dirty="0">
                <a:solidFill>
                  <a:srgbClr val="7E0029"/>
                </a:solidFill>
                <a:latin typeface="Roboto" panose="02000000000000000000" pitchFamily="2" charset="0"/>
                <a:ea typeface="Roboto" panose="02000000000000000000" pitchFamily="2" charset="0"/>
                <a:cs typeface="Roboto" panose="02000000000000000000" pitchFamily="2" charset="0"/>
              </a:rPr>
              <a:t>User-oriented Pricings</a:t>
            </a:r>
            <a:endParaRPr lang="en-US" b="1" noProof="0"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
        <p:nvSpPr>
          <p:cNvPr id="16" name="CuadroTexto 15">
            <a:extLst>
              <a:ext uri="{FF2B5EF4-FFF2-40B4-BE49-F238E27FC236}">
                <a16:creationId xmlns:a16="http://schemas.microsoft.com/office/drawing/2014/main" id="{A008497D-2BE7-5A5B-011C-34F977C79A58}"/>
              </a:ext>
            </a:extLst>
          </p:cNvPr>
          <p:cNvSpPr txBox="1"/>
          <p:nvPr/>
        </p:nvSpPr>
        <p:spPr>
          <a:xfrm>
            <a:off x="0" y="6316525"/>
            <a:ext cx="9114803" cy="523220"/>
          </a:xfrm>
          <a:prstGeom prst="rect">
            <a:avLst/>
          </a:prstGeom>
          <a:noFill/>
        </p:spPr>
        <p:txBody>
          <a:bodyPr wrap="none" rtlCol="0">
            <a:spAutoFit/>
          </a:bodyPr>
          <a:lstStyle/>
          <a:p>
            <a:r>
              <a:rPr lang="es-ES" sz="1400" dirty="0"/>
              <a:t>García-Fernández, A., Parejo, J. A., &amp; Ruiz-Cortés, A. (2024, May). Pricing4saas: </a:t>
            </a:r>
            <a:r>
              <a:rPr lang="es-ES" sz="1400" dirty="0" err="1"/>
              <a:t>towards</a:t>
            </a:r>
            <a:r>
              <a:rPr lang="es-ES" sz="1400" dirty="0"/>
              <a:t> a </a:t>
            </a:r>
            <a:r>
              <a:rPr lang="es-ES" sz="1400" dirty="0" err="1"/>
              <a:t>pricing</a:t>
            </a:r>
            <a:r>
              <a:rPr lang="es-ES" sz="1400" dirty="0"/>
              <a:t> </a:t>
            </a:r>
            <a:r>
              <a:rPr lang="es-ES" sz="1400" dirty="0" err="1"/>
              <a:t>model</a:t>
            </a:r>
            <a:r>
              <a:rPr lang="es-ES" sz="1400" dirty="0"/>
              <a:t> </a:t>
            </a:r>
            <a:r>
              <a:rPr lang="es-ES" sz="1400" dirty="0" err="1"/>
              <a:t>to</a:t>
            </a:r>
            <a:r>
              <a:rPr lang="es-ES" sz="1400" dirty="0"/>
              <a:t> drive </a:t>
            </a:r>
            <a:r>
              <a:rPr lang="es-ES" sz="1400" dirty="0" err="1"/>
              <a:t>the</a:t>
            </a:r>
            <a:r>
              <a:rPr lang="es-ES" sz="1400" dirty="0"/>
              <a:t> </a:t>
            </a:r>
            <a:r>
              <a:rPr lang="es-ES" sz="1400" dirty="0" err="1"/>
              <a:t>operation</a:t>
            </a:r>
            <a:r>
              <a:rPr lang="es-ES" sz="1400" dirty="0"/>
              <a:t> </a:t>
            </a:r>
            <a:r>
              <a:rPr lang="es-ES" sz="1400" dirty="0" err="1"/>
              <a:t>of</a:t>
            </a:r>
            <a:r>
              <a:rPr lang="es-ES" sz="1400" dirty="0"/>
              <a:t> </a:t>
            </a:r>
            <a:r>
              <a:rPr lang="es-ES" sz="1400" dirty="0" err="1"/>
              <a:t>saas</a:t>
            </a:r>
            <a:r>
              <a:rPr lang="es-ES" sz="1400" dirty="0"/>
              <a:t>. </a:t>
            </a:r>
          </a:p>
          <a:p>
            <a:r>
              <a:rPr lang="es-ES" sz="1400" dirty="0"/>
              <a:t>In </a:t>
            </a:r>
            <a:r>
              <a:rPr lang="es-ES" sz="1400" i="1" dirty="0"/>
              <a:t>International </a:t>
            </a:r>
            <a:r>
              <a:rPr lang="es-ES" sz="1400" i="1" dirty="0" err="1"/>
              <a:t>Conference</a:t>
            </a:r>
            <a:r>
              <a:rPr lang="es-ES" sz="1400" i="1" dirty="0"/>
              <a:t> </a:t>
            </a:r>
            <a:r>
              <a:rPr lang="es-ES" sz="1400" i="1" dirty="0" err="1"/>
              <a:t>on</a:t>
            </a:r>
            <a:r>
              <a:rPr lang="es-ES" sz="1400" i="1" dirty="0"/>
              <a:t> </a:t>
            </a:r>
            <a:r>
              <a:rPr lang="es-ES" sz="1400" i="1" dirty="0" err="1"/>
              <a:t>Advanced</a:t>
            </a:r>
            <a:r>
              <a:rPr lang="es-ES" sz="1400" i="1" dirty="0"/>
              <a:t> </a:t>
            </a:r>
            <a:r>
              <a:rPr lang="es-ES" sz="1400" i="1" dirty="0" err="1"/>
              <a:t>Information</a:t>
            </a:r>
            <a:r>
              <a:rPr lang="es-ES" sz="1400" i="1" dirty="0"/>
              <a:t> </a:t>
            </a:r>
            <a:r>
              <a:rPr lang="es-ES" sz="1400" i="1" dirty="0" err="1"/>
              <a:t>Systems</a:t>
            </a:r>
            <a:r>
              <a:rPr lang="es-ES" sz="1400" i="1" dirty="0"/>
              <a:t> </a:t>
            </a:r>
            <a:r>
              <a:rPr lang="es-ES" sz="1400" i="1" dirty="0" err="1"/>
              <a:t>Engineering</a:t>
            </a:r>
            <a:r>
              <a:rPr lang="es-ES" sz="1400" dirty="0"/>
              <a:t> (pp. 47-54). Cham: Springer </a:t>
            </a:r>
            <a:r>
              <a:rPr lang="es-ES" sz="1400" dirty="0" err="1"/>
              <a:t>Nature</a:t>
            </a:r>
            <a:r>
              <a:rPr lang="es-ES" sz="1400" dirty="0"/>
              <a:t> </a:t>
            </a:r>
            <a:r>
              <a:rPr lang="es-ES" sz="1400" dirty="0" err="1"/>
              <a:t>Switzerland</a:t>
            </a:r>
            <a:r>
              <a:rPr lang="es-ES" sz="1400" dirty="0"/>
              <a:t>.</a:t>
            </a:r>
            <a:endParaRPr lang="es-ES_tradnl" sz="1400" dirty="0"/>
          </a:p>
        </p:txBody>
      </p:sp>
      <p:sp>
        <p:nvSpPr>
          <p:cNvPr id="36" name="CuadroTexto 35">
            <a:extLst>
              <a:ext uri="{FF2B5EF4-FFF2-40B4-BE49-F238E27FC236}">
                <a16:creationId xmlns:a16="http://schemas.microsoft.com/office/drawing/2014/main" id="{8899C507-C5A4-8E1E-D2AF-32529D076919}"/>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4</a:t>
            </a:r>
          </a:p>
        </p:txBody>
      </p:sp>
    </p:spTree>
    <p:extLst>
      <p:ext uri="{BB962C8B-B14F-4D97-AF65-F5344CB8AC3E}">
        <p14:creationId xmlns:p14="http://schemas.microsoft.com/office/powerpoint/2010/main" val="17773058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7D614-5954-BE70-B533-552569EE3AA5}"/>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637357CA-7398-E092-CFB0-2486CD0D97C4}"/>
              </a:ext>
            </a:extLst>
          </p:cNvPr>
          <p:cNvPicPr>
            <a:picLocks noChangeAspect="1"/>
          </p:cNvPicPr>
          <p:nvPr/>
        </p:nvPicPr>
        <p:blipFill>
          <a:blip r:embed="rId3"/>
          <a:stretch>
            <a:fillRect/>
          </a:stretch>
        </p:blipFill>
        <p:spPr>
          <a:xfrm>
            <a:off x="151520" y="4930537"/>
            <a:ext cx="1727289" cy="1323763"/>
          </a:xfrm>
          <a:prstGeom prst="rect">
            <a:avLst/>
          </a:prstGeom>
        </p:spPr>
      </p:pic>
      <p:pic>
        <p:nvPicPr>
          <p:cNvPr id="5" name="Imagen 4">
            <a:extLst>
              <a:ext uri="{FF2B5EF4-FFF2-40B4-BE49-F238E27FC236}">
                <a16:creationId xmlns:a16="http://schemas.microsoft.com/office/drawing/2014/main" id="{AE6D86D5-1AEB-CF89-0420-1E1029B7CB95}"/>
              </a:ext>
            </a:extLst>
          </p:cNvPr>
          <p:cNvPicPr>
            <a:picLocks noChangeAspect="1"/>
          </p:cNvPicPr>
          <p:nvPr/>
        </p:nvPicPr>
        <p:blipFill>
          <a:blip r:embed="rId4"/>
          <a:stretch>
            <a:fillRect/>
          </a:stretch>
        </p:blipFill>
        <p:spPr>
          <a:xfrm>
            <a:off x="133838" y="543570"/>
            <a:ext cx="5914070" cy="4200583"/>
          </a:xfrm>
          <a:prstGeom prst="rect">
            <a:avLst/>
          </a:prstGeom>
        </p:spPr>
      </p:pic>
      <p:pic>
        <p:nvPicPr>
          <p:cNvPr id="164" name="Imagen 163">
            <a:extLst>
              <a:ext uri="{FF2B5EF4-FFF2-40B4-BE49-F238E27FC236}">
                <a16:creationId xmlns:a16="http://schemas.microsoft.com/office/drawing/2014/main" id="{BDAAC1E7-7B47-885D-512C-E9B00E0EC1D4}"/>
              </a:ext>
            </a:extLst>
          </p:cNvPr>
          <p:cNvPicPr>
            <a:picLocks noChangeAspect="1"/>
          </p:cNvPicPr>
          <p:nvPr/>
        </p:nvPicPr>
        <p:blipFill>
          <a:blip r:embed="rId5"/>
          <a:stretch>
            <a:fillRect/>
          </a:stretch>
        </p:blipFill>
        <p:spPr>
          <a:xfrm>
            <a:off x="1357763" y="2271691"/>
            <a:ext cx="431404" cy="435624"/>
          </a:xfrm>
          <a:prstGeom prst="rect">
            <a:avLst/>
          </a:prstGeom>
        </p:spPr>
      </p:pic>
      <p:pic>
        <p:nvPicPr>
          <p:cNvPr id="165" name="Imagen 164">
            <a:extLst>
              <a:ext uri="{FF2B5EF4-FFF2-40B4-BE49-F238E27FC236}">
                <a16:creationId xmlns:a16="http://schemas.microsoft.com/office/drawing/2014/main" id="{A7D3C4EB-257A-FB1C-6C57-AC08AAA4099A}"/>
              </a:ext>
            </a:extLst>
          </p:cNvPr>
          <p:cNvPicPr>
            <a:picLocks noChangeAspect="1"/>
          </p:cNvPicPr>
          <p:nvPr/>
        </p:nvPicPr>
        <p:blipFill>
          <a:blip r:embed="rId6"/>
          <a:stretch>
            <a:fillRect/>
          </a:stretch>
        </p:blipFill>
        <p:spPr>
          <a:xfrm>
            <a:off x="1361327" y="1663776"/>
            <a:ext cx="427840" cy="432024"/>
          </a:xfrm>
          <a:prstGeom prst="rect">
            <a:avLst/>
          </a:prstGeom>
        </p:spPr>
      </p:pic>
      <p:pic>
        <p:nvPicPr>
          <p:cNvPr id="166" name="Imagen 165">
            <a:extLst>
              <a:ext uri="{FF2B5EF4-FFF2-40B4-BE49-F238E27FC236}">
                <a16:creationId xmlns:a16="http://schemas.microsoft.com/office/drawing/2014/main" id="{262F7BC1-DD85-0EE3-6494-A9F0F9C93B1C}"/>
              </a:ext>
            </a:extLst>
          </p:cNvPr>
          <p:cNvPicPr>
            <a:picLocks noChangeAspect="1"/>
          </p:cNvPicPr>
          <p:nvPr/>
        </p:nvPicPr>
        <p:blipFill>
          <a:blip r:embed="rId7"/>
          <a:stretch>
            <a:fillRect/>
          </a:stretch>
        </p:blipFill>
        <p:spPr>
          <a:xfrm>
            <a:off x="461126" y="2320986"/>
            <a:ext cx="382587" cy="386329"/>
          </a:xfrm>
          <a:prstGeom prst="rect">
            <a:avLst/>
          </a:prstGeom>
        </p:spPr>
      </p:pic>
      <p:pic>
        <p:nvPicPr>
          <p:cNvPr id="168" name="Imagen 167">
            <a:extLst>
              <a:ext uri="{FF2B5EF4-FFF2-40B4-BE49-F238E27FC236}">
                <a16:creationId xmlns:a16="http://schemas.microsoft.com/office/drawing/2014/main" id="{737B9471-5B23-84AA-D9D0-13A12D3F75AA}"/>
              </a:ext>
            </a:extLst>
          </p:cNvPr>
          <p:cNvPicPr>
            <a:picLocks noChangeAspect="1"/>
          </p:cNvPicPr>
          <p:nvPr/>
        </p:nvPicPr>
        <p:blipFill>
          <a:blip r:embed="rId8"/>
          <a:stretch>
            <a:fillRect/>
          </a:stretch>
        </p:blipFill>
        <p:spPr>
          <a:xfrm>
            <a:off x="415873" y="1663776"/>
            <a:ext cx="427840" cy="432024"/>
          </a:xfrm>
          <a:prstGeom prst="rect">
            <a:avLst/>
          </a:prstGeom>
        </p:spPr>
      </p:pic>
      <p:pic>
        <p:nvPicPr>
          <p:cNvPr id="169" name="Imagen 168">
            <a:extLst>
              <a:ext uri="{FF2B5EF4-FFF2-40B4-BE49-F238E27FC236}">
                <a16:creationId xmlns:a16="http://schemas.microsoft.com/office/drawing/2014/main" id="{8C8B0564-87C1-484E-5A23-D73A95CE4EDA}"/>
              </a:ext>
            </a:extLst>
          </p:cNvPr>
          <p:cNvPicPr>
            <a:picLocks noChangeAspect="1"/>
          </p:cNvPicPr>
          <p:nvPr/>
        </p:nvPicPr>
        <p:blipFill>
          <a:blip r:embed="rId9"/>
          <a:stretch>
            <a:fillRect/>
          </a:stretch>
        </p:blipFill>
        <p:spPr>
          <a:xfrm>
            <a:off x="689413" y="1694577"/>
            <a:ext cx="160895" cy="162468"/>
          </a:xfrm>
          <a:prstGeom prst="rect">
            <a:avLst/>
          </a:prstGeom>
        </p:spPr>
      </p:pic>
      <p:pic>
        <p:nvPicPr>
          <p:cNvPr id="154" name="Imagen 153">
            <a:extLst>
              <a:ext uri="{FF2B5EF4-FFF2-40B4-BE49-F238E27FC236}">
                <a16:creationId xmlns:a16="http://schemas.microsoft.com/office/drawing/2014/main" id="{587ADC0C-5E1F-5DA3-FC66-9F2EF079E26F}"/>
              </a:ext>
            </a:extLst>
          </p:cNvPr>
          <p:cNvPicPr>
            <a:picLocks noChangeAspect="1"/>
          </p:cNvPicPr>
          <p:nvPr/>
        </p:nvPicPr>
        <p:blipFill>
          <a:blip r:embed="rId10"/>
          <a:stretch>
            <a:fillRect/>
          </a:stretch>
        </p:blipFill>
        <p:spPr>
          <a:xfrm>
            <a:off x="3369250" y="2936804"/>
            <a:ext cx="382587" cy="386329"/>
          </a:xfrm>
          <a:prstGeom prst="rect">
            <a:avLst/>
          </a:prstGeom>
        </p:spPr>
      </p:pic>
      <p:pic>
        <p:nvPicPr>
          <p:cNvPr id="155" name="Imagen 154">
            <a:extLst>
              <a:ext uri="{FF2B5EF4-FFF2-40B4-BE49-F238E27FC236}">
                <a16:creationId xmlns:a16="http://schemas.microsoft.com/office/drawing/2014/main" id="{4EC1A461-8C5D-1288-88D5-287C89186389}"/>
              </a:ext>
            </a:extLst>
          </p:cNvPr>
          <p:cNvPicPr>
            <a:picLocks noChangeAspect="1"/>
          </p:cNvPicPr>
          <p:nvPr/>
        </p:nvPicPr>
        <p:blipFill>
          <a:blip r:embed="rId5"/>
          <a:stretch>
            <a:fillRect/>
          </a:stretch>
        </p:blipFill>
        <p:spPr>
          <a:xfrm>
            <a:off x="3344843" y="2271692"/>
            <a:ext cx="431404" cy="435624"/>
          </a:xfrm>
          <a:prstGeom prst="rect">
            <a:avLst/>
          </a:prstGeom>
        </p:spPr>
      </p:pic>
      <p:pic>
        <p:nvPicPr>
          <p:cNvPr id="156" name="Imagen 155">
            <a:extLst>
              <a:ext uri="{FF2B5EF4-FFF2-40B4-BE49-F238E27FC236}">
                <a16:creationId xmlns:a16="http://schemas.microsoft.com/office/drawing/2014/main" id="{919CB39A-B062-F9F0-97D7-7D49F9F47839}"/>
              </a:ext>
            </a:extLst>
          </p:cNvPr>
          <p:cNvPicPr>
            <a:picLocks noChangeAspect="1"/>
          </p:cNvPicPr>
          <p:nvPr/>
        </p:nvPicPr>
        <p:blipFill>
          <a:blip r:embed="rId6"/>
          <a:stretch>
            <a:fillRect/>
          </a:stretch>
        </p:blipFill>
        <p:spPr>
          <a:xfrm>
            <a:off x="3348407" y="1663776"/>
            <a:ext cx="427840" cy="432025"/>
          </a:xfrm>
          <a:prstGeom prst="rect">
            <a:avLst/>
          </a:prstGeom>
        </p:spPr>
      </p:pic>
      <p:pic>
        <p:nvPicPr>
          <p:cNvPr id="157" name="Imagen 156">
            <a:extLst>
              <a:ext uri="{FF2B5EF4-FFF2-40B4-BE49-F238E27FC236}">
                <a16:creationId xmlns:a16="http://schemas.microsoft.com/office/drawing/2014/main" id="{BF0BE4FF-944B-3881-97F5-53D9CD116352}"/>
              </a:ext>
            </a:extLst>
          </p:cNvPr>
          <p:cNvPicPr>
            <a:picLocks noChangeAspect="1"/>
          </p:cNvPicPr>
          <p:nvPr/>
        </p:nvPicPr>
        <p:blipFill>
          <a:blip r:embed="rId7"/>
          <a:stretch>
            <a:fillRect/>
          </a:stretch>
        </p:blipFill>
        <p:spPr>
          <a:xfrm>
            <a:off x="2448206" y="2320986"/>
            <a:ext cx="382587" cy="386329"/>
          </a:xfrm>
          <a:prstGeom prst="rect">
            <a:avLst/>
          </a:prstGeom>
        </p:spPr>
      </p:pic>
      <p:pic>
        <p:nvPicPr>
          <p:cNvPr id="162" name="Imagen 161">
            <a:extLst>
              <a:ext uri="{FF2B5EF4-FFF2-40B4-BE49-F238E27FC236}">
                <a16:creationId xmlns:a16="http://schemas.microsoft.com/office/drawing/2014/main" id="{856ED233-D600-3FB4-7519-5C1F4F74A2BE}"/>
              </a:ext>
            </a:extLst>
          </p:cNvPr>
          <p:cNvPicPr>
            <a:picLocks noChangeAspect="1"/>
          </p:cNvPicPr>
          <p:nvPr/>
        </p:nvPicPr>
        <p:blipFill>
          <a:blip r:embed="rId11"/>
          <a:stretch>
            <a:fillRect/>
          </a:stretch>
        </p:blipFill>
        <p:spPr>
          <a:xfrm>
            <a:off x="2453873" y="2932501"/>
            <a:ext cx="382587" cy="386330"/>
          </a:xfrm>
          <a:prstGeom prst="rect">
            <a:avLst/>
          </a:prstGeom>
        </p:spPr>
      </p:pic>
      <p:pic>
        <p:nvPicPr>
          <p:cNvPr id="163" name="Imagen 162">
            <a:extLst>
              <a:ext uri="{FF2B5EF4-FFF2-40B4-BE49-F238E27FC236}">
                <a16:creationId xmlns:a16="http://schemas.microsoft.com/office/drawing/2014/main" id="{2D192547-6A50-EF4C-23A7-89F3145C4F62}"/>
              </a:ext>
            </a:extLst>
          </p:cNvPr>
          <p:cNvPicPr>
            <a:picLocks noChangeAspect="1"/>
          </p:cNvPicPr>
          <p:nvPr/>
        </p:nvPicPr>
        <p:blipFill>
          <a:blip r:embed="rId12"/>
          <a:stretch>
            <a:fillRect/>
          </a:stretch>
        </p:blipFill>
        <p:spPr>
          <a:xfrm>
            <a:off x="2746085" y="2820027"/>
            <a:ext cx="140504" cy="157642"/>
          </a:xfrm>
          <a:prstGeom prst="rect">
            <a:avLst/>
          </a:prstGeom>
        </p:spPr>
      </p:pic>
      <p:pic>
        <p:nvPicPr>
          <p:cNvPr id="160" name="Imagen 159">
            <a:extLst>
              <a:ext uri="{FF2B5EF4-FFF2-40B4-BE49-F238E27FC236}">
                <a16:creationId xmlns:a16="http://schemas.microsoft.com/office/drawing/2014/main" id="{C38D4906-7A30-712A-A794-FAC6D8A779D1}"/>
              </a:ext>
            </a:extLst>
          </p:cNvPr>
          <p:cNvPicPr>
            <a:picLocks noChangeAspect="1"/>
          </p:cNvPicPr>
          <p:nvPr/>
        </p:nvPicPr>
        <p:blipFill>
          <a:blip r:embed="rId8"/>
          <a:stretch>
            <a:fillRect/>
          </a:stretch>
        </p:blipFill>
        <p:spPr>
          <a:xfrm>
            <a:off x="2402953" y="1663776"/>
            <a:ext cx="427840" cy="432025"/>
          </a:xfrm>
          <a:prstGeom prst="rect">
            <a:avLst/>
          </a:prstGeom>
        </p:spPr>
      </p:pic>
      <p:pic>
        <p:nvPicPr>
          <p:cNvPr id="161" name="Imagen 160">
            <a:extLst>
              <a:ext uri="{FF2B5EF4-FFF2-40B4-BE49-F238E27FC236}">
                <a16:creationId xmlns:a16="http://schemas.microsoft.com/office/drawing/2014/main" id="{6BAC3B0C-8930-48C7-DCBF-18BB16E10B65}"/>
              </a:ext>
            </a:extLst>
          </p:cNvPr>
          <p:cNvPicPr>
            <a:picLocks noChangeAspect="1"/>
          </p:cNvPicPr>
          <p:nvPr/>
        </p:nvPicPr>
        <p:blipFill>
          <a:blip r:embed="rId12"/>
          <a:stretch>
            <a:fillRect/>
          </a:stretch>
        </p:blipFill>
        <p:spPr>
          <a:xfrm>
            <a:off x="2693463" y="1691865"/>
            <a:ext cx="140504" cy="157642"/>
          </a:xfrm>
          <a:prstGeom prst="rect">
            <a:avLst/>
          </a:prstGeom>
        </p:spPr>
      </p:pic>
      <p:pic>
        <p:nvPicPr>
          <p:cNvPr id="9" name="Imagen 8">
            <a:extLst>
              <a:ext uri="{FF2B5EF4-FFF2-40B4-BE49-F238E27FC236}">
                <a16:creationId xmlns:a16="http://schemas.microsoft.com/office/drawing/2014/main" id="{AADCE2C2-472E-B32E-8637-018B85AC3E9B}"/>
              </a:ext>
            </a:extLst>
          </p:cNvPr>
          <p:cNvPicPr>
            <a:picLocks noChangeAspect="1"/>
          </p:cNvPicPr>
          <p:nvPr/>
        </p:nvPicPr>
        <p:blipFill>
          <a:blip r:embed="rId13"/>
          <a:stretch>
            <a:fillRect/>
          </a:stretch>
        </p:blipFill>
        <p:spPr>
          <a:xfrm>
            <a:off x="4431722" y="3569463"/>
            <a:ext cx="382587" cy="386329"/>
          </a:xfrm>
          <a:prstGeom prst="rect">
            <a:avLst/>
          </a:prstGeom>
        </p:spPr>
      </p:pic>
      <p:pic>
        <p:nvPicPr>
          <p:cNvPr id="10" name="Imagen 9">
            <a:extLst>
              <a:ext uri="{FF2B5EF4-FFF2-40B4-BE49-F238E27FC236}">
                <a16:creationId xmlns:a16="http://schemas.microsoft.com/office/drawing/2014/main" id="{C7B8B6AA-9026-78A3-7897-813B33688747}"/>
              </a:ext>
            </a:extLst>
          </p:cNvPr>
          <p:cNvPicPr>
            <a:picLocks noChangeAspect="1"/>
          </p:cNvPicPr>
          <p:nvPr/>
        </p:nvPicPr>
        <p:blipFill>
          <a:blip r:embed="rId14"/>
          <a:stretch>
            <a:fillRect/>
          </a:stretch>
        </p:blipFill>
        <p:spPr>
          <a:xfrm>
            <a:off x="5389927" y="3580710"/>
            <a:ext cx="333243" cy="336503"/>
          </a:xfrm>
          <a:prstGeom prst="rect">
            <a:avLst/>
          </a:prstGeom>
        </p:spPr>
      </p:pic>
      <p:pic>
        <p:nvPicPr>
          <p:cNvPr id="11" name="Imagen 10">
            <a:extLst>
              <a:ext uri="{FF2B5EF4-FFF2-40B4-BE49-F238E27FC236}">
                <a16:creationId xmlns:a16="http://schemas.microsoft.com/office/drawing/2014/main" id="{30D2CB6C-95AB-E59D-7A83-6996792E2222}"/>
              </a:ext>
            </a:extLst>
          </p:cNvPr>
          <p:cNvPicPr>
            <a:picLocks noChangeAspect="1"/>
          </p:cNvPicPr>
          <p:nvPr/>
        </p:nvPicPr>
        <p:blipFill>
          <a:blip r:embed="rId10"/>
          <a:stretch>
            <a:fillRect/>
          </a:stretch>
        </p:blipFill>
        <p:spPr>
          <a:xfrm>
            <a:off x="5352766" y="2964893"/>
            <a:ext cx="382587" cy="386329"/>
          </a:xfrm>
          <a:prstGeom prst="rect">
            <a:avLst/>
          </a:prstGeom>
        </p:spPr>
      </p:pic>
      <p:pic>
        <p:nvPicPr>
          <p:cNvPr id="12" name="Imagen 11">
            <a:extLst>
              <a:ext uri="{FF2B5EF4-FFF2-40B4-BE49-F238E27FC236}">
                <a16:creationId xmlns:a16="http://schemas.microsoft.com/office/drawing/2014/main" id="{263C88D4-19C3-889C-2DC2-5137BD1C9EE8}"/>
              </a:ext>
            </a:extLst>
          </p:cNvPr>
          <p:cNvPicPr>
            <a:picLocks noChangeAspect="1"/>
          </p:cNvPicPr>
          <p:nvPr/>
        </p:nvPicPr>
        <p:blipFill>
          <a:blip r:embed="rId11"/>
          <a:stretch>
            <a:fillRect/>
          </a:stretch>
        </p:blipFill>
        <p:spPr>
          <a:xfrm>
            <a:off x="4437389" y="2960590"/>
            <a:ext cx="382587" cy="386329"/>
          </a:xfrm>
          <a:prstGeom prst="rect">
            <a:avLst/>
          </a:prstGeom>
        </p:spPr>
      </p:pic>
      <p:pic>
        <p:nvPicPr>
          <p:cNvPr id="13" name="Imagen 12">
            <a:extLst>
              <a:ext uri="{FF2B5EF4-FFF2-40B4-BE49-F238E27FC236}">
                <a16:creationId xmlns:a16="http://schemas.microsoft.com/office/drawing/2014/main" id="{2BC39ACC-9BBE-BB25-7805-41D64ACDC2B9}"/>
              </a:ext>
            </a:extLst>
          </p:cNvPr>
          <p:cNvPicPr>
            <a:picLocks noChangeAspect="1"/>
          </p:cNvPicPr>
          <p:nvPr/>
        </p:nvPicPr>
        <p:blipFill>
          <a:blip r:embed="rId5"/>
          <a:stretch>
            <a:fillRect/>
          </a:stretch>
        </p:blipFill>
        <p:spPr>
          <a:xfrm>
            <a:off x="5328359" y="2299781"/>
            <a:ext cx="431404" cy="435624"/>
          </a:xfrm>
          <a:prstGeom prst="rect">
            <a:avLst/>
          </a:prstGeom>
        </p:spPr>
      </p:pic>
      <p:pic>
        <p:nvPicPr>
          <p:cNvPr id="14" name="Imagen 13">
            <a:extLst>
              <a:ext uri="{FF2B5EF4-FFF2-40B4-BE49-F238E27FC236}">
                <a16:creationId xmlns:a16="http://schemas.microsoft.com/office/drawing/2014/main" id="{1E3ED0D3-75C4-4D28-D409-CAAD71985BCA}"/>
              </a:ext>
            </a:extLst>
          </p:cNvPr>
          <p:cNvPicPr>
            <a:picLocks noChangeAspect="1"/>
          </p:cNvPicPr>
          <p:nvPr/>
        </p:nvPicPr>
        <p:blipFill>
          <a:blip r:embed="rId6"/>
          <a:stretch>
            <a:fillRect/>
          </a:stretch>
        </p:blipFill>
        <p:spPr>
          <a:xfrm>
            <a:off x="5331923" y="1691865"/>
            <a:ext cx="427840" cy="432025"/>
          </a:xfrm>
          <a:prstGeom prst="rect">
            <a:avLst/>
          </a:prstGeom>
        </p:spPr>
      </p:pic>
      <p:pic>
        <p:nvPicPr>
          <p:cNvPr id="15" name="Imagen 14">
            <a:extLst>
              <a:ext uri="{FF2B5EF4-FFF2-40B4-BE49-F238E27FC236}">
                <a16:creationId xmlns:a16="http://schemas.microsoft.com/office/drawing/2014/main" id="{C03C3BC5-001C-DCA2-7046-FCFBAF029710}"/>
              </a:ext>
            </a:extLst>
          </p:cNvPr>
          <p:cNvPicPr>
            <a:picLocks noChangeAspect="1"/>
          </p:cNvPicPr>
          <p:nvPr/>
        </p:nvPicPr>
        <p:blipFill>
          <a:blip r:embed="rId7"/>
          <a:stretch>
            <a:fillRect/>
          </a:stretch>
        </p:blipFill>
        <p:spPr>
          <a:xfrm>
            <a:off x="4431722" y="2349075"/>
            <a:ext cx="382587" cy="386329"/>
          </a:xfrm>
          <a:prstGeom prst="rect">
            <a:avLst/>
          </a:prstGeom>
        </p:spPr>
      </p:pic>
      <p:pic>
        <p:nvPicPr>
          <p:cNvPr id="152" name="Imagen 151">
            <a:extLst>
              <a:ext uri="{FF2B5EF4-FFF2-40B4-BE49-F238E27FC236}">
                <a16:creationId xmlns:a16="http://schemas.microsoft.com/office/drawing/2014/main" id="{E17385A3-F8D8-DC68-5FB8-8394B6A21E11}"/>
              </a:ext>
            </a:extLst>
          </p:cNvPr>
          <p:cNvPicPr>
            <a:picLocks noChangeAspect="1"/>
          </p:cNvPicPr>
          <p:nvPr/>
        </p:nvPicPr>
        <p:blipFill>
          <a:blip r:embed="rId8"/>
          <a:stretch>
            <a:fillRect/>
          </a:stretch>
        </p:blipFill>
        <p:spPr>
          <a:xfrm>
            <a:off x="4386469" y="1669782"/>
            <a:ext cx="427839" cy="432024"/>
          </a:xfrm>
          <a:prstGeom prst="rect">
            <a:avLst/>
          </a:prstGeom>
        </p:spPr>
      </p:pic>
      <p:pic>
        <p:nvPicPr>
          <p:cNvPr id="153" name="Imagen 152">
            <a:extLst>
              <a:ext uri="{FF2B5EF4-FFF2-40B4-BE49-F238E27FC236}">
                <a16:creationId xmlns:a16="http://schemas.microsoft.com/office/drawing/2014/main" id="{A8498F7E-3D9C-93E9-27E2-6C9966B5F87D}"/>
              </a:ext>
            </a:extLst>
          </p:cNvPr>
          <p:cNvPicPr>
            <a:picLocks noChangeAspect="1"/>
          </p:cNvPicPr>
          <p:nvPr/>
        </p:nvPicPr>
        <p:blipFill>
          <a:blip r:embed="rId15"/>
          <a:stretch>
            <a:fillRect/>
          </a:stretch>
        </p:blipFill>
        <p:spPr>
          <a:xfrm>
            <a:off x="4675634" y="1666935"/>
            <a:ext cx="140504" cy="157643"/>
          </a:xfrm>
          <a:prstGeom prst="rect">
            <a:avLst/>
          </a:prstGeom>
        </p:spPr>
      </p:pic>
      <p:pic>
        <p:nvPicPr>
          <p:cNvPr id="393" name="Imagen 392">
            <a:extLst>
              <a:ext uri="{FF2B5EF4-FFF2-40B4-BE49-F238E27FC236}">
                <a16:creationId xmlns:a16="http://schemas.microsoft.com/office/drawing/2014/main" id="{CECD8582-1E00-A58F-BAD5-96C13043D497}"/>
              </a:ext>
            </a:extLst>
          </p:cNvPr>
          <p:cNvPicPr>
            <a:picLocks noChangeAspect="1"/>
          </p:cNvPicPr>
          <p:nvPr/>
        </p:nvPicPr>
        <p:blipFill>
          <a:blip r:embed="rId16"/>
          <a:stretch>
            <a:fillRect/>
          </a:stretch>
        </p:blipFill>
        <p:spPr>
          <a:xfrm>
            <a:off x="6879058" y="638926"/>
            <a:ext cx="2366859" cy="1556371"/>
          </a:xfrm>
          <a:prstGeom prst="rect">
            <a:avLst/>
          </a:prstGeom>
        </p:spPr>
      </p:pic>
      <p:pic>
        <p:nvPicPr>
          <p:cNvPr id="395" name="Imagen 394">
            <a:extLst>
              <a:ext uri="{FF2B5EF4-FFF2-40B4-BE49-F238E27FC236}">
                <a16:creationId xmlns:a16="http://schemas.microsoft.com/office/drawing/2014/main" id="{1547057F-3F5A-8AE2-9FD1-D0CD8135D57C}"/>
              </a:ext>
            </a:extLst>
          </p:cNvPr>
          <p:cNvPicPr>
            <a:picLocks noChangeAspect="1"/>
          </p:cNvPicPr>
          <p:nvPr/>
        </p:nvPicPr>
        <p:blipFill>
          <a:blip r:embed="rId5"/>
          <a:stretch>
            <a:fillRect/>
          </a:stretch>
        </p:blipFill>
        <p:spPr>
          <a:xfrm>
            <a:off x="7829304" y="923349"/>
            <a:ext cx="327996" cy="327996"/>
          </a:xfrm>
          <a:prstGeom prst="rect">
            <a:avLst/>
          </a:prstGeom>
        </p:spPr>
      </p:pic>
      <p:pic>
        <p:nvPicPr>
          <p:cNvPr id="396" name="Imagen 395">
            <a:extLst>
              <a:ext uri="{FF2B5EF4-FFF2-40B4-BE49-F238E27FC236}">
                <a16:creationId xmlns:a16="http://schemas.microsoft.com/office/drawing/2014/main" id="{86146E51-D8C4-F231-0C06-0F3D1DDD1F99}"/>
              </a:ext>
            </a:extLst>
          </p:cNvPr>
          <p:cNvPicPr>
            <a:picLocks noChangeAspect="1"/>
          </p:cNvPicPr>
          <p:nvPr/>
        </p:nvPicPr>
        <p:blipFill>
          <a:blip r:embed="rId6"/>
          <a:stretch>
            <a:fillRect/>
          </a:stretch>
        </p:blipFill>
        <p:spPr>
          <a:xfrm>
            <a:off x="7461704" y="952847"/>
            <a:ext cx="320162" cy="320162"/>
          </a:xfrm>
          <a:prstGeom prst="rect">
            <a:avLst/>
          </a:prstGeom>
        </p:spPr>
      </p:pic>
      <p:pic>
        <p:nvPicPr>
          <p:cNvPr id="397" name="Imagen 396">
            <a:extLst>
              <a:ext uri="{FF2B5EF4-FFF2-40B4-BE49-F238E27FC236}">
                <a16:creationId xmlns:a16="http://schemas.microsoft.com/office/drawing/2014/main" id="{2D7BDCFB-6225-E138-908E-8A5D0BAAC002}"/>
              </a:ext>
            </a:extLst>
          </p:cNvPr>
          <p:cNvPicPr>
            <a:picLocks noChangeAspect="1"/>
          </p:cNvPicPr>
          <p:nvPr/>
        </p:nvPicPr>
        <p:blipFill>
          <a:blip r:embed="rId7"/>
          <a:stretch>
            <a:fillRect/>
          </a:stretch>
        </p:blipFill>
        <p:spPr>
          <a:xfrm>
            <a:off x="8202002" y="952847"/>
            <a:ext cx="320162" cy="320162"/>
          </a:xfrm>
          <a:prstGeom prst="rect">
            <a:avLst/>
          </a:prstGeom>
        </p:spPr>
      </p:pic>
      <p:grpSp>
        <p:nvGrpSpPr>
          <p:cNvPr id="398" name="Grupo 397">
            <a:extLst>
              <a:ext uri="{FF2B5EF4-FFF2-40B4-BE49-F238E27FC236}">
                <a16:creationId xmlns:a16="http://schemas.microsoft.com/office/drawing/2014/main" id="{C4D2FB7E-3831-D070-3381-0A8F09E11A58}"/>
              </a:ext>
            </a:extLst>
          </p:cNvPr>
          <p:cNvGrpSpPr/>
          <p:nvPr/>
        </p:nvGrpSpPr>
        <p:grpSpPr>
          <a:xfrm>
            <a:off x="7068941" y="975553"/>
            <a:ext cx="294562" cy="294562"/>
            <a:chOff x="497018" y="4873520"/>
            <a:chExt cx="294562" cy="294562"/>
          </a:xfrm>
        </p:grpSpPr>
        <p:pic>
          <p:nvPicPr>
            <p:cNvPr id="399" name="Imagen 398">
              <a:extLst>
                <a:ext uri="{FF2B5EF4-FFF2-40B4-BE49-F238E27FC236}">
                  <a16:creationId xmlns:a16="http://schemas.microsoft.com/office/drawing/2014/main" id="{F31B0376-6A69-D17E-CCCF-F8ED742EBBAC}"/>
                </a:ext>
              </a:extLst>
            </p:cNvPr>
            <p:cNvPicPr>
              <a:picLocks noChangeAspect="1"/>
            </p:cNvPicPr>
            <p:nvPr/>
          </p:nvPicPr>
          <p:blipFill>
            <a:blip r:embed="rId8"/>
            <a:stretch>
              <a:fillRect/>
            </a:stretch>
          </p:blipFill>
          <p:spPr>
            <a:xfrm>
              <a:off x="497018" y="4873520"/>
              <a:ext cx="294562" cy="294562"/>
            </a:xfrm>
            <a:prstGeom prst="rect">
              <a:avLst/>
            </a:prstGeom>
          </p:spPr>
        </p:pic>
        <p:pic>
          <p:nvPicPr>
            <p:cNvPr id="400" name="Imagen 399">
              <a:extLst>
                <a:ext uri="{FF2B5EF4-FFF2-40B4-BE49-F238E27FC236}">
                  <a16:creationId xmlns:a16="http://schemas.microsoft.com/office/drawing/2014/main" id="{99D66B74-6485-DF42-3E48-C54542FD9CC6}"/>
                </a:ext>
              </a:extLst>
            </p:cNvPr>
            <p:cNvPicPr>
              <a:picLocks noChangeAspect="1"/>
            </p:cNvPicPr>
            <p:nvPr/>
          </p:nvPicPr>
          <p:blipFill>
            <a:blip r:embed="rId9"/>
            <a:stretch>
              <a:fillRect/>
            </a:stretch>
          </p:blipFill>
          <p:spPr>
            <a:xfrm>
              <a:off x="670303" y="4892843"/>
              <a:ext cx="110774" cy="110774"/>
            </a:xfrm>
            <a:prstGeom prst="rect">
              <a:avLst/>
            </a:prstGeom>
          </p:spPr>
        </p:pic>
      </p:grpSp>
      <p:pic>
        <p:nvPicPr>
          <p:cNvPr id="402" name="Imagen 401">
            <a:extLst>
              <a:ext uri="{FF2B5EF4-FFF2-40B4-BE49-F238E27FC236}">
                <a16:creationId xmlns:a16="http://schemas.microsoft.com/office/drawing/2014/main" id="{4139F327-DAE6-FB08-6439-3A5504E62CD3}"/>
              </a:ext>
            </a:extLst>
          </p:cNvPr>
          <p:cNvPicPr>
            <a:picLocks noChangeAspect="1"/>
          </p:cNvPicPr>
          <p:nvPr/>
        </p:nvPicPr>
        <p:blipFill>
          <a:blip r:embed="rId16"/>
          <a:stretch>
            <a:fillRect/>
          </a:stretch>
        </p:blipFill>
        <p:spPr>
          <a:xfrm>
            <a:off x="6898524" y="2729289"/>
            <a:ext cx="2366859" cy="1556371"/>
          </a:xfrm>
          <a:prstGeom prst="rect">
            <a:avLst/>
          </a:prstGeom>
        </p:spPr>
      </p:pic>
      <p:pic>
        <p:nvPicPr>
          <p:cNvPr id="404" name="Imagen 403">
            <a:extLst>
              <a:ext uri="{FF2B5EF4-FFF2-40B4-BE49-F238E27FC236}">
                <a16:creationId xmlns:a16="http://schemas.microsoft.com/office/drawing/2014/main" id="{84F2A485-6EAB-D0ED-CB25-FFF8EA191E7B}"/>
              </a:ext>
            </a:extLst>
          </p:cNvPr>
          <p:cNvPicPr>
            <a:picLocks noChangeAspect="1"/>
          </p:cNvPicPr>
          <p:nvPr/>
        </p:nvPicPr>
        <p:blipFill>
          <a:blip r:embed="rId5"/>
          <a:stretch>
            <a:fillRect/>
          </a:stretch>
        </p:blipFill>
        <p:spPr>
          <a:xfrm>
            <a:off x="7848770" y="3013712"/>
            <a:ext cx="327996" cy="327996"/>
          </a:xfrm>
          <a:prstGeom prst="rect">
            <a:avLst/>
          </a:prstGeom>
        </p:spPr>
      </p:pic>
      <p:pic>
        <p:nvPicPr>
          <p:cNvPr id="405" name="Imagen 404">
            <a:extLst>
              <a:ext uri="{FF2B5EF4-FFF2-40B4-BE49-F238E27FC236}">
                <a16:creationId xmlns:a16="http://schemas.microsoft.com/office/drawing/2014/main" id="{5958F830-DCA5-02D9-18A6-D18188B857B6}"/>
              </a:ext>
            </a:extLst>
          </p:cNvPr>
          <p:cNvPicPr>
            <a:picLocks noChangeAspect="1"/>
          </p:cNvPicPr>
          <p:nvPr/>
        </p:nvPicPr>
        <p:blipFill>
          <a:blip r:embed="rId6"/>
          <a:stretch>
            <a:fillRect/>
          </a:stretch>
        </p:blipFill>
        <p:spPr>
          <a:xfrm>
            <a:off x="7481170" y="3043210"/>
            <a:ext cx="320162" cy="320162"/>
          </a:xfrm>
          <a:prstGeom prst="rect">
            <a:avLst/>
          </a:prstGeom>
        </p:spPr>
      </p:pic>
      <p:pic>
        <p:nvPicPr>
          <p:cNvPr id="406" name="Imagen 405">
            <a:extLst>
              <a:ext uri="{FF2B5EF4-FFF2-40B4-BE49-F238E27FC236}">
                <a16:creationId xmlns:a16="http://schemas.microsoft.com/office/drawing/2014/main" id="{B2E7F1BE-BCD3-41DB-41C1-30A31FFC5072}"/>
              </a:ext>
            </a:extLst>
          </p:cNvPr>
          <p:cNvPicPr>
            <a:picLocks noChangeAspect="1"/>
          </p:cNvPicPr>
          <p:nvPr/>
        </p:nvPicPr>
        <p:blipFill>
          <a:blip r:embed="rId7"/>
          <a:stretch>
            <a:fillRect/>
          </a:stretch>
        </p:blipFill>
        <p:spPr>
          <a:xfrm>
            <a:off x="8221468" y="3043210"/>
            <a:ext cx="320162" cy="320162"/>
          </a:xfrm>
          <a:prstGeom prst="rect">
            <a:avLst/>
          </a:prstGeom>
        </p:spPr>
      </p:pic>
      <p:grpSp>
        <p:nvGrpSpPr>
          <p:cNvPr id="407" name="Grupo 406">
            <a:extLst>
              <a:ext uri="{FF2B5EF4-FFF2-40B4-BE49-F238E27FC236}">
                <a16:creationId xmlns:a16="http://schemas.microsoft.com/office/drawing/2014/main" id="{A9317914-1FAA-A2D3-A942-F5F49CB8BDE1}"/>
              </a:ext>
            </a:extLst>
          </p:cNvPr>
          <p:cNvGrpSpPr/>
          <p:nvPr/>
        </p:nvGrpSpPr>
        <p:grpSpPr>
          <a:xfrm>
            <a:off x="7099994" y="3068407"/>
            <a:ext cx="300068" cy="300068"/>
            <a:chOff x="3678209" y="4702103"/>
            <a:chExt cx="300068" cy="300068"/>
          </a:xfrm>
        </p:grpSpPr>
        <p:pic>
          <p:nvPicPr>
            <p:cNvPr id="408" name="Imagen 407">
              <a:extLst>
                <a:ext uri="{FF2B5EF4-FFF2-40B4-BE49-F238E27FC236}">
                  <a16:creationId xmlns:a16="http://schemas.microsoft.com/office/drawing/2014/main" id="{9C1BB57A-A99F-6B0E-7BB5-CFB9C46B5E67}"/>
                </a:ext>
              </a:extLst>
            </p:cNvPr>
            <p:cNvPicPr>
              <a:picLocks noChangeAspect="1"/>
            </p:cNvPicPr>
            <p:nvPr/>
          </p:nvPicPr>
          <p:blipFill>
            <a:blip r:embed="rId8"/>
            <a:stretch>
              <a:fillRect/>
            </a:stretch>
          </p:blipFill>
          <p:spPr>
            <a:xfrm>
              <a:off x="3678209" y="4702103"/>
              <a:ext cx="300068" cy="300068"/>
            </a:xfrm>
            <a:prstGeom prst="rect">
              <a:avLst/>
            </a:prstGeom>
          </p:spPr>
        </p:pic>
        <p:pic>
          <p:nvPicPr>
            <p:cNvPr id="409" name="Imagen 408">
              <a:extLst>
                <a:ext uri="{FF2B5EF4-FFF2-40B4-BE49-F238E27FC236}">
                  <a16:creationId xmlns:a16="http://schemas.microsoft.com/office/drawing/2014/main" id="{B917047C-8AE2-37DE-AF91-7C6C7B76DFE7}"/>
                </a:ext>
              </a:extLst>
            </p:cNvPr>
            <p:cNvPicPr>
              <a:picLocks noChangeAspect="1"/>
            </p:cNvPicPr>
            <p:nvPr/>
          </p:nvPicPr>
          <p:blipFill>
            <a:blip r:embed="rId12"/>
            <a:stretch>
              <a:fillRect/>
            </a:stretch>
          </p:blipFill>
          <p:spPr>
            <a:xfrm>
              <a:off x="3862244" y="4719725"/>
              <a:ext cx="98544" cy="109492"/>
            </a:xfrm>
            <a:prstGeom prst="rect">
              <a:avLst/>
            </a:prstGeom>
          </p:spPr>
        </p:pic>
      </p:grpSp>
      <p:grpSp>
        <p:nvGrpSpPr>
          <p:cNvPr id="410" name="Grupo 409">
            <a:extLst>
              <a:ext uri="{FF2B5EF4-FFF2-40B4-BE49-F238E27FC236}">
                <a16:creationId xmlns:a16="http://schemas.microsoft.com/office/drawing/2014/main" id="{AE98CB8B-1D9A-CD67-7573-CF84B47382D3}"/>
              </a:ext>
            </a:extLst>
          </p:cNvPr>
          <p:cNvGrpSpPr/>
          <p:nvPr/>
        </p:nvGrpSpPr>
        <p:grpSpPr>
          <a:xfrm>
            <a:off x="7485043" y="3502767"/>
            <a:ext cx="285755" cy="317675"/>
            <a:chOff x="4063257" y="5136462"/>
            <a:chExt cx="285755" cy="317675"/>
          </a:xfrm>
        </p:grpSpPr>
        <p:pic>
          <p:nvPicPr>
            <p:cNvPr id="411" name="Imagen 410">
              <a:extLst>
                <a:ext uri="{FF2B5EF4-FFF2-40B4-BE49-F238E27FC236}">
                  <a16:creationId xmlns:a16="http://schemas.microsoft.com/office/drawing/2014/main" id="{75A3CA23-E579-30C7-AD55-D12992995EA2}"/>
                </a:ext>
              </a:extLst>
            </p:cNvPr>
            <p:cNvPicPr>
              <a:picLocks noChangeAspect="1"/>
            </p:cNvPicPr>
            <p:nvPr/>
          </p:nvPicPr>
          <p:blipFill>
            <a:blip r:embed="rId11"/>
            <a:stretch>
              <a:fillRect/>
            </a:stretch>
          </p:blipFill>
          <p:spPr>
            <a:xfrm>
              <a:off x="4063257" y="5200137"/>
              <a:ext cx="254000" cy="254000"/>
            </a:xfrm>
            <a:prstGeom prst="rect">
              <a:avLst/>
            </a:prstGeom>
          </p:spPr>
        </p:pic>
        <p:pic>
          <p:nvPicPr>
            <p:cNvPr id="412" name="Imagen 411">
              <a:extLst>
                <a:ext uri="{FF2B5EF4-FFF2-40B4-BE49-F238E27FC236}">
                  <a16:creationId xmlns:a16="http://schemas.microsoft.com/office/drawing/2014/main" id="{56AF4B5C-B543-436E-2D9A-5704796B43CF}"/>
                </a:ext>
              </a:extLst>
            </p:cNvPr>
            <p:cNvPicPr>
              <a:picLocks noChangeAspect="1"/>
            </p:cNvPicPr>
            <p:nvPr/>
          </p:nvPicPr>
          <p:blipFill>
            <a:blip r:embed="rId12"/>
            <a:stretch>
              <a:fillRect/>
            </a:stretch>
          </p:blipFill>
          <p:spPr>
            <a:xfrm>
              <a:off x="4255731" y="5136462"/>
              <a:ext cx="93281" cy="103645"/>
            </a:xfrm>
            <a:prstGeom prst="rect">
              <a:avLst/>
            </a:prstGeom>
          </p:spPr>
        </p:pic>
      </p:grpSp>
      <p:pic>
        <p:nvPicPr>
          <p:cNvPr id="413" name="Imagen 412">
            <a:extLst>
              <a:ext uri="{FF2B5EF4-FFF2-40B4-BE49-F238E27FC236}">
                <a16:creationId xmlns:a16="http://schemas.microsoft.com/office/drawing/2014/main" id="{B7A53352-74D2-A84C-5434-B76AB535E2F0}"/>
              </a:ext>
            </a:extLst>
          </p:cNvPr>
          <p:cNvPicPr>
            <a:picLocks noChangeAspect="1"/>
          </p:cNvPicPr>
          <p:nvPr/>
        </p:nvPicPr>
        <p:blipFill>
          <a:blip r:embed="rId10"/>
          <a:stretch>
            <a:fillRect/>
          </a:stretch>
        </p:blipFill>
        <p:spPr>
          <a:xfrm>
            <a:off x="7102638" y="3547996"/>
            <a:ext cx="294780" cy="294780"/>
          </a:xfrm>
          <a:prstGeom prst="rect">
            <a:avLst/>
          </a:prstGeom>
        </p:spPr>
      </p:pic>
      <p:pic>
        <p:nvPicPr>
          <p:cNvPr id="416" name="Imagen 415">
            <a:extLst>
              <a:ext uri="{FF2B5EF4-FFF2-40B4-BE49-F238E27FC236}">
                <a16:creationId xmlns:a16="http://schemas.microsoft.com/office/drawing/2014/main" id="{6F6B6F73-0D3D-205D-12C3-7273317DFDE7}"/>
              </a:ext>
            </a:extLst>
          </p:cNvPr>
          <p:cNvPicPr>
            <a:picLocks noChangeAspect="1"/>
          </p:cNvPicPr>
          <p:nvPr/>
        </p:nvPicPr>
        <p:blipFill>
          <a:blip r:embed="rId16"/>
          <a:stretch>
            <a:fillRect/>
          </a:stretch>
        </p:blipFill>
        <p:spPr>
          <a:xfrm>
            <a:off x="6898524" y="4822168"/>
            <a:ext cx="2366859" cy="1556371"/>
          </a:xfrm>
          <a:prstGeom prst="rect">
            <a:avLst/>
          </a:prstGeom>
        </p:spPr>
      </p:pic>
      <p:pic>
        <p:nvPicPr>
          <p:cNvPr id="418" name="Imagen 417">
            <a:extLst>
              <a:ext uri="{FF2B5EF4-FFF2-40B4-BE49-F238E27FC236}">
                <a16:creationId xmlns:a16="http://schemas.microsoft.com/office/drawing/2014/main" id="{D247A5A2-6FF8-C2D5-3E8E-4FC4C7FE2284}"/>
              </a:ext>
            </a:extLst>
          </p:cNvPr>
          <p:cNvPicPr>
            <a:picLocks noChangeAspect="1"/>
          </p:cNvPicPr>
          <p:nvPr/>
        </p:nvPicPr>
        <p:blipFill>
          <a:blip r:embed="rId5"/>
          <a:stretch>
            <a:fillRect/>
          </a:stretch>
        </p:blipFill>
        <p:spPr>
          <a:xfrm>
            <a:off x="7848770" y="5106591"/>
            <a:ext cx="327996" cy="327996"/>
          </a:xfrm>
          <a:prstGeom prst="rect">
            <a:avLst/>
          </a:prstGeom>
        </p:spPr>
      </p:pic>
      <p:pic>
        <p:nvPicPr>
          <p:cNvPr id="419" name="Imagen 418">
            <a:extLst>
              <a:ext uri="{FF2B5EF4-FFF2-40B4-BE49-F238E27FC236}">
                <a16:creationId xmlns:a16="http://schemas.microsoft.com/office/drawing/2014/main" id="{0BA54BEE-D5F6-76AD-EB5E-BC9287C13F53}"/>
              </a:ext>
            </a:extLst>
          </p:cNvPr>
          <p:cNvPicPr>
            <a:picLocks noChangeAspect="1"/>
          </p:cNvPicPr>
          <p:nvPr/>
        </p:nvPicPr>
        <p:blipFill>
          <a:blip r:embed="rId6"/>
          <a:stretch>
            <a:fillRect/>
          </a:stretch>
        </p:blipFill>
        <p:spPr>
          <a:xfrm>
            <a:off x="7481170" y="5136089"/>
            <a:ext cx="320162" cy="320162"/>
          </a:xfrm>
          <a:prstGeom prst="rect">
            <a:avLst/>
          </a:prstGeom>
        </p:spPr>
      </p:pic>
      <p:pic>
        <p:nvPicPr>
          <p:cNvPr id="420" name="Imagen 419">
            <a:extLst>
              <a:ext uri="{FF2B5EF4-FFF2-40B4-BE49-F238E27FC236}">
                <a16:creationId xmlns:a16="http://schemas.microsoft.com/office/drawing/2014/main" id="{7BA00A6F-648A-9F61-EB42-A12ABE6B6EE5}"/>
              </a:ext>
            </a:extLst>
          </p:cNvPr>
          <p:cNvPicPr>
            <a:picLocks noChangeAspect="1"/>
          </p:cNvPicPr>
          <p:nvPr/>
        </p:nvPicPr>
        <p:blipFill>
          <a:blip r:embed="rId7"/>
          <a:stretch>
            <a:fillRect/>
          </a:stretch>
        </p:blipFill>
        <p:spPr>
          <a:xfrm>
            <a:off x="8221468" y="5136089"/>
            <a:ext cx="320162" cy="320162"/>
          </a:xfrm>
          <a:prstGeom prst="rect">
            <a:avLst/>
          </a:prstGeom>
        </p:spPr>
      </p:pic>
      <p:pic>
        <p:nvPicPr>
          <p:cNvPr id="421" name="Imagen 420">
            <a:extLst>
              <a:ext uri="{FF2B5EF4-FFF2-40B4-BE49-F238E27FC236}">
                <a16:creationId xmlns:a16="http://schemas.microsoft.com/office/drawing/2014/main" id="{E27C3A79-31B6-D165-D206-64E64CF62DFC}"/>
              </a:ext>
            </a:extLst>
          </p:cNvPr>
          <p:cNvPicPr>
            <a:picLocks noChangeAspect="1"/>
          </p:cNvPicPr>
          <p:nvPr/>
        </p:nvPicPr>
        <p:blipFill>
          <a:blip r:embed="rId11"/>
          <a:stretch>
            <a:fillRect/>
          </a:stretch>
        </p:blipFill>
        <p:spPr>
          <a:xfrm>
            <a:off x="7485042" y="5659320"/>
            <a:ext cx="254000" cy="254000"/>
          </a:xfrm>
          <a:prstGeom prst="rect">
            <a:avLst/>
          </a:prstGeom>
        </p:spPr>
      </p:pic>
      <p:pic>
        <p:nvPicPr>
          <p:cNvPr id="422" name="Imagen 421">
            <a:extLst>
              <a:ext uri="{FF2B5EF4-FFF2-40B4-BE49-F238E27FC236}">
                <a16:creationId xmlns:a16="http://schemas.microsoft.com/office/drawing/2014/main" id="{005BAE85-DF22-5D00-1F4B-15E4B5F0123B}"/>
              </a:ext>
            </a:extLst>
          </p:cNvPr>
          <p:cNvPicPr>
            <a:picLocks noChangeAspect="1"/>
          </p:cNvPicPr>
          <p:nvPr/>
        </p:nvPicPr>
        <p:blipFill>
          <a:blip r:embed="rId10"/>
          <a:stretch>
            <a:fillRect/>
          </a:stretch>
        </p:blipFill>
        <p:spPr>
          <a:xfrm>
            <a:off x="7102638" y="5640875"/>
            <a:ext cx="294780" cy="294780"/>
          </a:xfrm>
          <a:prstGeom prst="rect">
            <a:avLst/>
          </a:prstGeom>
        </p:spPr>
      </p:pic>
      <p:grpSp>
        <p:nvGrpSpPr>
          <p:cNvPr id="423" name="Grupo 422">
            <a:extLst>
              <a:ext uri="{FF2B5EF4-FFF2-40B4-BE49-F238E27FC236}">
                <a16:creationId xmlns:a16="http://schemas.microsoft.com/office/drawing/2014/main" id="{4F4FFC9E-53A0-A30D-D939-1557F16D7709}"/>
              </a:ext>
            </a:extLst>
          </p:cNvPr>
          <p:cNvGrpSpPr/>
          <p:nvPr/>
        </p:nvGrpSpPr>
        <p:grpSpPr>
          <a:xfrm>
            <a:off x="7107468" y="5172752"/>
            <a:ext cx="300068" cy="301854"/>
            <a:chOff x="6785945" y="4956058"/>
            <a:chExt cx="300068" cy="301860"/>
          </a:xfrm>
        </p:grpSpPr>
        <p:pic>
          <p:nvPicPr>
            <p:cNvPr id="424" name="Imagen 423">
              <a:extLst>
                <a:ext uri="{FF2B5EF4-FFF2-40B4-BE49-F238E27FC236}">
                  <a16:creationId xmlns:a16="http://schemas.microsoft.com/office/drawing/2014/main" id="{B9307CEB-2FDC-D40D-C2A9-ACAB1AFA46C5}"/>
                </a:ext>
              </a:extLst>
            </p:cNvPr>
            <p:cNvPicPr>
              <a:picLocks noChangeAspect="1"/>
            </p:cNvPicPr>
            <p:nvPr/>
          </p:nvPicPr>
          <p:blipFill>
            <a:blip r:embed="rId8"/>
            <a:stretch>
              <a:fillRect/>
            </a:stretch>
          </p:blipFill>
          <p:spPr>
            <a:xfrm>
              <a:off x="6785945" y="4957850"/>
              <a:ext cx="300068" cy="300068"/>
            </a:xfrm>
            <a:prstGeom prst="rect">
              <a:avLst/>
            </a:prstGeom>
          </p:spPr>
        </p:pic>
        <p:pic>
          <p:nvPicPr>
            <p:cNvPr id="425" name="Imagen 424">
              <a:extLst>
                <a:ext uri="{FF2B5EF4-FFF2-40B4-BE49-F238E27FC236}">
                  <a16:creationId xmlns:a16="http://schemas.microsoft.com/office/drawing/2014/main" id="{F2C7E518-126A-C3F2-F530-FF23D02E4239}"/>
                </a:ext>
              </a:extLst>
            </p:cNvPr>
            <p:cNvPicPr>
              <a:picLocks noChangeAspect="1"/>
            </p:cNvPicPr>
            <p:nvPr/>
          </p:nvPicPr>
          <p:blipFill>
            <a:blip r:embed="rId15"/>
            <a:stretch>
              <a:fillRect/>
            </a:stretch>
          </p:blipFill>
          <p:spPr>
            <a:xfrm>
              <a:off x="6969128" y="4956064"/>
              <a:ext cx="98544" cy="109494"/>
            </a:xfrm>
            <a:prstGeom prst="rect">
              <a:avLst/>
            </a:prstGeom>
          </p:spPr>
        </p:pic>
      </p:grpSp>
      <p:pic>
        <p:nvPicPr>
          <p:cNvPr id="426" name="Imagen 425">
            <a:extLst>
              <a:ext uri="{FF2B5EF4-FFF2-40B4-BE49-F238E27FC236}">
                <a16:creationId xmlns:a16="http://schemas.microsoft.com/office/drawing/2014/main" id="{910AF7CB-678E-5038-859B-3785D357F514}"/>
              </a:ext>
            </a:extLst>
          </p:cNvPr>
          <p:cNvPicPr>
            <a:picLocks noChangeAspect="1"/>
          </p:cNvPicPr>
          <p:nvPr/>
        </p:nvPicPr>
        <p:blipFill>
          <a:blip r:embed="rId13"/>
          <a:stretch>
            <a:fillRect/>
          </a:stretch>
        </p:blipFill>
        <p:spPr>
          <a:xfrm>
            <a:off x="7865378" y="5621441"/>
            <a:ext cx="294780" cy="294780"/>
          </a:xfrm>
          <a:prstGeom prst="rect">
            <a:avLst/>
          </a:prstGeom>
        </p:spPr>
      </p:pic>
      <p:pic>
        <p:nvPicPr>
          <p:cNvPr id="427" name="Imagen 426">
            <a:extLst>
              <a:ext uri="{FF2B5EF4-FFF2-40B4-BE49-F238E27FC236}">
                <a16:creationId xmlns:a16="http://schemas.microsoft.com/office/drawing/2014/main" id="{A533E9E9-E8E4-45ED-941F-FA9B60AB372B}"/>
              </a:ext>
            </a:extLst>
          </p:cNvPr>
          <p:cNvPicPr>
            <a:picLocks noChangeAspect="1"/>
          </p:cNvPicPr>
          <p:nvPr/>
        </p:nvPicPr>
        <p:blipFill>
          <a:blip r:embed="rId14"/>
          <a:stretch>
            <a:fillRect/>
          </a:stretch>
        </p:blipFill>
        <p:spPr>
          <a:xfrm>
            <a:off x="8291411" y="5659322"/>
            <a:ext cx="253999" cy="253999"/>
          </a:xfrm>
          <a:prstGeom prst="rect">
            <a:avLst/>
          </a:prstGeom>
        </p:spPr>
      </p:pic>
      <p:sp>
        <p:nvSpPr>
          <p:cNvPr id="433" name="Abrir llave 432">
            <a:extLst>
              <a:ext uri="{FF2B5EF4-FFF2-40B4-BE49-F238E27FC236}">
                <a16:creationId xmlns:a16="http://schemas.microsoft.com/office/drawing/2014/main" id="{BC700E60-3AD9-4FB4-CCDD-15153A57B3EC}"/>
              </a:ext>
            </a:extLst>
          </p:cNvPr>
          <p:cNvSpPr/>
          <p:nvPr/>
        </p:nvSpPr>
        <p:spPr>
          <a:xfrm>
            <a:off x="6159329" y="624465"/>
            <a:ext cx="518765" cy="5624888"/>
          </a:xfrm>
          <a:prstGeom prst="leftBrace">
            <a:avLst/>
          </a:prstGeom>
          <a:noFill/>
          <a:ln w="28575">
            <a:solidFill>
              <a:srgbClr val="7E002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7" name="Imagen 6">
            <a:extLst>
              <a:ext uri="{FF2B5EF4-FFF2-40B4-BE49-F238E27FC236}">
                <a16:creationId xmlns:a16="http://schemas.microsoft.com/office/drawing/2014/main" id="{A37BBCB9-11DE-8FBD-6605-4338B5BACAEF}"/>
              </a:ext>
            </a:extLst>
          </p:cNvPr>
          <p:cNvPicPr>
            <a:picLocks noChangeAspect="1"/>
          </p:cNvPicPr>
          <p:nvPr/>
        </p:nvPicPr>
        <p:blipFill>
          <a:blip r:embed="rId17"/>
          <a:stretch>
            <a:fillRect/>
          </a:stretch>
        </p:blipFill>
        <p:spPr>
          <a:xfrm>
            <a:off x="2746085" y="5041102"/>
            <a:ext cx="2524409" cy="1123670"/>
          </a:xfrm>
          <a:prstGeom prst="rect">
            <a:avLst/>
          </a:prstGeom>
        </p:spPr>
      </p:pic>
      <p:pic>
        <p:nvPicPr>
          <p:cNvPr id="8" name="Imagen 7">
            <a:extLst>
              <a:ext uri="{FF2B5EF4-FFF2-40B4-BE49-F238E27FC236}">
                <a16:creationId xmlns:a16="http://schemas.microsoft.com/office/drawing/2014/main" id="{11B4C008-A1CE-B43F-EC25-DCDFA1F6FC45}"/>
              </a:ext>
            </a:extLst>
          </p:cNvPr>
          <p:cNvPicPr>
            <a:picLocks noChangeAspect="1"/>
          </p:cNvPicPr>
          <p:nvPr/>
        </p:nvPicPr>
        <p:blipFill>
          <a:blip r:embed="rId18"/>
          <a:stretch>
            <a:fillRect/>
          </a:stretch>
        </p:blipFill>
        <p:spPr>
          <a:xfrm>
            <a:off x="3249206" y="5739828"/>
            <a:ext cx="1661150" cy="256351"/>
          </a:xfrm>
          <a:prstGeom prst="rect">
            <a:avLst/>
          </a:prstGeom>
        </p:spPr>
      </p:pic>
      <p:pic>
        <p:nvPicPr>
          <p:cNvPr id="150" name="Imagen 149">
            <a:extLst>
              <a:ext uri="{FF2B5EF4-FFF2-40B4-BE49-F238E27FC236}">
                <a16:creationId xmlns:a16="http://schemas.microsoft.com/office/drawing/2014/main" id="{DD9B50FD-4E33-443D-E53B-AB549F449FD1}"/>
              </a:ext>
            </a:extLst>
          </p:cNvPr>
          <p:cNvPicPr>
            <a:picLocks noChangeAspect="1"/>
          </p:cNvPicPr>
          <p:nvPr/>
        </p:nvPicPr>
        <p:blipFill>
          <a:blip r:embed="rId19"/>
          <a:stretch>
            <a:fillRect/>
          </a:stretch>
        </p:blipFill>
        <p:spPr>
          <a:xfrm>
            <a:off x="3844248" y="5221873"/>
            <a:ext cx="401866" cy="378481"/>
          </a:xfrm>
          <a:prstGeom prst="rect">
            <a:avLst/>
          </a:prstGeom>
        </p:spPr>
      </p:pic>
      <p:pic>
        <p:nvPicPr>
          <p:cNvPr id="151" name="Imagen 150">
            <a:extLst>
              <a:ext uri="{FF2B5EF4-FFF2-40B4-BE49-F238E27FC236}">
                <a16:creationId xmlns:a16="http://schemas.microsoft.com/office/drawing/2014/main" id="{3A7220C6-A44D-95FC-52FC-B9B0467DD848}"/>
              </a:ext>
            </a:extLst>
          </p:cNvPr>
          <p:cNvPicPr>
            <a:picLocks noChangeAspect="1"/>
          </p:cNvPicPr>
          <p:nvPr/>
        </p:nvPicPr>
        <p:blipFill>
          <a:blip r:embed="rId16"/>
          <a:stretch>
            <a:fillRect/>
          </a:stretch>
        </p:blipFill>
        <p:spPr>
          <a:xfrm>
            <a:off x="9550908" y="638926"/>
            <a:ext cx="2366859" cy="1556371"/>
          </a:xfrm>
          <a:prstGeom prst="rect">
            <a:avLst/>
          </a:prstGeom>
        </p:spPr>
      </p:pic>
      <p:pic>
        <p:nvPicPr>
          <p:cNvPr id="159" name="Imagen 158">
            <a:extLst>
              <a:ext uri="{FF2B5EF4-FFF2-40B4-BE49-F238E27FC236}">
                <a16:creationId xmlns:a16="http://schemas.microsoft.com/office/drawing/2014/main" id="{28FB0793-FDB8-7449-A825-A455F060A406}"/>
              </a:ext>
            </a:extLst>
          </p:cNvPr>
          <p:cNvPicPr>
            <a:picLocks noChangeAspect="1"/>
          </p:cNvPicPr>
          <p:nvPr/>
        </p:nvPicPr>
        <p:blipFill>
          <a:blip r:embed="rId5"/>
          <a:stretch>
            <a:fillRect/>
          </a:stretch>
        </p:blipFill>
        <p:spPr>
          <a:xfrm>
            <a:off x="10501154" y="923349"/>
            <a:ext cx="327996" cy="327996"/>
          </a:xfrm>
          <a:prstGeom prst="rect">
            <a:avLst/>
          </a:prstGeom>
        </p:spPr>
      </p:pic>
      <p:pic>
        <p:nvPicPr>
          <p:cNvPr id="167" name="Imagen 166">
            <a:extLst>
              <a:ext uri="{FF2B5EF4-FFF2-40B4-BE49-F238E27FC236}">
                <a16:creationId xmlns:a16="http://schemas.microsoft.com/office/drawing/2014/main" id="{02DCDA5E-D0B2-551C-2BE4-D241798E4D77}"/>
              </a:ext>
            </a:extLst>
          </p:cNvPr>
          <p:cNvPicPr>
            <a:picLocks noChangeAspect="1"/>
          </p:cNvPicPr>
          <p:nvPr/>
        </p:nvPicPr>
        <p:blipFill>
          <a:blip r:embed="rId6"/>
          <a:stretch>
            <a:fillRect/>
          </a:stretch>
        </p:blipFill>
        <p:spPr>
          <a:xfrm>
            <a:off x="10133554" y="952847"/>
            <a:ext cx="320162" cy="320162"/>
          </a:xfrm>
          <a:prstGeom prst="rect">
            <a:avLst/>
          </a:prstGeom>
        </p:spPr>
      </p:pic>
      <p:pic>
        <p:nvPicPr>
          <p:cNvPr id="170" name="Imagen 169">
            <a:extLst>
              <a:ext uri="{FF2B5EF4-FFF2-40B4-BE49-F238E27FC236}">
                <a16:creationId xmlns:a16="http://schemas.microsoft.com/office/drawing/2014/main" id="{2ECD4E92-943F-FCE8-E0F8-BE516BE5C8B1}"/>
              </a:ext>
            </a:extLst>
          </p:cNvPr>
          <p:cNvPicPr>
            <a:picLocks noChangeAspect="1"/>
          </p:cNvPicPr>
          <p:nvPr/>
        </p:nvPicPr>
        <p:blipFill>
          <a:blip r:embed="rId7"/>
          <a:stretch>
            <a:fillRect/>
          </a:stretch>
        </p:blipFill>
        <p:spPr>
          <a:xfrm>
            <a:off x="10873852" y="952847"/>
            <a:ext cx="320162" cy="320162"/>
          </a:xfrm>
          <a:prstGeom prst="rect">
            <a:avLst/>
          </a:prstGeom>
        </p:spPr>
      </p:pic>
      <p:grpSp>
        <p:nvGrpSpPr>
          <p:cNvPr id="171" name="Grupo 170">
            <a:extLst>
              <a:ext uri="{FF2B5EF4-FFF2-40B4-BE49-F238E27FC236}">
                <a16:creationId xmlns:a16="http://schemas.microsoft.com/office/drawing/2014/main" id="{428C54AF-1E50-57DC-F154-920C8D041ACB}"/>
              </a:ext>
            </a:extLst>
          </p:cNvPr>
          <p:cNvGrpSpPr/>
          <p:nvPr/>
        </p:nvGrpSpPr>
        <p:grpSpPr>
          <a:xfrm>
            <a:off x="9740791" y="975553"/>
            <a:ext cx="294562" cy="294562"/>
            <a:chOff x="497018" y="4873520"/>
            <a:chExt cx="294562" cy="294562"/>
          </a:xfrm>
        </p:grpSpPr>
        <p:pic>
          <p:nvPicPr>
            <p:cNvPr id="174" name="Imagen 173">
              <a:extLst>
                <a:ext uri="{FF2B5EF4-FFF2-40B4-BE49-F238E27FC236}">
                  <a16:creationId xmlns:a16="http://schemas.microsoft.com/office/drawing/2014/main" id="{A7E2E1C6-1D14-FB76-EC1D-CE72B1B24C37}"/>
                </a:ext>
              </a:extLst>
            </p:cNvPr>
            <p:cNvPicPr>
              <a:picLocks noChangeAspect="1"/>
            </p:cNvPicPr>
            <p:nvPr/>
          </p:nvPicPr>
          <p:blipFill>
            <a:blip r:embed="rId8"/>
            <a:stretch>
              <a:fillRect/>
            </a:stretch>
          </p:blipFill>
          <p:spPr>
            <a:xfrm>
              <a:off x="497018" y="4873520"/>
              <a:ext cx="294562" cy="294562"/>
            </a:xfrm>
            <a:prstGeom prst="rect">
              <a:avLst/>
            </a:prstGeom>
          </p:spPr>
        </p:pic>
        <p:pic>
          <p:nvPicPr>
            <p:cNvPr id="175" name="Imagen 174">
              <a:extLst>
                <a:ext uri="{FF2B5EF4-FFF2-40B4-BE49-F238E27FC236}">
                  <a16:creationId xmlns:a16="http://schemas.microsoft.com/office/drawing/2014/main" id="{9F4D38E4-2C94-E562-8526-D11D30CBDC4B}"/>
                </a:ext>
              </a:extLst>
            </p:cNvPr>
            <p:cNvPicPr>
              <a:picLocks noChangeAspect="1"/>
            </p:cNvPicPr>
            <p:nvPr/>
          </p:nvPicPr>
          <p:blipFill>
            <a:blip r:embed="rId9"/>
            <a:stretch>
              <a:fillRect/>
            </a:stretch>
          </p:blipFill>
          <p:spPr>
            <a:xfrm>
              <a:off x="670303" y="4892843"/>
              <a:ext cx="110774" cy="110774"/>
            </a:xfrm>
            <a:prstGeom prst="rect">
              <a:avLst/>
            </a:prstGeom>
          </p:spPr>
        </p:pic>
      </p:grpSp>
      <p:pic>
        <p:nvPicPr>
          <p:cNvPr id="177" name="Imagen 176">
            <a:extLst>
              <a:ext uri="{FF2B5EF4-FFF2-40B4-BE49-F238E27FC236}">
                <a16:creationId xmlns:a16="http://schemas.microsoft.com/office/drawing/2014/main" id="{E94617F5-668A-5FF7-0CA6-F036D0D3EF73}"/>
              </a:ext>
            </a:extLst>
          </p:cNvPr>
          <p:cNvPicPr>
            <a:picLocks noChangeAspect="1"/>
          </p:cNvPicPr>
          <p:nvPr/>
        </p:nvPicPr>
        <p:blipFill>
          <a:blip r:embed="rId16"/>
          <a:stretch>
            <a:fillRect/>
          </a:stretch>
        </p:blipFill>
        <p:spPr>
          <a:xfrm>
            <a:off x="9570374" y="2729289"/>
            <a:ext cx="2366859" cy="1556371"/>
          </a:xfrm>
          <a:prstGeom prst="rect">
            <a:avLst/>
          </a:prstGeom>
        </p:spPr>
      </p:pic>
      <p:pic>
        <p:nvPicPr>
          <p:cNvPr id="179" name="Imagen 178">
            <a:extLst>
              <a:ext uri="{FF2B5EF4-FFF2-40B4-BE49-F238E27FC236}">
                <a16:creationId xmlns:a16="http://schemas.microsoft.com/office/drawing/2014/main" id="{65F3C133-8D38-7053-4E51-73595CA7165E}"/>
              </a:ext>
            </a:extLst>
          </p:cNvPr>
          <p:cNvPicPr>
            <a:picLocks noChangeAspect="1"/>
          </p:cNvPicPr>
          <p:nvPr/>
        </p:nvPicPr>
        <p:blipFill>
          <a:blip r:embed="rId5"/>
          <a:stretch>
            <a:fillRect/>
          </a:stretch>
        </p:blipFill>
        <p:spPr>
          <a:xfrm>
            <a:off x="10520620" y="3013712"/>
            <a:ext cx="327996" cy="327996"/>
          </a:xfrm>
          <a:prstGeom prst="rect">
            <a:avLst/>
          </a:prstGeom>
        </p:spPr>
      </p:pic>
      <p:pic>
        <p:nvPicPr>
          <p:cNvPr id="180" name="Imagen 179">
            <a:extLst>
              <a:ext uri="{FF2B5EF4-FFF2-40B4-BE49-F238E27FC236}">
                <a16:creationId xmlns:a16="http://schemas.microsoft.com/office/drawing/2014/main" id="{B7FD1D01-73E6-7561-10CA-003A09F6C0F2}"/>
              </a:ext>
            </a:extLst>
          </p:cNvPr>
          <p:cNvPicPr>
            <a:picLocks noChangeAspect="1"/>
          </p:cNvPicPr>
          <p:nvPr/>
        </p:nvPicPr>
        <p:blipFill>
          <a:blip r:embed="rId6"/>
          <a:stretch>
            <a:fillRect/>
          </a:stretch>
        </p:blipFill>
        <p:spPr>
          <a:xfrm>
            <a:off x="10153020" y="3043210"/>
            <a:ext cx="320162" cy="320162"/>
          </a:xfrm>
          <a:prstGeom prst="rect">
            <a:avLst/>
          </a:prstGeom>
        </p:spPr>
      </p:pic>
      <p:pic>
        <p:nvPicPr>
          <p:cNvPr id="181" name="Imagen 180">
            <a:extLst>
              <a:ext uri="{FF2B5EF4-FFF2-40B4-BE49-F238E27FC236}">
                <a16:creationId xmlns:a16="http://schemas.microsoft.com/office/drawing/2014/main" id="{B320B24D-285F-C256-B883-756DAC9C9FA0}"/>
              </a:ext>
            </a:extLst>
          </p:cNvPr>
          <p:cNvPicPr>
            <a:picLocks noChangeAspect="1"/>
          </p:cNvPicPr>
          <p:nvPr/>
        </p:nvPicPr>
        <p:blipFill>
          <a:blip r:embed="rId7"/>
          <a:stretch>
            <a:fillRect/>
          </a:stretch>
        </p:blipFill>
        <p:spPr>
          <a:xfrm>
            <a:off x="10893318" y="3043210"/>
            <a:ext cx="320162" cy="320162"/>
          </a:xfrm>
          <a:prstGeom prst="rect">
            <a:avLst/>
          </a:prstGeom>
        </p:spPr>
      </p:pic>
      <p:grpSp>
        <p:nvGrpSpPr>
          <p:cNvPr id="182" name="Grupo 181">
            <a:extLst>
              <a:ext uri="{FF2B5EF4-FFF2-40B4-BE49-F238E27FC236}">
                <a16:creationId xmlns:a16="http://schemas.microsoft.com/office/drawing/2014/main" id="{B35A269D-11DB-41FD-E50F-F8B84DCB97DC}"/>
              </a:ext>
            </a:extLst>
          </p:cNvPr>
          <p:cNvGrpSpPr/>
          <p:nvPr/>
        </p:nvGrpSpPr>
        <p:grpSpPr>
          <a:xfrm>
            <a:off x="9771844" y="3068407"/>
            <a:ext cx="300068" cy="300068"/>
            <a:chOff x="3678209" y="4702103"/>
            <a:chExt cx="300068" cy="300068"/>
          </a:xfrm>
        </p:grpSpPr>
        <p:pic>
          <p:nvPicPr>
            <p:cNvPr id="183" name="Imagen 182">
              <a:extLst>
                <a:ext uri="{FF2B5EF4-FFF2-40B4-BE49-F238E27FC236}">
                  <a16:creationId xmlns:a16="http://schemas.microsoft.com/office/drawing/2014/main" id="{81B1F7BD-3795-23AC-44DF-066CEFEEC1AC}"/>
                </a:ext>
              </a:extLst>
            </p:cNvPr>
            <p:cNvPicPr>
              <a:picLocks noChangeAspect="1"/>
            </p:cNvPicPr>
            <p:nvPr/>
          </p:nvPicPr>
          <p:blipFill>
            <a:blip r:embed="rId8"/>
            <a:stretch>
              <a:fillRect/>
            </a:stretch>
          </p:blipFill>
          <p:spPr>
            <a:xfrm>
              <a:off x="3678209" y="4702103"/>
              <a:ext cx="300068" cy="300068"/>
            </a:xfrm>
            <a:prstGeom prst="rect">
              <a:avLst/>
            </a:prstGeom>
          </p:spPr>
        </p:pic>
        <p:pic>
          <p:nvPicPr>
            <p:cNvPr id="184" name="Imagen 183">
              <a:extLst>
                <a:ext uri="{FF2B5EF4-FFF2-40B4-BE49-F238E27FC236}">
                  <a16:creationId xmlns:a16="http://schemas.microsoft.com/office/drawing/2014/main" id="{FCF8699E-68D2-A8EF-4265-F5CBB5F5CAEE}"/>
                </a:ext>
              </a:extLst>
            </p:cNvPr>
            <p:cNvPicPr>
              <a:picLocks noChangeAspect="1"/>
            </p:cNvPicPr>
            <p:nvPr/>
          </p:nvPicPr>
          <p:blipFill>
            <a:blip r:embed="rId12"/>
            <a:stretch>
              <a:fillRect/>
            </a:stretch>
          </p:blipFill>
          <p:spPr>
            <a:xfrm>
              <a:off x="3862244" y="4719725"/>
              <a:ext cx="98544" cy="109492"/>
            </a:xfrm>
            <a:prstGeom prst="rect">
              <a:avLst/>
            </a:prstGeom>
          </p:spPr>
        </p:pic>
      </p:grpSp>
      <p:grpSp>
        <p:nvGrpSpPr>
          <p:cNvPr id="185" name="Grupo 184">
            <a:extLst>
              <a:ext uri="{FF2B5EF4-FFF2-40B4-BE49-F238E27FC236}">
                <a16:creationId xmlns:a16="http://schemas.microsoft.com/office/drawing/2014/main" id="{8C45A7A2-2A03-3536-71C7-C141033672EF}"/>
              </a:ext>
            </a:extLst>
          </p:cNvPr>
          <p:cNvGrpSpPr/>
          <p:nvPr/>
        </p:nvGrpSpPr>
        <p:grpSpPr>
          <a:xfrm>
            <a:off x="10156893" y="3502767"/>
            <a:ext cx="285755" cy="317675"/>
            <a:chOff x="4063257" y="5136462"/>
            <a:chExt cx="285755" cy="317675"/>
          </a:xfrm>
        </p:grpSpPr>
        <p:pic>
          <p:nvPicPr>
            <p:cNvPr id="186" name="Imagen 185">
              <a:extLst>
                <a:ext uri="{FF2B5EF4-FFF2-40B4-BE49-F238E27FC236}">
                  <a16:creationId xmlns:a16="http://schemas.microsoft.com/office/drawing/2014/main" id="{538C1FE2-93EC-15AE-762F-825FC2328650}"/>
                </a:ext>
              </a:extLst>
            </p:cNvPr>
            <p:cNvPicPr>
              <a:picLocks noChangeAspect="1"/>
            </p:cNvPicPr>
            <p:nvPr/>
          </p:nvPicPr>
          <p:blipFill>
            <a:blip r:embed="rId11"/>
            <a:stretch>
              <a:fillRect/>
            </a:stretch>
          </p:blipFill>
          <p:spPr>
            <a:xfrm>
              <a:off x="4063257" y="5200137"/>
              <a:ext cx="254000" cy="254000"/>
            </a:xfrm>
            <a:prstGeom prst="rect">
              <a:avLst/>
            </a:prstGeom>
          </p:spPr>
        </p:pic>
        <p:pic>
          <p:nvPicPr>
            <p:cNvPr id="187" name="Imagen 186">
              <a:extLst>
                <a:ext uri="{FF2B5EF4-FFF2-40B4-BE49-F238E27FC236}">
                  <a16:creationId xmlns:a16="http://schemas.microsoft.com/office/drawing/2014/main" id="{C8EE7D15-B1CF-DFA9-3FC3-E118C6BA76CA}"/>
                </a:ext>
              </a:extLst>
            </p:cNvPr>
            <p:cNvPicPr>
              <a:picLocks noChangeAspect="1"/>
            </p:cNvPicPr>
            <p:nvPr/>
          </p:nvPicPr>
          <p:blipFill>
            <a:blip r:embed="rId12"/>
            <a:stretch>
              <a:fillRect/>
            </a:stretch>
          </p:blipFill>
          <p:spPr>
            <a:xfrm>
              <a:off x="4255731" y="5136462"/>
              <a:ext cx="93281" cy="103645"/>
            </a:xfrm>
            <a:prstGeom prst="rect">
              <a:avLst/>
            </a:prstGeom>
          </p:spPr>
        </p:pic>
      </p:grpSp>
      <p:pic>
        <p:nvPicPr>
          <p:cNvPr id="188" name="Imagen 187">
            <a:extLst>
              <a:ext uri="{FF2B5EF4-FFF2-40B4-BE49-F238E27FC236}">
                <a16:creationId xmlns:a16="http://schemas.microsoft.com/office/drawing/2014/main" id="{6EE4D2F5-59C5-45B1-542F-B3B6B16D14F9}"/>
              </a:ext>
            </a:extLst>
          </p:cNvPr>
          <p:cNvPicPr>
            <a:picLocks noChangeAspect="1"/>
          </p:cNvPicPr>
          <p:nvPr/>
        </p:nvPicPr>
        <p:blipFill>
          <a:blip r:embed="rId10"/>
          <a:stretch>
            <a:fillRect/>
          </a:stretch>
        </p:blipFill>
        <p:spPr>
          <a:xfrm>
            <a:off x="9774488" y="3547996"/>
            <a:ext cx="294780" cy="294780"/>
          </a:xfrm>
          <a:prstGeom prst="rect">
            <a:avLst/>
          </a:prstGeom>
        </p:spPr>
      </p:pic>
      <p:pic>
        <p:nvPicPr>
          <p:cNvPr id="189" name="Imagen 188">
            <a:extLst>
              <a:ext uri="{FF2B5EF4-FFF2-40B4-BE49-F238E27FC236}">
                <a16:creationId xmlns:a16="http://schemas.microsoft.com/office/drawing/2014/main" id="{28DAD450-F933-0016-01C0-8C0851004A41}"/>
              </a:ext>
            </a:extLst>
          </p:cNvPr>
          <p:cNvPicPr>
            <a:picLocks noChangeAspect="1"/>
          </p:cNvPicPr>
          <p:nvPr/>
        </p:nvPicPr>
        <p:blipFill>
          <a:blip r:embed="rId19"/>
          <a:stretch>
            <a:fillRect/>
          </a:stretch>
        </p:blipFill>
        <p:spPr>
          <a:xfrm>
            <a:off x="11443690" y="3255584"/>
            <a:ext cx="273521" cy="273521"/>
          </a:xfrm>
          <a:prstGeom prst="rect">
            <a:avLst/>
          </a:prstGeom>
        </p:spPr>
      </p:pic>
      <p:pic>
        <p:nvPicPr>
          <p:cNvPr id="191" name="Imagen 190">
            <a:extLst>
              <a:ext uri="{FF2B5EF4-FFF2-40B4-BE49-F238E27FC236}">
                <a16:creationId xmlns:a16="http://schemas.microsoft.com/office/drawing/2014/main" id="{D14491B7-E2CF-451D-1503-AC8282EF18CD}"/>
              </a:ext>
            </a:extLst>
          </p:cNvPr>
          <p:cNvPicPr>
            <a:picLocks noChangeAspect="1"/>
          </p:cNvPicPr>
          <p:nvPr/>
        </p:nvPicPr>
        <p:blipFill>
          <a:blip r:embed="rId16"/>
          <a:stretch>
            <a:fillRect/>
          </a:stretch>
        </p:blipFill>
        <p:spPr>
          <a:xfrm>
            <a:off x="9570374" y="4822168"/>
            <a:ext cx="2366859" cy="1556371"/>
          </a:xfrm>
          <a:prstGeom prst="rect">
            <a:avLst/>
          </a:prstGeom>
        </p:spPr>
      </p:pic>
      <p:pic>
        <p:nvPicPr>
          <p:cNvPr id="257" name="Imagen 256">
            <a:extLst>
              <a:ext uri="{FF2B5EF4-FFF2-40B4-BE49-F238E27FC236}">
                <a16:creationId xmlns:a16="http://schemas.microsoft.com/office/drawing/2014/main" id="{681DB9D5-0329-C748-C049-7CE91E618801}"/>
              </a:ext>
            </a:extLst>
          </p:cNvPr>
          <p:cNvPicPr>
            <a:picLocks noChangeAspect="1"/>
          </p:cNvPicPr>
          <p:nvPr/>
        </p:nvPicPr>
        <p:blipFill>
          <a:blip r:embed="rId5"/>
          <a:stretch>
            <a:fillRect/>
          </a:stretch>
        </p:blipFill>
        <p:spPr>
          <a:xfrm>
            <a:off x="10520620" y="5106591"/>
            <a:ext cx="327996" cy="327996"/>
          </a:xfrm>
          <a:prstGeom prst="rect">
            <a:avLst/>
          </a:prstGeom>
        </p:spPr>
      </p:pic>
      <p:pic>
        <p:nvPicPr>
          <p:cNvPr id="258" name="Imagen 257">
            <a:extLst>
              <a:ext uri="{FF2B5EF4-FFF2-40B4-BE49-F238E27FC236}">
                <a16:creationId xmlns:a16="http://schemas.microsoft.com/office/drawing/2014/main" id="{3020723C-C665-0DD8-3696-CF28848A2DFD}"/>
              </a:ext>
            </a:extLst>
          </p:cNvPr>
          <p:cNvPicPr>
            <a:picLocks noChangeAspect="1"/>
          </p:cNvPicPr>
          <p:nvPr/>
        </p:nvPicPr>
        <p:blipFill>
          <a:blip r:embed="rId6"/>
          <a:stretch>
            <a:fillRect/>
          </a:stretch>
        </p:blipFill>
        <p:spPr>
          <a:xfrm>
            <a:off x="10153020" y="5136089"/>
            <a:ext cx="320162" cy="320162"/>
          </a:xfrm>
          <a:prstGeom prst="rect">
            <a:avLst/>
          </a:prstGeom>
        </p:spPr>
      </p:pic>
      <p:pic>
        <p:nvPicPr>
          <p:cNvPr id="259" name="Imagen 258">
            <a:extLst>
              <a:ext uri="{FF2B5EF4-FFF2-40B4-BE49-F238E27FC236}">
                <a16:creationId xmlns:a16="http://schemas.microsoft.com/office/drawing/2014/main" id="{53A19BF2-66D4-EDEB-607C-A47DE8825AFB}"/>
              </a:ext>
            </a:extLst>
          </p:cNvPr>
          <p:cNvPicPr>
            <a:picLocks noChangeAspect="1"/>
          </p:cNvPicPr>
          <p:nvPr/>
        </p:nvPicPr>
        <p:blipFill>
          <a:blip r:embed="rId7"/>
          <a:stretch>
            <a:fillRect/>
          </a:stretch>
        </p:blipFill>
        <p:spPr>
          <a:xfrm>
            <a:off x="10893318" y="5136089"/>
            <a:ext cx="320162" cy="320162"/>
          </a:xfrm>
          <a:prstGeom prst="rect">
            <a:avLst/>
          </a:prstGeom>
        </p:spPr>
      </p:pic>
      <p:pic>
        <p:nvPicPr>
          <p:cNvPr id="260" name="Imagen 259">
            <a:extLst>
              <a:ext uri="{FF2B5EF4-FFF2-40B4-BE49-F238E27FC236}">
                <a16:creationId xmlns:a16="http://schemas.microsoft.com/office/drawing/2014/main" id="{CDB07A2D-6592-949C-AB69-154E9D4AEABD}"/>
              </a:ext>
            </a:extLst>
          </p:cNvPr>
          <p:cNvPicPr>
            <a:picLocks noChangeAspect="1"/>
          </p:cNvPicPr>
          <p:nvPr/>
        </p:nvPicPr>
        <p:blipFill>
          <a:blip r:embed="rId11"/>
          <a:stretch>
            <a:fillRect/>
          </a:stretch>
        </p:blipFill>
        <p:spPr>
          <a:xfrm>
            <a:off x="10156892" y="5659320"/>
            <a:ext cx="254000" cy="254000"/>
          </a:xfrm>
          <a:prstGeom prst="rect">
            <a:avLst/>
          </a:prstGeom>
        </p:spPr>
      </p:pic>
      <p:pic>
        <p:nvPicPr>
          <p:cNvPr id="261" name="Imagen 260">
            <a:extLst>
              <a:ext uri="{FF2B5EF4-FFF2-40B4-BE49-F238E27FC236}">
                <a16:creationId xmlns:a16="http://schemas.microsoft.com/office/drawing/2014/main" id="{BD4C2D99-FFB1-E9D8-ADA2-51716836B663}"/>
              </a:ext>
            </a:extLst>
          </p:cNvPr>
          <p:cNvPicPr>
            <a:picLocks noChangeAspect="1"/>
          </p:cNvPicPr>
          <p:nvPr/>
        </p:nvPicPr>
        <p:blipFill>
          <a:blip r:embed="rId10"/>
          <a:stretch>
            <a:fillRect/>
          </a:stretch>
        </p:blipFill>
        <p:spPr>
          <a:xfrm>
            <a:off x="9774488" y="5640875"/>
            <a:ext cx="294780" cy="294780"/>
          </a:xfrm>
          <a:prstGeom prst="rect">
            <a:avLst/>
          </a:prstGeom>
        </p:spPr>
      </p:pic>
      <p:grpSp>
        <p:nvGrpSpPr>
          <p:cNvPr id="262" name="Grupo 261">
            <a:extLst>
              <a:ext uri="{FF2B5EF4-FFF2-40B4-BE49-F238E27FC236}">
                <a16:creationId xmlns:a16="http://schemas.microsoft.com/office/drawing/2014/main" id="{82C59122-2935-87B0-0A90-D4078424996D}"/>
              </a:ext>
            </a:extLst>
          </p:cNvPr>
          <p:cNvGrpSpPr/>
          <p:nvPr/>
        </p:nvGrpSpPr>
        <p:grpSpPr>
          <a:xfrm>
            <a:off x="9779318" y="5172752"/>
            <a:ext cx="300068" cy="301854"/>
            <a:chOff x="6785945" y="4956058"/>
            <a:chExt cx="300068" cy="301860"/>
          </a:xfrm>
        </p:grpSpPr>
        <p:pic>
          <p:nvPicPr>
            <p:cNvPr id="263" name="Imagen 262">
              <a:extLst>
                <a:ext uri="{FF2B5EF4-FFF2-40B4-BE49-F238E27FC236}">
                  <a16:creationId xmlns:a16="http://schemas.microsoft.com/office/drawing/2014/main" id="{00608446-EB01-AAA5-660B-3A737B308B68}"/>
                </a:ext>
              </a:extLst>
            </p:cNvPr>
            <p:cNvPicPr>
              <a:picLocks noChangeAspect="1"/>
            </p:cNvPicPr>
            <p:nvPr/>
          </p:nvPicPr>
          <p:blipFill>
            <a:blip r:embed="rId8"/>
            <a:stretch>
              <a:fillRect/>
            </a:stretch>
          </p:blipFill>
          <p:spPr>
            <a:xfrm>
              <a:off x="6785945" y="4957850"/>
              <a:ext cx="300068" cy="300068"/>
            </a:xfrm>
            <a:prstGeom prst="rect">
              <a:avLst/>
            </a:prstGeom>
          </p:spPr>
        </p:pic>
        <p:pic>
          <p:nvPicPr>
            <p:cNvPr id="264" name="Imagen 263">
              <a:extLst>
                <a:ext uri="{FF2B5EF4-FFF2-40B4-BE49-F238E27FC236}">
                  <a16:creationId xmlns:a16="http://schemas.microsoft.com/office/drawing/2014/main" id="{4A2DD729-264D-8B38-0C61-411A38C5A5C5}"/>
                </a:ext>
              </a:extLst>
            </p:cNvPr>
            <p:cNvPicPr>
              <a:picLocks noChangeAspect="1"/>
            </p:cNvPicPr>
            <p:nvPr/>
          </p:nvPicPr>
          <p:blipFill>
            <a:blip r:embed="rId15"/>
            <a:stretch>
              <a:fillRect/>
            </a:stretch>
          </p:blipFill>
          <p:spPr>
            <a:xfrm>
              <a:off x="6969128" y="4956064"/>
              <a:ext cx="98544" cy="109494"/>
            </a:xfrm>
            <a:prstGeom prst="rect">
              <a:avLst/>
            </a:prstGeom>
          </p:spPr>
        </p:pic>
      </p:grpSp>
      <p:pic>
        <p:nvPicPr>
          <p:cNvPr id="265" name="Imagen 264">
            <a:extLst>
              <a:ext uri="{FF2B5EF4-FFF2-40B4-BE49-F238E27FC236}">
                <a16:creationId xmlns:a16="http://schemas.microsoft.com/office/drawing/2014/main" id="{34FB25F3-4B4E-8D92-AF0E-9BFB1D91E090}"/>
              </a:ext>
            </a:extLst>
          </p:cNvPr>
          <p:cNvPicPr>
            <a:picLocks noChangeAspect="1"/>
          </p:cNvPicPr>
          <p:nvPr/>
        </p:nvPicPr>
        <p:blipFill>
          <a:blip r:embed="rId13"/>
          <a:stretch>
            <a:fillRect/>
          </a:stretch>
        </p:blipFill>
        <p:spPr>
          <a:xfrm>
            <a:off x="10537228" y="5621441"/>
            <a:ext cx="294780" cy="294780"/>
          </a:xfrm>
          <a:prstGeom prst="rect">
            <a:avLst/>
          </a:prstGeom>
        </p:spPr>
      </p:pic>
      <p:pic>
        <p:nvPicPr>
          <p:cNvPr id="266" name="Imagen 265">
            <a:extLst>
              <a:ext uri="{FF2B5EF4-FFF2-40B4-BE49-F238E27FC236}">
                <a16:creationId xmlns:a16="http://schemas.microsoft.com/office/drawing/2014/main" id="{F7F8AEB6-550D-BC7E-11EC-72D42B323B75}"/>
              </a:ext>
            </a:extLst>
          </p:cNvPr>
          <p:cNvPicPr>
            <a:picLocks noChangeAspect="1"/>
          </p:cNvPicPr>
          <p:nvPr/>
        </p:nvPicPr>
        <p:blipFill>
          <a:blip r:embed="rId14"/>
          <a:stretch>
            <a:fillRect/>
          </a:stretch>
        </p:blipFill>
        <p:spPr>
          <a:xfrm>
            <a:off x="10963261" y="5659322"/>
            <a:ext cx="253999" cy="253999"/>
          </a:xfrm>
          <a:prstGeom prst="rect">
            <a:avLst/>
          </a:prstGeom>
        </p:spPr>
      </p:pic>
      <p:pic>
        <p:nvPicPr>
          <p:cNvPr id="267" name="Imagen 266">
            <a:extLst>
              <a:ext uri="{FF2B5EF4-FFF2-40B4-BE49-F238E27FC236}">
                <a16:creationId xmlns:a16="http://schemas.microsoft.com/office/drawing/2014/main" id="{569A90E4-55CD-7D7B-30C6-3B12B0772E9F}"/>
              </a:ext>
            </a:extLst>
          </p:cNvPr>
          <p:cNvPicPr>
            <a:picLocks noChangeAspect="1"/>
          </p:cNvPicPr>
          <p:nvPr/>
        </p:nvPicPr>
        <p:blipFill>
          <a:blip r:embed="rId19"/>
          <a:stretch>
            <a:fillRect/>
          </a:stretch>
        </p:blipFill>
        <p:spPr>
          <a:xfrm>
            <a:off x="11446297" y="5367354"/>
            <a:ext cx="273521" cy="273521"/>
          </a:xfrm>
          <a:prstGeom prst="rect">
            <a:avLst/>
          </a:prstGeom>
        </p:spPr>
      </p:pic>
      <p:pic>
        <p:nvPicPr>
          <p:cNvPr id="269" name="Imagen 268">
            <a:extLst>
              <a:ext uri="{FF2B5EF4-FFF2-40B4-BE49-F238E27FC236}">
                <a16:creationId xmlns:a16="http://schemas.microsoft.com/office/drawing/2014/main" id="{55DC4245-B784-7B96-0CF2-DFD8CD28027A}"/>
              </a:ext>
            </a:extLst>
          </p:cNvPr>
          <p:cNvPicPr>
            <a:picLocks noChangeAspect="1"/>
          </p:cNvPicPr>
          <p:nvPr/>
        </p:nvPicPr>
        <p:blipFill>
          <a:blip r:embed="rId19"/>
          <a:stretch>
            <a:fillRect/>
          </a:stretch>
        </p:blipFill>
        <p:spPr>
          <a:xfrm>
            <a:off x="11426830" y="1160585"/>
            <a:ext cx="273521" cy="273521"/>
          </a:xfrm>
          <a:prstGeom prst="rect">
            <a:avLst/>
          </a:prstGeom>
        </p:spPr>
      </p:pic>
      <p:sp>
        <p:nvSpPr>
          <p:cNvPr id="347" name="CuadroTexto 346">
            <a:extLst>
              <a:ext uri="{FF2B5EF4-FFF2-40B4-BE49-F238E27FC236}">
                <a16:creationId xmlns:a16="http://schemas.microsoft.com/office/drawing/2014/main" id="{6FE97EA0-01EE-9ED7-17CE-26F0D6F97DFF}"/>
              </a:ext>
            </a:extLst>
          </p:cNvPr>
          <p:cNvSpPr txBox="1"/>
          <p:nvPr/>
        </p:nvSpPr>
        <p:spPr>
          <a:xfrm>
            <a:off x="7436566" y="276365"/>
            <a:ext cx="1188146"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Ⓢ(BASIC)</a:t>
            </a:r>
          </a:p>
        </p:txBody>
      </p:sp>
      <p:sp>
        <p:nvSpPr>
          <p:cNvPr id="348" name="CuadroTexto 347">
            <a:extLst>
              <a:ext uri="{FF2B5EF4-FFF2-40B4-BE49-F238E27FC236}">
                <a16:creationId xmlns:a16="http://schemas.microsoft.com/office/drawing/2014/main" id="{7835C15C-657A-E524-6F2A-0B319278D0C9}"/>
              </a:ext>
            </a:extLst>
          </p:cNvPr>
          <p:cNvSpPr txBox="1"/>
          <p:nvPr/>
        </p:nvSpPr>
        <p:spPr>
          <a:xfrm>
            <a:off x="9900286" y="285763"/>
            <a:ext cx="1766830"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Ⓢ(BASIC, calls)</a:t>
            </a:r>
          </a:p>
        </p:txBody>
      </p:sp>
      <p:sp>
        <p:nvSpPr>
          <p:cNvPr id="349" name="CuadroTexto 348">
            <a:extLst>
              <a:ext uri="{FF2B5EF4-FFF2-40B4-BE49-F238E27FC236}">
                <a16:creationId xmlns:a16="http://schemas.microsoft.com/office/drawing/2014/main" id="{33710B62-0A2C-5F50-07A0-EB3C8B6289B5}"/>
              </a:ext>
            </a:extLst>
          </p:cNvPr>
          <p:cNvSpPr txBox="1"/>
          <p:nvPr/>
        </p:nvSpPr>
        <p:spPr>
          <a:xfrm>
            <a:off x="7539235" y="2393325"/>
            <a:ext cx="989373"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Ⓢ(PRO)</a:t>
            </a:r>
          </a:p>
        </p:txBody>
      </p:sp>
      <p:sp>
        <p:nvSpPr>
          <p:cNvPr id="350" name="CuadroTexto 349">
            <a:extLst>
              <a:ext uri="{FF2B5EF4-FFF2-40B4-BE49-F238E27FC236}">
                <a16:creationId xmlns:a16="http://schemas.microsoft.com/office/drawing/2014/main" id="{FE7F2830-CC25-65F5-1C44-7006C802C12C}"/>
              </a:ext>
            </a:extLst>
          </p:cNvPr>
          <p:cNvSpPr txBox="1"/>
          <p:nvPr/>
        </p:nvSpPr>
        <p:spPr>
          <a:xfrm>
            <a:off x="9927286" y="2387677"/>
            <a:ext cx="1568058"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Ⓢ(PRO, calls)</a:t>
            </a:r>
          </a:p>
        </p:txBody>
      </p:sp>
      <p:sp>
        <p:nvSpPr>
          <p:cNvPr id="351" name="CuadroTexto 350">
            <a:extLst>
              <a:ext uri="{FF2B5EF4-FFF2-40B4-BE49-F238E27FC236}">
                <a16:creationId xmlns:a16="http://schemas.microsoft.com/office/drawing/2014/main" id="{E6F56D99-AFEA-233D-B935-4B516944354A}"/>
              </a:ext>
            </a:extLst>
          </p:cNvPr>
          <p:cNvSpPr txBox="1"/>
          <p:nvPr/>
        </p:nvSpPr>
        <p:spPr>
          <a:xfrm>
            <a:off x="7252583" y="4476817"/>
            <a:ext cx="1608133"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Ⓢ(BUSINESS)</a:t>
            </a:r>
          </a:p>
        </p:txBody>
      </p:sp>
      <p:sp>
        <p:nvSpPr>
          <p:cNvPr id="352" name="CuadroTexto 351">
            <a:extLst>
              <a:ext uri="{FF2B5EF4-FFF2-40B4-BE49-F238E27FC236}">
                <a16:creationId xmlns:a16="http://schemas.microsoft.com/office/drawing/2014/main" id="{5732B131-B8C7-6C93-2583-A3D67E4451BD}"/>
              </a:ext>
            </a:extLst>
          </p:cNvPr>
          <p:cNvSpPr txBox="1"/>
          <p:nvPr/>
        </p:nvSpPr>
        <p:spPr>
          <a:xfrm>
            <a:off x="9668112" y="4459658"/>
            <a:ext cx="2186817"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Ⓢ(BUSINESS, calls)</a:t>
            </a:r>
          </a:p>
        </p:txBody>
      </p:sp>
      <p:sp>
        <p:nvSpPr>
          <p:cNvPr id="3" name="Abrir llave 2">
            <a:extLst>
              <a:ext uri="{FF2B5EF4-FFF2-40B4-BE49-F238E27FC236}">
                <a16:creationId xmlns:a16="http://schemas.microsoft.com/office/drawing/2014/main" id="{7DE37225-8218-1A17-1C44-F39EFEB73BB5}"/>
              </a:ext>
            </a:extLst>
          </p:cNvPr>
          <p:cNvSpPr/>
          <p:nvPr/>
        </p:nvSpPr>
        <p:spPr>
          <a:xfrm rot="10800000">
            <a:off x="12292139" y="579900"/>
            <a:ext cx="518765" cy="5624888"/>
          </a:xfrm>
          <a:prstGeom prst="leftBrace">
            <a:avLst/>
          </a:prstGeom>
          <a:noFill/>
          <a:ln w="28575">
            <a:solidFill>
              <a:srgbClr val="7E002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ítulo 1">
            <a:extLst>
              <a:ext uri="{FF2B5EF4-FFF2-40B4-BE49-F238E27FC236}">
                <a16:creationId xmlns:a16="http://schemas.microsoft.com/office/drawing/2014/main" id="{BDE6ECD0-EBB9-A4AE-B0A7-07231C76F202}"/>
              </a:ext>
            </a:extLst>
          </p:cNvPr>
          <p:cNvSpPr>
            <a:spLocks noGrp="1"/>
          </p:cNvSpPr>
          <p:nvPr>
            <p:ph type="title"/>
          </p:nvPr>
        </p:nvSpPr>
        <p:spPr>
          <a:xfrm>
            <a:off x="672929" y="-1085399"/>
            <a:ext cx="10972800" cy="519112"/>
          </a:xfrm>
        </p:spPr>
        <p:txBody>
          <a:bodyPr>
            <a:normAutofit fontScale="90000"/>
          </a:bodyPr>
          <a:lstStyle/>
          <a:p>
            <a:r>
              <a:rPr lang="es-ES_tradnl" dirty="0" err="1">
                <a:latin typeface="Roboto" panose="02000000000000000000" pitchFamily="2" charset="0"/>
                <a:ea typeface="Roboto" panose="02000000000000000000" pitchFamily="2" charset="0"/>
                <a:cs typeface="Roboto" panose="02000000000000000000" pitchFamily="2" charset="0"/>
              </a:rPr>
              <a:t>How</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dirty="0" err="1">
                <a:latin typeface="Roboto" panose="02000000000000000000" pitchFamily="2" charset="0"/>
                <a:ea typeface="Roboto" panose="02000000000000000000" pitchFamily="2" charset="0"/>
                <a:cs typeface="Roboto" panose="02000000000000000000" pitchFamily="2" charset="0"/>
              </a:rPr>
              <a:t>to</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dirty="0" err="1">
                <a:latin typeface="Roboto" panose="02000000000000000000" pitchFamily="2" charset="0"/>
                <a:ea typeface="Roboto" panose="02000000000000000000" pitchFamily="2" charset="0"/>
                <a:cs typeface="Roboto" panose="02000000000000000000" pitchFamily="2" charset="0"/>
              </a:rPr>
              <a:t>Measure</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dirty="0" err="1">
                <a:latin typeface="Roboto" panose="02000000000000000000" pitchFamily="2" charset="0"/>
                <a:ea typeface="Roboto" panose="02000000000000000000" pitchFamily="2" charset="0"/>
                <a:cs typeface="Roboto" panose="02000000000000000000" pitchFamily="2" charset="0"/>
              </a:rPr>
              <a:t>the</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dirty="0" err="1">
                <a:latin typeface="Roboto" panose="02000000000000000000" pitchFamily="2" charset="0"/>
                <a:ea typeface="Roboto" panose="02000000000000000000" pitchFamily="2" charset="0"/>
                <a:cs typeface="Roboto" panose="02000000000000000000" pitchFamily="2" charset="0"/>
              </a:rPr>
              <a:t>Complexity</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dirty="0" err="1">
                <a:latin typeface="Roboto" panose="02000000000000000000" pitchFamily="2" charset="0"/>
                <a:ea typeface="Roboto" panose="02000000000000000000" pitchFamily="2" charset="0"/>
                <a:cs typeface="Roboto" panose="02000000000000000000" pitchFamily="2" charset="0"/>
              </a:rPr>
              <a:t>of</a:t>
            </a:r>
            <a:r>
              <a:rPr lang="es-ES_tradnl" dirty="0">
                <a:latin typeface="Roboto" panose="02000000000000000000" pitchFamily="2" charset="0"/>
                <a:ea typeface="Roboto" panose="02000000000000000000" pitchFamily="2" charset="0"/>
                <a:cs typeface="Roboto" panose="02000000000000000000" pitchFamily="2" charset="0"/>
              </a:rPr>
              <a:t> a </a:t>
            </a:r>
            <a:r>
              <a:rPr lang="es-ES_tradnl" dirty="0" err="1">
                <a:latin typeface="Roboto" panose="02000000000000000000" pitchFamily="2" charset="0"/>
                <a:ea typeface="Roboto" panose="02000000000000000000" pitchFamily="2" charset="0"/>
                <a:cs typeface="Roboto" panose="02000000000000000000" pitchFamily="2" charset="0"/>
              </a:rPr>
              <a:t>Pricing</a:t>
            </a:r>
            <a:r>
              <a:rPr lang="es-ES_tradnl" dirty="0">
                <a:latin typeface="Roboto" panose="02000000000000000000" pitchFamily="2" charset="0"/>
                <a:ea typeface="Roboto" panose="02000000000000000000" pitchFamily="2" charset="0"/>
                <a:cs typeface="Roboto" panose="02000000000000000000" pitchFamily="2" charset="0"/>
              </a:rPr>
              <a:t>?</a:t>
            </a:r>
          </a:p>
        </p:txBody>
      </p:sp>
      <p:sp>
        <p:nvSpPr>
          <p:cNvPr id="256" name="Rectángulo redondeado 2">
            <a:extLst>
              <a:ext uri="{FF2B5EF4-FFF2-40B4-BE49-F238E27FC236}">
                <a16:creationId xmlns:a16="http://schemas.microsoft.com/office/drawing/2014/main" id="{4C4C2D56-D827-3B5C-D258-D5D4D2CFB268}"/>
              </a:ext>
            </a:extLst>
          </p:cNvPr>
          <p:cNvSpPr/>
          <p:nvPr/>
        </p:nvSpPr>
        <p:spPr>
          <a:xfrm rot="1109608">
            <a:off x="13321927" y="374776"/>
            <a:ext cx="1255366" cy="525057"/>
          </a:xfrm>
          <a:prstGeom prst="roundRect">
            <a:avLst/>
          </a:prstGeom>
          <a:noFill/>
          <a:ln w="76200">
            <a:solidFill>
              <a:srgbClr val="89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891536"/>
                </a:solidFill>
                <a:latin typeface="Arial Black" panose="020B0604020202020204" pitchFamily="34" charset="0"/>
                <a:cs typeface="Arial Black" panose="020B0604020202020204" pitchFamily="34" charset="0"/>
              </a:rPr>
              <a:t>ICSOC’24</a:t>
            </a:r>
          </a:p>
        </p:txBody>
      </p:sp>
      <p:sp>
        <p:nvSpPr>
          <p:cNvPr id="268" name="Rectángulo redondeado 2">
            <a:extLst>
              <a:ext uri="{FF2B5EF4-FFF2-40B4-BE49-F238E27FC236}">
                <a16:creationId xmlns:a16="http://schemas.microsoft.com/office/drawing/2014/main" id="{1FDB00CA-3FAB-7F74-A2C1-B0ECD860B2B0}"/>
              </a:ext>
            </a:extLst>
          </p:cNvPr>
          <p:cNvSpPr/>
          <p:nvPr/>
        </p:nvSpPr>
        <p:spPr>
          <a:xfrm rot="1109608">
            <a:off x="14982091" y="1302030"/>
            <a:ext cx="1333885" cy="525057"/>
          </a:xfrm>
          <a:prstGeom prst="roundRect">
            <a:avLst/>
          </a:prstGeom>
          <a:noFill/>
          <a:ln w="76200">
            <a:solidFill>
              <a:srgbClr val="89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891536"/>
                </a:solidFill>
                <a:latin typeface="Arial Black" panose="020B0604020202020204" pitchFamily="34" charset="0"/>
                <a:cs typeface="Arial Black" panose="020B0604020202020204" pitchFamily="34" charset="0"/>
              </a:rPr>
              <a:t>TSC’25?</a:t>
            </a:r>
          </a:p>
        </p:txBody>
      </p:sp>
      <p:pic>
        <p:nvPicPr>
          <p:cNvPr id="270" name="Picture 32">
            <a:extLst>
              <a:ext uri="{FF2B5EF4-FFF2-40B4-BE49-F238E27FC236}">
                <a16:creationId xmlns:a16="http://schemas.microsoft.com/office/drawing/2014/main" id="{237F9E7D-86F1-190D-6E0F-49F8A152543E}"/>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rot="1078519">
            <a:off x="13265950" y="272217"/>
            <a:ext cx="1367806" cy="700879"/>
          </a:xfrm>
          <a:prstGeom prst="rect">
            <a:avLst/>
          </a:prstGeom>
        </p:spPr>
      </p:pic>
      <p:pic>
        <p:nvPicPr>
          <p:cNvPr id="271" name="Imagen 2">
            <a:extLst>
              <a:ext uri="{FF2B5EF4-FFF2-40B4-BE49-F238E27FC236}">
                <a16:creationId xmlns:a16="http://schemas.microsoft.com/office/drawing/2014/main" id="{4695846C-08C1-6C5F-BE65-A994663C8BA1}"/>
              </a:ext>
            </a:extLst>
          </p:cNvPr>
          <p:cNvPicPr>
            <a:picLocks noChangeAspect="1"/>
          </p:cNvPicPr>
          <p:nvPr/>
        </p:nvPicPr>
        <p:blipFill>
          <a:blip r:embed="rId21"/>
          <a:srcRect/>
          <a:stretch/>
        </p:blipFill>
        <p:spPr>
          <a:xfrm>
            <a:off x="12930223" y="10199"/>
            <a:ext cx="681686" cy="681686"/>
          </a:xfrm>
          <a:prstGeom prst="rect">
            <a:avLst/>
          </a:prstGeom>
        </p:spPr>
      </p:pic>
      <p:pic>
        <p:nvPicPr>
          <p:cNvPr id="272" name="Picture 32">
            <a:extLst>
              <a:ext uri="{FF2B5EF4-FFF2-40B4-BE49-F238E27FC236}">
                <a16:creationId xmlns:a16="http://schemas.microsoft.com/office/drawing/2014/main" id="{47174179-7281-7739-1ECD-650F6E572E06}"/>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rot="1078519">
            <a:off x="14935468" y="1182641"/>
            <a:ext cx="1485651" cy="662081"/>
          </a:xfrm>
          <a:prstGeom prst="rect">
            <a:avLst/>
          </a:prstGeom>
        </p:spPr>
      </p:pic>
      <p:sp>
        <p:nvSpPr>
          <p:cNvPr id="4" name="CuadroTexto 3">
            <a:extLst>
              <a:ext uri="{FF2B5EF4-FFF2-40B4-BE49-F238E27FC236}">
                <a16:creationId xmlns:a16="http://schemas.microsoft.com/office/drawing/2014/main" id="{5A662E4D-6665-B8DF-2683-E56095D930ED}"/>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4</a:t>
            </a:r>
          </a:p>
        </p:txBody>
      </p:sp>
    </p:spTree>
    <p:extLst>
      <p:ext uri="{BB962C8B-B14F-4D97-AF65-F5344CB8AC3E}">
        <p14:creationId xmlns:p14="http://schemas.microsoft.com/office/powerpoint/2010/main" val="1756284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DCC2F-A308-5476-5E5A-EFCAAFACBB3E}"/>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68D82ED9-13A8-5512-8976-721A98DDCA78}"/>
              </a:ext>
            </a:extLst>
          </p:cNvPr>
          <p:cNvPicPr>
            <a:picLocks noChangeAspect="1"/>
          </p:cNvPicPr>
          <p:nvPr/>
        </p:nvPicPr>
        <p:blipFill>
          <a:blip r:embed="rId3"/>
          <a:stretch>
            <a:fillRect/>
          </a:stretch>
        </p:blipFill>
        <p:spPr>
          <a:xfrm>
            <a:off x="-6526574" y="4852750"/>
            <a:ext cx="1727289" cy="1323763"/>
          </a:xfrm>
          <a:prstGeom prst="rect">
            <a:avLst/>
          </a:prstGeom>
        </p:spPr>
      </p:pic>
      <p:pic>
        <p:nvPicPr>
          <p:cNvPr id="5" name="Imagen 4">
            <a:extLst>
              <a:ext uri="{FF2B5EF4-FFF2-40B4-BE49-F238E27FC236}">
                <a16:creationId xmlns:a16="http://schemas.microsoft.com/office/drawing/2014/main" id="{AACB1A5A-B9F9-0208-6C49-385CA2314DC5}"/>
              </a:ext>
            </a:extLst>
          </p:cNvPr>
          <p:cNvPicPr>
            <a:picLocks noChangeAspect="1"/>
          </p:cNvPicPr>
          <p:nvPr/>
        </p:nvPicPr>
        <p:blipFill>
          <a:blip r:embed="rId4"/>
          <a:stretch>
            <a:fillRect/>
          </a:stretch>
        </p:blipFill>
        <p:spPr>
          <a:xfrm>
            <a:off x="-6544256" y="465783"/>
            <a:ext cx="5914070" cy="4200583"/>
          </a:xfrm>
          <a:prstGeom prst="rect">
            <a:avLst/>
          </a:prstGeom>
        </p:spPr>
      </p:pic>
      <p:pic>
        <p:nvPicPr>
          <p:cNvPr id="164" name="Imagen 163">
            <a:extLst>
              <a:ext uri="{FF2B5EF4-FFF2-40B4-BE49-F238E27FC236}">
                <a16:creationId xmlns:a16="http://schemas.microsoft.com/office/drawing/2014/main" id="{C510F312-2C0E-0A2C-2341-585A62C07F04}"/>
              </a:ext>
            </a:extLst>
          </p:cNvPr>
          <p:cNvPicPr>
            <a:picLocks noChangeAspect="1"/>
          </p:cNvPicPr>
          <p:nvPr/>
        </p:nvPicPr>
        <p:blipFill>
          <a:blip r:embed="rId5"/>
          <a:stretch>
            <a:fillRect/>
          </a:stretch>
        </p:blipFill>
        <p:spPr>
          <a:xfrm>
            <a:off x="-5320331" y="2193904"/>
            <a:ext cx="431404" cy="435624"/>
          </a:xfrm>
          <a:prstGeom prst="rect">
            <a:avLst/>
          </a:prstGeom>
        </p:spPr>
      </p:pic>
      <p:pic>
        <p:nvPicPr>
          <p:cNvPr id="165" name="Imagen 164">
            <a:extLst>
              <a:ext uri="{FF2B5EF4-FFF2-40B4-BE49-F238E27FC236}">
                <a16:creationId xmlns:a16="http://schemas.microsoft.com/office/drawing/2014/main" id="{1B4BA87E-D05A-6E22-E32E-32575784ACDF}"/>
              </a:ext>
            </a:extLst>
          </p:cNvPr>
          <p:cNvPicPr>
            <a:picLocks noChangeAspect="1"/>
          </p:cNvPicPr>
          <p:nvPr/>
        </p:nvPicPr>
        <p:blipFill>
          <a:blip r:embed="rId6"/>
          <a:stretch>
            <a:fillRect/>
          </a:stretch>
        </p:blipFill>
        <p:spPr>
          <a:xfrm>
            <a:off x="-5316767" y="1585989"/>
            <a:ext cx="427840" cy="432024"/>
          </a:xfrm>
          <a:prstGeom prst="rect">
            <a:avLst/>
          </a:prstGeom>
        </p:spPr>
      </p:pic>
      <p:pic>
        <p:nvPicPr>
          <p:cNvPr id="166" name="Imagen 165">
            <a:extLst>
              <a:ext uri="{FF2B5EF4-FFF2-40B4-BE49-F238E27FC236}">
                <a16:creationId xmlns:a16="http://schemas.microsoft.com/office/drawing/2014/main" id="{DB5F20B0-1DF1-724B-A740-637EDE6461B0}"/>
              </a:ext>
            </a:extLst>
          </p:cNvPr>
          <p:cNvPicPr>
            <a:picLocks noChangeAspect="1"/>
          </p:cNvPicPr>
          <p:nvPr/>
        </p:nvPicPr>
        <p:blipFill>
          <a:blip r:embed="rId7"/>
          <a:stretch>
            <a:fillRect/>
          </a:stretch>
        </p:blipFill>
        <p:spPr>
          <a:xfrm>
            <a:off x="-6216968" y="2243199"/>
            <a:ext cx="382587" cy="386329"/>
          </a:xfrm>
          <a:prstGeom prst="rect">
            <a:avLst/>
          </a:prstGeom>
        </p:spPr>
      </p:pic>
      <p:pic>
        <p:nvPicPr>
          <p:cNvPr id="168" name="Imagen 167">
            <a:extLst>
              <a:ext uri="{FF2B5EF4-FFF2-40B4-BE49-F238E27FC236}">
                <a16:creationId xmlns:a16="http://schemas.microsoft.com/office/drawing/2014/main" id="{A3BD5EF2-5530-323A-C915-61CFE5A74E88}"/>
              </a:ext>
            </a:extLst>
          </p:cNvPr>
          <p:cNvPicPr>
            <a:picLocks noChangeAspect="1"/>
          </p:cNvPicPr>
          <p:nvPr/>
        </p:nvPicPr>
        <p:blipFill>
          <a:blip r:embed="rId8"/>
          <a:stretch>
            <a:fillRect/>
          </a:stretch>
        </p:blipFill>
        <p:spPr>
          <a:xfrm>
            <a:off x="-6262221" y="1585989"/>
            <a:ext cx="427840" cy="432024"/>
          </a:xfrm>
          <a:prstGeom prst="rect">
            <a:avLst/>
          </a:prstGeom>
        </p:spPr>
      </p:pic>
      <p:pic>
        <p:nvPicPr>
          <p:cNvPr id="169" name="Imagen 168">
            <a:extLst>
              <a:ext uri="{FF2B5EF4-FFF2-40B4-BE49-F238E27FC236}">
                <a16:creationId xmlns:a16="http://schemas.microsoft.com/office/drawing/2014/main" id="{7CD279B1-FF00-E910-EDCE-C85A6EDD03E3}"/>
              </a:ext>
            </a:extLst>
          </p:cNvPr>
          <p:cNvPicPr>
            <a:picLocks noChangeAspect="1"/>
          </p:cNvPicPr>
          <p:nvPr/>
        </p:nvPicPr>
        <p:blipFill>
          <a:blip r:embed="rId9"/>
          <a:stretch>
            <a:fillRect/>
          </a:stretch>
        </p:blipFill>
        <p:spPr>
          <a:xfrm>
            <a:off x="-5988681" y="1616790"/>
            <a:ext cx="160895" cy="162468"/>
          </a:xfrm>
          <a:prstGeom prst="rect">
            <a:avLst/>
          </a:prstGeom>
        </p:spPr>
      </p:pic>
      <p:pic>
        <p:nvPicPr>
          <p:cNvPr id="154" name="Imagen 153">
            <a:extLst>
              <a:ext uri="{FF2B5EF4-FFF2-40B4-BE49-F238E27FC236}">
                <a16:creationId xmlns:a16="http://schemas.microsoft.com/office/drawing/2014/main" id="{03D51231-84C3-E5B0-FD27-BD5CBB5CFBDA}"/>
              </a:ext>
            </a:extLst>
          </p:cNvPr>
          <p:cNvPicPr>
            <a:picLocks noChangeAspect="1"/>
          </p:cNvPicPr>
          <p:nvPr/>
        </p:nvPicPr>
        <p:blipFill>
          <a:blip r:embed="rId10"/>
          <a:stretch>
            <a:fillRect/>
          </a:stretch>
        </p:blipFill>
        <p:spPr>
          <a:xfrm>
            <a:off x="-3308844" y="2859017"/>
            <a:ext cx="382587" cy="386329"/>
          </a:xfrm>
          <a:prstGeom prst="rect">
            <a:avLst/>
          </a:prstGeom>
        </p:spPr>
      </p:pic>
      <p:pic>
        <p:nvPicPr>
          <p:cNvPr id="155" name="Imagen 154">
            <a:extLst>
              <a:ext uri="{FF2B5EF4-FFF2-40B4-BE49-F238E27FC236}">
                <a16:creationId xmlns:a16="http://schemas.microsoft.com/office/drawing/2014/main" id="{091C4067-B871-186D-A005-D4123ED63BC4}"/>
              </a:ext>
            </a:extLst>
          </p:cNvPr>
          <p:cNvPicPr>
            <a:picLocks noChangeAspect="1"/>
          </p:cNvPicPr>
          <p:nvPr/>
        </p:nvPicPr>
        <p:blipFill>
          <a:blip r:embed="rId5"/>
          <a:stretch>
            <a:fillRect/>
          </a:stretch>
        </p:blipFill>
        <p:spPr>
          <a:xfrm>
            <a:off x="-3333251" y="2193905"/>
            <a:ext cx="431404" cy="435624"/>
          </a:xfrm>
          <a:prstGeom prst="rect">
            <a:avLst/>
          </a:prstGeom>
        </p:spPr>
      </p:pic>
      <p:pic>
        <p:nvPicPr>
          <p:cNvPr id="156" name="Imagen 155">
            <a:extLst>
              <a:ext uri="{FF2B5EF4-FFF2-40B4-BE49-F238E27FC236}">
                <a16:creationId xmlns:a16="http://schemas.microsoft.com/office/drawing/2014/main" id="{106C052A-5E16-6D7A-8775-675FC34839D2}"/>
              </a:ext>
            </a:extLst>
          </p:cNvPr>
          <p:cNvPicPr>
            <a:picLocks noChangeAspect="1"/>
          </p:cNvPicPr>
          <p:nvPr/>
        </p:nvPicPr>
        <p:blipFill>
          <a:blip r:embed="rId6"/>
          <a:stretch>
            <a:fillRect/>
          </a:stretch>
        </p:blipFill>
        <p:spPr>
          <a:xfrm>
            <a:off x="-3329687" y="1585989"/>
            <a:ext cx="427840" cy="432025"/>
          </a:xfrm>
          <a:prstGeom prst="rect">
            <a:avLst/>
          </a:prstGeom>
        </p:spPr>
      </p:pic>
      <p:pic>
        <p:nvPicPr>
          <p:cNvPr id="157" name="Imagen 156">
            <a:extLst>
              <a:ext uri="{FF2B5EF4-FFF2-40B4-BE49-F238E27FC236}">
                <a16:creationId xmlns:a16="http://schemas.microsoft.com/office/drawing/2014/main" id="{C3B709A1-FE9E-F105-F99E-27321B051E0F}"/>
              </a:ext>
            </a:extLst>
          </p:cNvPr>
          <p:cNvPicPr>
            <a:picLocks noChangeAspect="1"/>
          </p:cNvPicPr>
          <p:nvPr/>
        </p:nvPicPr>
        <p:blipFill>
          <a:blip r:embed="rId7"/>
          <a:stretch>
            <a:fillRect/>
          </a:stretch>
        </p:blipFill>
        <p:spPr>
          <a:xfrm>
            <a:off x="-4229888" y="2243199"/>
            <a:ext cx="382587" cy="386329"/>
          </a:xfrm>
          <a:prstGeom prst="rect">
            <a:avLst/>
          </a:prstGeom>
        </p:spPr>
      </p:pic>
      <p:pic>
        <p:nvPicPr>
          <p:cNvPr id="162" name="Imagen 161">
            <a:extLst>
              <a:ext uri="{FF2B5EF4-FFF2-40B4-BE49-F238E27FC236}">
                <a16:creationId xmlns:a16="http://schemas.microsoft.com/office/drawing/2014/main" id="{4BE2522C-C1DA-CCCF-EBFA-2BA13571C9A1}"/>
              </a:ext>
            </a:extLst>
          </p:cNvPr>
          <p:cNvPicPr>
            <a:picLocks noChangeAspect="1"/>
          </p:cNvPicPr>
          <p:nvPr/>
        </p:nvPicPr>
        <p:blipFill>
          <a:blip r:embed="rId11"/>
          <a:stretch>
            <a:fillRect/>
          </a:stretch>
        </p:blipFill>
        <p:spPr>
          <a:xfrm>
            <a:off x="-4224221" y="2854714"/>
            <a:ext cx="382587" cy="386330"/>
          </a:xfrm>
          <a:prstGeom prst="rect">
            <a:avLst/>
          </a:prstGeom>
        </p:spPr>
      </p:pic>
      <p:pic>
        <p:nvPicPr>
          <p:cNvPr id="163" name="Imagen 162">
            <a:extLst>
              <a:ext uri="{FF2B5EF4-FFF2-40B4-BE49-F238E27FC236}">
                <a16:creationId xmlns:a16="http://schemas.microsoft.com/office/drawing/2014/main" id="{8EF31D63-051F-8828-D640-DA1830A379E4}"/>
              </a:ext>
            </a:extLst>
          </p:cNvPr>
          <p:cNvPicPr>
            <a:picLocks noChangeAspect="1"/>
          </p:cNvPicPr>
          <p:nvPr/>
        </p:nvPicPr>
        <p:blipFill>
          <a:blip r:embed="rId12"/>
          <a:stretch>
            <a:fillRect/>
          </a:stretch>
        </p:blipFill>
        <p:spPr>
          <a:xfrm>
            <a:off x="-3932009" y="2742240"/>
            <a:ext cx="140504" cy="157642"/>
          </a:xfrm>
          <a:prstGeom prst="rect">
            <a:avLst/>
          </a:prstGeom>
        </p:spPr>
      </p:pic>
      <p:pic>
        <p:nvPicPr>
          <p:cNvPr id="160" name="Imagen 159">
            <a:extLst>
              <a:ext uri="{FF2B5EF4-FFF2-40B4-BE49-F238E27FC236}">
                <a16:creationId xmlns:a16="http://schemas.microsoft.com/office/drawing/2014/main" id="{F04FE590-601E-907E-F252-6E49A7318901}"/>
              </a:ext>
            </a:extLst>
          </p:cNvPr>
          <p:cNvPicPr>
            <a:picLocks noChangeAspect="1"/>
          </p:cNvPicPr>
          <p:nvPr/>
        </p:nvPicPr>
        <p:blipFill>
          <a:blip r:embed="rId8"/>
          <a:stretch>
            <a:fillRect/>
          </a:stretch>
        </p:blipFill>
        <p:spPr>
          <a:xfrm>
            <a:off x="-4275141" y="1585989"/>
            <a:ext cx="427840" cy="432025"/>
          </a:xfrm>
          <a:prstGeom prst="rect">
            <a:avLst/>
          </a:prstGeom>
        </p:spPr>
      </p:pic>
      <p:pic>
        <p:nvPicPr>
          <p:cNvPr id="161" name="Imagen 160">
            <a:extLst>
              <a:ext uri="{FF2B5EF4-FFF2-40B4-BE49-F238E27FC236}">
                <a16:creationId xmlns:a16="http://schemas.microsoft.com/office/drawing/2014/main" id="{2125A200-2E6C-3CB6-D33C-F261A242C577}"/>
              </a:ext>
            </a:extLst>
          </p:cNvPr>
          <p:cNvPicPr>
            <a:picLocks noChangeAspect="1"/>
          </p:cNvPicPr>
          <p:nvPr/>
        </p:nvPicPr>
        <p:blipFill>
          <a:blip r:embed="rId12"/>
          <a:stretch>
            <a:fillRect/>
          </a:stretch>
        </p:blipFill>
        <p:spPr>
          <a:xfrm>
            <a:off x="-3984631" y="1614078"/>
            <a:ext cx="140504" cy="157642"/>
          </a:xfrm>
          <a:prstGeom prst="rect">
            <a:avLst/>
          </a:prstGeom>
        </p:spPr>
      </p:pic>
      <p:pic>
        <p:nvPicPr>
          <p:cNvPr id="9" name="Imagen 8">
            <a:extLst>
              <a:ext uri="{FF2B5EF4-FFF2-40B4-BE49-F238E27FC236}">
                <a16:creationId xmlns:a16="http://schemas.microsoft.com/office/drawing/2014/main" id="{EC7472DB-3B70-B386-2E5F-E2E65AC8F965}"/>
              </a:ext>
            </a:extLst>
          </p:cNvPr>
          <p:cNvPicPr>
            <a:picLocks noChangeAspect="1"/>
          </p:cNvPicPr>
          <p:nvPr/>
        </p:nvPicPr>
        <p:blipFill>
          <a:blip r:embed="rId13"/>
          <a:stretch>
            <a:fillRect/>
          </a:stretch>
        </p:blipFill>
        <p:spPr>
          <a:xfrm>
            <a:off x="-2246372" y="3491676"/>
            <a:ext cx="382587" cy="386329"/>
          </a:xfrm>
          <a:prstGeom prst="rect">
            <a:avLst/>
          </a:prstGeom>
        </p:spPr>
      </p:pic>
      <p:pic>
        <p:nvPicPr>
          <p:cNvPr id="10" name="Imagen 9">
            <a:extLst>
              <a:ext uri="{FF2B5EF4-FFF2-40B4-BE49-F238E27FC236}">
                <a16:creationId xmlns:a16="http://schemas.microsoft.com/office/drawing/2014/main" id="{C2B5AF08-CAA9-E45F-098D-E4585BA900FE}"/>
              </a:ext>
            </a:extLst>
          </p:cNvPr>
          <p:cNvPicPr>
            <a:picLocks noChangeAspect="1"/>
          </p:cNvPicPr>
          <p:nvPr/>
        </p:nvPicPr>
        <p:blipFill>
          <a:blip r:embed="rId14"/>
          <a:stretch>
            <a:fillRect/>
          </a:stretch>
        </p:blipFill>
        <p:spPr>
          <a:xfrm>
            <a:off x="-1288167" y="3502923"/>
            <a:ext cx="333243" cy="336503"/>
          </a:xfrm>
          <a:prstGeom prst="rect">
            <a:avLst/>
          </a:prstGeom>
        </p:spPr>
      </p:pic>
      <p:pic>
        <p:nvPicPr>
          <p:cNvPr id="11" name="Imagen 10">
            <a:extLst>
              <a:ext uri="{FF2B5EF4-FFF2-40B4-BE49-F238E27FC236}">
                <a16:creationId xmlns:a16="http://schemas.microsoft.com/office/drawing/2014/main" id="{8573E580-2E60-D83D-68C4-D9C1555E98DB}"/>
              </a:ext>
            </a:extLst>
          </p:cNvPr>
          <p:cNvPicPr>
            <a:picLocks noChangeAspect="1"/>
          </p:cNvPicPr>
          <p:nvPr/>
        </p:nvPicPr>
        <p:blipFill>
          <a:blip r:embed="rId10"/>
          <a:stretch>
            <a:fillRect/>
          </a:stretch>
        </p:blipFill>
        <p:spPr>
          <a:xfrm>
            <a:off x="-1325328" y="2887106"/>
            <a:ext cx="382587" cy="386329"/>
          </a:xfrm>
          <a:prstGeom prst="rect">
            <a:avLst/>
          </a:prstGeom>
        </p:spPr>
      </p:pic>
      <p:pic>
        <p:nvPicPr>
          <p:cNvPr id="12" name="Imagen 11">
            <a:extLst>
              <a:ext uri="{FF2B5EF4-FFF2-40B4-BE49-F238E27FC236}">
                <a16:creationId xmlns:a16="http://schemas.microsoft.com/office/drawing/2014/main" id="{50313580-0030-ACC8-98A2-9E0C184CDD3F}"/>
              </a:ext>
            </a:extLst>
          </p:cNvPr>
          <p:cNvPicPr>
            <a:picLocks noChangeAspect="1"/>
          </p:cNvPicPr>
          <p:nvPr/>
        </p:nvPicPr>
        <p:blipFill>
          <a:blip r:embed="rId11"/>
          <a:stretch>
            <a:fillRect/>
          </a:stretch>
        </p:blipFill>
        <p:spPr>
          <a:xfrm>
            <a:off x="-2240705" y="2882803"/>
            <a:ext cx="382587" cy="386329"/>
          </a:xfrm>
          <a:prstGeom prst="rect">
            <a:avLst/>
          </a:prstGeom>
        </p:spPr>
      </p:pic>
      <p:pic>
        <p:nvPicPr>
          <p:cNvPr id="13" name="Imagen 12">
            <a:extLst>
              <a:ext uri="{FF2B5EF4-FFF2-40B4-BE49-F238E27FC236}">
                <a16:creationId xmlns:a16="http://schemas.microsoft.com/office/drawing/2014/main" id="{4F42D52C-68E3-45F0-6C17-51C32B86D521}"/>
              </a:ext>
            </a:extLst>
          </p:cNvPr>
          <p:cNvPicPr>
            <a:picLocks noChangeAspect="1"/>
          </p:cNvPicPr>
          <p:nvPr/>
        </p:nvPicPr>
        <p:blipFill>
          <a:blip r:embed="rId5"/>
          <a:stretch>
            <a:fillRect/>
          </a:stretch>
        </p:blipFill>
        <p:spPr>
          <a:xfrm>
            <a:off x="-1349735" y="2221994"/>
            <a:ext cx="431404" cy="435624"/>
          </a:xfrm>
          <a:prstGeom prst="rect">
            <a:avLst/>
          </a:prstGeom>
        </p:spPr>
      </p:pic>
      <p:pic>
        <p:nvPicPr>
          <p:cNvPr id="14" name="Imagen 13">
            <a:extLst>
              <a:ext uri="{FF2B5EF4-FFF2-40B4-BE49-F238E27FC236}">
                <a16:creationId xmlns:a16="http://schemas.microsoft.com/office/drawing/2014/main" id="{6B1AA40B-4133-1B43-3155-6F249B09E7A9}"/>
              </a:ext>
            </a:extLst>
          </p:cNvPr>
          <p:cNvPicPr>
            <a:picLocks noChangeAspect="1"/>
          </p:cNvPicPr>
          <p:nvPr/>
        </p:nvPicPr>
        <p:blipFill>
          <a:blip r:embed="rId6"/>
          <a:stretch>
            <a:fillRect/>
          </a:stretch>
        </p:blipFill>
        <p:spPr>
          <a:xfrm>
            <a:off x="-1346171" y="1614078"/>
            <a:ext cx="427840" cy="432025"/>
          </a:xfrm>
          <a:prstGeom prst="rect">
            <a:avLst/>
          </a:prstGeom>
        </p:spPr>
      </p:pic>
      <p:pic>
        <p:nvPicPr>
          <p:cNvPr id="15" name="Imagen 14">
            <a:extLst>
              <a:ext uri="{FF2B5EF4-FFF2-40B4-BE49-F238E27FC236}">
                <a16:creationId xmlns:a16="http://schemas.microsoft.com/office/drawing/2014/main" id="{446FCBA2-A714-ED83-56E5-1BAD61455C72}"/>
              </a:ext>
            </a:extLst>
          </p:cNvPr>
          <p:cNvPicPr>
            <a:picLocks noChangeAspect="1"/>
          </p:cNvPicPr>
          <p:nvPr/>
        </p:nvPicPr>
        <p:blipFill>
          <a:blip r:embed="rId7"/>
          <a:stretch>
            <a:fillRect/>
          </a:stretch>
        </p:blipFill>
        <p:spPr>
          <a:xfrm>
            <a:off x="-2246372" y="2271288"/>
            <a:ext cx="382587" cy="386329"/>
          </a:xfrm>
          <a:prstGeom prst="rect">
            <a:avLst/>
          </a:prstGeom>
        </p:spPr>
      </p:pic>
      <p:pic>
        <p:nvPicPr>
          <p:cNvPr id="152" name="Imagen 151">
            <a:extLst>
              <a:ext uri="{FF2B5EF4-FFF2-40B4-BE49-F238E27FC236}">
                <a16:creationId xmlns:a16="http://schemas.microsoft.com/office/drawing/2014/main" id="{0398C437-45EA-55CA-819B-FF4AE1A7E0CE}"/>
              </a:ext>
            </a:extLst>
          </p:cNvPr>
          <p:cNvPicPr>
            <a:picLocks noChangeAspect="1"/>
          </p:cNvPicPr>
          <p:nvPr/>
        </p:nvPicPr>
        <p:blipFill>
          <a:blip r:embed="rId8"/>
          <a:stretch>
            <a:fillRect/>
          </a:stretch>
        </p:blipFill>
        <p:spPr>
          <a:xfrm>
            <a:off x="-2291625" y="1591995"/>
            <a:ext cx="427839" cy="432024"/>
          </a:xfrm>
          <a:prstGeom prst="rect">
            <a:avLst/>
          </a:prstGeom>
        </p:spPr>
      </p:pic>
      <p:pic>
        <p:nvPicPr>
          <p:cNvPr id="153" name="Imagen 152">
            <a:extLst>
              <a:ext uri="{FF2B5EF4-FFF2-40B4-BE49-F238E27FC236}">
                <a16:creationId xmlns:a16="http://schemas.microsoft.com/office/drawing/2014/main" id="{7BB7641A-6D97-854A-28FD-BEFDC7BAEB82}"/>
              </a:ext>
            </a:extLst>
          </p:cNvPr>
          <p:cNvPicPr>
            <a:picLocks noChangeAspect="1"/>
          </p:cNvPicPr>
          <p:nvPr/>
        </p:nvPicPr>
        <p:blipFill>
          <a:blip r:embed="rId15"/>
          <a:stretch>
            <a:fillRect/>
          </a:stretch>
        </p:blipFill>
        <p:spPr>
          <a:xfrm>
            <a:off x="-2002460" y="1589148"/>
            <a:ext cx="140504" cy="157643"/>
          </a:xfrm>
          <a:prstGeom prst="rect">
            <a:avLst/>
          </a:prstGeom>
        </p:spPr>
      </p:pic>
      <p:pic>
        <p:nvPicPr>
          <p:cNvPr id="393" name="Imagen 392">
            <a:extLst>
              <a:ext uri="{FF2B5EF4-FFF2-40B4-BE49-F238E27FC236}">
                <a16:creationId xmlns:a16="http://schemas.microsoft.com/office/drawing/2014/main" id="{3549D827-91EA-EAE3-8CA4-6F7A6728F0FE}"/>
              </a:ext>
            </a:extLst>
          </p:cNvPr>
          <p:cNvPicPr>
            <a:picLocks noChangeAspect="1"/>
          </p:cNvPicPr>
          <p:nvPr/>
        </p:nvPicPr>
        <p:blipFill>
          <a:blip r:embed="rId16"/>
          <a:stretch>
            <a:fillRect/>
          </a:stretch>
        </p:blipFill>
        <p:spPr>
          <a:xfrm>
            <a:off x="265000" y="595167"/>
            <a:ext cx="2366859" cy="1556371"/>
          </a:xfrm>
          <a:prstGeom prst="rect">
            <a:avLst/>
          </a:prstGeom>
        </p:spPr>
      </p:pic>
      <p:pic>
        <p:nvPicPr>
          <p:cNvPr id="395" name="Imagen 394">
            <a:extLst>
              <a:ext uri="{FF2B5EF4-FFF2-40B4-BE49-F238E27FC236}">
                <a16:creationId xmlns:a16="http://schemas.microsoft.com/office/drawing/2014/main" id="{305EB39A-DE35-F0E0-BEFB-660A52F6BD74}"/>
              </a:ext>
            </a:extLst>
          </p:cNvPr>
          <p:cNvPicPr>
            <a:picLocks noChangeAspect="1"/>
          </p:cNvPicPr>
          <p:nvPr/>
        </p:nvPicPr>
        <p:blipFill>
          <a:blip r:embed="rId5"/>
          <a:stretch>
            <a:fillRect/>
          </a:stretch>
        </p:blipFill>
        <p:spPr>
          <a:xfrm>
            <a:off x="1215246" y="879590"/>
            <a:ext cx="327996" cy="327996"/>
          </a:xfrm>
          <a:prstGeom prst="rect">
            <a:avLst/>
          </a:prstGeom>
        </p:spPr>
      </p:pic>
      <p:pic>
        <p:nvPicPr>
          <p:cNvPr id="396" name="Imagen 395">
            <a:extLst>
              <a:ext uri="{FF2B5EF4-FFF2-40B4-BE49-F238E27FC236}">
                <a16:creationId xmlns:a16="http://schemas.microsoft.com/office/drawing/2014/main" id="{C63D8464-8591-7C86-B0F5-163F1E6F26E3}"/>
              </a:ext>
            </a:extLst>
          </p:cNvPr>
          <p:cNvPicPr>
            <a:picLocks noChangeAspect="1"/>
          </p:cNvPicPr>
          <p:nvPr/>
        </p:nvPicPr>
        <p:blipFill>
          <a:blip r:embed="rId6"/>
          <a:stretch>
            <a:fillRect/>
          </a:stretch>
        </p:blipFill>
        <p:spPr>
          <a:xfrm>
            <a:off x="847646" y="909088"/>
            <a:ext cx="320162" cy="320162"/>
          </a:xfrm>
          <a:prstGeom prst="rect">
            <a:avLst/>
          </a:prstGeom>
        </p:spPr>
      </p:pic>
      <p:pic>
        <p:nvPicPr>
          <p:cNvPr id="397" name="Imagen 396">
            <a:extLst>
              <a:ext uri="{FF2B5EF4-FFF2-40B4-BE49-F238E27FC236}">
                <a16:creationId xmlns:a16="http://schemas.microsoft.com/office/drawing/2014/main" id="{EBFBD9FF-A5D5-82BC-D49F-C8B58F5A3820}"/>
              </a:ext>
            </a:extLst>
          </p:cNvPr>
          <p:cNvPicPr>
            <a:picLocks noChangeAspect="1"/>
          </p:cNvPicPr>
          <p:nvPr/>
        </p:nvPicPr>
        <p:blipFill>
          <a:blip r:embed="rId7"/>
          <a:stretch>
            <a:fillRect/>
          </a:stretch>
        </p:blipFill>
        <p:spPr>
          <a:xfrm>
            <a:off x="1587944" y="909088"/>
            <a:ext cx="320162" cy="320162"/>
          </a:xfrm>
          <a:prstGeom prst="rect">
            <a:avLst/>
          </a:prstGeom>
        </p:spPr>
      </p:pic>
      <p:grpSp>
        <p:nvGrpSpPr>
          <p:cNvPr id="398" name="Grupo 397">
            <a:extLst>
              <a:ext uri="{FF2B5EF4-FFF2-40B4-BE49-F238E27FC236}">
                <a16:creationId xmlns:a16="http://schemas.microsoft.com/office/drawing/2014/main" id="{E149520F-1D3A-B67C-FE37-A82105A420FE}"/>
              </a:ext>
            </a:extLst>
          </p:cNvPr>
          <p:cNvGrpSpPr/>
          <p:nvPr/>
        </p:nvGrpSpPr>
        <p:grpSpPr>
          <a:xfrm>
            <a:off x="454883" y="931794"/>
            <a:ext cx="294562" cy="294562"/>
            <a:chOff x="497018" y="4873520"/>
            <a:chExt cx="294562" cy="294562"/>
          </a:xfrm>
        </p:grpSpPr>
        <p:pic>
          <p:nvPicPr>
            <p:cNvPr id="399" name="Imagen 398">
              <a:extLst>
                <a:ext uri="{FF2B5EF4-FFF2-40B4-BE49-F238E27FC236}">
                  <a16:creationId xmlns:a16="http://schemas.microsoft.com/office/drawing/2014/main" id="{40C62F52-8065-269B-8DF4-8BCF5B6094B7}"/>
                </a:ext>
              </a:extLst>
            </p:cNvPr>
            <p:cNvPicPr>
              <a:picLocks noChangeAspect="1"/>
            </p:cNvPicPr>
            <p:nvPr/>
          </p:nvPicPr>
          <p:blipFill>
            <a:blip r:embed="rId8"/>
            <a:stretch>
              <a:fillRect/>
            </a:stretch>
          </p:blipFill>
          <p:spPr>
            <a:xfrm>
              <a:off x="497018" y="4873520"/>
              <a:ext cx="294562" cy="294562"/>
            </a:xfrm>
            <a:prstGeom prst="rect">
              <a:avLst/>
            </a:prstGeom>
          </p:spPr>
        </p:pic>
        <p:pic>
          <p:nvPicPr>
            <p:cNvPr id="400" name="Imagen 399">
              <a:extLst>
                <a:ext uri="{FF2B5EF4-FFF2-40B4-BE49-F238E27FC236}">
                  <a16:creationId xmlns:a16="http://schemas.microsoft.com/office/drawing/2014/main" id="{91277FEF-8AC7-A782-BC13-9CB36D03334D}"/>
                </a:ext>
              </a:extLst>
            </p:cNvPr>
            <p:cNvPicPr>
              <a:picLocks noChangeAspect="1"/>
            </p:cNvPicPr>
            <p:nvPr/>
          </p:nvPicPr>
          <p:blipFill>
            <a:blip r:embed="rId9"/>
            <a:stretch>
              <a:fillRect/>
            </a:stretch>
          </p:blipFill>
          <p:spPr>
            <a:xfrm>
              <a:off x="670303" y="4892843"/>
              <a:ext cx="110774" cy="110774"/>
            </a:xfrm>
            <a:prstGeom prst="rect">
              <a:avLst/>
            </a:prstGeom>
          </p:spPr>
        </p:pic>
      </p:grpSp>
      <p:pic>
        <p:nvPicPr>
          <p:cNvPr id="402" name="Imagen 401">
            <a:extLst>
              <a:ext uri="{FF2B5EF4-FFF2-40B4-BE49-F238E27FC236}">
                <a16:creationId xmlns:a16="http://schemas.microsoft.com/office/drawing/2014/main" id="{1BD6C2D8-59D2-3298-18EE-F55B9B174F22}"/>
              </a:ext>
            </a:extLst>
          </p:cNvPr>
          <p:cNvPicPr>
            <a:picLocks noChangeAspect="1"/>
          </p:cNvPicPr>
          <p:nvPr/>
        </p:nvPicPr>
        <p:blipFill>
          <a:blip r:embed="rId16"/>
          <a:stretch>
            <a:fillRect/>
          </a:stretch>
        </p:blipFill>
        <p:spPr>
          <a:xfrm>
            <a:off x="284466" y="2685530"/>
            <a:ext cx="2366859" cy="1556371"/>
          </a:xfrm>
          <a:prstGeom prst="rect">
            <a:avLst/>
          </a:prstGeom>
        </p:spPr>
      </p:pic>
      <p:pic>
        <p:nvPicPr>
          <p:cNvPr id="404" name="Imagen 403">
            <a:extLst>
              <a:ext uri="{FF2B5EF4-FFF2-40B4-BE49-F238E27FC236}">
                <a16:creationId xmlns:a16="http://schemas.microsoft.com/office/drawing/2014/main" id="{2154A419-8554-2BA4-BC8C-2F9889F464FD}"/>
              </a:ext>
            </a:extLst>
          </p:cNvPr>
          <p:cNvPicPr>
            <a:picLocks noChangeAspect="1"/>
          </p:cNvPicPr>
          <p:nvPr/>
        </p:nvPicPr>
        <p:blipFill>
          <a:blip r:embed="rId5"/>
          <a:stretch>
            <a:fillRect/>
          </a:stretch>
        </p:blipFill>
        <p:spPr>
          <a:xfrm>
            <a:off x="1234712" y="2969953"/>
            <a:ext cx="327996" cy="327996"/>
          </a:xfrm>
          <a:prstGeom prst="rect">
            <a:avLst/>
          </a:prstGeom>
        </p:spPr>
      </p:pic>
      <p:pic>
        <p:nvPicPr>
          <p:cNvPr id="405" name="Imagen 404">
            <a:extLst>
              <a:ext uri="{FF2B5EF4-FFF2-40B4-BE49-F238E27FC236}">
                <a16:creationId xmlns:a16="http://schemas.microsoft.com/office/drawing/2014/main" id="{1FEFEE7D-0686-2E6F-183F-195366CDE6D3}"/>
              </a:ext>
            </a:extLst>
          </p:cNvPr>
          <p:cNvPicPr>
            <a:picLocks noChangeAspect="1"/>
          </p:cNvPicPr>
          <p:nvPr/>
        </p:nvPicPr>
        <p:blipFill>
          <a:blip r:embed="rId6"/>
          <a:stretch>
            <a:fillRect/>
          </a:stretch>
        </p:blipFill>
        <p:spPr>
          <a:xfrm>
            <a:off x="867112" y="2999451"/>
            <a:ext cx="320162" cy="320162"/>
          </a:xfrm>
          <a:prstGeom prst="rect">
            <a:avLst/>
          </a:prstGeom>
        </p:spPr>
      </p:pic>
      <p:pic>
        <p:nvPicPr>
          <p:cNvPr id="406" name="Imagen 405">
            <a:extLst>
              <a:ext uri="{FF2B5EF4-FFF2-40B4-BE49-F238E27FC236}">
                <a16:creationId xmlns:a16="http://schemas.microsoft.com/office/drawing/2014/main" id="{AF288F4F-7FFE-AB56-68C9-094E0B0310E6}"/>
              </a:ext>
            </a:extLst>
          </p:cNvPr>
          <p:cNvPicPr>
            <a:picLocks noChangeAspect="1"/>
          </p:cNvPicPr>
          <p:nvPr/>
        </p:nvPicPr>
        <p:blipFill>
          <a:blip r:embed="rId7"/>
          <a:stretch>
            <a:fillRect/>
          </a:stretch>
        </p:blipFill>
        <p:spPr>
          <a:xfrm>
            <a:off x="1607410" y="2999451"/>
            <a:ext cx="320162" cy="320162"/>
          </a:xfrm>
          <a:prstGeom prst="rect">
            <a:avLst/>
          </a:prstGeom>
        </p:spPr>
      </p:pic>
      <p:grpSp>
        <p:nvGrpSpPr>
          <p:cNvPr id="407" name="Grupo 406">
            <a:extLst>
              <a:ext uri="{FF2B5EF4-FFF2-40B4-BE49-F238E27FC236}">
                <a16:creationId xmlns:a16="http://schemas.microsoft.com/office/drawing/2014/main" id="{17D248D3-9B56-F340-F386-E2B9F83BB9AE}"/>
              </a:ext>
            </a:extLst>
          </p:cNvPr>
          <p:cNvGrpSpPr/>
          <p:nvPr/>
        </p:nvGrpSpPr>
        <p:grpSpPr>
          <a:xfrm>
            <a:off x="485936" y="3024648"/>
            <a:ext cx="300068" cy="300068"/>
            <a:chOff x="3678209" y="4702103"/>
            <a:chExt cx="300068" cy="300068"/>
          </a:xfrm>
        </p:grpSpPr>
        <p:pic>
          <p:nvPicPr>
            <p:cNvPr id="408" name="Imagen 407">
              <a:extLst>
                <a:ext uri="{FF2B5EF4-FFF2-40B4-BE49-F238E27FC236}">
                  <a16:creationId xmlns:a16="http://schemas.microsoft.com/office/drawing/2014/main" id="{50D55CAF-F525-2399-BB3C-EDF8334C19FE}"/>
                </a:ext>
              </a:extLst>
            </p:cNvPr>
            <p:cNvPicPr>
              <a:picLocks noChangeAspect="1"/>
            </p:cNvPicPr>
            <p:nvPr/>
          </p:nvPicPr>
          <p:blipFill>
            <a:blip r:embed="rId8"/>
            <a:stretch>
              <a:fillRect/>
            </a:stretch>
          </p:blipFill>
          <p:spPr>
            <a:xfrm>
              <a:off x="3678209" y="4702103"/>
              <a:ext cx="300068" cy="300068"/>
            </a:xfrm>
            <a:prstGeom prst="rect">
              <a:avLst/>
            </a:prstGeom>
          </p:spPr>
        </p:pic>
        <p:pic>
          <p:nvPicPr>
            <p:cNvPr id="409" name="Imagen 408">
              <a:extLst>
                <a:ext uri="{FF2B5EF4-FFF2-40B4-BE49-F238E27FC236}">
                  <a16:creationId xmlns:a16="http://schemas.microsoft.com/office/drawing/2014/main" id="{5BD9586E-EF83-7A21-4E4C-0B4C16AC1FD7}"/>
                </a:ext>
              </a:extLst>
            </p:cNvPr>
            <p:cNvPicPr>
              <a:picLocks noChangeAspect="1"/>
            </p:cNvPicPr>
            <p:nvPr/>
          </p:nvPicPr>
          <p:blipFill>
            <a:blip r:embed="rId12"/>
            <a:stretch>
              <a:fillRect/>
            </a:stretch>
          </p:blipFill>
          <p:spPr>
            <a:xfrm>
              <a:off x="3862244" y="4719725"/>
              <a:ext cx="98544" cy="109492"/>
            </a:xfrm>
            <a:prstGeom prst="rect">
              <a:avLst/>
            </a:prstGeom>
          </p:spPr>
        </p:pic>
      </p:grpSp>
      <p:grpSp>
        <p:nvGrpSpPr>
          <p:cNvPr id="410" name="Grupo 409">
            <a:extLst>
              <a:ext uri="{FF2B5EF4-FFF2-40B4-BE49-F238E27FC236}">
                <a16:creationId xmlns:a16="http://schemas.microsoft.com/office/drawing/2014/main" id="{D69DB720-3AA8-36E9-7784-971546F19913}"/>
              </a:ext>
            </a:extLst>
          </p:cNvPr>
          <p:cNvGrpSpPr/>
          <p:nvPr/>
        </p:nvGrpSpPr>
        <p:grpSpPr>
          <a:xfrm>
            <a:off x="870985" y="3459008"/>
            <a:ext cx="285755" cy="317675"/>
            <a:chOff x="4063257" y="5136462"/>
            <a:chExt cx="285755" cy="317675"/>
          </a:xfrm>
        </p:grpSpPr>
        <p:pic>
          <p:nvPicPr>
            <p:cNvPr id="411" name="Imagen 410">
              <a:extLst>
                <a:ext uri="{FF2B5EF4-FFF2-40B4-BE49-F238E27FC236}">
                  <a16:creationId xmlns:a16="http://schemas.microsoft.com/office/drawing/2014/main" id="{8D506DFA-8013-12A0-0237-AD0D90AEC2A4}"/>
                </a:ext>
              </a:extLst>
            </p:cNvPr>
            <p:cNvPicPr>
              <a:picLocks noChangeAspect="1"/>
            </p:cNvPicPr>
            <p:nvPr/>
          </p:nvPicPr>
          <p:blipFill>
            <a:blip r:embed="rId11"/>
            <a:stretch>
              <a:fillRect/>
            </a:stretch>
          </p:blipFill>
          <p:spPr>
            <a:xfrm>
              <a:off x="4063257" y="5200137"/>
              <a:ext cx="254000" cy="254000"/>
            </a:xfrm>
            <a:prstGeom prst="rect">
              <a:avLst/>
            </a:prstGeom>
          </p:spPr>
        </p:pic>
        <p:pic>
          <p:nvPicPr>
            <p:cNvPr id="412" name="Imagen 411">
              <a:extLst>
                <a:ext uri="{FF2B5EF4-FFF2-40B4-BE49-F238E27FC236}">
                  <a16:creationId xmlns:a16="http://schemas.microsoft.com/office/drawing/2014/main" id="{A00EEEF9-E28E-0979-040F-2803F9C63C1C}"/>
                </a:ext>
              </a:extLst>
            </p:cNvPr>
            <p:cNvPicPr>
              <a:picLocks noChangeAspect="1"/>
            </p:cNvPicPr>
            <p:nvPr/>
          </p:nvPicPr>
          <p:blipFill>
            <a:blip r:embed="rId12"/>
            <a:stretch>
              <a:fillRect/>
            </a:stretch>
          </p:blipFill>
          <p:spPr>
            <a:xfrm>
              <a:off x="4255731" y="5136462"/>
              <a:ext cx="93281" cy="103645"/>
            </a:xfrm>
            <a:prstGeom prst="rect">
              <a:avLst/>
            </a:prstGeom>
          </p:spPr>
        </p:pic>
      </p:grpSp>
      <p:pic>
        <p:nvPicPr>
          <p:cNvPr id="413" name="Imagen 412">
            <a:extLst>
              <a:ext uri="{FF2B5EF4-FFF2-40B4-BE49-F238E27FC236}">
                <a16:creationId xmlns:a16="http://schemas.microsoft.com/office/drawing/2014/main" id="{CA8E7400-CF28-1476-86CF-B101F8613EC7}"/>
              </a:ext>
            </a:extLst>
          </p:cNvPr>
          <p:cNvPicPr>
            <a:picLocks noChangeAspect="1"/>
          </p:cNvPicPr>
          <p:nvPr/>
        </p:nvPicPr>
        <p:blipFill>
          <a:blip r:embed="rId10"/>
          <a:stretch>
            <a:fillRect/>
          </a:stretch>
        </p:blipFill>
        <p:spPr>
          <a:xfrm>
            <a:off x="488580" y="3504237"/>
            <a:ext cx="294780" cy="294780"/>
          </a:xfrm>
          <a:prstGeom prst="rect">
            <a:avLst/>
          </a:prstGeom>
        </p:spPr>
      </p:pic>
      <p:pic>
        <p:nvPicPr>
          <p:cNvPr id="416" name="Imagen 415">
            <a:extLst>
              <a:ext uri="{FF2B5EF4-FFF2-40B4-BE49-F238E27FC236}">
                <a16:creationId xmlns:a16="http://schemas.microsoft.com/office/drawing/2014/main" id="{66123F81-9B7D-A20F-DDC5-E7CACF9C3E79}"/>
              </a:ext>
            </a:extLst>
          </p:cNvPr>
          <p:cNvPicPr>
            <a:picLocks noChangeAspect="1"/>
          </p:cNvPicPr>
          <p:nvPr/>
        </p:nvPicPr>
        <p:blipFill>
          <a:blip r:embed="rId16"/>
          <a:stretch>
            <a:fillRect/>
          </a:stretch>
        </p:blipFill>
        <p:spPr>
          <a:xfrm>
            <a:off x="284466" y="4778409"/>
            <a:ext cx="2366859" cy="1556371"/>
          </a:xfrm>
          <a:prstGeom prst="rect">
            <a:avLst/>
          </a:prstGeom>
        </p:spPr>
      </p:pic>
      <p:pic>
        <p:nvPicPr>
          <p:cNvPr id="418" name="Imagen 417">
            <a:extLst>
              <a:ext uri="{FF2B5EF4-FFF2-40B4-BE49-F238E27FC236}">
                <a16:creationId xmlns:a16="http://schemas.microsoft.com/office/drawing/2014/main" id="{F4055CF7-6072-8EEA-E077-B815ED72A052}"/>
              </a:ext>
            </a:extLst>
          </p:cNvPr>
          <p:cNvPicPr>
            <a:picLocks noChangeAspect="1"/>
          </p:cNvPicPr>
          <p:nvPr/>
        </p:nvPicPr>
        <p:blipFill>
          <a:blip r:embed="rId5"/>
          <a:stretch>
            <a:fillRect/>
          </a:stretch>
        </p:blipFill>
        <p:spPr>
          <a:xfrm>
            <a:off x="1234712" y="5062832"/>
            <a:ext cx="327996" cy="327996"/>
          </a:xfrm>
          <a:prstGeom prst="rect">
            <a:avLst/>
          </a:prstGeom>
        </p:spPr>
      </p:pic>
      <p:pic>
        <p:nvPicPr>
          <p:cNvPr id="419" name="Imagen 418">
            <a:extLst>
              <a:ext uri="{FF2B5EF4-FFF2-40B4-BE49-F238E27FC236}">
                <a16:creationId xmlns:a16="http://schemas.microsoft.com/office/drawing/2014/main" id="{2B087C7A-7A5B-DA55-F190-05A618E61F08}"/>
              </a:ext>
            </a:extLst>
          </p:cNvPr>
          <p:cNvPicPr>
            <a:picLocks noChangeAspect="1"/>
          </p:cNvPicPr>
          <p:nvPr/>
        </p:nvPicPr>
        <p:blipFill>
          <a:blip r:embed="rId6"/>
          <a:stretch>
            <a:fillRect/>
          </a:stretch>
        </p:blipFill>
        <p:spPr>
          <a:xfrm>
            <a:off x="867112" y="5092330"/>
            <a:ext cx="320162" cy="320162"/>
          </a:xfrm>
          <a:prstGeom prst="rect">
            <a:avLst/>
          </a:prstGeom>
        </p:spPr>
      </p:pic>
      <p:pic>
        <p:nvPicPr>
          <p:cNvPr id="420" name="Imagen 419">
            <a:extLst>
              <a:ext uri="{FF2B5EF4-FFF2-40B4-BE49-F238E27FC236}">
                <a16:creationId xmlns:a16="http://schemas.microsoft.com/office/drawing/2014/main" id="{2D5DB7D5-06F4-2B8B-3EB2-0190F77A8671}"/>
              </a:ext>
            </a:extLst>
          </p:cNvPr>
          <p:cNvPicPr>
            <a:picLocks noChangeAspect="1"/>
          </p:cNvPicPr>
          <p:nvPr/>
        </p:nvPicPr>
        <p:blipFill>
          <a:blip r:embed="rId7"/>
          <a:stretch>
            <a:fillRect/>
          </a:stretch>
        </p:blipFill>
        <p:spPr>
          <a:xfrm>
            <a:off x="1607410" y="5092330"/>
            <a:ext cx="320162" cy="320162"/>
          </a:xfrm>
          <a:prstGeom prst="rect">
            <a:avLst/>
          </a:prstGeom>
        </p:spPr>
      </p:pic>
      <p:pic>
        <p:nvPicPr>
          <p:cNvPr id="421" name="Imagen 420">
            <a:extLst>
              <a:ext uri="{FF2B5EF4-FFF2-40B4-BE49-F238E27FC236}">
                <a16:creationId xmlns:a16="http://schemas.microsoft.com/office/drawing/2014/main" id="{99DF5DAB-5BAF-196E-7260-E064A73B2B9B}"/>
              </a:ext>
            </a:extLst>
          </p:cNvPr>
          <p:cNvPicPr>
            <a:picLocks noChangeAspect="1"/>
          </p:cNvPicPr>
          <p:nvPr/>
        </p:nvPicPr>
        <p:blipFill>
          <a:blip r:embed="rId11"/>
          <a:stretch>
            <a:fillRect/>
          </a:stretch>
        </p:blipFill>
        <p:spPr>
          <a:xfrm>
            <a:off x="870984" y="5615561"/>
            <a:ext cx="254000" cy="254000"/>
          </a:xfrm>
          <a:prstGeom prst="rect">
            <a:avLst/>
          </a:prstGeom>
        </p:spPr>
      </p:pic>
      <p:pic>
        <p:nvPicPr>
          <p:cNvPr id="422" name="Imagen 421">
            <a:extLst>
              <a:ext uri="{FF2B5EF4-FFF2-40B4-BE49-F238E27FC236}">
                <a16:creationId xmlns:a16="http://schemas.microsoft.com/office/drawing/2014/main" id="{64C8193D-4BDC-360D-277D-F33C15DD3077}"/>
              </a:ext>
            </a:extLst>
          </p:cNvPr>
          <p:cNvPicPr>
            <a:picLocks noChangeAspect="1"/>
          </p:cNvPicPr>
          <p:nvPr/>
        </p:nvPicPr>
        <p:blipFill>
          <a:blip r:embed="rId10"/>
          <a:stretch>
            <a:fillRect/>
          </a:stretch>
        </p:blipFill>
        <p:spPr>
          <a:xfrm>
            <a:off x="488580" y="5597116"/>
            <a:ext cx="294780" cy="294780"/>
          </a:xfrm>
          <a:prstGeom prst="rect">
            <a:avLst/>
          </a:prstGeom>
        </p:spPr>
      </p:pic>
      <p:grpSp>
        <p:nvGrpSpPr>
          <p:cNvPr id="423" name="Grupo 422">
            <a:extLst>
              <a:ext uri="{FF2B5EF4-FFF2-40B4-BE49-F238E27FC236}">
                <a16:creationId xmlns:a16="http://schemas.microsoft.com/office/drawing/2014/main" id="{94C03088-4272-1463-A49C-C859969617E9}"/>
              </a:ext>
            </a:extLst>
          </p:cNvPr>
          <p:cNvGrpSpPr/>
          <p:nvPr/>
        </p:nvGrpSpPr>
        <p:grpSpPr>
          <a:xfrm>
            <a:off x="493410" y="5128993"/>
            <a:ext cx="300068" cy="301854"/>
            <a:chOff x="6785945" y="4956058"/>
            <a:chExt cx="300068" cy="301860"/>
          </a:xfrm>
        </p:grpSpPr>
        <p:pic>
          <p:nvPicPr>
            <p:cNvPr id="424" name="Imagen 423">
              <a:extLst>
                <a:ext uri="{FF2B5EF4-FFF2-40B4-BE49-F238E27FC236}">
                  <a16:creationId xmlns:a16="http://schemas.microsoft.com/office/drawing/2014/main" id="{A8209DAC-0D0F-A4A3-261D-F4966EC8A23E}"/>
                </a:ext>
              </a:extLst>
            </p:cNvPr>
            <p:cNvPicPr>
              <a:picLocks noChangeAspect="1"/>
            </p:cNvPicPr>
            <p:nvPr/>
          </p:nvPicPr>
          <p:blipFill>
            <a:blip r:embed="rId8"/>
            <a:stretch>
              <a:fillRect/>
            </a:stretch>
          </p:blipFill>
          <p:spPr>
            <a:xfrm>
              <a:off x="6785945" y="4957850"/>
              <a:ext cx="300068" cy="300068"/>
            </a:xfrm>
            <a:prstGeom prst="rect">
              <a:avLst/>
            </a:prstGeom>
          </p:spPr>
        </p:pic>
        <p:pic>
          <p:nvPicPr>
            <p:cNvPr id="425" name="Imagen 424">
              <a:extLst>
                <a:ext uri="{FF2B5EF4-FFF2-40B4-BE49-F238E27FC236}">
                  <a16:creationId xmlns:a16="http://schemas.microsoft.com/office/drawing/2014/main" id="{68449E10-01F3-B5FF-07FC-E6CE3C54CE19}"/>
                </a:ext>
              </a:extLst>
            </p:cNvPr>
            <p:cNvPicPr>
              <a:picLocks noChangeAspect="1"/>
            </p:cNvPicPr>
            <p:nvPr/>
          </p:nvPicPr>
          <p:blipFill>
            <a:blip r:embed="rId15"/>
            <a:stretch>
              <a:fillRect/>
            </a:stretch>
          </p:blipFill>
          <p:spPr>
            <a:xfrm>
              <a:off x="6969128" y="4956064"/>
              <a:ext cx="98544" cy="109494"/>
            </a:xfrm>
            <a:prstGeom prst="rect">
              <a:avLst/>
            </a:prstGeom>
          </p:spPr>
        </p:pic>
      </p:grpSp>
      <p:pic>
        <p:nvPicPr>
          <p:cNvPr id="426" name="Imagen 425">
            <a:extLst>
              <a:ext uri="{FF2B5EF4-FFF2-40B4-BE49-F238E27FC236}">
                <a16:creationId xmlns:a16="http://schemas.microsoft.com/office/drawing/2014/main" id="{08DBCD03-04F2-6708-8F36-6C5582AB836F}"/>
              </a:ext>
            </a:extLst>
          </p:cNvPr>
          <p:cNvPicPr>
            <a:picLocks noChangeAspect="1"/>
          </p:cNvPicPr>
          <p:nvPr/>
        </p:nvPicPr>
        <p:blipFill>
          <a:blip r:embed="rId13"/>
          <a:stretch>
            <a:fillRect/>
          </a:stretch>
        </p:blipFill>
        <p:spPr>
          <a:xfrm>
            <a:off x="1251320" y="5577682"/>
            <a:ext cx="294780" cy="294780"/>
          </a:xfrm>
          <a:prstGeom prst="rect">
            <a:avLst/>
          </a:prstGeom>
        </p:spPr>
      </p:pic>
      <p:pic>
        <p:nvPicPr>
          <p:cNvPr id="427" name="Imagen 426">
            <a:extLst>
              <a:ext uri="{FF2B5EF4-FFF2-40B4-BE49-F238E27FC236}">
                <a16:creationId xmlns:a16="http://schemas.microsoft.com/office/drawing/2014/main" id="{B9C4E69D-BB32-2417-142D-FA929EF35978}"/>
              </a:ext>
            </a:extLst>
          </p:cNvPr>
          <p:cNvPicPr>
            <a:picLocks noChangeAspect="1"/>
          </p:cNvPicPr>
          <p:nvPr/>
        </p:nvPicPr>
        <p:blipFill>
          <a:blip r:embed="rId14"/>
          <a:stretch>
            <a:fillRect/>
          </a:stretch>
        </p:blipFill>
        <p:spPr>
          <a:xfrm>
            <a:off x="1677353" y="5615563"/>
            <a:ext cx="253999" cy="253999"/>
          </a:xfrm>
          <a:prstGeom prst="rect">
            <a:avLst/>
          </a:prstGeom>
        </p:spPr>
      </p:pic>
      <p:sp>
        <p:nvSpPr>
          <p:cNvPr id="433" name="Abrir llave 432">
            <a:extLst>
              <a:ext uri="{FF2B5EF4-FFF2-40B4-BE49-F238E27FC236}">
                <a16:creationId xmlns:a16="http://schemas.microsoft.com/office/drawing/2014/main" id="{9B1280E4-3D7E-B0F0-A389-A299BC2310FE}"/>
              </a:ext>
            </a:extLst>
          </p:cNvPr>
          <p:cNvSpPr/>
          <p:nvPr/>
        </p:nvSpPr>
        <p:spPr>
          <a:xfrm>
            <a:off x="-518765" y="546678"/>
            <a:ext cx="518765" cy="5624888"/>
          </a:xfrm>
          <a:prstGeom prst="leftBrace">
            <a:avLst/>
          </a:prstGeom>
          <a:noFill/>
          <a:ln w="28575">
            <a:solidFill>
              <a:srgbClr val="7E002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7" name="Imagen 6">
            <a:extLst>
              <a:ext uri="{FF2B5EF4-FFF2-40B4-BE49-F238E27FC236}">
                <a16:creationId xmlns:a16="http://schemas.microsoft.com/office/drawing/2014/main" id="{D32ACB96-A55C-2A06-ABBE-6674C0A6E021}"/>
              </a:ext>
            </a:extLst>
          </p:cNvPr>
          <p:cNvPicPr>
            <a:picLocks noChangeAspect="1"/>
          </p:cNvPicPr>
          <p:nvPr/>
        </p:nvPicPr>
        <p:blipFill>
          <a:blip r:embed="rId17"/>
          <a:stretch>
            <a:fillRect/>
          </a:stretch>
        </p:blipFill>
        <p:spPr>
          <a:xfrm>
            <a:off x="-3932009" y="4963315"/>
            <a:ext cx="2524409" cy="1123670"/>
          </a:xfrm>
          <a:prstGeom prst="rect">
            <a:avLst/>
          </a:prstGeom>
        </p:spPr>
      </p:pic>
      <p:pic>
        <p:nvPicPr>
          <p:cNvPr id="8" name="Imagen 7">
            <a:extLst>
              <a:ext uri="{FF2B5EF4-FFF2-40B4-BE49-F238E27FC236}">
                <a16:creationId xmlns:a16="http://schemas.microsoft.com/office/drawing/2014/main" id="{5640BDD0-3FDB-94C6-0852-799C5298DE05}"/>
              </a:ext>
            </a:extLst>
          </p:cNvPr>
          <p:cNvPicPr>
            <a:picLocks noChangeAspect="1"/>
          </p:cNvPicPr>
          <p:nvPr/>
        </p:nvPicPr>
        <p:blipFill>
          <a:blip r:embed="rId18"/>
          <a:stretch>
            <a:fillRect/>
          </a:stretch>
        </p:blipFill>
        <p:spPr>
          <a:xfrm>
            <a:off x="-3428888" y="5662041"/>
            <a:ext cx="1661150" cy="256351"/>
          </a:xfrm>
          <a:prstGeom prst="rect">
            <a:avLst/>
          </a:prstGeom>
        </p:spPr>
      </p:pic>
      <p:pic>
        <p:nvPicPr>
          <p:cNvPr id="150" name="Imagen 149">
            <a:extLst>
              <a:ext uri="{FF2B5EF4-FFF2-40B4-BE49-F238E27FC236}">
                <a16:creationId xmlns:a16="http://schemas.microsoft.com/office/drawing/2014/main" id="{11D68E88-FF29-309C-7947-26F898C1E30A}"/>
              </a:ext>
            </a:extLst>
          </p:cNvPr>
          <p:cNvPicPr>
            <a:picLocks noChangeAspect="1"/>
          </p:cNvPicPr>
          <p:nvPr/>
        </p:nvPicPr>
        <p:blipFill>
          <a:blip r:embed="rId19"/>
          <a:stretch>
            <a:fillRect/>
          </a:stretch>
        </p:blipFill>
        <p:spPr>
          <a:xfrm>
            <a:off x="-2833846" y="5144086"/>
            <a:ext cx="401866" cy="378481"/>
          </a:xfrm>
          <a:prstGeom prst="rect">
            <a:avLst/>
          </a:prstGeom>
        </p:spPr>
      </p:pic>
      <p:pic>
        <p:nvPicPr>
          <p:cNvPr id="151" name="Imagen 150">
            <a:extLst>
              <a:ext uri="{FF2B5EF4-FFF2-40B4-BE49-F238E27FC236}">
                <a16:creationId xmlns:a16="http://schemas.microsoft.com/office/drawing/2014/main" id="{AF7D6D3B-2F06-98B1-0CCC-1EB1EC42651D}"/>
              </a:ext>
            </a:extLst>
          </p:cNvPr>
          <p:cNvPicPr>
            <a:picLocks noChangeAspect="1"/>
          </p:cNvPicPr>
          <p:nvPr/>
        </p:nvPicPr>
        <p:blipFill>
          <a:blip r:embed="rId16"/>
          <a:stretch>
            <a:fillRect/>
          </a:stretch>
        </p:blipFill>
        <p:spPr>
          <a:xfrm>
            <a:off x="2936850" y="595167"/>
            <a:ext cx="2366859" cy="1556371"/>
          </a:xfrm>
          <a:prstGeom prst="rect">
            <a:avLst/>
          </a:prstGeom>
        </p:spPr>
      </p:pic>
      <p:pic>
        <p:nvPicPr>
          <p:cNvPr id="159" name="Imagen 158">
            <a:extLst>
              <a:ext uri="{FF2B5EF4-FFF2-40B4-BE49-F238E27FC236}">
                <a16:creationId xmlns:a16="http://schemas.microsoft.com/office/drawing/2014/main" id="{0131788D-EF99-D39C-629E-5FD625713838}"/>
              </a:ext>
            </a:extLst>
          </p:cNvPr>
          <p:cNvPicPr>
            <a:picLocks noChangeAspect="1"/>
          </p:cNvPicPr>
          <p:nvPr/>
        </p:nvPicPr>
        <p:blipFill>
          <a:blip r:embed="rId5"/>
          <a:stretch>
            <a:fillRect/>
          </a:stretch>
        </p:blipFill>
        <p:spPr>
          <a:xfrm>
            <a:off x="3887096" y="879590"/>
            <a:ext cx="327996" cy="327996"/>
          </a:xfrm>
          <a:prstGeom prst="rect">
            <a:avLst/>
          </a:prstGeom>
        </p:spPr>
      </p:pic>
      <p:pic>
        <p:nvPicPr>
          <p:cNvPr id="167" name="Imagen 166">
            <a:extLst>
              <a:ext uri="{FF2B5EF4-FFF2-40B4-BE49-F238E27FC236}">
                <a16:creationId xmlns:a16="http://schemas.microsoft.com/office/drawing/2014/main" id="{A7796130-5600-BD83-BFE2-C39AB8BB7BA9}"/>
              </a:ext>
            </a:extLst>
          </p:cNvPr>
          <p:cNvPicPr>
            <a:picLocks noChangeAspect="1"/>
          </p:cNvPicPr>
          <p:nvPr/>
        </p:nvPicPr>
        <p:blipFill>
          <a:blip r:embed="rId6"/>
          <a:stretch>
            <a:fillRect/>
          </a:stretch>
        </p:blipFill>
        <p:spPr>
          <a:xfrm>
            <a:off x="3519496" y="909088"/>
            <a:ext cx="320162" cy="320162"/>
          </a:xfrm>
          <a:prstGeom prst="rect">
            <a:avLst/>
          </a:prstGeom>
        </p:spPr>
      </p:pic>
      <p:pic>
        <p:nvPicPr>
          <p:cNvPr id="170" name="Imagen 169">
            <a:extLst>
              <a:ext uri="{FF2B5EF4-FFF2-40B4-BE49-F238E27FC236}">
                <a16:creationId xmlns:a16="http://schemas.microsoft.com/office/drawing/2014/main" id="{58CEE677-2E89-9061-310C-639B03FD0BD3}"/>
              </a:ext>
            </a:extLst>
          </p:cNvPr>
          <p:cNvPicPr>
            <a:picLocks noChangeAspect="1"/>
          </p:cNvPicPr>
          <p:nvPr/>
        </p:nvPicPr>
        <p:blipFill>
          <a:blip r:embed="rId7"/>
          <a:stretch>
            <a:fillRect/>
          </a:stretch>
        </p:blipFill>
        <p:spPr>
          <a:xfrm>
            <a:off x="4259794" y="909088"/>
            <a:ext cx="320162" cy="320162"/>
          </a:xfrm>
          <a:prstGeom prst="rect">
            <a:avLst/>
          </a:prstGeom>
        </p:spPr>
      </p:pic>
      <p:grpSp>
        <p:nvGrpSpPr>
          <p:cNvPr id="171" name="Grupo 170">
            <a:extLst>
              <a:ext uri="{FF2B5EF4-FFF2-40B4-BE49-F238E27FC236}">
                <a16:creationId xmlns:a16="http://schemas.microsoft.com/office/drawing/2014/main" id="{8D43F64D-7991-9796-41B9-EDFACB9C808D}"/>
              </a:ext>
            </a:extLst>
          </p:cNvPr>
          <p:cNvGrpSpPr/>
          <p:nvPr/>
        </p:nvGrpSpPr>
        <p:grpSpPr>
          <a:xfrm>
            <a:off x="3126733" y="931794"/>
            <a:ext cx="294562" cy="294562"/>
            <a:chOff x="497018" y="4873520"/>
            <a:chExt cx="294562" cy="294562"/>
          </a:xfrm>
        </p:grpSpPr>
        <p:pic>
          <p:nvPicPr>
            <p:cNvPr id="174" name="Imagen 173">
              <a:extLst>
                <a:ext uri="{FF2B5EF4-FFF2-40B4-BE49-F238E27FC236}">
                  <a16:creationId xmlns:a16="http://schemas.microsoft.com/office/drawing/2014/main" id="{5975485A-FE1F-E6A0-A98E-0CD53EFA4F2C}"/>
                </a:ext>
              </a:extLst>
            </p:cNvPr>
            <p:cNvPicPr>
              <a:picLocks noChangeAspect="1"/>
            </p:cNvPicPr>
            <p:nvPr/>
          </p:nvPicPr>
          <p:blipFill>
            <a:blip r:embed="rId8"/>
            <a:stretch>
              <a:fillRect/>
            </a:stretch>
          </p:blipFill>
          <p:spPr>
            <a:xfrm>
              <a:off x="497018" y="4873520"/>
              <a:ext cx="294562" cy="294562"/>
            </a:xfrm>
            <a:prstGeom prst="rect">
              <a:avLst/>
            </a:prstGeom>
          </p:spPr>
        </p:pic>
        <p:pic>
          <p:nvPicPr>
            <p:cNvPr id="175" name="Imagen 174">
              <a:extLst>
                <a:ext uri="{FF2B5EF4-FFF2-40B4-BE49-F238E27FC236}">
                  <a16:creationId xmlns:a16="http://schemas.microsoft.com/office/drawing/2014/main" id="{D8329718-0C05-DC8A-62C3-038F4630AA08}"/>
                </a:ext>
              </a:extLst>
            </p:cNvPr>
            <p:cNvPicPr>
              <a:picLocks noChangeAspect="1"/>
            </p:cNvPicPr>
            <p:nvPr/>
          </p:nvPicPr>
          <p:blipFill>
            <a:blip r:embed="rId9"/>
            <a:stretch>
              <a:fillRect/>
            </a:stretch>
          </p:blipFill>
          <p:spPr>
            <a:xfrm>
              <a:off x="670303" y="4892843"/>
              <a:ext cx="110774" cy="110774"/>
            </a:xfrm>
            <a:prstGeom prst="rect">
              <a:avLst/>
            </a:prstGeom>
          </p:spPr>
        </p:pic>
      </p:grpSp>
      <p:pic>
        <p:nvPicPr>
          <p:cNvPr id="177" name="Imagen 176">
            <a:extLst>
              <a:ext uri="{FF2B5EF4-FFF2-40B4-BE49-F238E27FC236}">
                <a16:creationId xmlns:a16="http://schemas.microsoft.com/office/drawing/2014/main" id="{D22E6977-F4BE-15C0-B243-B3E56B96C1E7}"/>
              </a:ext>
            </a:extLst>
          </p:cNvPr>
          <p:cNvPicPr>
            <a:picLocks noChangeAspect="1"/>
          </p:cNvPicPr>
          <p:nvPr/>
        </p:nvPicPr>
        <p:blipFill>
          <a:blip r:embed="rId16"/>
          <a:stretch>
            <a:fillRect/>
          </a:stretch>
        </p:blipFill>
        <p:spPr>
          <a:xfrm>
            <a:off x="2956316" y="2685530"/>
            <a:ext cx="2366859" cy="1556371"/>
          </a:xfrm>
          <a:prstGeom prst="rect">
            <a:avLst/>
          </a:prstGeom>
        </p:spPr>
      </p:pic>
      <p:pic>
        <p:nvPicPr>
          <p:cNvPr id="179" name="Imagen 178">
            <a:extLst>
              <a:ext uri="{FF2B5EF4-FFF2-40B4-BE49-F238E27FC236}">
                <a16:creationId xmlns:a16="http://schemas.microsoft.com/office/drawing/2014/main" id="{C169A5AF-B7AF-671E-75FE-8051EA797A02}"/>
              </a:ext>
            </a:extLst>
          </p:cNvPr>
          <p:cNvPicPr>
            <a:picLocks noChangeAspect="1"/>
          </p:cNvPicPr>
          <p:nvPr/>
        </p:nvPicPr>
        <p:blipFill>
          <a:blip r:embed="rId5"/>
          <a:stretch>
            <a:fillRect/>
          </a:stretch>
        </p:blipFill>
        <p:spPr>
          <a:xfrm>
            <a:off x="3906562" y="2969953"/>
            <a:ext cx="327996" cy="327996"/>
          </a:xfrm>
          <a:prstGeom prst="rect">
            <a:avLst/>
          </a:prstGeom>
        </p:spPr>
      </p:pic>
      <p:pic>
        <p:nvPicPr>
          <p:cNvPr id="180" name="Imagen 179">
            <a:extLst>
              <a:ext uri="{FF2B5EF4-FFF2-40B4-BE49-F238E27FC236}">
                <a16:creationId xmlns:a16="http://schemas.microsoft.com/office/drawing/2014/main" id="{375931D5-C6FD-344F-D918-6DF7EA08414A}"/>
              </a:ext>
            </a:extLst>
          </p:cNvPr>
          <p:cNvPicPr>
            <a:picLocks noChangeAspect="1"/>
          </p:cNvPicPr>
          <p:nvPr/>
        </p:nvPicPr>
        <p:blipFill>
          <a:blip r:embed="rId6"/>
          <a:stretch>
            <a:fillRect/>
          </a:stretch>
        </p:blipFill>
        <p:spPr>
          <a:xfrm>
            <a:off x="3538962" y="2999451"/>
            <a:ext cx="320162" cy="320162"/>
          </a:xfrm>
          <a:prstGeom prst="rect">
            <a:avLst/>
          </a:prstGeom>
        </p:spPr>
      </p:pic>
      <p:pic>
        <p:nvPicPr>
          <p:cNvPr id="181" name="Imagen 180">
            <a:extLst>
              <a:ext uri="{FF2B5EF4-FFF2-40B4-BE49-F238E27FC236}">
                <a16:creationId xmlns:a16="http://schemas.microsoft.com/office/drawing/2014/main" id="{768BDD1C-744A-8531-7C9A-FF0273958461}"/>
              </a:ext>
            </a:extLst>
          </p:cNvPr>
          <p:cNvPicPr>
            <a:picLocks noChangeAspect="1"/>
          </p:cNvPicPr>
          <p:nvPr/>
        </p:nvPicPr>
        <p:blipFill>
          <a:blip r:embed="rId7"/>
          <a:stretch>
            <a:fillRect/>
          </a:stretch>
        </p:blipFill>
        <p:spPr>
          <a:xfrm>
            <a:off x="4279260" y="2999451"/>
            <a:ext cx="320162" cy="320162"/>
          </a:xfrm>
          <a:prstGeom prst="rect">
            <a:avLst/>
          </a:prstGeom>
        </p:spPr>
      </p:pic>
      <p:grpSp>
        <p:nvGrpSpPr>
          <p:cNvPr id="182" name="Grupo 181">
            <a:extLst>
              <a:ext uri="{FF2B5EF4-FFF2-40B4-BE49-F238E27FC236}">
                <a16:creationId xmlns:a16="http://schemas.microsoft.com/office/drawing/2014/main" id="{EB0BAE44-3D15-908C-0DFF-4E678A9D62E9}"/>
              </a:ext>
            </a:extLst>
          </p:cNvPr>
          <p:cNvGrpSpPr/>
          <p:nvPr/>
        </p:nvGrpSpPr>
        <p:grpSpPr>
          <a:xfrm>
            <a:off x="3157786" y="3024648"/>
            <a:ext cx="300068" cy="300068"/>
            <a:chOff x="3678209" y="4702103"/>
            <a:chExt cx="300068" cy="300068"/>
          </a:xfrm>
        </p:grpSpPr>
        <p:pic>
          <p:nvPicPr>
            <p:cNvPr id="183" name="Imagen 182">
              <a:extLst>
                <a:ext uri="{FF2B5EF4-FFF2-40B4-BE49-F238E27FC236}">
                  <a16:creationId xmlns:a16="http://schemas.microsoft.com/office/drawing/2014/main" id="{CD145D8F-4D91-906B-4F61-FE1C1DFCC088}"/>
                </a:ext>
              </a:extLst>
            </p:cNvPr>
            <p:cNvPicPr>
              <a:picLocks noChangeAspect="1"/>
            </p:cNvPicPr>
            <p:nvPr/>
          </p:nvPicPr>
          <p:blipFill>
            <a:blip r:embed="rId8"/>
            <a:stretch>
              <a:fillRect/>
            </a:stretch>
          </p:blipFill>
          <p:spPr>
            <a:xfrm>
              <a:off x="3678209" y="4702103"/>
              <a:ext cx="300068" cy="300068"/>
            </a:xfrm>
            <a:prstGeom prst="rect">
              <a:avLst/>
            </a:prstGeom>
          </p:spPr>
        </p:pic>
        <p:pic>
          <p:nvPicPr>
            <p:cNvPr id="184" name="Imagen 183">
              <a:extLst>
                <a:ext uri="{FF2B5EF4-FFF2-40B4-BE49-F238E27FC236}">
                  <a16:creationId xmlns:a16="http://schemas.microsoft.com/office/drawing/2014/main" id="{3A6F84DA-001B-8812-BF8F-9826BEB16233}"/>
                </a:ext>
              </a:extLst>
            </p:cNvPr>
            <p:cNvPicPr>
              <a:picLocks noChangeAspect="1"/>
            </p:cNvPicPr>
            <p:nvPr/>
          </p:nvPicPr>
          <p:blipFill>
            <a:blip r:embed="rId12"/>
            <a:stretch>
              <a:fillRect/>
            </a:stretch>
          </p:blipFill>
          <p:spPr>
            <a:xfrm>
              <a:off x="3862244" y="4719725"/>
              <a:ext cx="98544" cy="109492"/>
            </a:xfrm>
            <a:prstGeom prst="rect">
              <a:avLst/>
            </a:prstGeom>
          </p:spPr>
        </p:pic>
      </p:grpSp>
      <p:grpSp>
        <p:nvGrpSpPr>
          <p:cNvPr id="185" name="Grupo 184">
            <a:extLst>
              <a:ext uri="{FF2B5EF4-FFF2-40B4-BE49-F238E27FC236}">
                <a16:creationId xmlns:a16="http://schemas.microsoft.com/office/drawing/2014/main" id="{47C60C77-75C7-663E-E633-93256DDA5C12}"/>
              </a:ext>
            </a:extLst>
          </p:cNvPr>
          <p:cNvGrpSpPr/>
          <p:nvPr/>
        </p:nvGrpSpPr>
        <p:grpSpPr>
          <a:xfrm>
            <a:off x="3542835" y="3459008"/>
            <a:ext cx="285755" cy="317675"/>
            <a:chOff x="4063257" y="5136462"/>
            <a:chExt cx="285755" cy="317675"/>
          </a:xfrm>
        </p:grpSpPr>
        <p:pic>
          <p:nvPicPr>
            <p:cNvPr id="186" name="Imagen 185">
              <a:extLst>
                <a:ext uri="{FF2B5EF4-FFF2-40B4-BE49-F238E27FC236}">
                  <a16:creationId xmlns:a16="http://schemas.microsoft.com/office/drawing/2014/main" id="{8200FCB6-5538-781F-751E-834B850B0C65}"/>
                </a:ext>
              </a:extLst>
            </p:cNvPr>
            <p:cNvPicPr>
              <a:picLocks noChangeAspect="1"/>
            </p:cNvPicPr>
            <p:nvPr/>
          </p:nvPicPr>
          <p:blipFill>
            <a:blip r:embed="rId11"/>
            <a:stretch>
              <a:fillRect/>
            </a:stretch>
          </p:blipFill>
          <p:spPr>
            <a:xfrm>
              <a:off x="4063257" y="5200137"/>
              <a:ext cx="254000" cy="254000"/>
            </a:xfrm>
            <a:prstGeom prst="rect">
              <a:avLst/>
            </a:prstGeom>
          </p:spPr>
        </p:pic>
        <p:pic>
          <p:nvPicPr>
            <p:cNvPr id="187" name="Imagen 186">
              <a:extLst>
                <a:ext uri="{FF2B5EF4-FFF2-40B4-BE49-F238E27FC236}">
                  <a16:creationId xmlns:a16="http://schemas.microsoft.com/office/drawing/2014/main" id="{8D1F76F3-DA32-23CF-758C-5DDF9C8EB9F0}"/>
                </a:ext>
              </a:extLst>
            </p:cNvPr>
            <p:cNvPicPr>
              <a:picLocks noChangeAspect="1"/>
            </p:cNvPicPr>
            <p:nvPr/>
          </p:nvPicPr>
          <p:blipFill>
            <a:blip r:embed="rId12"/>
            <a:stretch>
              <a:fillRect/>
            </a:stretch>
          </p:blipFill>
          <p:spPr>
            <a:xfrm>
              <a:off x="4255731" y="5136462"/>
              <a:ext cx="93281" cy="103645"/>
            </a:xfrm>
            <a:prstGeom prst="rect">
              <a:avLst/>
            </a:prstGeom>
          </p:spPr>
        </p:pic>
      </p:grpSp>
      <p:pic>
        <p:nvPicPr>
          <p:cNvPr id="188" name="Imagen 187">
            <a:extLst>
              <a:ext uri="{FF2B5EF4-FFF2-40B4-BE49-F238E27FC236}">
                <a16:creationId xmlns:a16="http://schemas.microsoft.com/office/drawing/2014/main" id="{F99E7F63-858F-F842-AD36-C33D972A8C62}"/>
              </a:ext>
            </a:extLst>
          </p:cNvPr>
          <p:cNvPicPr>
            <a:picLocks noChangeAspect="1"/>
          </p:cNvPicPr>
          <p:nvPr/>
        </p:nvPicPr>
        <p:blipFill>
          <a:blip r:embed="rId10"/>
          <a:stretch>
            <a:fillRect/>
          </a:stretch>
        </p:blipFill>
        <p:spPr>
          <a:xfrm>
            <a:off x="3160430" y="3504237"/>
            <a:ext cx="294780" cy="294780"/>
          </a:xfrm>
          <a:prstGeom prst="rect">
            <a:avLst/>
          </a:prstGeom>
        </p:spPr>
      </p:pic>
      <p:pic>
        <p:nvPicPr>
          <p:cNvPr id="189" name="Imagen 188">
            <a:extLst>
              <a:ext uri="{FF2B5EF4-FFF2-40B4-BE49-F238E27FC236}">
                <a16:creationId xmlns:a16="http://schemas.microsoft.com/office/drawing/2014/main" id="{E3626F77-D519-2B12-AE02-40CFEAF97BB9}"/>
              </a:ext>
            </a:extLst>
          </p:cNvPr>
          <p:cNvPicPr>
            <a:picLocks noChangeAspect="1"/>
          </p:cNvPicPr>
          <p:nvPr/>
        </p:nvPicPr>
        <p:blipFill>
          <a:blip r:embed="rId19"/>
          <a:stretch>
            <a:fillRect/>
          </a:stretch>
        </p:blipFill>
        <p:spPr>
          <a:xfrm>
            <a:off x="4829632" y="3211825"/>
            <a:ext cx="273521" cy="273521"/>
          </a:xfrm>
          <a:prstGeom prst="rect">
            <a:avLst/>
          </a:prstGeom>
        </p:spPr>
      </p:pic>
      <p:pic>
        <p:nvPicPr>
          <p:cNvPr id="191" name="Imagen 190">
            <a:extLst>
              <a:ext uri="{FF2B5EF4-FFF2-40B4-BE49-F238E27FC236}">
                <a16:creationId xmlns:a16="http://schemas.microsoft.com/office/drawing/2014/main" id="{7DE20581-E342-267F-9417-6220540BC279}"/>
              </a:ext>
            </a:extLst>
          </p:cNvPr>
          <p:cNvPicPr>
            <a:picLocks noChangeAspect="1"/>
          </p:cNvPicPr>
          <p:nvPr/>
        </p:nvPicPr>
        <p:blipFill>
          <a:blip r:embed="rId16"/>
          <a:stretch>
            <a:fillRect/>
          </a:stretch>
        </p:blipFill>
        <p:spPr>
          <a:xfrm>
            <a:off x="2956316" y="4778409"/>
            <a:ext cx="2366859" cy="1556371"/>
          </a:xfrm>
          <a:prstGeom prst="rect">
            <a:avLst/>
          </a:prstGeom>
        </p:spPr>
      </p:pic>
      <p:pic>
        <p:nvPicPr>
          <p:cNvPr id="257" name="Imagen 256">
            <a:extLst>
              <a:ext uri="{FF2B5EF4-FFF2-40B4-BE49-F238E27FC236}">
                <a16:creationId xmlns:a16="http://schemas.microsoft.com/office/drawing/2014/main" id="{B0AC1FD9-B4E6-5FC3-B954-C7D6FD58B509}"/>
              </a:ext>
            </a:extLst>
          </p:cNvPr>
          <p:cNvPicPr>
            <a:picLocks noChangeAspect="1"/>
          </p:cNvPicPr>
          <p:nvPr/>
        </p:nvPicPr>
        <p:blipFill>
          <a:blip r:embed="rId5"/>
          <a:stretch>
            <a:fillRect/>
          </a:stretch>
        </p:blipFill>
        <p:spPr>
          <a:xfrm>
            <a:off x="3906562" y="5062832"/>
            <a:ext cx="327996" cy="327996"/>
          </a:xfrm>
          <a:prstGeom prst="rect">
            <a:avLst/>
          </a:prstGeom>
        </p:spPr>
      </p:pic>
      <p:pic>
        <p:nvPicPr>
          <p:cNvPr id="258" name="Imagen 257">
            <a:extLst>
              <a:ext uri="{FF2B5EF4-FFF2-40B4-BE49-F238E27FC236}">
                <a16:creationId xmlns:a16="http://schemas.microsoft.com/office/drawing/2014/main" id="{6AAC6463-10CD-B656-6229-29AAC6520527}"/>
              </a:ext>
            </a:extLst>
          </p:cNvPr>
          <p:cNvPicPr>
            <a:picLocks noChangeAspect="1"/>
          </p:cNvPicPr>
          <p:nvPr/>
        </p:nvPicPr>
        <p:blipFill>
          <a:blip r:embed="rId6"/>
          <a:stretch>
            <a:fillRect/>
          </a:stretch>
        </p:blipFill>
        <p:spPr>
          <a:xfrm>
            <a:off x="3538962" y="5092330"/>
            <a:ext cx="320162" cy="320162"/>
          </a:xfrm>
          <a:prstGeom prst="rect">
            <a:avLst/>
          </a:prstGeom>
        </p:spPr>
      </p:pic>
      <p:pic>
        <p:nvPicPr>
          <p:cNvPr id="259" name="Imagen 258">
            <a:extLst>
              <a:ext uri="{FF2B5EF4-FFF2-40B4-BE49-F238E27FC236}">
                <a16:creationId xmlns:a16="http://schemas.microsoft.com/office/drawing/2014/main" id="{56D31EEA-E859-0BC9-9D7B-39696E89292E}"/>
              </a:ext>
            </a:extLst>
          </p:cNvPr>
          <p:cNvPicPr>
            <a:picLocks noChangeAspect="1"/>
          </p:cNvPicPr>
          <p:nvPr/>
        </p:nvPicPr>
        <p:blipFill>
          <a:blip r:embed="rId7"/>
          <a:stretch>
            <a:fillRect/>
          </a:stretch>
        </p:blipFill>
        <p:spPr>
          <a:xfrm>
            <a:off x="4279260" y="5092330"/>
            <a:ext cx="320162" cy="320162"/>
          </a:xfrm>
          <a:prstGeom prst="rect">
            <a:avLst/>
          </a:prstGeom>
        </p:spPr>
      </p:pic>
      <p:pic>
        <p:nvPicPr>
          <p:cNvPr id="260" name="Imagen 259">
            <a:extLst>
              <a:ext uri="{FF2B5EF4-FFF2-40B4-BE49-F238E27FC236}">
                <a16:creationId xmlns:a16="http://schemas.microsoft.com/office/drawing/2014/main" id="{81DD4B0E-C417-A7B0-CD76-EB345F08DEBD}"/>
              </a:ext>
            </a:extLst>
          </p:cNvPr>
          <p:cNvPicPr>
            <a:picLocks noChangeAspect="1"/>
          </p:cNvPicPr>
          <p:nvPr/>
        </p:nvPicPr>
        <p:blipFill>
          <a:blip r:embed="rId11"/>
          <a:stretch>
            <a:fillRect/>
          </a:stretch>
        </p:blipFill>
        <p:spPr>
          <a:xfrm>
            <a:off x="3542834" y="5615561"/>
            <a:ext cx="254000" cy="254000"/>
          </a:xfrm>
          <a:prstGeom prst="rect">
            <a:avLst/>
          </a:prstGeom>
        </p:spPr>
      </p:pic>
      <p:pic>
        <p:nvPicPr>
          <p:cNvPr id="261" name="Imagen 260">
            <a:extLst>
              <a:ext uri="{FF2B5EF4-FFF2-40B4-BE49-F238E27FC236}">
                <a16:creationId xmlns:a16="http://schemas.microsoft.com/office/drawing/2014/main" id="{EEDE61B2-52BB-6F42-F929-0C2200F54A26}"/>
              </a:ext>
            </a:extLst>
          </p:cNvPr>
          <p:cNvPicPr>
            <a:picLocks noChangeAspect="1"/>
          </p:cNvPicPr>
          <p:nvPr/>
        </p:nvPicPr>
        <p:blipFill>
          <a:blip r:embed="rId10"/>
          <a:stretch>
            <a:fillRect/>
          </a:stretch>
        </p:blipFill>
        <p:spPr>
          <a:xfrm>
            <a:off x="3160430" y="5597116"/>
            <a:ext cx="294780" cy="294780"/>
          </a:xfrm>
          <a:prstGeom prst="rect">
            <a:avLst/>
          </a:prstGeom>
        </p:spPr>
      </p:pic>
      <p:grpSp>
        <p:nvGrpSpPr>
          <p:cNvPr id="262" name="Grupo 261">
            <a:extLst>
              <a:ext uri="{FF2B5EF4-FFF2-40B4-BE49-F238E27FC236}">
                <a16:creationId xmlns:a16="http://schemas.microsoft.com/office/drawing/2014/main" id="{D2A00335-BE69-E2B5-B772-769B0D1ED2DB}"/>
              </a:ext>
            </a:extLst>
          </p:cNvPr>
          <p:cNvGrpSpPr/>
          <p:nvPr/>
        </p:nvGrpSpPr>
        <p:grpSpPr>
          <a:xfrm>
            <a:off x="3165260" y="5128993"/>
            <a:ext cx="300068" cy="301854"/>
            <a:chOff x="6785945" y="4956058"/>
            <a:chExt cx="300068" cy="301860"/>
          </a:xfrm>
        </p:grpSpPr>
        <p:pic>
          <p:nvPicPr>
            <p:cNvPr id="263" name="Imagen 262">
              <a:extLst>
                <a:ext uri="{FF2B5EF4-FFF2-40B4-BE49-F238E27FC236}">
                  <a16:creationId xmlns:a16="http://schemas.microsoft.com/office/drawing/2014/main" id="{3C21EB6C-5B20-5C3D-E2C6-847659E6FC22}"/>
                </a:ext>
              </a:extLst>
            </p:cNvPr>
            <p:cNvPicPr>
              <a:picLocks noChangeAspect="1"/>
            </p:cNvPicPr>
            <p:nvPr/>
          </p:nvPicPr>
          <p:blipFill>
            <a:blip r:embed="rId8"/>
            <a:stretch>
              <a:fillRect/>
            </a:stretch>
          </p:blipFill>
          <p:spPr>
            <a:xfrm>
              <a:off x="6785945" y="4957850"/>
              <a:ext cx="300068" cy="300068"/>
            </a:xfrm>
            <a:prstGeom prst="rect">
              <a:avLst/>
            </a:prstGeom>
          </p:spPr>
        </p:pic>
        <p:pic>
          <p:nvPicPr>
            <p:cNvPr id="264" name="Imagen 263">
              <a:extLst>
                <a:ext uri="{FF2B5EF4-FFF2-40B4-BE49-F238E27FC236}">
                  <a16:creationId xmlns:a16="http://schemas.microsoft.com/office/drawing/2014/main" id="{CD6D6715-68B5-E03C-A590-DC6744C70EB9}"/>
                </a:ext>
              </a:extLst>
            </p:cNvPr>
            <p:cNvPicPr>
              <a:picLocks noChangeAspect="1"/>
            </p:cNvPicPr>
            <p:nvPr/>
          </p:nvPicPr>
          <p:blipFill>
            <a:blip r:embed="rId15"/>
            <a:stretch>
              <a:fillRect/>
            </a:stretch>
          </p:blipFill>
          <p:spPr>
            <a:xfrm>
              <a:off x="6969128" y="4956064"/>
              <a:ext cx="98544" cy="109494"/>
            </a:xfrm>
            <a:prstGeom prst="rect">
              <a:avLst/>
            </a:prstGeom>
          </p:spPr>
        </p:pic>
      </p:grpSp>
      <p:pic>
        <p:nvPicPr>
          <p:cNvPr id="265" name="Imagen 264">
            <a:extLst>
              <a:ext uri="{FF2B5EF4-FFF2-40B4-BE49-F238E27FC236}">
                <a16:creationId xmlns:a16="http://schemas.microsoft.com/office/drawing/2014/main" id="{EE3F132F-4F0A-B21F-BDF3-C19B711552CC}"/>
              </a:ext>
            </a:extLst>
          </p:cNvPr>
          <p:cNvPicPr>
            <a:picLocks noChangeAspect="1"/>
          </p:cNvPicPr>
          <p:nvPr/>
        </p:nvPicPr>
        <p:blipFill>
          <a:blip r:embed="rId13"/>
          <a:stretch>
            <a:fillRect/>
          </a:stretch>
        </p:blipFill>
        <p:spPr>
          <a:xfrm>
            <a:off x="3923170" y="5577682"/>
            <a:ext cx="294780" cy="294780"/>
          </a:xfrm>
          <a:prstGeom prst="rect">
            <a:avLst/>
          </a:prstGeom>
        </p:spPr>
      </p:pic>
      <p:pic>
        <p:nvPicPr>
          <p:cNvPr id="266" name="Imagen 265">
            <a:extLst>
              <a:ext uri="{FF2B5EF4-FFF2-40B4-BE49-F238E27FC236}">
                <a16:creationId xmlns:a16="http://schemas.microsoft.com/office/drawing/2014/main" id="{34BAAFA1-65CF-1C79-E7B9-E03741813FC5}"/>
              </a:ext>
            </a:extLst>
          </p:cNvPr>
          <p:cNvPicPr>
            <a:picLocks noChangeAspect="1"/>
          </p:cNvPicPr>
          <p:nvPr/>
        </p:nvPicPr>
        <p:blipFill>
          <a:blip r:embed="rId14"/>
          <a:stretch>
            <a:fillRect/>
          </a:stretch>
        </p:blipFill>
        <p:spPr>
          <a:xfrm>
            <a:off x="4349203" y="5615563"/>
            <a:ext cx="253999" cy="253999"/>
          </a:xfrm>
          <a:prstGeom prst="rect">
            <a:avLst/>
          </a:prstGeom>
        </p:spPr>
      </p:pic>
      <p:pic>
        <p:nvPicPr>
          <p:cNvPr id="267" name="Imagen 266">
            <a:extLst>
              <a:ext uri="{FF2B5EF4-FFF2-40B4-BE49-F238E27FC236}">
                <a16:creationId xmlns:a16="http://schemas.microsoft.com/office/drawing/2014/main" id="{19110671-B163-BE23-6243-F4CE802B781B}"/>
              </a:ext>
            </a:extLst>
          </p:cNvPr>
          <p:cNvPicPr>
            <a:picLocks noChangeAspect="1"/>
          </p:cNvPicPr>
          <p:nvPr/>
        </p:nvPicPr>
        <p:blipFill>
          <a:blip r:embed="rId19"/>
          <a:stretch>
            <a:fillRect/>
          </a:stretch>
        </p:blipFill>
        <p:spPr>
          <a:xfrm>
            <a:off x="4832239" y="5323595"/>
            <a:ext cx="273521" cy="273521"/>
          </a:xfrm>
          <a:prstGeom prst="rect">
            <a:avLst/>
          </a:prstGeom>
        </p:spPr>
      </p:pic>
      <p:pic>
        <p:nvPicPr>
          <p:cNvPr id="269" name="Imagen 268">
            <a:extLst>
              <a:ext uri="{FF2B5EF4-FFF2-40B4-BE49-F238E27FC236}">
                <a16:creationId xmlns:a16="http://schemas.microsoft.com/office/drawing/2014/main" id="{38AC7269-8051-124E-9B41-FF1D0D042C55}"/>
              </a:ext>
            </a:extLst>
          </p:cNvPr>
          <p:cNvPicPr>
            <a:picLocks noChangeAspect="1"/>
          </p:cNvPicPr>
          <p:nvPr/>
        </p:nvPicPr>
        <p:blipFill>
          <a:blip r:embed="rId19"/>
          <a:stretch>
            <a:fillRect/>
          </a:stretch>
        </p:blipFill>
        <p:spPr>
          <a:xfrm>
            <a:off x="4812772" y="1116826"/>
            <a:ext cx="273521" cy="273521"/>
          </a:xfrm>
          <a:prstGeom prst="rect">
            <a:avLst/>
          </a:prstGeom>
        </p:spPr>
      </p:pic>
      <p:sp>
        <p:nvSpPr>
          <p:cNvPr id="347" name="CuadroTexto 346">
            <a:extLst>
              <a:ext uri="{FF2B5EF4-FFF2-40B4-BE49-F238E27FC236}">
                <a16:creationId xmlns:a16="http://schemas.microsoft.com/office/drawing/2014/main" id="{98CE5821-8411-F571-63FF-B79D8D111E1C}"/>
              </a:ext>
            </a:extLst>
          </p:cNvPr>
          <p:cNvSpPr txBox="1"/>
          <p:nvPr/>
        </p:nvSpPr>
        <p:spPr>
          <a:xfrm>
            <a:off x="811357" y="232606"/>
            <a:ext cx="1188146"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Ⓢ(BASIC)</a:t>
            </a:r>
          </a:p>
        </p:txBody>
      </p:sp>
      <p:sp>
        <p:nvSpPr>
          <p:cNvPr id="348" name="CuadroTexto 347">
            <a:extLst>
              <a:ext uri="{FF2B5EF4-FFF2-40B4-BE49-F238E27FC236}">
                <a16:creationId xmlns:a16="http://schemas.microsoft.com/office/drawing/2014/main" id="{E4A09690-3400-B554-279A-824A42CC8F36}"/>
              </a:ext>
            </a:extLst>
          </p:cNvPr>
          <p:cNvSpPr txBox="1"/>
          <p:nvPr/>
        </p:nvSpPr>
        <p:spPr>
          <a:xfrm>
            <a:off x="3275077" y="242004"/>
            <a:ext cx="1766830"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Ⓢ(BASIC, calls)</a:t>
            </a:r>
          </a:p>
        </p:txBody>
      </p:sp>
      <p:sp>
        <p:nvSpPr>
          <p:cNvPr id="349" name="CuadroTexto 348">
            <a:extLst>
              <a:ext uri="{FF2B5EF4-FFF2-40B4-BE49-F238E27FC236}">
                <a16:creationId xmlns:a16="http://schemas.microsoft.com/office/drawing/2014/main" id="{F03955E7-6197-311A-872C-7683FA00AAC5}"/>
              </a:ext>
            </a:extLst>
          </p:cNvPr>
          <p:cNvSpPr txBox="1"/>
          <p:nvPr/>
        </p:nvSpPr>
        <p:spPr>
          <a:xfrm>
            <a:off x="914026" y="2349566"/>
            <a:ext cx="989373"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Ⓢ(PRO)</a:t>
            </a:r>
          </a:p>
        </p:txBody>
      </p:sp>
      <p:sp>
        <p:nvSpPr>
          <p:cNvPr id="350" name="CuadroTexto 349">
            <a:extLst>
              <a:ext uri="{FF2B5EF4-FFF2-40B4-BE49-F238E27FC236}">
                <a16:creationId xmlns:a16="http://schemas.microsoft.com/office/drawing/2014/main" id="{7D7A52E1-C3CB-FCE9-E393-0D71B77B049B}"/>
              </a:ext>
            </a:extLst>
          </p:cNvPr>
          <p:cNvSpPr txBox="1"/>
          <p:nvPr/>
        </p:nvSpPr>
        <p:spPr>
          <a:xfrm>
            <a:off x="3302077" y="2343918"/>
            <a:ext cx="1568058"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Ⓢ(PRO, calls)</a:t>
            </a:r>
          </a:p>
        </p:txBody>
      </p:sp>
      <p:sp>
        <p:nvSpPr>
          <p:cNvPr id="351" name="CuadroTexto 350">
            <a:extLst>
              <a:ext uri="{FF2B5EF4-FFF2-40B4-BE49-F238E27FC236}">
                <a16:creationId xmlns:a16="http://schemas.microsoft.com/office/drawing/2014/main" id="{A85C9B09-6288-EE7E-1F6A-B9B0D0CA7168}"/>
              </a:ext>
            </a:extLst>
          </p:cNvPr>
          <p:cNvSpPr txBox="1"/>
          <p:nvPr/>
        </p:nvSpPr>
        <p:spPr>
          <a:xfrm>
            <a:off x="627374" y="4433058"/>
            <a:ext cx="1608133"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Ⓢ(BUSINESS)</a:t>
            </a:r>
          </a:p>
        </p:txBody>
      </p:sp>
      <p:sp>
        <p:nvSpPr>
          <p:cNvPr id="352" name="CuadroTexto 351">
            <a:extLst>
              <a:ext uri="{FF2B5EF4-FFF2-40B4-BE49-F238E27FC236}">
                <a16:creationId xmlns:a16="http://schemas.microsoft.com/office/drawing/2014/main" id="{028C833C-181B-BED4-9869-8E1773B28293}"/>
              </a:ext>
            </a:extLst>
          </p:cNvPr>
          <p:cNvSpPr txBox="1"/>
          <p:nvPr/>
        </p:nvSpPr>
        <p:spPr>
          <a:xfrm>
            <a:off x="3042903" y="4415899"/>
            <a:ext cx="2186817" cy="369332"/>
          </a:xfrm>
          <a:prstGeom prst="rect">
            <a:avLst/>
          </a:prstGeom>
          <a:noFill/>
        </p:spPr>
        <p:txBody>
          <a:bodyPr wrap="none" rtlCol="0">
            <a:spAutoFit/>
          </a:bodyPr>
          <a:lstStyle/>
          <a:p>
            <a:r>
              <a:rPr lang="en-US" sz="1800" dirty="0">
                <a:latin typeface="Roboto" panose="02000000000000000000" pitchFamily="2" charset="0"/>
                <a:ea typeface="Roboto" panose="02000000000000000000" pitchFamily="2" charset="0"/>
                <a:cs typeface="Roboto" panose="02000000000000000000" pitchFamily="2" charset="0"/>
              </a:rPr>
              <a:t>Ⓢ(BUSINESS, calls)</a:t>
            </a:r>
          </a:p>
        </p:txBody>
      </p:sp>
      <p:sp>
        <p:nvSpPr>
          <p:cNvPr id="3" name="Abrir llave 2">
            <a:extLst>
              <a:ext uri="{FF2B5EF4-FFF2-40B4-BE49-F238E27FC236}">
                <a16:creationId xmlns:a16="http://schemas.microsoft.com/office/drawing/2014/main" id="{334CAA4D-B368-CA5E-9A72-3A7220ED54FD}"/>
              </a:ext>
            </a:extLst>
          </p:cNvPr>
          <p:cNvSpPr/>
          <p:nvPr/>
        </p:nvSpPr>
        <p:spPr>
          <a:xfrm rot="10800000">
            <a:off x="5678081" y="536141"/>
            <a:ext cx="518765" cy="5624888"/>
          </a:xfrm>
          <a:prstGeom prst="leftBrace">
            <a:avLst/>
          </a:prstGeom>
          <a:noFill/>
          <a:ln w="28575">
            <a:solidFill>
              <a:srgbClr val="7E002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8" name="Título 1">
            <a:extLst>
              <a:ext uri="{FF2B5EF4-FFF2-40B4-BE49-F238E27FC236}">
                <a16:creationId xmlns:a16="http://schemas.microsoft.com/office/drawing/2014/main" id="{EE418CD3-C992-2E7D-AD40-E44B40CD100B}"/>
              </a:ext>
            </a:extLst>
          </p:cNvPr>
          <p:cNvSpPr>
            <a:spLocks noGrp="1"/>
          </p:cNvSpPr>
          <p:nvPr>
            <p:ph type="title"/>
          </p:nvPr>
        </p:nvSpPr>
        <p:spPr>
          <a:xfrm>
            <a:off x="5239192" y="1987340"/>
            <a:ext cx="7992983" cy="2563583"/>
          </a:xfrm>
        </p:spPr>
        <p:txBody>
          <a:bodyPr>
            <a:normAutofit/>
          </a:bodyPr>
          <a:lstStyle/>
          <a:p>
            <a:pPr algn="ctr"/>
            <a:r>
              <a:rPr lang="en-US" sz="7200" b="1" dirty="0">
                <a:solidFill>
                  <a:srgbClr val="7E0029"/>
                </a:solidFill>
              </a:rPr>
              <a:t>Configuration</a:t>
            </a:r>
            <a:br>
              <a:rPr lang="en-US" sz="7200" b="1" dirty="0">
                <a:solidFill>
                  <a:srgbClr val="7E0029"/>
                </a:solidFill>
              </a:rPr>
            </a:br>
            <a:r>
              <a:rPr lang="en-US" sz="7200" b="1" dirty="0">
                <a:solidFill>
                  <a:srgbClr val="7E0029"/>
                </a:solidFill>
              </a:rPr>
              <a:t>Space</a:t>
            </a:r>
          </a:p>
        </p:txBody>
      </p:sp>
      <p:sp>
        <p:nvSpPr>
          <p:cNvPr id="173" name="Rectángulo redondeado 2">
            <a:extLst>
              <a:ext uri="{FF2B5EF4-FFF2-40B4-BE49-F238E27FC236}">
                <a16:creationId xmlns:a16="http://schemas.microsoft.com/office/drawing/2014/main" id="{4A3162D8-F5CA-CAF8-72BB-56B90D5911AD}"/>
              </a:ext>
            </a:extLst>
          </p:cNvPr>
          <p:cNvSpPr/>
          <p:nvPr/>
        </p:nvSpPr>
        <p:spPr>
          <a:xfrm rot="1109608">
            <a:off x="12350405" y="1302030"/>
            <a:ext cx="1333885" cy="525057"/>
          </a:xfrm>
          <a:prstGeom prst="roundRect">
            <a:avLst/>
          </a:prstGeom>
          <a:noFill/>
          <a:ln w="76200">
            <a:solidFill>
              <a:srgbClr val="8915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891536"/>
                </a:solidFill>
                <a:latin typeface="Arial Black" panose="020B0604020202020204" pitchFamily="34" charset="0"/>
                <a:cs typeface="Arial Black" panose="020B0604020202020204" pitchFamily="34" charset="0"/>
              </a:rPr>
              <a:t>TSC’25?</a:t>
            </a:r>
          </a:p>
        </p:txBody>
      </p:sp>
      <p:pic>
        <p:nvPicPr>
          <p:cNvPr id="190" name="Picture 32">
            <a:extLst>
              <a:ext uri="{FF2B5EF4-FFF2-40B4-BE49-F238E27FC236}">
                <a16:creationId xmlns:a16="http://schemas.microsoft.com/office/drawing/2014/main" id="{312725DE-5F89-D824-77D3-E6502EA611A8}"/>
              </a:ext>
            </a:extLst>
          </p:cNvPr>
          <p:cNvPicPr>
            <a:picLocks noChangeAspect="1"/>
          </p:cNvPicPr>
          <p:nvPr/>
        </p:nvPicPr>
        <p:blipFill>
          <a:blip r:embed="rId20">
            <a:extLst>
              <a:ext uri="{28A0092B-C50C-407E-A947-70E740481C1C}">
                <a14:useLocalDpi xmlns:a14="http://schemas.microsoft.com/office/drawing/2010/main" val="0"/>
              </a:ext>
            </a:extLst>
          </a:blip>
          <a:srcRect/>
          <a:stretch/>
        </p:blipFill>
        <p:spPr>
          <a:xfrm rot="1078519">
            <a:off x="12303782" y="1182641"/>
            <a:ext cx="1485651" cy="662081"/>
          </a:xfrm>
          <a:prstGeom prst="rect">
            <a:avLst/>
          </a:prstGeom>
        </p:spPr>
      </p:pic>
      <p:sp>
        <p:nvSpPr>
          <p:cNvPr id="4" name="CuadroTexto 3">
            <a:extLst>
              <a:ext uri="{FF2B5EF4-FFF2-40B4-BE49-F238E27FC236}">
                <a16:creationId xmlns:a16="http://schemas.microsoft.com/office/drawing/2014/main" id="{364FFE42-E61B-D895-D07C-96FC6132E691}"/>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4</a:t>
            </a:r>
          </a:p>
        </p:txBody>
      </p:sp>
    </p:spTree>
    <p:extLst>
      <p:ext uri="{BB962C8B-B14F-4D97-AF65-F5344CB8AC3E}">
        <p14:creationId xmlns:p14="http://schemas.microsoft.com/office/powerpoint/2010/main" val="1045507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8"/>
                                        </p:tgtEl>
                                        <p:attrNameLst>
                                          <p:attrName>style.visibility</p:attrName>
                                        </p:attrNameLst>
                                      </p:cBhvr>
                                      <p:to>
                                        <p:strVal val="visible"/>
                                      </p:to>
                                    </p:set>
                                    <p:anim calcmode="lin" valueType="num">
                                      <p:cBhvr>
                                        <p:cTn id="7" dur="500" fill="hold"/>
                                        <p:tgtEl>
                                          <p:spTgt spid="158"/>
                                        </p:tgtEl>
                                        <p:attrNameLst>
                                          <p:attrName>ppt_w</p:attrName>
                                        </p:attrNameLst>
                                      </p:cBhvr>
                                      <p:tavLst>
                                        <p:tav tm="0">
                                          <p:val>
                                            <p:fltVal val="0"/>
                                          </p:val>
                                        </p:tav>
                                        <p:tav tm="100000">
                                          <p:val>
                                            <p:strVal val="#ppt_w"/>
                                          </p:val>
                                        </p:tav>
                                      </p:tavLst>
                                    </p:anim>
                                    <p:anim calcmode="lin" valueType="num">
                                      <p:cBhvr>
                                        <p:cTn id="8" dur="500" fill="hold"/>
                                        <p:tgtEl>
                                          <p:spTgt spid="158"/>
                                        </p:tgtEl>
                                        <p:attrNameLst>
                                          <p:attrName>ppt_h</p:attrName>
                                        </p:attrNameLst>
                                      </p:cBhvr>
                                      <p:tavLst>
                                        <p:tav tm="0">
                                          <p:val>
                                            <p:fltVal val="0"/>
                                          </p:val>
                                        </p:tav>
                                        <p:tav tm="100000">
                                          <p:val>
                                            <p:strVal val="#ppt_h"/>
                                          </p:val>
                                        </p:tav>
                                      </p:tavLst>
                                    </p:anim>
                                    <p:animEffect transition="in" filter="fade">
                                      <p:cBhvr>
                                        <p:cTn id="9" dur="5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Conector recto de flecha 3">
            <a:extLst>
              <a:ext uri="{FF2B5EF4-FFF2-40B4-BE49-F238E27FC236}">
                <a16:creationId xmlns:a16="http://schemas.microsoft.com/office/drawing/2014/main" id="{0B6AE64D-344C-1C84-CAE8-73667CCB76FE}"/>
              </a:ext>
            </a:extLst>
          </p:cNvPr>
          <p:cNvCxnSpPr>
            <a:cxnSpLocks/>
            <a:endCxn id="9" idx="1"/>
          </p:cNvCxnSpPr>
          <p:nvPr/>
        </p:nvCxnSpPr>
        <p:spPr>
          <a:xfrm flipV="1">
            <a:off x="5472598" y="2908244"/>
            <a:ext cx="1123388" cy="535633"/>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ector recto de flecha 4">
            <a:extLst>
              <a:ext uri="{FF2B5EF4-FFF2-40B4-BE49-F238E27FC236}">
                <a16:creationId xmlns:a16="http://schemas.microsoft.com/office/drawing/2014/main" id="{880958EF-0BED-48F0-450D-C5225DFDD7F4}"/>
              </a:ext>
            </a:extLst>
          </p:cNvPr>
          <p:cNvCxnSpPr>
            <a:cxnSpLocks/>
            <a:endCxn id="10" idx="1"/>
          </p:cNvCxnSpPr>
          <p:nvPr/>
        </p:nvCxnSpPr>
        <p:spPr>
          <a:xfrm>
            <a:off x="5472598" y="3794334"/>
            <a:ext cx="1123388" cy="0"/>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B3D97796-9423-45D2-72B2-F26A4C3117CA}"/>
              </a:ext>
            </a:extLst>
          </p:cNvPr>
          <p:cNvCxnSpPr>
            <a:cxnSpLocks/>
            <a:endCxn id="11" idx="1"/>
          </p:cNvCxnSpPr>
          <p:nvPr/>
        </p:nvCxnSpPr>
        <p:spPr>
          <a:xfrm>
            <a:off x="5463727" y="4163110"/>
            <a:ext cx="1132259" cy="517314"/>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pic>
        <p:nvPicPr>
          <p:cNvPr id="7" name="Imagen 6" descr="Forma&#10;&#10;Descripción generada automáticamente">
            <a:extLst>
              <a:ext uri="{FF2B5EF4-FFF2-40B4-BE49-F238E27FC236}">
                <a16:creationId xmlns:a16="http://schemas.microsoft.com/office/drawing/2014/main" id="{012A9B0D-9370-17C7-D7D3-D4C6F3BC9EE9}"/>
              </a:ext>
            </a:extLst>
          </p:cNvPr>
          <p:cNvPicPr>
            <a:picLocks noChangeAspect="1"/>
          </p:cNvPicPr>
          <p:nvPr/>
        </p:nvPicPr>
        <p:blipFill>
          <a:blip r:embed="rId2">
            <a:extLst>
              <a:ext uri="{28A0092B-C50C-407E-A947-70E740481C1C}">
                <a14:useLocalDpi xmlns:a14="http://schemas.microsoft.com/office/drawing/2010/main" val="0"/>
              </a:ext>
            </a:extLst>
          </a:blip>
          <a:srcRect r="24959" b="19130"/>
          <a:stretch/>
        </p:blipFill>
        <p:spPr>
          <a:xfrm>
            <a:off x="1888280" y="2172512"/>
            <a:ext cx="3584318" cy="2512975"/>
          </a:xfrm>
          <a:prstGeom prst="rect">
            <a:avLst/>
          </a:prstGeom>
        </p:spPr>
      </p:pic>
      <p:cxnSp>
        <p:nvCxnSpPr>
          <p:cNvPr id="8" name="Conector recto 7">
            <a:extLst>
              <a:ext uri="{FF2B5EF4-FFF2-40B4-BE49-F238E27FC236}">
                <a16:creationId xmlns:a16="http://schemas.microsoft.com/office/drawing/2014/main" id="{8E8D8AEF-A246-539B-917D-8F9CF6702911}"/>
              </a:ext>
            </a:extLst>
          </p:cNvPr>
          <p:cNvCxnSpPr/>
          <p:nvPr/>
        </p:nvCxnSpPr>
        <p:spPr>
          <a:xfrm>
            <a:off x="1888280" y="4683468"/>
            <a:ext cx="3575447" cy="0"/>
          </a:xfrm>
          <a:prstGeom prst="line">
            <a:avLst/>
          </a:prstGeom>
        </p:spPr>
        <p:style>
          <a:lnRef idx="1">
            <a:schemeClr val="dk1"/>
          </a:lnRef>
          <a:fillRef idx="0">
            <a:schemeClr val="dk1"/>
          </a:fillRef>
          <a:effectRef idx="0">
            <a:schemeClr val="dk1"/>
          </a:effectRef>
          <a:fontRef idx="minor">
            <a:schemeClr val="tx1"/>
          </a:fontRef>
        </p:style>
      </p:cxnSp>
      <p:sp>
        <p:nvSpPr>
          <p:cNvPr id="9" name="CuadroTexto 8">
            <a:extLst>
              <a:ext uri="{FF2B5EF4-FFF2-40B4-BE49-F238E27FC236}">
                <a16:creationId xmlns:a16="http://schemas.microsoft.com/office/drawing/2014/main" id="{E7140EF1-A178-6DAE-0F70-3EBF76132366}"/>
              </a:ext>
            </a:extLst>
          </p:cNvPr>
          <p:cNvSpPr txBox="1"/>
          <p:nvPr/>
        </p:nvSpPr>
        <p:spPr>
          <a:xfrm>
            <a:off x="6595986" y="2677411"/>
            <a:ext cx="4082844"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Ⓢ(BASIC)</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10" name="CuadroTexto 9">
            <a:extLst>
              <a:ext uri="{FF2B5EF4-FFF2-40B4-BE49-F238E27FC236}">
                <a16:creationId xmlns:a16="http://schemas.microsoft.com/office/drawing/2014/main" id="{682331E8-DFA7-BB5D-9DD8-B428CB33EFBE}"/>
              </a:ext>
            </a:extLst>
          </p:cNvPr>
          <p:cNvSpPr txBox="1"/>
          <p:nvPr/>
        </p:nvSpPr>
        <p:spPr>
          <a:xfrm>
            <a:off x="6595986" y="3563501"/>
            <a:ext cx="4082844"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Ⓢ(GOLD)</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11" name="CuadroTexto 10">
            <a:extLst>
              <a:ext uri="{FF2B5EF4-FFF2-40B4-BE49-F238E27FC236}">
                <a16:creationId xmlns:a16="http://schemas.microsoft.com/office/drawing/2014/main" id="{073808CF-3C48-5AAB-01BB-EEF11F4125FE}"/>
              </a:ext>
            </a:extLst>
          </p:cNvPr>
          <p:cNvSpPr txBox="1"/>
          <p:nvPr/>
        </p:nvSpPr>
        <p:spPr>
          <a:xfrm>
            <a:off x="6595986" y="4449591"/>
            <a:ext cx="4082844"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Ⓢ(PLAT.)</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D9B6D983-9DAE-E6A0-E385-B0961AD743D5}"/>
              </a:ext>
            </a:extLst>
          </p:cNvPr>
          <p:cNvSpPr txBox="1"/>
          <p:nvPr/>
        </p:nvSpPr>
        <p:spPr>
          <a:xfrm>
            <a:off x="11824592" y="6334780"/>
            <a:ext cx="367408" cy="523220"/>
          </a:xfrm>
          <a:prstGeom prst="rect">
            <a:avLst/>
          </a:prstGeom>
          <a:noFill/>
        </p:spPr>
        <p:txBody>
          <a:bodyPr wrap="none" rtlCol="0">
            <a:spAutoFit/>
          </a:bodyPr>
          <a:lstStyle/>
          <a:p>
            <a:r>
              <a:rPr lang="en-US" sz="2800" noProof="0" dirty="0">
                <a:solidFill>
                  <a:srgbClr val="7E0029"/>
                </a:solidFill>
              </a:rPr>
              <a:t>5</a:t>
            </a:r>
          </a:p>
        </p:txBody>
      </p:sp>
      <p:sp>
        <p:nvSpPr>
          <p:cNvPr id="2" name="Título 1">
            <a:extLst>
              <a:ext uri="{FF2B5EF4-FFF2-40B4-BE49-F238E27FC236}">
                <a16:creationId xmlns:a16="http://schemas.microsoft.com/office/drawing/2014/main" id="{43DCFB78-22AB-65FD-3CF7-EB406E741E66}"/>
              </a:ext>
            </a:extLst>
          </p:cNvPr>
          <p:cNvSpPr>
            <a:spLocks noGrp="1"/>
          </p:cNvSpPr>
          <p:nvPr>
            <p:ph type="title"/>
          </p:nvPr>
        </p:nvSpPr>
        <p:spPr>
          <a:xfrm>
            <a:off x="790558" y="18255"/>
            <a:ext cx="10515600" cy="1325563"/>
          </a:xfrm>
        </p:spPr>
        <p:txBody>
          <a:bodyPr/>
          <a:lstStyle/>
          <a:p>
            <a:r>
              <a:rPr lang="es-ES" b="1" dirty="0" err="1">
                <a:solidFill>
                  <a:srgbClr val="7E0029"/>
                </a:solidFill>
                <a:latin typeface="Roboto" panose="02000000000000000000" pitchFamily="2" charset="0"/>
                <a:ea typeface="Roboto" panose="02000000000000000000" pitchFamily="2" charset="0"/>
                <a:cs typeface="Roboto" panose="02000000000000000000" pitchFamily="2" charset="0"/>
              </a:rPr>
              <a:t>Pricings</a:t>
            </a:r>
            <a:r>
              <a:rPr lang="es-ES" b="1"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b="1" dirty="0" err="1">
                <a:solidFill>
                  <a:srgbClr val="7E0029"/>
                </a:solidFill>
                <a:latin typeface="Roboto" panose="02000000000000000000" pitchFamily="2" charset="0"/>
                <a:ea typeface="Roboto" panose="02000000000000000000" pitchFamily="2" charset="0"/>
                <a:cs typeface="Roboto" panose="02000000000000000000" pitchFamily="2" charset="0"/>
              </a:rPr>
              <a:t>Configuration</a:t>
            </a:r>
            <a:r>
              <a:rPr lang="es-ES" b="1"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b="1" dirty="0" err="1">
                <a:solidFill>
                  <a:srgbClr val="7E0029"/>
                </a:solidFill>
                <a:latin typeface="Roboto" panose="02000000000000000000" pitchFamily="2" charset="0"/>
                <a:ea typeface="Roboto" panose="02000000000000000000" pitchFamily="2" charset="0"/>
                <a:cs typeface="Roboto" panose="02000000000000000000" pitchFamily="2" charset="0"/>
              </a:rPr>
              <a:t>Space</a:t>
            </a:r>
            <a:endParaRPr lang="es-ES" b="1"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647036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5C7DEA-EE28-0F88-DFE8-3B350CED98DD}"/>
            </a:ext>
          </a:extLst>
        </p:cNvPr>
        <p:cNvGrpSpPr/>
        <p:nvPr/>
      </p:nvGrpSpPr>
      <p:grpSpPr>
        <a:xfrm>
          <a:off x="0" y="0"/>
          <a:ext cx="0" cy="0"/>
          <a:chOff x="0" y="0"/>
          <a:chExt cx="0" cy="0"/>
        </a:xfrm>
      </p:grpSpPr>
      <p:cxnSp>
        <p:nvCxnSpPr>
          <p:cNvPr id="2" name="Conector recto de flecha 1">
            <a:extLst>
              <a:ext uri="{FF2B5EF4-FFF2-40B4-BE49-F238E27FC236}">
                <a16:creationId xmlns:a16="http://schemas.microsoft.com/office/drawing/2014/main" id="{A9DA15A9-A56C-2E0A-0C00-9B115459B4D5}"/>
              </a:ext>
            </a:extLst>
          </p:cNvPr>
          <p:cNvCxnSpPr>
            <a:cxnSpLocks/>
            <a:endCxn id="13" idx="1"/>
          </p:cNvCxnSpPr>
          <p:nvPr/>
        </p:nvCxnSpPr>
        <p:spPr>
          <a:xfrm flipV="1">
            <a:off x="3937698" y="933924"/>
            <a:ext cx="3469123" cy="2456801"/>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3" name="Conector recto de flecha 2">
            <a:extLst>
              <a:ext uri="{FF2B5EF4-FFF2-40B4-BE49-F238E27FC236}">
                <a16:creationId xmlns:a16="http://schemas.microsoft.com/office/drawing/2014/main" id="{54231C1C-96FE-B95F-3896-0467F1B95AF2}"/>
              </a:ext>
            </a:extLst>
          </p:cNvPr>
          <p:cNvCxnSpPr>
            <a:cxnSpLocks/>
            <a:endCxn id="23" idx="1"/>
          </p:cNvCxnSpPr>
          <p:nvPr/>
        </p:nvCxnSpPr>
        <p:spPr>
          <a:xfrm flipV="1">
            <a:off x="3937698" y="1395589"/>
            <a:ext cx="3469123" cy="2029861"/>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347A5049-B41C-E940-FBC2-1B9952D848DF}"/>
              </a:ext>
            </a:extLst>
          </p:cNvPr>
          <p:cNvCxnSpPr>
            <a:cxnSpLocks/>
            <a:endCxn id="24" idx="1"/>
          </p:cNvCxnSpPr>
          <p:nvPr/>
        </p:nvCxnSpPr>
        <p:spPr>
          <a:xfrm flipV="1">
            <a:off x="3937698" y="1857254"/>
            <a:ext cx="3469123" cy="1589632"/>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F1B3EB03-01E7-8D2B-70F2-BD3A789C48AE}"/>
              </a:ext>
            </a:extLst>
          </p:cNvPr>
          <p:cNvSpPr txBox="1"/>
          <p:nvPr/>
        </p:nvSpPr>
        <p:spPr>
          <a:xfrm>
            <a:off x="7406821" y="703091"/>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Ⓢ(BASIC)</a:t>
            </a:r>
            <a:endParaRPr lang="en-US" noProof="0" dirty="0">
              <a:latin typeface="Roboto" panose="02000000000000000000" pitchFamily="2" charset="0"/>
              <a:ea typeface="Roboto" panose="02000000000000000000" pitchFamily="2" charset="0"/>
              <a:cs typeface="Roboto" panose="02000000000000000000" pitchFamily="2" charset="0"/>
            </a:endParaRPr>
          </a:p>
        </p:txBody>
      </p:sp>
      <p:cxnSp>
        <p:nvCxnSpPr>
          <p:cNvPr id="14" name="Conector recto de flecha 13">
            <a:extLst>
              <a:ext uri="{FF2B5EF4-FFF2-40B4-BE49-F238E27FC236}">
                <a16:creationId xmlns:a16="http://schemas.microsoft.com/office/drawing/2014/main" id="{AA57E909-1DA2-0D35-61E3-9A2715C3E719}"/>
              </a:ext>
            </a:extLst>
          </p:cNvPr>
          <p:cNvCxnSpPr>
            <a:cxnSpLocks/>
            <a:endCxn id="25" idx="1"/>
          </p:cNvCxnSpPr>
          <p:nvPr/>
        </p:nvCxnSpPr>
        <p:spPr>
          <a:xfrm flipV="1">
            <a:off x="3922048" y="2318912"/>
            <a:ext cx="3484773" cy="1148959"/>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3D074468-330C-CEBB-4D39-2947FAB2ED13}"/>
              </a:ext>
            </a:extLst>
          </p:cNvPr>
          <p:cNvCxnSpPr>
            <a:cxnSpLocks/>
            <a:endCxn id="26" idx="1"/>
          </p:cNvCxnSpPr>
          <p:nvPr/>
        </p:nvCxnSpPr>
        <p:spPr>
          <a:xfrm flipV="1">
            <a:off x="3914781" y="2811279"/>
            <a:ext cx="3492040" cy="706653"/>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9F36959A-E235-3146-792B-DF18720AACFE}"/>
              </a:ext>
            </a:extLst>
          </p:cNvPr>
          <p:cNvCxnSpPr>
            <a:cxnSpLocks/>
            <a:endCxn id="32" idx="1"/>
          </p:cNvCxnSpPr>
          <p:nvPr/>
        </p:nvCxnSpPr>
        <p:spPr>
          <a:xfrm>
            <a:off x="3983897" y="3685243"/>
            <a:ext cx="3430191" cy="1881856"/>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pic>
        <p:nvPicPr>
          <p:cNvPr id="17" name="Imagen 16" descr="Forma&#10;&#10;Descripción generada automáticamente">
            <a:extLst>
              <a:ext uri="{FF2B5EF4-FFF2-40B4-BE49-F238E27FC236}">
                <a16:creationId xmlns:a16="http://schemas.microsoft.com/office/drawing/2014/main" id="{A65303EF-9B34-0AF2-9BBC-7B1D959E35FE}"/>
              </a:ext>
            </a:extLst>
          </p:cNvPr>
          <p:cNvPicPr>
            <a:picLocks noChangeAspect="1"/>
          </p:cNvPicPr>
          <p:nvPr/>
        </p:nvPicPr>
        <p:blipFill>
          <a:blip r:embed="rId2">
            <a:extLst>
              <a:ext uri="{28A0092B-C50C-407E-A947-70E740481C1C}">
                <a14:useLocalDpi xmlns:a14="http://schemas.microsoft.com/office/drawing/2010/main" val="0"/>
              </a:ext>
            </a:extLst>
          </a:blip>
          <a:srcRect r="24959" b="18454"/>
          <a:stretch/>
        </p:blipFill>
        <p:spPr>
          <a:xfrm>
            <a:off x="346601" y="1427173"/>
            <a:ext cx="3584318" cy="2533993"/>
          </a:xfrm>
          <a:prstGeom prst="rect">
            <a:avLst/>
          </a:prstGeom>
        </p:spPr>
      </p:pic>
      <p:pic>
        <p:nvPicPr>
          <p:cNvPr id="18" name="Imagen 17">
            <a:extLst>
              <a:ext uri="{FF2B5EF4-FFF2-40B4-BE49-F238E27FC236}">
                <a16:creationId xmlns:a16="http://schemas.microsoft.com/office/drawing/2014/main" id="{8AA6B9A1-C1A7-14C1-1509-3F40E9531E37}"/>
              </a:ext>
            </a:extLst>
          </p:cNvPr>
          <p:cNvPicPr>
            <a:picLocks noChangeAspect="1"/>
          </p:cNvPicPr>
          <p:nvPr/>
        </p:nvPicPr>
        <p:blipFill>
          <a:blip r:embed="rId3"/>
          <a:stretch>
            <a:fillRect/>
          </a:stretch>
        </p:blipFill>
        <p:spPr>
          <a:xfrm>
            <a:off x="888535" y="4036305"/>
            <a:ext cx="2524409" cy="1123670"/>
          </a:xfrm>
          <a:prstGeom prst="rect">
            <a:avLst/>
          </a:prstGeom>
        </p:spPr>
      </p:pic>
      <p:pic>
        <p:nvPicPr>
          <p:cNvPr id="19" name="Imagen 18">
            <a:extLst>
              <a:ext uri="{FF2B5EF4-FFF2-40B4-BE49-F238E27FC236}">
                <a16:creationId xmlns:a16="http://schemas.microsoft.com/office/drawing/2014/main" id="{98EF4520-2D76-9859-F717-959001B91362}"/>
              </a:ext>
            </a:extLst>
          </p:cNvPr>
          <p:cNvPicPr>
            <a:picLocks noChangeAspect="1"/>
          </p:cNvPicPr>
          <p:nvPr/>
        </p:nvPicPr>
        <p:blipFill>
          <a:blip r:embed="rId4"/>
          <a:stretch>
            <a:fillRect/>
          </a:stretch>
        </p:blipFill>
        <p:spPr>
          <a:xfrm>
            <a:off x="1854058" y="4168331"/>
            <a:ext cx="593362" cy="558834"/>
          </a:xfrm>
          <a:prstGeom prst="rect">
            <a:avLst/>
          </a:prstGeom>
        </p:spPr>
      </p:pic>
      <p:cxnSp>
        <p:nvCxnSpPr>
          <p:cNvPr id="20" name="Conector recto 19">
            <a:extLst>
              <a:ext uri="{FF2B5EF4-FFF2-40B4-BE49-F238E27FC236}">
                <a16:creationId xmlns:a16="http://schemas.microsoft.com/office/drawing/2014/main" id="{7296085E-F155-ECDB-EACC-6BA4F3C9C589}"/>
              </a:ext>
            </a:extLst>
          </p:cNvPr>
          <p:cNvCxnSpPr/>
          <p:nvPr/>
        </p:nvCxnSpPr>
        <p:spPr>
          <a:xfrm>
            <a:off x="346601" y="3961166"/>
            <a:ext cx="3575447" cy="0"/>
          </a:xfrm>
          <a:prstGeom prst="line">
            <a:avLst/>
          </a:prstGeom>
        </p:spPr>
        <p:style>
          <a:lnRef idx="1">
            <a:schemeClr val="dk1"/>
          </a:lnRef>
          <a:fillRef idx="0">
            <a:schemeClr val="dk1"/>
          </a:fillRef>
          <a:effectRef idx="0">
            <a:schemeClr val="dk1"/>
          </a:effectRef>
          <a:fontRef idx="minor">
            <a:schemeClr val="tx1"/>
          </a:fontRef>
        </p:style>
      </p:cxnSp>
      <p:pic>
        <p:nvPicPr>
          <p:cNvPr id="21" name="Imagen 20">
            <a:extLst>
              <a:ext uri="{FF2B5EF4-FFF2-40B4-BE49-F238E27FC236}">
                <a16:creationId xmlns:a16="http://schemas.microsoft.com/office/drawing/2014/main" id="{B23E9C5E-22B4-F003-87E1-7BF8182550D6}"/>
              </a:ext>
            </a:extLst>
          </p:cNvPr>
          <p:cNvPicPr>
            <a:picLocks noChangeAspect="1"/>
          </p:cNvPicPr>
          <p:nvPr/>
        </p:nvPicPr>
        <p:blipFill>
          <a:blip r:embed="rId3"/>
          <a:stretch>
            <a:fillRect/>
          </a:stretch>
        </p:blipFill>
        <p:spPr>
          <a:xfrm>
            <a:off x="888535" y="5337818"/>
            <a:ext cx="2524409" cy="1123670"/>
          </a:xfrm>
          <a:prstGeom prst="rect">
            <a:avLst/>
          </a:prstGeom>
        </p:spPr>
      </p:pic>
      <p:pic>
        <p:nvPicPr>
          <p:cNvPr id="22" name="Imagen 21">
            <a:extLst>
              <a:ext uri="{FF2B5EF4-FFF2-40B4-BE49-F238E27FC236}">
                <a16:creationId xmlns:a16="http://schemas.microsoft.com/office/drawing/2014/main" id="{E4CB95C0-6E07-40A4-4A56-9ED1B5C34C4E}"/>
              </a:ext>
            </a:extLst>
          </p:cNvPr>
          <p:cNvPicPr>
            <a:picLocks noChangeAspect="1"/>
          </p:cNvPicPr>
          <p:nvPr/>
        </p:nvPicPr>
        <p:blipFill>
          <a:blip r:embed="rId5"/>
          <a:stretch>
            <a:fillRect/>
          </a:stretch>
        </p:blipFill>
        <p:spPr>
          <a:xfrm>
            <a:off x="1818776" y="5400396"/>
            <a:ext cx="674263" cy="685573"/>
          </a:xfrm>
          <a:prstGeom prst="rect">
            <a:avLst/>
          </a:prstGeom>
        </p:spPr>
      </p:pic>
      <p:sp>
        <p:nvSpPr>
          <p:cNvPr id="23" name="CuadroTexto 22">
            <a:extLst>
              <a:ext uri="{FF2B5EF4-FFF2-40B4-BE49-F238E27FC236}">
                <a16:creationId xmlns:a16="http://schemas.microsoft.com/office/drawing/2014/main" id="{48C770A4-0F9B-38ED-1BCF-F8797D0F2598}"/>
              </a:ext>
            </a:extLst>
          </p:cNvPr>
          <p:cNvSpPr txBox="1"/>
          <p:nvPr/>
        </p:nvSpPr>
        <p:spPr>
          <a:xfrm>
            <a:off x="7406821" y="1164756"/>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Ⓢ(BASIC, calls)</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24" name="CuadroTexto 23">
            <a:extLst>
              <a:ext uri="{FF2B5EF4-FFF2-40B4-BE49-F238E27FC236}">
                <a16:creationId xmlns:a16="http://schemas.microsoft.com/office/drawing/2014/main" id="{6678CBDF-5727-9885-820A-4DB0788DB9BB}"/>
              </a:ext>
            </a:extLst>
          </p:cNvPr>
          <p:cNvSpPr txBox="1"/>
          <p:nvPr/>
        </p:nvSpPr>
        <p:spPr>
          <a:xfrm>
            <a:off x="7406821" y="1626421"/>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Ⓢ(BASIC, cloud storage)</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25" name="CuadroTexto 24">
            <a:extLst>
              <a:ext uri="{FF2B5EF4-FFF2-40B4-BE49-F238E27FC236}">
                <a16:creationId xmlns:a16="http://schemas.microsoft.com/office/drawing/2014/main" id="{7B738903-355E-BD00-648E-8E47A69B56BD}"/>
              </a:ext>
            </a:extLst>
          </p:cNvPr>
          <p:cNvSpPr txBox="1"/>
          <p:nvPr/>
        </p:nvSpPr>
        <p:spPr>
          <a:xfrm>
            <a:off x="7406821" y="2088079"/>
            <a:ext cx="4697828"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Ⓢ(BASIC, calls, cloud storage)</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26" name="CuadroTexto 25">
            <a:extLst>
              <a:ext uri="{FF2B5EF4-FFF2-40B4-BE49-F238E27FC236}">
                <a16:creationId xmlns:a16="http://schemas.microsoft.com/office/drawing/2014/main" id="{2C6D4F64-58AC-33BB-2ECA-46BEBFAAD023}"/>
              </a:ext>
            </a:extLst>
          </p:cNvPr>
          <p:cNvSpPr txBox="1"/>
          <p:nvPr/>
        </p:nvSpPr>
        <p:spPr>
          <a:xfrm>
            <a:off x="7406821" y="2580446"/>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Ⓢ(GOLD)</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27" name="CuadroTexto 26">
            <a:extLst>
              <a:ext uri="{FF2B5EF4-FFF2-40B4-BE49-F238E27FC236}">
                <a16:creationId xmlns:a16="http://schemas.microsoft.com/office/drawing/2014/main" id="{F8C06411-3B44-99A9-24D8-5168A3BE715C}"/>
              </a:ext>
            </a:extLst>
          </p:cNvPr>
          <p:cNvSpPr txBox="1"/>
          <p:nvPr/>
        </p:nvSpPr>
        <p:spPr>
          <a:xfrm>
            <a:off x="7406821" y="3042111"/>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Ⓢ(GOLD, calls)</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28" name="CuadroTexto 27">
            <a:extLst>
              <a:ext uri="{FF2B5EF4-FFF2-40B4-BE49-F238E27FC236}">
                <a16:creationId xmlns:a16="http://schemas.microsoft.com/office/drawing/2014/main" id="{1AC11740-1540-7BA7-B8CE-9AAE9E964675}"/>
              </a:ext>
            </a:extLst>
          </p:cNvPr>
          <p:cNvSpPr txBox="1"/>
          <p:nvPr/>
        </p:nvSpPr>
        <p:spPr>
          <a:xfrm>
            <a:off x="7406821" y="3503776"/>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Ⓢ(GOLD, cloud storage)</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29" name="CuadroTexto 28">
            <a:extLst>
              <a:ext uri="{FF2B5EF4-FFF2-40B4-BE49-F238E27FC236}">
                <a16:creationId xmlns:a16="http://schemas.microsoft.com/office/drawing/2014/main" id="{F32DD70F-8CEA-ADAE-8EA1-C75F44DF140F}"/>
              </a:ext>
            </a:extLst>
          </p:cNvPr>
          <p:cNvSpPr txBox="1"/>
          <p:nvPr/>
        </p:nvSpPr>
        <p:spPr>
          <a:xfrm>
            <a:off x="7406821" y="3965434"/>
            <a:ext cx="4697828"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Ⓢ(GOLD, calls, cloud storage)</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30" name="CuadroTexto 29">
            <a:extLst>
              <a:ext uri="{FF2B5EF4-FFF2-40B4-BE49-F238E27FC236}">
                <a16:creationId xmlns:a16="http://schemas.microsoft.com/office/drawing/2014/main" id="{21C831B1-FCDE-4EDF-6DF7-1D95EB0BCFEE}"/>
              </a:ext>
            </a:extLst>
          </p:cNvPr>
          <p:cNvSpPr txBox="1"/>
          <p:nvPr/>
        </p:nvSpPr>
        <p:spPr>
          <a:xfrm>
            <a:off x="7414088" y="4412936"/>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Ⓢ(PLAT.)</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31" name="CuadroTexto 30">
            <a:extLst>
              <a:ext uri="{FF2B5EF4-FFF2-40B4-BE49-F238E27FC236}">
                <a16:creationId xmlns:a16="http://schemas.microsoft.com/office/drawing/2014/main" id="{1F78E419-8435-F285-A61C-F7BFFD034A0D}"/>
              </a:ext>
            </a:extLst>
          </p:cNvPr>
          <p:cNvSpPr txBox="1"/>
          <p:nvPr/>
        </p:nvSpPr>
        <p:spPr>
          <a:xfrm>
            <a:off x="7414088" y="4874601"/>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Ⓢ(PLAT., calls)</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32" name="CuadroTexto 31">
            <a:extLst>
              <a:ext uri="{FF2B5EF4-FFF2-40B4-BE49-F238E27FC236}">
                <a16:creationId xmlns:a16="http://schemas.microsoft.com/office/drawing/2014/main" id="{952617D7-4378-63C6-4C63-56DAB8A056CE}"/>
              </a:ext>
            </a:extLst>
          </p:cNvPr>
          <p:cNvSpPr txBox="1"/>
          <p:nvPr/>
        </p:nvSpPr>
        <p:spPr>
          <a:xfrm>
            <a:off x="7414088" y="5336266"/>
            <a:ext cx="469782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Ⓢ(PLAT., cloud storage)</a:t>
            </a:r>
            <a:endParaRPr lang="en-US" noProof="0" dirty="0">
              <a:latin typeface="Roboto" panose="02000000000000000000" pitchFamily="2" charset="0"/>
              <a:ea typeface="Roboto" panose="02000000000000000000" pitchFamily="2" charset="0"/>
              <a:cs typeface="Roboto" panose="02000000000000000000" pitchFamily="2" charset="0"/>
            </a:endParaRPr>
          </a:p>
        </p:txBody>
      </p:sp>
      <p:sp>
        <p:nvSpPr>
          <p:cNvPr id="33" name="CuadroTexto 32">
            <a:extLst>
              <a:ext uri="{FF2B5EF4-FFF2-40B4-BE49-F238E27FC236}">
                <a16:creationId xmlns:a16="http://schemas.microsoft.com/office/drawing/2014/main" id="{C471A45C-F95C-FC20-4C7A-F25D4ADDB93F}"/>
              </a:ext>
            </a:extLst>
          </p:cNvPr>
          <p:cNvSpPr txBox="1"/>
          <p:nvPr/>
        </p:nvSpPr>
        <p:spPr>
          <a:xfrm>
            <a:off x="7414088" y="5797924"/>
            <a:ext cx="5112217" cy="461665"/>
          </a:xfrm>
          <a:prstGeom prst="rect">
            <a:avLst/>
          </a:prstGeom>
          <a:noFill/>
        </p:spPr>
        <p:txBody>
          <a:bodyPr wrap="square" rtlCol="0">
            <a:spAutoFit/>
          </a:bodyPr>
          <a:lstStyle/>
          <a:p>
            <a:r>
              <a:rPr lang="en-US" sz="2400" noProof="0" dirty="0">
                <a:latin typeface="Roboto" panose="02000000000000000000" pitchFamily="2" charset="0"/>
                <a:ea typeface="Roboto" panose="02000000000000000000" pitchFamily="2" charset="0"/>
                <a:cs typeface="Roboto" panose="02000000000000000000" pitchFamily="2" charset="0"/>
              </a:rPr>
              <a:t>Ⓢ(PLAT., calls, cloud storage)</a:t>
            </a:r>
            <a:endParaRPr lang="en-US" noProof="0" dirty="0">
              <a:latin typeface="Roboto" panose="02000000000000000000" pitchFamily="2" charset="0"/>
              <a:ea typeface="Roboto" panose="02000000000000000000" pitchFamily="2" charset="0"/>
              <a:cs typeface="Roboto" panose="02000000000000000000" pitchFamily="2" charset="0"/>
            </a:endParaRPr>
          </a:p>
        </p:txBody>
      </p:sp>
      <p:cxnSp>
        <p:nvCxnSpPr>
          <p:cNvPr id="34" name="Conector recto de flecha 33">
            <a:extLst>
              <a:ext uri="{FF2B5EF4-FFF2-40B4-BE49-F238E27FC236}">
                <a16:creationId xmlns:a16="http://schemas.microsoft.com/office/drawing/2014/main" id="{E5F3AE10-C20D-2104-75F4-7A1859CCCAB6}"/>
              </a:ext>
            </a:extLst>
          </p:cNvPr>
          <p:cNvCxnSpPr>
            <a:cxnSpLocks/>
            <a:endCxn id="27" idx="1"/>
          </p:cNvCxnSpPr>
          <p:nvPr/>
        </p:nvCxnSpPr>
        <p:spPr>
          <a:xfrm flipV="1">
            <a:off x="3914780" y="3272944"/>
            <a:ext cx="3492041" cy="280893"/>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F28AD420-1EB3-B521-C8CE-0040BC0F2314}"/>
              </a:ext>
            </a:extLst>
          </p:cNvPr>
          <p:cNvCxnSpPr>
            <a:cxnSpLocks/>
            <a:endCxn id="28" idx="1"/>
          </p:cNvCxnSpPr>
          <p:nvPr/>
        </p:nvCxnSpPr>
        <p:spPr>
          <a:xfrm>
            <a:off x="3914779" y="3587077"/>
            <a:ext cx="3492042" cy="147532"/>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3492AB24-1592-C039-E230-D1630DD6D083}"/>
              </a:ext>
            </a:extLst>
          </p:cNvPr>
          <p:cNvCxnSpPr>
            <a:cxnSpLocks/>
            <a:endCxn id="29" idx="1"/>
          </p:cNvCxnSpPr>
          <p:nvPr/>
        </p:nvCxnSpPr>
        <p:spPr>
          <a:xfrm>
            <a:off x="3914779" y="3636832"/>
            <a:ext cx="3492042" cy="559435"/>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93761608-75A0-8D77-9681-9C47AFF94A83}"/>
              </a:ext>
            </a:extLst>
          </p:cNvPr>
          <p:cNvCxnSpPr>
            <a:cxnSpLocks/>
            <a:endCxn id="30" idx="1"/>
          </p:cNvCxnSpPr>
          <p:nvPr/>
        </p:nvCxnSpPr>
        <p:spPr>
          <a:xfrm>
            <a:off x="3907512" y="3671557"/>
            <a:ext cx="3506576" cy="972212"/>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9C628D15-104B-F1AC-3DCE-0A1398BAA359}"/>
              </a:ext>
            </a:extLst>
          </p:cNvPr>
          <p:cNvCxnSpPr>
            <a:cxnSpLocks/>
            <a:endCxn id="31" idx="1"/>
          </p:cNvCxnSpPr>
          <p:nvPr/>
        </p:nvCxnSpPr>
        <p:spPr>
          <a:xfrm>
            <a:off x="3938186" y="3692993"/>
            <a:ext cx="3475902" cy="1412441"/>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1F7AE949-0A42-859A-B303-B118E02743B7}"/>
              </a:ext>
            </a:extLst>
          </p:cNvPr>
          <p:cNvCxnSpPr>
            <a:cxnSpLocks/>
            <a:endCxn id="33" idx="1"/>
          </p:cNvCxnSpPr>
          <p:nvPr/>
        </p:nvCxnSpPr>
        <p:spPr>
          <a:xfrm>
            <a:off x="3929315" y="3707462"/>
            <a:ext cx="3484773" cy="2321295"/>
          </a:xfrm>
          <a:prstGeom prst="straightConnector1">
            <a:avLst/>
          </a:prstGeom>
          <a:ln w="28575">
            <a:solidFill>
              <a:srgbClr val="7E0029"/>
            </a:solidFill>
            <a:tailEnd type="triangle"/>
          </a:ln>
        </p:spPr>
        <p:style>
          <a:lnRef idx="1">
            <a:schemeClr val="accent1"/>
          </a:lnRef>
          <a:fillRef idx="0">
            <a:schemeClr val="accent1"/>
          </a:fillRef>
          <a:effectRef idx="0">
            <a:schemeClr val="accent1"/>
          </a:effectRef>
          <a:fontRef idx="minor">
            <a:schemeClr val="tx1"/>
          </a:fontRef>
        </p:style>
      </p:cxnSp>
      <p:sp>
        <p:nvSpPr>
          <p:cNvPr id="40" name="CuadroTexto 39">
            <a:extLst>
              <a:ext uri="{FF2B5EF4-FFF2-40B4-BE49-F238E27FC236}">
                <a16:creationId xmlns:a16="http://schemas.microsoft.com/office/drawing/2014/main" id="{94F2CAA2-F851-C79D-73E2-874863D94219}"/>
              </a:ext>
            </a:extLst>
          </p:cNvPr>
          <p:cNvSpPr txBox="1"/>
          <p:nvPr/>
        </p:nvSpPr>
        <p:spPr>
          <a:xfrm>
            <a:off x="11824592" y="6334780"/>
            <a:ext cx="367408" cy="523220"/>
          </a:xfrm>
          <a:prstGeom prst="rect">
            <a:avLst/>
          </a:prstGeom>
          <a:noFill/>
        </p:spPr>
        <p:txBody>
          <a:bodyPr wrap="none" rtlCol="0">
            <a:spAutoFit/>
          </a:bodyPr>
          <a:lstStyle/>
          <a:p>
            <a:r>
              <a:rPr lang="en-US" sz="2800" dirty="0">
                <a:solidFill>
                  <a:srgbClr val="7E0029"/>
                </a:solidFill>
              </a:rPr>
              <a:t>5</a:t>
            </a:r>
            <a:endParaRPr lang="en-US" sz="2800" noProof="0" dirty="0">
              <a:solidFill>
                <a:srgbClr val="7E0029"/>
              </a:solidFill>
            </a:endParaRPr>
          </a:p>
        </p:txBody>
      </p:sp>
      <p:sp>
        <p:nvSpPr>
          <p:cNvPr id="4" name="Título 1">
            <a:extLst>
              <a:ext uri="{FF2B5EF4-FFF2-40B4-BE49-F238E27FC236}">
                <a16:creationId xmlns:a16="http://schemas.microsoft.com/office/drawing/2014/main" id="{7DAA18AF-41F3-E21E-D75C-72E91AEE0360}"/>
              </a:ext>
            </a:extLst>
          </p:cNvPr>
          <p:cNvSpPr>
            <a:spLocks noGrp="1"/>
          </p:cNvSpPr>
          <p:nvPr>
            <p:ph type="title"/>
          </p:nvPr>
        </p:nvSpPr>
        <p:spPr>
          <a:xfrm>
            <a:off x="838200" y="-330784"/>
            <a:ext cx="10515600" cy="1325563"/>
          </a:xfrm>
        </p:spPr>
        <p:txBody>
          <a:bodyPr/>
          <a:lstStyle/>
          <a:p>
            <a:r>
              <a:rPr lang="es-ES" b="1" dirty="0" err="1">
                <a:solidFill>
                  <a:srgbClr val="7E0029"/>
                </a:solidFill>
                <a:latin typeface="Roboto" panose="02000000000000000000" pitchFamily="2" charset="0"/>
                <a:ea typeface="Roboto" panose="02000000000000000000" pitchFamily="2" charset="0"/>
                <a:cs typeface="Roboto" panose="02000000000000000000" pitchFamily="2" charset="0"/>
              </a:rPr>
              <a:t>Pricings</a:t>
            </a:r>
            <a:r>
              <a:rPr lang="es-ES" b="1"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b="1" dirty="0" err="1">
                <a:solidFill>
                  <a:srgbClr val="7E0029"/>
                </a:solidFill>
                <a:latin typeface="Roboto" panose="02000000000000000000" pitchFamily="2" charset="0"/>
                <a:ea typeface="Roboto" panose="02000000000000000000" pitchFamily="2" charset="0"/>
                <a:cs typeface="Roboto" panose="02000000000000000000" pitchFamily="2" charset="0"/>
              </a:rPr>
              <a:t>Configuration</a:t>
            </a:r>
            <a:r>
              <a:rPr lang="es-ES" b="1"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b="1" dirty="0" err="1">
                <a:solidFill>
                  <a:srgbClr val="7E0029"/>
                </a:solidFill>
                <a:latin typeface="Roboto" panose="02000000000000000000" pitchFamily="2" charset="0"/>
                <a:ea typeface="Roboto" panose="02000000000000000000" pitchFamily="2" charset="0"/>
                <a:cs typeface="Roboto" panose="02000000000000000000" pitchFamily="2" charset="0"/>
              </a:rPr>
              <a:t>Space</a:t>
            </a:r>
            <a:endParaRPr lang="es-ES" b="1"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
        <p:nvSpPr>
          <p:cNvPr id="6" name="CuadroTexto 5">
            <a:extLst>
              <a:ext uri="{FF2B5EF4-FFF2-40B4-BE49-F238E27FC236}">
                <a16:creationId xmlns:a16="http://schemas.microsoft.com/office/drawing/2014/main" id="{35DB6342-4899-D720-19B3-01C8DA75066C}"/>
              </a:ext>
            </a:extLst>
          </p:cNvPr>
          <p:cNvSpPr txBox="1"/>
          <p:nvPr/>
        </p:nvSpPr>
        <p:spPr>
          <a:xfrm>
            <a:off x="1713760" y="4720342"/>
            <a:ext cx="883575" cy="369332"/>
          </a:xfrm>
          <a:prstGeom prst="rect">
            <a:avLst/>
          </a:prstGeom>
          <a:noFill/>
        </p:spPr>
        <p:txBody>
          <a:bodyPr wrap="none" rtlCol="0">
            <a:spAutoFit/>
          </a:bodyPr>
          <a:lstStyle/>
          <a:p>
            <a:r>
              <a:rPr lang="es-ES_tradnl" b="1" dirty="0">
                <a:latin typeface="Roboto" panose="02000000000000000000" pitchFamily="2" charset="0"/>
                <a:ea typeface="Roboto" panose="02000000000000000000" pitchFamily="2" charset="0"/>
                <a:cs typeface="Roboto" panose="02000000000000000000" pitchFamily="2" charset="0"/>
              </a:rPr>
              <a:t>CALLS</a:t>
            </a:r>
          </a:p>
        </p:txBody>
      </p:sp>
      <p:sp>
        <p:nvSpPr>
          <p:cNvPr id="7" name="CuadroTexto 6">
            <a:extLst>
              <a:ext uri="{FF2B5EF4-FFF2-40B4-BE49-F238E27FC236}">
                <a16:creationId xmlns:a16="http://schemas.microsoft.com/office/drawing/2014/main" id="{2BD55115-1D62-E894-FFAA-124AF9610487}"/>
              </a:ext>
            </a:extLst>
          </p:cNvPr>
          <p:cNvSpPr txBox="1"/>
          <p:nvPr/>
        </p:nvSpPr>
        <p:spPr>
          <a:xfrm>
            <a:off x="1194571" y="6027102"/>
            <a:ext cx="2013693" cy="369332"/>
          </a:xfrm>
          <a:prstGeom prst="rect">
            <a:avLst/>
          </a:prstGeom>
          <a:noFill/>
        </p:spPr>
        <p:txBody>
          <a:bodyPr wrap="none" rtlCol="0">
            <a:spAutoFit/>
          </a:bodyPr>
          <a:lstStyle/>
          <a:p>
            <a:r>
              <a:rPr lang="es-ES_tradnl" b="1" dirty="0">
                <a:latin typeface="Roboto" panose="02000000000000000000" pitchFamily="2" charset="0"/>
                <a:ea typeface="Roboto" panose="02000000000000000000" pitchFamily="2" charset="0"/>
                <a:cs typeface="Roboto" panose="02000000000000000000" pitchFamily="2" charset="0"/>
              </a:rPr>
              <a:t>CLOUD STORAGE</a:t>
            </a:r>
          </a:p>
        </p:txBody>
      </p:sp>
    </p:spTree>
    <p:extLst>
      <p:ext uri="{BB962C8B-B14F-4D97-AF65-F5344CB8AC3E}">
        <p14:creationId xmlns:p14="http://schemas.microsoft.com/office/powerpoint/2010/main" val="3541226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Elipse 24">
            <a:extLst>
              <a:ext uri="{FF2B5EF4-FFF2-40B4-BE49-F238E27FC236}">
                <a16:creationId xmlns:a16="http://schemas.microsoft.com/office/drawing/2014/main" id="{174A4C5F-DC2D-DE3E-6855-3A24146975B3}"/>
              </a:ext>
            </a:extLst>
          </p:cNvPr>
          <p:cNvSpPr/>
          <p:nvPr/>
        </p:nvSpPr>
        <p:spPr>
          <a:xfrm>
            <a:off x="6301096" y="1092818"/>
            <a:ext cx="4024933" cy="358344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6" name="Gráfico 25" descr="Monitor contorno">
            <a:extLst>
              <a:ext uri="{FF2B5EF4-FFF2-40B4-BE49-F238E27FC236}">
                <a16:creationId xmlns:a16="http://schemas.microsoft.com/office/drawing/2014/main" id="{DB8E3915-B243-D622-CF81-0733134774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81405" y="2906586"/>
            <a:ext cx="786039" cy="786039"/>
          </a:xfrm>
          <a:prstGeom prst="rect">
            <a:avLst/>
          </a:prstGeom>
        </p:spPr>
      </p:pic>
      <p:pic>
        <p:nvPicPr>
          <p:cNvPr id="27" name="Gráfico 26" descr="Usuario con relleno sólido">
            <a:extLst>
              <a:ext uri="{FF2B5EF4-FFF2-40B4-BE49-F238E27FC236}">
                <a16:creationId xmlns:a16="http://schemas.microsoft.com/office/drawing/2014/main" id="{8D6AB20C-C7B2-E2BE-AD0D-DC00624D88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33060" y="3096415"/>
            <a:ext cx="748610" cy="748610"/>
          </a:xfrm>
          <a:prstGeom prst="rect">
            <a:avLst/>
          </a:prstGeom>
        </p:spPr>
      </p:pic>
      <p:pic>
        <p:nvPicPr>
          <p:cNvPr id="28" name="Gráfico 27" descr="Monitor contorno">
            <a:extLst>
              <a:ext uri="{FF2B5EF4-FFF2-40B4-BE49-F238E27FC236}">
                <a16:creationId xmlns:a16="http://schemas.microsoft.com/office/drawing/2014/main" id="{32EF175B-D449-8A0D-1BA6-02D53A416B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81405" y="4174970"/>
            <a:ext cx="786039" cy="786039"/>
          </a:xfrm>
          <a:prstGeom prst="rect">
            <a:avLst/>
          </a:prstGeom>
        </p:spPr>
      </p:pic>
      <p:pic>
        <p:nvPicPr>
          <p:cNvPr id="29" name="Gráfico 28" descr="Usuario con relleno sólido">
            <a:extLst>
              <a:ext uri="{FF2B5EF4-FFF2-40B4-BE49-F238E27FC236}">
                <a16:creationId xmlns:a16="http://schemas.microsoft.com/office/drawing/2014/main" id="{23C6A7A5-DDF0-F2F4-2B6C-E86FF5C28B4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33060" y="4364799"/>
            <a:ext cx="748610" cy="748610"/>
          </a:xfrm>
          <a:prstGeom prst="rect">
            <a:avLst/>
          </a:prstGeom>
        </p:spPr>
      </p:pic>
      <p:pic>
        <p:nvPicPr>
          <p:cNvPr id="30" name="Gráfico 29" descr="Monitor contorno">
            <a:extLst>
              <a:ext uri="{FF2B5EF4-FFF2-40B4-BE49-F238E27FC236}">
                <a16:creationId xmlns:a16="http://schemas.microsoft.com/office/drawing/2014/main" id="{6F5A1CB4-E3A9-CFD9-C5A8-5365CFDA35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81405" y="5443354"/>
            <a:ext cx="786039" cy="786039"/>
          </a:xfrm>
          <a:prstGeom prst="rect">
            <a:avLst/>
          </a:prstGeom>
        </p:spPr>
      </p:pic>
      <p:pic>
        <p:nvPicPr>
          <p:cNvPr id="31" name="Gráfico 30" descr="Usuario con relleno sólido">
            <a:extLst>
              <a:ext uri="{FF2B5EF4-FFF2-40B4-BE49-F238E27FC236}">
                <a16:creationId xmlns:a16="http://schemas.microsoft.com/office/drawing/2014/main" id="{DF090BA1-3A2B-0D87-25C0-59DE647F86E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33060" y="5633183"/>
            <a:ext cx="748610" cy="748610"/>
          </a:xfrm>
          <a:prstGeom prst="rect">
            <a:avLst/>
          </a:prstGeom>
        </p:spPr>
      </p:pic>
      <p:cxnSp>
        <p:nvCxnSpPr>
          <p:cNvPr id="32" name="Conector angular 15">
            <a:extLst>
              <a:ext uri="{FF2B5EF4-FFF2-40B4-BE49-F238E27FC236}">
                <a16:creationId xmlns:a16="http://schemas.microsoft.com/office/drawing/2014/main" id="{877E7AC8-E7C5-E6F6-C706-38821C862834}"/>
              </a:ext>
            </a:extLst>
          </p:cNvPr>
          <p:cNvCxnSpPr>
            <a:cxnSpLocks/>
          </p:cNvCxnSpPr>
          <p:nvPr/>
        </p:nvCxnSpPr>
        <p:spPr>
          <a:xfrm>
            <a:off x="3068376" y="3226155"/>
            <a:ext cx="3091542" cy="1887255"/>
          </a:xfrm>
          <a:prstGeom prst="bentConnector3">
            <a:avLst>
              <a:gd name="adj1" fmla="val 50000"/>
            </a:avLst>
          </a:prstGeom>
          <a:ln w="12700">
            <a:solidFill>
              <a:srgbClr val="FD6D6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r 16">
            <a:extLst>
              <a:ext uri="{FF2B5EF4-FFF2-40B4-BE49-F238E27FC236}">
                <a16:creationId xmlns:a16="http://schemas.microsoft.com/office/drawing/2014/main" id="{1B2CE50F-C405-2F4B-F7A9-FA7FB18A9978}"/>
              </a:ext>
            </a:extLst>
          </p:cNvPr>
          <p:cNvCxnSpPr>
            <a:cxnSpLocks/>
          </p:cNvCxnSpPr>
          <p:nvPr/>
        </p:nvCxnSpPr>
        <p:spPr>
          <a:xfrm flipV="1">
            <a:off x="3068376" y="5510935"/>
            <a:ext cx="3091542" cy="301172"/>
          </a:xfrm>
          <a:prstGeom prst="bentConnector3">
            <a:avLst/>
          </a:prstGeom>
          <a:ln w="12700">
            <a:solidFill>
              <a:srgbClr val="859AFF"/>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48DAA14C-3C99-8C43-FDC8-8EB62D38B9ED}"/>
              </a:ext>
            </a:extLst>
          </p:cNvPr>
          <p:cNvCxnSpPr>
            <a:cxnSpLocks/>
          </p:cNvCxnSpPr>
          <p:nvPr/>
        </p:nvCxnSpPr>
        <p:spPr>
          <a:xfrm flipH="1" flipV="1">
            <a:off x="6301096" y="3096415"/>
            <a:ext cx="230172" cy="1931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B96ADD2A-B683-0A5C-3BC0-B675A350270F}"/>
              </a:ext>
            </a:extLst>
          </p:cNvPr>
          <p:cNvCxnSpPr>
            <a:cxnSpLocks/>
            <a:stCxn id="43" idx="3"/>
          </p:cNvCxnSpPr>
          <p:nvPr/>
        </p:nvCxnSpPr>
        <p:spPr>
          <a:xfrm flipV="1">
            <a:off x="7097685" y="4560849"/>
            <a:ext cx="1968256" cy="8059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angular 31">
            <a:extLst>
              <a:ext uri="{FF2B5EF4-FFF2-40B4-BE49-F238E27FC236}">
                <a16:creationId xmlns:a16="http://schemas.microsoft.com/office/drawing/2014/main" id="{942521CC-617A-7A4C-B205-0391978F2C68}"/>
              </a:ext>
            </a:extLst>
          </p:cNvPr>
          <p:cNvCxnSpPr>
            <a:cxnSpLocks/>
          </p:cNvCxnSpPr>
          <p:nvPr/>
        </p:nvCxnSpPr>
        <p:spPr>
          <a:xfrm>
            <a:off x="2995804" y="4458786"/>
            <a:ext cx="3164114" cy="853174"/>
          </a:xfrm>
          <a:prstGeom prst="bentConnector3">
            <a:avLst>
              <a:gd name="adj1" fmla="val 38297"/>
            </a:avLst>
          </a:prstGeom>
          <a:ln w="12700">
            <a:solidFill>
              <a:srgbClr val="D67CE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13690CCF-5277-22D0-A8CE-D1984A800CF6}"/>
              </a:ext>
            </a:extLst>
          </p:cNvPr>
          <p:cNvCxnSpPr>
            <a:cxnSpLocks/>
          </p:cNvCxnSpPr>
          <p:nvPr/>
        </p:nvCxnSpPr>
        <p:spPr>
          <a:xfrm>
            <a:off x="7473461" y="5510935"/>
            <a:ext cx="1023086" cy="0"/>
          </a:xfrm>
          <a:prstGeom prst="straightConnector1">
            <a:avLst/>
          </a:prstGeom>
          <a:ln w="12700">
            <a:solidFill>
              <a:srgbClr val="859AFF"/>
            </a:solidFill>
            <a:tailEnd type="triangle"/>
          </a:ln>
        </p:spPr>
        <p:style>
          <a:lnRef idx="1">
            <a:schemeClr val="accent1"/>
          </a:lnRef>
          <a:fillRef idx="0">
            <a:schemeClr val="accent1"/>
          </a:fillRef>
          <a:effectRef idx="0">
            <a:schemeClr val="accent1"/>
          </a:effectRef>
          <a:fontRef idx="minor">
            <a:schemeClr val="tx1"/>
          </a:fontRef>
        </p:style>
      </p:cxnSp>
      <p:sp>
        <p:nvSpPr>
          <p:cNvPr id="42" name="Rectángulo 41">
            <a:extLst>
              <a:ext uri="{FF2B5EF4-FFF2-40B4-BE49-F238E27FC236}">
                <a16:creationId xmlns:a16="http://schemas.microsoft.com/office/drawing/2014/main" id="{DE3F93B7-7BAE-BB27-06DF-6B6B6933D341}"/>
              </a:ext>
            </a:extLst>
          </p:cNvPr>
          <p:cNvSpPr/>
          <p:nvPr/>
        </p:nvSpPr>
        <p:spPr>
          <a:xfrm>
            <a:off x="8576546" y="4885374"/>
            <a:ext cx="1990053" cy="11556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3" name="Imagen 42" descr="Forma&#10;&#10;Descripción generada automáticamente con confianza baja">
            <a:extLst>
              <a:ext uri="{FF2B5EF4-FFF2-40B4-BE49-F238E27FC236}">
                <a16:creationId xmlns:a16="http://schemas.microsoft.com/office/drawing/2014/main" id="{6FCA305D-0F9A-8020-3955-347E58B8AB0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426012" y="5030966"/>
            <a:ext cx="671673" cy="671673"/>
          </a:xfrm>
          <a:prstGeom prst="rect">
            <a:avLst/>
          </a:prstGeom>
        </p:spPr>
      </p:pic>
      <p:sp>
        <p:nvSpPr>
          <p:cNvPr id="7" name="Título 1">
            <a:extLst>
              <a:ext uri="{FF2B5EF4-FFF2-40B4-BE49-F238E27FC236}">
                <a16:creationId xmlns:a16="http://schemas.microsoft.com/office/drawing/2014/main" id="{BD5A691B-98AE-8067-1DA8-5D8132D596F4}"/>
              </a:ext>
            </a:extLst>
          </p:cNvPr>
          <p:cNvSpPr>
            <a:spLocks noGrp="1"/>
          </p:cNvSpPr>
          <p:nvPr>
            <p:ph type="title"/>
          </p:nvPr>
        </p:nvSpPr>
        <p:spPr>
          <a:xfrm>
            <a:off x="50999" y="-18598"/>
            <a:ext cx="10515600" cy="1325563"/>
          </a:xfrm>
        </p:spPr>
        <p:txBody>
          <a:bodyPr/>
          <a:lstStyle/>
          <a:p>
            <a:r>
              <a:rPr lang="es-ES" b="1" dirty="0" err="1">
                <a:solidFill>
                  <a:srgbClr val="7E0029"/>
                </a:solidFill>
              </a:rPr>
              <a:t>Operation</a:t>
            </a:r>
            <a:r>
              <a:rPr lang="es-ES" b="1" dirty="0">
                <a:solidFill>
                  <a:srgbClr val="7E0029"/>
                </a:solidFill>
              </a:rPr>
              <a:t> </a:t>
            </a:r>
            <a:r>
              <a:rPr lang="es-ES" b="1" dirty="0" err="1">
                <a:solidFill>
                  <a:srgbClr val="7E0029"/>
                </a:solidFill>
              </a:rPr>
              <a:t>of</a:t>
            </a:r>
            <a:r>
              <a:rPr lang="es-ES" b="1" dirty="0">
                <a:solidFill>
                  <a:srgbClr val="7E0029"/>
                </a:solidFill>
              </a:rPr>
              <a:t> SaaS </a:t>
            </a:r>
            <a:r>
              <a:rPr lang="es-ES" b="1" dirty="0" err="1">
                <a:solidFill>
                  <a:srgbClr val="7E0029"/>
                </a:solidFill>
              </a:rPr>
              <a:t>with</a:t>
            </a:r>
            <a:r>
              <a:rPr lang="es-ES" b="1" dirty="0">
                <a:solidFill>
                  <a:srgbClr val="7E0029"/>
                </a:solidFill>
              </a:rPr>
              <a:t> </a:t>
            </a:r>
            <a:r>
              <a:rPr lang="es-ES" b="1" dirty="0" err="1">
                <a:solidFill>
                  <a:srgbClr val="7E0029"/>
                </a:solidFill>
              </a:rPr>
              <a:t>Pricing</a:t>
            </a:r>
            <a:endParaRPr lang="es-ES" b="1" dirty="0">
              <a:solidFill>
                <a:srgbClr val="7E0029"/>
              </a:solidFill>
            </a:endParaRPr>
          </a:p>
        </p:txBody>
      </p:sp>
      <p:sp>
        <p:nvSpPr>
          <p:cNvPr id="8" name="CuadroTexto 7">
            <a:extLst>
              <a:ext uri="{FF2B5EF4-FFF2-40B4-BE49-F238E27FC236}">
                <a16:creationId xmlns:a16="http://schemas.microsoft.com/office/drawing/2014/main" id="{17967F09-6CEE-856F-8301-BABD1DB197B1}"/>
              </a:ext>
            </a:extLst>
          </p:cNvPr>
          <p:cNvSpPr txBox="1"/>
          <p:nvPr/>
        </p:nvSpPr>
        <p:spPr>
          <a:xfrm>
            <a:off x="5799452" y="5766367"/>
            <a:ext cx="1848776" cy="369332"/>
          </a:xfrm>
          <a:prstGeom prst="rect">
            <a:avLst/>
          </a:prstGeom>
          <a:noFill/>
        </p:spPr>
        <p:txBody>
          <a:bodyPr wrap="none" rtlCol="0">
            <a:spAutoFit/>
          </a:bodyPr>
          <a:lstStyle/>
          <a:p>
            <a:r>
              <a:rPr lang="es-ES_tradnl" b="1" dirty="0">
                <a:solidFill>
                  <a:srgbClr val="7E0029"/>
                </a:solidFill>
              </a:rPr>
              <a:t>FEATURE TOGGLE</a:t>
            </a:r>
          </a:p>
        </p:txBody>
      </p:sp>
      <p:pic>
        <p:nvPicPr>
          <p:cNvPr id="272" name="Imagen 271" descr="Forma&#10;&#10;Descripción generada automáticamente">
            <a:extLst>
              <a:ext uri="{FF2B5EF4-FFF2-40B4-BE49-F238E27FC236}">
                <a16:creationId xmlns:a16="http://schemas.microsoft.com/office/drawing/2014/main" id="{40F74CF2-FD5B-CFA2-9FCB-7EBA6B289551}"/>
              </a:ext>
            </a:extLst>
          </p:cNvPr>
          <p:cNvPicPr>
            <a:picLocks noChangeAspect="1"/>
          </p:cNvPicPr>
          <p:nvPr/>
        </p:nvPicPr>
        <p:blipFill>
          <a:blip r:embed="rId12">
            <a:extLst>
              <a:ext uri="{28A0092B-C50C-407E-A947-70E740481C1C}">
                <a14:useLocalDpi xmlns:a14="http://schemas.microsoft.com/office/drawing/2010/main" val="0"/>
              </a:ext>
            </a:extLst>
          </a:blip>
          <a:srcRect r="24959"/>
          <a:stretch/>
        </p:blipFill>
        <p:spPr>
          <a:xfrm>
            <a:off x="7120215" y="1838955"/>
            <a:ext cx="2412074" cy="2091165"/>
          </a:xfrm>
          <a:prstGeom prst="rect">
            <a:avLst/>
          </a:prstGeom>
        </p:spPr>
      </p:pic>
      <p:pic>
        <p:nvPicPr>
          <p:cNvPr id="273" name="Imagen 272">
            <a:extLst>
              <a:ext uri="{FF2B5EF4-FFF2-40B4-BE49-F238E27FC236}">
                <a16:creationId xmlns:a16="http://schemas.microsoft.com/office/drawing/2014/main" id="{17934321-47E2-7224-26DA-AF6B3F1FEB78}"/>
              </a:ext>
            </a:extLst>
          </p:cNvPr>
          <p:cNvPicPr>
            <a:picLocks noChangeAspect="1"/>
          </p:cNvPicPr>
          <p:nvPr/>
        </p:nvPicPr>
        <p:blipFill>
          <a:blip r:embed="rId13"/>
          <a:stretch>
            <a:fillRect/>
          </a:stretch>
        </p:blipFill>
        <p:spPr>
          <a:xfrm>
            <a:off x="9082889" y="5009397"/>
            <a:ext cx="898800" cy="907591"/>
          </a:xfrm>
          <a:prstGeom prst="rect">
            <a:avLst/>
          </a:prstGeom>
        </p:spPr>
      </p:pic>
      <p:sp>
        <p:nvSpPr>
          <p:cNvPr id="274" name="CuadroTexto 273">
            <a:extLst>
              <a:ext uri="{FF2B5EF4-FFF2-40B4-BE49-F238E27FC236}">
                <a16:creationId xmlns:a16="http://schemas.microsoft.com/office/drawing/2014/main" id="{03DCD502-ECB9-9586-7808-A7FCEF219B1B}"/>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6</a:t>
            </a:r>
          </a:p>
        </p:txBody>
      </p:sp>
    </p:spTree>
    <p:extLst>
      <p:ext uri="{BB962C8B-B14F-4D97-AF65-F5344CB8AC3E}">
        <p14:creationId xmlns:p14="http://schemas.microsoft.com/office/powerpoint/2010/main" val="1215039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636E25F4-84DD-E114-D992-89582FE49AFD}"/>
              </a:ext>
            </a:extLst>
          </p:cNvPr>
          <p:cNvSpPr txBox="1">
            <a:spLocks/>
          </p:cNvSpPr>
          <p:nvPr/>
        </p:nvSpPr>
        <p:spPr>
          <a:xfrm>
            <a:off x="196171" y="162528"/>
            <a:ext cx="397530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err="1">
                <a:solidFill>
                  <a:srgbClr val="7E0029"/>
                </a:solidFill>
              </a:rPr>
              <a:t>Feature</a:t>
            </a:r>
            <a:r>
              <a:rPr lang="es-ES" b="1" dirty="0">
                <a:solidFill>
                  <a:srgbClr val="7E0029"/>
                </a:solidFill>
              </a:rPr>
              <a:t> </a:t>
            </a:r>
            <a:r>
              <a:rPr lang="es-ES" b="1" dirty="0" err="1">
                <a:solidFill>
                  <a:srgbClr val="7E0029"/>
                </a:solidFill>
              </a:rPr>
              <a:t>Toggles</a:t>
            </a:r>
            <a:endParaRPr lang="es-ES" b="1" dirty="0">
              <a:solidFill>
                <a:srgbClr val="7E0029"/>
              </a:solidFill>
            </a:endParaRPr>
          </a:p>
        </p:txBody>
      </p:sp>
      <p:pic>
        <p:nvPicPr>
          <p:cNvPr id="7" name="Imagen 6" descr="Diagrama&#10;&#10;Descripción generada automáticamente">
            <a:extLst>
              <a:ext uri="{FF2B5EF4-FFF2-40B4-BE49-F238E27FC236}">
                <a16:creationId xmlns:a16="http://schemas.microsoft.com/office/drawing/2014/main" id="{56B7BAF3-A701-1997-4730-C0B168DF0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6023" y="1622282"/>
            <a:ext cx="5739953" cy="5073190"/>
          </a:xfrm>
          <a:prstGeom prst="rect">
            <a:avLst/>
          </a:prstGeom>
        </p:spPr>
      </p:pic>
      <p:sp>
        <p:nvSpPr>
          <p:cNvPr id="255" name="CuadroTexto 254">
            <a:extLst>
              <a:ext uri="{FF2B5EF4-FFF2-40B4-BE49-F238E27FC236}">
                <a16:creationId xmlns:a16="http://schemas.microsoft.com/office/drawing/2014/main" id="{D47672DC-A637-F825-5E04-A042ADFD63EF}"/>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7</a:t>
            </a:r>
          </a:p>
        </p:txBody>
      </p:sp>
      <p:sp>
        <p:nvSpPr>
          <p:cNvPr id="9" name="Rectángulo 8">
            <a:extLst>
              <a:ext uri="{FF2B5EF4-FFF2-40B4-BE49-F238E27FC236}">
                <a16:creationId xmlns:a16="http://schemas.microsoft.com/office/drawing/2014/main" id="{A532892F-4A63-8955-D815-DB612C272741}"/>
              </a:ext>
            </a:extLst>
          </p:cNvPr>
          <p:cNvSpPr/>
          <p:nvPr/>
        </p:nvSpPr>
        <p:spPr>
          <a:xfrm>
            <a:off x="6118301" y="4572000"/>
            <a:ext cx="2456987" cy="202439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8" name="Imagen 7" descr="Imagen que contiene Aplicación&#10;&#10;Descripción generada automáticamente">
            <a:extLst>
              <a:ext uri="{FF2B5EF4-FFF2-40B4-BE49-F238E27FC236}">
                <a16:creationId xmlns:a16="http://schemas.microsoft.com/office/drawing/2014/main" id="{00066D95-9BBD-6C28-A751-991D0A97D4EA}"/>
              </a:ext>
            </a:extLst>
          </p:cNvPr>
          <p:cNvPicPr>
            <a:picLocks noChangeAspect="1"/>
          </p:cNvPicPr>
          <p:nvPr/>
        </p:nvPicPr>
        <p:blipFill>
          <a:blip r:embed="rId4">
            <a:extLst>
              <a:ext uri="{28A0092B-C50C-407E-A947-70E740481C1C}">
                <a14:useLocalDpi xmlns:a14="http://schemas.microsoft.com/office/drawing/2010/main" val="0"/>
              </a:ext>
            </a:extLst>
          </a:blip>
          <a:srcRect r="36064"/>
          <a:stretch/>
        </p:blipFill>
        <p:spPr>
          <a:xfrm>
            <a:off x="6162906" y="4765907"/>
            <a:ext cx="2367776" cy="1652578"/>
          </a:xfrm>
          <a:prstGeom prst="rect">
            <a:avLst/>
          </a:prstGeom>
        </p:spPr>
      </p:pic>
    </p:spTree>
    <p:extLst>
      <p:ext uri="{BB962C8B-B14F-4D97-AF65-F5344CB8AC3E}">
        <p14:creationId xmlns:p14="http://schemas.microsoft.com/office/powerpoint/2010/main" val="3289590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9D0F-A8E7-4148-3D5F-ECB0B7B3A667}"/>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AD3A6DE6-E01D-3207-6079-E094588EFCB1}"/>
              </a:ext>
            </a:extLst>
          </p:cNvPr>
          <p:cNvSpPr txBox="1">
            <a:spLocks/>
          </p:cNvSpPr>
          <p:nvPr/>
        </p:nvSpPr>
        <p:spPr>
          <a:xfrm>
            <a:off x="196171" y="162528"/>
            <a:ext cx="397530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err="1">
                <a:solidFill>
                  <a:srgbClr val="7E0029"/>
                </a:solidFill>
              </a:rPr>
              <a:t>Feature</a:t>
            </a:r>
            <a:r>
              <a:rPr lang="es-ES" b="1" dirty="0">
                <a:solidFill>
                  <a:srgbClr val="7E0029"/>
                </a:solidFill>
              </a:rPr>
              <a:t> </a:t>
            </a:r>
            <a:r>
              <a:rPr lang="es-ES" b="1" dirty="0" err="1">
                <a:solidFill>
                  <a:srgbClr val="7E0029"/>
                </a:solidFill>
              </a:rPr>
              <a:t>Toggles</a:t>
            </a:r>
            <a:endParaRPr lang="es-ES" b="1" dirty="0">
              <a:solidFill>
                <a:srgbClr val="7E0029"/>
              </a:solidFill>
            </a:endParaRPr>
          </a:p>
        </p:txBody>
      </p:sp>
      <p:pic>
        <p:nvPicPr>
          <p:cNvPr id="7" name="Imagen 6" descr="Diagrama&#10;&#10;Descripción generada automáticamente">
            <a:extLst>
              <a:ext uri="{FF2B5EF4-FFF2-40B4-BE49-F238E27FC236}">
                <a16:creationId xmlns:a16="http://schemas.microsoft.com/office/drawing/2014/main" id="{95575C70-8360-F63B-EBA2-7EAB5F9879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6023" y="1622282"/>
            <a:ext cx="5739953" cy="5073190"/>
          </a:xfrm>
          <a:prstGeom prst="rect">
            <a:avLst/>
          </a:prstGeom>
        </p:spPr>
      </p:pic>
      <p:sp>
        <p:nvSpPr>
          <p:cNvPr id="255" name="CuadroTexto 254">
            <a:extLst>
              <a:ext uri="{FF2B5EF4-FFF2-40B4-BE49-F238E27FC236}">
                <a16:creationId xmlns:a16="http://schemas.microsoft.com/office/drawing/2014/main" id="{5AF6DA9C-D3A9-A95B-3A16-A3E369A8A2FC}"/>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7</a:t>
            </a:r>
          </a:p>
        </p:txBody>
      </p:sp>
      <p:sp>
        <p:nvSpPr>
          <p:cNvPr id="9" name="Rectángulo 8">
            <a:extLst>
              <a:ext uri="{FF2B5EF4-FFF2-40B4-BE49-F238E27FC236}">
                <a16:creationId xmlns:a16="http://schemas.microsoft.com/office/drawing/2014/main" id="{7A92CF51-925B-ED6A-301F-B4F1C8224B06}"/>
              </a:ext>
            </a:extLst>
          </p:cNvPr>
          <p:cNvSpPr/>
          <p:nvPr/>
        </p:nvSpPr>
        <p:spPr>
          <a:xfrm>
            <a:off x="6118301" y="4572000"/>
            <a:ext cx="2456987" cy="202439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8" name="Imagen 7" descr="Imagen que contiene Aplicación&#10;&#10;Descripción generada automáticamente">
            <a:extLst>
              <a:ext uri="{FF2B5EF4-FFF2-40B4-BE49-F238E27FC236}">
                <a16:creationId xmlns:a16="http://schemas.microsoft.com/office/drawing/2014/main" id="{11594A4C-C4DC-EB46-8FF9-38E1078A56E5}"/>
              </a:ext>
            </a:extLst>
          </p:cNvPr>
          <p:cNvPicPr>
            <a:picLocks noChangeAspect="1"/>
          </p:cNvPicPr>
          <p:nvPr/>
        </p:nvPicPr>
        <p:blipFill>
          <a:blip r:embed="rId4">
            <a:extLst>
              <a:ext uri="{28A0092B-C50C-407E-A947-70E740481C1C}">
                <a14:useLocalDpi xmlns:a14="http://schemas.microsoft.com/office/drawing/2010/main" val="0"/>
              </a:ext>
            </a:extLst>
          </a:blip>
          <a:srcRect r="36064"/>
          <a:stretch/>
        </p:blipFill>
        <p:spPr>
          <a:xfrm>
            <a:off x="6162906" y="4765907"/>
            <a:ext cx="2367776" cy="1652578"/>
          </a:xfrm>
          <a:prstGeom prst="rect">
            <a:avLst/>
          </a:prstGeom>
        </p:spPr>
      </p:pic>
      <p:pic>
        <p:nvPicPr>
          <p:cNvPr id="3" name="Imagen 2" descr="Icono&#10;&#10;El contenido generado por IA puede ser incorrecto.">
            <a:extLst>
              <a:ext uri="{FF2B5EF4-FFF2-40B4-BE49-F238E27FC236}">
                <a16:creationId xmlns:a16="http://schemas.microsoft.com/office/drawing/2014/main" id="{F22C7509-1EC8-5EE1-BE52-6A894652DE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4575" y="5954752"/>
            <a:ext cx="395895" cy="407206"/>
          </a:xfrm>
          <a:prstGeom prst="rect">
            <a:avLst/>
          </a:prstGeom>
        </p:spPr>
      </p:pic>
      <p:sp>
        <p:nvSpPr>
          <p:cNvPr id="4" name="Elipse 3">
            <a:extLst>
              <a:ext uri="{FF2B5EF4-FFF2-40B4-BE49-F238E27FC236}">
                <a16:creationId xmlns:a16="http://schemas.microsoft.com/office/drawing/2014/main" id="{E8B67B30-E430-79E6-3413-6F2C6BB8E0FE}"/>
              </a:ext>
            </a:extLst>
          </p:cNvPr>
          <p:cNvSpPr/>
          <p:nvPr/>
        </p:nvSpPr>
        <p:spPr>
          <a:xfrm>
            <a:off x="5720576" y="2486722"/>
            <a:ext cx="442330" cy="40144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Elipse 4">
            <a:extLst>
              <a:ext uri="{FF2B5EF4-FFF2-40B4-BE49-F238E27FC236}">
                <a16:creationId xmlns:a16="http://schemas.microsoft.com/office/drawing/2014/main" id="{E7E80585-8B50-A93A-5006-47BF08756B31}"/>
              </a:ext>
            </a:extLst>
          </p:cNvPr>
          <p:cNvSpPr/>
          <p:nvPr/>
        </p:nvSpPr>
        <p:spPr>
          <a:xfrm>
            <a:off x="8020330" y="3205976"/>
            <a:ext cx="442330" cy="40144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32558758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2D5CB-250E-26A1-C399-0E1D42AB4B25}"/>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5C2EE8F8-160F-ED5D-0E8C-1031AC8476C0}"/>
              </a:ext>
            </a:extLst>
          </p:cNvPr>
          <p:cNvSpPr txBox="1">
            <a:spLocks/>
          </p:cNvSpPr>
          <p:nvPr/>
        </p:nvSpPr>
        <p:spPr>
          <a:xfrm>
            <a:off x="196171" y="162528"/>
            <a:ext cx="401724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err="1">
                <a:solidFill>
                  <a:srgbClr val="7E0029"/>
                </a:solidFill>
              </a:rPr>
              <a:t>Feature</a:t>
            </a:r>
            <a:r>
              <a:rPr lang="es-ES" b="1" dirty="0">
                <a:solidFill>
                  <a:srgbClr val="7E0029"/>
                </a:solidFill>
              </a:rPr>
              <a:t> </a:t>
            </a:r>
            <a:r>
              <a:rPr lang="es-ES" b="1" dirty="0" err="1">
                <a:solidFill>
                  <a:srgbClr val="7E0029"/>
                </a:solidFill>
              </a:rPr>
              <a:t>Toggles</a:t>
            </a:r>
            <a:endParaRPr lang="es-ES" b="1" dirty="0">
              <a:solidFill>
                <a:srgbClr val="7E0029"/>
              </a:solidFill>
            </a:endParaRPr>
          </a:p>
        </p:txBody>
      </p:sp>
      <p:pic>
        <p:nvPicPr>
          <p:cNvPr id="7" name="Imagen 6" descr="Diagrama&#10;&#10;Descripción generada automáticamente">
            <a:extLst>
              <a:ext uri="{FF2B5EF4-FFF2-40B4-BE49-F238E27FC236}">
                <a16:creationId xmlns:a16="http://schemas.microsoft.com/office/drawing/2014/main" id="{356B1AF8-B109-385E-EB06-FC9A16B95B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481" y="1918447"/>
            <a:ext cx="5994469" cy="5298141"/>
          </a:xfrm>
          <a:prstGeom prst="rect">
            <a:avLst/>
          </a:prstGeom>
        </p:spPr>
      </p:pic>
      <p:sp>
        <p:nvSpPr>
          <p:cNvPr id="2" name="Flecha abajo 1">
            <a:extLst>
              <a:ext uri="{FF2B5EF4-FFF2-40B4-BE49-F238E27FC236}">
                <a16:creationId xmlns:a16="http://schemas.microsoft.com/office/drawing/2014/main" id="{5B5601D1-5CE4-4EFC-7115-98DEB4131B77}"/>
              </a:ext>
            </a:extLst>
          </p:cNvPr>
          <p:cNvSpPr/>
          <p:nvPr/>
        </p:nvSpPr>
        <p:spPr>
          <a:xfrm>
            <a:off x="1154206" y="2573619"/>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Flecha abajo 2">
            <a:extLst>
              <a:ext uri="{FF2B5EF4-FFF2-40B4-BE49-F238E27FC236}">
                <a16:creationId xmlns:a16="http://schemas.microsoft.com/office/drawing/2014/main" id="{E86FF29E-5034-3E00-B937-46423F21F3BA}"/>
              </a:ext>
            </a:extLst>
          </p:cNvPr>
          <p:cNvSpPr/>
          <p:nvPr/>
        </p:nvSpPr>
        <p:spPr>
          <a:xfrm>
            <a:off x="1312396" y="3043892"/>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Flecha abajo 3">
            <a:extLst>
              <a:ext uri="{FF2B5EF4-FFF2-40B4-BE49-F238E27FC236}">
                <a16:creationId xmlns:a16="http://schemas.microsoft.com/office/drawing/2014/main" id="{CF167497-8773-D491-4FC0-83095E563EEC}"/>
              </a:ext>
            </a:extLst>
          </p:cNvPr>
          <p:cNvSpPr/>
          <p:nvPr/>
        </p:nvSpPr>
        <p:spPr>
          <a:xfrm>
            <a:off x="979208" y="3623238"/>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Flecha abajo 4">
            <a:extLst>
              <a:ext uri="{FF2B5EF4-FFF2-40B4-BE49-F238E27FC236}">
                <a16:creationId xmlns:a16="http://schemas.microsoft.com/office/drawing/2014/main" id="{0DD09BCD-D855-8F13-0576-E6F5E3AF3E2E}"/>
              </a:ext>
            </a:extLst>
          </p:cNvPr>
          <p:cNvSpPr/>
          <p:nvPr/>
        </p:nvSpPr>
        <p:spPr>
          <a:xfrm>
            <a:off x="3003517" y="2737598"/>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3" name="Flecha abajo 132">
            <a:extLst>
              <a:ext uri="{FF2B5EF4-FFF2-40B4-BE49-F238E27FC236}">
                <a16:creationId xmlns:a16="http://schemas.microsoft.com/office/drawing/2014/main" id="{EE27573B-A686-5A38-C3C3-BB4B79890D70}"/>
              </a:ext>
            </a:extLst>
          </p:cNvPr>
          <p:cNvSpPr/>
          <p:nvPr/>
        </p:nvSpPr>
        <p:spPr>
          <a:xfrm>
            <a:off x="2779061" y="3345330"/>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4" name="Flecha abajo 133">
            <a:extLst>
              <a:ext uri="{FF2B5EF4-FFF2-40B4-BE49-F238E27FC236}">
                <a16:creationId xmlns:a16="http://schemas.microsoft.com/office/drawing/2014/main" id="{978C5E5E-70D9-E50A-FB62-BA76AE05D461}"/>
              </a:ext>
            </a:extLst>
          </p:cNvPr>
          <p:cNvSpPr/>
          <p:nvPr/>
        </p:nvSpPr>
        <p:spPr>
          <a:xfrm>
            <a:off x="5173756" y="2604994"/>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5" name="Flecha abajo 134">
            <a:extLst>
              <a:ext uri="{FF2B5EF4-FFF2-40B4-BE49-F238E27FC236}">
                <a16:creationId xmlns:a16="http://schemas.microsoft.com/office/drawing/2014/main" id="{604E2281-4BCD-698B-5B7A-46F56C7E55DF}"/>
              </a:ext>
            </a:extLst>
          </p:cNvPr>
          <p:cNvSpPr/>
          <p:nvPr/>
        </p:nvSpPr>
        <p:spPr>
          <a:xfrm>
            <a:off x="3215401" y="3343089"/>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6" name="Flecha abajo 135">
            <a:extLst>
              <a:ext uri="{FF2B5EF4-FFF2-40B4-BE49-F238E27FC236}">
                <a16:creationId xmlns:a16="http://schemas.microsoft.com/office/drawing/2014/main" id="{BD73C4DB-6957-F83D-D052-A25DD21772AB}"/>
              </a:ext>
            </a:extLst>
          </p:cNvPr>
          <p:cNvSpPr/>
          <p:nvPr/>
        </p:nvSpPr>
        <p:spPr>
          <a:xfrm>
            <a:off x="5402990" y="3490634"/>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7" name="CuadroTexto 136">
            <a:extLst>
              <a:ext uri="{FF2B5EF4-FFF2-40B4-BE49-F238E27FC236}">
                <a16:creationId xmlns:a16="http://schemas.microsoft.com/office/drawing/2014/main" id="{065114AB-A1DD-539B-DB6B-4C7265B3141B}"/>
              </a:ext>
            </a:extLst>
          </p:cNvPr>
          <p:cNvSpPr txBox="1"/>
          <p:nvPr/>
        </p:nvSpPr>
        <p:spPr>
          <a:xfrm>
            <a:off x="8738979" y="2616842"/>
            <a:ext cx="1082348" cy="2215991"/>
          </a:xfrm>
          <a:prstGeom prst="rect">
            <a:avLst/>
          </a:prstGeom>
          <a:noFill/>
        </p:spPr>
        <p:txBody>
          <a:bodyPr wrap="none" rtlCol="0">
            <a:spAutoFit/>
          </a:bodyPr>
          <a:lstStyle/>
          <a:p>
            <a:r>
              <a:rPr lang="es-ES_tradnl" sz="13800" dirty="0">
                <a:solidFill>
                  <a:srgbClr val="7E0029"/>
                </a:solidFill>
              </a:rPr>
              <a:t>8</a:t>
            </a:r>
          </a:p>
        </p:txBody>
      </p:sp>
      <p:sp>
        <p:nvSpPr>
          <p:cNvPr id="138" name="CuadroTexto 137">
            <a:extLst>
              <a:ext uri="{FF2B5EF4-FFF2-40B4-BE49-F238E27FC236}">
                <a16:creationId xmlns:a16="http://schemas.microsoft.com/office/drawing/2014/main" id="{19D4791E-7475-0945-6299-8C9AA3597813}"/>
              </a:ext>
            </a:extLst>
          </p:cNvPr>
          <p:cNvSpPr txBox="1"/>
          <p:nvPr/>
        </p:nvSpPr>
        <p:spPr>
          <a:xfrm>
            <a:off x="3807571" y="412047"/>
            <a:ext cx="4451347" cy="769441"/>
          </a:xfrm>
          <a:prstGeom prst="rect">
            <a:avLst/>
          </a:prstGeom>
          <a:noFill/>
        </p:spPr>
        <p:txBody>
          <a:bodyPr wrap="none" rtlCol="0">
            <a:spAutoFit/>
          </a:bodyPr>
          <a:lstStyle/>
          <a:p>
            <a:r>
              <a:rPr lang="es-ES" sz="4400" b="1" dirty="0">
                <a:solidFill>
                  <a:srgbClr val="7E0029"/>
                </a:solidFill>
                <a:latin typeface="+mj-lt"/>
                <a:ea typeface="+mj-ea"/>
                <a:cs typeface="+mj-cs"/>
              </a:rPr>
              <a:t>: </a:t>
            </a:r>
            <a:r>
              <a:rPr lang="es-ES" sz="4400" b="1" dirty="0" err="1">
                <a:solidFill>
                  <a:srgbClr val="7E0029"/>
                </a:solidFill>
                <a:latin typeface="+mj-lt"/>
                <a:ea typeface="+mj-ea"/>
                <a:cs typeface="+mj-cs"/>
              </a:rPr>
              <a:t>Evaluation</a:t>
            </a:r>
            <a:r>
              <a:rPr lang="es-ES" sz="4400" b="1" dirty="0">
                <a:solidFill>
                  <a:srgbClr val="7E0029"/>
                </a:solidFill>
                <a:latin typeface="+mj-lt"/>
                <a:ea typeface="+mj-ea"/>
                <a:cs typeface="+mj-cs"/>
              </a:rPr>
              <a:t> </a:t>
            </a:r>
            <a:r>
              <a:rPr lang="es-ES" sz="4400" b="1" dirty="0" err="1">
                <a:solidFill>
                  <a:srgbClr val="7E0029"/>
                </a:solidFill>
                <a:latin typeface="+mj-lt"/>
                <a:ea typeface="+mj-ea"/>
                <a:cs typeface="+mj-cs"/>
              </a:rPr>
              <a:t>Space</a:t>
            </a:r>
            <a:endParaRPr lang="es-ES_tradnl" sz="4400" b="1" dirty="0">
              <a:solidFill>
                <a:srgbClr val="7E0029"/>
              </a:solidFill>
              <a:latin typeface="+mj-lt"/>
              <a:ea typeface="+mj-ea"/>
              <a:cs typeface="+mj-cs"/>
            </a:endParaRPr>
          </a:p>
        </p:txBody>
      </p:sp>
      <p:sp>
        <p:nvSpPr>
          <p:cNvPr id="8" name="CuadroTexto 7">
            <a:extLst>
              <a:ext uri="{FF2B5EF4-FFF2-40B4-BE49-F238E27FC236}">
                <a16:creationId xmlns:a16="http://schemas.microsoft.com/office/drawing/2014/main" id="{3282B8B2-2443-78B9-370C-3E333ED17ABA}"/>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7</a:t>
            </a:r>
          </a:p>
        </p:txBody>
      </p:sp>
      <p:sp>
        <p:nvSpPr>
          <p:cNvPr id="10" name="CuadroTexto 9">
            <a:extLst>
              <a:ext uri="{FF2B5EF4-FFF2-40B4-BE49-F238E27FC236}">
                <a16:creationId xmlns:a16="http://schemas.microsoft.com/office/drawing/2014/main" id="{98EA8608-00D2-156E-CB04-620CEDF96EF4}"/>
              </a:ext>
            </a:extLst>
          </p:cNvPr>
          <p:cNvSpPr txBox="1"/>
          <p:nvPr/>
        </p:nvSpPr>
        <p:spPr>
          <a:xfrm>
            <a:off x="7878038" y="4567517"/>
            <a:ext cx="2804229" cy="461665"/>
          </a:xfrm>
          <a:prstGeom prst="rect">
            <a:avLst/>
          </a:prstGeom>
          <a:noFill/>
        </p:spPr>
        <p:txBody>
          <a:bodyPr wrap="none" rtlCol="0">
            <a:spAutoFit/>
          </a:bodyPr>
          <a:lstStyle/>
          <a:p>
            <a:r>
              <a:rPr lang="es-ES_tradnl" sz="2400" dirty="0" err="1">
                <a:solidFill>
                  <a:srgbClr val="7E0029"/>
                </a:solidFill>
              </a:rPr>
              <a:t>evaluation</a:t>
            </a:r>
            <a:r>
              <a:rPr lang="es-ES_tradnl" sz="2400" dirty="0">
                <a:solidFill>
                  <a:srgbClr val="7E0029"/>
                </a:solidFill>
              </a:rPr>
              <a:t> </a:t>
            </a:r>
            <a:r>
              <a:rPr lang="es-ES_tradnl" sz="2400" dirty="0" err="1">
                <a:solidFill>
                  <a:srgbClr val="7E0029"/>
                </a:solidFill>
              </a:rPr>
              <a:t>space</a:t>
            </a:r>
            <a:r>
              <a:rPr lang="es-ES_tradnl" sz="2400" dirty="0">
                <a:solidFill>
                  <a:srgbClr val="7E0029"/>
                </a:solidFill>
              </a:rPr>
              <a:t> </a:t>
            </a:r>
            <a:r>
              <a:rPr lang="es-ES_tradnl" sz="2400" dirty="0" err="1">
                <a:solidFill>
                  <a:srgbClr val="7E0029"/>
                </a:solidFill>
              </a:rPr>
              <a:t>size</a:t>
            </a:r>
            <a:endParaRPr lang="es-ES_tradnl" sz="2400" dirty="0">
              <a:solidFill>
                <a:srgbClr val="7E0029"/>
              </a:solidFill>
            </a:endParaRPr>
          </a:p>
        </p:txBody>
      </p:sp>
      <p:sp>
        <p:nvSpPr>
          <p:cNvPr id="11" name="Rectángulo 10">
            <a:extLst>
              <a:ext uri="{FF2B5EF4-FFF2-40B4-BE49-F238E27FC236}">
                <a16:creationId xmlns:a16="http://schemas.microsoft.com/office/drawing/2014/main" id="{B2C83481-963B-E9EC-89DB-35D2B9C74D9A}"/>
              </a:ext>
            </a:extLst>
          </p:cNvPr>
          <p:cNvSpPr/>
          <p:nvPr/>
        </p:nvSpPr>
        <p:spPr>
          <a:xfrm>
            <a:off x="3215401" y="5011515"/>
            <a:ext cx="2572082" cy="209181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2" name="Imagen 11" descr="Imagen que contiene Aplicación&#10;&#10;Descripción generada automáticamente">
            <a:extLst>
              <a:ext uri="{FF2B5EF4-FFF2-40B4-BE49-F238E27FC236}">
                <a16:creationId xmlns:a16="http://schemas.microsoft.com/office/drawing/2014/main" id="{74CD5D01-9754-15E4-0A98-90A8FBEA0185}"/>
              </a:ext>
            </a:extLst>
          </p:cNvPr>
          <p:cNvPicPr>
            <a:picLocks noChangeAspect="1"/>
          </p:cNvPicPr>
          <p:nvPr/>
        </p:nvPicPr>
        <p:blipFill>
          <a:blip r:embed="rId4">
            <a:extLst>
              <a:ext uri="{28A0092B-C50C-407E-A947-70E740481C1C}">
                <a14:useLocalDpi xmlns:a14="http://schemas.microsoft.com/office/drawing/2010/main" val="0"/>
              </a:ext>
            </a:extLst>
          </a:blip>
          <a:srcRect r="36064"/>
          <a:stretch/>
        </p:blipFill>
        <p:spPr>
          <a:xfrm>
            <a:off x="3260005" y="5205421"/>
            <a:ext cx="2527477" cy="1764041"/>
          </a:xfrm>
          <a:prstGeom prst="rect">
            <a:avLst/>
          </a:prstGeom>
        </p:spPr>
      </p:pic>
    </p:spTree>
    <p:extLst>
      <p:ext uri="{BB962C8B-B14F-4D97-AF65-F5344CB8AC3E}">
        <p14:creationId xmlns:p14="http://schemas.microsoft.com/office/powerpoint/2010/main" val="36276121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blinds(horizontal)">
                                      <p:cBhvr>
                                        <p:cTn id="7" dur="500"/>
                                        <p:tgtEl>
                                          <p:spTgt spid="13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1CD2B-3D2D-DDCA-BA4F-410ECC79A1E7}"/>
            </a:ext>
          </a:extLst>
        </p:cNvPr>
        <p:cNvGrpSpPr/>
        <p:nvPr/>
      </p:nvGrpSpPr>
      <p:grpSpPr>
        <a:xfrm>
          <a:off x="0" y="0"/>
          <a:ext cx="0" cy="0"/>
          <a:chOff x="0" y="0"/>
          <a:chExt cx="0" cy="0"/>
        </a:xfrm>
      </p:grpSpPr>
      <p:sp>
        <p:nvSpPr>
          <p:cNvPr id="6" name="Título 1">
            <a:extLst>
              <a:ext uri="{FF2B5EF4-FFF2-40B4-BE49-F238E27FC236}">
                <a16:creationId xmlns:a16="http://schemas.microsoft.com/office/drawing/2014/main" id="{9A21FAED-BE86-6A95-393F-E86C5D7F1EED}"/>
              </a:ext>
            </a:extLst>
          </p:cNvPr>
          <p:cNvSpPr txBox="1">
            <a:spLocks/>
          </p:cNvSpPr>
          <p:nvPr/>
        </p:nvSpPr>
        <p:spPr>
          <a:xfrm>
            <a:off x="196171" y="162528"/>
            <a:ext cx="401724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err="1">
                <a:solidFill>
                  <a:srgbClr val="7E0029"/>
                </a:solidFill>
              </a:rPr>
              <a:t>Feature</a:t>
            </a:r>
            <a:r>
              <a:rPr lang="es-ES" b="1" dirty="0">
                <a:solidFill>
                  <a:srgbClr val="7E0029"/>
                </a:solidFill>
              </a:rPr>
              <a:t> </a:t>
            </a:r>
            <a:r>
              <a:rPr lang="es-ES" b="1" dirty="0" err="1">
                <a:solidFill>
                  <a:srgbClr val="7E0029"/>
                </a:solidFill>
              </a:rPr>
              <a:t>Toggles</a:t>
            </a:r>
            <a:endParaRPr lang="es-ES" b="1" dirty="0">
              <a:solidFill>
                <a:srgbClr val="7E0029"/>
              </a:solidFill>
            </a:endParaRPr>
          </a:p>
        </p:txBody>
      </p:sp>
      <p:pic>
        <p:nvPicPr>
          <p:cNvPr id="7" name="Imagen 6" descr="Diagrama&#10;&#10;Descripción generada automáticamente">
            <a:extLst>
              <a:ext uri="{FF2B5EF4-FFF2-40B4-BE49-F238E27FC236}">
                <a16:creationId xmlns:a16="http://schemas.microsoft.com/office/drawing/2014/main" id="{B644AB27-0297-0C59-5C4F-1305D04AD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481" y="1918447"/>
            <a:ext cx="5994469" cy="5298141"/>
          </a:xfrm>
          <a:prstGeom prst="rect">
            <a:avLst/>
          </a:prstGeom>
        </p:spPr>
      </p:pic>
      <p:sp>
        <p:nvSpPr>
          <p:cNvPr id="2" name="Flecha abajo 1">
            <a:extLst>
              <a:ext uri="{FF2B5EF4-FFF2-40B4-BE49-F238E27FC236}">
                <a16:creationId xmlns:a16="http://schemas.microsoft.com/office/drawing/2014/main" id="{E28DB79D-B064-58C9-6E3F-D34707E82E36}"/>
              </a:ext>
            </a:extLst>
          </p:cNvPr>
          <p:cNvSpPr/>
          <p:nvPr/>
        </p:nvSpPr>
        <p:spPr>
          <a:xfrm>
            <a:off x="1154206" y="2573619"/>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Flecha abajo 2">
            <a:extLst>
              <a:ext uri="{FF2B5EF4-FFF2-40B4-BE49-F238E27FC236}">
                <a16:creationId xmlns:a16="http://schemas.microsoft.com/office/drawing/2014/main" id="{F297876C-FAA2-4F51-1EFF-30A3A5E076AD}"/>
              </a:ext>
            </a:extLst>
          </p:cNvPr>
          <p:cNvSpPr/>
          <p:nvPr/>
        </p:nvSpPr>
        <p:spPr>
          <a:xfrm>
            <a:off x="1312396" y="3043892"/>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Flecha abajo 3">
            <a:extLst>
              <a:ext uri="{FF2B5EF4-FFF2-40B4-BE49-F238E27FC236}">
                <a16:creationId xmlns:a16="http://schemas.microsoft.com/office/drawing/2014/main" id="{CAE47992-E622-707F-A707-2B08FC4D2643}"/>
              </a:ext>
            </a:extLst>
          </p:cNvPr>
          <p:cNvSpPr/>
          <p:nvPr/>
        </p:nvSpPr>
        <p:spPr>
          <a:xfrm>
            <a:off x="979208" y="3623238"/>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Flecha abajo 4">
            <a:extLst>
              <a:ext uri="{FF2B5EF4-FFF2-40B4-BE49-F238E27FC236}">
                <a16:creationId xmlns:a16="http://schemas.microsoft.com/office/drawing/2014/main" id="{4DB77158-6B74-1115-26B1-E49FCB65FE77}"/>
              </a:ext>
            </a:extLst>
          </p:cNvPr>
          <p:cNvSpPr/>
          <p:nvPr/>
        </p:nvSpPr>
        <p:spPr>
          <a:xfrm>
            <a:off x="3003517" y="2737598"/>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3" name="Flecha abajo 132">
            <a:extLst>
              <a:ext uri="{FF2B5EF4-FFF2-40B4-BE49-F238E27FC236}">
                <a16:creationId xmlns:a16="http://schemas.microsoft.com/office/drawing/2014/main" id="{9CE7ECBE-282B-9558-ED88-EE0F3C16ED60}"/>
              </a:ext>
            </a:extLst>
          </p:cNvPr>
          <p:cNvSpPr/>
          <p:nvPr/>
        </p:nvSpPr>
        <p:spPr>
          <a:xfrm>
            <a:off x="2779061" y="3345330"/>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4" name="Flecha abajo 133">
            <a:extLst>
              <a:ext uri="{FF2B5EF4-FFF2-40B4-BE49-F238E27FC236}">
                <a16:creationId xmlns:a16="http://schemas.microsoft.com/office/drawing/2014/main" id="{9C2EDD4B-F1CB-D9D7-8909-F9E992C5C824}"/>
              </a:ext>
            </a:extLst>
          </p:cNvPr>
          <p:cNvSpPr/>
          <p:nvPr/>
        </p:nvSpPr>
        <p:spPr>
          <a:xfrm>
            <a:off x="5173756" y="2604994"/>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5" name="Flecha abajo 134">
            <a:extLst>
              <a:ext uri="{FF2B5EF4-FFF2-40B4-BE49-F238E27FC236}">
                <a16:creationId xmlns:a16="http://schemas.microsoft.com/office/drawing/2014/main" id="{B595EB38-5879-576E-50AA-1E4D69A2DF48}"/>
              </a:ext>
            </a:extLst>
          </p:cNvPr>
          <p:cNvSpPr/>
          <p:nvPr/>
        </p:nvSpPr>
        <p:spPr>
          <a:xfrm>
            <a:off x="3215401" y="3343089"/>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6" name="Flecha abajo 135">
            <a:extLst>
              <a:ext uri="{FF2B5EF4-FFF2-40B4-BE49-F238E27FC236}">
                <a16:creationId xmlns:a16="http://schemas.microsoft.com/office/drawing/2014/main" id="{78EE8C4F-F03C-BB9C-45AB-685368259114}"/>
              </a:ext>
            </a:extLst>
          </p:cNvPr>
          <p:cNvSpPr/>
          <p:nvPr/>
        </p:nvSpPr>
        <p:spPr>
          <a:xfrm>
            <a:off x="5402990" y="3490634"/>
            <a:ext cx="88900" cy="203200"/>
          </a:xfrm>
          <a:prstGeom prst="down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8" name="CuadroTexto 137">
            <a:extLst>
              <a:ext uri="{FF2B5EF4-FFF2-40B4-BE49-F238E27FC236}">
                <a16:creationId xmlns:a16="http://schemas.microsoft.com/office/drawing/2014/main" id="{4C927C56-8A7C-D125-4381-83345A4C75C4}"/>
              </a:ext>
            </a:extLst>
          </p:cNvPr>
          <p:cNvSpPr txBox="1"/>
          <p:nvPr/>
        </p:nvSpPr>
        <p:spPr>
          <a:xfrm>
            <a:off x="3807571" y="412047"/>
            <a:ext cx="4451347" cy="769441"/>
          </a:xfrm>
          <a:prstGeom prst="rect">
            <a:avLst/>
          </a:prstGeom>
          <a:noFill/>
        </p:spPr>
        <p:txBody>
          <a:bodyPr wrap="none" rtlCol="0">
            <a:spAutoFit/>
          </a:bodyPr>
          <a:lstStyle/>
          <a:p>
            <a:r>
              <a:rPr lang="es-ES" sz="4400" b="1" dirty="0">
                <a:solidFill>
                  <a:srgbClr val="7E0029"/>
                </a:solidFill>
                <a:latin typeface="+mj-lt"/>
                <a:ea typeface="+mj-ea"/>
                <a:cs typeface="+mj-cs"/>
              </a:rPr>
              <a:t>: </a:t>
            </a:r>
            <a:r>
              <a:rPr lang="es-ES" sz="4400" b="1" dirty="0" err="1">
                <a:solidFill>
                  <a:srgbClr val="7E0029"/>
                </a:solidFill>
                <a:latin typeface="+mj-lt"/>
                <a:ea typeface="+mj-ea"/>
                <a:cs typeface="+mj-cs"/>
              </a:rPr>
              <a:t>Evaluation</a:t>
            </a:r>
            <a:r>
              <a:rPr lang="es-ES" sz="4400" b="1" dirty="0">
                <a:solidFill>
                  <a:srgbClr val="7E0029"/>
                </a:solidFill>
                <a:latin typeface="+mj-lt"/>
                <a:ea typeface="+mj-ea"/>
                <a:cs typeface="+mj-cs"/>
              </a:rPr>
              <a:t> </a:t>
            </a:r>
            <a:r>
              <a:rPr lang="es-ES" sz="4400" b="1" dirty="0" err="1">
                <a:solidFill>
                  <a:srgbClr val="7E0029"/>
                </a:solidFill>
                <a:latin typeface="+mj-lt"/>
                <a:ea typeface="+mj-ea"/>
                <a:cs typeface="+mj-cs"/>
              </a:rPr>
              <a:t>Space</a:t>
            </a:r>
            <a:endParaRPr lang="es-ES_tradnl" sz="4400" b="1" dirty="0">
              <a:solidFill>
                <a:srgbClr val="7E0029"/>
              </a:solidFill>
              <a:latin typeface="+mj-lt"/>
              <a:ea typeface="+mj-ea"/>
              <a:cs typeface="+mj-cs"/>
            </a:endParaRPr>
          </a:p>
        </p:txBody>
      </p:sp>
      <p:grpSp>
        <p:nvGrpSpPr>
          <p:cNvPr id="8" name="Grupo 7">
            <a:extLst>
              <a:ext uri="{FF2B5EF4-FFF2-40B4-BE49-F238E27FC236}">
                <a16:creationId xmlns:a16="http://schemas.microsoft.com/office/drawing/2014/main" id="{300FDEA6-7C3C-41EB-77EC-31CF8C26EAC0}"/>
              </a:ext>
            </a:extLst>
          </p:cNvPr>
          <p:cNvGrpSpPr/>
          <p:nvPr/>
        </p:nvGrpSpPr>
        <p:grpSpPr>
          <a:xfrm>
            <a:off x="6567837" y="1181488"/>
            <a:ext cx="5624163" cy="2540337"/>
            <a:chOff x="6995891" y="1727574"/>
            <a:chExt cx="4034703" cy="2223247"/>
          </a:xfrm>
        </p:grpSpPr>
        <p:pic>
          <p:nvPicPr>
            <p:cNvPr id="1026" name="Picture 2" descr="What Is Client-Server Architecture? | Liquid Web">
              <a:extLst>
                <a:ext uri="{FF2B5EF4-FFF2-40B4-BE49-F238E27FC236}">
                  <a16:creationId xmlns:a16="http://schemas.microsoft.com/office/drawing/2014/main" id="{C7E61E9D-F208-4BE6-C61F-C32E74634C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5891" y="1727574"/>
              <a:ext cx="3486175" cy="2223247"/>
            </a:xfrm>
            <a:prstGeom prst="rect">
              <a:avLst/>
            </a:prstGeom>
            <a:noFill/>
            <a:ln w="19050">
              <a:solidFill>
                <a:srgbClr val="7E0029"/>
              </a:solidFill>
            </a:ln>
            <a:extLst>
              <a:ext uri="{909E8E84-426E-40DD-AFC4-6F175D3DCCD1}">
                <a14:hiddenFill xmlns:a14="http://schemas.microsoft.com/office/drawing/2010/main">
                  <a:solidFill>
                    <a:srgbClr val="FFFFFF"/>
                  </a:solidFill>
                </a14:hiddenFill>
              </a:ext>
            </a:extLst>
          </p:spPr>
        </p:pic>
        <p:sp>
          <p:nvSpPr>
            <p:cNvPr id="137" name="CuadroTexto 136">
              <a:extLst>
                <a:ext uri="{FF2B5EF4-FFF2-40B4-BE49-F238E27FC236}">
                  <a16:creationId xmlns:a16="http://schemas.microsoft.com/office/drawing/2014/main" id="{2493462E-C054-2D96-C67D-0E2299AEBDF5}"/>
                </a:ext>
              </a:extLst>
            </p:cNvPr>
            <p:cNvSpPr txBox="1"/>
            <p:nvPr/>
          </p:nvSpPr>
          <p:spPr>
            <a:xfrm>
              <a:off x="10533342" y="2526512"/>
              <a:ext cx="497252" cy="830997"/>
            </a:xfrm>
            <a:prstGeom prst="rect">
              <a:avLst/>
            </a:prstGeom>
            <a:noFill/>
          </p:spPr>
          <p:txBody>
            <a:bodyPr wrap="none" rtlCol="0">
              <a:spAutoFit/>
            </a:bodyPr>
            <a:lstStyle/>
            <a:p>
              <a:r>
                <a:rPr lang="es-ES_tradnl" sz="4800" dirty="0">
                  <a:solidFill>
                    <a:srgbClr val="7E0029"/>
                  </a:solidFill>
                </a:rPr>
                <a:t>8</a:t>
              </a:r>
              <a:endParaRPr lang="es-ES_tradnl" sz="13800" dirty="0">
                <a:solidFill>
                  <a:srgbClr val="7E0029"/>
                </a:solidFill>
              </a:endParaRPr>
            </a:p>
          </p:txBody>
        </p:sp>
      </p:grpSp>
      <p:pic>
        <p:nvPicPr>
          <p:cNvPr id="1028" name="Picture 4" descr="Microservices Architecture for Enterprise Large-Scaled Application | by  Mehmet Ozkaya | Design Microservices Architecture with Patterns &amp;  Principles | Medium">
            <a:extLst>
              <a:ext uri="{FF2B5EF4-FFF2-40B4-BE49-F238E27FC236}">
                <a16:creationId xmlns:a16="http://schemas.microsoft.com/office/drawing/2014/main" id="{4BB72516-A9D4-2564-0F4D-5867CC3732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36714" y="3886248"/>
            <a:ext cx="4890667" cy="2802869"/>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A993BB78-4761-4CF7-1553-179AF33EF5C1}"/>
              </a:ext>
            </a:extLst>
          </p:cNvPr>
          <p:cNvSpPr txBox="1"/>
          <p:nvPr/>
        </p:nvSpPr>
        <p:spPr>
          <a:xfrm>
            <a:off x="11436665" y="4211122"/>
            <a:ext cx="755335" cy="2123658"/>
          </a:xfrm>
          <a:prstGeom prst="rect">
            <a:avLst/>
          </a:prstGeom>
          <a:noFill/>
        </p:spPr>
        <p:txBody>
          <a:bodyPr wrap="none" rtlCol="0">
            <a:spAutoFit/>
          </a:bodyPr>
          <a:lstStyle/>
          <a:p>
            <a:pPr algn="ctr"/>
            <a:r>
              <a:rPr lang="es-ES_tradnl" sz="4400" dirty="0">
                <a:solidFill>
                  <a:srgbClr val="7E0029"/>
                </a:solidFill>
              </a:rPr>
              <a:t>8+</a:t>
            </a:r>
          </a:p>
          <a:p>
            <a:pPr algn="ctr"/>
            <a:r>
              <a:rPr lang="es-ES_tradnl" sz="4400" dirty="0">
                <a:solidFill>
                  <a:srgbClr val="7E0029"/>
                </a:solidFill>
              </a:rPr>
              <a:t>…</a:t>
            </a:r>
          </a:p>
          <a:p>
            <a:pPr algn="ctr"/>
            <a:r>
              <a:rPr lang="es-ES_tradnl" sz="4400" dirty="0">
                <a:solidFill>
                  <a:srgbClr val="7E0029"/>
                </a:solidFill>
              </a:rPr>
              <a:t>32</a:t>
            </a:r>
            <a:endParaRPr lang="es-ES_tradnl" sz="11500" dirty="0">
              <a:solidFill>
                <a:srgbClr val="7E0029"/>
              </a:solidFill>
            </a:endParaRPr>
          </a:p>
        </p:txBody>
      </p:sp>
      <p:sp>
        <p:nvSpPr>
          <p:cNvPr id="9" name="CuadroTexto 8">
            <a:extLst>
              <a:ext uri="{FF2B5EF4-FFF2-40B4-BE49-F238E27FC236}">
                <a16:creationId xmlns:a16="http://schemas.microsoft.com/office/drawing/2014/main" id="{429733A3-1188-4167-DFE4-85A73DA1BDCC}"/>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7</a:t>
            </a:r>
          </a:p>
        </p:txBody>
      </p:sp>
      <p:sp>
        <p:nvSpPr>
          <p:cNvPr id="10" name="Rectángulo 9">
            <a:extLst>
              <a:ext uri="{FF2B5EF4-FFF2-40B4-BE49-F238E27FC236}">
                <a16:creationId xmlns:a16="http://schemas.microsoft.com/office/drawing/2014/main" id="{7C18E50D-24F4-68FD-4D96-C4B65FCD9246}"/>
              </a:ext>
            </a:extLst>
          </p:cNvPr>
          <p:cNvSpPr/>
          <p:nvPr/>
        </p:nvSpPr>
        <p:spPr>
          <a:xfrm>
            <a:off x="3215401" y="5011515"/>
            <a:ext cx="2572082" cy="209181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1" name="Imagen 10" descr="Imagen que contiene Aplicación&#10;&#10;Descripción generada automáticamente">
            <a:extLst>
              <a:ext uri="{FF2B5EF4-FFF2-40B4-BE49-F238E27FC236}">
                <a16:creationId xmlns:a16="http://schemas.microsoft.com/office/drawing/2014/main" id="{3FFBD82C-AC2F-5569-E074-0A0389F2CD14}"/>
              </a:ext>
            </a:extLst>
          </p:cNvPr>
          <p:cNvPicPr>
            <a:picLocks noChangeAspect="1"/>
          </p:cNvPicPr>
          <p:nvPr/>
        </p:nvPicPr>
        <p:blipFill>
          <a:blip r:embed="rId6">
            <a:extLst>
              <a:ext uri="{28A0092B-C50C-407E-A947-70E740481C1C}">
                <a14:useLocalDpi xmlns:a14="http://schemas.microsoft.com/office/drawing/2010/main" val="0"/>
              </a:ext>
            </a:extLst>
          </a:blip>
          <a:srcRect r="36064"/>
          <a:stretch/>
        </p:blipFill>
        <p:spPr>
          <a:xfrm>
            <a:off x="3260005" y="5205421"/>
            <a:ext cx="2527477" cy="1764041"/>
          </a:xfrm>
          <a:prstGeom prst="rect">
            <a:avLst/>
          </a:prstGeom>
        </p:spPr>
      </p:pic>
    </p:spTree>
    <p:extLst>
      <p:ext uri="{BB962C8B-B14F-4D97-AF65-F5344CB8AC3E}">
        <p14:creationId xmlns:p14="http://schemas.microsoft.com/office/powerpoint/2010/main" val="15635508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FF50F-5008-B928-A4C7-56F96416BE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ECD2E9-9126-4AA6-4314-4B2420266311}"/>
              </a:ext>
            </a:extLst>
          </p:cNvPr>
          <p:cNvSpPr>
            <a:spLocks noGrp="1"/>
          </p:cNvSpPr>
          <p:nvPr>
            <p:ph type="title"/>
          </p:nvPr>
        </p:nvSpPr>
        <p:spPr>
          <a:xfrm>
            <a:off x="657922" y="270340"/>
            <a:ext cx="5878904" cy="1325563"/>
          </a:xfrm>
        </p:spPr>
        <p:txBody>
          <a:bodyPr/>
          <a:lstStyle/>
          <a:p>
            <a:pPr algn="just"/>
            <a:r>
              <a:rPr lang="es-ES" b="1" dirty="0">
                <a:solidFill>
                  <a:srgbClr val="7E0029"/>
                </a:solidFill>
              </a:rPr>
              <a:t> </a:t>
            </a:r>
            <a:r>
              <a:rPr lang="es-ES" b="1" dirty="0" err="1">
                <a:solidFill>
                  <a:srgbClr val="7E0029"/>
                </a:solidFill>
              </a:rPr>
              <a:t>What</a:t>
            </a:r>
            <a:r>
              <a:rPr lang="es-ES" b="1" dirty="0">
                <a:solidFill>
                  <a:srgbClr val="7E0029"/>
                </a:solidFill>
              </a:rPr>
              <a:t> </a:t>
            </a:r>
            <a:r>
              <a:rPr lang="es-ES" b="1" dirty="0" err="1">
                <a:solidFill>
                  <a:srgbClr val="7E0029"/>
                </a:solidFill>
              </a:rPr>
              <a:t>is</a:t>
            </a:r>
            <a:r>
              <a:rPr lang="es-ES" b="1" dirty="0">
                <a:solidFill>
                  <a:srgbClr val="7E0029"/>
                </a:solidFill>
              </a:rPr>
              <a:t> </a:t>
            </a:r>
            <a:r>
              <a:rPr lang="es-ES" b="1" dirty="0" err="1">
                <a:solidFill>
                  <a:srgbClr val="7E0029"/>
                </a:solidFill>
              </a:rPr>
              <a:t>this</a:t>
            </a:r>
            <a:r>
              <a:rPr lang="es-ES" b="1" dirty="0">
                <a:solidFill>
                  <a:srgbClr val="7E0029"/>
                </a:solidFill>
              </a:rPr>
              <a:t> </a:t>
            </a:r>
            <a:r>
              <a:rPr lang="es-ES" b="1" dirty="0" err="1">
                <a:solidFill>
                  <a:srgbClr val="7E0029"/>
                </a:solidFill>
              </a:rPr>
              <a:t>about</a:t>
            </a:r>
            <a:r>
              <a:rPr lang="es-ES" b="1" dirty="0">
                <a:solidFill>
                  <a:srgbClr val="7E0029"/>
                </a:solidFill>
              </a:rPr>
              <a:t>?</a:t>
            </a:r>
          </a:p>
        </p:txBody>
      </p:sp>
      <p:grpSp>
        <p:nvGrpSpPr>
          <p:cNvPr id="12" name="Grupo 11">
            <a:extLst>
              <a:ext uri="{FF2B5EF4-FFF2-40B4-BE49-F238E27FC236}">
                <a16:creationId xmlns:a16="http://schemas.microsoft.com/office/drawing/2014/main" id="{89356376-F6BB-ECA8-B77B-75F58ACD2357}"/>
              </a:ext>
            </a:extLst>
          </p:cNvPr>
          <p:cNvGrpSpPr/>
          <p:nvPr/>
        </p:nvGrpSpPr>
        <p:grpSpPr>
          <a:xfrm>
            <a:off x="1170345" y="1926676"/>
            <a:ext cx="6991815" cy="1325563"/>
            <a:chOff x="1081668" y="2038577"/>
            <a:chExt cx="6991815" cy="1325563"/>
          </a:xfrm>
        </p:grpSpPr>
        <p:sp>
          <p:nvSpPr>
            <p:cNvPr id="3" name="CuadroTexto 2">
              <a:extLst>
                <a:ext uri="{FF2B5EF4-FFF2-40B4-BE49-F238E27FC236}">
                  <a16:creationId xmlns:a16="http://schemas.microsoft.com/office/drawing/2014/main" id="{3AEECBA8-DCAF-44B3-E6B7-501162B6EE8E}"/>
                </a:ext>
              </a:extLst>
            </p:cNvPr>
            <p:cNvSpPr txBox="1"/>
            <p:nvPr/>
          </p:nvSpPr>
          <p:spPr>
            <a:xfrm>
              <a:off x="1081668" y="2147361"/>
              <a:ext cx="729687"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1.</a:t>
              </a:r>
            </a:p>
          </p:txBody>
        </p:sp>
        <p:sp>
          <p:nvSpPr>
            <p:cNvPr id="5" name="Título 1">
              <a:extLst>
                <a:ext uri="{FF2B5EF4-FFF2-40B4-BE49-F238E27FC236}">
                  <a16:creationId xmlns:a16="http://schemas.microsoft.com/office/drawing/2014/main" id="{405B351E-7A9D-7986-5830-8D0D8B66CE80}"/>
                </a:ext>
              </a:extLst>
            </p:cNvPr>
            <p:cNvSpPr txBox="1">
              <a:spLocks/>
            </p:cNvSpPr>
            <p:nvPr/>
          </p:nvSpPr>
          <p:spPr>
            <a:xfrm>
              <a:off x="1852813" y="2038577"/>
              <a:ext cx="62206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t>Introduction</a:t>
              </a:r>
              <a:endParaRPr lang="es-ES" b="1" dirty="0"/>
            </a:p>
          </p:txBody>
        </p:sp>
      </p:grpSp>
      <p:sp>
        <p:nvSpPr>
          <p:cNvPr id="8" name="CuadroTexto 7">
            <a:extLst>
              <a:ext uri="{FF2B5EF4-FFF2-40B4-BE49-F238E27FC236}">
                <a16:creationId xmlns:a16="http://schemas.microsoft.com/office/drawing/2014/main" id="{DBF96516-4140-AC9B-93F0-E48588987D8A}"/>
              </a:ext>
            </a:extLst>
          </p:cNvPr>
          <p:cNvSpPr txBox="1"/>
          <p:nvPr/>
        </p:nvSpPr>
        <p:spPr>
          <a:xfrm>
            <a:off x="1081667" y="3054902"/>
            <a:ext cx="792205"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2.</a:t>
            </a:r>
          </a:p>
        </p:txBody>
      </p:sp>
      <p:sp>
        <p:nvSpPr>
          <p:cNvPr id="9" name="Título 1">
            <a:extLst>
              <a:ext uri="{FF2B5EF4-FFF2-40B4-BE49-F238E27FC236}">
                <a16:creationId xmlns:a16="http://schemas.microsoft.com/office/drawing/2014/main" id="{8CB248E5-BDB5-E6EE-E056-D9931EB0FC26}"/>
              </a:ext>
            </a:extLst>
          </p:cNvPr>
          <p:cNvSpPr txBox="1">
            <a:spLocks/>
          </p:cNvSpPr>
          <p:nvPr/>
        </p:nvSpPr>
        <p:spPr>
          <a:xfrm>
            <a:off x="1902766" y="2954287"/>
            <a:ext cx="457154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latin typeface="Calibri" panose="020F0502020204030204" pitchFamily="34" charset="0"/>
                <a:cs typeface="Calibri" panose="020F0502020204030204" pitchFamily="34" charset="0"/>
              </a:rPr>
              <a:t>Analysis</a:t>
            </a:r>
            <a:r>
              <a:rPr lang="es-ES" sz="3200" b="1" dirty="0">
                <a:latin typeface="Calibri" panose="020F0502020204030204" pitchFamily="34" charset="0"/>
                <a:cs typeface="Calibri" panose="020F0502020204030204" pitchFamily="34" charset="0"/>
              </a:rPr>
              <a:t> </a:t>
            </a:r>
            <a:r>
              <a:rPr lang="es-ES" sz="3200" b="1" dirty="0" err="1">
                <a:latin typeface="Calibri" panose="020F0502020204030204" pitchFamily="34" charset="0"/>
                <a:cs typeface="Calibri" panose="020F0502020204030204" pitchFamily="34" charset="0"/>
              </a:rPr>
              <a:t>of</a:t>
            </a:r>
            <a:r>
              <a:rPr lang="es-ES" sz="3200" b="1" dirty="0">
                <a:latin typeface="Calibri" panose="020F0502020204030204" pitchFamily="34" charset="0"/>
                <a:cs typeface="Calibri" panose="020F0502020204030204" pitchFamily="34" charset="0"/>
              </a:rPr>
              <a:t> </a:t>
            </a:r>
            <a:r>
              <a:rPr lang="es-ES" sz="3200" b="1" dirty="0" err="1">
                <a:latin typeface="Calibri" panose="020F0502020204030204" pitchFamily="34" charset="0"/>
                <a:cs typeface="Calibri" panose="020F0502020204030204" pitchFamily="34" charset="0"/>
              </a:rPr>
              <a:t>the</a:t>
            </a:r>
            <a:r>
              <a:rPr lang="es-ES" sz="3200" b="1" dirty="0">
                <a:latin typeface="Calibri" panose="020F0502020204030204" pitchFamily="34" charset="0"/>
                <a:cs typeface="Calibri" panose="020F0502020204030204" pitchFamily="34" charset="0"/>
              </a:rPr>
              <a:t> </a:t>
            </a:r>
            <a:r>
              <a:rPr lang="es-ES" sz="3200" b="1" dirty="0" err="1">
                <a:latin typeface="Calibri" panose="020F0502020204030204" pitchFamily="34" charset="0"/>
                <a:cs typeface="Calibri" panose="020F0502020204030204" pitchFamily="34" charset="0"/>
              </a:rPr>
              <a:t>Industry</a:t>
            </a:r>
            <a:endParaRPr lang="es-ES" b="1" dirty="0">
              <a:latin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2F41BCDF-A838-EEEB-96B1-60A58398648B}"/>
              </a:ext>
            </a:extLst>
          </p:cNvPr>
          <p:cNvSpPr txBox="1"/>
          <p:nvPr/>
        </p:nvSpPr>
        <p:spPr>
          <a:xfrm>
            <a:off x="1081667" y="3992442"/>
            <a:ext cx="808235"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3.</a:t>
            </a:r>
          </a:p>
        </p:txBody>
      </p:sp>
      <p:sp>
        <p:nvSpPr>
          <p:cNvPr id="10" name="Título 1">
            <a:extLst>
              <a:ext uri="{FF2B5EF4-FFF2-40B4-BE49-F238E27FC236}">
                <a16:creationId xmlns:a16="http://schemas.microsoft.com/office/drawing/2014/main" id="{E8EFB023-4910-3950-3865-147BBAC952ED}"/>
              </a:ext>
            </a:extLst>
          </p:cNvPr>
          <p:cNvSpPr txBox="1">
            <a:spLocks/>
          </p:cNvSpPr>
          <p:nvPr/>
        </p:nvSpPr>
        <p:spPr>
          <a:xfrm>
            <a:off x="1915922" y="3942142"/>
            <a:ext cx="559034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t>Conclusions</a:t>
            </a:r>
            <a:r>
              <a:rPr lang="es-ES" sz="3200" b="1" dirty="0"/>
              <a:t> &amp; Future </a:t>
            </a:r>
            <a:r>
              <a:rPr lang="es-ES" sz="3200" b="1" dirty="0" err="1"/>
              <a:t>Work</a:t>
            </a:r>
            <a:endParaRPr lang="es-ES" b="1" dirty="0"/>
          </a:p>
        </p:txBody>
      </p:sp>
      <p:sp>
        <p:nvSpPr>
          <p:cNvPr id="267" name="CuadroTexto 266">
            <a:extLst>
              <a:ext uri="{FF2B5EF4-FFF2-40B4-BE49-F238E27FC236}">
                <a16:creationId xmlns:a16="http://schemas.microsoft.com/office/drawing/2014/main" id="{F17335E4-974F-09D7-07C4-CCBDC378F373}"/>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8</a:t>
            </a:r>
          </a:p>
        </p:txBody>
      </p:sp>
    </p:spTree>
    <p:custDataLst>
      <p:tags r:id="rId1"/>
    </p:custDataLst>
    <p:extLst>
      <p:ext uri="{BB962C8B-B14F-4D97-AF65-F5344CB8AC3E}">
        <p14:creationId xmlns:p14="http://schemas.microsoft.com/office/powerpoint/2010/main" val="3484314331"/>
      </p:ext>
    </p:extLst>
  </p:cSld>
  <p:clrMapOvr>
    <a:masterClrMapping/>
  </p:clrMapOvr>
  <mc:AlternateContent xmlns:mc="http://schemas.openxmlformats.org/markup-compatibility/2006" xmlns:p14="http://schemas.microsoft.com/office/powerpoint/2010/main">
    <mc:Choice Requires="p14">
      <p:transition p14:dur="0" advTm="83107"/>
    </mc:Choice>
    <mc:Fallback xmlns="">
      <p:transition advTm="8310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6A1123-2F9B-25AA-9ED3-5A90330CAC62}"/>
              </a:ext>
            </a:extLst>
          </p:cNvPr>
          <p:cNvSpPr>
            <a:spLocks noGrp="1"/>
          </p:cNvSpPr>
          <p:nvPr>
            <p:ph type="title"/>
          </p:nvPr>
        </p:nvSpPr>
        <p:spPr>
          <a:xfrm>
            <a:off x="767314" y="0"/>
            <a:ext cx="10657371" cy="1325563"/>
          </a:xfrm>
        </p:spPr>
        <p:txBody>
          <a:bodyPr/>
          <a:lstStyle/>
          <a:p>
            <a:r>
              <a:rPr lang="es-ES" b="1" dirty="0" err="1">
                <a:solidFill>
                  <a:srgbClr val="7E0029"/>
                </a:solidFill>
              </a:rPr>
              <a:t>Analysis</a:t>
            </a:r>
            <a:r>
              <a:rPr lang="es-ES" b="1" dirty="0">
                <a:solidFill>
                  <a:srgbClr val="7E0029"/>
                </a:solidFill>
              </a:rPr>
              <a:t> </a:t>
            </a:r>
            <a:r>
              <a:rPr lang="es-ES" b="1" dirty="0" err="1">
                <a:solidFill>
                  <a:srgbClr val="7E0029"/>
                </a:solidFill>
              </a:rPr>
              <a:t>of</a:t>
            </a:r>
            <a:r>
              <a:rPr lang="es-ES" b="1" dirty="0">
                <a:solidFill>
                  <a:srgbClr val="7E0029"/>
                </a:solidFill>
              </a:rPr>
              <a:t> </a:t>
            </a:r>
            <a:r>
              <a:rPr lang="es-ES" b="1" dirty="0" err="1">
                <a:solidFill>
                  <a:srgbClr val="7E0029"/>
                </a:solidFill>
              </a:rPr>
              <a:t>the</a:t>
            </a:r>
            <a:r>
              <a:rPr lang="es-ES" b="1" dirty="0">
                <a:solidFill>
                  <a:srgbClr val="7E0029"/>
                </a:solidFill>
              </a:rPr>
              <a:t> </a:t>
            </a:r>
            <a:r>
              <a:rPr lang="es-ES" b="1" dirty="0" err="1">
                <a:solidFill>
                  <a:srgbClr val="7E0029"/>
                </a:solidFill>
              </a:rPr>
              <a:t>Industry</a:t>
            </a:r>
            <a:r>
              <a:rPr lang="es-ES" b="1" dirty="0">
                <a:solidFill>
                  <a:srgbClr val="7E0029"/>
                </a:solidFill>
              </a:rPr>
              <a:t>: </a:t>
            </a:r>
            <a:r>
              <a:rPr lang="es-ES" b="1" dirty="0" err="1">
                <a:solidFill>
                  <a:srgbClr val="7E0029"/>
                </a:solidFill>
              </a:rPr>
              <a:t>Research</a:t>
            </a:r>
            <a:r>
              <a:rPr lang="es-ES" b="1" dirty="0">
                <a:solidFill>
                  <a:srgbClr val="7E0029"/>
                </a:solidFill>
              </a:rPr>
              <a:t> </a:t>
            </a:r>
            <a:r>
              <a:rPr lang="es-ES" b="1" dirty="0" err="1">
                <a:solidFill>
                  <a:srgbClr val="7E0029"/>
                </a:solidFill>
              </a:rPr>
              <a:t>Questions</a:t>
            </a:r>
            <a:endParaRPr lang="es-ES" b="1" dirty="0">
              <a:solidFill>
                <a:srgbClr val="7E0029"/>
              </a:solidFill>
            </a:endParaRPr>
          </a:p>
        </p:txBody>
      </p:sp>
      <p:grpSp>
        <p:nvGrpSpPr>
          <p:cNvPr id="3" name="Grupo 2">
            <a:extLst>
              <a:ext uri="{FF2B5EF4-FFF2-40B4-BE49-F238E27FC236}">
                <a16:creationId xmlns:a16="http://schemas.microsoft.com/office/drawing/2014/main" id="{7B49C79E-E7CB-3B59-D9E7-B0270A17CAC9}"/>
              </a:ext>
            </a:extLst>
          </p:cNvPr>
          <p:cNvGrpSpPr/>
          <p:nvPr/>
        </p:nvGrpSpPr>
        <p:grpSpPr>
          <a:xfrm>
            <a:off x="966000" y="2007789"/>
            <a:ext cx="10142520" cy="830998"/>
            <a:chOff x="966000" y="2007789"/>
            <a:chExt cx="10142520" cy="830998"/>
          </a:xfrm>
        </p:grpSpPr>
        <p:sp>
          <p:nvSpPr>
            <p:cNvPr id="11" name="Elipse 10">
              <a:extLst>
                <a:ext uri="{FF2B5EF4-FFF2-40B4-BE49-F238E27FC236}">
                  <a16:creationId xmlns:a16="http://schemas.microsoft.com/office/drawing/2014/main" id="{77510D17-C279-CB1D-6047-06800C7AC294}"/>
                </a:ext>
              </a:extLst>
            </p:cNvPr>
            <p:cNvSpPr/>
            <p:nvPr/>
          </p:nvSpPr>
          <p:spPr>
            <a:xfrm>
              <a:off x="966000" y="2007790"/>
              <a:ext cx="871765" cy="830997"/>
            </a:xfrm>
            <a:prstGeom prst="ellipse">
              <a:avLst/>
            </a:prstGeom>
            <a:solidFill>
              <a:srgbClr val="7E0029"/>
            </a:solidFill>
            <a:ln>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400" dirty="0">
                  <a:solidFill>
                    <a:schemeClr val="bg1"/>
                  </a:solidFill>
                </a:rPr>
                <a:t>1</a:t>
              </a:r>
              <a:endParaRPr lang="es-ES_tradnl" dirty="0">
                <a:solidFill>
                  <a:schemeClr val="bg1"/>
                </a:solidFill>
              </a:endParaRPr>
            </a:p>
          </p:txBody>
        </p:sp>
        <p:sp>
          <p:nvSpPr>
            <p:cNvPr id="13" name="CuadroTexto 12">
              <a:extLst>
                <a:ext uri="{FF2B5EF4-FFF2-40B4-BE49-F238E27FC236}">
                  <a16:creationId xmlns:a16="http://schemas.microsoft.com/office/drawing/2014/main" id="{309ED8F3-2516-18DF-FA93-7BB904190442}"/>
                </a:ext>
              </a:extLst>
            </p:cNvPr>
            <p:cNvSpPr txBox="1"/>
            <p:nvPr/>
          </p:nvSpPr>
          <p:spPr>
            <a:xfrm>
              <a:off x="2034893" y="2007789"/>
              <a:ext cx="9073627" cy="830997"/>
            </a:xfrm>
            <a:prstGeom prst="rect">
              <a:avLst/>
            </a:prstGeom>
            <a:noFill/>
          </p:spPr>
          <p:txBody>
            <a:bodyPr wrap="square" rtlCol="0">
              <a:spAutoFit/>
            </a:bodyPr>
            <a:lstStyle/>
            <a:p>
              <a:r>
                <a:rPr lang="es-ES" sz="2400" dirty="0" err="1">
                  <a:effectLst/>
                  <a:latin typeface="Helvetica" pitchFamily="2" charset="0"/>
                </a:rPr>
                <a:t>How</a:t>
              </a:r>
              <a:r>
                <a:rPr lang="es-ES" sz="2400" dirty="0">
                  <a:effectLst/>
                  <a:latin typeface="Helvetica" pitchFamily="2" charset="0"/>
                </a:rPr>
                <a:t> are pricings’ </a:t>
              </a:r>
              <a:r>
                <a:rPr lang="es-ES" sz="2400" dirty="0" err="1">
                  <a:effectLst/>
                  <a:latin typeface="Helvetica" pitchFamily="2" charset="0"/>
                </a:rPr>
                <a:t>configuration</a:t>
              </a:r>
              <a:r>
                <a:rPr lang="es-ES" sz="2400" dirty="0">
                  <a:effectLst/>
                  <a:latin typeface="Helvetica" pitchFamily="2" charset="0"/>
                </a:rPr>
                <a:t> and </a:t>
              </a:r>
              <a:r>
                <a:rPr lang="es-ES" sz="2400" dirty="0" err="1">
                  <a:effectLst/>
                  <a:latin typeface="Helvetica" pitchFamily="2" charset="0"/>
                </a:rPr>
                <a:t>evaluation</a:t>
              </a:r>
              <a:r>
                <a:rPr lang="es-ES" sz="2400" dirty="0">
                  <a:latin typeface="Helvetica" pitchFamily="2" charset="0"/>
                </a:rPr>
                <a:t> </a:t>
              </a:r>
              <a:r>
                <a:rPr lang="es-ES" sz="2400" dirty="0" err="1">
                  <a:effectLst/>
                  <a:latin typeface="Helvetica" pitchFamily="2" charset="0"/>
                </a:rPr>
                <a:t>spaces</a:t>
              </a:r>
              <a:r>
                <a:rPr lang="es-ES" sz="2400" dirty="0">
                  <a:effectLst/>
                  <a:latin typeface="Helvetica" pitchFamily="2" charset="0"/>
                </a:rPr>
                <a:t> </a:t>
              </a:r>
              <a:r>
                <a:rPr lang="es-ES" sz="2400" dirty="0" err="1">
                  <a:effectLst/>
                  <a:latin typeface="Helvetica" pitchFamily="2" charset="0"/>
                </a:rPr>
                <a:t>evolving</a:t>
              </a:r>
              <a:r>
                <a:rPr lang="es-ES" sz="2400" dirty="0">
                  <a:effectLst/>
                  <a:latin typeface="Helvetica" pitchFamily="2" charset="0"/>
                </a:rPr>
                <a:t> in </a:t>
              </a:r>
              <a:r>
                <a:rPr lang="es-ES" sz="2400" dirty="0" err="1">
                  <a:effectLst/>
                  <a:latin typeface="Helvetica" pitchFamily="2" charset="0"/>
                </a:rPr>
                <a:t>modern</a:t>
              </a:r>
              <a:r>
                <a:rPr lang="es-ES" sz="2400" dirty="0">
                  <a:effectLst/>
                  <a:latin typeface="Helvetica" pitchFamily="2" charset="0"/>
                </a:rPr>
                <a:t> SaaS?</a:t>
              </a:r>
            </a:p>
          </p:txBody>
        </p:sp>
      </p:grpSp>
      <p:grpSp>
        <p:nvGrpSpPr>
          <p:cNvPr id="15" name="Grupo 14">
            <a:extLst>
              <a:ext uri="{FF2B5EF4-FFF2-40B4-BE49-F238E27FC236}">
                <a16:creationId xmlns:a16="http://schemas.microsoft.com/office/drawing/2014/main" id="{FA823099-F790-C49C-91DD-D768520219B9}"/>
              </a:ext>
            </a:extLst>
          </p:cNvPr>
          <p:cNvGrpSpPr/>
          <p:nvPr/>
        </p:nvGrpSpPr>
        <p:grpSpPr>
          <a:xfrm>
            <a:off x="966000" y="3446623"/>
            <a:ext cx="10142520" cy="830999"/>
            <a:chOff x="965999" y="3105513"/>
            <a:chExt cx="10142520" cy="830999"/>
          </a:xfrm>
        </p:grpSpPr>
        <p:sp>
          <p:nvSpPr>
            <p:cNvPr id="16" name="Elipse 15">
              <a:extLst>
                <a:ext uri="{FF2B5EF4-FFF2-40B4-BE49-F238E27FC236}">
                  <a16:creationId xmlns:a16="http://schemas.microsoft.com/office/drawing/2014/main" id="{1D4CBC75-11E9-F634-2E1D-E865EC4EBF55}"/>
                </a:ext>
              </a:extLst>
            </p:cNvPr>
            <p:cNvSpPr/>
            <p:nvPr/>
          </p:nvSpPr>
          <p:spPr>
            <a:xfrm>
              <a:off x="965999" y="3105515"/>
              <a:ext cx="871765" cy="830997"/>
            </a:xfrm>
            <a:prstGeom prst="ellipse">
              <a:avLst/>
            </a:prstGeom>
            <a:solidFill>
              <a:srgbClr val="7E0029"/>
            </a:solidFill>
            <a:ln>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400" dirty="0">
                  <a:solidFill>
                    <a:schemeClr val="bg1"/>
                  </a:solidFill>
                </a:rPr>
                <a:t>2</a:t>
              </a:r>
              <a:endParaRPr lang="es-ES_tradnl" dirty="0">
                <a:solidFill>
                  <a:schemeClr val="bg1"/>
                </a:solidFill>
              </a:endParaRPr>
            </a:p>
          </p:txBody>
        </p:sp>
        <p:sp>
          <p:nvSpPr>
            <p:cNvPr id="17" name="CuadroTexto 16">
              <a:extLst>
                <a:ext uri="{FF2B5EF4-FFF2-40B4-BE49-F238E27FC236}">
                  <a16:creationId xmlns:a16="http://schemas.microsoft.com/office/drawing/2014/main" id="{4C09A4BD-81F5-9972-4362-180AE92030CB}"/>
                </a:ext>
              </a:extLst>
            </p:cNvPr>
            <p:cNvSpPr txBox="1"/>
            <p:nvPr/>
          </p:nvSpPr>
          <p:spPr>
            <a:xfrm>
              <a:off x="2034892" y="3105513"/>
              <a:ext cx="9073627" cy="830997"/>
            </a:xfrm>
            <a:prstGeom prst="rect">
              <a:avLst/>
            </a:prstGeom>
            <a:noFill/>
          </p:spPr>
          <p:txBody>
            <a:bodyPr wrap="square" rtlCol="0">
              <a:spAutoFit/>
            </a:bodyPr>
            <a:lstStyle/>
            <a:p>
              <a:r>
                <a:rPr lang="es-ES" sz="2400" dirty="0">
                  <a:effectLst/>
                  <a:latin typeface="Helvetica" pitchFamily="2" charset="0"/>
                </a:rPr>
                <a:t>Are </a:t>
              </a:r>
              <a:r>
                <a:rPr lang="es-ES" sz="2400" dirty="0" err="1">
                  <a:effectLst/>
                  <a:latin typeface="Helvetica" pitchFamily="2" charset="0"/>
                </a:rPr>
                <a:t>current</a:t>
              </a:r>
              <a:r>
                <a:rPr lang="es-ES" sz="2400" dirty="0">
                  <a:effectLst/>
                  <a:latin typeface="Helvetica" pitchFamily="2" charset="0"/>
                </a:rPr>
                <a:t> </a:t>
              </a:r>
              <a:r>
                <a:rPr lang="es-ES" sz="2400" dirty="0" err="1">
                  <a:effectLst/>
                  <a:latin typeface="Helvetica" pitchFamily="2" charset="0"/>
                </a:rPr>
                <a:t>feature</a:t>
              </a:r>
              <a:r>
                <a:rPr lang="es-ES" sz="2400" dirty="0">
                  <a:effectLst/>
                  <a:latin typeface="Helvetica" pitchFamily="2" charset="0"/>
                </a:rPr>
                <a:t> </a:t>
              </a:r>
              <a:r>
                <a:rPr lang="es-ES" sz="2400" dirty="0" err="1">
                  <a:effectLst/>
                  <a:latin typeface="Helvetica" pitchFamily="2" charset="0"/>
                </a:rPr>
                <a:t>toggling</a:t>
              </a:r>
              <a:r>
                <a:rPr lang="es-ES" sz="2400" dirty="0">
                  <a:effectLst/>
                  <a:latin typeface="Helvetica" pitchFamily="2" charset="0"/>
                </a:rPr>
                <a:t> </a:t>
              </a:r>
              <a:r>
                <a:rPr lang="es-ES" sz="2400" dirty="0" err="1">
                  <a:effectLst/>
                  <a:latin typeface="Helvetica" pitchFamily="2" charset="0"/>
                </a:rPr>
                <a:t>tools</a:t>
              </a:r>
              <a:r>
                <a:rPr lang="es-ES" sz="2400" dirty="0">
                  <a:effectLst/>
                  <a:latin typeface="Helvetica" pitchFamily="2" charset="0"/>
                </a:rPr>
                <a:t> </a:t>
              </a:r>
              <a:r>
                <a:rPr lang="es-ES" sz="2400" dirty="0" err="1">
                  <a:effectLst/>
                  <a:latin typeface="Helvetica" pitchFamily="2" charset="0"/>
                </a:rPr>
                <a:t>appropriate</a:t>
              </a:r>
              <a:r>
                <a:rPr lang="es-ES" sz="2400" dirty="0">
                  <a:effectLst/>
                  <a:latin typeface="Helvetica" pitchFamily="2" charset="0"/>
                </a:rPr>
                <a:t> </a:t>
              </a:r>
              <a:r>
                <a:rPr lang="es-ES" sz="2400" dirty="0" err="1">
                  <a:effectLst/>
                  <a:latin typeface="Helvetica" pitchFamily="2" charset="0"/>
                </a:rPr>
                <a:t>for</a:t>
              </a:r>
              <a:r>
                <a:rPr lang="es-ES" sz="2400" dirty="0">
                  <a:latin typeface="Helvetica" pitchFamily="2" charset="0"/>
                </a:rPr>
                <a:t> </a:t>
              </a:r>
              <a:r>
                <a:rPr lang="es-ES" sz="2400" dirty="0" err="1">
                  <a:effectLst/>
                  <a:latin typeface="Helvetica" pitchFamily="2" charset="0"/>
                </a:rPr>
                <a:t>optimizing</a:t>
              </a:r>
              <a:r>
                <a:rPr lang="es-ES" sz="2400" dirty="0">
                  <a:effectLst/>
                  <a:latin typeface="Helvetica" pitchFamily="2" charset="0"/>
                </a:rPr>
                <a:t> </a:t>
              </a:r>
              <a:r>
                <a:rPr lang="es-ES" sz="2400" dirty="0" err="1">
                  <a:effectLst/>
                  <a:latin typeface="Helvetica" pitchFamily="2" charset="0"/>
                </a:rPr>
                <a:t>pricing-driven</a:t>
              </a:r>
              <a:r>
                <a:rPr lang="es-ES" sz="2400" dirty="0">
                  <a:effectLst/>
                  <a:latin typeface="Helvetica" pitchFamily="2" charset="0"/>
                </a:rPr>
                <a:t> </a:t>
              </a:r>
              <a:r>
                <a:rPr lang="es-ES" sz="2400" dirty="0" err="1">
                  <a:effectLst/>
                  <a:latin typeface="Helvetica" pitchFamily="2" charset="0"/>
                </a:rPr>
                <a:t>feature</a:t>
              </a:r>
              <a:r>
                <a:rPr lang="es-ES" sz="2400" dirty="0">
                  <a:effectLst/>
                  <a:latin typeface="Helvetica" pitchFamily="2" charset="0"/>
                </a:rPr>
                <a:t> </a:t>
              </a:r>
              <a:r>
                <a:rPr lang="es-ES" sz="2400" dirty="0" err="1">
                  <a:effectLst/>
                  <a:latin typeface="Helvetica" pitchFamily="2" charset="0"/>
                </a:rPr>
                <a:t>toggling</a:t>
              </a:r>
              <a:r>
                <a:rPr lang="es-ES" sz="2400" dirty="0">
                  <a:effectLst/>
                  <a:latin typeface="Helvetica" pitchFamily="2" charset="0"/>
                </a:rPr>
                <a:t>?</a:t>
              </a:r>
            </a:p>
          </p:txBody>
        </p:sp>
      </p:grpSp>
      <p:grpSp>
        <p:nvGrpSpPr>
          <p:cNvPr id="18" name="Grupo 17">
            <a:extLst>
              <a:ext uri="{FF2B5EF4-FFF2-40B4-BE49-F238E27FC236}">
                <a16:creationId xmlns:a16="http://schemas.microsoft.com/office/drawing/2014/main" id="{40AF7A3A-7729-14E6-A2A7-86DB5CFB5DDF}"/>
              </a:ext>
            </a:extLst>
          </p:cNvPr>
          <p:cNvGrpSpPr/>
          <p:nvPr/>
        </p:nvGrpSpPr>
        <p:grpSpPr>
          <a:xfrm>
            <a:off x="966000" y="4885460"/>
            <a:ext cx="10142519" cy="831000"/>
            <a:chOff x="965999" y="4203237"/>
            <a:chExt cx="10142519" cy="831000"/>
          </a:xfrm>
        </p:grpSpPr>
        <p:sp>
          <p:nvSpPr>
            <p:cNvPr id="19" name="Elipse 18">
              <a:extLst>
                <a:ext uri="{FF2B5EF4-FFF2-40B4-BE49-F238E27FC236}">
                  <a16:creationId xmlns:a16="http://schemas.microsoft.com/office/drawing/2014/main" id="{5730A0F8-2D14-9AB4-F7CF-3EDD4B92D77F}"/>
                </a:ext>
              </a:extLst>
            </p:cNvPr>
            <p:cNvSpPr/>
            <p:nvPr/>
          </p:nvSpPr>
          <p:spPr>
            <a:xfrm>
              <a:off x="965999" y="4203240"/>
              <a:ext cx="871765" cy="830997"/>
            </a:xfrm>
            <a:prstGeom prst="ellipse">
              <a:avLst/>
            </a:prstGeom>
            <a:solidFill>
              <a:srgbClr val="7E0029"/>
            </a:solidFill>
            <a:ln>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400" dirty="0">
                  <a:solidFill>
                    <a:schemeClr val="bg1"/>
                  </a:solidFill>
                </a:rPr>
                <a:t>3</a:t>
              </a:r>
              <a:endParaRPr lang="es-ES_tradnl" dirty="0">
                <a:solidFill>
                  <a:schemeClr val="bg1"/>
                </a:solidFill>
              </a:endParaRPr>
            </a:p>
          </p:txBody>
        </p:sp>
        <p:sp>
          <p:nvSpPr>
            <p:cNvPr id="20" name="CuadroTexto 19">
              <a:extLst>
                <a:ext uri="{FF2B5EF4-FFF2-40B4-BE49-F238E27FC236}">
                  <a16:creationId xmlns:a16="http://schemas.microsoft.com/office/drawing/2014/main" id="{F2876816-E4E8-1FBC-905D-BE5E1562E8E1}"/>
                </a:ext>
              </a:extLst>
            </p:cNvPr>
            <p:cNvSpPr txBox="1"/>
            <p:nvPr/>
          </p:nvSpPr>
          <p:spPr>
            <a:xfrm>
              <a:off x="2034891" y="4203237"/>
              <a:ext cx="9073627" cy="830997"/>
            </a:xfrm>
            <a:prstGeom prst="rect">
              <a:avLst/>
            </a:prstGeom>
            <a:noFill/>
          </p:spPr>
          <p:txBody>
            <a:bodyPr wrap="square" rtlCol="0">
              <a:spAutoFit/>
            </a:bodyPr>
            <a:lstStyle/>
            <a:p>
              <a:r>
                <a:rPr lang="es-ES" sz="2400" dirty="0" err="1">
                  <a:effectLst/>
                  <a:latin typeface="Helvetica" pitchFamily="2" charset="0"/>
                </a:rPr>
                <a:t>Does</a:t>
              </a:r>
              <a:r>
                <a:rPr lang="es-ES" sz="2400" dirty="0">
                  <a:effectLst/>
                  <a:latin typeface="Helvetica" pitchFamily="2" charset="0"/>
                </a:rPr>
                <a:t> </a:t>
              </a:r>
              <a:r>
                <a:rPr lang="es-ES" sz="2400" dirty="0" err="1">
                  <a:effectLst/>
                  <a:latin typeface="Helvetica" pitchFamily="2" charset="0"/>
                </a:rPr>
                <a:t>current</a:t>
              </a:r>
              <a:r>
                <a:rPr lang="es-ES" sz="2400" dirty="0">
                  <a:effectLst/>
                  <a:latin typeface="Helvetica" pitchFamily="2" charset="0"/>
                </a:rPr>
                <a:t> </a:t>
              </a:r>
              <a:r>
                <a:rPr lang="es-ES" sz="2400" dirty="0" err="1">
                  <a:effectLst/>
                  <a:latin typeface="Helvetica" pitchFamily="2" charset="0"/>
                </a:rPr>
                <a:t>feature</a:t>
              </a:r>
              <a:r>
                <a:rPr lang="es-ES" sz="2400" dirty="0">
                  <a:effectLst/>
                  <a:latin typeface="Helvetica" pitchFamily="2" charset="0"/>
                </a:rPr>
                <a:t> </a:t>
              </a:r>
              <a:r>
                <a:rPr lang="es-ES" sz="2400" dirty="0" err="1">
                  <a:effectLst/>
                  <a:latin typeface="Helvetica" pitchFamily="2" charset="0"/>
                </a:rPr>
                <a:t>toggling</a:t>
              </a:r>
              <a:r>
                <a:rPr lang="es-ES" sz="2400" dirty="0">
                  <a:effectLst/>
                  <a:latin typeface="Helvetica" pitchFamily="2" charset="0"/>
                </a:rPr>
                <a:t> </a:t>
              </a:r>
              <a:r>
                <a:rPr lang="es-ES" sz="2400" dirty="0" err="1">
                  <a:effectLst/>
                  <a:latin typeface="Helvetica" pitchFamily="2" charset="0"/>
                </a:rPr>
                <a:t>tools</a:t>
              </a:r>
              <a:r>
                <a:rPr lang="es-ES" sz="2400" dirty="0">
                  <a:effectLst/>
                  <a:latin typeface="Helvetica" pitchFamily="2" charset="0"/>
                </a:rPr>
                <a:t>’ </a:t>
              </a:r>
              <a:r>
                <a:rPr lang="es-ES" sz="2400" dirty="0" err="1">
                  <a:effectLst/>
                  <a:latin typeface="Helvetica" pitchFamily="2" charset="0"/>
                </a:rPr>
                <a:t>underlying</a:t>
              </a:r>
              <a:r>
                <a:rPr lang="es-ES" sz="2400" dirty="0">
                  <a:effectLst/>
                  <a:latin typeface="Helvetica" pitchFamily="2" charset="0"/>
                </a:rPr>
                <a:t> </a:t>
              </a:r>
              <a:r>
                <a:rPr lang="es-ES" sz="2400" dirty="0" err="1">
                  <a:effectLst/>
                  <a:latin typeface="Helvetica" pitchFamily="2" charset="0"/>
                </a:rPr>
                <a:t>models</a:t>
              </a:r>
              <a:r>
                <a:rPr lang="es-ES" sz="2400" dirty="0">
                  <a:effectLst/>
                  <a:latin typeface="Helvetica" pitchFamily="2" charset="0"/>
                </a:rPr>
                <a:t> </a:t>
              </a:r>
              <a:r>
                <a:rPr lang="es-ES" sz="2400" dirty="0" err="1">
                  <a:effectLst/>
                  <a:latin typeface="Helvetica" pitchFamily="2" charset="0"/>
                </a:rPr>
                <a:t>provide</a:t>
              </a:r>
              <a:r>
                <a:rPr lang="es-ES" sz="2400" dirty="0">
                  <a:effectLst/>
                  <a:latin typeface="Helvetica" pitchFamily="2" charset="0"/>
                </a:rPr>
                <a:t> </a:t>
              </a:r>
              <a:r>
                <a:rPr lang="es-ES" sz="2400" dirty="0" err="1">
                  <a:effectLst/>
                  <a:latin typeface="Helvetica" pitchFamily="2" charset="0"/>
                </a:rPr>
                <a:t>enough</a:t>
              </a:r>
              <a:r>
                <a:rPr lang="es-ES" sz="2400" dirty="0">
                  <a:effectLst/>
                  <a:latin typeface="Helvetica" pitchFamily="2" charset="0"/>
                </a:rPr>
                <a:t> </a:t>
              </a:r>
              <a:r>
                <a:rPr lang="es-ES" sz="2400" dirty="0" err="1">
                  <a:effectLst/>
                  <a:latin typeface="Helvetica" pitchFamily="2" charset="0"/>
                </a:rPr>
                <a:t>expressiveness</a:t>
              </a:r>
              <a:r>
                <a:rPr lang="es-ES" sz="2400" dirty="0">
                  <a:latin typeface="Helvetica" pitchFamily="2" charset="0"/>
                </a:rPr>
                <a:t> </a:t>
              </a:r>
              <a:r>
                <a:rPr lang="es-ES" sz="2400" dirty="0" err="1">
                  <a:effectLst/>
                  <a:latin typeface="Helvetica" pitchFamily="2" charset="0"/>
                </a:rPr>
                <a:t>to</a:t>
              </a:r>
              <a:r>
                <a:rPr lang="es-ES" sz="2400" dirty="0">
                  <a:effectLst/>
                  <a:latin typeface="Helvetica" pitchFamily="2" charset="0"/>
                </a:rPr>
                <a:t> </a:t>
              </a:r>
              <a:r>
                <a:rPr lang="es-ES" sz="2400" dirty="0" err="1">
                  <a:effectLst/>
                  <a:latin typeface="Helvetica" pitchFamily="2" charset="0"/>
                </a:rPr>
                <a:t>represent</a:t>
              </a:r>
              <a:r>
                <a:rPr lang="es-ES" sz="2400" dirty="0">
                  <a:effectLst/>
                  <a:latin typeface="Helvetica" pitchFamily="2" charset="0"/>
                </a:rPr>
                <a:t> real-</a:t>
              </a:r>
              <a:r>
                <a:rPr lang="es-ES" sz="2400" dirty="0" err="1">
                  <a:effectLst/>
                  <a:latin typeface="Helvetica" pitchFamily="2" charset="0"/>
                </a:rPr>
                <a:t>world</a:t>
              </a:r>
              <a:r>
                <a:rPr lang="es-ES" sz="2400" dirty="0">
                  <a:effectLst/>
                  <a:latin typeface="Helvetica" pitchFamily="2" charset="0"/>
                </a:rPr>
                <a:t> pricings?</a:t>
              </a:r>
            </a:p>
          </p:txBody>
        </p:sp>
      </p:grpSp>
      <p:sp>
        <p:nvSpPr>
          <p:cNvPr id="4" name="CuadroTexto 3">
            <a:extLst>
              <a:ext uri="{FF2B5EF4-FFF2-40B4-BE49-F238E27FC236}">
                <a16:creationId xmlns:a16="http://schemas.microsoft.com/office/drawing/2014/main" id="{00153D42-9385-D0B9-8F5A-9B7EED616B30}"/>
              </a:ext>
            </a:extLst>
          </p:cNvPr>
          <p:cNvSpPr txBox="1"/>
          <p:nvPr/>
        </p:nvSpPr>
        <p:spPr>
          <a:xfrm>
            <a:off x="11824592" y="6334780"/>
            <a:ext cx="367408" cy="523220"/>
          </a:xfrm>
          <a:prstGeom prst="rect">
            <a:avLst/>
          </a:prstGeom>
          <a:noFill/>
        </p:spPr>
        <p:txBody>
          <a:bodyPr wrap="none" rtlCol="0">
            <a:spAutoFit/>
          </a:bodyPr>
          <a:lstStyle/>
          <a:p>
            <a:r>
              <a:rPr lang="es-ES_tradnl" sz="2800" dirty="0">
                <a:solidFill>
                  <a:srgbClr val="7E0029"/>
                </a:solidFill>
              </a:rPr>
              <a:t>9</a:t>
            </a:r>
          </a:p>
        </p:txBody>
      </p:sp>
    </p:spTree>
    <p:custDataLst>
      <p:tags r:id="rId1"/>
    </p:custDataLst>
    <p:extLst>
      <p:ext uri="{BB962C8B-B14F-4D97-AF65-F5344CB8AC3E}">
        <p14:creationId xmlns:p14="http://schemas.microsoft.com/office/powerpoint/2010/main" val="1787923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F1639-4511-DB52-0882-5C611B551D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05B8C0-C5EB-B341-2D37-E0C187C5614E}"/>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pic>
        <p:nvPicPr>
          <p:cNvPr id="4" name="Imagen 3" descr="Texto&#10;&#10;Descripción generada automáticamente">
            <a:extLst>
              <a:ext uri="{FF2B5EF4-FFF2-40B4-BE49-F238E27FC236}">
                <a16:creationId xmlns:a16="http://schemas.microsoft.com/office/drawing/2014/main" id="{23D578A6-1AB0-38F0-2C36-6DA46ABB02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0258" y="1847344"/>
            <a:ext cx="2142994" cy="1455075"/>
          </a:xfrm>
          <a:prstGeom prst="rect">
            <a:avLst/>
          </a:prstGeom>
          <a:ln w="28575">
            <a:solidFill>
              <a:srgbClr val="7E0029"/>
            </a:solidFill>
          </a:ln>
        </p:spPr>
      </p:pic>
      <p:pic>
        <p:nvPicPr>
          <p:cNvPr id="1026" name="Picture 2" descr="Github Logo - Free social media icons">
            <a:extLst>
              <a:ext uri="{FF2B5EF4-FFF2-40B4-BE49-F238E27FC236}">
                <a16:creationId xmlns:a16="http://schemas.microsoft.com/office/drawing/2014/main" id="{9DC3DCCB-A4F3-1893-C136-2EC4DA4761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487" y="2276055"/>
            <a:ext cx="597654" cy="5976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latfile helps ClickUp simplify data onboarding | Flatfile">
            <a:extLst>
              <a:ext uri="{FF2B5EF4-FFF2-40B4-BE49-F238E27FC236}">
                <a16:creationId xmlns:a16="http://schemas.microsoft.com/office/drawing/2014/main" id="{2A87DF20-6CDE-DC7A-D80E-D30B4978A7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562" y="5580571"/>
            <a:ext cx="2599616" cy="692554"/>
          </a:xfrm>
          <a:prstGeom prst="rect">
            <a:avLst/>
          </a:prstGeom>
          <a:noFill/>
          <a:extLst>
            <a:ext uri="{909E8E84-426E-40DD-AFC4-6F175D3DCCD1}">
              <a14:hiddenFill xmlns:a14="http://schemas.microsoft.com/office/drawing/2010/main">
                <a:solidFill>
                  <a:srgbClr val="FFFFFF"/>
                </a:solidFill>
              </a14:hiddenFill>
            </a:ext>
          </a:extLst>
        </p:spPr>
      </p:pic>
      <p:sp>
        <p:nvSpPr>
          <p:cNvPr id="5" name="Flecha derecha 4">
            <a:extLst>
              <a:ext uri="{FF2B5EF4-FFF2-40B4-BE49-F238E27FC236}">
                <a16:creationId xmlns:a16="http://schemas.microsoft.com/office/drawing/2014/main" id="{8E935496-2392-AAF8-4699-A8038E790FF6}"/>
              </a:ext>
            </a:extLst>
          </p:cNvPr>
          <p:cNvSpPr/>
          <p:nvPr/>
        </p:nvSpPr>
        <p:spPr>
          <a:xfrm>
            <a:off x="3778512" y="2456033"/>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 name="Flecha derecha 5">
            <a:extLst>
              <a:ext uri="{FF2B5EF4-FFF2-40B4-BE49-F238E27FC236}">
                <a16:creationId xmlns:a16="http://schemas.microsoft.com/office/drawing/2014/main" id="{16310DD1-67A1-792D-85EE-8F8F08C910F8}"/>
              </a:ext>
            </a:extLst>
          </p:cNvPr>
          <p:cNvSpPr/>
          <p:nvPr/>
        </p:nvSpPr>
        <p:spPr>
          <a:xfrm>
            <a:off x="3778511" y="5718010"/>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CuadroTexto 21">
            <a:extLst>
              <a:ext uri="{FF2B5EF4-FFF2-40B4-BE49-F238E27FC236}">
                <a16:creationId xmlns:a16="http://schemas.microsoft.com/office/drawing/2014/main" id="{DDD80419-92A2-F969-F4EF-74EC8FE9BBE0}"/>
              </a:ext>
            </a:extLst>
          </p:cNvPr>
          <p:cNvSpPr txBox="1"/>
          <p:nvPr/>
        </p:nvSpPr>
        <p:spPr>
          <a:xfrm>
            <a:off x="5420123" y="1599070"/>
            <a:ext cx="635653" cy="523220"/>
          </a:xfrm>
          <a:prstGeom prst="rect">
            <a:avLst/>
          </a:prstGeom>
          <a:noFill/>
        </p:spPr>
        <p:txBody>
          <a:bodyPr wrap="square" rtlCol="0">
            <a:spAutoFit/>
          </a:bodyPr>
          <a:lstStyle/>
          <a:p>
            <a:r>
              <a:rPr lang="es-ES_tradnl" sz="2800" b="1" dirty="0">
                <a:solidFill>
                  <a:srgbClr val="7E0029"/>
                </a:solidFill>
                <a:latin typeface="+mj-lt"/>
                <a:ea typeface="+mj-ea"/>
                <a:cs typeface="+mj-cs"/>
              </a:rPr>
              <a:t>16</a:t>
            </a:r>
          </a:p>
        </p:txBody>
      </p:sp>
      <p:sp>
        <p:nvSpPr>
          <p:cNvPr id="34" name="Flecha doblada hacia arriba 33">
            <a:extLst>
              <a:ext uri="{FF2B5EF4-FFF2-40B4-BE49-F238E27FC236}">
                <a16:creationId xmlns:a16="http://schemas.microsoft.com/office/drawing/2014/main" id="{482A6102-BD1A-9E9A-27A9-32B139C30CA8}"/>
              </a:ext>
            </a:extLst>
          </p:cNvPr>
          <p:cNvSpPr/>
          <p:nvPr/>
        </p:nvSpPr>
        <p:spPr>
          <a:xfrm flipV="1">
            <a:off x="6371867" y="2219680"/>
            <a:ext cx="1699318" cy="650014"/>
          </a:xfrm>
          <a:prstGeom prst="bentUp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4" name="CuadroTexto 43">
            <a:extLst>
              <a:ext uri="{FF2B5EF4-FFF2-40B4-BE49-F238E27FC236}">
                <a16:creationId xmlns:a16="http://schemas.microsoft.com/office/drawing/2014/main" id="{00617F45-6197-5CD4-9EF8-8DAC89AE0534}"/>
              </a:ext>
            </a:extLst>
          </p:cNvPr>
          <p:cNvSpPr txBox="1"/>
          <p:nvPr/>
        </p:nvSpPr>
        <p:spPr>
          <a:xfrm>
            <a:off x="5353798" y="4885242"/>
            <a:ext cx="635653" cy="523220"/>
          </a:xfrm>
          <a:prstGeom prst="rect">
            <a:avLst/>
          </a:prstGeom>
          <a:noFill/>
        </p:spPr>
        <p:txBody>
          <a:bodyPr wrap="square" rtlCol="0">
            <a:spAutoFit/>
          </a:bodyPr>
          <a:lstStyle/>
          <a:p>
            <a:r>
              <a:rPr lang="es-ES_tradnl" sz="2800" b="1" dirty="0">
                <a:solidFill>
                  <a:srgbClr val="7E0029"/>
                </a:solidFill>
                <a:latin typeface="+mj-lt"/>
                <a:ea typeface="+mj-ea"/>
                <a:cs typeface="+mj-cs"/>
              </a:rPr>
              <a:t>30</a:t>
            </a:r>
          </a:p>
        </p:txBody>
      </p:sp>
      <p:sp>
        <p:nvSpPr>
          <p:cNvPr id="45" name="Flecha doblada hacia arriba 44">
            <a:extLst>
              <a:ext uri="{FF2B5EF4-FFF2-40B4-BE49-F238E27FC236}">
                <a16:creationId xmlns:a16="http://schemas.microsoft.com/office/drawing/2014/main" id="{EE3D9E69-375E-2943-6B85-75D093AFDE1C}"/>
              </a:ext>
            </a:extLst>
          </p:cNvPr>
          <p:cNvSpPr/>
          <p:nvPr/>
        </p:nvSpPr>
        <p:spPr>
          <a:xfrm>
            <a:off x="6344909" y="5476478"/>
            <a:ext cx="1730707" cy="650014"/>
          </a:xfrm>
          <a:prstGeom prst="bentUp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7" name="Gráfico 46" descr="Filtro con relleno sólido">
            <a:extLst>
              <a:ext uri="{FF2B5EF4-FFF2-40B4-BE49-F238E27FC236}">
                <a16:creationId xmlns:a16="http://schemas.microsoft.com/office/drawing/2014/main" id="{9C9A8473-FB61-A476-FC3C-F07AF1F8A1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9518" y="2844571"/>
            <a:ext cx="882428" cy="882428"/>
          </a:xfrm>
          <a:prstGeom prst="rect">
            <a:avLst/>
          </a:prstGeom>
        </p:spPr>
      </p:pic>
      <p:sp>
        <p:nvSpPr>
          <p:cNvPr id="48" name="CuadroTexto 47">
            <a:extLst>
              <a:ext uri="{FF2B5EF4-FFF2-40B4-BE49-F238E27FC236}">
                <a16:creationId xmlns:a16="http://schemas.microsoft.com/office/drawing/2014/main" id="{F61A84F1-30A2-5435-20E8-99CB49AF3DAC}"/>
              </a:ext>
            </a:extLst>
          </p:cNvPr>
          <p:cNvSpPr txBox="1"/>
          <p:nvPr/>
        </p:nvSpPr>
        <p:spPr>
          <a:xfrm>
            <a:off x="6172448" y="3642661"/>
            <a:ext cx="3211585" cy="461665"/>
          </a:xfrm>
          <a:prstGeom prst="rect">
            <a:avLst/>
          </a:prstGeom>
          <a:noFill/>
        </p:spPr>
        <p:txBody>
          <a:bodyPr wrap="none" rtlCol="0">
            <a:spAutoFit/>
          </a:bodyPr>
          <a:lstStyle/>
          <a:p>
            <a:r>
              <a:rPr lang="es-ES_tradnl" sz="2400" dirty="0" err="1"/>
              <a:t>Available</a:t>
            </a:r>
            <a:r>
              <a:rPr lang="es-ES_tradnl" sz="2400" dirty="0"/>
              <a:t> </a:t>
            </a:r>
            <a:r>
              <a:rPr lang="es-ES_tradnl" sz="2400" dirty="0" err="1"/>
              <a:t>on</a:t>
            </a:r>
            <a:r>
              <a:rPr lang="es-ES_tradnl" sz="2400" dirty="0"/>
              <a:t> </a:t>
            </a:r>
            <a:r>
              <a:rPr lang="es-ES_tradnl" sz="2400" dirty="0" err="1"/>
              <a:t>webarchive</a:t>
            </a:r>
            <a:endParaRPr lang="es-ES_tradnl" sz="2400" dirty="0"/>
          </a:p>
        </p:txBody>
      </p:sp>
      <p:sp>
        <p:nvSpPr>
          <p:cNvPr id="49" name="CuadroTexto 48">
            <a:extLst>
              <a:ext uri="{FF2B5EF4-FFF2-40B4-BE49-F238E27FC236}">
                <a16:creationId xmlns:a16="http://schemas.microsoft.com/office/drawing/2014/main" id="{101C23AC-1A23-EC78-9E5A-C8461BDD2259}"/>
              </a:ext>
            </a:extLst>
          </p:cNvPr>
          <p:cNvSpPr txBox="1"/>
          <p:nvPr/>
        </p:nvSpPr>
        <p:spPr>
          <a:xfrm>
            <a:off x="5936676" y="4129396"/>
            <a:ext cx="3693703" cy="461665"/>
          </a:xfrm>
          <a:prstGeom prst="rect">
            <a:avLst/>
          </a:prstGeom>
          <a:noFill/>
        </p:spPr>
        <p:txBody>
          <a:bodyPr wrap="none" rtlCol="0">
            <a:spAutoFit/>
          </a:bodyPr>
          <a:lstStyle/>
          <a:p>
            <a:r>
              <a:rPr lang="es-ES_tradnl" sz="2400" dirty="0"/>
              <a:t>+4 </a:t>
            </a:r>
            <a:r>
              <a:rPr lang="es-ES_tradnl" sz="2400" dirty="0" err="1"/>
              <a:t>years</a:t>
            </a:r>
            <a:r>
              <a:rPr lang="es-ES_tradnl" sz="2400" dirty="0"/>
              <a:t> </a:t>
            </a:r>
            <a:r>
              <a:rPr lang="es-ES_tradnl" sz="2400" dirty="0" err="1"/>
              <a:t>of</a:t>
            </a:r>
            <a:r>
              <a:rPr lang="es-ES_tradnl" sz="2400" dirty="0"/>
              <a:t> </a:t>
            </a:r>
            <a:r>
              <a:rPr lang="es-ES_tradnl" sz="2400" dirty="0" err="1"/>
              <a:t>trackable</a:t>
            </a:r>
            <a:r>
              <a:rPr lang="es-ES_tradnl" sz="2400" dirty="0"/>
              <a:t> </a:t>
            </a:r>
            <a:r>
              <a:rPr lang="es-ES_tradnl" sz="2400" dirty="0" err="1"/>
              <a:t>history</a:t>
            </a:r>
            <a:endParaRPr lang="es-ES_tradnl" sz="2400" dirty="0"/>
          </a:p>
        </p:txBody>
      </p:sp>
      <p:sp>
        <p:nvSpPr>
          <p:cNvPr id="50" name="CuadroTexto 49">
            <a:extLst>
              <a:ext uri="{FF2B5EF4-FFF2-40B4-BE49-F238E27FC236}">
                <a16:creationId xmlns:a16="http://schemas.microsoft.com/office/drawing/2014/main" id="{71C2D7AC-1999-82F1-05E8-1654D6C74D0D}"/>
              </a:ext>
            </a:extLst>
          </p:cNvPr>
          <p:cNvSpPr txBox="1"/>
          <p:nvPr/>
        </p:nvSpPr>
        <p:spPr>
          <a:xfrm>
            <a:off x="6424227" y="4577465"/>
            <a:ext cx="2979855" cy="830997"/>
          </a:xfrm>
          <a:prstGeom prst="rect">
            <a:avLst/>
          </a:prstGeom>
          <a:noFill/>
        </p:spPr>
        <p:txBody>
          <a:bodyPr wrap="none" rtlCol="0">
            <a:spAutoFit/>
          </a:bodyPr>
          <a:lstStyle/>
          <a:p>
            <a:pPr algn="ctr"/>
            <a:r>
              <a:rPr lang="es-ES_tradnl" sz="2400" dirty="0"/>
              <a:t>Clear </a:t>
            </a:r>
            <a:r>
              <a:rPr lang="es-ES_tradnl" sz="2400" dirty="0" err="1"/>
              <a:t>list</a:t>
            </a:r>
            <a:r>
              <a:rPr lang="es-ES_tradnl" sz="2400" dirty="0"/>
              <a:t> </a:t>
            </a:r>
            <a:r>
              <a:rPr lang="es-ES_tradnl" sz="2400" dirty="0" err="1"/>
              <a:t>of</a:t>
            </a:r>
            <a:r>
              <a:rPr lang="es-ES_tradnl" sz="2400" dirty="0"/>
              <a:t> </a:t>
            </a:r>
            <a:r>
              <a:rPr lang="es-ES_tradnl" sz="2400" dirty="0" err="1"/>
              <a:t>features</a:t>
            </a:r>
            <a:r>
              <a:rPr lang="es-ES_tradnl" sz="2400" dirty="0"/>
              <a:t> in</a:t>
            </a:r>
          </a:p>
          <a:p>
            <a:pPr algn="ctr"/>
            <a:r>
              <a:rPr lang="es-ES_tradnl" sz="2400" dirty="0" err="1"/>
              <a:t>most</a:t>
            </a:r>
            <a:r>
              <a:rPr lang="es-ES_tradnl" sz="2400" dirty="0"/>
              <a:t> </a:t>
            </a:r>
            <a:r>
              <a:rPr lang="es-ES_tradnl" sz="2400" dirty="0" err="1"/>
              <a:t>snapshots</a:t>
            </a:r>
            <a:endParaRPr lang="es-ES_tradnl" sz="2400" dirty="0"/>
          </a:p>
        </p:txBody>
      </p:sp>
      <p:sp>
        <p:nvSpPr>
          <p:cNvPr id="51" name="Flecha derecha 50">
            <a:extLst>
              <a:ext uri="{FF2B5EF4-FFF2-40B4-BE49-F238E27FC236}">
                <a16:creationId xmlns:a16="http://schemas.microsoft.com/office/drawing/2014/main" id="{A185BDA9-A726-6ABA-DE19-A417970B6BBE}"/>
              </a:ext>
            </a:extLst>
          </p:cNvPr>
          <p:cNvSpPr/>
          <p:nvPr/>
        </p:nvSpPr>
        <p:spPr>
          <a:xfrm>
            <a:off x="9303957" y="3518160"/>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29" name="CuadroTexto 1028">
            <a:extLst>
              <a:ext uri="{FF2B5EF4-FFF2-40B4-BE49-F238E27FC236}">
                <a16:creationId xmlns:a16="http://schemas.microsoft.com/office/drawing/2014/main" id="{91F00BEC-C124-F111-1990-6B6EEBF569AA}"/>
              </a:ext>
            </a:extLst>
          </p:cNvPr>
          <p:cNvSpPr txBox="1"/>
          <p:nvPr/>
        </p:nvSpPr>
        <p:spPr>
          <a:xfrm>
            <a:off x="10822600" y="4134538"/>
            <a:ext cx="940429" cy="646331"/>
          </a:xfrm>
          <a:prstGeom prst="rect">
            <a:avLst/>
          </a:prstGeom>
          <a:noFill/>
        </p:spPr>
        <p:txBody>
          <a:bodyPr wrap="square" rtlCol="0">
            <a:spAutoFit/>
          </a:bodyPr>
          <a:lstStyle/>
          <a:p>
            <a:r>
              <a:rPr lang="es-ES_tradnl" sz="3600" b="1" dirty="0">
                <a:solidFill>
                  <a:srgbClr val="7E0029"/>
                </a:solidFill>
                <a:latin typeface="+mj-lt"/>
                <a:ea typeface="+mj-ea"/>
                <a:cs typeface="+mj-cs"/>
              </a:rPr>
              <a:t>162</a:t>
            </a:r>
            <a:endParaRPr lang="es-ES_tradnl" sz="2800" b="1" dirty="0">
              <a:solidFill>
                <a:srgbClr val="7E0029"/>
              </a:solidFill>
              <a:latin typeface="+mj-lt"/>
              <a:ea typeface="+mj-ea"/>
              <a:cs typeface="+mj-cs"/>
            </a:endParaRPr>
          </a:p>
        </p:txBody>
      </p:sp>
      <p:sp>
        <p:nvSpPr>
          <p:cNvPr id="23" name="CuadroTexto 22">
            <a:extLst>
              <a:ext uri="{FF2B5EF4-FFF2-40B4-BE49-F238E27FC236}">
                <a16:creationId xmlns:a16="http://schemas.microsoft.com/office/drawing/2014/main" id="{4073D9B1-DB85-3CE8-6E21-97CF45F84CB4}"/>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10</a:t>
            </a:r>
          </a:p>
        </p:txBody>
      </p:sp>
      <p:pic>
        <p:nvPicPr>
          <p:cNvPr id="7" name="Imagen 6" descr="Imagen que contiene exterior, luz, calle&#10;&#10;Descripción generada automáticamente">
            <a:extLst>
              <a:ext uri="{FF2B5EF4-FFF2-40B4-BE49-F238E27FC236}">
                <a16:creationId xmlns:a16="http://schemas.microsoft.com/office/drawing/2014/main" id="{8E77B08A-BC22-B8B4-0213-3DF8B3F1C94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14266" y="2112128"/>
            <a:ext cx="914718" cy="914718"/>
          </a:xfrm>
          <a:prstGeom prst="rect">
            <a:avLst/>
          </a:prstGeom>
        </p:spPr>
      </p:pic>
      <p:pic>
        <p:nvPicPr>
          <p:cNvPr id="8" name="Imagen 7" descr="Imagen que contiene exterior, luz, calle&#10;&#10;Descripción generada automáticamente">
            <a:extLst>
              <a:ext uri="{FF2B5EF4-FFF2-40B4-BE49-F238E27FC236}">
                <a16:creationId xmlns:a16="http://schemas.microsoft.com/office/drawing/2014/main" id="{B237E9C2-F358-675F-CB2F-53DA45257EF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41058" y="5420062"/>
            <a:ext cx="914718" cy="914718"/>
          </a:xfrm>
          <a:prstGeom prst="rect">
            <a:avLst/>
          </a:prstGeom>
        </p:spPr>
      </p:pic>
      <p:pic>
        <p:nvPicPr>
          <p:cNvPr id="10" name="Imagen 9" descr="Texto&#10;&#10;Descripción generada automáticamente">
            <a:extLst>
              <a:ext uri="{FF2B5EF4-FFF2-40B4-BE49-F238E27FC236}">
                <a16:creationId xmlns:a16="http://schemas.microsoft.com/office/drawing/2014/main" id="{F5B094AB-49B7-9BDC-F44C-E5DF5BEF753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708616" y="2950319"/>
            <a:ext cx="1125997" cy="1125997"/>
          </a:xfrm>
          <a:prstGeom prst="rect">
            <a:avLst/>
          </a:prstGeom>
        </p:spPr>
      </p:pic>
      <p:cxnSp>
        <p:nvCxnSpPr>
          <p:cNvPr id="12" name="Conector recto 11">
            <a:extLst>
              <a:ext uri="{FF2B5EF4-FFF2-40B4-BE49-F238E27FC236}">
                <a16:creationId xmlns:a16="http://schemas.microsoft.com/office/drawing/2014/main" id="{164975C3-C505-D9E4-2995-C08E87740471}"/>
              </a:ext>
            </a:extLst>
          </p:cNvPr>
          <p:cNvCxnSpPr>
            <a:cxnSpLocks/>
          </p:cNvCxnSpPr>
          <p:nvPr/>
        </p:nvCxnSpPr>
        <p:spPr>
          <a:xfrm>
            <a:off x="7751428" y="4135039"/>
            <a:ext cx="260059" cy="0"/>
          </a:xfrm>
          <a:prstGeom prst="line">
            <a:avLst/>
          </a:prstGeom>
          <a:ln w="19050">
            <a:solidFill>
              <a:srgbClr val="7E0029"/>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85898B18-A52E-5962-4ADC-E16B82682CB0}"/>
              </a:ext>
            </a:extLst>
          </p:cNvPr>
          <p:cNvCxnSpPr>
            <a:cxnSpLocks/>
          </p:cNvCxnSpPr>
          <p:nvPr/>
        </p:nvCxnSpPr>
        <p:spPr>
          <a:xfrm>
            <a:off x="7752826" y="4606221"/>
            <a:ext cx="250272" cy="0"/>
          </a:xfrm>
          <a:prstGeom prst="line">
            <a:avLst/>
          </a:prstGeom>
          <a:ln w="19050">
            <a:solidFill>
              <a:srgbClr val="7E0029"/>
            </a:solidFill>
          </a:ln>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1EDD9215-DE68-6DE8-F562-A21A8EE4E010}"/>
              </a:ext>
            </a:extLst>
          </p:cNvPr>
          <p:cNvPicPr>
            <a:picLocks noChangeAspect="1"/>
          </p:cNvPicPr>
          <p:nvPr/>
        </p:nvPicPr>
        <p:blipFill>
          <a:blip r:embed="rId11"/>
          <a:stretch>
            <a:fillRect/>
          </a:stretch>
        </p:blipFill>
        <p:spPr>
          <a:xfrm rot="1490575">
            <a:off x="10116889" y="5457812"/>
            <a:ext cx="824608" cy="824608"/>
          </a:xfrm>
          <a:prstGeom prst="rect">
            <a:avLst/>
          </a:prstGeom>
        </p:spPr>
      </p:pic>
      <p:pic>
        <p:nvPicPr>
          <p:cNvPr id="11" name="Imagen 10">
            <a:extLst>
              <a:ext uri="{FF2B5EF4-FFF2-40B4-BE49-F238E27FC236}">
                <a16:creationId xmlns:a16="http://schemas.microsoft.com/office/drawing/2014/main" id="{4CA22158-CF43-F75C-3584-3455594874A7}"/>
              </a:ext>
            </a:extLst>
          </p:cNvPr>
          <p:cNvPicPr>
            <a:picLocks noChangeAspect="1"/>
          </p:cNvPicPr>
          <p:nvPr/>
        </p:nvPicPr>
        <p:blipFill>
          <a:blip r:embed="rId12"/>
          <a:stretch>
            <a:fillRect/>
          </a:stretch>
        </p:blipFill>
        <p:spPr>
          <a:xfrm rot="20502613">
            <a:off x="9675343" y="5407325"/>
            <a:ext cx="752594" cy="860701"/>
          </a:xfrm>
          <a:prstGeom prst="rect">
            <a:avLst/>
          </a:prstGeom>
        </p:spPr>
      </p:pic>
      <p:pic>
        <p:nvPicPr>
          <p:cNvPr id="14" name="Gráfico 13">
            <a:extLst>
              <a:ext uri="{FF2B5EF4-FFF2-40B4-BE49-F238E27FC236}">
                <a16:creationId xmlns:a16="http://schemas.microsoft.com/office/drawing/2014/main" id="{574C9650-7C10-9D70-7923-346694BEAE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149911">
            <a:off x="9207110" y="5409881"/>
            <a:ext cx="638668" cy="638668"/>
          </a:xfrm>
          <a:prstGeom prst="rect">
            <a:avLst/>
          </a:prstGeom>
        </p:spPr>
      </p:pic>
      <p:pic>
        <p:nvPicPr>
          <p:cNvPr id="15" name="Imagen 14">
            <a:extLst>
              <a:ext uri="{FF2B5EF4-FFF2-40B4-BE49-F238E27FC236}">
                <a16:creationId xmlns:a16="http://schemas.microsoft.com/office/drawing/2014/main" id="{A3E5007A-6E3C-F119-D6D5-AF7B7847B7D9}"/>
              </a:ext>
            </a:extLst>
          </p:cNvPr>
          <p:cNvPicPr>
            <a:picLocks noChangeAspect="1"/>
          </p:cNvPicPr>
          <p:nvPr/>
        </p:nvPicPr>
        <p:blipFill>
          <a:blip r:embed="rId15"/>
          <a:stretch>
            <a:fillRect/>
          </a:stretch>
        </p:blipFill>
        <p:spPr>
          <a:xfrm rot="20133931">
            <a:off x="9341895" y="5508323"/>
            <a:ext cx="812124" cy="812124"/>
          </a:xfrm>
          <a:prstGeom prst="rect">
            <a:avLst/>
          </a:prstGeom>
        </p:spPr>
      </p:pic>
      <p:pic>
        <p:nvPicPr>
          <p:cNvPr id="16" name="Imagen 15">
            <a:extLst>
              <a:ext uri="{FF2B5EF4-FFF2-40B4-BE49-F238E27FC236}">
                <a16:creationId xmlns:a16="http://schemas.microsoft.com/office/drawing/2014/main" id="{831AF6C1-9898-B1BA-A7D9-C1101AE85369}"/>
              </a:ext>
            </a:extLst>
          </p:cNvPr>
          <p:cNvPicPr>
            <a:picLocks noChangeAspect="1"/>
          </p:cNvPicPr>
          <p:nvPr/>
        </p:nvPicPr>
        <p:blipFill>
          <a:blip r:embed="rId16"/>
          <a:stretch>
            <a:fillRect/>
          </a:stretch>
        </p:blipFill>
        <p:spPr>
          <a:xfrm rot="1685516">
            <a:off x="10233689" y="5260004"/>
            <a:ext cx="938661" cy="938661"/>
          </a:xfrm>
          <a:prstGeom prst="rect">
            <a:avLst/>
          </a:prstGeom>
        </p:spPr>
      </p:pic>
      <p:sp>
        <p:nvSpPr>
          <p:cNvPr id="17" name="Rectángulo 16">
            <a:extLst>
              <a:ext uri="{FF2B5EF4-FFF2-40B4-BE49-F238E27FC236}">
                <a16:creationId xmlns:a16="http://schemas.microsoft.com/office/drawing/2014/main" id="{07F94239-65C3-F9CF-9C5A-71DFEF8F52C4}"/>
              </a:ext>
            </a:extLst>
          </p:cNvPr>
          <p:cNvSpPr/>
          <p:nvPr/>
        </p:nvSpPr>
        <p:spPr>
          <a:xfrm>
            <a:off x="8869697" y="5348713"/>
            <a:ext cx="2584362" cy="1015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154C8D8C-13A8-0DB4-B549-F583FCC49AA8}"/>
              </a:ext>
            </a:extLst>
          </p:cNvPr>
          <p:cNvSpPr txBox="1"/>
          <p:nvPr/>
        </p:nvSpPr>
        <p:spPr>
          <a:xfrm>
            <a:off x="8869697" y="5348474"/>
            <a:ext cx="2584362" cy="1015663"/>
          </a:xfrm>
          <a:prstGeom prst="rect">
            <a:avLst/>
          </a:prstGeom>
          <a:noFill/>
          <a:ln w="19050">
            <a:solidFill>
              <a:srgbClr val="7E0029"/>
            </a:solidFill>
          </a:ln>
        </p:spPr>
        <p:txBody>
          <a:bodyPr wrap="square" rtlCol="0">
            <a:spAutoFit/>
          </a:bodyPr>
          <a:lstStyle/>
          <a:p>
            <a:r>
              <a:rPr lang="es-ES_tradnl" sz="6000" dirty="0">
                <a:solidFill>
                  <a:srgbClr val="7E0029"/>
                </a:solidFill>
              </a:rPr>
              <a:t>30 SaaS</a:t>
            </a:r>
            <a:endParaRPr lang="es-ES_tradnl" dirty="0">
              <a:solidFill>
                <a:srgbClr val="7E0029"/>
              </a:solidFill>
            </a:endParaRPr>
          </a:p>
        </p:txBody>
      </p:sp>
    </p:spTree>
    <p:custDataLst>
      <p:tags r:id="rId1"/>
    </p:custDataLst>
    <p:extLst>
      <p:ext uri="{BB962C8B-B14F-4D97-AF65-F5344CB8AC3E}">
        <p14:creationId xmlns:p14="http://schemas.microsoft.com/office/powerpoint/2010/main" val="3069107042"/>
      </p:ext>
    </p:extLst>
  </p:cSld>
  <p:clrMapOvr>
    <a:masterClrMapping/>
  </p:clrMapOvr>
  <mc:AlternateContent xmlns:mc="http://schemas.openxmlformats.org/markup-compatibility/2006" xmlns:p14="http://schemas.microsoft.com/office/powerpoint/2010/main">
    <mc:Choice Requires="p14">
      <p:transition p14:dur="0" advTm="83107"/>
    </mc:Choice>
    <mc:Fallback xmlns="">
      <p:transition advTm="831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blinds(horizontal)">
                                      <p:cBhvr>
                                        <p:cTn id="7" dur="500"/>
                                        <p:tgtEl>
                                          <p:spTgt spid="10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blinds(horizontal)">
                                      <p:cBhvr>
                                        <p:cTn id="13" dur="500"/>
                                        <p:tgtEl>
                                          <p:spTgt spid="44"/>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blinds(horizontal)">
                                      <p:cBhvr>
                                        <p:cTn id="21" dur="500"/>
                                        <p:tgtEl>
                                          <p:spTgt spid="34"/>
                                        </p:tgtEl>
                                      </p:cBhvr>
                                    </p:animEffect>
                                  </p:childTnLst>
                                </p:cTn>
                              </p:par>
                              <p:par>
                                <p:cTn id="22" presetID="3" presetClass="entr" presetSubtype="1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linds(horizontal)">
                                      <p:cBhvr>
                                        <p:cTn id="24" dur="500"/>
                                        <p:tgtEl>
                                          <p:spTgt spid="12"/>
                                        </p:tgtEl>
                                      </p:cBhvr>
                                    </p:animEffect>
                                  </p:childTnLst>
                                </p:cTn>
                              </p:par>
                              <p:par>
                                <p:cTn id="25" presetID="3" presetClass="entr" presetSubtype="1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par>
                                <p:cTn id="28" presetID="3" presetClass="entr" presetSubtype="10" fill="hold" nodeType="with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blinds(horizontal)">
                                      <p:cBhvr>
                                        <p:cTn id="30" dur="500"/>
                                        <p:tgtEl>
                                          <p:spTgt spid="4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blinds(horizontal)">
                                      <p:cBhvr>
                                        <p:cTn id="33" dur="500"/>
                                        <p:tgtEl>
                                          <p:spTgt spid="48"/>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blinds(horizontal)">
                                      <p:cBhvr>
                                        <p:cTn id="36" dur="500"/>
                                        <p:tgtEl>
                                          <p:spTgt spid="4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blinds(horizontal)">
                                      <p:cBhvr>
                                        <p:cTn id="39" dur="500"/>
                                        <p:tgtEl>
                                          <p:spTgt spid="50"/>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blinds(horizontal)">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blinds(horizontal)">
                                      <p:cBhvr>
                                        <p:cTn id="47" dur="500"/>
                                        <p:tgtEl>
                                          <p:spTgt spid="5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029"/>
                                        </p:tgtEl>
                                        <p:attrNameLst>
                                          <p:attrName>style.visibility</p:attrName>
                                        </p:attrNameLst>
                                      </p:cBhvr>
                                      <p:to>
                                        <p:strVal val="visible"/>
                                      </p:to>
                                    </p:set>
                                    <p:animEffect transition="in" filter="blinds(horizontal)">
                                      <p:cBhvr>
                                        <p:cTn id="50" dur="500"/>
                                        <p:tgtEl>
                                          <p:spTgt spid="1029"/>
                                        </p:tgtEl>
                                      </p:cBhvr>
                                    </p:animEffect>
                                  </p:childTnLst>
                                </p:cTn>
                              </p:par>
                              <p:par>
                                <p:cTn id="51" presetID="3" presetClass="entr" presetSubtype="1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blinds(horizontal)">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blinds(horizontal)">
                                      <p:cBhvr>
                                        <p:cTn id="5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4" grpId="0" animBg="1"/>
      <p:bldP spid="44" grpId="0"/>
      <p:bldP spid="45" grpId="0" animBg="1"/>
      <p:bldP spid="48" grpId="0"/>
      <p:bldP spid="49" grpId="0"/>
      <p:bldP spid="50" grpId="0"/>
      <p:bldP spid="51" grpId="0" animBg="1"/>
      <p:bldP spid="1029" grpId="0"/>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EE025-1EA1-9539-84D8-224F3A839A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36F943-EC27-D573-6165-04D80DB38491}"/>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pic>
        <p:nvPicPr>
          <p:cNvPr id="4" name="Imagen 3" descr="Texto&#10;&#10;Descripción generada automáticamente">
            <a:extLst>
              <a:ext uri="{FF2B5EF4-FFF2-40B4-BE49-F238E27FC236}">
                <a16:creationId xmlns:a16="http://schemas.microsoft.com/office/drawing/2014/main" id="{871BA497-E1DC-99BA-85D3-C701A30CE9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0258" y="1847344"/>
            <a:ext cx="2142994" cy="1455075"/>
          </a:xfrm>
          <a:prstGeom prst="rect">
            <a:avLst/>
          </a:prstGeom>
          <a:ln w="28575">
            <a:solidFill>
              <a:srgbClr val="7E0029"/>
            </a:solidFill>
          </a:ln>
        </p:spPr>
      </p:pic>
      <p:pic>
        <p:nvPicPr>
          <p:cNvPr id="1026" name="Picture 2" descr="Github Logo - Free social media icons">
            <a:extLst>
              <a:ext uri="{FF2B5EF4-FFF2-40B4-BE49-F238E27FC236}">
                <a16:creationId xmlns:a16="http://schemas.microsoft.com/office/drawing/2014/main" id="{AFEF0396-4C84-8667-63BB-1F359C7D15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487" y="2276055"/>
            <a:ext cx="597654" cy="5976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latfile helps ClickUp simplify data onboarding | Flatfile">
            <a:extLst>
              <a:ext uri="{FF2B5EF4-FFF2-40B4-BE49-F238E27FC236}">
                <a16:creationId xmlns:a16="http://schemas.microsoft.com/office/drawing/2014/main" id="{DBA2EFD4-02E6-5ADB-D30E-7034B3011E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562" y="5580571"/>
            <a:ext cx="2599616" cy="692554"/>
          </a:xfrm>
          <a:prstGeom prst="rect">
            <a:avLst/>
          </a:prstGeom>
          <a:noFill/>
          <a:extLst>
            <a:ext uri="{909E8E84-426E-40DD-AFC4-6F175D3DCCD1}">
              <a14:hiddenFill xmlns:a14="http://schemas.microsoft.com/office/drawing/2010/main">
                <a:solidFill>
                  <a:srgbClr val="FFFFFF"/>
                </a:solidFill>
              </a14:hiddenFill>
            </a:ext>
          </a:extLst>
        </p:spPr>
      </p:pic>
      <p:sp>
        <p:nvSpPr>
          <p:cNvPr id="5" name="Flecha derecha 4">
            <a:extLst>
              <a:ext uri="{FF2B5EF4-FFF2-40B4-BE49-F238E27FC236}">
                <a16:creationId xmlns:a16="http://schemas.microsoft.com/office/drawing/2014/main" id="{39705A60-319F-72D6-9EF3-24E6E63B34E6}"/>
              </a:ext>
            </a:extLst>
          </p:cNvPr>
          <p:cNvSpPr/>
          <p:nvPr/>
        </p:nvSpPr>
        <p:spPr>
          <a:xfrm>
            <a:off x="3778512" y="2456033"/>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 name="Flecha derecha 5">
            <a:extLst>
              <a:ext uri="{FF2B5EF4-FFF2-40B4-BE49-F238E27FC236}">
                <a16:creationId xmlns:a16="http://schemas.microsoft.com/office/drawing/2014/main" id="{4892851A-30FE-3645-3694-5F94AA795499}"/>
              </a:ext>
            </a:extLst>
          </p:cNvPr>
          <p:cNvSpPr/>
          <p:nvPr/>
        </p:nvSpPr>
        <p:spPr>
          <a:xfrm>
            <a:off x="3778511" y="5718010"/>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CuadroTexto 21">
            <a:extLst>
              <a:ext uri="{FF2B5EF4-FFF2-40B4-BE49-F238E27FC236}">
                <a16:creationId xmlns:a16="http://schemas.microsoft.com/office/drawing/2014/main" id="{E83D2799-ABEB-BD07-55A4-D68DB3213FD7}"/>
              </a:ext>
            </a:extLst>
          </p:cNvPr>
          <p:cNvSpPr txBox="1"/>
          <p:nvPr/>
        </p:nvSpPr>
        <p:spPr>
          <a:xfrm>
            <a:off x="5420123" y="1599070"/>
            <a:ext cx="635653" cy="523220"/>
          </a:xfrm>
          <a:prstGeom prst="rect">
            <a:avLst/>
          </a:prstGeom>
          <a:noFill/>
        </p:spPr>
        <p:txBody>
          <a:bodyPr wrap="square" rtlCol="0">
            <a:spAutoFit/>
          </a:bodyPr>
          <a:lstStyle/>
          <a:p>
            <a:r>
              <a:rPr lang="es-ES_tradnl" sz="2800" b="1" dirty="0">
                <a:solidFill>
                  <a:srgbClr val="7E0029"/>
                </a:solidFill>
                <a:latin typeface="+mj-lt"/>
                <a:ea typeface="+mj-ea"/>
                <a:cs typeface="+mj-cs"/>
              </a:rPr>
              <a:t>16</a:t>
            </a:r>
          </a:p>
        </p:txBody>
      </p:sp>
      <p:sp>
        <p:nvSpPr>
          <p:cNvPr id="34" name="Flecha doblada hacia arriba 33">
            <a:extLst>
              <a:ext uri="{FF2B5EF4-FFF2-40B4-BE49-F238E27FC236}">
                <a16:creationId xmlns:a16="http://schemas.microsoft.com/office/drawing/2014/main" id="{EFA7B014-BDF7-8571-B7F8-50BB5A28335B}"/>
              </a:ext>
            </a:extLst>
          </p:cNvPr>
          <p:cNvSpPr/>
          <p:nvPr/>
        </p:nvSpPr>
        <p:spPr>
          <a:xfrm flipV="1">
            <a:off x="6371867" y="2219680"/>
            <a:ext cx="1699318" cy="650014"/>
          </a:xfrm>
          <a:prstGeom prst="bentUp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4" name="CuadroTexto 43">
            <a:extLst>
              <a:ext uri="{FF2B5EF4-FFF2-40B4-BE49-F238E27FC236}">
                <a16:creationId xmlns:a16="http://schemas.microsoft.com/office/drawing/2014/main" id="{BF712C01-DE9B-0C94-74C4-AA02093AFDA4}"/>
              </a:ext>
            </a:extLst>
          </p:cNvPr>
          <p:cNvSpPr txBox="1"/>
          <p:nvPr/>
        </p:nvSpPr>
        <p:spPr>
          <a:xfrm>
            <a:off x="5353798" y="4885242"/>
            <a:ext cx="635653" cy="523220"/>
          </a:xfrm>
          <a:prstGeom prst="rect">
            <a:avLst/>
          </a:prstGeom>
          <a:noFill/>
        </p:spPr>
        <p:txBody>
          <a:bodyPr wrap="square" rtlCol="0">
            <a:spAutoFit/>
          </a:bodyPr>
          <a:lstStyle/>
          <a:p>
            <a:r>
              <a:rPr lang="es-ES_tradnl" sz="2800" b="1" dirty="0">
                <a:solidFill>
                  <a:srgbClr val="7E0029"/>
                </a:solidFill>
                <a:latin typeface="+mj-lt"/>
                <a:ea typeface="+mj-ea"/>
                <a:cs typeface="+mj-cs"/>
              </a:rPr>
              <a:t>30</a:t>
            </a:r>
          </a:p>
        </p:txBody>
      </p:sp>
      <p:sp>
        <p:nvSpPr>
          <p:cNvPr id="45" name="Flecha doblada hacia arriba 44">
            <a:extLst>
              <a:ext uri="{FF2B5EF4-FFF2-40B4-BE49-F238E27FC236}">
                <a16:creationId xmlns:a16="http://schemas.microsoft.com/office/drawing/2014/main" id="{D28A98E0-6AD6-43D6-744B-A5299905030D}"/>
              </a:ext>
            </a:extLst>
          </p:cNvPr>
          <p:cNvSpPr/>
          <p:nvPr/>
        </p:nvSpPr>
        <p:spPr>
          <a:xfrm>
            <a:off x="6344909" y="5476478"/>
            <a:ext cx="1730707" cy="650014"/>
          </a:xfrm>
          <a:prstGeom prst="bentUp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7" name="Gráfico 46" descr="Filtro con relleno sólido">
            <a:extLst>
              <a:ext uri="{FF2B5EF4-FFF2-40B4-BE49-F238E27FC236}">
                <a16:creationId xmlns:a16="http://schemas.microsoft.com/office/drawing/2014/main" id="{BE68D7A8-97E5-2634-CDEA-0F3AE8F82A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9518" y="2844571"/>
            <a:ext cx="882428" cy="882428"/>
          </a:xfrm>
          <a:prstGeom prst="rect">
            <a:avLst/>
          </a:prstGeom>
        </p:spPr>
      </p:pic>
      <p:sp>
        <p:nvSpPr>
          <p:cNvPr id="48" name="CuadroTexto 47">
            <a:extLst>
              <a:ext uri="{FF2B5EF4-FFF2-40B4-BE49-F238E27FC236}">
                <a16:creationId xmlns:a16="http://schemas.microsoft.com/office/drawing/2014/main" id="{FA60AFC1-16D5-8439-6C56-053A8686B1C4}"/>
              </a:ext>
            </a:extLst>
          </p:cNvPr>
          <p:cNvSpPr txBox="1"/>
          <p:nvPr/>
        </p:nvSpPr>
        <p:spPr>
          <a:xfrm>
            <a:off x="6172448" y="3642661"/>
            <a:ext cx="3211585" cy="461665"/>
          </a:xfrm>
          <a:prstGeom prst="rect">
            <a:avLst/>
          </a:prstGeom>
          <a:noFill/>
        </p:spPr>
        <p:txBody>
          <a:bodyPr wrap="none" rtlCol="0">
            <a:spAutoFit/>
          </a:bodyPr>
          <a:lstStyle/>
          <a:p>
            <a:r>
              <a:rPr lang="es-ES_tradnl" sz="2400" dirty="0" err="1"/>
              <a:t>Available</a:t>
            </a:r>
            <a:r>
              <a:rPr lang="es-ES_tradnl" sz="2400" dirty="0"/>
              <a:t> </a:t>
            </a:r>
            <a:r>
              <a:rPr lang="es-ES_tradnl" sz="2400" dirty="0" err="1"/>
              <a:t>on</a:t>
            </a:r>
            <a:r>
              <a:rPr lang="es-ES_tradnl" sz="2400" dirty="0"/>
              <a:t> </a:t>
            </a:r>
            <a:r>
              <a:rPr lang="es-ES_tradnl" sz="2400" dirty="0" err="1"/>
              <a:t>webarchive</a:t>
            </a:r>
            <a:endParaRPr lang="es-ES_tradnl" sz="2400" dirty="0"/>
          </a:p>
        </p:txBody>
      </p:sp>
      <p:sp>
        <p:nvSpPr>
          <p:cNvPr id="49" name="CuadroTexto 48">
            <a:extLst>
              <a:ext uri="{FF2B5EF4-FFF2-40B4-BE49-F238E27FC236}">
                <a16:creationId xmlns:a16="http://schemas.microsoft.com/office/drawing/2014/main" id="{720B78A5-5B1D-E12E-4C93-41096CC54278}"/>
              </a:ext>
            </a:extLst>
          </p:cNvPr>
          <p:cNvSpPr txBox="1"/>
          <p:nvPr/>
        </p:nvSpPr>
        <p:spPr>
          <a:xfrm>
            <a:off x="5936676" y="4129396"/>
            <a:ext cx="3693703" cy="461665"/>
          </a:xfrm>
          <a:prstGeom prst="rect">
            <a:avLst/>
          </a:prstGeom>
          <a:noFill/>
        </p:spPr>
        <p:txBody>
          <a:bodyPr wrap="none" rtlCol="0">
            <a:spAutoFit/>
          </a:bodyPr>
          <a:lstStyle/>
          <a:p>
            <a:r>
              <a:rPr lang="es-ES_tradnl" sz="2400" dirty="0"/>
              <a:t>+4 </a:t>
            </a:r>
            <a:r>
              <a:rPr lang="es-ES_tradnl" sz="2400" dirty="0" err="1"/>
              <a:t>years</a:t>
            </a:r>
            <a:r>
              <a:rPr lang="es-ES_tradnl" sz="2400" dirty="0"/>
              <a:t> </a:t>
            </a:r>
            <a:r>
              <a:rPr lang="es-ES_tradnl" sz="2400" dirty="0" err="1"/>
              <a:t>of</a:t>
            </a:r>
            <a:r>
              <a:rPr lang="es-ES_tradnl" sz="2400" dirty="0"/>
              <a:t> </a:t>
            </a:r>
            <a:r>
              <a:rPr lang="es-ES_tradnl" sz="2400" dirty="0" err="1"/>
              <a:t>trackable</a:t>
            </a:r>
            <a:r>
              <a:rPr lang="es-ES_tradnl" sz="2400" dirty="0"/>
              <a:t> </a:t>
            </a:r>
            <a:r>
              <a:rPr lang="es-ES_tradnl" sz="2400" dirty="0" err="1"/>
              <a:t>history</a:t>
            </a:r>
            <a:endParaRPr lang="es-ES_tradnl" sz="2400" dirty="0"/>
          </a:p>
        </p:txBody>
      </p:sp>
      <p:sp>
        <p:nvSpPr>
          <p:cNvPr id="50" name="CuadroTexto 49">
            <a:extLst>
              <a:ext uri="{FF2B5EF4-FFF2-40B4-BE49-F238E27FC236}">
                <a16:creationId xmlns:a16="http://schemas.microsoft.com/office/drawing/2014/main" id="{C15E4420-B601-6EC9-D639-76A74D97DAB5}"/>
              </a:ext>
            </a:extLst>
          </p:cNvPr>
          <p:cNvSpPr txBox="1"/>
          <p:nvPr/>
        </p:nvSpPr>
        <p:spPr>
          <a:xfrm>
            <a:off x="6424227" y="4577465"/>
            <a:ext cx="2979855" cy="830997"/>
          </a:xfrm>
          <a:prstGeom prst="rect">
            <a:avLst/>
          </a:prstGeom>
          <a:noFill/>
        </p:spPr>
        <p:txBody>
          <a:bodyPr wrap="none" rtlCol="0">
            <a:spAutoFit/>
          </a:bodyPr>
          <a:lstStyle/>
          <a:p>
            <a:pPr algn="ctr"/>
            <a:r>
              <a:rPr lang="es-ES_tradnl" sz="2400" dirty="0"/>
              <a:t>Clear </a:t>
            </a:r>
            <a:r>
              <a:rPr lang="es-ES_tradnl" sz="2400" dirty="0" err="1"/>
              <a:t>list</a:t>
            </a:r>
            <a:r>
              <a:rPr lang="es-ES_tradnl" sz="2400" dirty="0"/>
              <a:t> </a:t>
            </a:r>
            <a:r>
              <a:rPr lang="es-ES_tradnl" sz="2400" dirty="0" err="1"/>
              <a:t>of</a:t>
            </a:r>
            <a:r>
              <a:rPr lang="es-ES_tradnl" sz="2400" dirty="0"/>
              <a:t> </a:t>
            </a:r>
            <a:r>
              <a:rPr lang="es-ES_tradnl" sz="2400" dirty="0" err="1"/>
              <a:t>features</a:t>
            </a:r>
            <a:r>
              <a:rPr lang="es-ES_tradnl" sz="2400" dirty="0"/>
              <a:t> in</a:t>
            </a:r>
          </a:p>
          <a:p>
            <a:pPr algn="ctr"/>
            <a:r>
              <a:rPr lang="es-ES_tradnl" sz="2400" dirty="0" err="1"/>
              <a:t>most</a:t>
            </a:r>
            <a:r>
              <a:rPr lang="es-ES_tradnl" sz="2400" dirty="0"/>
              <a:t> </a:t>
            </a:r>
            <a:r>
              <a:rPr lang="es-ES_tradnl" sz="2400" dirty="0" err="1"/>
              <a:t>snapshots</a:t>
            </a:r>
            <a:endParaRPr lang="es-ES_tradnl" sz="2400" dirty="0"/>
          </a:p>
        </p:txBody>
      </p:sp>
      <p:sp>
        <p:nvSpPr>
          <p:cNvPr id="51" name="Flecha derecha 50">
            <a:extLst>
              <a:ext uri="{FF2B5EF4-FFF2-40B4-BE49-F238E27FC236}">
                <a16:creationId xmlns:a16="http://schemas.microsoft.com/office/drawing/2014/main" id="{9E2CD0B4-246D-C38A-AC60-3EB46E8D8A54}"/>
              </a:ext>
            </a:extLst>
          </p:cNvPr>
          <p:cNvSpPr/>
          <p:nvPr/>
        </p:nvSpPr>
        <p:spPr>
          <a:xfrm>
            <a:off x="9303957" y="3518160"/>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29" name="CuadroTexto 1028">
            <a:extLst>
              <a:ext uri="{FF2B5EF4-FFF2-40B4-BE49-F238E27FC236}">
                <a16:creationId xmlns:a16="http://schemas.microsoft.com/office/drawing/2014/main" id="{35336A38-92F1-8D65-2CD5-84FA511F87AC}"/>
              </a:ext>
            </a:extLst>
          </p:cNvPr>
          <p:cNvSpPr txBox="1"/>
          <p:nvPr/>
        </p:nvSpPr>
        <p:spPr>
          <a:xfrm>
            <a:off x="10822600" y="4134538"/>
            <a:ext cx="940429" cy="646331"/>
          </a:xfrm>
          <a:prstGeom prst="rect">
            <a:avLst/>
          </a:prstGeom>
          <a:noFill/>
        </p:spPr>
        <p:txBody>
          <a:bodyPr wrap="square" rtlCol="0">
            <a:spAutoFit/>
          </a:bodyPr>
          <a:lstStyle/>
          <a:p>
            <a:r>
              <a:rPr lang="es-ES_tradnl" sz="3600" b="1" dirty="0">
                <a:solidFill>
                  <a:srgbClr val="7E0029"/>
                </a:solidFill>
                <a:latin typeface="+mj-lt"/>
                <a:ea typeface="+mj-ea"/>
                <a:cs typeface="+mj-cs"/>
              </a:rPr>
              <a:t>162</a:t>
            </a:r>
            <a:endParaRPr lang="es-ES_tradnl" sz="2800" b="1" dirty="0">
              <a:solidFill>
                <a:srgbClr val="7E0029"/>
              </a:solidFill>
              <a:latin typeface="+mj-lt"/>
              <a:ea typeface="+mj-ea"/>
              <a:cs typeface="+mj-cs"/>
            </a:endParaRPr>
          </a:p>
        </p:txBody>
      </p:sp>
      <p:sp>
        <p:nvSpPr>
          <p:cNvPr id="23" name="CuadroTexto 22">
            <a:extLst>
              <a:ext uri="{FF2B5EF4-FFF2-40B4-BE49-F238E27FC236}">
                <a16:creationId xmlns:a16="http://schemas.microsoft.com/office/drawing/2014/main" id="{9DDA6ABE-A08B-63F1-D228-E61F68233BB5}"/>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10</a:t>
            </a:r>
          </a:p>
        </p:txBody>
      </p:sp>
      <p:pic>
        <p:nvPicPr>
          <p:cNvPr id="7" name="Imagen 6" descr="Imagen que contiene exterior, luz, calle&#10;&#10;Descripción generada automáticamente">
            <a:extLst>
              <a:ext uri="{FF2B5EF4-FFF2-40B4-BE49-F238E27FC236}">
                <a16:creationId xmlns:a16="http://schemas.microsoft.com/office/drawing/2014/main" id="{4AF7D60B-BCEC-8990-1762-7B0FE489CD0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14266" y="2112128"/>
            <a:ext cx="914718" cy="914718"/>
          </a:xfrm>
          <a:prstGeom prst="rect">
            <a:avLst/>
          </a:prstGeom>
        </p:spPr>
      </p:pic>
      <p:pic>
        <p:nvPicPr>
          <p:cNvPr id="8" name="Imagen 7" descr="Imagen que contiene exterior, luz, calle&#10;&#10;Descripción generada automáticamente">
            <a:extLst>
              <a:ext uri="{FF2B5EF4-FFF2-40B4-BE49-F238E27FC236}">
                <a16:creationId xmlns:a16="http://schemas.microsoft.com/office/drawing/2014/main" id="{E0521B49-8AF9-B0F3-15E8-69E58D9DDA0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41058" y="5420062"/>
            <a:ext cx="914718" cy="914718"/>
          </a:xfrm>
          <a:prstGeom prst="rect">
            <a:avLst/>
          </a:prstGeom>
        </p:spPr>
      </p:pic>
      <p:pic>
        <p:nvPicPr>
          <p:cNvPr id="10" name="Imagen 9" descr="Texto&#10;&#10;Descripción generada automáticamente">
            <a:extLst>
              <a:ext uri="{FF2B5EF4-FFF2-40B4-BE49-F238E27FC236}">
                <a16:creationId xmlns:a16="http://schemas.microsoft.com/office/drawing/2014/main" id="{A89A9206-0C9E-95B5-E6FC-F13AA038413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708616" y="2950319"/>
            <a:ext cx="1125997" cy="1125997"/>
          </a:xfrm>
          <a:prstGeom prst="rect">
            <a:avLst/>
          </a:prstGeom>
        </p:spPr>
      </p:pic>
      <p:cxnSp>
        <p:nvCxnSpPr>
          <p:cNvPr id="12" name="Conector recto 11">
            <a:extLst>
              <a:ext uri="{FF2B5EF4-FFF2-40B4-BE49-F238E27FC236}">
                <a16:creationId xmlns:a16="http://schemas.microsoft.com/office/drawing/2014/main" id="{7939EA9C-468C-3F36-3A16-9D44CD55C2A2}"/>
              </a:ext>
            </a:extLst>
          </p:cNvPr>
          <p:cNvCxnSpPr>
            <a:cxnSpLocks/>
          </p:cNvCxnSpPr>
          <p:nvPr/>
        </p:nvCxnSpPr>
        <p:spPr>
          <a:xfrm>
            <a:off x="7751428" y="4135039"/>
            <a:ext cx="260059" cy="0"/>
          </a:xfrm>
          <a:prstGeom prst="line">
            <a:avLst/>
          </a:prstGeom>
          <a:ln w="19050">
            <a:solidFill>
              <a:srgbClr val="7E0029"/>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F1129425-4D2A-128E-EC92-A3C7F1726E38}"/>
              </a:ext>
            </a:extLst>
          </p:cNvPr>
          <p:cNvCxnSpPr>
            <a:cxnSpLocks/>
          </p:cNvCxnSpPr>
          <p:nvPr/>
        </p:nvCxnSpPr>
        <p:spPr>
          <a:xfrm>
            <a:off x="7752826" y="4606221"/>
            <a:ext cx="250272" cy="0"/>
          </a:xfrm>
          <a:prstGeom prst="line">
            <a:avLst/>
          </a:prstGeom>
          <a:ln w="19050">
            <a:solidFill>
              <a:srgbClr val="7E0029"/>
            </a:solidFill>
          </a:ln>
        </p:spPr>
        <p:style>
          <a:lnRef idx="1">
            <a:schemeClr val="accent1"/>
          </a:lnRef>
          <a:fillRef idx="0">
            <a:schemeClr val="accent1"/>
          </a:fillRef>
          <a:effectRef idx="0">
            <a:schemeClr val="accent1"/>
          </a:effectRef>
          <a:fontRef idx="minor">
            <a:schemeClr val="tx1"/>
          </a:fontRef>
        </p:style>
      </p:cxnSp>
      <p:pic>
        <p:nvPicPr>
          <p:cNvPr id="9" name="Imagen 8">
            <a:extLst>
              <a:ext uri="{FF2B5EF4-FFF2-40B4-BE49-F238E27FC236}">
                <a16:creationId xmlns:a16="http://schemas.microsoft.com/office/drawing/2014/main" id="{38CD7C93-413B-4747-8F20-EA909F033A10}"/>
              </a:ext>
            </a:extLst>
          </p:cNvPr>
          <p:cNvPicPr>
            <a:picLocks noChangeAspect="1"/>
          </p:cNvPicPr>
          <p:nvPr/>
        </p:nvPicPr>
        <p:blipFill>
          <a:blip r:embed="rId11"/>
          <a:stretch>
            <a:fillRect/>
          </a:stretch>
        </p:blipFill>
        <p:spPr>
          <a:xfrm rot="1490575">
            <a:off x="11012381" y="4844413"/>
            <a:ext cx="824608" cy="824608"/>
          </a:xfrm>
          <a:prstGeom prst="rect">
            <a:avLst/>
          </a:prstGeom>
        </p:spPr>
      </p:pic>
      <p:pic>
        <p:nvPicPr>
          <p:cNvPr id="11" name="Imagen 10">
            <a:extLst>
              <a:ext uri="{FF2B5EF4-FFF2-40B4-BE49-F238E27FC236}">
                <a16:creationId xmlns:a16="http://schemas.microsoft.com/office/drawing/2014/main" id="{AF26F7F0-F08D-F308-6DFB-4620D5D79A21}"/>
              </a:ext>
            </a:extLst>
          </p:cNvPr>
          <p:cNvPicPr>
            <a:picLocks noChangeAspect="1"/>
          </p:cNvPicPr>
          <p:nvPr/>
        </p:nvPicPr>
        <p:blipFill>
          <a:blip r:embed="rId12"/>
          <a:stretch>
            <a:fillRect/>
          </a:stretch>
        </p:blipFill>
        <p:spPr>
          <a:xfrm rot="20502613">
            <a:off x="9666353" y="4762818"/>
            <a:ext cx="752594" cy="860701"/>
          </a:xfrm>
          <a:prstGeom prst="rect">
            <a:avLst/>
          </a:prstGeom>
        </p:spPr>
      </p:pic>
      <p:pic>
        <p:nvPicPr>
          <p:cNvPr id="14" name="Gráfico 13">
            <a:extLst>
              <a:ext uri="{FF2B5EF4-FFF2-40B4-BE49-F238E27FC236}">
                <a16:creationId xmlns:a16="http://schemas.microsoft.com/office/drawing/2014/main" id="{7A5E5CB7-EB2D-B76C-9C47-8BBDB5FDEA1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149911">
            <a:off x="9143745" y="6142449"/>
            <a:ext cx="638668" cy="638668"/>
          </a:xfrm>
          <a:prstGeom prst="rect">
            <a:avLst/>
          </a:prstGeom>
        </p:spPr>
      </p:pic>
      <p:pic>
        <p:nvPicPr>
          <p:cNvPr id="15" name="Imagen 14">
            <a:extLst>
              <a:ext uri="{FF2B5EF4-FFF2-40B4-BE49-F238E27FC236}">
                <a16:creationId xmlns:a16="http://schemas.microsoft.com/office/drawing/2014/main" id="{42A56A4C-2800-CEC6-C82A-77D26045C4A9}"/>
              </a:ext>
            </a:extLst>
          </p:cNvPr>
          <p:cNvPicPr>
            <a:picLocks noChangeAspect="1"/>
          </p:cNvPicPr>
          <p:nvPr/>
        </p:nvPicPr>
        <p:blipFill>
          <a:blip r:embed="rId15"/>
          <a:stretch>
            <a:fillRect/>
          </a:stretch>
        </p:blipFill>
        <p:spPr>
          <a:xfrm rot="20133931">
            <a:off x="8334632" y="5536432"/>
            <a:ext cx="812124" cy="812124"/>
          </a:xfrm>
          <a:prstGeom prst="rect">
            <a:avLst/>
          </a:prstGeom>
        </p:spPr>
      </p:pic>
      <p:pic>
        <p:nvPicPr>
          <p:cNvPr id="16" name="Imagen 15">
            <a:extLst>
              <a:ext uri="{FF2B5EF4-FFF2-40B4-BE49-F238E27FC236}">
                <a16:creationId xmlns:a16="http://schemas.microsoft.com/office/drawing/2014/main" id="{B56F0882-F3A2-5DA0-00D9-A3B388460FC1}"/>
              </a:ext>
            </a:extLst>
          </p:cNvPr>
          <p:cNvPicPr>
            <a:picLocks noChangeAspect="1"/>
          </p:cNvPicPr>
          <p:nvPr/>
        </p:nvPicPr>
        <p:blipFill>
          <a:blip r:embed="rId16"/>
          <a:stretch>
            <a:fillRect/>
          </a:stretch>
        </p:blipFill>
        <p:spPr>
          <a:xfrm rot="1685516">
            <a:off x="10506899" y="6092412"/>
            <a:ext cx="938661" cy="938661"/>
          </a:xfrm>
          <a:prstGeom prst="rect">
            <a:avLst/>
          </a:prstGeom>
        </p:spPr>
      </p:pic>
      <p:sp>
        <p:nvSpPr>
          <p:cNvPr id="17" name="Rectángulo 16">
            <a:extLst>
              <a:ext uri="{FF2B5EF4-FFF2-40B4-BE49-F238E27FC236}">
                <a16:creationId xmlns:a16="http://schemas.microsoft.com/office/drawing/2014/main" id="{98E28305-D19B-59E4-4916-48A79DCB3CCD}"/>
              </a:ext>
            </a:extLst>
          </p:cNvPr>
          <p:cNvSpPr/>
          <p:nvPr/>
        </p:nvSpPr>
        <p:spPr>
          <a:xfrm>
            <a:off x="8869697" y="5348713"/>
            <a:ext cx="2584362" cy="10156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B7667167-8614-CB92-F3BE-CECFE50BBC89}"/>
              </a:ext>
            </a:extLst>
          </p:cNvPr>
          <p:cNvSpPr txBox="1"/>
          <p:nvPr/>
        </p:nvSpPr>
        <p:spPr>
          <a:xfrm>
            <a:off x="8870999" y="5346708"/>
            <a:ext cx="2584362" cy="1015663"/>
          </a:xfrm>
          <a:prstGeom prst="rect">
            <a:avLst/>
          </a:prstGeom>
          <a:noFill/>
          <a:ln w="19050">
            <a:solidFill>
              <a:srgbClr val="7E0029"/>
            </a:solidFill>
          </a:ln>
        </p:spPr>
        <p:txBody>
          <a:bodyPr wrap="square" rtlCol="0">
            <a:spAutoFit/>
          </a:bodyPr>
          <a:lstStyle/>
          <a:p>
            <a:r>
              <a:rPr lang="es-ES_tradnl" sz="6000" dirty="0">
                <a:solidFill>
                  <a:srgbClr val="7E0029"/>
                </a:solidFill>
              </a:rPr>
              <a:t>30 SaaS</a:t>
            </a:r>
            <a:endParaRPr lang="es-ES_tradnl" dirty="0">
              <a:solidFill>
                <a:srgbClr val="7E0029"/>
              </a:solidFill>
            </a:endParaRPr>
          </a:p>
        </p:txBody>
      </p:sp>
    </p:spTree>
    <p:custDataLst>
      <p:tags r:id="rId1"/>
    </p:custDataLst>
    <p:extLst>
      <p:ext uri="{BB962C8B-B14F-4D97-AF65-F5344CB8AC3E}">
        <p14:creationId xmlns:p14="http://schemas.microsoft.com/office/powerpoint/2010/main" val="1144497250"/>
      </p:ext>
    </p:extLst>
  </p:cSld>
  <p:clrMapOvr>
    <a:masterClrMapping/>
  </p:clrMapOvr>
  <mc:AlternateContent xmlns:mc="http://schemas.openxmlformats.org/markup-compatibility/2006" xmlns:p159="http://schemas.microsoft.com/office/powerpoint/2015/09/main">
    <mc:Choice Requires="p159">
      <p:transition advTm="83107">
        <p159:morph option="byObject"/>
      </p:transition>
    </mc:Choice>
    <mc:Fallback xmlns="">
      <p:transition advTm="83107">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5BB18-2A4C-1147-DF18-62EDB91E3C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E607E8-BAE5-3257-181E-AA34BE02A341}"/>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pic>
        <p:nvPicPr>
          <p:cNvPr id="23" name="Imagen 22" descr="Gráfico&#10;&#10;Descripción generada automáticamente">
            <a:extLst>
              <a:ext uri="{FF2B5EF4-FFF2-40B4-BE49-F238E27FC236}">
                <a16:creationId xmlns:a16="http://schemas.microsoft.com/office/drawing/2014/main" id="{D723FBFE-C492-6CD5-F5E0-BDA00B197D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521" y="1171339"/>
            <a:ext cx="6690958" cy="5614037"/>
          </a:xfrm>
          <a:prstGeom prst="rect">
            <a:avLst/>
          </a:prstGeom>
        </p:spPr>
      </p:pic>
      <p:sp>
        <p:nvSpPr>
          <p:cNvPr id="25" name="Rectángulo 24">
            <a:extLst>
              <a:ext uri="{FF2B5EF4-FFF2-40B4-BE49-F238E27FC236}">
                <a16:creationId xmlns:a16="http://schemas.microsoft.com/office/drawing/2014/main" id="{826C4499-B2C7-4711-A066-09D526F08982}"/>
              </a:ext>
            </a:extLst>
          </p:cNvPr>
          <p:cNvSpPr/>
          <p:nvPr/>
        </p:nvSpPr>
        <p:spPr>
          <a:xfrm>
            <a:off x="160536" y="3194733"/>
            <a:ext cx="460978" cy="23426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26" name="Rectángulo 25">
            <a:extLst>
              <a:ext uri="{FF2B5EF4-FFF2-40B4-BE49-F238E27FC236}">
                <a16:creationId xmlns:a16="http://schemas.microsoft.com/office/drawing/2014/main" id="{D7715108-2801-A8DC-212E-67D03E101A49}"/>
              </a:ext>
            </a:extLst>
          </p:cNvPr>
          <p:cNvSpPr/>
          <p:nvPr/>
        </p:nvSpPr>
        <p:spPr>
          <a:xfrm>
            <a:off x="164315" y="4207066"/>
            <a:ext cx="460978" cy="23426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ES_tradnl"/>
          </a:p>
        </p:txBody>
      </p:sp>
      <p:sp>
        <p:nvSpPr>
          <p:cNvPr id="27" name="CuadroTexto 26">
            <a:extLst>
              <a:ext uri="{FF2B5EF4-FFF2-40B4-BE49-F238E27FC236}">
                <a16:creationId xmlns:a16="http://schemas.microsoft.com/office/drawing/2014/main" id="{F8C025D7-4DEE-0A28-3FDE-27FB905CBCD2}"/>
              </a:ext>
            </a:extLst>
          </p:cNvPr>
          <p:cNvSpPr txBox="1"/>
          <p:nvPr/>
        </p:nvSpPr>
        <p:spPr>
          <a:xfrm>
            <a:off x="621514" y="3019478"/>
            <a:ext cx="2226892"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configuration</a:t>
            </a:r>
            <a:r>
              <a:rPr lang="es-ES_tradnl" sz="2000" dirty="0"/>
              <a:t> </a:t>
            </a:r>
            <a:r>
              <a:rPr lang="es-ES_tradnl" sz="2000" dirty="0" err="1"/>
              <a:t>space</a:t>
            </a:r>
            <a:endParaRPr lang="es-ES_tradnl" sz="2000" dirty="0"/>
          </a:p>
        </p:txBody>
      </p:sp>
      <p:sp>
        <p:nvSpPr>
          <p:cNvPr id="28" name="CuadroTexto 27">
            <a:extLst>
              <a:ext uri="{FF2B5EF4-FFF2-40B4-BE49-F238E27FC236}">
                <a16:creationId xmlns:a16="http://schemas.microsoft.com/office/drawing/2014/main" id="{28230523-70A2-EF60-168F-EB7AFF300CB3}"/>
              </a:ext>
            </a:extLst>
          </p:cNvPr>
          <p:cNvSpPr txBox="1"/>
          <p:nvPr/>
        </p:nvSpPr>
        <p:spPr>
          <a:xfrm>
            <a:off x="621514" y="4031811"/>
            <a:ext cx="1930913"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evaluation</a:t>
            </a:r>
            <a:r>
              <a:rPr lang="es-ES_tradnl" sz="2000" dirty="0"/>
              <a:t> </a:t>
            </a:r>
            <a:r>
              <a:rPr lang="es-ES_tradnl" sz="2000" dirty="0" err="1"/>
              <a:t>space</a:t>
            </a:r>
            <a:endParaRPr lang="es-ES_tradnl" sz="2000" dirty="0"/>
          </a:p>
        </p:txBody>
      </p:sp>
      <p:sp>
        <p:nvSpPr>
          <p:cNvPr id="29" name="Rectángulo 28">
            <a:extLst>
              <a:ext uri="{FF2B5EF4-FFF2-40B4-BE49-F238E27FC236}">
                <a16:creationId xmlns:a16="http://schemas.microsoft.com/office/drawing/2014/main" id="{700EE7DA-24B8-2C43-3364-E7FBC915EEB9}"/>
              </a:ext>
            </a:extLst>
          </p:cNvPr>
          <p:cNvSpPr/>
          <p:nvPr/>
        </p:nvSpPr>
        <p:spPr>
          <a:xfrm>
            <a:off x="2864112" y="1325564"/>
            <a:ext cx="3231888" cy="2218682"/>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0" name="Rectángulo 29">
            <a:extLst>
              <a:ext uri="{FF2B5EF4-FFF2-40B4-BE49-F238E27FC236}">
                <a16:creationId xmlns:a16="http://schemas.microsoft.com/office/drawing/2014/main" id="{8BFC2A35-C45C-1CB6-9D59-5C2C52ABF378}"/>
              </a:ext>
            </a:extLst>
          </p:cNvPr>
          <p:cNvSpPr/>
          <p:nvPr/>
        </p:nvSpPr>
        <p:spPr>
          <a:xfrm>
            <a:off x="2864112" y="3544246"/>
            <a:ext cx="3231888" cy="2499649"/>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1" name="Rectángulo 30">
            <a:extLst>
              <a:ext uri="{FF2B5EF4-FFF2-40B4-BE49-F238E27FC236}">
                <a16:creationId xmlns:a16="http://schemas.microsoft.com/office/drawing/2014/main" id="{F9CC77CC-F256-451F-9B3E-477435F1265E}"/>
              </a:ext>
            </a:extLst>
          </p:cNvPr>
          <p:cNvSpPr/>
          <p:nvPr/>
        </p:nvSpPr>
        <p:spPr>
          <a:xfrm>
            <a:off x="6095999" y="3544246"/>
            <a:ext cx="3345480" cy="2499649"/>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2" name="Rectángulo 31">
            <a:extLst>
              <a:ext uri="{FF2B5EF4-FFF2-40B4-BE49-F238E27FC236}">
                <a16:creationId xmlns:a16="http://schemas.microsoft.com/office/drawing/2014/main" id="{22EEFD3B-5C5B-9D98-C03D-306B5E7A6529}"/>
              </a:ext>
            </a:extLst>
          </p:cNvPr>
          <p:cNvSpPr/>
          <p:nvPr/>
        </p:nvSpPr>
        <p:spPr>
          <a:xfrm>
            <a:off x="6092456" y="1325563"/>
            <a:ext cx="3345480" cy="2218683"/>
          </a:xfrm>
          <a:prstGeom prst="rect">
            <a:avLst/>
          </a:prstGeom>
          <a:noFill/>
          <a:ln w="28575">
            <a:solidFill>
              <a:srgbClr val="FFC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 name="CuadroTexto 2">
            <a:extLst>
              <a:ext uri="{FF2B5EF4-FFF2-40B4-BE49-F238E27FC236}">
                <a16:creationId xmlns:a16="http://schemas.microsoft.com/office/drawing/2014/main" id="{AE2CBB04-B31B-4FE4-6AE2-C4AE32A28D20}"/>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11</a:t>
            </a:r>
          </a:p>
        </p:txBody>
      </p:sp>
    </p:spTree>
    <p:custDataLst>
      <p:tags r:id="rId1"/>
    </p:custDataLst>
    <p:extLst>
      <p:ext uri="{BB962C8B-B14F-4D97-AF65-F5344CB8AC3E}">
        <p14:creationId xmlns:p14="http://schemas.microsoft.com/office/powerpoint/2010/main" val="836089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0F691-A7C0-E383-26A6-C70A4EB853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75F107-9E8F-78B0-853B-1D503237DC7B}"/>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pic>
        <p:nvPicPr>
          <p:cNvPr id="23" name="Imagen 22" descr="Gráfico&#10;&#10;Descripción generada automáticamente">
            <a:extLst>
              <a:ext uri="{FF2B5EF4-FFF2-40B4-BE49-F238E27FC236}">
                <a16:creationId xmlns:a16="http://schemas.microsoft.com/office/drawing/2014/main" id="{D7522381-2832-3AD4-1151-4A1A8FE52B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520" y="1171339"/>
            <a:ext cx="12997383" cy="10905432"/>
          </a:xfrm>
          <a:prstGeom prst="rect">
            <a:avLst/>
          </a:prstGeom>
        </p:spPr>
      </p:pic>
      <p:sp>
        <p:nvSpPr>
          <p:cNvPr id="29" name="Rectángulo 28">
            <a:extLst>
              <a:ext uri="{FF2B5EF4-FFF2-40B4-BE49-F238E27FC236}">
                <a16:creationId xmlns:a16="http://schemas.microsoft.com/office/drawing/2014/main" id="{7ED01F18-DA9C-E5EF-F1BC-5B7C8D932231}"/>
              </a:ext>
            </a:extLst>
          </p:cNvPr>
          <p:cNvSpPr/>
          <p:nvPr/>
        </p:nvSpPr>
        <p:spPr>
          <a:xfrm>
            <a:off x="2864111" y="1325563"/>
            <a:ext cx="6584801" cy="4718331"/>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0" name="Rectángulo 29">
            <a:extLst>
              <a:ext uri="{FF2B5EF4-FFF2-40B4-BE49-F238E27FC236}">
                <a16:creationId xmlns:a16="http://schemas.microsoft.com/office/drawing/2014/main" id="{8B26219F-4063-C58D-15B5-B08D0C1DDF59}"/>
              </a:ext>
            </a:extLst>
          </p:cNvPr>
          <p:cNvSpPr/>
          <p:nvPr/>
        </p:nvSpPr>
        <p:spPr>
          <a:xfrm>
            <a:off x="2864109" y="6043893"/>
            <a:ext cx="6577369" cy="4718331"/>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1" name="Rectángulo 30">
            <a:extLst>
              <a:ext uri="{FF2B5EF4-FFF2-40B4-BE49-F238E27FC236}">
                <a16:creationId xmlns:a16="http://schemas.microsoft.com/office/drawing/2014/main" id="{E863C1EE-B7C4-A108-0A5A-1366266AD790}"/>
              </a:ext>
            </a:extLst>
          </p:cNvPr>
          <p:cNvSpPr/>
          <p:nvPr/>
        </p:nvSpPr>
        <p:spPr>
          <a:xfrm>
            <a:off x="9448911" y="6043892"/>
            <a:ext cx="6298989" cy="4718331"/>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2" name="Rectángulo 31">
            <a:extLst>
              <a:ext uri="{FF2B5EF4-FFF2-40B4-BE49-F238E27FC236}">
                <a16:creationId xmlns:a16="http://schemas.microsoft.com/office/drawing/2014/main" id="{1AC74032-FA67-91F1-6E17-7C97D0CB96BA}"/>
              </a:ext>
            </a:extLst>
          </p:cNvPr>
          <p:cNvSpPr/>
          <p:nvPr/>
        </p:nvSpPr>
        <p:spPr>
          <a:xfrm>
            <a:off x="9448913" y="1325562"/>
            <a:ext cx="6298990" cy="4718331"/>
          </a:xfrm>
          <a:prstGeom prst="rect">
            <a:avLst/>
          </a:prstGeom>
          <a:noFill/>
          <a:ln w="28575">
            <a:solidFill>
              <a:srgbClr val="FFC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4" name="Rectángulo 3">
            <a:extLst>
              <a:ext uri="{FF2B5EF4-FFF2-40B4-BE49-F238E27FC236}">
                <a16:creationId xmlns:a16="http://schemas.microsoft.com/office/drawing/2014/main" id="{C4150EDA-458D-A982-A07C-BA8F023719C8}"/>
              </a:ext>
            </a:extLst>
          </p:cNvPr>
          <p:cNvSpPr/>
          <p:nvPr/>
        </p:nvSpPr>
        <p:spPr>
          <a:xfrm>
            <a:off x="160536" y="3194733"/>
            <a:ext cx="460978" cy="23426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5" name="Rectángulo 4">
            <a:extLst>
              <a:ext uri="{FF2B5EF4-FFF2-40B4-BE49-F238E27FC236}">
                <a16:creationId xmlns:a16="http://schemas.microsoft.com/office/drawing/2014/main" id="{76E04B43-E1F2-A03E-29A2-B24352651CF3}"/>
              </a:ext>
            </a:extLst>
          </p:cNvPr>
          <p:cNvSpPr/>
          <p:nvPr/>
        </p:nvSpPr>
        <p:spPr>
          <a:xfrm>
            <a:off x="164315" y="4207066"/>
            <a:ext cx="460978" cy="23426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ES_tradnl"/>
          </a:p>
        </p:txBody>
      </p:sp>
      <p:sp>
        <p:nvSpPr>
          <p:cNvPr id="6" name="CuadroTexto 5">
            <a:extLst>
              <a:ext uri="{FF2B5EF4-FFF2-40B4-BE49-F238E27FC236}">
                <a16:creationId xmlns:a16="http://schemas.microsoft.com/office/drawing/2014/main" id="{18E5E282-B1EE-C87E-40A5-6580DE2B2322}"/>
              </a:ext>
            </a:extLst>
          </p:cNvPr>
          <p:cNvSpPr txBox="1"/>
          <p:nvPr/>
        </p:nvSpPr>
        <p:spPr>
          <a:xfrm>
            <a:off x="621514" y="3019478"/>
            <a:ext cx="2226892"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configuration</a:t>
            </a:r>
            <a:r>
              <a:rPr lang="es-ES_tradnl" sz="2000" dirty="0"/>
              <a:t> </a:t>
            </a:r>
            <a:r>
              <a:rPr lang="es-ES_tradnl" sz="2000" dirty="0" err="1"/>
              <a:t>space</a:t>
            </a:r>
            <a:endParaRPr lang="es-ES_tradnl" sz="2000" dirty="0"/>
          </a:p>
        </p:txBody>
      </p:sp>
      <p:sp>
        <p:nvSpPr>
          <p:cNvPr id="7" name="CuadroTexto 6">
            <a:extLst>
              <a:ext uri="{FF2B5EF4-FFF2-40B4-BE49-F238E27FC236}">
                <a16:creationId xmlns:a16="http://schemas.microsoft.com/office/drawing/2014/main" id="{67B353E5-571D-51AF-492D-A2D2AE613C93}"/>
              </a:ext>
            </a:extLst>
          </p:cNvPr>
          <p:cNvSpPr txBox="1"/>
          <p:nvPr/>
        </p:nvSpPr>
        <p:spPr>
          <a:xfrm>
            <a:off x="621514" y="4031811"/>
            <a:ext cx="1930913"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evaluation</a:t>
            </a:r>
            <a:r>
              <a:rPr lang="es-ES_tradnl" sz="2000" dirty="0"/>
              <a:t> </a:t>
            </a:r>
            <a:r>
              <a:rPr lang="es-ES_tradnl" sz="2000" dirty="0" err="1"/>
              <a:t>space</a:t>
            </a:r>
            <a:endParaRPr lang="es-ES_tradnl" sz="2000" dirty="0"/>
          </a:p>
        </p:txBody>
      </p:sp>
    </p:spTree>
    <p:custDataLst>
      <p:tags r:id="rId1"/>
    </p:custDataLst>
    <p:extLst>
      <p:ext uri="{BB962C8B-B14F-4D97-AF65-F5344CB8AC3E}">
        <p14:creationId xmlns:p14="http://schemas.microsoft.com/office/powerpoint/2010/main" val="3991970400"/>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4F735-BBAA-091C-FFAA-91C162B7F495}"/>
            </a:ext>
          </a:extLst>
        </p:cNvPr>
        <p:cNvGrpSpPr/>
        <p:nvPr/>
      </p:nvGrpSpPr>
      <p:grpSpPr>
        <a:xfrm>
          <a:off x="0" y="0"/>
          <a:ext cx="0" cy="0"/>
          <a:chOff x="0" y="0"/>
          <a:chExt cx="0" cy="0"/>
        </a:xfrm>
      </p:grpSpPr>
      <p:pic>
        <p:nvPicPr>
          <p:cNvPr id="23" name="Imagen 22" descr="Gráfico&#10;&#10;Descripción generada automáticamente">
            <a:extLst>
              <a:ext uri="{FF2B5EF4-FFF2-40B4-BE49-F238E27FC236}">
                <a16:creationId xmlns:a16="http://schemas.microsoft.com/office/drawing/2014/main" id="{FC2F4236-E4FA-D9AD-E9C5-1E88E0F59A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520" y="-3101466"/>
            <a:ext cx="12997383" cy="10905432"/>
          </a:xfrm>
          <a:prstGeom prst="rect">
            <a:avLst/>
          </a:prstGeom>
        </p:spPr>
      </p:pic>
      <p:sp>
        <p:nvSpPr>
          <p:cNvPr id="29" name="Rectángulo 28">
            <a:extLst>
              <a:ext uri="{FF2B5EF4-FFF2-40B4-BE49-F238E27FC236}">
                <a16:creationId xmlns:a16="http://schemas.microsoft.com/office/drawing/2014/main" id="{C339DB44-64A5-C136-B73E-A40106F54585}"/>
              </a:ext>
            </a:extLst>
          </p:cNvPr>
          <p:cNvSpPr/>
          <p:nvPr/>
        </p:nvSpPr>
        <p:spPr>
          <a:xfrm>
            <a:off x="2864111" y="-3101465"/>
            <a:ext cx="6584801" cy="4438115"/>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0" name="Rectángulo 29">
            <a:extLst>
              <a:ext uri="{FF2B5EF4-FFF2-40B4-BE49-F238E27FC236}">
                <a16:creationId xmlns:a16="http://schemas.microsoft.com/office/drawing/2014/main" id="{C5B0CCA9-DF5B-F95C-8F76-D2790EE493A1}"/>
              </a:ext>
            </a:extLst>
          </p:cNvPr>
          <p:cNvSpPr/>
          <p:nvPr/>
        </p:nvSpPr>
        <p:spPr>
          <a:xfrm>
            <a:off x="2864111" y="1336651"/>
            <a:ext cx="6577369" cy="4998544"/>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1" name="Rectángulo 30">
            <a:extLst>
              <a:ext uri="{FF2B5EF4-FFF2-40B4-BE49-F238E27FC236}">
                <a16:creationId xmlns:a16="http://schemas.microsoft.com/office/drawing/2014/main" id="{0D61E116-57D6-11CA-0863-C426BD760C0B}"/>
              </a:ext>
            </a:extLst>
          </p:cNvPr>
          <p:cNvSpPr/>
          <p:nvPr/>
        </p:nvSpPr>
        <p:spPr>
          <a:xfrm>
            <a:off x="9448911" y="1336650"/>
            <a:ext cx="6298989" cy="4998546"/>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2" name="Rectángulo 31">
            <a:extLst>
              <a:ext uri="{FF2B5EF4-FFF2-40B4-BE49-F238E27FC236}">
                <a16:creationId xmlns:a16="http://schemas.microsoft.com/office/drawing/2014/main" id="{F6C290CC-A716-A1FF-5B54-1497832CD7FD}"/>
              </a:ext>
            </a:extLst>
          </p:cNvPr>
          <p:cNvSpPr/>
          <p:nvPr/>
        </p:nvSpPr>
        <p:spPr>
          <a:xfrm>
            <a:off x="9448913" y="-3101466"/>
            <a:ext cx="6298990" cy="4438115"/>
          </a:xfrm>
          <a:prstGeom prst="rect">
            <a:avLst/>
          </a:prstGeom>
          <a:noFill/>
          <a:ln w="28575">
            <a:solidFill>
              <a:srgbClr val="FFC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4" name="Rectángulo 3">
            <a:extLst>
              <a:ext uri="{FF2B5EF4-FFF2-40B4-BE49-F238E27FC236}">
                <a16:creationId xmlns:a16="http://schemas.microsoft.com/office/drawing/2014/main" id="{E9D50DD9-3C4C-E8B8-836C-7C8E4FBD88A2}"/>
              </a:ext>
            </a:extLst>
          </p:cNvPr>
          <p:cNvSpPr/>
          <p:nvPr/>
        </p:nvSpPr>
        <p:spPr>
          <a:xfrm>
            <a:off x="160536" y="3194733"/>
            <a:ext cx="460978" cy="23426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5" name="Rectángulo 4">
            <a:extLst>
              <a:ext uri="{FF2B5EF4-FFF2-40B4-BE49-F238E27FC236}">
                <a16:creationId xmlns:a16="http://schemas.microsoft.com/office/drawing/2014/main" id="{9ACF7289-7D90-91D4-A124-E54774E791A1}"/>
              </a:ext>
            </a:extLst>
          </p:cNvPr>
          <p:cNvSpPr/>
          <p:nvPr/>
        </p:nvSpPr>
        <p:spPr>
          <a:xfrm>
            <a:off x="164315" y="4207066"/>
            <a:ext cx="460978" cy="23426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ES_tradnl"/>
          </a:p>
        </p:txBody>
      </p:sp>
      <p:sp>
        <p:nvSpPr>
          <p:cNvPr id="6" name="CuadroTexto 5">
            <a:extLst>
              <a:ext uri="{FF2B5EF4-FFF2-40B4-BE49-F238E27FC236}">
                <a16:creationId xmlns:a16="http://schemas.microsoft.com/office/drawing/2014/main" id="{3A742006-8993-68BC-1F3F-661642FBEAF7}"/>
              </a:ext>
            </a:extLst>
          </p:cNvPr>
          <p:cNvSpPr txBox="1"/>
          <p:nvPr/>
        </p:nvSpPr>
        <p:spPr>
          <a:xfrm>
            <a:off x="621514" y="3019478"/>
            <a:ext cx="2226892"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configuration</a:t>
            </a:r>
            <a:r>
              <a:rPr lang="es-ES_tradnl" sz="2000" dirty="0"/>
              <a:t> </a:t>
            </a:r>
            <a:r>
              <a:rPr lang="es-ES_tradnl" sz="2000" dirty="0" err="1"/>
              <a:t>space</a:t>
            </a:r>
            <a:endParaRPr lang="es-ES_tradnl" sz="2000" dirty="0"/>
          </a:p>
        </p:txBody>
      </p:sp>
      <p:sp>
        <p:nvSpPr>
          <p:cNvPr id="7" name="CuadroTexto 6">
            <a:extLst>
              <a:ext uri="{FF2B5EF4-FFF2-40B4-BE49-F238E27FC236}">
                <a16:creationId xmlns:a16="http://schemas.microsoft.com/office/drawing/2014/main" id="{D9800139-B3C8-B68D-3850-A331AE4CFE02}"/>
              </a:ext>
            </a:extLst>
          </p:cNvPr>
          <p:cNvSpPr txBox="1"/>
          <p:nvPr/>
        </p:nvSpPr>
        <p:spPr>
          <a:xfrm>
            <a:off x="621514" y="4031811"/>
            <a:ext cx="1930913"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evaluation</a:t>
            </a:r>
            <a:r>
              <a:rPr lang="es-ES_tradnl" sz="2000" dirty="0"/>
              <a:t> </a:t>
            </a:r>
            <a:r>
              <a:rPr lang="es-ES_tradnl" sz="2000" dirty="0" err="1"/>
              <a:t>space</a:t>
            </a:r>
            <a:endParaRPr lang="es-ES_tradnl" sz="2000" dirty="0"/>
          </a:p>
        </p:txBody>
      </p:sp>
      <p:sp>
        <p:nvSpPr>
          <p:cNvPr id="8" name="Rectángulo 7">
            <a:extLst>
              <a:ext uri="{FF2B5EF4-FFF2-40B4-BE49-F238E27FC236}">
                <a16:creationId xmlns:a16="http://schemas.microsoft.com/office/drawing/2014/main" id="{89AE3D27-E394-AC0A-18BE-0B29D6AEEC71}"/>
              </a:ext>
            </a:extLst>
          </p:cNvPr>
          <p:cNvSpPr/>
          <p:nvPr/>
        </p:nvSpPr>
        <p:spPr>
          <a:xfrm>
            <a:off x="0" y="0"/>
            <a:ext cx="12656634" cy="13255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 name="Título 1">
            <a:extLst>
              <a:ext uri="{FF2B5EF4-FFF2-40B4-BE49-F238E27FC236}">
                <a16:creationId xmlns:a16="http://schemas.microsoft.com/office/drawing/2014/main" id="{389FB50E-8830-2EC2-69A2-37F4DA158A72}"/>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spTree>
    <p:custDataLst>
      <p:tags r:id="rId1"/>
    </p:custDataLst>
    <p:extLst>
      <p:ext uri="{BB962C8B-B14F-4D97-AF65-F5344CB8AC3E}">
        <p14:creationId xmlns:p14="http://schemas.microsoft.com/office/powerpoint/2010/main" val="2650192273"/>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54124-7FE1-BA24-23BF-6573D04998D0}"/>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306D9416-9034-3547-3A82-1BEC3C7D0BED}"/>
              </a:ext>
            </a:extLst>
          </p:cNvPr>
          <p:cNvSpPr/>
          <p:nvPr/>
        </p:nvSpPr>
        <p:spPr>
          <a:xfrm>
            <a:off x="0" y="0"/>
            <a:ext cx="2743088"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3" name="Imagen 22" descr="Gráfico&#10;&#10;Descripción generada automáticamente">
            <a:extLst>
              <a:ext uri="{FF2B5EF4-FFF2-40B4-BE49-F238E27FC236}">
                <a16:creationId xmlns:a16="http://schemas.microsoft.com/office/drawing/2014/main" id="{26C64777-318E-E08C-2113-FCF66C26E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0890" y="-3101466"/>
            <a:ext cx="12997383" cy="10905432"/>
          </a:xfrm>
          <a:prstGeom prst="rect">
            <a:avLst/>
          </a:prstGeom>
        </p:spPr>
      </p:pic>
      <p:sp>
        <p:nvSpPr>
          <p:cNvPr id="29" name="Rectángulo 28">
            <a:extLst>
              <a:ext uri="{FF2B5EF4-FFF2-40B4-BE49-F238E27FC236}">
                <a16:creationId xmlns:a16="http://schemas.microsoft.com/office/drawing/2014/main" id="{A42A53F1-3D06-E9DB-1485-3B7193C959F4}"/>
              </a:ext>
            </a:extLst>
          </p:cNvPr>
          <p:cNvSpPr/>
          <p:nvPr/>
        </p:nvSpPr>
        <p:spPr>
          <a:xfrm>
            <a:off x="-927299" y="-3101465"/>
            <a:ext cx="6584801" cy="4438115"/>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0" name="Rectángulo 29">
            <a:extLst>
              <a:ext uri="{FF2B5EF4-FFF2-40B4-BE49-F238E27FC236}">
                <a16:creationId xmlns:a16="http://schemas.microsoft.com/office/drawing/2014/main" id="{EA518C35-FDE7-2410-DDD8-EDA66B40B9A1}"/>
              </a:ext>
            </a:extLst>
          </p:cNvPr>
          <p:cNvSpPr/>
          <p:nvPr/>
        </p:nvSpPr>
        <p:spPr>
          <a:xfrm>
            <a:off x="-927299" y="1336651"/>
            <a:ext cx="6577369" cy="4998544"/>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1" name="Rectángulo 30">
            <a:extLst>
              <a:ext uri="{FF2B5EF4-FFF2-40B4-BE49-F238E27FC236}">
                <a16:creationId xmlns:a16="http://schemas.microsoft.com/office/drawing/2014/main" id="{ADC1B7C8-F4DB-0C6C-3AA7-5BF1BEB8B8AD}"/>
              </a:ext>
            </a:extLst>
          </p:cNvPr>
          <p:cNvSpPr/>
          <p:nvPr/>
        </p:nvSpPr>
        <p:spPr>
          <a:xfrm>
            <a:off x="5657501" y="1336650"/>
            <a:ext cx="6298989" cy="4998546"/>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2" name="Rectángulo 31">
            <a:extLst>
              <a:ext uri="{FF2B5EF4-FFF2-40B4-BE49-F238E27FC236}">
                <a16:creationId xmlns:a16="http://schemas.microsoft.com/office/drawing/2014/main" id="{DD85180C-F6E4-9E90-0A15-87E4CA4729BC}"/>
              </a:ext>
            </a:extLst>
          </p:cNvPr>
          <p:cNvSpPr/>
          <p:nvPr/>
        </p:nvSpPr>
        <p:spPr>
          <a:xfrm>
            <a:off x="5657503" y="-3101466"/>
            <a:ext cx="6298990" cy="4438115"/>
          </a:xfrm>
          <a:prstGeom prst="rect">
            <a:avLst/>
          </a:prstGeom>
          <a:noFill/>
          <a:ln w="28575">
            <a:solidFill>
              <a:srgbClr val="FFC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8" name="Rectángulo 7">
            <a:extLst>
              <a:ext uri="{FF2B5EF4-FFF2-40B4-BE49-F238E27FC236}">
                <a16:creationId xmlns:a16="http://schemas.microsoft.com/office/drawing/2014/main" id="{62DE4FB6-91D2-D1F3-FA0B-337E26FA05B3}"/>
              </a:ext>
            </a:extLst>
          </p:cNvPr>
          <p:cNvSpPr/>
          <p:nvPr/>
        </p:nvSpPr>
        <p:spPr>
          <a:xfrm>
            <a:off x="0" y="0"/>
            <a:ext cx="12656634" cy="13255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Rectángulo 10">
            <a:extLst>
              <a:ext uri="{FF2B5EF4-FFF2-40B4-BE49-F238E27FC236}">
                <a16:creationId xmlns:a16="http://schemas.microsoft.com/office/drawing/2014/main" id="{F7B988F3-04AC-07A0-3A84-5FC20A565F93}"/>
              </a:ext>
            </a:extLst>
          </p:cNvPr>
          <p:cNvSpPr/>
          <p:nvPr/>
        </p:nvSpPr>
        <p:spPr>
          <a:xfrm>
            <a:off x="-1" y="0"/>
            <a:ext cx="5553307" cy="69583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 name="Título 1">
            <a:extLst>
              <a:ext uri="{FF2B5EF4-FFF2-40B4-BE49-F238E27FC236}">
                <a16:creationId xmlns:a16="http://schemas.microsoft.com/office/drawing/2014/main" id="{5BD8FA78-AECB-F277-C901-0CC6FB607723}"/>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sp>
        <p:nvSpPr>
          <p:cNvPr id="4" name="Rectángulo 3">
            <a:extLst>
              <a:ext uri="{FF2B5EF4-FFF2-40B4-BE49-F238E27FC236}">
                <a16:creationId xmlns:a16="http://schemas.microsoft.com/office/drawing/2014/main" id="{C56DAEB3-2E1D-BA0C-211E-EE0A533A1BE4}"/>
              </a:ext>
            </a:extLst>
          </p:cNvPr>
          <p:cNvSpPr/>
          <p:nvPr/>
        </p:nvSpPr>
        <p:spPr>
          <a:xfrm>
            <a:off x="160536" y="3194733"/>
            <a:ext cx="460978" cy="23426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5" name="Rectángulo 4">
            <a:extLst>
              <a:ext uri="{FF2B5EF4-FFF2-40B4-BE49-F238E27FC236}">
                <a16:creationId xmlns:a16="http://schemas.microsoft.com/office/drawing/2014/main" id="{8D5EC482-0260-0F14-6C66-361B9D8E4ECF}"/>
              </a:ext>
            </a:extLst>
          </p:cNvPr>
          <p:cNvSpPr/>
          <p:nvPr/>
        </p:nvSpPr>
        <p:spPr>
          <a:xfrm>
            <a:off x="164315" y="4207066"/>
            <a:ext cx="460978" cy="23426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ES_tradnl"/>
          </a:p>
        </p:txBody>
      </p:sp>
      <p:sp>
        <p:nvSpPr>
          <p:cNvPr id="6" name="CuadroTexto 5">
            <a:extLst>
              <a:ext uri="{FF2B5EF4-FFF2-40B4-BE49-F238E27FC236}">
                <a16:creationId xmlns:a16="http://schemas.microsoft.com/office/drawing/2014/main" id="{8E2B33DA-84D9-F3C6-9180-4503C061C8D3}"/>
              </a:ext>
            </a:extLst>
          </p:cNvPr>
          <p:cNvSpPr txBox="1"/>
          <p:nvPr/>
        </p:nvSpPr>
        <p:spPr>
          <a:xfrm>
            <a:off x="621514" y="3019478"/>
            <a:ext cx="2226892"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configuration</a:t>
            </a:r>
            <a:r>
              <a:rPr lang="es-ES_tradnl" sz="2000" dirty="0"/>
              <a:t> </a:t>
            </a:r>
            <a:r>
              <a:rPr lang="es-ES_tradnl" sz="2000" dirty="0" err="1"/>
              <a:t>space</a:t>
            </a:r>
            <a:endParaRPr lang="es-ES_tradnl" sz="2000" dirty="0"/>
          </a:p>
        </p:txBody>
      </p:sp>
      <p:sp>
        <p:nvSpPr>
          <p:cNvPr id="7" name="CuadroTexto 6">
            <a:extLst>
              <a:ext uri="{FF2B5EF4-FFF2-40B4-BE49-F238E27FC236}">
                <a16:creationId xmlns:a16="http://schemas.microsoft.com/office/drawing/2014/main" id="{3AEE411D-2535-C193-D482-62390265C857}"/>
              </a:ext>
            </a:extLst>
          </p:cNvPr>
          <p:cNvSpPr txBox="1"/>
          <p:nvPr/>
        </p:nvSpPr>
        <p:spPr>
          <a:xfrm>
            <a:off x="621514" y="4031811"/>
            <a:ext cx="1930913"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evaluation</a:t>
            </a:r>
            <a:r>
              <a:rPr lang="es-ES_tradnl" sz="2000" dirty="0"/>
              <a:t> </a:t>
            </a:r>
            <a:r>
              <a:rPr lang="es-ES_tradnl" sz="2000" dirty="0" err="1"/>
              <a:t>space</a:t>
            </a:r>
            <a:endParaRPr lang="es-ES_tradnl" sz="2000" dirty="0"/>
          </a:p>
        </p:txBody>
      </p:sp>
    </p:spTree>
    <p:custDataLst>
      <p:tags r:id="rId1"/>
    </p:custDataLst>
    <p:extLst>
      <p:ext uri="{BB962C8B-B14F-4D97-AF65-F5344CB8AC3E}">
        <p14:creationId xmlns:p14="http://schemas.microsoft.com/office/powerpoint/2010/main" val="3614321960"/>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665D9-90C0-D90C-EAC2-0A96787714E4}"/>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86700851-B1CB-0851-8A21-CCF71EFB452E}"/>
              </a:ext>
            </a:extLst>
          </p:cNvPr>
          <p:cNvSpPr/>
          <p:nvPr/>
        </p:nvSpPr>
        <p:spPr>
          <a:xfrm>
            <a:off x="0" y="0"/>
            <a:ext cx="2743088"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3" name="Imagen 22" descr="Gráfico&#10;&#10;Descripción generada automáticamente">
            <a:extLst>
              <a:ext uri="{FF2B5EF4-FFF2-40B4-BE49-F238E27FC236}">
                <a16:creationId xmlns:a16="http://schemas.microsoft.com/office/drawing/2014/main" id="{A40BC50B-251F-A4AC-8162-31EB9EFB44D4}"/>
              </a:ext>
            </a:extLst>
          </p:cNvPr>
          <p:cNvPicPr>
            <a:picLocks noChangeAspect="1"/>
          </p:cNvPicPr>
          <p:nvPr/>
        </p:nvPicPr>
        <p:blipFill>
          <a:blip r:embed="rId4">
            <a:extLst>
              <a:ext uri="{28A0092B-C50C-407E-A947-70E740481C1C}">
                <a14:useLocalDpi xmlns:a14="http://schemas.microsoft.com/office/drawing/2010/main" val="0"/>
              </a:ext>
            </a:extLst>
          </a:blip>
          <a:srcRect l="50782" t="1972" b="58492"/>
          <a:stretch/>
        </p:blipFill>
        <p:spPr>
          <a:xfrm>
            <a:off x="4282842" y="1374456"/>
            <a:ext cx="6982070" cy="4705815"/>
          </a:xfrm>
          <a:prstGeom prst="rect">
            <a:avLst/>
          </a:prstGeom>
        </p:spPr>
      </p:pic>
      <p:sp>
        <p:nvSpPr>
          <p:cNvPr id="32" name="Rectángulo 31">
            <a:extLst>
              <a:ext uri="{FF2B5EF4-FFF2-40B4-BE49-F238E27FC236}">
                <a16:creationId xmlns:a16="http://schemas.microsoft.com/office/drawing/2014/main" id="{A89FDB04-BA63-FB08-4498-35892FBEE070}"/>
              </a:ext>
            </a:extLst>
          </p:cNvPr>
          <p:cNvSpPr/>
          <p:nvPr/>
        </p:nvSpPr>
        <p:spPr>
          <a:xfrm>
            <a:off x="4318048" y="1508305"/>
            <a:ext cx="6982069" cy="4705815"/>
          </a:xfrm>
          <a:prstGeom prst="rect">
            <a:avLst/>
          </a:prstGeom>
          <a:noFill/>
          <a:ln w="28575">
            <a:solidFill>
              <a:srgbClr val="FFC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2" name="Título 1">
            <a:extLst>
              <a:ext uri="{FF2B5EF4-FFF2-40B4-BE49-F238E27FC236}">
                <a16:creationId xmlns:a16="http://schemas.microsoft.com/office/drawing/2014/main" id="{08FA9F23-2244-9CAF-4FE5-D03D9BA22E98}"/>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sp>
        <p:nvSpPr>
          <p:cNvPr id="4" name="Rectángulo 3">
            <a:extLst>
              <a:ext uri="{FF2B5EF4-FFF2-40B4-BE49-F238E27FC236}">
                <a16:creationId xmlns:a16="http://schemas.microsoft.com/office/drawing/2014/main" id="{AA50FCCB-C753-504E-7C8A-6A5EA9703E53}"/>
              </a:ext>
            </a:extLst>
          </p:cNvPr>
          <p:cNvSpPr/>
          <p:nvPr/>
        </p:nvSpPr>
        <p:spPr>
          <a:xfrm>
            <a:off x="160536" y="3194733"/>
            <a:ext cx="460978" cy="23426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5" name="Rectángulo 4">
            <a:extLst>
              <a:ext uri="{FF2B5EF4-FFF2-40B4-BE49-F238E27FC236}">
                <a16:creationId xmlns:a16="http://schemas.microsoft.com/office/drawing/2014/main" id="{03EBA744-6F84-2219-7750-F6AFCE0955E5}"/>
              </a:ext>
            </a:extLst>
          </p:cNvPr>
          <p:cNvSpPr/>
          <p:nvPr/>
        </p:nvSpPr>
        <p:spPr>
          <a:xfrm>
            <a:off x="164315" y="4207066"/>
            <a:ext cx="460978" cy="23426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ES_tradnl"/>
          </a:p>
        </p:txBody>
      </p:sp>
      <p:sp>
        <p:nvSpPr>
          <p:cNvPr id="6" name="CuadroTexto 5">
            <a:extLst>
              <a:ext uri="{FF2B5EF4-FFF2-40B4-BE49-F238E27FC236}">
                <a16:creationId xmlns:a16="http://schemas.microsoft.com/office/drawing/2014/main" id="{8AE674C8-518A-BEE7-C06E-1B5C96DC1E9B}"/>
              </a:ext>
            </a:extLst>
          </p:cNvPr>
          <p:cNvSpPr txBox="1"/>
          <p:nvPr/>
        </p:nvSpPr>
        <p:spPr>
          <a:xfrm>
            <a:off x="621514" y="3019478"/>
            <a:ext cx="2226892"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configuration</a:t>
            </a:r>
            <a:r>
              <a:rPr lang="es-ES_tradnl" sz="2000" dirty="0"/>
              <a:t> </a:t>
            </a:r>
            <a:r>
              <a:rPr lang="es-ES_tradnl" sz="2000" dirty="0" err="1"/>
              <a:t>space</a:t>
            </a:r>
            <a:endParaRPr lang="es-ES_tradnl" sz="2000" dirty="0"/>
          </a:p>
        </p:txBody>
      </p:sp>
      <p:sp>
        <p:nvSpPr>
          <p:cNvPr id="7" name="CuadroTexto 6">
            <a:extLst>
              <a:ext uri="{FF2B5EF4-FFF2-40B4-BE49-F238E27FC236}">
                <a16:creationId xmlns:a16="http://schemas.microsoft.com/office/drawing/2014/main" id="{96C853C0-7054-C553-923F-2F3FB5E77C72}"/>
              </a:ext>
            </a:extLst>
          </p:cNvPr>
          <p:cNvSpPr txBox="1"/>
          <p:nvPr/>
        </p:nvSpPr>
        <p:spPr>
          <a:xfrm>
            <a:off x="621514" y="4031811"/>
            <a:ext cx="1930913"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evaluation</a:t>
            </a:r>
            <a:r>
              <a:rPr lang="es-ES_tradnl" sz="2000" dirty="0"/>
              <a:t> </a:t>
            </a:r>
            <a:r>
              <a:rPr lang="es-ES_tradnl" sz="2000" dirty="0" err="1"/>
              <a:t>space</a:t>
            </a:r>
            <a:endParaRPr lang="es-ES_tradnl" sz="2000" dirty="0"/>
          </a:p>
        </p:txBody>
      </p:sp>
    </p:spTree>
    <p:custDataLst>
      <p:tags r:id="rId1"/>
    </p:custDataLst>
    <p:extLst>
      <p:ext uri="{BB962C8B-B14F-4D97-AF65-F5344CB8AC3E}">
        <p14:creationId xmlns:p14="http://schemas.microsoft.com/office/powerpoint/2010/main" val="1379741040"/>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534A7-E33B-B8DF-202E-E089210B28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979D80-0BE4-617C-54F8-553600D77242}"/>
              </a:ext>
            </a:extLst>
          </p:cNvPr>
          <p:cNvSpPr>
            <a:spLocks noGrp="1"/>
          </p:cNvSpPr>
          <p:nvPr>
            <p:ph type="title"/>
          </p:nvPr>
        </p:nvSpPr>
        <p:spPr>
          <a:xfrm>
            <a:off x="767314" y="0"/>
            <a:ext cx="10657371" cy="1325563"/>
          </a:xfrm>
        </p:spPr>
        <p:txBody>
          <a:bodyPr>
            <a:normAutofit/>
          </a:bodyPr>
          <a:lstStyle/>
          <a:p>
            <a:pPr algn="just"/>
            <a:r>
              <a:rPr lang="es-ES" b="1" dirty="0">
                <a:solidFill>
                  <a:srgbClr val="7E0029"/>
                </a:solidFill>
              </a:rPr>
              <a:t>RQ</a:t>
            </a:r>
            <a:r>
              <a:rPr lang="es-ES" b="1" baseline="-25000" dirty="0">
                <a:solidFill>
                  <a:srgbClr val="7E0029"/>
                </a:solidFill>
              </a:rPr>
              <a:t>1</a:t>
            </a:r>
            <a:r>
              <a:rPr lang="es-ES" b="1" dirty="0">
                <a:solidFill>
                  <a:srgbClr val="7E0029"/>
                </a:solidFill>
              </a:rPr>
              <a:t>: </a:t>
            </a:r>
            <a:r>
              <a:rPr lang="es-ES" sz="2800" dirty="0" err="1">
                <a:solidFill>
                  <a:srgbClr val="7E0029"/>
                </a:solidFill>
                <a:effectLst/>
                <a:latin typeface="Helvetica" pitchFamily="2" charset="0"/>
              </a:rPr>
              <a:t>How</a:t>
            </a:r>
            <a:r>
              <a:rPr lang="es-ES" sz="2800" dirty="0">
                <a:solidFill>
                  <a:srgbClr val="7E0029"/>
                </a:solidFill>
                <a:effectLst/>
                <a:latin typeface="Helvetica" pitchFamily="2" charset="0"/>
              </a:rPr>
              <a:t> are pricings’ </a:t>
            </a:r>
            <a:r>
              <a:rPr lang="es-ES" sz="2800" dirty="0" err="1">
                <a:solidFill>
                  <a:srgbClr val="7E0029"/>
                </a:solidFill>
                <a:effectLst/>
                <a:latin typeface="Helvetica" pitchFamily="2" charset="0"/>
              </a:rPr>
              <a:t>configuration</a:t>
            </a:r>
            <a:r>
              <a:rPr lang="es-ES" sz="2800" dirty="0">
                <a:solidFill>
                  <a:srgbClr val="7E0029"/>
                </a:solidFill>
                <a:effectLst/>
                <a:latin typeface="Helvetica" pitchFamily="2" charset="0"/>
              </a:rPr>
              <a:t> and </a:t>
            </a:r>
            <a:r>
              <a:rPr lang="es-ES" sz="2800" dirty="0" err="1">
                <a:solidFill>
                  <a:srgbClr val="7E0029"/>
                </a:solidFill>
                <a:effectLst/>
                <a:latin typeface="Helvetica" pitchFamily="2" charset="0"/>
              </a:rPr>
              <a:t>evaluation</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spaces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evolving</a:t>
            </a:r>
            <a:r>
              <a:rPr lang="es-ES" sz="2800" dirty="0">
                <a:solidFill>
                  <a:srgbClr val="7E0029"/>
                </a:solidFill>
                <a:effectLst/>
                <a:latin typeface="Helvetica" pitchFamily="2" charset="0"/>
              </a:rPr>
              <a:t> in </a:t>
            </a:r>
            <a:r>
              <a:rPr lang="es-ES" sz="2800" dirty="0" err="1">
                <a:solidFill>
                  <a:srgbClr val="7E0029"/>
                </a:solidFill>
                <a:effectLst/>
                <a:latin typeface="Helvetica" pitchFamily="2" charset="0"/>
              </a:rPr>
              <a:t>modern</a:t>
            </a:r>
            <a:r>
              <a:rPr lang="es-ES" sz="2800" dirty="0">
                <a:solidFill>
                  <a:srgbClr val="7E0029"/>
                </a:solidFill>
                <a:effectLst/>
                <a:latin typeface="Helvetica" pitchFamily="2" charset="0"/>
              </a:rPr>
              <a:t> SaaS?</a:t>
            </a:r>
            <a:endParaRPr lang="es-ES" b="1" dirty="0">
              <a:solidFill>
                <a:srgbClr val="7E0029"/>
              </a:solidFill>
            </a:endParaRPr>
          </a:p>
        </p:txBody>
      </p:sp>
      <p:pic>
        <p:nvPicPr>
          <p:cNvPr id="23" name="Imagen 22" descr="Gráfico&#10;&#10;Descripción generada automáticamente">
            <a:extLst>
              <a:ext uri="{FF2B5EF4-FFF2-40B4-BE49-F238E27FC236}">
                <a16:creationId xmlns:a16="http://schemas.microsoft.com/office/drawing/2014/main" id="{F73EC368-B0C6-8C6F-9680-C6ABD39147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0521" y="1171339"/>
            <a:ext cx="6690958" cy="5614037"/>
          </a:xfrm>
          <a:prstGeom prst="rect">
            <a:avLst/>
          </a:prstGeom>
        </p:spPr>
      </p:pic>
      <p:sp>
        <p:nvSpPr>
          <p:cNvPr id="29" name="Rectángulo 28">
            <a:extLst>
              <a:ext uri="{FF2B5EF4-FFF2-40B4-BE49-F238E27FC236}">
                <a16:creationId xmlns:a16="http://schemas.microsoft.com/office/drawing/2014/main" id="{565B977D-28BB-443A-BD2C-575E6E6522B4}"/>
              </a:ext>
            </a:extLst>
          </p:cNvPr>
          <p:cNvSpPr/>
          <p:nvPr/>
        </p:nvSpPr>
        <p:spPr>
          <a:xfrm>
            <a:off x="2864112" y="1325564"/>
            <a:ext cx="3231888" cy="2218682"/>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0" name="Rectángulo 29">
            <a:extLst>
              <a:ext uri="{FF2B5EF4-FFF2-40B4-BE49-F238E27FC236}">
                <a16:creationId xmlns:a16="http://schemas.microsoft.com/office/drawing/2014/main" id="{536D08C0-0BCB-EA72-426D-5B7A4FF67D28}"/>
              </a:ext>
            </a:extLst>
          </p:cNvPr>
          <p:cNvSpPr/>
          <p:nvPr/>
        </p:nvSpPr>
        <p:spPr>
          <a:xfrm>
            <a:off x="2864112" y="3544246"/>
            <a:ext cx="3231888" cy="2499649"/>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1" name="Rectángulo 30">
            <a:extLst>
              <a:ext uri="{FF2B5EF4-FFF2-40B4-BE49-F238E27FC236}">
                <a16:creationId xmlns:a16="http://schemas.microsoft.com/office/drawing/2014/main" id="{D87EA6DC-3007-4676-1AF6-C48A0E0E0AD8}"/>
              </a:ext>
            </a:extLst>
          </p:cNvPr>
          <p:cNvSpPr/>
          <p:nvPr/>
        </p:nvSpPr>
        <p:spPr>
          <a:xfrm>
            <a:off x="6095999" y="3544246"/>
            <a:ext cx="3345480" cy="2499649"/>
          </a:xfrm>
          <a:prstGeom prst="rect">
            <a:avLst/>
          </a:prstGeom>
          <a:noFill/>
          <a:ln w="28575">
            <a:solidFill>
              <a:srgbClr val="92D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32" name="Rectángulo 31">
            <a:extLst>
              <a:ext uri="{FF2B5EF4-FFF2-40B4-BE49-F238E27FC236}">
                <a16:creationId xmlns:a16="http://schemas.microsoft.com/office/drawing/2014/main" id="{70482A7F-D7BD-B04E-A0CA-EF117045DACA}"/>
              </a:ext>
            </a:extLst>
          </p:cNvPr>
          <p:cNvSpPr/>
          <p:nvPr/>
        </p:nvSpPr>
        <p:spPr>
          <a:xfrm>
            <a:off x="6092456" y="1325563"/>
            <a:ext cx="3345480" cy="2218683"/>
          </a:xfrm>
          <a:prstGeom prst="rect">
            <a:avLst/>
          </a:prstGeom>
          <a:noFill/>
          <a:ln w="28575">
            <a:solidFill>
              <a:srgbClr val="FFC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grpSp>
        <p:nvGrpSpPr>
          <p:cNvPr id="1032" name="Grupo 1031">
            <a:extLst>
              <a:ext uri="{FF2B5EF4-FFF2-40B4-BE49-F238E27FC236}">
                <a16:creationId xmlns:a16="http://schemas.microsoft.com/office/drawing/2014/main" id="{B7B81CC8-020A-9FFC-D9FD-46FA9D50B707}"/>
              </a:ext>
            </a:extLst>
          </p:cNvPr>
          <p:cNvGrpSpPr/>
          <p:nvPr/>
        </p:nvGrpSpPr>
        <p:grpSpPr>
          <a:xfrm>
            <a:off x="9324344" y="2067455"/>
            <a:ext cx="2998249" cy="3145281"/>
            <a:chOff x="9324344" y="2067455"/>
            <a:chExt cx="2998249" cy="3145281"/>
          </a:xfrm>
        </p:grpSpPr>
        <p:pic>
          <p:nvPicPr>
            <p:cNvPr id="35" name="Gráfico 34" descr="Sello con relleno sólido">
              <a:extLst>
                <a:ext uri="{FF2B5EF4-FFF2-40B4-BE49-F238E27FC236}">
                  <a16:creationId xmlns:a16="http://schemas.microsoft.com/office/drawing/2014/main" id="{4305DF0C-3F0D-D4F4-0C07-3638D6CE96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24344" y="2067455"/>
              <a:ext cx="2998249" cy="2998249"/>
            </a:xfrm>
            <a:prstGeom prst="rect">
              <a:avLst/>
            </a:prstGeom>
          </p:spPr>
        </p:pic>
        <p:sp>
          <p:nvSpPr>
            <p:cNvPr id="46" name="CuadroTexto 45">
              <a:extLst>
                <a:ext uri="{FF2B5EF4-FFF2-40B4-BE49-F238E27FC236}">
                  <a16:creationId xmlns:a16="http://schemas.microsoft.com/office/drawing/2014/main" id="{E2E3575E-169D-8AA2-E2BF-2AE8EED987F4}"/>
                </a:ext>
              </a:extLst>
            </p:cNvPr>
            <p:cNvSpPr txBox="1"/>
            <p:nvPr/>
          </p:nvSpPr>
          <p:spPr>
            <a:xfrm rot="18744190">
              <a:off x="9928768" y="3304968"/>
              <a:ext cx="1789401" cy="523220"/>
            </a:xfrm>
            <a:prstGeom prst="rect">
              <a:avLst/>
            </a:prstGeom>
            <a:noFill/>
          </p:spPr>
          <p:txBody>
            <a:bodyPr wrap="none" rtlCol="0">
              <a:spAutoFit/>
            </a:bodyPr>
            <a:lstStyle/>
            <a:p>
              <a:r>
                <a:rPr lang="es-ES_tradnl" sz="2800" dirty="0">
                  <a:solidFill>
                    <a:schemeClr val="bg1"/>
                  </a:solidFill>
                </a:rPr>
                <a:t>APPROVED</a:t>
              </a:r>
              <a:endParaRPr lang="es-ES_tradnl" dirty="0">
                <a:solidFill>
                  <a:schemeClr val="bg1"/>
                </a:solidFill>
              </a:endParaRPr>
            </a:p>
          </p:txBody>
        </p:sp>
        <p:sp>
          <p:nvSpPr>
            <p:cNvPr id="1028" name="CuadroTexto 1027">
              <a:extLst>
                <a:ext uri="{FF2B5EF4-FFF2-40B4-BE49-F238E27FC236}">
                  <a16:creationId xmlns:a16="http://schemas.microsoft.com/office/drawing/2014/main" id="{0462299F-FE49-F51C-3FFE-14B8D9E49223}"/>
                </a:ext>
              </a:extLst>
            </p:cNvPr>
            <p:cNvSpPr txBox="1"/>
            <p:nvPr/>
          </p:nvSpPr>
          <p:spPr>
            <a:xfrm>
              <a:off x="9596209" y="4843404"/>
              <a:ext cx="2454518" cy="369332"/>
            </a:xfrm>
            <a:prstGeom prst="rect">
              <a:avLst/>
            </a:prstGeom>
            <a:noFill/>
          </p:spPr>
          <p:txBody>
            <a:bodyPr wrap="none" rtlCol="0">
              <a:spAutoFit/>
            </a:bodyPr>
            <a:lstStyle/>
            <a:p>
              <a:r>
                <a:rPr lang="es-ES" dirty="0">
                  <a:solidFill>
                    <a:srgbClr val="000000"/>
                  </a:solidFill>
                  <a:effectLst/>
                  <a:latin typeface="Helvetica" pitchFamily="2" charset="0"/>
                </a:rPr>
                <a:t>Mann-Whitney U </a:t>
              </a:r>
              <a:r>
                <a:rPr lang="es-ES" dirty="0" err="1">
                  <a:solidFill>
                    <a:srgbClr val="000000"/>
                  </a:solidFill>
                  <a:effectLst/>
                  <a:latin typeface="Helvetica" pitchFamily="2" charset="0"/>
                </a:rPr>
                <a:t>tests</a:t>
              </a:r>
              <a:endParaRPr lang="es-ES" dirty="0">
                <a:solidFill>
                  <a:srgbClr val="000000"/>
                </a:solidFill>
                <a:effectLst/>
                <a:latin typeface="Helvetica" pitchFamily="2" charset="0"/>
              </a:endParaRPr>
            </a:p>
          </p:txBody>
        </p:sp>
      </p:grpSp>
      <p:sp>
        <p:nvSpPr>
          <p:cNvPr id="3" name="CuadroTexto 2">
            <a:extLst>
              <a:ext uri="{FF2B5EF4-FFF2-40B4-BE49-F238E27FC236}">
                <a16:creationId xmlns:a16="http://schemas.microsoft.com/office/drawing/2014/main" id="{6DE81E29-F0AD-C50D-8C98-C2C3A73C9AF8}"/>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12</a:t>
            </a:r>
          </a:p>
        </p:txBody>
      </p:sp>
      <p:sp>
        <p:nvSpPr>
          <p:cNvPr id="4" name="Rectángulo 3">
            <a:extLst>
              <a:ext uri="{FF2B5EF4-FFF2-40B4-BE49-F238E27FC236}">
                <a16:creationId xmlns:a16="http://schemas.microsoft.com/office/drawing/2014/main" id="{C97DB447-699F-1021-3810-3A81F92DB9C8}"/>
              </a:ext>
            </a:extLst>
          </p:cNvPr>
          <p:cNvSpPr/>
          <p:nvPr/>
        </p:nvSpPr>
        <p:spPr>
          <a:xfrm>
            <a:off x="160536" y="3194733"/>
            <a:ext cx="460978" cy="23426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s-ES_tradnl"/>
          </a:p>
        </p:txBody>
      </p:sp>
      <p:sp>
        <p:nvSpPr>
          <p:cNvPr id="5" name="Rectángulo 4">
            <a:extLst>
              <a:ext uri="{FF2B5EF4-FFF2-40B4-BE49-F238E27FC236}">
                <a16:creationId xmlns:a16="http://schemas.microsoft.com/office/drawing/2014/main" id="{9401FD23-CAD9-8589-47CE-6FCBEC2D0E40}"/>
              </a:ext>
            </a:extLst>
          </p:cNvPr>
          <p:cNvSpPr/>
          <p:nvPr/>
        </p:nvSpPr>
        <p:spPr>
          <a:xfrm>
            <a:off x="164315" y="4207066"/>
            <a:ext cx="460978" cy="23426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s-ES_tradnl"/>
          </a:p>
        </p:txBody>
      </p:sp>
      <p:sp>
        <p:nvSpPr>
          <p:cNvPr id="6" name="CuadroTexto 5">
            <a:extLst>
              <a:ext uri="{FF2B5EF4-FFF2-40B4-BE49-F238E27FC236}">
                <a16:creationId xmlns:a16="http://schemas.microsoft.com/office/drawing/2014/main" id="{4B76F15B-CC31-4817-3065-38D9ADD94458}"/>
              </a:ext>
            </a:extLst>
          </p:cNvPr>
          <p:cNvSpPr txBox="1"/>
          <p:nvPr/>
        </p:nvSpPr>
        <p:spPr>
          <a:xfrm>
            <a:off x="621514" y="3019478"/>
            <a:ext cx="2226892"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configuration</a:t>
            </a:r>
            <a:r>
              <a:rPr lang="es-ES_tradnl" sz="2000" dirty="0"/>
              <a:t> </a:t>
            </a:r>
            <a:r>
              <a:rPr lang="es-ES_tradnl" sz="2000" dirty="0" err="1"/>
              <a:t>space</a:t>
            </a:r>
            <a:endParaRPr lang="es-ES_tradnl" sz="2000" dirty="0"/>
          </a:p>
        </p:txBody>
      </p:sp>
      <p:sp>
        <p:nvSpPr>
          <p:cNvPr id="7" name="CuadroTexto 6">
            <a:extLst>
              <a:ext uri="{FF2B5EF4-FFF2-40B4-BE49-F238E27FC236}">
                <a16:creationId xmlns:a16="http://schemas.microsoft.com/office/drawing/2014/main" id="{8138047A-91E4-5026-96DE-5FA14A51328A}"/>
              </a:ext>
            </a:extLst>
          </p:cNvPr>
          <p:cNvSpPr txBox="1"/>
          <p:nvPr/>
        </p:nvSpPr>
        <p:spPr>
          <a:xfrm>
            <a:off x="621514" y="4031811"/>
            <a:ext cx="1930913" cy="707886"/>
          </a:xfrm>
          <a:prstGeom prst="rect">
            <a:avLst/>
          </a:prstGeom>
          <a:noFill/>
        </p:spPr>
        <p:txBody>
          <a:bodyPr wrap="none" rtlCol="0">
            <a:spAutoFit/>
          </a:bodyPr>
          <a:lstStyle/>
          <a:p>
            <a:r>
              <a:rPr lang="es-ES_tradnl" sz="2000" dirty="0" err="1"/>
              <a:t>Evolution</a:t>
            </a:r>
            <a:r>
              <a:rPr lang="es-ES_tradnl" sz="2000" dirty="0"/>
              <a:t> </a:t>
            </a:r>
            <a:r>
              <a:rPr lang="es-ES_tradnl" sz="2000" dirty="0" err="1"/>
              <a:t>of</a:t>
            </a:r>
            <a:r>
              <a:rPr lang="es-ES_tradnl" sz="2000" dirty="0"/>
              <a:t> </a:t>
            </a:r>
            <a:r>
              <a:rPr lang="es-ES_tradnl" sz="2000" dirty="0" err="1"/>
              <a:t>the</a:t>
            </a:r>
            <a:r>
              <a:rPr lang="es-ES_tradnl" sz="2000" dirty="0"/>
              <a:t> </a:t>
            </a:r>
          </a:p>
          <a:p>
            <a:r>
              <a:rPr lang="es-ES_tradnl" sz="2000" dirty="0" err="1"/>
              <a:t>evaluation</a:t>
            </a:r>
            <a:r>
              <a:rPr lang="es-ES_tradnl" sz="2000" dirty="0"/>
              <a:t> </a:t>
            </a:r>
            <a:r>
              <a:rPr lang="es-ES_tradnl" sz="2000" dirty="0" err="1"/>
              <a:t>space</a:t>
            </a:r>
            <a:endParaRPr lang="es-ES_tradnl" sz="2000" dirty="0"/>
          </a:p>
        </p:txBody>
      </p:sp>
    </p:spTree>
    <p:custDataLst>
      <p:tags r:id="rId1"/>
    </p:custDataLst>
    <p:extLst>
      <p:ext uri="{BB962C8B-B14F-4D97-AF65-F5344CB8AC3E}">
        <p14:creationId xmlns:p14="http://schemas.microsoft.com/office/powerpoint/2010/main" val="1046920617"/>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032"/>
                                        </p:tgtEl>
                                        <p:attrNameLst>
                                          <p:attrName>style.visibility</p:attrName>
                                        </p:attrNameLst>
                                      </p:cBhvr>
                                      <p:to>
                                        <p:strVal val="visible"/>
                                      </p:to>
                                    </p:set>
                                    <p:animEffect transition="in" filter="checkerboard(across)">
                                      <p:cBhvr>
                                        <p:cTn id="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9453-F16C-9A03-8128-CD3BC37DC3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4C94468-0282-F287-B5ED-DEA9C46D52F9}"/>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2</a:t>
            </a:r>
            <a:r>
              <a:rPr lang="es-ES" b="1" dirty="0">
                <a:solidFill>
                  <a:srgbClr val="7E0029"/>
                </a:solidFill>
              </a:rPr>
              <a:t>: </a:t>
            </a:r>
            <a:r>
              <a:rPr lang="es-ES" sz="2800" dirty="0">
                <a:solidFill>
                  <a:srgbClr val="7E0029"/>
                </a:solidFill>
                <a:effectLst/>
                <a:latin typeface="Helvetica" pitchFamily="2" charset="0"/>
              </a:rPr>
              <a:t>Are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appropriate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for</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optimizing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pricing-driven</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a:t>
            </a:r>
            <a:endParaRPr lang="es-ES" b="1" dirty="0">
              <a:solidFill>
                <a:srgbClr val="7E0029"/>
              </a:solidFill>
            </a:endParaRPr>
          </a:p>
        </p:txBody>
      </p:sp>
      <p:grpSp>
        <p:nvGrpSpPr>
          <p:cNvPr id="9" name="Grupo 8">
            <a:extLst>
              <a:ext uri="{FF2B5EF4-FFF2-40B4-BE49-F238E27FC236}">
                <a16:creationId xmlns:a16="http://schemas.microsoft.com/office/drawing/2014/main" id="{DD68D614-2131-0CF5-CACD-0E8ED3503D37}"/>
              </a:ext>
            </a:extLst>
          </p:cNvPr>
          <p:cNvGrpSpPr/>
          <p:nvPr/>
        </p:nvGrpSpPr>
        <p:grpSpPr>
          <a:xfrm>
            <a:off x="511154" y="2761398"/>
            <a:ext cx="1928301" cy="1834792"/>
            <a:chOff x="904119" y="1325563"/>
            <a:chExt cx="1928301" cy="1834792"/>
          </a:xfrm>
        </p:grpSpPr>
        <p:pic>
          <p:nvPicPr>
            <p:cNvPr id="4" name="Gráfico 3" descr="Lupa con relleno sólido">
              <a:extLst>
                <a:ext uri="{FF2B5EF4-FFF2-40B4-BE49-F238E27FC236}">
                  <a16:creationId xmlns:a16="http://schemas.microsoft.com/office/drawing/2014/main" id="{D9350083-0A19-0406-D33A-CFB6414BFE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904119" y="1325563"/>
              <a:ext cx="1928301" cy="1834792"/>
            </a:xfrm>
            <a:prstGeom prst="rect">
              <a:avLst/>
            </a:prstGeom>
          </p:spPr>
        </p:pic>
        <p:sp>
          <p:nvSpPr>
            <p:cNvPr id="5" name="CuadroTexto 4">
              <a:extLst>
                <a:ext uri="{FF2B5EF4-FFF2-40B4-BE49-F238E27FC236}">
                  <a16:creationId xmlns:a16="http://schemas.microsoft.com/office/drawing/2014/main" id="{D284A4B0-78F5-C528-1209-E5FA2BA99EEF}"/>
                </a:ext>
              </a:extLst>
            </p:cNvPr>
            <p:cNvSpPr txBox="1"/>
            <p:nvPr/>
          </p:nvSpPr>
          <p:spPr>
            <a:xfrm>
              <a:off x="1591808" y="1873627"/>
              <a:ext cx="984116" cy="369332"/>
            </a:xfrm>
            <a:prstGeom prst="rect">
              <a:avLst/>
            </a:prstGeom>
            <a:noFill/>
          </p:spPr>
          <p:txBody>
            <a:bodyPr wrap="none" rtlCol="0">
              <a:spAutoFit/>
            </a:bodyPr>
            <a:lstStyle/>
            <a:p>
              <a:r>
                <a:rPr lang="es-ES_tradnl" dirty="0" err="1">
                  <a:solidFill>
                    <a:srgbClr val="7E0029"/>
                  </a:solidFill>
                </a:rPr>
                <a:t>keyword</a:t>
              </a:r>
              <a:endParaRPr lang="es-ES_tradnl" dirty="0">
                <a:solidFill>
                  <a:srgbClr val="7E0029"/>
                </a:solidFill>
              </a:endParaRPr>
            </a:p>
          </p:txBody>
        </p:sp>
      </p:grpSp>
      <p:sp>
        <p:nvSpPr>
          <p:cNvPr id="8" name="CuadroTexto 7">
            <a:extLst>
              <a:ext uri="{FF2B5EF4-FFF2-40B4-BE49-F238E27FC236}">
                <a16:creationId xmlns:a16="http://schemas.microsoft.com/office/drawing/2014/main" id="{245BB34A-0EBC-2F1F-3E46-E1D581A9420B}"/>
              </a:ext>
            </a:extLst>
          </p:cNvPr>
          <p:cNvSpPr txBox="1"/>
          <p:nvPr/>
        </p:nvSpPr>
        <p:spPr>
          <a:xfrm>
            <a:off x="7293996" y="3285290"/>
            <a:ext cx="1304268" cy="369332"/>
          </a:xfrm>
          <a:prstGeom prst="rect">
            <a:avLst/>
          </a:prstGeom>
          <a:noFill/>
        </p:spPr>
        <p:txBody>
          <a:bodyPr wrap="none" rtlCol="0">
            <a:spAutoFit/>
          </a:bodyPr>
          <a:lstStyle/>
          <a:p>
            <a:r>
              <a:rPr lang="es-ES_tradnl" dirty="0" err="1"/>
              <a:t>snowballing</a:t>
            </a:r>
            <a:endParaRPr lang="es-ES_tradnl" dirty="0"/>
          </a:p>
        </p:txBody>
      </p:sp>
      <p:sp>
        <p:nvSpPr>
          <p:cNvPr id="10" name="CuadroTexto 9">
            <a:extLst>
              <a:ext uri="{FF2B5EF4-FFF2-40B4-BE49-F238E27FC236}">
                <a16:creationId xmlns:a16="http://schemas.microsoft.com/office/drawing/2014/main" id="{64BB1CF7-9269-2AF1-AE14-1BDE7D355C64}"/>
              </a:ext>
            </a:extLst>
          </p:cNvPr>
          <p:cNvSpPr txBox="1"/>
          <p:nvPr/>
        </p:nvSpPr>
        <p:spPr>
          <a:xfrm>
            <a:off x="380286" y="4593223"/>
            <a:ext cx="2621230" cy="923330"/>
          </a:xfrm>
          <a:prstGeom prst="rect">
            <a:avLst/>
          </a:prstGeom>
          <a:noFill/>
        </p:spPr>
        <p:txBody>
          <a:bodyPr wrap="none" rtlCol="0">
            <a:spAutoFit/>
          </a:bodyPr>
          <a:lstStyle/>
          <a:p>
            <a:pPr algn="ctr"/>
            <a:r>
              <a:rPr lang="es-ES" dirty="0">
                <a:solidFill>
                  <a:srgbClr val="000000"/>
                </a:solidFill>
                <a:effectLst/>
                <a:latin typeface="Helvetica" pitchFamily="2" charset="0"/>
              </a:rPr>
              <a:t>“</a:t>
            </a:r>
            <a:r>
              <a:rPr lang="es-ES" dirty="0" err="1">
                <a:solidFill>
                  <a:srgbClr val="000000"/>
                </a:solidFill>
                <a:effectLst/>
                <a:latin typeface="Helvetica" pitchFamily="2" charset="0"/>
              </a:rPr>
              <a:t>feature</a:t>
            </a:r>
            <a:r>
              <a:rPr lang="es-ES" dirty="0">
                <a:solidFill>
                  <a:srgbClr val="000000"/>
                </a:solidFill>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tool</a:t>
            </a:r>
            <a:r>
              <a:rPr lang="es-ES" dirty="0">
                <a:solidFill>
                  <a:srgbClr val="000000"/>
                </a:solidFill>
                <a:effectLst/>
                <a:latin typeface="Helvetica" pitchFamily="2" charset="0"/>
              </a:rPr>
              <a:t>”</a:t>
            </a:r>
          </a:p>
          <a:p>
            <a:pPr algn="ctr"/>
            <a:r>
              <a:rPr lang="es-ES" dirty="0">
                <a:solidFill>
                  <a:srgbClr val="000000"/>
                </a:solidFill>
                <a:effectLst/>
                <a:latin typeface="Helvetica" pitchFamily="2" charset="0"/>
              </a:rPr>
              <a:t>“</a:t>
            </a:r>
            <a:r>
              <a:rPr lang="es-ES" dirty="0" err="1">
                <a:solidFill>
                  <a:srgbClr val="000000"/>
                </a:solidFill>
                <a:effectLst/>
                <a:latin typeface="Helvetica" pitchFamily="2" charset="0"/>
              </a:rPr>
              <a:t>feature</a:t>
            </a:r>
            <a:r>
              <a:rPr lang="es-ES" dirty="0">
                <a:solidFill>
                  <a:srgbClr val="000000"/>
                </a:solidFill>
                <a:effectLst/>
                <a:latin typeface="Helvetica" pitchFamily="2" charset="0"/>
              </a:rPr>
              <a:t> </a:t>
            </a:r>
            <a:r>
              <a:rPr lang="es-ES" dirty="0" err="1">
                <a:solidFill>
                  <a:srgbClr val="000000"/>
                </a:solidFill>
                <a:effectLst/>
                <a:latin typeface="Helvetica" pitchFamily="2" charset="0"/>
              </a:rPr>
              <a:t>toggling</a:t>
            </a:r>
            <a:r>
              <a:rPr lang="es-ES" dirty="0">
                <a:solidFill>
                  <a:srgbClr val="000000"/>
                </a:solidFill>
                <a:effectLst/>
                <a:latin typeface="Helvetica" pitchFamily="2" charset="0"/>
              </a:rPr>
              <a:t> </a:t>
            </a:r>
            <a:r>
              <a:rPr lang="es-ES" dirty="0" err="1">
                <a:solidFill>
                  <a:srgbClr val="000000"/>
                </a:solidFill>
                <a:effectLst/>
                <a:latin typeface="Helvetica" pitchFamily="2" charset="0"/>
              </a:rPr>
              <a:t>library</a:t>
            </a:r>
            <a:r>
              <a:rPr lang="es-ES" dirty="0">
                <a:solidFill>
                  <a:srgbClr val="000000"/>
                </a:solidFill>
                <a:effectLst/>
                <a:latin typeface="Helvetica" pitchFamily="2" charset="0"/>
              </a:rPr>
              <a:t>”</a:t>
            </a:r>
          </a:p>
          <a:p>
            <a:endParaRPr lang="es-ES_tradnl" dirty="0"/>
          </a:p>
        </p:txBody>
      </p:sp>
      <p:sp>
        <p:nvSpPr>
          <p:cNvPr id="11" name="Flecha derecha 10">
            <a:extLst>
              <a:ext uri="{FF2B5EF4-FFF2-40B4-BE49-F238E27FC236}">
                <a16:creationId xmlns:a16="http://schemas.microsoft.com/office/drawing/2014/main" id="{F9106B7E-A670-DB0F-2066-75DBBFFD4F8D}"/>
              </a:ext>
            </a:extLst>
          </p:cNvPr>
          <p:cNvSpPr/>
          <p:nvPr/>
        </p:nvSpPr>
        <p:spPr>
          <a:xfrm>
            <a:off x="3127144" y="3285290"/>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Flecha derecha 11">
            <a:extLst>
              <a:ext uri="{FF2B5EF4-FFF2-40B4-BE49-F238E27FC236}">
                <a16:creationId xmlns:a16="http://schemas.microsoft.com/office/drawing/2014/main" id="{310CA916-F708-DB72-D98B-1991C02E24DD}"/>
              </a:ext>
            </a:extLst>
          </p:cNvPr>
          <p:cNvSpPr/>
          <p:nvPr/>
        </p:nvSpPr>
        <p:spPr>
          <a:xfrm>
            <a:off x="8879305" y="3289457"/>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20080FB3-E3F8-663C-6BB9-F4712484D143}"/>
              </a:ext>
            </a:extLst>
          </p:cNvPr>
          <p:cNvSpPr txBox="1"/>
          <p:nvPr/>
        </p:nvSpPr>
        <p:spPr>
          <a:xfrm>
            <a:off x="4835565" y="4091258"/>
            <a:ext cx="470000" cy="769441"/>
          </a:xfrm>
          <a:prstGeom prst="rect">
            <a:avLst/>
          </a:prstGeom>
          <a:noFill/>
        </p:spPr>
        <p:txBody>
          <a:bodyPr wrap="none" rtlCol="0">
            <a:spAutoFit/>
          </a:bodyPr>
          <a:lstStyle/>
          <a:p>
            <a:r>
              <a:rPr lang="es-ES_tradnl" sz="4400" dirty="0">
                <a:solidFill>
                  <a:srgbClr val="7E0029"/>
                </a:solidFill>
              </a:rPr>
              <a:t>5</a:t>
            </a:r>
            <a:endParaRPr lang="es-ES_tradnl" dirty="0">
              <a:solidFill>
                <a:srgbClr val="7E0029"/>
              </a:solidFill>
            </a:endParaRPr>
          </a:p>
        </p:txBody>
      </p:sp>
      <p:pic>
        <p:nvPicPr>
          <p:cNvPr id="15" name="Gráfico 14" descr="Herramientas con relleno sólido">
            <a:extLst>
              <a:ext uri="{FF2B5EF4-FFF2-40B4-BE49-F238E27FC236}">
                <a16:creationId xmlns:a16="http://schemas.microsoft.com/office/drawing/2014/main" id="{87A87E28-A4EA-2012-0A97-CF2DA366AAE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08504" y="2959593"/>
            <a:ext cx="1131665" cy="1131665"/>
          </a:xfrm>
          <a:prstGeom prst="rect">
            <a:avLst/>
          </a:prstGeom>
        </p:spPr>
      </p:pic>
      <p:sp>
        <p:nvSpPr>
          <p:cNvPr id="16" name="Flecha derecha 15">
            <a:extLst>
              <a:ext uri="{FF2B5EF4-FFF2-40B4-BE49-F238E27FC236}">
                <a16:creationId xmlns:a16="http://schemas.microsoft.com/office/drawing/2014/main" id="{A3E69F6F-9A42-636A-489F-FEEB83AE709B}"/>
              </a:ext>
            </a:extLst>
          </p:cNvPr>
          <p:cNvSpPr/>
          <p:nvPr/>
        </p:nvSpPr>
        <p:spPr>
          <a:xfrm>
            <a:off x="5873184" y="3285290"/>
            <a:ext cx="1125997" cy="417676"/>
          </a:xfrm>
          <a:prstGeom prst="rightArrow">
            <a:avLst/>
          </a:pr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 name="CuadroTexto 16">
            <a:extLst>
              <a:ext uri="{FF2B5EF4-FFF2-40B4-BE49-F238E27FC236}">
                <a16:creationId xmlns:a16="http://schemas.microsoft.com/office/drawing/2014/main" id="{F7FBB3BB-F3D4-D094-AFBF-EF20DFBD7259}"/>
              </a:ext>
            </a:extLst>
          </p:cNvPr>
          <p:cNvSpPr txBox="1"/>
          <p:nvPr/>
        </p:nvSpPr>
        <p:spPr>
          <a:xfrm>
            <a:off x="10433602" y="3994832"/>
            <a:ext cx="755335" cy="769441"/>
          </a:xfrm>
          <a:prstGeom prst="rect">
            <a:avLst/>
          </a:prstGeom>
          <a:noFill/>
        </p:spPr>
        <p:txBody>
          <a:bodyPr wrap="none" rtlCol="0">
            <a:spAutoFit/>
          </a:bodyPr>
          <a:lstStyle/>
          <a:p>
            <a:r>
              <a:rPr lang="es-ES_tradnl" sz="4400" dirty="0">
                <a:solidFill>
                  <a:srgbClr val="7E0029"/>
                </a:solidFill>
              </a:rPr>
              <a:t>21</a:t>
            </a:r>
            <a:endParaRPr lang="es-ES_tradnl" dirty="0">
              <a:solidFill>
                <a:srgbClr val="7E0029"/>
              </a:solidFill>
            </a:endParaRPr>
          </a:p>
        </p:txBody>
      </p:sp>
      <p:pic>
        <p:nvPicPr>
          <p:cNvPr id="18" name="Gráfico 17" descr="Herramientas con relleno sólido">
            <a:extLst>
              <a:ext uri="{FF2B5EF4-FFF2-40B4-BE49-F238E27FC236}">
                <a16:creationId xmlns:a16="http://schemas.microsoft.com/office/drawing/2014/main" id="{988B7A6A-23AF-F0A2-445C-AF08360989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92646" y="2863167"/>
            <a:ext cx="1131665" cy="1131665"/>
          </a:xfrm>
          <a:prstGeom prst="rect">
            <a:avLst/>
          </a:prstGeom>
        </p:spPr>
      </p:pic>
      <p:sp>
        <p:nvSpPr>
          <p:cNvPr id="19" name="CuadroTexto 18">
            <a:extLst>
              <a:ext uri="{FF2B5EF4-FFF2-40B4-BE49-F238E27FC236}">
                <a16:creationId xmlns:a16="http://schemas.microsoft.com/office/drawing/2014/main" id="{4474C0ED-E472-330A-788C-E6179487A319}"/>
              </a:ext>
            </a:extLst>
          </p:cNvPr>
          <p:cNvSpPr txBox="1"/>
          <p:nvPr/>
        </p:nvSpPr>
        <p:spPr>
          <a:xfrm>
            <a:off x="7033059" y="4408557"/>
            <a:ext cx="1826141" cy="369332"/>
          </a:xfrm>
          <a:prstGeom prst="rect">
            <a:avLst/>
          </a:prstGeom>
          <a:noFill/>
        </p:spPr>
        <p:txBody>
          <a:bodyPr wrap="none" rtlCol="0">
            <a:spAutoFit/>
          </a:bodyPr>
          <a:lstStyle/>
          <a:p>
            <a:r>
              <a:rPr lang="es-ES" dirty="0" err="1">
                <a:solidFill>
                  <a:srgbClr val="0000FF"/>
                </a:solidFill>
                <a:effectLst/>
                <a:latin typeface="Helvetica" pitchFamily="2" charset="0"/>
              </a:rPr>
              <a:t>alternativeto.net</a:t>
            </a:r>
            <a:endParaRPr lang="es-ES" dirty="0">
              <a:solidFill>
                <a:srgbClr val="0000FF"/>
              </a:solidFill>
              <a:effectLst/>
              <a:latin typeface="Helvetica" pitchFamily="2" charset="0"/>
            </a:endParaRPr>
          </a:p>
        </p:txBody>
      </p:sp>
      <p:pic>
        <p:nvPicPr>
          <p:cNvPr id="21" name="Gráfico 20" descr="Agregar con relleno sólido">
            <a:extLst>
              <a:ext uri="{FF2B5EF4-FFF2-40B4-BE49-F238E27FC236}">
                <a16:creationId xmlns:a16="http://schemas.microsoft.com/office/drawing/2014/main" id="{F65AEBE9-AEE2-A126-8B14-5606B3A633F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62125" y="3702966"/>
            <a:ext cx="554236" cy="554236"/>
          </a:xfrm>
          <a:prstGeom prst="rect">
            <a:avLst/>
          </a:prstGeom>
        </p:spPr>
      </p:pic>
      <p:sp>
        <p:nvSpPr>
          <p:cNvPr id="3" name="CuadroTexto 2">
            <a:extLst>
              <a:ext uri="{FF2B5EF4-FFF2-40B4-BE49-F238E27FC236}">
                <a16:creationId xmlns:a16="http://schemas.microsoft.com/office/drawing/2014/main" id="{3A0C458D-8038-649A-7E89-5DD482DCEDA3}"/>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13</a:t>
            </a:r>
          </a:p>
        </p:txBody>
      </p:sp>
      <p:pic>
        <p:nvPicPr>
          <p:cNvPr id="6146" name="Picture 2" descr="Snowball - Free weather icons">
            <a:extLst>
              <a:ext uri="{FF2B5EF4-FFF2-40B4-BE49-F238E27FC236}">
                <a16:creationId xmlns:a16="http://schemas.microsoft.com/office/drawing/2014/main" id="{1B79CE3A-A621-DB4E-FB7D-5992D6C12E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93996" y="1914651"/>
            <a:ext cx="1233408" cy="123340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21056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B2DD-45A9-1938-F98A-F8B1904E2B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336DAE-A8D9-901E-20F8-5E91DA9B7B7B}"/>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2</a:t>
            </a:r>
            <a:r>
              <a:rPr lang="es-ES" b="1" dirty="0">
                <a:solidFill>
                  <a:srgbClr val="7E0029"/>
                </a:solidFill>
              </a:rPr>
              <a:t>: </a:t>
            </a:r>
            <a:r>
              <a:rPr lang="es-ES" sz="2800" dirty="0">
                <a:solidFill>
                  <a:srgbClr val="7E0029"/>
                </a:solidFill>
                <a:effectLst/>
                <a:latin typeface="Helvetica" pitchFamily="2" charset="0"/>
              </a:rPr>
              <a:t>Are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appropriate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for</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optimizing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pricing-driven</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a:t>
            </a:r>
            <a:endParaRPr lang="es-ES" b="1" dirty="0">
              <a:solidFill>
                <a:srgbClr val="7E0029"/>
              </a:solidFill>
            </a:endParaRPr>
          </a:p>
        </p:txBody>
      </p:sp>
      <p:sp>
        <p:nvSpPr>
          <p:cNvPr id="3" name="CuadroTexto 2">
            <a:extLst>
              <a:ext uri="{FF2B5EF4-FFF2-40B4-BE49-F238E27FC236}">
                <a16:creationId xmlns:a16="http://schemas.microsoft.com/office/drawing/2014/main" id="{68342C34-CE21-60B6-11B6-D870E5D5488F}"/>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14</a:t>
            </a:r>
          </a:p>
        </p:txBody>
      </p:sp>
      <p:sp>
        <p:nvSpPr>
          <p:cNvPr id="4" name="Triángulo 3">
            <a:extLst>
              <a:ext uri="{FF2B5EF4-FFF2-40B4-BE49-F238E27FC236}">
                <a16:creationId xmlns:a16="http://schemas.microsoft.com/office/drawing/2014/main" id="{A386B214-4CD0-1534-FE9B-978CDF765246}"/>
              </a:ext>
            </a:extLst>
          </p:cNvPr>
          <p:cNvSpPr/>
          <p:nvPr/>
        </p:nvSpPr>
        <p:spPr>
          <a:xfrm>
            <a:off x="223025" y="1938880"/>
            <a:ext cx="5352585" cy="4261198"/>
          </a:xfrm>
          <a:prstGeom prst="triangle">
            <a:avLst/>
          </a:prstGeom>
          <a:solidFill>
            <a:schemeClr val="bg1"/>
          </a:solidFill>
          <a:ln w="28575">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5576825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BEE7C-EFEA-59A5-A207-0D557E87F0AA}"/>
            </a:ext>
          </a:extLst>
        </p:cNvPr>
        <p:cNvGrpSpPr/>
        <p:nvPr/>
      </p:nvGrpSpPr>
      <p:grpSpPr>
        <a:xfrm>
          <a:off x="0" y="0"/>
          <a:ext cx="0" cy="0"/>
          <a:chOff x="0" y="0"/>
          <a:chExt cx="0" cy="0"/>
        </a:xfrm>
      </p:grpSpPr>
      <p:pic>
        <p:nvPicPr>
          <p:cNvPr id="11" name="Imagen 10" descr="Interfaz de usuario gráfica, Texto&#10;&#10;Descripción generada automáticamente">
            <a:extLst>
              <a:ext uri="{FF2B5EF4-FFF2-40B4-BE49-F238E27FC236}">
                <a16:creationId xmlns:a16="http://schemas.microsoft.com/office/drawing/2014/main" id="{EEC9A692-DF61-2922-927A-D29825BB4FD5}"/>
              </a:ext>
            </a:extLst>
          </p:cNvPr>
          <p:cNvPicPr>
            <a:picLocks noChangeAspect="1"/>
          </p:cNvPicPr>
          <p:nvPr/>
        </p:nvPicPr>
        <p:blipFill>
          <a:blip r:embed="rId4">
            <a:extLst>
              <a:ext uri="{28A0092B-C50C-407E-A947-70E740481C1C}">
                <a14:useLocalDpi xmlns:a14="http://schemas.microsoft.com/office/drawing/2010/main" val="0"/>
              </a:ext>
            </a:extLst>
          </a:blip>
          <a:srcRect l="6488" t="11747" r="6377" b="11747"/>
          <a:stretch/>
        </p:blipFill>
        <p:spPr>
          <a:xfrm>
            <a:off x="5873316" y="3557238"/>
            <a:ext cx="5798634" cy="2642840"/>
          </a:xfrm>
          <a:prstGeom prst="rect">
            <a:avLst/>
          </a:prstGeom>
          <a:ln w="28575">
            <a:solidFill>
              <a:srgbClr val="7E0029"/>
            </a:solidFill>
          </a:ln>
        </p:spPr>
      </p:pic>
      <p:sp>
        <p:nvSpPr>
          <p:cNvPr id="13" name="Llamada rectangular redondeada 12">
            <a:extLst>
              <a:ext uri="{FF2B5EF4-FFF2-40B4-BE49-F238E27FC236}">
                <a16:creationId xmlns:a16="http://schemas.microsoft.com/office/drawing/2014/main" id="{AE5BE34A-7A1F-1E89-8798-FA331BB440AA}"/>
              </a:ext>
            </a:extLst>
          </p:cNvPr>
          <p:cNvSpPr/>
          <p:nvPr/>
        </p:nvSpPr>
        <p:spPr>
          <a:xfrm>
            <a:off x="5352585" y="1716400"/>
            <a:ext cx="5285678" cy="1706136"/>
          </a:xfrm>
          <a:prstGeom prst="wedgeRoundRectCallout">
            <a:avLst>
              <a:gd name="adj1" fmla="val 52374"/>
              <a:gd name="adj2" fmla="val 113480"/>
              <a:gd name="adj3" fmla="val 16667"/>
            </a:avLst>
          </a:prstGeom>
          <a:solidFill>
            <a:schemeClr val="bg1"/>
          </a:solidFill>
          <a:ln w="38100">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 name="Título 1">
            <a:extLst>
              <a:ext uri="{FF2B5EF4-FFF2-40B4-BE49-F238E27FC236}">
                <a16:creationId xmlns:a16="http://schemas.microsoft.com/office/drawing/2014/main" id="{220F4940-2A13-8532-C438-FF6DF3502F16}"/>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2</a:t>
            </a:r>
            <a:r>
              <a:rPr lang="es-ES" b="1" dirty="0">
                <a:solidFill>
                  <a:srgbClr val="7E0029"/>
                </a:solidFill>
              </a:rPr>
              <a:t>: </a:t>
            </a:r>
            <a:r>
              <a:rPr lang="es-ES" sz="2800" dirty="0">
                <a:solidFill>
                  <a:srgbClr val="7E0029"/>
                </a:solidFill>
                <a:effectLst/>
                <a:latin typeface="Helvetica" pitchFamily="2" charset="0"/>
              </a:rPr>
              <a:t>Are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appropriate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for</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optimizing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pricing-driven</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a:t>
            </a:r>
            <a:endParaRPr lang="es-ES" b="1" dirty="0">
              <a:solidFill>
                <a:srgbClr val="7E0029"/>
              </a:solidFill>
            </a:endParaRPr>
          </a:p>
        </p:txBody>
      </p:sp>
      <p:sp>
        <p:nvSpPr>
          <p:cNvPr id="3" name="CuadroTexto 2">
            <a:extLst>
              <a:ext uri="{FF2B5EF4-FFF2-40B4-BE49-F238E27FC236}">
                <a16:creationId xmlns:a16="http://schemas.microsoft.com/office/drawing/2014/main" id="{97BF2F7C-A34B-483C-D751-FF9E32BABFAD}"/>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14</a:t>
            </a:r>
          </a:p>
        </p:txBody>
      </p:sp>
      <p:sp>
        <p:nvSpPr>
          <p:cNvPr id="4" name="Triángulo 3">
            <a:extLst>
              <a:ext uri="{FF2B5EF4-FFF2-40B4-BE49-F238E27FC236}">
                <a16:creationId xmlns:a16="http://schemas.microsoft.com/office/drawing/2014/main" id="{5D430151-AD65-B463-6A56-85AC3BE20AE4}"/>
              </a:ext>
            </a:extLst>
          </p:cNvPr>
          <p:cNvSpPr/>
          <p:nvPr/>
        </p:nvSpPr>
        <p:spPr>
          <a:xfrm>
            <a:off x="223025" y="1938880"/>
            <a:ext cx="5352585" cy="4261198"/>
          </a:xfrm>
          <a:prstGeom prst="triangle">
            <a:avLst/>
          </a:prstGeom>
          <a:solidFill>
            <a:schemeClr val="bg1"/>
          </a:solidFill>
          <a:ln w="28575">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Forma libre 6">
            <a:extLst>
              <a:ext uri="{FF2B5EF4-FFF2-40B4-BE49-F238E27FC236}">
                <a16:creationId xmlns:a16="http://schemas.microsoft.com/office/drawing/2014/main" id="{32F9707C-9151-E84B-80A3-3D72399F1498}"/>
              </a:ext>
            </a:extLst>
          </p:cNvPr>
          <p:cNvSpPr/>
          <p:nvPr/>
        </p:nvSpPr>
        <p:spPr>
          <a:xfrm>
            <a:off x="223024" y="4962293"/>
            <a:ext cx="5363737" cy="1248936"/>
          </a:xfrm>
          <a:custGeom>
            <a:avLst/>
            <a:gdLst>
              <a:gd name="connsiteX0" fmla="*/ 0 w 5363737"/>
              <a:gd name="connsiteY0" fmla="*/ 1226634 h 1248936"/>
              <a:gd name="connsiteX1" fmla="*/ 780586 w 5363737"/>
              <a:gd name="connsiteY1" fmla="*/ 11151 h 1248936"/>
              <a:gd name="connsiteX2" fmla="*/ 4583152 w 5363737"/>
              <a:gd name="connsiteY2" fmla="*/ 0 h 1248936"/>
              <a:gd name="connsiteX3" fmla="*/ 5363737 w 5363737"/>
              <a:gd name="connsiteY3" fmla="*/ 1248936 h 1248936"/>
              <a:gd name="connsiteX4" fmla="*/ 0 w 5363737"/>
              <a:gd name="connsiteY4" fmla="*/ 1226634 h 1248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3737" h="1248936">
                <a:moveTo>
                  <a:pt x="0" y="1226634"/>
                </a:moveTo>
                <a:lnTo>
                  <a:pt x="780586" y="11151"/>
                </a:lnTo>
                <a:lnTo>
                  <a:pt x="4583152" y="0"/>
                </a:lnTo>
                <a:lnTo>
                  <a:pt x="5363737" y="1248936"/>
                </a:lnTo>
                <a:lnTo>
                  <a:pt x="0" y="1226634"/>
                </a:lnTo>
                <a:close/>
              </a:path>
            </a:pathLst>
          </a:cu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000" b="1" dirty="0"/>
              <a:t>L1</a:t>
            </a:r>
            <a:endParaRPr lang="es-ES_tradnl" b="1" dirty="0"/>
          </a:p>
        </p:txBody>
      </p:sp>
      <p:pic>
        <p:nvPicPr>
          <p:cNvPr id="6" name="Imagen 5" descr="Interfaz de usuario gráfica, Texto, Aplicación&#10;&#10;Descripción generada automáticamente">
            <a:extLst>
              <a:ext uri="{FF2B5EF4-FFF2-40B4-BE49-F238E27FC236}">
                <a16:creationId xmlns:a16="http://schemas.microsoft.com/office/drawing/2014/main" id="{282FCD89-623E-7CF7-0009-4955101454C6}"/>
              </a:ext>
            </a:extLst>
          </p:cNvPr>
          <p:cNvPicPr>
            <a:picLocks noChangeAspect="1"/>
          </p:cNvPicPr>
          <p:nvPr/>
        </p:nvPicPr>
        <p:blipFill>
          <a:blip r:embed="rId5">
            <a:extLst>
              <a:ext uri="{28A0092B-C50C-407E-A947-70E740481C1C}">
                <a14:useLocalDpi xmlns:a14="http://schemas.microsoft.com/office/drawing/2010/main" val="0"/>
              </a:ext>
            </a:extLst>
          </a:blip>
          <a:srcRect l="12477" t="42885" r="12996" b="25725"/>
          <a:stretch/>
        </p:blipFill>
        <p:spPr>
          <a:xfrm>
            <a:off x="5575610" y="2098330"/>
            <a:ext cx="4809893" cy="942276"/>
          </a:xfrm>
          <a:prstGeom prst="rect">
            <a:avLst/>
          </a:prstGeom>
        </p:spPr>
      </p:pic>
      <p:grpSp>
        <p:nvGrpSpPr>
          <p:cNvPr id="15" name="Grupo 14">
            <a:extLst>
              <a:ext uri="{FF2B5EF4-FFF2-40B4-BE49-F238E27FC236}">
                <a16:creationId xmlns:a16="http://schemas.microsoft.com/office/drawing/2014/main" id="{AA73D1E5-72A2-A394-04A0-A3089A977BF4}"/>
              </a:ext>
            </a:extLst>
          </p:cNvPr>
          <p:cNvGrpSpPr/>
          <p:nvPr/>
        </p:nvGrpSpPr>
        <p:grpSpPr>
          <a:xfrm>
            <a:off x="9364065" y="1011950"/>
            <a:ext cx="1274198" cy="1274198"/>
            <a:chOff x="10437041" y="939470"/>
            <a:chExt cx="1274198" cy="1274198"/>
          </a:xfrm>
        </p:grpSpPr>
        <p:sp>
          <p:nvSpPr>
            <p:cNvPr id="16" name="Rectángulo 15">
              <a:extLst>
                <a:ext uri="{FF2B5EF4-FFF2-40B4-BE49-F238E27FC236}">
                  <a16:creationId xmlns:a16="http://schemas.microsoft.com/office/drawing/2014/main" id="{8C63E43B-B970-D97A-B5AA-51A3DD9379E9}"/>
                </a:ext>
              </a:extLst>
            </p:cNvPr>
            <p:cNvSpPr/>
            <p:nvPr/>
          </p:nvSpPr>
          <p:spPr>
            <a:xfrm>
              <a:off x="10734167" y="1048215"/>
              <a:ext cx="719515" cy="10115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7" name="Gráfico 16" descr="Papel con relleno sólido">
              <a:extLst>
                <a:ext uri="{FF2B5EF4-FFF2-40B4-BE49-F238E27FC236}">
                  <a16:creationId xmlns:a16="http://schemas.microsoft.com/office/drawing/2014/main" id="{F2D922CF-D5DD-1C7C-CB3A-FAE581FCDB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37041" y="939470"/>
              <a:ext cx="1274198" cy="1274198"/>
            </a:xfrm>
            <a:prstGeom prst="rect">
              <a:avLst/>
            </a:prstGeom>
          </p:spPr>
        </p:pic>
        <p:pic>
          <p:nvPicPr>
            <p:cNvPr id="18" name="Gráfico 17" descr="Engranajes con relleno sólido">
              <a:extLst>
                <a:ext uri="{FF2B5EF4-FFF2-40B4-BE49-F238E27FC236}">
                  <a16:creationId xmlns:a16="http://schemas.microsoft.com/office/drawing/2014/main" id="{46A8589A-FB40-D224-5E99-4D5DB82E48F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734167" y="1340201"/>
              <a:ext cx="719515" cy="719515"/>
            </a:xfrm>
            <a:prstGeom prst="rect">
              <a:avLst/>
            </a:prstGeom>
          </p:spPr>
        </p:pic>
      </p:grpSp>
      <p:grpSp>
        <p:nvGrpSpPr>
          <p:cNvPr id="24" name="Grupo 23">
            <a:extLst>
              <a:ext uri="{FF2B5EF4-FFF2-40B4-BE49-F238E27FC236}">
                <a16:creationId xmlns:a16="http://schemas.microsoft.com/office/drawing/2014/main" id="{A38FC889-97FF-67A8-3741-4D2D277B3578}"/>
              </a:ext>
            </a:extLst>
          </p:cNvPr>
          <p:cNvGrpSpPr/>
          <p:nvPr/>
        </p:nvGrpSpPr>
        <p:grpSpPr>
          <a:xfrm>
            <a:off x="10380706" y="5445319"/>
            <a:ext cx="1274198" cy="1274198"/>
            <a:chOff x="10380706" y="5445319"/>
            <a:chExt cx="1274198" cy="1274198"/>
          </a:xfrm>
        </p:grpSpPr>
        <p:grpSp>
          <p:nvGrpSpPr>
            <p:cNvPr id="19" name="Grupo 18">
              <a:extLst>
                <a:ext uri="{FF2B5EF4-FFF2-40B4-BE49-F238E27FC236}">
                  <a16:creationId xmlns:a16="http://schemas.microsoft.com/office/drawing/2014/main" id="{D56BAE6A-19B5-219A-E4D4-3ADB1137F758}"/>
                </a:ext>
              </a:extLst>
            </p:cNvPr>
            <p:cNvGrpSpPr/>
            <p:nvPr/>
          </p:nvGrpSpPr>
          <p:grpSpPr>
            <a:xfrm>
              <a:off x="10380706" y="5445319"/>
              <a:ext cx="1274198" cy="1274198"/>
              <a:chOff x="10437041" y="939470"/>
              <a:chExt cx="1274198" cy="1274198"/>
            </a:xfrm>
          </p:grpSpPr>
          <p:sp>
            <p:nvSpPr>
              <p:cNvPr id="20" name="Rectángulo 19">
                <a:extLst>
                  <a:ext uri="{FF2B5EF4-FFF2-40B4-BE49-F238E27FC236}">
                    <a16:creationId xmlns:a16="http://schemas.microsoft.com/office/drawing/2014/main" id="{EF47AD72-B911-452C-DAE6-36E9B7202E88}"/>
                  </a:ext>
                </a:extLst>
              </p:cNvPr>
              <p:cNvSpPr/>
              <p:nvPr/>
            </p:nvSpPr>
            <p:spPr>
              <a:xfrm>
                <a:off x="10734167" y="1048215"/>
                <a:ext cx="719515" cy="10115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1" name="Gráfico 20" descr="Papel con relleno sólido">
                <a:extLst>
                  <a:ext uri="{FF2B5EF4-FFF2-40B4-BE49-F238E27FC236}">
                    <a16:creationId xmlns:a16="http://schemas.microsoft.com/office/drawing/2014/main" id="{D26C0ACD-3FEF-453F-2CCB-C25C610C53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37041" y="939470"/>
                <a:ext cx="1274198" cy="1274198"/>
              </a:xfrm>
              <a:prstGeom prst="rect">
                <a:avLst/>
              </a:prstGeom>
            </p:spPr>
          </p:pic>
        </p:grpSp>
        <p:sp>
          <p:nvSpPr>
            <p:cNvPr id="23" name="CuadroTexto 22">
              <a:extLst>
                <a:ext uri="{FF2B5EF4-FFF2-40B4-BE49-F238E27FC236}">
                  <a16:creationId xmlns:a16="http://schemas.microsoft.com/office/drawing/2014/main" id="{3F644CFF-B363-0D1F-BC13-447D25ED2A84}"/>
                </a:ext>
              </a:extLst>
            </p:cNvPr>
            <p:cNvSpPr txBox="1"/>
            <p:nvPr/>
          </p:nvSpPr>
          <p:spPr>
            <a:xfrm>
              <a:off x="10737119" y="5875022"/>
              <a:ext cx="561372" cy="584775"/>
            </a:xfrm>
            <a:prstGeom prst="rect">
              <a:avLst/>
            </a:prstGeom>
            <a:noFill/>
          </p:spPr>
          <p:txBody>
            <a:bodyPr wrap="none" rtlCol="0">
              <a:spAutoFit/>
            </a:bodyPr>
            <a:lstStyle/>
            <a:p>
              <a:r>
                <a:rPr lang="es-ES_tradnl" sz="3200" b="1" dirty="0">
                  <a:solidFill>
                    <a:srgbClr val="7E0029"/>
                  </a:solidFill>
                </a:rPr>
                <a:t>.</a:t>
              </a:r>
              <a:r>
                <a:rPr lang="es-ES_tradnl" sz="3200" b="1" dirty="0" err="1">
                  <a:solidFill>
                    <a:srgbClr val="7E0029"/>
                  </a:solidFill>
                </a:rPr>
                <a:t>js</a:t>
              </a:r>
              <a:endParaRPr lang="es-ES_tradnl" sz="3200" b="1" dirty="0">
                <a:solidFill>
                  <a:srgbClr val="7E0029"/>
                </a:solidFill>
              </a:endParaRPr>
            </a:p>
          </p:txBody>
        </p:sp>
      </p:grpSp>
    </p:spTree>
    <p:custDataLst>
      <p:tags r:id="rId1"/>
    </p:custDataLst>
    <p:extLst>
      <p:ext uri="{BB962C8B-B14F-4D97-AF65-F5344CB8AC3E}">
        <p14:creationId xmlns:p14="http://schemas.microsoft.com/office/powerpoint/2010/main" val="2617944167"/>
      </p:ext>
    </p:extLst>
  </p:cSld>
  <p:clrMapOvr>
    <a:masterClrMapping/>
  </p:clrMapOvr>
  <mc:AlternateContent xmlns:mc="http://schemas.openxmlformats.org/markup-compatibility/2006" xmlns:p14="http://schemas.microsoft.com/office/powerpoint/2010/main">
    <mc:Choice Requires="p14">
      <p:transition p14:dur="0" advTm="83107"/>
    </mc:Choice>
    <mc:Fallback xmlns="">
      <p:transition advTm="8310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5719-56AE-9663-6C4D-F3801C7765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244080-1B8A-6145-AA00-FAAE05CD1635}"/>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2</a:t>
            </a:r>
            <a:r>
              <a:rPr lang="es-ES" b="1" dirty="0">
                <a:solidFill>
                  <a:srgbClr val="7E0029"/>
                </a:solidFill>
              </a:rPr>
              <a:t>: </a:t>
            </a:r>
            <a:r>
              <a:rPr lang="es-ES" sz="2800" dirty="0">
                <a:solidFill>
                  <a:srgbClr val="7E0029"/>
                </a:solidFill>
                <a:effectLst/>
                <a:latin typeface="Helvetica" pitchFamily="2" charset="0"/>
              </a:rPr>
              <a:t>Are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appropriate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for</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optimizing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pricing-driven</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a:t>
            </a:r>
            <a:endParaRPr lang="es-ES" b="1" dirty="0">
              <a:solidFill>
                <a:srgbClr val="7E0029"/>
              </a:solidFill>
            </a:endParaRPr>
          </a:p>
        </p:txBody>
      </p:sp>
      <p:sp>
        <p:nvSpPr>
          <p:cNvPr id="3" name="CuadroTexto 2">
            <a:extLst>
              <a:ext uri="{FF2B5EF4-FFF2-40B4-BE49-F238E27FC236}">
                <a16:creationId xmlns:a16="http://schemas.microsoft.com/office/drawing/2014/main" id="{75B79A8F-7D68-1A7E-3799-A5F5B8EEBEAC}"/>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14</a:t>
            </a:r>
          </a:p>
        </p:txBody>
      </p:sp>
      <p:sp>
        <p:nvSpPr>
          <p:cNvPr id="4" name="Triángulo 3">
            <a:extLst>
              <a:ext uri="{FF2B5EF4-FFF2-40B4-BE49-F238E27FC236}">
                <a16:creationId xmlns:a16="http://schemas.microsoft.com/office/drawing/2014/main" id="{4DB296E4-62B2-E3DE-6A0E-3050D8B924C5}"/>
              </a:ext>
            </a:extLst>
          </p:cNvPr>
          <p:cNvSpPr/>
          <p:nvPr/>
        </p:nvSpPr>
        <p:spPr>
          <a:xfrm>
            <a:off x="223025" y="1938880"/>
            <a:ext cx="5352585" cy="4261198"/>
          </a:xfrm>
          <a:prstGeom prst="triangle">
            <a:avLst/>
          </a:prstGeom>
          <a:solidFill>
            <a:schemeClr val="bg1"/>
          </a:solidFill>
          <a:ln w="28575">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Forma libre 6">
            <a:extLst>
              <a:ext uri="{FF2B5EF4-FFF2-40B4-BE49-F238E27FC236}">
                <a16:creationId xmlns:a16="http://schemas.microsoft.com/office/drawing/2014/main" id="{B8D0CA16-0C08-E235-6C44-6BB4AC6F4801}"/>
              </a:ext>
            </a:extLst>
          </p:cNvPr>
          <p:cNvSpPr/>
          <p:nvPr/>
        </p:nvSpPr>
        <p:spPr>
          <a:xfrm>
            <a:off x="223024" y="4962293"/>
            <a:ext cx="5363737" cy="1248936"/>
          </a:xfrm>
          <a:custGeom>
            <a:avLst/>
            <a:gdLst>
              <a:gd name="connsiteX0" fmla="*/ 0 w 5363737"/>
              <a:gd name="connsiteY0" fmla="*/ 1226634 h 1248936"/>
              <a:gd name="connsiteX1" fmla="*/ 780586 w 5363737"/>
              <a:gd name="connsiteY1" fmla="*/ 11151 h 1248936"/>
              <a:gd name="connsiteX2" fmla="*/ 4583152 w 5363737"/>
              <a:gd name="connsiteY2" fmla="*/ 0 h 1248936"/>
              <a:gd name="connsiteX3" fmla="*/ 5363737 w 5363737"/>
              <a:gd name="connsiteY3" fmla="*/ 1248936 h 1248936"/>
              <a:gd name="connsiteX4" fmla="*/ 0 w 5363737"/>
              <a:gd name="connsiteY4" fmla="*/ 1226634 h 1248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3737" h="1248936">
                <a:moveTo>
                  <a:pt x="0" y="1226634"/>
                </a:moveTo>
                <a:lnTo>
                  <a:pt x="780586" y="11151"/>
                </a:lnTo>
                <a:lnTo>
                  <a:pt x="4583152" y="0"/>
                </a:lnTo>
                <a:lnTo>
                  <a:pt x="5363737" y="1248936"/>
                </a:lnTo>
                <a:lnTo>
                  <a:pt x="0" y="1226634"/>
                </a:lnTo>
                <a:close/>
              </a:path>
            </a:pathLst>
          </a:cu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000" b="1" dirty="0"/>
              <a:t>L1</a:t>
            </a:r>
            <a:endParaRPr lang="es-ES_tradnl" b="1" dirty="0"/>
          </a:p>
        </p:txBody>
      </p:sp>
      <p:sp>
        <p:nvSpPr>
          <p:cNvPr id="9" name="Forma libre 8">
            <a:extLst>
              <a:ext uri="{FF2B5EF4-FFF2-40B4-BE49-F238E27FC236}">
                <a16:creationId xmlns:a16="http://schemas.microsoft.com/office/drawing/2014/main" id="{5BC23B63-1E6A-9C63-3593-B55CE26BA871}"/>
              </a:ext>
            </a:extLst>
          </p:cNvPr>
          <p:cNvSpPr/>
          <p:nvPr/>
        </p:nvSpPr>
        <p:spPr>
          <a:xfrm>
            <a:off x="1003610" y="3624146"/>
            <a:ext cx="3791414" cy="1338146"/>
          </a:xfrm>
          <a:custGeom>
            <a:avLst/>
            <a:gdLst>
              <a:gd name="connsiteX0" fmla="*/ 0 w 3791414"/>
              <a:gd name="connsiteY0" fmla="*/ 1338146 h 1338146"/>
              <a:gd name="connsiteX1" fmla="*/ 858644 w 3791414"/>
              <a:gd name="connsiteY1" fmla="*/ 0 h 1338146"/>
              <a:gd name="connsiteX2" fmla="*/ 2955073 w 3791414"/>
              <a:gd name="connsiteY2" fmla="*/ 0 h 1338146"/>
              <a:gd name="connsiteX3" fmla="*/ 3791414 w 3791414"/>
              <a:gd name="connsiteY3" fmla="*/ 1326995 h 1338146"/>
              <a:gd name="connsiteX4" fmla="*/ 0 w 3791414"/>
              <a:gd name="connsiteY4" fmla="*/ 1338146 h 1338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1414" h="1338146">
                <a:moveTo>
                  <a:pt x="0" y="1338146"/>
                </a:moveTo>
                <a:lnTo>
                  <a:pt x="858644" y="0"/>
                </a:lnTo>
                <a:lnTo>
                  <a:pt x="2955073" y="0"/>
                </a:lnTo>
                <a:lnTo>
                  <a:pt x="3791414" y="1326995"/>
                </a:lnTo>
                <a:lnTo>
                  <a:pt x="0" y="1338146"/>
                </a:lnTo>
                <a:close/>
              </a:path>
            </a:pathLst>
          </a:custGeom>
          <a:solidFill>
            <a:srgbClr val="7E0029">
              <a:alpha val="6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000" b="1" dirty="0"/>
              <a:t>L2</a:t>
            </a:r>
            <a:endParaRPr lang="es-ES_tradnl" b="1" dirty="0"/>
          </a:p>
        </p:txBody>
      </p:sp>
      <p:pic>
        <p:nvPicPr>
          <p:cNvPr id="6" name="Imagen 5" descr="Interfaz de usuario gráfica, Texto&#10;&#10;Descripción generada automáticamente">
            <a:extLst>
              <a:ext uri="{FF2B5EF4-FFF2-40B4-BE49-F238E27FC236}">
                <a16:creationId xmlns:a16="http://schemas.microsoft.com/office/drawing/2014/main" id="{52D5483A-4575-93D2-EA6D-2485C66C9FB5}"/>
              </a:ext>
            </a:extLst>
          </p:cNvPr>
          <p:cNvPicPr>
            <a:picLocks noChangeAspect="1"/>
          </p:cNvPicPr>
          <p:nvPr/>
        </p:nvPicPr>
        <p:blipFill>
          <a:blip r:embed="rId4">
            <a:extLst>
              <a:ext uri="{28A0092B-C50C-407E-A947-70E740481C1C}">
                <a14:useLocalDpi xmlns:a14="http://schemas.microsoft.com/office/drawing/2010/main" val="0"/>
              </a:ext>
            </a:extLst>
          </a:blip>
          <a:srcRect l="6604" t="12231" r="5927" b="11262"/>
          <a:stretch/>
        </p:blipFill>
        <p:spPr>
          <a:xfrm>
            <a:off x="5851014" y="3429000"/>
            <a:ext cx="5820936" cy="2642838"/>
          </a:xfrm>
          <a:prstGeom prst="rect">
            <a:avLst/>
          </a:prstGeom>
          <a:ln w="28575">
            <a:solidFill>
              <a:srgbClr val="7E0029"/>
            </a:solidFill>
          </a:ln>
        </p:spPr>
      </p:pic>
      <p:sp>
        <p:nvSpPr>
          <p:cNvPr id="15" name="Llamada rectangular redondeada 14">
            <a:extLst>
              <a:ext uri="{FF2B5EF4-FFF2-40B4-BE49-F238E27FC236}">
                <a16:creationId xmlns:a16="http://schemas.microsoft.com/office/drawing/2014/main" id="{693B68EF-2283-EA59-1F4C-1CBB19E20203}"/>
              </a:ext>
            </a:extLst>
          </p:cNvPr>
          <p:cNvSpPr/>
          <p:nvPr/>
        </p:nvSpPr>
        <p:spPr>
          <a:xfrm>
            <a:off x="4795024" y="1614948"/>
            <a:ext cx="6876925" cy="1668198"/>
          </a:xfrm>
          <a:prstGeom prst="wedgeRoundRectCallout">
            <a:avLst>
              <a:gd name="adj1" fmla="val 34728"/>
              <a:gd name="adj2" fmla="val 115834"/>
              <a:gd name="adj3" fmla="val 16667"/>
            </a:avLst>
          </a:prstGeom>
          <a:solidFill>
            <a:schemeClr val="bg1"/>
          </a:solidFill>
          <a:ln w="38100">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14" name="Imagen 13">
            <a:extLst>
              <a:ext uri="{FF2B5EF4-FFF2-40B4-BE49-F238E27FC236}">
                <a16:creationId xmlns:a16="http://schemas.microsoft.com/office/drawing/2014/main" id="{F6A5C1E4-DAAA-7846-AD56-6248523E5943}"/>
              </a:ext>
            </a:extLst>
          </p:cNvPr>
          <p:cNvPicPr>
            <a:picLocks noChangeAspect="1"/>
          </p:cNvPicPr>
          <p:nvPr/>
        </p:nvPicPr>
        <p:blipFill>
          <a:blip r:embed="rId5"/>
          <a:srcRect l="9055" t="33282" r="10744" b="22470"/>
          <a:stretch/>
        </p:blipFill>
        <p:spPr>
          <a:xfrm>
            <a:off x="4989740" y="1649496"/>
            <a:ext cx="6434945" cy="1566744"/>
          </a:xfrm>
          <a:prstGeom prst="rect">
            <a:avLst/>
          </a:prstGeom>
        </p:spPr>
      </p:pic>
      <p:grpSp>
        <p:nvGrpSpPr>
          <p:cNvPr id="13" name="Grupo 12">
            <a:extLst>
              <a:ext uri="{FF2B5EF4-FFF2-40B4-BE49-F238E27FC236}">
                <a16:creationId xmlns:a16="http://schemas.microsoft.com/office/drawing/2014/main" id="{F1ED5653-10DD-235F-9490-16D289C16D1A}"/>
              </a:ext>
            </a:extLst>
          </p:cNvPr>
          <p:cNvGrpSpPr/>
          <p:nvPr/>
        </p:nvGrpSpPr>
        <p:grpSpPr>
          <a:xfrm>
            <a:off x="10437041" y="939470"/>
            <a:ext cx="1274198" cy="1274198"/>
            <a:chOff x="10437041" y="939470"/>
            <a:chExt cx="1274198" cy="1274198"/>
          </a:xfrm>
        </p:grpSpPr>
        <p:sp>
          <p:nvSpPr>
            <p:cNvPr id="12" name="Rectángulo 11">
              <a:extLst>
                <a:ext uri="{FF2B5EF4-FFF2-40B4-BE49-F238E27FC236}">
                  <a16:creationId xmlns:a16="http://schemas.microsoft.com/office/drawing/2014/main" id="{5500D7D3-9663-D12B-CB6D-26DFEC0E5CBB}"/>
                </a:ext>
              </a:extLst>
            </p:cNvPr>
            <p:cNvSpPr/>
            <p:nvPr/>
          </p:nvSpPr>
          <p:spPr>
            <a:xfrm>
              <a:off x="10734167" y="1048215"/>
              <a:ext cx="719515" cy="10115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0" name="Gráfico 9" descr="Papel con relleno sólido">
              <a:extLst>
                <a:ext uri="{FF2B5EF4-FFF2-40B4-BE49-F238E27FC236}">
                  <a16:creationId xmlns:a16="http://schemas.microsoft.com/office/drawing/2014/main" id="{028369D3-4117-51EA-FEBE-D0EAE093F24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37041" y="939470"/>
              <a:ext cx="1274198" cy="1274198"/>
            </a:xfrm>
            <a:prstGeom prst="rect">
              <a:avLst/>
            </a:prstGeom>
          </p:spPr>
        </p:pic>
        <p:pic>
          <p:nvPicPr>
            <p:cNvPr id="11" name="Gráfico 10" descr="Engranajes con relleno sólido">
              <a:extLst>
                <a:ext uri="{FF2B5EF4-FFF2-40B4-BE49-F238E27FC236}">
                  <a16:creationId xmlns:a16="http://schemas.microsoft.com/office/drawing/2014/main" id="{AB13CAEE-4313-9F5E-133D-2120C23AB5C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734167" y="1340201"/>
              <a:ext cx="719515" cy="719515"/>
            </a:xfrm>
            <a:prstGeom prst="rect">
              <a:avLst/>
            </a:prstGeom>
          </p:spPr>
        </p:pic>
      </p:grpSp>
      <p:grpSp>
        <p:nvGrpSpPr>
          <p:cNvPr id="16" name="Grupo 15">
            <a:extLst>
              <a:ext uri="{FF2B5EF4-FFF2-40B4-BE49-F238E27FC236}">
                <a16:creationId xmlns:a16="http://schemas.microsoft.com/office/drawing/2014/main" id="{21BC0440-2A06-CD92-68CE-05F3B8250633}"/>
              </a:ext>
            </a:extLst>
          </p:cNvPr>
          <p:cNvGrpSpPr/>
          <p:nvPr/>
        </p:nvGrpSpPr>
        <p:grpSpPr>
          <a:xfrm>
            <a:off x="10397751" y="5335322"/>
            <a:ext cx="1274198" cy="1274198"/>
            <a:chOff x="10380706" y="5445319"/>
            <a:chExt cx="1274198" cy="1274198"/>
          </a:xfrm>
        </p:grpSpPr>
        <p:grpSp>
          <p:nvGrpSpPr>
            <p:cNvPr id="17" name="Grupo 16">
              <a:extLst>
                <a:ext uri="{FF2B5EF4-FFF2-40B4-BE49-F238E27FC236}">
                  <a16:creationId xmlns:a16="http://schemas.microsoft.com/office/drawing/2014/main" id="{922DBEC4-8584-F129-C442-64AFBDDF6BC9}"/>
                </a:ext>
              </a:extLst>
            </p:cNvPr>
            <p:cNvGrpSpPr/>
            <p:nvPr/>
          </p:nvGrpSpPr>
          <p:grpSpPr>
            <a:xfrm>
              <a:off x="10380706" y="5445319"/>
              <a:ext cx="1274198" cy="1274198"/>
              <a:chOff x="10437041" y="939470"/>
              <a:chExt cx="1274198" cy="1274198"/>
            </a:xfrm>
          </p:grpSpPr>
          <p:sp>
            <p:nvSpPr>
              <p:cNvPr id="19" name="Rectángulo 18">
                <a:extLst>
                  <a:ext uri="{FF2B5EF4-FFF2-40B4-BE49-F238E27FC236}">
                    <a16:creationId xmlns:a16="http://schemas.microsoft.com/office/drawing/2014/main" id="{4B4CF3C8-F3E8-BCF7-1865-958AEB105060}"/>
                  </a:ext>
                </a:extLst>
              </p:cNvPr>
              <p:cNvSpPr/>
              <p:nvPr/>
            </p:nvSpPr>
            <p:spPr>
              <a:xfrm>
                <a:off x="10734167" y="1048215"/>
                <a:ext cx="719515" cy="10115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0" name="Gráfico 19" descr="Papel con relleno sólido">
                <a:extLst>
                  <a:ext uri="{FF2B5EF4-FFF2-40B4-BE49-F238E27FC236}">
                    <a16:creationId xmlns:a16="http://schemas.microsoft.com/office/drawing/2014/main" id="{BF6A1832-81E8-558C-85FB-AC1D2BCCF3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37041" y="939470"/>
                <a:ext cx="1274198" cy="1274198"/>
              </a:xfrm>
              <a:prstGeom prst="rect">
                <a:avLst/>
              </a:prstGeom>
            </p:spPr>
          </p:pic>
        </p:grpSp>
        <p:sp>
          <p:nvSpPr>
            <p:cNvPr id="18" name="CuadroTexto 17">
              <a:extLst>
                <a:ext uri="{FF2B5EF4-FFF2-40B4-BE49-F238E27FC236}">
                  <a16:creationId xmlns:a16="http://schemas.microsoft.com/office/drawing/2014/main" id="{D3480808-767D-E53F-80D6-A4DEA47A90AC}"/>
                </a:ext>
              </a:extLst>
            </p:cNvPr>
            <p:cNvSpPr txBox="1"/>
            <p:nvPr/>
          </p:nvSpPr>
          <p:spPr>
            <a:xfrm>
              <a:off x="10737119" y="5875022"/>
              <a:ext cx="561372" cy="584775"/>
            </a:xfrm>
            <a:prstGeom prst="rect">
              <a:avLst/>
            </a:prstGeom>
            <a:noFill/>
          </p:spPr>
          <p:txBody>
            <a:bodyPr wrap="none" rtlCol="0">
              <a:spAutoFit/>
            </a:bodyPr>
            <a:lstStyle/>
            <a:p>
              <a:r>
                <a:rPr lang="es-ES_tradnl" sz="3200" b="1" dirty="0">
                  <a:solidFill>
                    <a:srgbClr val="7E0029"/>
                  </a:solidFill>
                </a:rPr>
                <a:t>.</a:t>
              </a:r>
              <a:r>
                <a:rPr lang="es-ES_tradnl" sz="3200" b="1" dirty="0" err="1">
                  <a:solidFill>
                    <a:srgbClr val="7E0029"/>
                  </a:solidFill>
                </a:rPr>
                <a:t>js</a:t>
              </a:r>
              <a:endParaRPr lang="es-ES_tradnl" sz="3200" b="1" dirty="0">
                <a:solidFill>
                  <a:srgbClr val="7E0029"/>
                </a:solidFill>
              </a:endParaRPr>
            </a:p>
          </p:txBody>
        </p:sp>
      </p:grpSp>
    </p:spTree>
    <p:custDataLst>
      <p:tags r:id="rId1"/>
    </p:custDataLst>
    <p:extLst>
      <p:ext uri="{BB962C8B-B14F-4D97-AF65-F5344CB8AC3E}">
        <p14:creationId xmlns:p14="http://schemas.microsoft.com/office/powerpoint/2010/main" val="3437536772"/>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C1ABC-C5B0-C486-D4EE-2408ADA6BD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B2D68B-6D14-1BD0-FFD4-325C86C495CC}"/>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2</a:t>
            </a:r>
            <a:r>
              <a:rPr lang="es-ES" b="1" dirty="0">
                <a:solidFill>
                  <a:srgbClr val="7E0029"/>
                </a:solidFill>
              </a:rPr>
              <a:t>: </a:t>
            </a:r>
            <a:r>
              <a:rPr lang="es-ES" sz="2800" dirty="0">
                <a:solidFill>
                  <a:srgbClr val="7E0029"/>
                </a:solidFill>
                <a:effectLst/>
                <a:latin typeface="Helvetica" pitchFamily="2" charset="0"/>
              </a:rPr>
              <a:t>Are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appropriate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for</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optimizing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pricing-driven</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a:t>
            </a:r>
            <a:endParaRPr lang="es-ES" b="1" dirty="0">
              <a:solidFill>
                <a:srgbClr val="7E0029"/>
              </a:solidFill>
            </a:endParaRPr>
          </a:p>
        </p:txBody>
      </p:sp>
      <p:sp>
        <p:nvSpPr>
          <p:cNvPr id="3" name="CuadroTexto 2">
            <a:extLst>
              <a:ext uri="{FF2B5EF4-FFF2-40B4-BE49-F238E27FC236}">
                <a16:creationId xmlns:a16="http://schemas.microsoft.com/office/drawing/2014/main" id="{3D2EC399-92C3-D6B7-D929-6E1A4A3798B8}"/>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14</a:t>
            </a:r>
          </a:p>
        </p:txBody>
      </p:sp>
      <p:sp>
        <p:nvSpPr>
          <p:cNvPr id="4" name="Triángulo 3">
            <a:extLst>
              <a:ext uri="{FF2B5EF4-FFF2-40B4-BE49-F238E27FC236}">
                <a16:creationId xmlns:a16="http://schemas.microsoft.com/office/drawing/2014/main" id="{CB807F84-DCB6-5E6A-F5AE-4DE8719C07E2}"/>
              </a:ext>
            </a:extLst>
          </p:cNvPr>
          <p:cNvSpPr/>
          <p:nvPr/>
        </p:nvSpPr>
        <p:spPr>
          <a:xfrm>
            <a:off x="223025" y="1938880"/>
            <a:ext cx="5352585" cy="4261198"/>
          </a:xfrm>
          <a:prstGeom prst="triangle">
            <a:avLst/>
          </a:prstGeom>
          <a:solidFill>
            <a:schemeClr val="bg1"/>
          </a:solidFill>
          <a:ln w="28575">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Forma libre 6">
            <a:extLst>
              <a:ext uri="{FF2B5EF4-FFF2-40B4-BE49-F238E27FC236}">
                <a16:creationId xmlns:a16="http://schemas.microsoft.com/office/drawing/2014/main" id="{37931C26-1C1F-F22D-D311-CB0492E874D4}"/>
              </a:ext>
            </a:extLst>
          </p:cNvPr>
          <p:cNvSpPr/>
          <p:nvPr/>
        </p:nvSpPr>
        <p:spPr>
          <a:xfrm>
            <a:off x="223024" y="4962293"/>
            <a:ext cx="5363737" cy="1248936"/>
          </a:xfrm>
          <a:custGeom>
            <a:avLst/>
            <a:gdLst>
              <a:gd name="connsiteX0" fmla="*/ 0 w 5363737"/>
              <a:gd name="connsiteY0" fmla="*/ 1226634 h 1248936"/>
              <a:gd name="connsiteX1" fmla="*/ 780586 w 5363737"/>
              <a:gd name="connsiteY1" fmla="*/ 11151 h 1248936"/>
              <a:gd name="connsiteX2" fmla="*/ 4583152 w 5363737"/>
              <a:gd name="connsiteY2" fmla="*/ 0 h 1248936"/>
              <a:gd name="connsiteX3" fmla="*/ 5363737 w 5363737"/>
              <a:gd name="connsiteY3" fmla="*/ 1248936 h 1248936"/>
              <a:gd name="connsiteX4" fmla="*/ 0 w 5363737"/>
              <a:gd name="connsiteY4" fmla="*/ 1226634 h 1248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3737" h="1248936">
                <a:moveTo>
                  <a:pt x="0" y="1226634"/>
                </a:moveTo>
                <a:lnTo>
                  <a:pt x="780586" y="11151"/>
                </a:lnTo>
                <a:lnTo>
                  <a:pt x="4583152" y="0"/>
                </a:lnTo>
                <a:lnTo>
                  <a:pt x="5363737" y="1248936"/>
                </a:lnTo>
                <a:lnTo>
                  <a:pt x="0" y="1226634"/>
                </a:lnTo>
                <a:close/>
              </a:path>
            </a:pathLst>
          </a:cu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000" b="1" dirty="0"/>
              <a:t>L1</a:t>
            </a:r>
            <a:endParaRPr lang="es-ES_tradnl" b="1" dirty="0"/>
          </a:p>
        </p:txBody>
      </p:sp>
      <p:sp>
        <p:nvSpPr>
          <p:cNvPr id="9" name="Forma libre 8">
            <a:extLst>
              <a:ext uri="{FF2B5EF4-FFF2-40B4-BE49-F238E27FC236}">
                <a16:creationId xmlns:a16="http://schemas.microsoft.com/office/drawing/2014/main" id="{6222D9D7-1DB5-E414-097C-05A583D36541}"/>
              </a:ext>
            </a:extLst>
          </p:cNvPr>
          <p:cNvSpPr/>
          <p:nvPr/>
        </p:nvSpPr>
        <p:spPr>
          <a:xfrm>
            <a:off x="1003610" y="3624146"/>
            <a:ext cx="3791414" cy="1338146"/>
          </a:xfrm>
          <a:custGeom>
            <a:avLst/>
            <a:gdLst>
              <a:gd name="connsiteX0" fmla="*/ 0 w 3791414"/>
              <a:gd name="connsiteY0" fmla="*/ 1338146 h 1338146"/>
              <a:gd name="connsiteX1" fmla="*/ 858644 w 3791414"/>
              <a:gd name="connsiteY1" fmla="*/ 0 h 1338146"/>
              <a:gd name="connsiteX2" fmla="*/ 2955073 w 3791414"/>
              <a:gd name="connsiteY2" fmla="*/ 0 h 1338146"/>
              <a:gd name="connsiteX3" fmla="*/ 3791414 w 3791414"/>
              <a:gd name="connsiteY3" fmla="*/ 1326995 h 1338146"/>
              <a:gd name="connsiteX4" fmla="*/ 0 w 3791414"/>
              <a:gd name="connsiteY4" fmla="*/ 1338146 h 1338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1414" h="1338146">
                <a:moveTo>
                  <a:pt x="0" y="1338146"/>
                </a:moveTo>
                <a:lnTo>
                  <a:pt x="858644" y="0"/>
                </a:lnTo>
                <a:lnTo>
                  <a:pt x="2955073" y="0"/>
                </a:lnTo>
                <a:lnTo>
                  <a:pt x="3791414" y="1326995"/>
                </a:lnTo>
                <a:lnTo>
                  <a:pt x="0" y="1338146"/>
                </a:lnTo>
                <a:close/>
              </a:path>
            </a:pathLst>
          </a:custGeom>
          <a:solidFill>
            <a:srgbClr val="7E0029">
              <a:alpha val="6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000" b="1" dirty="0"/>
              <a:t>L2</a:t>
            </a:r>
            <a:endParaRPr lang="es-ES_tradnl" b="1" dirty="0"/>
          </a:p>
        </p:txBody>
      </p:sp>
      <p:sp>
        <p:nvSpPr>
          <p:cNvPr id="10" name="Forma libre 9">
            <a:extLst>
              <a:ext uri="{FF2B5EF4-FFF2-40B4-BE49-F238E27FC236}">
                <a16:creationId xmlns:a16="http://schemas.microsoft.com/office/drawing/2014/main" id="{2E38E4B1-8A13-572B-B00C-F4C8676F855B}"/>
              </a:ext>
            </a:extLst>
          </p:cNvPr>
          <p:cNvSpPr/>
          <p:nvPr/>
        </p:nvSpPr>
        <p:spPr>
          <a:xfrm>
            <a:off x="1851102" y="1962614"/>
            <a:ext cx="2107581" cy="1650381"/>
          </a:xfrm>
          <a:custGeom>
            <a:avLst/>
            <a:gdLst>
              <a:gd name="connsiteX0" fmla="*/ 0 w 2107581"/>
              <a:gd name="connsiteY0" fmla="*/ 1650381 h 1650381"/>
              <a:gd name="connsiteX1" fmla="*/ 1048215 w 2107581"/>
              <a:gd name="connsiteY1" fmla="*/ 0 h 1650381"/>
              <a:gd name="connsiteX2" fmla="*/ 2107581 w 2107581"/>
              <a:gd name="connsiteY2" fmla="*/ 1650381 h 1650381"/>
              <a:gd name="connsiteX3" fmla="*/ 0 w 2107581"/>
              <a:gd name="connsiteY3" fmla="*/ 1650381 h 1650381"/>
            </a:gdLst>
            <a:ahLst/>
            <a:cxnLst>
              <a:cxn ang="0">
                <a:pos x="connsiteX0" y="connsiteY0"/>
              </a:cxn>
              <a:cxn ang="0">
                <a:pos x="connsiteX1" y="connsiteY1"/>
              </a:cxn>
              <a:cxn ang="0">
                <a:pos x="connsiteX2" y="connsiteY2"/>
              </a:cxn>
              <a:cxn ang="0">
                <a:pos x="connsiteX3" y="connsiteY3"/>
              </a:cxn>
            </a:cxnLst>
            <a:rect l="l" t="t" r="r" b="b"/>
            <a:pathLst>
              <a:path w="2107581" h="1650381">
                <a:moveTo>
                  <a:pt x="0" y="1650381"/>
                </a:moveTo>
                <a:lnTo>
                  <a:pt x="1048215" y="0"/>
                </a:lnTo>
                <a:lnTo>
                  <a:pt x="2107581" y="1650381"/>
                </a:lnTo>
                <a:lnTo>
                  <a:pt x="0" y="1650381"/>
                </a:lnTo>
                <a:close/>
              </a:path>
            </a:pathLst>
          </a:custGeom>
          <a:solidFill>
            <a:srgbClr val="7E0029">
              <a:alpha val="40392"/>
            </a:srgb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s-ES_tradnl" sz="4000" b="1" dirty="0"/>
              <a:t>L3</a:t>
            </a:r>
            <a:endParaRPr lang="es-ES_tradnl" b="1" dirty="0"/>
          </a:p>
        </p:txBody>
      </p:sp>
      <p:pic>
        <p:nvPicPr>
          <p:cNvPr id="6" name="Imagen 5" descr="Interfaz de usuario gráfica, Texto, Aplicación&#10;&#10;Descripción generada automáticamente">
            <a:extLst>
              <a:ext uri="{FF2B5EF4-FFF2-40B4-BE49-F238E27FC236}">
                <a16:creationId xmlns:a16="http://schemas.microsoft.com/office/drawing/2014/main" id="{F7BEB25A-410A-F9F9-0967-409EE0C8E2F3}"/>
              </a:ext>
            </a:extLst>
          </p:cNvPr>
          <p:cNvPicPr>
            <a:picLocks noChangeAspect="1"/>
          </p:cNvPicPr>
          <p:nvPr/>
        </p:nvPicPr>
        <p:blipFill>
          <a:blip r:embed="rId4">
            <a:extLst>
              <a:ext uri="{28A0092B-C50C-407E-A947-70E740481C1C}">
                <a14:useLocalDpi xmlns:a14="http://schemas.microsoft.com/office/drawing/2010/main" val="0"/>
              </a:ext>
            </a:extLst>
          </a:blip>
          <a:srcRect l="6308" t="10802" r="6045" b="11086"/>
          <a:stretch/>
        </p:blipFill>
        <p:spPr>
          <a:xfrm>
            <a:off x="5330283" y="2085277"/>
            <a:ext cx="6233532" cy="3055436"/>
          </a:xfrm>
          <a:prstGeom prst="rect">
            <a:avLst/>
          </a:prstGeom>
          <a:ln w="28575">
            <a:solidFill>
              <a:srgbClr val="7E0029"/>
            </a:solidFill>
          </a:ln>
        </p:spPr>
      </p:pic>
      <p:grpSp>
        <p:nvGrpSpPr>
          <p:cNvPr id="8" name="Grupo 7">
            <a:extLst>
              <a:ext uri="{FF2B5EF4-FFF2-40B4-BE49-F238E27FC236}">
                <a16:creationId xmlns:a16="http://schemas.microsoft.com/office/drawing/2014/main" id="{DC9E9B66-4837-BA38-632B-4EBCED8D4252}"/>
              </a:ext>
            </a:extLst>
          </p:cNvPr>
          <p:cNvGrpSpPr/>
          <p:nvPr/>
        </p:nvGrpSpPr>
        <p:grpSpPr>
          <a:xfrm>
            <a:off x="10150487" y="4396198"/>
            <a:ext cx="1274198" cy="1274198"/>
            <a:chOff x="10380706" y="5445319"/>
            <a:chExt cx="1274198" cy="1274198"/>
          </a:xfrm>
        </p:grpSpPr>
        <p:grpSp>
          <p:nvGrpSpPr>
            <p:cNvPr id="11" name="Grupo 10">
              <a:extLst>
                <a:ext uri="{FF2B5EF4-FFF2-40B4-BE49-F238E27FC236}">
                  <a16:creationId xmlns:a16="http://schemas.microsoft.com/office/drawing/2014/main" id="{4CA99DAC-B0DB-C4D3-1380-D6C4DD887DD5}"/>
                </a:ext>
              </a:extLst>
            </p:cNvPr>
            <p:cNvGrpSpPr/>
            <p:nvPr/>
          </p:nvGrpSpPr>
          <p:grpSpPr>
            <a:xfrm>
              <a:off x="10380706" y="5445319"/>
              <a:ext cx="1274198" cy="1274198"/>
              <a:chOff x="10437041" y="939470"/>
              <a:chExt cx="1274198" cy="1274198"/>
            </a:xfrm>
          </p:grpSpPr>
          <p:sp>
            <p:nvSpPr>
              <p:cNvPr id="13" name="Rectángulo 12">
                <a:extLst>
                  <a:ext uri="{FF2B5EF4-FFF2-40B4-BE49-F238E27FC236}">
                    <a16:creationId xmlns:a16="http://schemas.microsoft.com/office/drawing/2014/main" id="{F5CB2733-A418-2DD6-A66B-E547F6FAB9CB}"/>
                  </a:ext>
                </a:extLst>
              </p:cNvPr>
              <p:cNvSpPr/>
              <p:nvPr/>
            </p:nvSpPr>
            <p:spPr>
              <a:xfrm>
                <a:off x="10734167" y="1048215"/>
                <a:ext cx="719515" cy="10115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4" name="Gráfico 13" descr="Papel con relleno sólido">
                <a:extLst>
                  <a:ext uri="{FF2B5EF4-FFF2-40B4-BE49-F238E27FC236}">
                    <a16:creationId xmlns:a16="http://schemas.microsoft.com/office/drawing/2014/main" id="{58F0E4A3-4EEF-8F3E-E19B-1AB1ECE7E5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37041" y="939470"/>
                <a:ext cx="1274198" cy="1274198"/>
              </a:xfrm>
              <a:prstGeom prst="rect">
                <a:avLst/>
              </a:prstGeom>
            </p:spPr>
          </p:pic>
        </p:grpSp>
        <p:sp>
          <p:nvSpPr>
            <p:cNvPr id="12" name="CuadroTexto 11">
              <a:extLst>
                <a:ext uri="{FF2B5EF4-FFF2-40B4-BE49-F238E27FC236}">
                  <a16:creationId xmlns:a16="http://schemas.microsoft.com/office/drawing/2014/main" id="{ED4F88EE-7411-F176-5855-809885B258EA}"/>
                </a:ext>
              </a:extLst>
            </p:cNvPr>
            <p:cNvSpPr txBox="1"/>
            <p:nvPr/>
          </p:nvSpPr>
          <p:spPr>
            <a:xfrm>
              <a:off x="10737119" y="5875022"/>
              <a:ext cx="561372" cy="584775"/>
            </a:xfrm>
            <a:prstGeom prst="rect">
              <a:avLst/>
            </a:prstGeom>
            <a:noFill/>
          </p:spPr>
          <p:txBody>
            <a:bodyPr wrap="none" rtlCol="0">
              <a:spAutoFit/>
            </a:bodyPr>
            <a:lstStyle/>
            <a:p>
              <a:r>
                <a:rPr lang="es-ES_tradnl" sz="3200" b="1" dirty="0">
                  <a:solidFill>
                    <a:srgbClr val="7E0029"/>
                  </a:solidFill>
                </a:rPr>
                <a:t>.</a:t>
              </a:r>
              <a:r>
                <a:rPr lang="es-ES_tradnl" sz="3200" b="1" dirty="0" err="1">
                  <a:solidFill>
                    <a:srgbClr val="7E0029"/>
                  </a:solidFill>
                </a:rPr>
                <a:t>js</a:t>
              </a:r>
              <a:endParaRPr lang="es-ES_tradnl" sz="3200" b="1" dirty="0">
                <a:solidFill>
                  <a:srgbClr val="7E0029"/>
                </a:solidFill>
              </a:endParaRPr>
            </a:p>
          </p:txBody>
        </p:sp>
      </p:grpSp>
    </p:spTree>
    <p:custDataLst>
      <p:tags r:id="rId1"/>
    </p:custDataLst>
    <p:extLst>
      <p:ext uri="{BB962C8B-B14F-4D97-AF65-F5344CB8AC3E}">
        <p14:creationId xmlns:p14="http://schemas.microsoft.com/office/powerpoint/2010/main" val="2231181964"/>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D8D6-B88E-34AB-360F-DE4C062CF1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0F2692-11E1-9246-7EC3-363192087820}"/>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2</a:t>
            </a:r>
            <a:r>
              <a:rPr lang="es-ES" b="1" dirty="0">
                <a:solidFill>
                  <a:srgbClr val="7E0029"/>
                </a:solidFill>
              </a:rPr>
              <a:t>: </a:t>
            </a:r>
            <a:r>
              <a:rPr lang="es-ES" sz="2800" dirty="0">
                <a:solidFill>
                  <a:srgbClr val="7E0029"/>
                </a:solidFill>
                <a:effectLst/>
                <a:latin typeface="Helvetica" pitchFamily="2" charset="0"/>
              </a:rPr>
              <a:t>Are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appropriate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for</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optimizing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pricing-driven</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a:t>
            </a:r>
            <a:endParaRPr lang="es-ES" b="1" dirty="0">
              <a:solidFill>
                <a:srgbClr val="7E0029"/>
              </a:solidFill>
            </a:endParaRPr>
          </a:p>
        </p:txBody>
      </p:sp>
      <p:sp>
        <p:nvSpPr>
          <p:cNvPr id="3" name="CuadroTexto 2">
            <a:extLst>
              <a:ext uri="{FF2B5EF4-FFF2-40B4-BE49-F238E27FC236}">
                <a16:creationId xmlns:a16="http://schemas.microsoft.com/office/drawing/2014/main" id="{21AA5514-C98B-001B-C09B-877949925CDD}"/>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14</a:t>
            </a:r>
          </a:p>
        </p:txBody>
      </p:sp>
      <p:sp>
        <p:nvSpPr>
          <p:cNvPr id="4" name="Triángulo 3">
            <a:extLst>
              <a:ext uri="{FF2B5EF4-FFF2-40B4-BE49-F238E27FC236}">
                <a16:creationId xmlns:a16="http://schemas.microsoft.com/office/drawing/2014/main" id="{07616EC4-151D-8304-754E-8EAA64AF90ED}"/>
              </a:ext>
            </a:extLst>
          </p:cNvPr>
          <p:cNvSpPr/>
          <p:nvPr/>
        </p:nvSpPr>
        <p:spPr>
          <a:xfrm>
            <a:off x="223025" y="1938880"/>
            <a:ext cx="5352585" cy="4261198"/>
          </a:xfrm>
          <a:prstGeom prst="triangle">
            <a:avLst/>
          </a:prstGeom>
          <a:solidFill>
            <a:schemeClr val="bg1"/>
          </a:solidFill>
          <a:ln w="28575">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Forma libre 6">
            <a:extLst>
              <a:ext uri="{FF2B5EF4-FFF2-40B4-BE49-F238E27FC236}">
                <a16:creationId xmlns:a16="http://schemas.microsoft.com/office/drawing/2014/main" id="{8375AACF-EEA8-69AC-A996-7785840EFDCE}"/>
              </a:ext>
            </a:extLst>
          </p:cNvPr>
          <p:cNvSpPr/>
          <p:nvPr/>
        </p:nvSpPr>
        <p:spPr>
          <a:xfrm>
            <a:off x="223024" y="4962293"/>
            <a:ext cx="5363737" cy="1248936"/>
          </a:xfrm>
          <a:custGeom>
            <a:avLst/>
            <a:gdLst>
              <a:gd name="connsiteX0" fmla="*/ 0 w 5363737"/>
              <a:gd name="connsiteY0" fmla="*/ 1226634 h 1248936"/>
              <a:gd name="connsiteX1" fmla="*/ 780586 w 5363737"/>
              <a:gd name="connsiteY1" fmla="*/ 11151 h 1248936"/>
              <a:gd name="connsiteX2" fmla="*/ 4583152 w 5363737"/>
              <a:gd name="connsiteY2" fmla="*/ 0 h 1248936"/>
              <a:gd name="connsiteX3" fmla="*/ 5363737 w 5363737"/>
              <a:gd name="connsiteY3" fmla="*/ 1248936 h 1248936"/>
              <a:gd name="connsiteX4" fmla="*/ 0 w 5363737"/>
              <a:gd name="connsiteY4" fmla="*/ 1226634 h 1248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3737" h="1248936">
                <a:moveTo>
                  <a:pt x="0" y="1226634"/>
                </a:moveTo>
                <a:lnTo>
                  <a:pt x="780586" y="11151"/>
                </a:lnTo>
                <a:lnTo>
                  <a:pt x="4583152" y="0"/>
                </a:lnTo>
                <a:lnTo>
                  <a:pt x="5363737" y="1248936"/>
                </a:lnTo>
                <a:lnTo>
                  <a:pt x="0" y="1226634"/>
                </a:lnTo>
                <a:close/>
              </a:path>
            </a:pathLst>
          </a:custGeom>
          <a:solidFill>
            <a:srgbClr val="7E002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000" b="1" dirty="0"/>
              <a:t>L1</a:t>
            </a:r>
            <a:endParaRPr lang="es-ES_tradnl" b="1" dirty="0"/>
          </a:p>
        </p:txBody>
      </p:sp>
      <p:sp>
        <p:nvSpPr>
          <p:cNvPr id="9" name="Forma libre 8">
            <a:extLst>
              <a:ext uri="{FF2B5EF4-FFF2-40B4-BE49-F238E27FC236}">
                <a16:creationId xmlns:a16="http://schemas.microsoft.com/office/drawing/2014/main" id="{9155981E-0727-08C6-CACC-835A301EA13F}"/>
              </a:ext>
            </a:extLst>
          </p:cNvPr>
          <p:cNvSpPr/>
          <p:nvPr/>
        </p:nvSpPr>
        <p:spPr>
          <a:xfrm>
            <a:off x="1003610" y="3624146"/>
            <a:ext cx="3791414" cy="1338146"/>
          </a:xfrm>
          <a:custGeom>
            <a:avLst/>
            <a:gdLst>
              <a:gd name="connsiteX0" fmla="*/ 0 w 3791414"/>
              <a:gd name="connsiteY0" fmla="*/ 1338146 h 1338146"/>
              <a:gd name="connsiteX1" fmla="*/ 858644 w 3791414"/>
              <a:gd name="connsiteY1" fmla="*/ 0 h 1338146"/>
              <a:gd name="connsiteX2" fmla="*/ 2955073 w 3791414"/>
              <a:gd name="connsiteY2" fmla="*/ 0 h 1338146"/>
              <a:gd name="connsiteX3" fmla="*/ 3791414 w 3791414"/>
              <a:gd name="connsiteY3" fmla="*/ 1326995 h 1338146"/>
              <a:gd name="connsiteX4" fmla="*/ 0 w 3791414"/>
              <a:gd name="connsiteY4" fmla="*/ 1338146 h 1338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1414" h="1338146">
                <a:moveTo>
                  <a:pt x="0" y="1338146"/>
                </a:moveTo>
                <a:lnTo>
                  <a:pt x="858644" y="0"/>
                </a:lnTo>
                <a:lnTo>
                  <a:pt x="2955073" y="0"/>
                </a:lnTo>
                <a:lnTo>
                  <a:pt x="3791414" y="1326995"/>
                </a:lnTo>
                <a:lnTo>
                  <a:pt x="0" y="1338146"/>
                </a:lnTo>
                <a:close/>
              </a:path>
            </a:pathLst>
          </a:custGeom>
          <a:solidFill>
            <a:srgbClr val="7E0029">
              <a:alpha val="6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4000" b="1" dirty="0"/>
              <a:t>L2</a:t>
            </a:r>
            <a:endParaRPr lang="es-ES_tradnl" b="1" dirty="0"/>
          </a:p>
        </p:txBody>
      </p:sp>
      <p:sp>
        <p:nvSpPr>
          <p:cNvPr id="10" name="Forma libre 9">
            <a:extLst>
              <a:ext uri="{FF2B5EF4-FFF2-40B4-BE49-F238E27FC236}">
                <a16:creationId xmlns:a16="http://schemas.microsoft.com/office/drawing/2014/main" id="{92ECF11D-6D11-F3B1-B42F-CE0C53BC3B45}"/>
              </a:ext>
            </a:extLst>
          </p:cNvPr>
          <p:cNvSpPr/>
          <p:nvPr/>
        </p:nvSpPr>
        <p:spPr>
          <a:xfrm>
            <a:off x="1851102" y="1962614"/>
            <a:ext cx="2107581" cy="1650381"/>
          </a:xfrm>
          <a:custGeom>
            <a:avLst/>
            <a:gdLst>
              <a:gd name="connsiteX0" fmla="*/ 0 w 2107581"/>
              <a:gd name="connsiteY0" fmla="*/ 1650381 h 1650381"/>
              <a:gd name="connsiteX1" fmla="*/ 1048215 w 2107581"/>
              <a:gd name="connsiteY1" fmla="*/ 0 h 1650381"/>
              <a:gd name="connsiteX2" fmla="*/ 2107581 w 2107581"/>
              <a:gd name="connsiteY2" fmla="*/ 1650381 h 1650381"/>
              <a:gd name="connsiteX3" fmla="*/ 0 w 2107581"/>
              <a:gd name="connsiteY3" fmla="*/ 1650381 h 1650381"/>
            </a:gdLst>
            <a:ahLst/>
            <a:cxnLst>
              <a:cxn ang="0">
                <a:pos x="connsiteX0" y="connsiteY0"/>
              </a:cxn>
              <a:cxn ang="0">
                <a:pos x="connsiteX1" y="connsiteY1"/>
              </a:cxn>
              <a:cxn ang="0">
                <a:pos x="connsiteX2" y="connsiteY2"/>
              </a:cxn>
              <a:cxn ang="0">
                <a:pos x="connsiteX3" y="connsiteY3"/>
              </a:cxn>
            </a:cxnLst>
            <a:rect l="l" t="t" r="r" b="b"/>
            <a:pathLst>
              <a:path w="2107581" h="1650381">
                <a:moveTo>
                  <a:pt x="0" y="1650381"/>
                </a:moveTo>
                <a:lnTo>
                  <a:pt x="1048215" y="0"/>
                </a:lnTo>
                <a:lnTo>
                  <a:pt x="2107581" y="1650381"/>
                </a:lnTo>
                <a:lnTo>
                  <a:pt x="0" y="1650381"/>
                </a:lnTo>
                <a:close/>
              </a:path>
            </a:pathLst>
          </a:custGeom>
          <a:solidFill>
            <a:srgbClr val="7E0029">
              <a:alpha val="40392"/>
            </a:srgb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s-ES_tradnl" sz="4000" b="1" dirty="0"/>
              <a:t>L3</a:t>
            </a:r>
            <a:endParaRPr lang="es-ES_tradnl" b="1" dirty="0"/>
          </a:p>
        </p:txBody>
      </p:sp>
      <p:pic>
        <p:nvPicPr>
          <p:cNvPr id="6" name="Imagen 5" descr="Interfaz de usuario gráfica, Texto, Aplicación&#10;&#10;Descripción generada automáticamente">
            <a:extLst>
              <a:ext uri="{FF2B5EF4-FFF2-40B4-BE49-F238E27FC236}">
                <a16:creationId xmlns:a16="http://schemas.microsoft.com/office/drawing/2014/main" id="{D51E921B-E7FD-1242-40C3-1AD9554D6CF4}"/>
              </a:ext>
            </a:extLst>
          </p:cNvPr>
          <p:cNvPicPr>
            <a:picLocks noChangeAspect="1"/>
          </p:cNvPicPr>
          <p:nvPr/>
        </p:nvPicPr>
        <p:blipFill>
          <a:blip r:embed="rId4">
            <a:extLst>
              <a:ext uri="{28A0092B-C50C-407E-A947-70E740481C1C}">
                <a14:useLocalDpi xmlns:a14="http://schemas.microsoft.com/office/drawing/2010/main" val="0"/>
              </a:ext>
            </a:extLst>
          </a:blip>
          <a:srcRect l="6308" t="10802" r="6045" b="11086"/>
          <a:stretch/>
        </p:blipFill>
        <p:spPr>
          <a:xfrm>
            <a:off x="5330283" y="2085277"/>
            <a:ext cx="6233532" cy="3055436"/>
          </a:xfrm>
          <a:prstGeom prst="rect">
            <a:avLst/>
          </a:prstGeom>
          <a:ln w="28575">
            <a:solidFill>
              <a:srgbClr val="7E0029"/>
            </a:solidFill>
          </a:ln>
        </p:spPr>
      </p:pic>
      <p:grpSp>
        <p:nvGrpSpPr>
          <p:cNvPr id="8" name="Grupo 7">
            <a:extLst>
              <a:ext uri="{FF2B5EF4-FFF2-40B4-BE49-F238E27FC236}">
                <a16:creationId xmlns:a16="http://schemas.microsoft.com/office/drawing/2014/main" id="{FC39086D-EB5F-087E-D3DA-6E2F32306B5E}"/>
              </a:ext>
            </a:extLst>
          </p:cNvPr>
          <p:cNvGrpSpPr/>
          <p:nvPr/>
        </p:nvGrpSpPr>
        <p:grpSpPr>
          <a:xfrm>
            <a:off x="10150487" y="4396198"/>
            <a:ext cx="1274198" cy="1274198"/>
            <a:chOff x="10380706" y="5445319"/>
            <a:chExt cx="1274198" cy="1274198"/>
          </a:xfrm>
        </p:grpSpPr>
        <p:grpSp>
          <p:nvGrpSpPr>
            <p:cNvPr id="11" name="Grupo 10">
              <a:extLst>
                <a:ext uri="{FF2B5EF4-FFF2-40B4-BE49-F238E27FC236}">
                  <a16:creationId xmlns:a16="http://schemas.microsoft.com/office/drawing/2014/main" id="{A96FE8C6-75EA-B93E-C711-C6AFC9BC88C9}"/>
                </a:ext>
              </a:extLst>
            </p:cNvPr>
            <p:cNvGrpSpPr/>
            <p:nvPr/>
          </p:nvGrpSpPr>
          <p:grpSpPr>
            <a:xfrm>
              <a:off x="10380706" y="5445319"/>
              <a:ext cx="1274198" cy="1274198"/>
              <a:chOff x="10437041" y="939470"/>
              <a:chExt cx="1274198" cy="1274198"/>
            </a:xfrm>
          </p:grpSpPr>
          <p:sp>
            <p:nvSpPr>
              <p:cNvPr id="13" name="Rectángulo 12">
                <a:extLst>
                  <a:ext uri="{FF2B5EF4-FFF2-40B4-BE49-F238E27FC236}">
                    <a16:creationId xmlns:a16="http://schemas.microsoft.com/office/drawing/2014/main" id="{16DBB016-5C91-6948-3D92-6185E10916C9}"/>
                  </a:ext>
                </a:extLst>
              </p:cNvPr>
              <p:cNvSpPr/>
              <p:nvPr/>
            </p:nvSpPr>
            <p:spPr>
              <a:xfrm>
                <a:off x="10734167" y="1048215"/>
                <a:ext cx="719515" cy="101150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4" name="Gráfico 13" descr="Papel con relleno sólido">
                <a:extLst>
                  <a:ext uri="{FF2B5EF4-FFF2-40B4-BE49-F238E27FC236}">
                    <a16:creationId xmlns:a16="http://schemas.microsoft.com/office/drawing/2014/main" id="{35361851-E714-6091-0713-4458042230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37041" y="939470"/>
                <a:ext cx="1274198" cy="1274198"/>
              </a:xfrm>
              <a:prstGeom prst="rect">
                <a:avLst/>
              </a:prstGeom>
            </p:spPr>
          </p:pic>
        </p:grpSp>
        <p:sp>
          <p:nvSpPr>
            <p:cNvPr id="12" name="CuadroTexto 11">
              <a:extLst>
                <a:ext uri="{FF2B5EF4-FFF2-40B4-BE49-F238E27FC236}">
                  <a16:creationId xmlns:a16="http://schemas.microsoft.com/office/drawing/2014/main" id="{00514D94-3896-A5D9-8C9C-B1271C7011C8}"/>
                </a:ext>
              </a:extLst>
            </p:cNvPr>
            <p:cNvSpPr txBox="1"/>
            <p:nvPr/>
          </p:nvSpPr>
          <p:spPr>
            <a:xfrm>
              <a:off x="10737119" y="5875022"/>
              <a:ext cx="561372" cy="584775"/>
            </a:xfrm>
            <a:prstGeom prst="rect">
              <a:avLst/>
            </a:prstGeom>
            <a:noFill/>
          </p:spPr>
          <p:txBody>
            <a:bodyPr wrap="none" rtlCol="0">
              <a:spAutoFit/>
            </a:bodyPr>
            <a:lstStyle/>
            <a:p>
              <a:r>
                <a:rPr lang="es-ES_tradnl" sz="3200" b="1" dirty="0">
                  <a:solidFill>
                    <a:srgbClr val="7E0029"/>
                  </a:solidFill>
                </a:rPr>
                <a:t>.</a:t>
              </a:r>
              <a:r>
                <a:rPr lang="es-ES_tradnl" sz="3200" b="1" dirty="0" err="1">
                  <a:solidFill>
                    <a:srgbClr val="7E0029"/>
                  </a:solidFill>
                </a:rPr>
                <a:t>js</a:t>
              </a:r>
              <a:endParaRPr lang="es-ES_tradnl" sz="3200" b="1" dirty="0">
                <a:solidFill>
                  <a:srgbClr val="7E0029"/>
                </a:solidFill>
              </a:endParaRPr>
            </a:p>
          </p:txBody>
        </p:sp>
      </p:grpSp>
      <p:sp>
        <p:nvSpPr>
          <p:cNvPr id="5" name="Rectángulo 4">
            <a:extLst>
              <a:ext uri="{FF2B5EF4-FFF2-40B4-BE49-F238E27FC236}">
                <a16:creationId xmlns:a16="http://schemas.microsoft.com/office/drawing/2014/main" id="{A276702D-3F0A-43AE-D8DD-786E8CA13D45}"/>
              </a:ext>
            </a:extLst>
          </p:cNvPr>
          <p:cNvSpPr/>
          <p:nvPr/>
        </p:nvSpPr>
        <p:spPr>
          <a:xfrm>
            <a:off x="-27185" y="0"/>
            <a:ext cx="12254283" cy="6871542"/>
          </a:xfrm>
          <a:prstGeom prst="rect">
            <a:avLst/>
          </a:prstGeom>
          <a:solidFill>
            <a:srgbClr val="00000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15" name="Grupo 14">
            <a:extLst>
              <a:ext uri="{FF2B5EF4-FFF2-40B4-BE49-F238E27FC236}">
                <a16:creationId xmlns:a16="http://schemas.microsoft.com/office/drawing/2014/main" id="{3309AA34-49E8-7F48-E7C7-8D36C0885A15}"/>
              </a:ext>
            </a:extLst>
          </p:cNvPr>
          <p:cNvGrpSpPr/>
          <p:nvPr/>
        </p:nvGrpSpPr>
        <p:grpSpPr>
          <a:xfrm>
            <a:off x="3051784" y="842003"/>
            <a:ext cx="5703256" cy="5029200"/>
            <a:chOff x="6067780" y="1057835"/>
            <a:chExt cx="5703256" cy="5029200"/>
          </a:xfrm>
        </p:grpSpPr>
        <p:sp>
          <p:nvSpPr>
            <p:cNvPr id="16" name="Rectángulo 15">
              <a:extLst>
                <a:ext uri="{FF2B5EF4-FFF2-40B4-BE49-F238E27FC236}">
                  <a16:creationId xmlns:a16="http://schemas.microsoft.com/office/drawing/2014/main" id="{43DA0728-7E31-F558-DBDD-22F82BA7C1AB}"/>
                </a:ext>
              </a:extLst>
            </p:cNvPr>
            <p:cNvSpPr/>
            <p:nvPr/>
          </p:nvSpPr>
          <p:spPr>
            <a:xfrm>
              <a:off x="6067780" y="1057835"/>
              <a:ext cx="5703256" cy="5029200"/>
            </a:xfrm>
            <a:prstGeom prst="rect">
              <a:avLst/>
            </a:prstGeom>
            <a:solidFill>
              <a:schemeClr val="bg1"/>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17" name="Imagen 16" descr="Una captura de pantalla de un celular con texto e imágenes&#10;&#10;El contenido generado por IA puede ser incorrecto.">
              <a:extLst>
                <a:ext uri="{FF2B5EF4-FFF2-40B4-BE49-F238E27FC236}">
                  <a16:creationId xmlns:a16="http://schemas.microsoft.com/office/drawing/2014/main" id="{C620B17A-602E-2B33-0F17-9301B1BE95B9}"/>
                </a:ext>
              </a:extLst>
            </p:cNvPr>
            <p:cNvPicPr>
              <a:picLocks noChangeAspect="1"/>
            </p:cNvPicPr>
            <p:nvPr/>
          </p:nvPicPr>
          <p:blipFill>
            <a:blip r:embed="rId7">
              <a:extLst>
                <a:ext uri="{28A0092B-C50C-407E-A947-70E740481C1C}">
                  <a14:useLocalDpi xmlns:a14="http://schemas.microsoft.com/office/drawing/2010/main" val="0"/>
                </a:ext>
              </a:extLst>
            </a:blip>
            <a:srcRect l="50534" b="13678"/>
            <a:stretch>
              <a:fillRect/>
            </a:stretch>
          </p:blipFill>
          <p:spPr>
            <a:xfrm>
              <a:off x="6163512" y="1095547"/>
              <a:ext cx="5430535" cy="4958508"/>
            </a:xfrm>
            <a:prstGeom prst="rect">
              <a:avLst/>
            </a:prstGeom>
          </p:spPr>
        </p:pic>
      </p:grpSp>
    </p:spTree>
    <p:custDataLst>
      <p:tags r:id="rId1"/>
    </p:custDataLst>
    <p:extLst>
      <p:ext uri="{BB962C8B-B14F-4D97-AF65-F5344CB8AC3E}">
        <p14:creationId xmlns:p14="http://schemas.microsoft.com/office/powerpoint/2010/main" val="3889626335"/>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8A6F-18F1-CC7B-498E-420C57D435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D9F5C5-78F3-F02B-679F-C2F1C78BAA43}"/>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2</a:t>
            </a:r>
            <a:r>
              <a:rPr lang="es-ES" b="1" dirty="0">
                <a:solidFill>
                  <a:srgbClr val="7E0029"/>
                </a:solidFill>
              </a:rPr>
              <a:t>: </a:t>
            </a:r>
            <a:r>
              <a:rPr lang="es-ES" sz="2800" dirty="0">
                <a:solidFill>
                  <a:srgbClr val="7E0029"/>
                </a:solidFill>
                <a:effectLst/>
                <a:latin typeface="Helvetica" pitchFamily="2" charset="0"/>
              </a:rPr>
              <a:t>Are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appropriate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for</a:t>
            </a:r>
            <a:r>
              <a:rPr lang="es-ES" sz="2800" dirty="0">
                <a:solidFill>
                  <a:srgbClr val="7E0029"/>
                </a:solidFill>
                <a:latin typeface="Helvetica" pitchFamily="2" charset="0"/>
              </a:rPr>
              <a:t> </a:t>
            </a:r>
            <a:r>
              <a:rPr lang="es-ES" sz="2800" dirty="0" err="1">
                <a:solidFill>
                  <a:srgbClr val="7E0029"/>
                </a:solidFill>
                <a:effectLst/>
                <a:latin typeface="Helvetica" pitchFamily="2" charset="0"/>
              </a:rPr>
              <a:t>optimizing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pricing-driven</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a:t>
            </a:r>
            <a:endParaRPr lang="es-ES" b="1" dirty="0">
              <a:solidFill>
                <a:srgbClr val="7E0029"/>
              </a:solidFill>
            </a:endParaRPr>
          </a:p>
        </p:txBody>
      </p:sp>
      <p:pic>
        <p:nvPicPr>
          <p:cNvPr id="6" name="Imagen 5" descr="Interfaz de usuario gráfica, Aplicación, Tabla&#10;&#10;Descripción generada automáticamente">
            <a:extLst>
              <a:ext uri="{FF2B5EF4-FFF2-40B4-BE49-F238E27FC236}">
                <a16:creationId xmlns:a16="http://schemas.microsoft.com/office/drawing/2014/main" id="{D2C0DF34-1DE5-35DD-A535-90BD8BE2E6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1818" y="1580093"/>
            <a:ext cx="8728364" cy="4627869"/>
          </a:xfrm>
          <a:prstGeom prst="rect">
            <a:avLst/>
          </a:prstGeom>
        </p:spPr>
      </p:pic>
      <p:sp>
        <p:nvSpPr>
          <p:cNvPr id="3" name="CuadroTexto 2">
            <a:extLst>
              <a:ext uri="{FF2B5EF4-FFF2-40B4-BE49-F238E27FC236}">
                <a16:creationId xmlns:a16="http://schemas.microsoft.com/office/drawing/2014/main" id="{1A2EE315-E577-D413-E3B6-5A04FDD067D4}"/>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15</a:t>
            </a:r>
          </a:p>
        </p:txBody>
      </p:sp>
      <p:sp>
        <p:nvSpPr>
          <p:cNvPr id="4" name="Rectángulo 3">
            <a:extLst>
              <a:ext uri="{FF2B5EF4-FFF2-40B4-BE49-F238E27FC236}">
                <a16:creationId xmlns:a16="http://schemas.microsoft.com/office/drawing/2014/main" id="{6FF78B88-B537-99F6-033B-98E8A6A568FB}"/>
              </a:ext>
            </a:extLst>
          </p:cNvPr>
          <p:cNvSpPr/>
          <p:nvPr/>
        </p:nvSpPr>
        <p:spPr>
          <a:xfrm>
            <a:off x="6096000" y="3724507"/>
            <a:ext cx="4029307" cy="323386"/>
          </a:xfrm>
          <a:prstGeom prst="rect">
            <a:avLst/>
          </a:prstGeom>
          <a:noFill/>
          <a:ln w="38100">
            <a:solidFill>
              <a:srgbClr val="7E00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Rectángulo 4">
            <a:extLst>
              <a:ext uri="{FF2B5EF4-FFF2-40B4-BE49-F238E27FC236}">
                <a16:creationId xmlns:a16="http://schemas.microsoft.com/office/drawing/2014/main" id="{761ADB2D-A15A-02FB-F00F-A639B2495A54}"/>
              </a:ext>
            </a:extLst>
          </p:cNvPr>
          <p:cNvSpPr/>
          <p:nvPr/>
        </p:nvSpPr>
        <p:spPr>
          <a:xfrm>
            <a:off x="6095999" y="3146591"/>
            <a:ext cx="4029307" cy="323386"/>
          </a:xfrm>
          <a:prstGeom prst="rect">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lumMod val="75000"/>
                </a:schemeClr>
              </a:solidFill>
            </a:endParaRPr>
          </a:p>
        </p:txBody>
      </p:sp>
      <p:sp>
        <p:nvSpPr>
          <p:cNvPr id="7" name="Rectángulo 6">
            <a:extLst>
              <a:ext uri="{FF2B5EF4-FFF2-40B4-BE49-F238E27FC236}">
                <a16:creationId xmlns:a16="http://schemas.microsoft.com/office/drawing/2014/main" id="{FC73EFD6-0944-65AF-9923-E613B6AAB675}"/>
              </a:ext>
            </a:extLst>
          </p:cNvPr>
          <p:cNvSpPr/>
          <p:nvPr/>
        </p:nvSpPr>
        <p:spPr>
          <a:xfrm>
            <a:off x="6095999" y="2243904"/>
            <a:ext cx="4029307" cy="323386"/>
          </a:xfrm>
          <a:prstGeom prst="rect">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lumMod val="75000"/>
                </a:schemeClr>
              </a:solidFill>
            </a:endParaRPr>
          </a:p>
        </p:txBody>
      </p:sp>
      <p:sp>
        <p:nvSpPr>
          <p:cNvPr id="8" name="Rectángulo 7">
            <a:extLst>
              <a:ext uri="{FF2B5EF4-FFF2-40B4-BE49-F238E27FC236}">
                <a16:creationId xmlns:a16="http://schemas.microsoft.com/office/drawing/2014/main" id="{6C98A7BD-52D5-C107-6A83-F0535261BA63}"/>
              </a:ext>
            </a:extLst>
          </p:cNvPr>
          <p:cNvSpPr/>
          <p:nvPr/>
        </p:nvSpPr>
        <p:spPr>
          <a:xfrm>
            <a:off x="6095999" y="4303808"/>
            <a:ext cx="4029307" cy="323386"/>
          </a:xfrm>
          <a:prstGeom prst="rect">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lumMod val="75000"/>
                </a:schemeClr>
              </a:solidFill>
            </a:endParaRPr>
          </a:p>
        </p:txBody>
      </p:sp>
      <p:sp>
        <p:nvSpPr>
          <p:cNvPr id="9" name="Rectángulo 8">
            <a:extLst>
              <a:ext uri="{FF2B5EF4-FFF2-40B4-BE49-F238E27FC236}">
                <a16:creationId xmlns:a16="http://schemas.microsoft.com/office/drawing/2014/main" id="{ACF8A01E-D485-67FD-36DB-FC5A53E2ED5D}"/>
              </a:ext>
            </a:extLst>
          </p:cNvPr>
          <p:cNvSpPr/>
          <p:nvPr/>
        </p:nvSpPr>
        <p:spPr>
          <a:xfrm>
            <a:off x="6095999" y="4627194"/>
            <a:ext cx="4029307" cy="323386"/>
          </a:xfrm>
          <a:prstGeom prst="rect">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lumMod val="75000"/>
                </a:schemeClr>
              </a:solidFill>
            </a:endParaRPr>
          </a:p>
        </p:txBody>
      </p:sp>
    </p:spTree>
    <p:custDataLst>
      <p:tags r:id="rId1"/>
    </p:custDataLst>
    <p:extLst>
      <p:ext uri="{BB962C8B-B14F-4D97-AF65-F5344CB8AC3E}">
        <p14:creationId xmlns:p14="http://schemas.microsoft.com/office/powerpoint/2010/main" val="3470402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par>
                                <p:cTn id="22" presetID="22" presetClass="exit" presetSubtype="8" fill="hold" grpId="1" nodeType="withEffect">
                                  <p:stCondLst>
                                    <p:cond delay="0"/>
                                  </p:stCondLst>
                                  <p:childTnLst>
                                    <p:animEffect transition="out" filter="wipe(left)">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7" grpId="0" animBg="1"/>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E0C27-5B5D-3D5B-B89F-0A3355A1BF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E37930-225E-DFFD-FC15-EC8650D49E8B}"/>
              </a:ext>
            </a:extLst>
          </p:cNvPr>
          <p:cNvSpPr>
            <a:spLocks noGrp="1"/>
          </p:cNvSpPr>
          <p:nvPr>
            <p:ph type="title"/>
          </p:nvPr>
        </p:nvSpPr>
        <p:spPr>
          <a:xfrm>
            <a:off x="767314" y="2766218"/>
            <a:ext cx="10657371" cy="1325563"/>
          </a:xfrm>
        </p:spPr>
        <p:txBody>
          <a:bodyPr>
            <a:normAutofit/>
          </a:bodyPr>
          <a:lstStyle/>
          <a:p>
            <a:r>
              <a:rPr lang="es-ES" b="1" dirty="0">
                <a:solidFill>
                  <a:srgbClr val="7E0029"/>
                </a:solidFill>
              </a:rPr>
              <a:t>RQ</a:t>
            </a:r>
            <a:r>
              <a:rPr lang="es-ES" b="1" baseline="-25000" dirty="0">
                <a:solidFill>
                  <a:srgbClr val="7E0029"/>
                </a:solidFill>
              </a:rPr>
              <a:t>3</a:t>
            </a:r>
            <a:r>
              <a:rPr lang="es-ES" b="1" dirty="0">
                <a:solidFill>
                  <a:srgbClr val="7E0029"/>
                </a:solidFill>
              </a:rPr>
              <a:t>: </a:t>
            </a:r>
            <a:r>
              <a:rPr lang="es-ES" sz="2800" dirty="0" err="1">
                <a:solidFill>
                  <a:srgbClr val="7E0029"/>
                </a:solidFill>
                <a:effectLst/>
                <a:latin typeface="Helvetica" pitchFamily="2" charset="0"/>
              </a:rPr>
              <a:t>Does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underlying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models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provide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enough</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expressiveness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represent</a:t>
            </a:r>
            <a:r>
              <a:rPr lang="es-ES" sz="2800" dirty="0">
                <a:solidFill>
                  <a:srgbClr val="7E0029"/>
                </a:solidFill>
                <a:effectLst/>
                <a:latin typeface="Helvetica" pitchFamily="2" charset="0"/>
              </a:rPr>
              <a:t> real-</a:t>
            </a:r>
            <a:r>
              <a:rPr lang="es-ES" sz="2800" dirty="0" err="1">
                <a:solidFill>
                  <a:srgbClr val="7E0029"/>
                </a:solidFill>
                <a:effectLst/>
                <a:latin typeface="Helvetica" pitchFamily="2" charset="0"/>
              </a:rPr>
              <a:t>world</a:t>
            </a:r>
            <a:r>
              <a:rPr lang="es-ES" sz="2800" dirty="0">
                <a:solidFill>
                  <a:srgbClr val="7E0029"/>
                </a:solidFill>
                <a:effectLst/>
                <a:latin typeface="Helvetica" pitchFamily="2" charset="0"/>
              </a:rPr>
              <a:t> pricings?</a:t>
            </a:r>
            <a:endParaRPr lang="es-ES" b="1" dirty="0">
              <a:solidFill>
                <a:srgbClr val="7E0029"/>
              </a:solidFill>
            </a:endParaRPr>
          </a:p>
        </p:txBody>
      </p:sp>
      <p:sp>
        <p:nvSpPr>
          <p:cNvPr id="253" name="CuadroTexto 252">
            <a:extLst>
              <a:ext uri="{FF2B5EF4-FFF2-40B4-BE49-F238E27FC236}">
                <a16:creationId xmlns:a16="http://schemas.microsoft.com/office/drawing/2014/main" id="{E2263586-9BBF-AF4C-57D0-B8450EAE5919}"/>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16</a:t>
            </a:r>
          </a:p>
        </p:txBody>
      </p:sp>
    </p:spTree>
    <p:custDataLst>
      <p:tags r:id="rId1"/>
    </p:custDataLst>
    <p:extLst>
      <p:ext uri="{BB962C8B-B14F-4D97-AF65-F5344CB8AC3E}">
        <p14:creationId xmlns:p14="http://schemas.microsoft.com/office/powerpoint/2010/main" val="2513384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8756-888C-2B3E-1A5B-670E9B696F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44E08A8-99D9-0DDC-D8E1-4DD588AAEE64}"/>
              </a:ext>
            </a:extLst>
          </p:cNvPr>
          <p:cNvSpPr>
            <a:spLocks noGrp="1"/>
          </p:cNvSpPr>
          <p:nvPr>
            <p:ph type="title"/>
          </p:nvPr>
        </p:nvSpPr>
        <p:spPr>
          <a:xfrm>
            <a:off x="767314" y="1706853"/>
            <a:ext cx="10657371" cy="1325563"/>
          </a:xfrm>
        </p:spPr>
        <p:txBody>
          <a:bodyPr>
            <a:normAutofit/>
          </a:bodyPr>
          <a:lstStyle/>
          <a:p>
            <a:r>
              <a:rPr lang="es-ES" b="1" dirty="0">
                <a:solidFill>
                  <a:srgbClr val="7E0029"/>
                </a:solidFill>
              </a:rPr>
              <a:t>RQ</a:t>
            </a:r>
            <a:r>
              <a:rPr lang="es-ES" b="1" baseline="-25000" dirty="0">
                <a:solidFill>
                  <a:srgbClr val="7E0029"/>
                </a:solidFill>
              </a:rPr>
              <a:t>3</a:t>
            </a:r>
            <a:r>
              <a:rPr lang="es-ES" b="1" dirty="0">
                <a:solidFill>
                  <a:srgbClr val="7E0029"/>
                </a:solidFill>
              </a:rPr>
              <a:t>: </a:t>
            </a:r>
            <a:r>
              <a:rPr lang="es-ES" sz="2800" dirty="0" err="1">
                <a:solidFill>
                  <a:srgbClr val="7E0029"/>
                </a:solidFill>
                <a:effectLst/>
                <a:latin typeface="Helvetica" pitchFamily="2" charset="0"/>
              </a:rPr>
              <a:t>Does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current</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feature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toggling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tools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underlying</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models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provide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enough</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expressiveness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represent</a:t>
            </a:r>
            <a:r>
              <a:rPr lang="es-ES" sz="2800" dirty="0">
                <a:solidFill>
                  <a:srgbClr val="7E0029"/>
                </a:solidFill>
                <a:effectLst/>
                <a:latin typeface="Helvetica" pitchFamily="2" charset="0"/>
              </a:rPr>
              <a:t> real-</a:t>
            </a:r>
            <a:r>
              <a:rPr lang="es-ES" sz="2800" dirty="0" err="1">
                <a:solidFill>
                  <a:srgbClr val="7E0029"/>
                </a:solidFill>
                <a:effectLst/>
                <a:latin typeface="Helvetica" pitchFamily="2" charset="0"/>
              </a:rPr>
              <a:t>world</a:t>
            </a:r>
            <a:r>
              <a:rPr lang="es-ES" sz="2800" dirty="0">
                <a:solidFill>
                  <a:srgbClr val="7E0029"/>
                </a:solidFill>
                <a:effectLst/>
                <a:latin typeface="Helvetica" pitchFamily="2" charset="0"/>
              </a:rPr>
              <a:t> pricings?</a:t>
            </a:r>
            <a:endParaRPr lang="es-ES" b="1" dirty="0">
              <a:solidFill>
                <a:srgbClr val="7E0029"/>
              </a:solidFill>
            </a:endParaRPr>
          </a:p>
        </p:txBody>
      </p:sp>
      <p:sp>
        <p:nvSpPr>
          <p:cNvPr id="253" name="CuadroTexto 252">
            <a:extLst>
              <a:ext uri="{FF2B5EF4-FFF2-40B4-BE49-F238E27FC236}">
                <a16:creationId xmlns:a16="http://schemas.microsoft.com/office/drawing/2014/main" id="{746ECAC1-309E-47AB-1475-B083D2E92FA6}"/>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16</a:t>
            </a:r>
          </a:p>
        </p:txBody>
      </p:sp>
      <p:sp>
        <p:nvSpPr>
          <p:cNvPr id="4" name="Título 1">
            <a:extLst>
              <a:ext uri="{FF2B5EF4-FFF2-40B4-BE49-F238E27FC236}">
                <a16:creationId xmlns:a16="http://schemas.microsoft.com/office/drawing/2014/main" id="{979B042B-930B-7AFA-39F5-EB5FE68E4470}"/>
              </a:ext>
            </a:extLst>
          </p:cNvPr>
          <p:cNvSpPr txBox="1">
            <a:spLocks/>
          </p:cNvSpPr>
          <p:nvPr/>
        </p:nvSpPr>
        <p:spPr>
          <a:xfrm>
            <a:off x="767314" y="3587691"/>
            <a:ext cx="1065737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rgbClr val="7E0029"/>
                </a:solidFill>
              </a:rPr>
              <a:t>RQ</a:t>
            </a:r>
            <a:r>
              <a:rPr lang="es-ES" b="1" baseline="-25000" dirty="0">
                <a:solidFill>
                  <a:srgbClr val="7E0029"/>
                </a:solidFill>
              </a:rPr>
              <a:t>3</a:t>
            </a:r>
            <a:r>
              <a:rPr lang="es-ES" b="1" dirty="0">
                <a:solidFill>
                  <a:srgbClr val="7E0029"/>
                </a:solidFill>
              </a:rPr>
              <a:t>: </a:t>
            </a:r>
            <a:r>
              <a:rPr lang="es-ES" sz="2800" dirty="0" err="1">
                <a:solidFill>
                  <a:srgbClr val="7E0029"/>
                </a:solidFill>
                <a:latin typeface="Helvetica" pitchFamily="2" charset="0"/>
              </a:rPr>
              <a:t>Does</a:t>
            </a:r>
            <a:r>
              <a:rPr lang="es-ES" sz="2800" dirty="0">
                <a:solidFill>
                  <a:srgbClr val="7E0029"/>
                </a:solidFill>
                <a:latin typeface="Helvetica" pitchFamily="2" charset="0"/>
              </a:rPr>
              <a:t> </a:t>
            </a:r>
            <a:r>
              <a:rPr lang="es-ES" sz="2800" b="1" dirty="0">
                <a:solidFill>
                  <a:srgbClr val="7E0029"/>
                </a:solidFill>
                <a:latin typeface="Helvetica" pitchFamily="2" charset="0"/>
              </a:rPr>
              <a:t>Pricing2Yaml</a:t>
            </a:r>
            <a:r>
              <a:rPr lang="es-ES" sz="2800" dirty="0">
                <a:solidFill>
                  <a:srgbClr val="7E0029"/>
                </a:solidFill>
                <a:latin typeface="Helvetica" pitchFamily="2" charset="0"/>
              </a:rPr>
              <a:t> </a:t>
            </a:r>
            <a:r>
              <a:rPr lang="es-ES" sz="2800" dirty="0" err="1">
                <a:solidFill>
                  <a:srgbClr val="7E0029"/>
                </a:solidFill>
                <a:latin typeface="Helvetica" pitchFamily="2" charset="0"/>
              </a:rPr>
              <a:t>provide</a:t>
            </a:r>
            <a:r>
              <a:rPr lang="es-ES" sz="2800" dirty="0">
                <a:solidFill>
                  <a:srgbClr val="7E0029"/>
                </a:solidFill>
                <a:latin typeface="Helvetica" pitchFamily="2" charset="0"/>
              </a:rPr>
              <a:t> </a:t>
            </a:r>
            <a:r>
              <a:rPr lang="es-ES" sz="2800" dirty="0" err="1">
                <a:solidFill>
                  <a:srgbClr val="7E0029"/>
                </a:solidFill>
                <a:latin typeface="Helvetica" pitchFamily="2" charset="0"/>
              </a:rPr>
              <a:t>enough</a:t>
            </a:r>
            <a:r>
              <a:rPr lang="es-ES" sz="2800" dirty="0">
                <a:solidFill>
                  <a:srgbClr val="7E0029"/>
                </a:solidFill>
                <a:latin typeface="Helvetica" pitchFamily="2" charset="0"/>
              </a:rPr>
              <a:t> </a:t>
            </a:r>
            <a:r>
              <a:rPr lang="es-ES" sz="2800" dirty="0" err="1">
                <a:solidFill>
                  <a:srgbClr val="7E0029"/>
                </a:solidFill>
                <a:latin typeface="Helvetica" pitchFamily="2" charset="0"/>
              </a:rPr>
              <a:t>expressiveness</a:t>
            </a:r>
            <a:r>
              <a:rPr lang="es-ES" sz="2800" dirty="0">
                <a:solidFill>
                  <a:srgbClr val="7E0029"/>
                </a:solidFill>
                <a:latin typeface="Helvetica" pitchFamily="2" charset="0"/>
              </a:rPr>
              <a:t> </a:t>
            </a:r>
            <a:r>
              <a:rPr lang="es-ES" sz="2800" dirty="0" err="1">
                <a:solidFill>
                  <a:srgbClr val="7E0029"/>
                </a:solidFill>
                <a:latin typeface="Helvetica" pitchFamily="2" charset="0"/>
              </a:rPr>
              <a:t>to</a:t>
            </a:r>
            <a:r>
              <a:rPr lang="es-ES" sz="2800" dirty="0">
                <a:solidFill>
                  <a:srgbClr val="7E0029"/>
                </a:solidFill>
                <a:latin typeface="Helvetica" pitchFamily="2" charset="0"/>
              </a:rPr>
              <a:t> </a:t>
            </a:r>
            <a:r>
              <a:rPr lang="es-ES" sz="2800" dirty="0" err="1">
                <a:solidFill>
                  <a:srgbClr val="7E0029"/>
                </a:solidFill>
                <a:latin typeface="Helvetica" pitchFamily="2" charset="0"/>
              </a:rPr>
              <a:t>represent</a:t>
            </a:r>
            <a:r>
              <a:rPr lang="es-ES" sz="2800" dirty="0">
                <a:solidFill>
                  <a:srgbClr val="7E0029"/>
                </a:solidFill>
                <a:latin typeface="Helvetica" pitchFamily="2" charset="0"/>
              </a:rPr>
              <a:t> real-</a:t>
            </a:r>
            <a:r>
              <a:rPr lang="es-ES" sz="2800" dirty="0" err="1">
                <a:solidFill>
                  <a:srgbClr val="7E0029"/>
                </a:solidFill>
                <a:latin typeface="Helvetica" pitchFamily="2" charset="0"/>
              </a:rPr>
              <a:t>world</a:t>
            </a:r>
            <a:r>
              <a:rPr lang="es-ES" sz="2800" dirty="0">
                <a:solidFill>
                  <a:srgbClr val="7E0029"/>
                </a:solidFill>
                <a:latin typeface="Helvetica" pitchFamily="2" charset="0"/>
              </a:rPr>
              <a:t> pricings?</a:t>
            </a:r>
            <a:endParaRPr lang="es-ES" b="1" dirty="0">
              <a:solidFill>
                <a:srgbClr val="7E0029"/>
              </a:solidFill>
            </a:endParaRPr>
          </a:p>
        </p:txBody>
      </p:sp>
      <p:cxnSp>
        <p:nvCxnSpPr>
          <p:cNvPr id="5" name="Conector recto 4">
            <a:extLst>
              <a:ext uri="{FF2B5EF4-FFF2-40B4-BE49-F238E27FC236}">
                <a16:creationId xmlns:a16="http://schemas.microsoft.com/office/drawing/2014/main" id="{E69738CA-A628-3B6F-6133-57EE088392F6}"/>
              </a:ext>
            </a:extLst>
          </p:cNvPr>
          <p:cNvCxnSpPr>
            <a:cxnSpLocks/>
          </p:cNvCxnSpPr>
          <p:nvPr/>
        </p:nvCxnSpPr>
        <p:spPr>
          <a:xfrm>
            <a:off x="579863" y="2207940"/>
            <a:ext cx="10593659" cy="0"/>
          </a:xfrm>
          <a:prstGeom prst="line">
            <a:avLst/>
          </a:prstGeom>
          <a:ln w="38100">
            <a:solidFill>
              <a:srgbClr val="7E0029"/>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298B84F5-22CD-1973-5241-A9F0BD73B8C0}"/>
              </a:ext>
            </a:extLst>
          </p:cNvPr>
          <p:cNvCxnSpPr>
            <a:cxnSpLocks/>
          </p:cNvCxnSpPr>
          <p:nvPr/>
        </p:nvCxnSpPr>
        <p:spPr>
          <a:xfrm>
            <a:off x="579863" y="2661423"/>
            <a:ext cx="10593659" cy="0"/>
          </a:xfrm>
          <a:prstGeom prst="line">
            <a:avLst/>
          </a:prstGeom>
          <a:ln w="38100">
            <a:solidFill>
              <a:srgbClr val="7E0029"/>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40970906"/>
      </p:ext>
    </p:extLst>
  </p:cSld>
  <p:clrMapOvr>
    <a:masterClrMapping/>
  </p:clrMapOvr>
  <mc:AlternateContent xmlns:mc="http://schemas.openxmlformats.org/markup-compatibility/2006" xmlns:p159="http://schemas.microsoft.com/office/powerpoint/2015/09/main">
    <mc:Choice Requires="p159">
      <p:transition spd="slow" advTm="83107">
        <p159:morph option="byObject"/>
      </p:transition>
    </mc:Choice>
    <mc:Fallback xmlns="">
      <p:transition spd="slow" advTm="8310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C94EF-25D5-6AAA-C07B-6494385F8B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58AB21-71FD-3D70-C0CA-9A014A5C3C3A}"/>
              </a:ext>
            </a:extLst>
          </p:cNvPr>
          <p:cNvSpPr>
            <a:spLocks noGrp="1"/>
          </p:cNvSpPr>
          <p:nvPr>
            <p:ph type="title"/>
          </p:nvPr>
        </p:nvSpPr>
        <p:spPr>
          <a:xfrm>
            <a:off x="767314" y="0"/>
            <a:ext cx="10657371" cy="1325563"/>
          </a:xfrm>
        </p:spPr>
        <p:txBody>
          <a:bodyPr>
            <a:normAutofit/>
          </a:bodyPr>
          <a:lstStyle/>
          <a:p>
            <a:r>
              <a:rPr lang="es-ES" b="1" dirty="0">
                <a:solidFill>
                  <a:srgbClr val="7E0029"/>
                </a:solidFill>
              </a:rPr>
              <a:t>RQ</a:t>
            </a:r>
            <a:r>
              <a:rPr lang="es-ES" b="1" baseline="-25000" dirty="0">
                <a:solidFill>
                  <a:srgbClr val="7E0029"/>
                </a:solidFill>
              </a:rPr>
              <a:t>3</a:t>
            </a:r>
            <a:r>
              <a:rPr lang="es-ES" b="1" dirty="0">
                <a:solidFill>
                  <a:srgbClr val="7E0029"/>
                </a:solidFill>
              </a:rPr>
              <a:t>: </a:t>
            </a:r>
            <a:r>
              <a:rPr lang="es-ES" sz="2800" dirty="0" err="1">
                <a:solidFill>
                  <a:srgbClr val="7E0029"/>
                </a:solidFill>
                <a:effectLst/>
                <a:latin typeface="Helvetica" pitchFamily="2" charset="0"/>
              </a:rPr>
              <a:t>Does</a:t>
            </a:r>
            <a:r>
              <a:rPr lang="es-ES" sz="2800" dirty="0">
                <a:solidFill>
                  <a:srgbClr val="7E0029"/>
                </a:solidFill>
                <a:effectLst/>
                <a:latin typeface="Helvetica" pitchFamily="2" charset="0"/>
              </a:rPr>
              <a:t> Pricing2Yaml </a:t>
            </a:r>
            <a:r>
              <a:rPr lang="es-ES" sz="2800" dirty="0" err="1">
                <a:solidFill>
                  <a:srgbClr val="7E0029"/>
                </a:solidFill>
                <a:effectLst/>
                <a:latin typeface="Helvetica" pitchFamily="2" charset="0"/>
              </a:rPr>
              <a:t>provide</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enough</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expressiveness</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to</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represent</a:t>
            </a:r>
            <a:r>
              <a:rPr lang="es-ES" sz="2800" dirty="0">
                <a:solidFill>
                  <a:srgbClr val="7E0029"/>
                </a:solidFill>
                <a:effectLst/>
                <a:latin typeface="Helvetica" pitchFamily="2" charset="0"/>
              </a:rPr>
              <a:t> real </a:t>
            </a:r>
            <a:r>
              <a:rPr lang="es-ES" sz="2800" dirty="0" err="1">
                <a:solidFill>
                  <a:srgbClr val="7E0029"/>
                </a:solidFill>
                <a:effectLst/>
                <a:latin typeface="Helvetica" pitchFamily="2" charset="0"/>
              </a:rPr>
              <a:t>world</a:t>
            </a:r>
            <a:r>
              <a:rPr lang="es-ES" sz="2800" dirty="0">
                <a:solidFill>
                  <a:srgbClr val="7E0029"/>
                </a:solidFill>
                <a:effectLst/>
                <a:latin typeface="Helvetica" pitchFamily="2" charset="0"/>
              </a:rPr>
              <a:t> </a:t>
            </a:r>
            <a:r>
              <a:rPr lang="es-ES" sz="2800" dirty="0" err="1">
                <a:solidFill>
                  <a:srgbClr val="7E0029"/>
                </a:solidFill>
                <a:effectLst/>
                <a:latin typeface="Helvetica" pitchFamily="2" charset="0"/>
              </a:rPr>
              <a:t>pricings</a:t>
            </a:r>
            <a:r>
              <a:rPr lang="es-ES" sz="2800" dirty="0">
                <a:solidFill>
                  <a:srgbClr val="7E0029"/>
                </a:solidFill>
                <a:effectLst/>
                <a:latin typeface="Helvetica" pitchFamily="2" charset="0"/>
              </a:rPr>
              <a:t>?</a:t>
            </a:r>
            <a:endParaRPr lang="es-ES" b="1" dirty="0">
              <a:solidFill>
                <a:srgbClr val="7E0029"/>
              </a:solidFill>
            </a:endParaRPr>
          </a:p>
        </p:txBody>
      </p:sp>
      <p:sp>
        <p:nvSpPr>
          <p:cNvPr id="4" name="CuadroTexto 3">
            <a:extLst>
              <a:ext uri="{FF2B5EF4-FFF2-40B4-BE49-F238E27FC236}">
                <a16:creationId xmlns:a16="http://schemas.microsoft.com/office/drawing/2014/main" id="{33353A2B-555E-218A-B9FF-9D0C63ED6DD3}"/>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17</a:t>
            </a:r>
          </a:p>
        </p:txBody>
      </p:sp>
      <p:grpSp>
        <p:nvGrpSpPr>
          <p:cNvPr id="12" name="Grupo 11">
            <a:extLst>
              <a:ext uri="{FF2B5EF4-FFF2-40B4-BE49-F238E27FC236}">
                <a16:creationId xmlns:a16="http://schemas.microsoft.com/office/drawing/2014/main" id="{D30D5FC3-A1B0-06A5-EFB2-D59F85FBF58F}"/>
              </a:ext>
            </a:extLst>
          </p:cNvPr>
          <p:cNvGrpSpPr/>
          <p:nvPr/>
        </p:nvGrpSpPr>
        <p:grpSpPr>
          <a:xfrm>
            <a:off x="275529" y="2629391"/>
            <a:ext cx="3638708" cy="2486263"/>
            <a:chOff x="28575" y="4371737"/>
            <a:chExt cx="3638708" cy="2486263"/>
          </a:xfrm>
        </p:grpSpPr>
        <p:pic>
          <p:nvPicPr>
            <p:cNvPr id="7" name="Imagen 6" descr="Código QR&#10;&#10;El contenido generado por IA puede ser incorrecto.">
              <a:extLst>
                <a:ext uri="{FF2B5EF4-FFF2-40B4-BE49-F238E27FC236}">
                  <a16:creationId xmlns:a16="http://schemas.microsoft.com/office/drawing/2014/main" id="{53826067-9A3F-4245-AE86-163D060119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575" y="4371737"/>
              <a:ext cx="2486263" cy="2486263"/>
            </a:xfrm>
            <a:prstGeom prst="rect">
              <a:avLst/>
            </a:prstGeom>
          </p:spPr>
        </p:pic>
        <p:pic>
          <p:nvPicPr>
            <p:cNvPr id="9" name="Gráfico 8" descr="Etiqueta con relleno sólido">
              <a:extLst>
                <a:ext uri="{FF2B5EF4-FFF2-40B4-BE49-F238E27FC236}">
                  <a16:creationId xmlns:a16="http://schemas.microsoft.com/office/drawing/2014/main" id="{97E54F3F-4502-4EC9-4A29-14007F37471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48203" y="4555924"/>
              <a:ext cx="1519080" cy="1519080"/>
            </a:xfrm>
            <a:prstGeom prst="rect">
              <a:avLst/>
            </a:prstGeom>
          </p:spPr>
        </p:pic>
        <p:sp>
          <p:nvSpPr>
            <p:cNvPr id="10" name="CuadroTexto 9">
              <a:extLst>
                <a:ext uri="{FF2B5EF4-FFF2-40B4-BE49-F238E27FC236}">
                  <a16:creationId xmlns:a16="http://schemas.microsoft.com/office/drawing/2014/main" id="{8BAF5C40-8A4D-F369-ED85-25D15F8F7ED4}"/>
                </a:ext>
              </a:extLst>
            </p:cNvPr>
            <p:cNvSpPr txBox="1"/>
            <p:nvPr/>
          </p:nvSpPr>
          <p:spPr>
            <a:xfrm rot="2735909">
              <a:off x="2595124" y="5166571"/>
              <a:ext cx="816249" cy="523220"/>
            </a:xfrm>
            <a:prstGeom prst="rect">
              <a:avLst/>
            </a:prstGeom>
            <a:noFill/>
          </p:spPr>
          <p:txBody>
            <a:bodyPr wrap="none" rtlCol="0">
              <a:spAutoFit/>
            </a:bodyPr>
            <a:lstStyle/>
            <a:p>
              <a:r>
                <a:rPr lang="es-ES_tradnl" sz="2800" b="1" dirty="0">
                  <a:solidFill>
                    <a:schemeClr val="bg1"/>
                  </a:solidFill>
                </a:rPr>
                <a:t>v3.0</a:t>
              </a:r>
              <a:endParaRPr lang="es-ES_tradnl" b="1" dirty="0">
                <a:solidFill>
                  <a:schemeClr val="bg1"/>
                </a:solidFill>
              </a:endParaRPr>
            </a:p>
          </p:txBody>
        </p:sp>
      </p:grpSp>
      <p:grpSp>
        <p:nvGrpSpPr>
          <p:cNvPr id="361" name="Grupo 360">
            <a:extLst>
              <a:ext uri="{FF2B5EF4-FFF2-40B4-BE49-F238E27FC236}">
                <a16:creationId xmlns:a16="http://schemas.microsoft.com/office/drawing/2014/main" id="{6A73F277-B339-87F2-139A-07162B88CF0C}"/>
              </a:ext>
            </a:extLst>
          </p:cNvPr>
          <p:cNvGrpSpPr/>
          <p:nvPr/>
        </p:nvGrpSpPr>
        <p:grpSpPr>
          <a:xfrm>
            <a:off x="3645465" y="1325563"/>
            <a:ext cx="8377818" cy="1606291"/>
            <a:chOff x="1885375" y="1219750"/>
            <a:chExt cx="5551408" cy="1154075"/>
          </a:xfrm>
        </p:grpSpPr>
        <p:sp>
          <p:nvSpPr>
            <p:cNvPr id="13" name="Google Shape;121;p17">
              <a:extLst>
                <a:ext uri="{FF2B5EF4-FFF2-40B4-BE49-F238E27FC236}">
                  <a16:creationId xmlns:a16="http://schemas.microsoft.com/office/drawing/2014/main" id="{10070719-E6A5-0A17-2552-658F0AAF1FD3}"/>
                </a:ext>
              </a:extLst>
            </p:cNvPr>
            <p:cNvSpPr/>
            <p:nvPr/>
          </p:nvSpPr>
          <p:spPr>
            <a:xfrm>
              <a:off x="1885375" y="1219750"/>
              <a:ext cx="5551408" cy="1078983"/>
            </a:xfrm>
            <a:custGeom>
              <a:avLst/>
              <a:gdLst/>
              <a:ahLst/>
              <a:cxnLst/>
              <a:rect l="l" t="t" r="r" b="b"/>
              <a:pathLst>
                <a:path w="285750" h="65294" extrusionOk="0">
                  <a:moveTo>
                    <a:pt x="201375" y="0"/>
                  </a:moveTo>
                  <a:lnTo>
                    <a:pt x="196427" y="42"/>
                  </a:lnTo>
                  <a:lnTo>
                    <a:pt x="191562" y="126"/>
                  </a:lnTo>
                  <a:lnTo>
                    <a:pt x="186740" y="252"/>
                  </a:lnTo>
                  <a:lnTo>
                    <a:pt x="182001" y="419"/>
                  </a:lnTo>
                  <a:lnTo>
                    <a:pt x="177262" y="629"/>
                  </a:lnTo>
                  <a:lnTo>
                    <a:pt x="172607" y="881"/>
                  </a:lnTo>
                  <a:lnTo>
                    <a:pt x="168036" y="1174"/>
                  </a:lnTo>
                  <a:lnTo>
                    <a:pt x="163465" y="1468"/>
                  </a:lnTo>
                  <a:lnTo>
                    <a:pt x="158936" y="1845"/>
                  </a:lnTo>
                  <a:lnTo>
                    <a:pt x="154449" y="2181"/>
                  </a:lnTo>
                  <a:lnTo>
                    <a:pt x="149962" y="2600"/>
                  </a:lnTo>
                  <a:lnTo>
                    <a:pt x="141156" y="3439"/>
                  </a:lnTo>
                  <a:lnTo>
                    <a:pt x="132391" y="4319"/>
                  </a:lnTo>
                  <a:lnTo>
                    <a:pt x="123668" y="5242"/>
                  </a:lnTo>
                  <a:lnTo>
                    <a:pt x="109368" y="6752"/>
                  </a:lnTo>
                  <a:lnTo>
                    <a:pt x="102197" y="7465"/>
                  </a:lnTo>
                  <a:lnTo>
                    <a:pt x="95026" y="8136"/>
                  </a:lnTo>
                  <a:lnTo>
                    <a:pt x="87771" y="8765"/>
                  </a:lnTo>
                  <a:lnTo>
                    <a:pt x="80433" y="9310"/>
                  </a:lnTo>
                  <a:lnTo>
                    <a:pt x="73052" y="9771"/>
                  </a:lnTo>
                  <a:lnTo>
                    <a:pt x="69320" y="9939"/>
                  </a:lnTo>
                  <a:lnTo>
                    <a:pt x="65546" y="10106"/>
                  </a:lnTo>
                  <a:lnTo>
                    <a:pt x="61729" y="10274"/>
                  </a:lnTo>
                  <a:lnTo>
                    <a:pt x="57913" y="10358"/>
                  </a:lnTo>
                  <a:lnTo>
                    <a:pt x="54055" y="10442"/>
                  </a:lnTo>
                  <a:lnTo>
                    <a:pt x="50197" y="10484"/>
                  </a:lnTo>
                  <a:lnTo>
                    <a:pt x="42271" y="10484"/>
                  </a:lnTo>
                  <a:lnTo>
                    <a:pt x="38287" y="10400"/>
                  </a:lnTo>
                  <a:lnTo>
                    <a:pt x="34220" y="10274"/>
                  </a:lnTo>
                  <a:lnTo>
                    <a:pt x="30110" y="10148"/>
                  </a:lnTo>
                  <a:lnTo>
                    <a:pt x="26000" y="9939"/>
                  </a:lnTo>
                  <a:lnTo>
                    <a:pt x="21807" y="9687"/>
                  </a:lnTo>
                  <a:lnTo>
                    <a:pt x="17529" y="9436"/>
                  </a:lnTo>
                  <a:lnTo>
                    <a:pt x="13252" y="9100"/>
                  </a:lnTo>
                  <a:lnTo>
                    <a:pt x="8890" y="8681"/>
                  </a:lnTo>
                  <a:lnTo>
                    <a:pt x="4487" y="8261"/>
                  </a:lnTo>
                  <a:lnTo>
                    <a:pt x="0" y="7758"/>
                  </a:lnTo>
                  <a:lnTo>
                    <a:pt x="0" y="62232"/>
                  </a:lnTo>
                  <a:lnTo>
                    <a:pt x="4865" y="62778"/>
                  </a:lnTo>
                  <a:lnTo>
                    <a:pt x="9645" y="63281"/>
                  </a:lnTo>
                  <a:lnTo>
                    <a:pt x="14300" y="63700"/>
                  </a:lnTo>
                  <a:lnTo>
                    <a:pt x="18913" y="64078"/>
                  </a:lnTo>
                  <a:lnTo>
                    <a:pt x="23442" y="64413"/>
                  </a:lnTo>
                  <a:lnTo>
                    <a:pt x="27845" y="64665"/>
                  </a:lnTo>
                  <a:lnTo>
                    <a:pt x="32207" y="64874"/>
                  </a:lnTo>
                  <a:lnTo>
                    <a:pt x="36484" y="65042"/>
                  </a:lnTo>
                  <a:lnTo>
                    <a:pt x="40720" y="65168"/>
                  </a:lnTo>
                  <a:lnTo>
                    <a:pt x="44829" y="65252"/>
                  </a:lnTo>
                  <a:lnTo>
                    <a:pt x="48897" y="65294"/>
                  </a:lnTo>
                  <a:lnTo>
                    <a:pt x="52923" y="65294"/>
                  </a:lnTo>
                  <a:lnTo>
                    <a:pt x="56865" y="65252"/>
                  </a:lnTo>
                  <a:lnTo>
                    <a:pt x="60765" y="65168"/>
                  </a:lnTo>
                  <a:lnTo>
                    <a:pt x="64623" y="65042"/>
                  </a:lnTo>
                  <a:lnTo>
                    <a:pt x="68439" y="64916"/>
                  </a:lnTo>
                  <a:lnTo>
                    <a:pt x="72171" y="64707"/>
                  </a:lnTo>
                  <a:lnTo>
                    <a:pt x="75904" y="64497"/>
                  </a:lnTo>
                  <a:lnTo>
                    <a:pt x="79552" y="64287"/>
                  </a:lnTo>
                  <a:lnTo>
                    <a:pt x="83159" y="64036"/>
                  </a:lnTo>
                  <a:lnTo>
                    <a:pt x="90330" y="63407"/>
                  </a:lnTo>
                  <a:lnTo>
                    <a:pt x="97375" y="62736"/>
                  </a:lnTo>
                  <a:lnTo>
                    <a:pt x="104294" y="62023"/>
                  </a:lnTo>
                  <a:lnTo>
                    <a:pt x="111172" y="61226"/>
                  </a:lnTo>
                  <a:lnTo>
                    <a:pt x="124843" y="59591"/>
                  </a:lnTo>
                  <a:lnTo>
                    <a:pt x="133062" y="58626"/>
                  </a:lnTo>
                  <a:lnTo>
                    <a:pt x="141323" y="57661"/>
                  </a:lnTo>
                  <a:lnTo>
                    <a:pt x="149669" y="56739"/>
                  </a:lnTo>
                  <a:lnTo>
                    <a:pt x="153904" y="56320"/>
                  </a:lnTo>
                  <a:lnTo>
                    <a:pt x="158182" y="55900"/>
                  </a:lnTo>
                  <a:lnTo>
                    <a:pt x="162501" y="55523"/>
                  </a:lnTo>
                  <a:lnTo>
                    <a:pt x="166820" y="55187"/>
                  </a:lnTo>
                  <a:lnTo>
                    <a:pt x="171265" y="54894"/>
                  </a:lnTo>
                  <a:lnTo>
                    <a:pt x="175711" y="54600"/>
                  </a:lnTo>
                  <a:lnTo>
                    <a:pt x="180240" y="54349"/>
                  </a:lnTo>
                  <a:lnTo>
                    <a:pt x="184853" y="54181"/>
                  </a:lnTo>
                  <a:lnTo>
                    <a:pt x="189549" y="54055"/>
                  </a:lnTo>
                  <a:lnTo>
                    <a:pt x="194330" y="53929"/>
                  </a:lnTo>
                  <a:lnTo>
                    <a:pt x="204101" y="53929"/>
                  </a:lnTo>
                  <a:lnTo>
                    <a:pt x="209133" y="54013"/>
                  </a:lnTo>
                  <a:lnTo>
                    <a:pt x="214292" y="54181"/>
                  </a:lnTo>
                  <a:lnTo>
                    <a:pt x="219534" y="54390"/>
                  </a:lnTo>
                  <a:lnTo>
                    <a:pt x="224859" y="54684"/>
                  </a:lnTo>
                  <a:lnTo>
                    <a:pt x="230353" y="55020"/>
                  </a:lnTo>
                  <a:lnTo>
                    <a:pt x="235930" y="55481"/>
                  </a:lnTo>
                  <a:lnTo>
                    <a:pt x="241676" y="55984"/>
                  </a:lnTo>
                  <a:lnTo>
                    <a:pt x="247505" y="56613"/>
                  </a:lnTo>
                  <a:lnTo>
                    <a:pt x="253501" y="57284"/>
                  </a:lnTo>
                  <a:lnTo>
                    <a:pt x="259666" y="58081"/>
                  </a:lnTo>
                  <a:lnTo>
                    <a:pt x="265956" y="58961"/>
                  </a:lnTo>
                  <a:lnTo>
                    <a:pt x="272373" y="59968"/>
                  </a:lnTo>
                  <a:lnTo>
                    <a:pt x="278998" y="61058"/>
                  </a:lnTo>
                  <a:lnTo>
                    <a:pt x="285750" y="62232"/>
                  </a:lnTo>
                  <a:lnTo>
                    <a:pt x="285750" y="62232"/>
                  </a:lnTo>
                  <a:lnTo>
                    <a:pt x="285037" y="60513"/>
                  </a:lnTo>
                  <a:lnTo>
                    <a:pt x="284324" y="58836"/>
                  </a:lnTo>
                  <a:lnTo>
                    <a:pt x="283569" y="57200"/>
                  </a:lnTo>
                  <a:lnTo>
                    <a:pt x="282773" y="55607"/>
                  </a:lnTo>
                  <a:lnTo>
                    <a:pt x="281976" y="54055"/>
                  </a:lnTo>
                  <a:lnTo>
                    <a:pt x="281179" y="52545"/>
                  </a:lnTo>
                  <a:lnTo>
                    <a:pt x="280340" y="51078"/>
                  </a:lnTo>
                  <a:lnTo>
                    <a:pt x="279502" y="49694"/>
                  </a:lnTo>
                  <a:lnTo>
                    <a:pt x="278663" y="48310"/>
                  </a:lnTo>
                  <a:lnTo>
                    <a:pt x="277824" y="47010"/>
                  </a:lnTo>
                  <a:lnTo>
                    <a:pt x="276985" y="45752"/>
                  </a:lnTo>
                  <a:lnTo>
                    <a:pt x="276147" y="44536"/>
                  </a:lnTo>
                  <a:lnTo>
                    <a:pt x="274469" y="42271"/>
                  </a:lnTo>
                  <a:lnTo>
                    <a:pt x="272876" y="40216"/>
                  </a:lnTo>
                  <a:lnTo>
                    <a:pt x="271366" y="38371"/>
                  </a:lnTo>
                  <a:lnTo>
                    <a:pt x="269982" y="36736"/>
                  </a:lnTo>
                  <a:lnTo>
                    <a:pt x="268724" y="35352"/>
                  </a:lnTo>
                  <a:lnTo>
                    <a:pt x="267634" y="34219"/>
                  </a:lnTo>
                  <a:lnTo>
                    <a:pt x="266753" y="33297"/>
                  </a:lnTo>
                  <a:lnTo>
                    <a:pt x="266082" y="32668"/>
                  </a:lnTo>
                  <a:lnTo>
                    <a:pt x="265495" y="32123"/>
                  </a:lnTo>
                  <a:lnTo>
                    <a:pt x="265831" y="31578"/>
                  </a:lnTo>
                  <a:lnTo>
                    <a:pt x="266837" y="30110"/>
                  </a:lnTo>
                  <a:lnTo>
                    <a:pt x="268472" y="27761"/>
                  </a:lnTo>
                  <a:lnTo>
                    <a:pt x="269521" y="26336"/>
                  </a:lnTo>
                  <a:lnTo>
                    <a:pt x="270695" y="24742"/>
                  </a:lnTo>
                  <a:lnTo>
                    <a:pt x="272079" y="22981"/>
                  </a:lnTo>
                  <a:lnTo>
                    <a:pt x="273589" y="21052"/>
                  </a:lnTo>
                  <a:lnTo>
                    <a:pt x="275266" y="19039"/>
                  </a:lnTo>
                  <a:lnTo>
                    <a:pt x="277069" y="16942"/>
                  </a:lnTo>
                  <a:lnTo>
                    <a:pt x="279040" y="14761"/>
                  </a:lnTo>
                  <a:lnTo>
                    <a:pt x="281137" y="12455"/>
                  </a:lnTo>
                  <a:lnTo>
                    <a:pt x="283360" y="10148"/>
                  </a:lnTo>
                  <a:lnTo>
                    <a:pt x="285750" y="7758"/>
                  </a:lnTo>
                  <a:lnTo>
                    <a:pt x="279418" y="6626"/>
                  </a:lnTo>
                  <a:lnTo>
                    <a:pt x="273169" y="5619"/>
                  </a:lnTo>
                  <a:lnTo>
                    <a:pt x="267047" y="4739"/>
                  </a:lnTo>
                  <a:lnTo>
                    <a:pt x="261050" y="3900"/>
                  </a:lnTo>
                  <a:lnTo>
                    <a:pt x="255137" y="3145"/>
                  </a:lnTo>
                  <a:lnTo>
                    <a:pt x="249350" y="2516"/>
                  </a:lnTo>
                  <a:lnTo>
                    <a:pt x="243688" y="1929"/>
                  </a:lnTo>
                  <a:lnTo>
                    <a:pt x="238069" y="1468"/>
                  </a:lnTo>
                  <a:lnTo>
                    <a:pt x="232576" y="1048"/>
                  </a:lnTo>
                  <a:lnTo>
                    <a:pt x="227166" y="713"/>
                  </a:lnTo>
                  <a:lnTo>
                    <a:pt x="221840" y="461"/>
                  </a:lnTo>
                  <a:lnTo>
                    <a:pt x="216640" y="252"/>
                  </a:lnTo>
                  <a:lnTo>
                    <a:pt x="211482" y="84"/>
                  </a:lnTo>
                  <a:lnTo>
                    <a:pt x="206366" y="0"/>
                  </a:lnTo>
                  <a:close/>
                </a:path>
              </a:pathLst>
            </a:custGeom>
            <a:solidFill>
              <a:srgbClr val="7E0029"/>
            </a:solidFill>
            <a:ln>
              <a:noFill/>
            </a:ln>
            <a:effectLst>
              <a:outerShdw blurRad="57150" dist="28575" dir="5400000" algn="bl" rotWithShape="0">
                <a:srgbClr val="000000">
                  <a:alpha val="2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23;p17">
              <a:extLst>
                <a:ext uri="{FF2B5EF4-FFF2-40B4-BE49-F238E27FC236}">
                  <a16:creationId xmlns:a16="http://schemas.microsoft.com/office/drawing/2014/main" id="{BD4C2DD8-4F34-03DB-BC76-76120AB095EC}"/>
                </a:ext>
              </a:extLst>
            </p:cNvPr>
            <p:cNvGrpSpPr/>
            <p:nvPr/>
          </p:nvGrpSpPr>
          <p:grpSpPr>
            <a:xfrm>
              <a:off x="1923652" y="1251189"/>
              <a:ext cx="5408869" cy="995154"/>
              <a:chOff x="1923646" y="1205218"/>
              <a:chExt cx="5408869" cy="1169943"/>
            </a:xfrm>
          </p:grpSpPr>
          <p:sp>
            <p:nvSpPr>
              <p:cNvPr id="16" name="Google Shape;124;p17">
                <a:extLst>
                  <a:ext uri="{FF2B5EF4-FFF2-40B4-BE49-F238E27FC236}">
                    <a16:creationId xmlns:a16="http://schemas.microsoft.com/office/drawing/2014/main" id="{96574D96-E760-7796-57DD-EF526C3E251A}"/>
                  </a:ext>
                </a:extLst>
              </p:cNvPr>
              <p:cNvSpPr/>
              <p:nvPr/>
            </p:nvSpPr>
            <p:spPr>
              <a:xfrm>
                <a:off x="1923646" y="1205218"/>
                <a:ext cx="5408869" cy="1169943"/>
              </a:xfrm>
              <a:custGeom>
                <a:avLst/>
                <a:gdLst/>
                <a:ahLst/>
                <a:cxnLst/>
                <a:rect l="l" t="t" r="r" b="b"/>
                <a:pathLst>
                  <a:path w="278413" h="60221" extrusionOk="0">
                    <a:moveTo>
                      <a:pt x="197183" y="1"/>
                    </a:moveTo>
                    <a:lnTo>
                      <a:pt x="196973" y="43"/>
                    </a:lnTo>
                    <a:lnTo>
                      <a:pt x="196805" y="127"/>
                    </a:lnTo>
                    <a:lnTo>
                      <a:pt x="196721" y="294"/>
                    </a:lnTo>
                    <a:lnTo>
                      <a:pt x="196680" y="504"/>
                    </a:lnTo>
                    <a:lnTo>
                      <a:pt x="196721" y="714"/>
                    </a:lnTo>
                    <a:lnTo>
                      <a:pt x="196805" y="840"/>
                    </a:lnTo>
                    <a:lnTo>
                      <a:pt x="196973" y="965"/>
                    </a:lnTo>
                    <a:lnTo>
                      <a:pt x="197183" y="1007"/>
                    </a:lnTo>
                    <a:lnTo>
                      <a:pt x="200244" y="1007"/>
                    </a:lnTo>
                    <a:lnTo>
                      <a:pt x="200412" y="965"/>
                    </a:lnTo>
                    <a:lnTo>
                      <a:pt x="200580" y="840"/>
                    </a:lnTo>
                    <a:lnTo>
                      <a:pt x="200705" y="672"/>
                    </a:lnTo>
                    <a:lnTo>
                      <a:pt x="200747" y="504"/>
                    </a:lnTo>
                    <a:lnTo>
                      <a:pt x="200705" y="294"/>
                    </a:lnTo>
                    <a:lnTo>
                      <a:pt x="200580" y="127"/>
                    </a:lnTo>
                    <a:lnTo>
                      <a:pt x="200454" y="43"/>
                    </a:lnTo>
                    <a:lnTo>
                      <a:pt x="200244" y="1"/>
                    </a:lnTo>
                    <a:close/>
                    <a:moveTo>
                      <a:pt x="194121" y="1"/>
                    </a:moveTo>
                    <a:lnTo>
                      <a:pt x="191060" y="43"/>
                    </a:lnTo>
                    <a:lnTo>
                      <a:pt x="190892" y="85"/>
                    </a:lnTo>
                    <a:lnTo>
                      <a:pt x="190725" y="211"/>
                    </a:lnTo>
                    <a:lnTo>
                      <a:pt x="190599" y="378"/>
                    </a:lnTo>
                    <a:lnTo>
                      <a:pt x="190557" y="588"/>
                    </a:lnTo>
                    <a:lnTo>
                      <a:pt x="190599" y="756"/>
                    </a:lnTo>
                    <a:lnTo>
                      <a:pt x="190725" y="923"/>
                    </a:lnTo>
                    <a:lnTo>
                      <a:pt x="190892" y="1049"/>
                    </a:lnTo>
                    <a:lnTo>
                      <a:pt x="191102" y="1049"/>
                    </a:lnTo>
                    <a:lnTo>
                      <a:pt x="194121" y="1007"/>
                    </a:lnTo>
                    <a:lnTo>
                      <a:pt x="194331" y="965"/>
                    </a:lnTo>
                    <a:lnTo>
                      <a:pt x="194499" y="882"/>
                    </a:lnTo>
                    <a:lnTo>
                      <a:pt x="194583" y="714"/>
                    </a:lnTo>
                    <a:lnTo>
                      <a:pt x="194625" y="504"/>
                    </a:lnTo>
                    <a:lnTo>
                      <a:pt x="194583" y="294"/>
                    </a:lnTo>
                    <a:lnTo>
                      <a:pt x="194499" y="169"/>
                    </a:lnTo>
                    <a:lnTo>
                      <a:pt x="194331" y="43"/>
                    </a:lnTo>
                    <a:lnTo>
                      <a:pt x="194121" y="1"/>
                    </a:lnTo>
                    <a:close/>
                    <a:moveTo>
                      <a:pt x="203305" y="1"/>
                    </a:moveTo>
                    <a:lnTo>
                      <a:pt x="203096" y="43"/>
                    </a:lnTo>
                    <a:lnTo>
                      <a:pt x="202928" y="169"/>
                    </a:lnTo>
                    <a:lnTo>
                      <a:pt x="202802" y="294"/>
                    </a:lnTo>
                    <a:lnTo>
                      <a:pt x="202760" y="504"/>
                    </a:lnTo>
                    <a:lnTo>
                      <a:pt x="202802" y="714"/>
                    </a:lnTo>
                    <a:lnTo>
                      <a:pt x="202928" y="882"/>
                    </a:lnTo>
                    <a:lnTo>
                      <a:pt x="203096" y="965"/>
                    </a:lnTo>
                    <a:lnTo>
                      <a:pt x="203263" y="1007"/>
                    </a:lnTo>
                    <a:lnTo>
                      <a:pt x="206325" y="1049"/>
                    </a:lnTo>
                    <a:lnTo>
                      <a:pt x="206534" y="1007"/>
                    </a:lnTo>
                    <a:lnTo>
                      <a:pt x="206702" y="923"/>
                    </a:lnTo>
                    <a:lnTo>
                      <a:pt x="206786" y="756"/>
                    </a:lnTo>
                    <a:lnTo>
                      <a:pt x="206828" y="546"/>
                    </a:lnTo>
                    <a:lnTo>
                      <a:pt x="206828" y="378"/>
                    </a:lnTo>
                    <a:lnTo>
                      <a:pt x="206702" y="211"/>
                    </a:lnTo>
                    <a:lnTo>
                      <a:pt x="206534" y="85"/>
                    </a:lnTo>
                    <a:lnTo>
                      <a:pt x="206325" y="43"/>
                    </a:lnTo>
                    <a:lnTo>
                      <a:pt x="203305" y="1"/>
                    </a:lnTo>
                    <a:close/>
                    <a:moveTo>
                      <a:pt x="187999" y="127"/>
                    </a:moveTo>
                    <a:lnTo>
                      <a:pt x="184979" y="211"/>
                    </a:lnTo>
                    <a:lnTo>
                      <a:pt x="184770" y="252"/>
                    </a:lnTo>
                    <a:lnTo>
                      <a:pt x="184602" y="336"/>
                    </a:lnTo>
                    <a:lnTo>
                      <a:pt x="184518" y="504"/>
                    </a:lnTo>
                    <a:lnTo>
                      <a:pt x="184476" y="714"/>
                    </a:lnTo>
                    <a:lnTo>
                      <a:pt x="184518" y="923"/>
                    </a:lnTo>
                    <a:lnTo>
                      <a:pt x="184644" y="1049"/>
                    </a:lnTo>
                    <a:lnTo>
                      <a:pt x="184770" y="1175"/>
                    </a:lnTo>
                    <a:lnTo>
                      <a:pt x="184979" y="1217"/>
                    </a:lnTo>
                    <a:lnTo>
                      <a:pt x="188041" y="1133"/>
                    </a:lnTo>
                    <a:lnTo>
                      <a:pt x="188250" y="1091"/>
                    </a:lnTo>
                    <a:lnTo>
                      <a:pt x="188418" y="965"/>
                    </a:lnTo>
                    <a:lnTo>
                      <a:pt x="188502" y="798"/>
                    </a:lnTo>
                    <a:lnTo>
                      <a:pt x="188544" y="630"/>
                    </a:lnTo>
                    <a:lnTo>
                      <a:pt x="188502" y="420"/>
                    </a:lnTo>
                    <a:lnTo>
                      <a:pt x="188376" y="252"/>
                    </a:lnTo>
                    <a:lnTo>
                      <a:pt x="188209" y="169"/>
                    </a:lnTo>
                    <a:lnTo>
                      <a:pt x="188041" y="127"/>
                    </a:lnTo>
                    <a:close/>
                    <a:moveTo>
                      <a:pt x="209386" y="85"/>
                    </a:moveTo>
                    <a:lnTo>
                      <a:pt x="209176" y="127"/>
                    </a:lnTo>
                    <a:lnTo>
                      <a:pt x="209051" y="252"/>
                    </a:lnTo>
                    <a:lnTo>
                      <a:pt x="208925" y="420"/>
                    </a:lnTo>
                    <a:lnTo>
                      <a:pt x="208883" y="588"/>
                    </a:lnTo>
                    <a:lnTo>
                      <a:pt x="208925" y="798"/>
                    </a:lnTo>
                    <a:lnTo>
                      <a:pt x="209009" y="965"/>
                    </a:lnTo>
                    <a:lnTo>
                      <a:pt x="209176" y="1091"/>
                    </a:lnTo>
                    <a:lnTo>
                      <a:pt x="209386" y="1133"/>
                    </a:lnTo>
                    <a:lnTo>
                      <a:pt x="212405" y="1217"/>
                    </a:lnTo>
                    <a:lnTo>
                      <a:pt x="212447" y="1217"/>
                    </a:lnTo>
                    <a:lnTo>
                      <a:pt x="212615" y="1175"/>
                    </a:lnTo>
                    <a:lnTo>
                      <a:pt x="212783" y="1049"/>
                    </a:lnTo>
                    <a:lnTo>
                      <a:pt x="212909" y="882"/>
                    </a:lnTo>
                    <a:lnTo>
                      <a:pt x="212951" y="714"/>
                    </a:lnTo>
                    <a:lnTo>
                      <a:pt x="212909" y="504"/>
                    </a:lnTo>
                    <a:lnTo>
                      <a:pt x="212825" y="336"/>
                    </a:lnTo>
                    <a:lnTo>
                      <a:pt x="212657" y="211"/>
                    </a:lnTo>
                    <a:lnTo>
                      <a:pt x="212447" y="169"/>
                    </a:lnTo>
                    <a:lnTo>
                      <a:pt x="209386" y="85"/>
                    </a:lnTo>
                    <a:close/>
                    <a:moveTo>
                      <a:pt x="181918" y="294"/>
                    </a:moveTo>
                    <a:lnTo>
                      <a:pt x="178857" y="420"/>
                    </a:lnTo>
                    <a:lnTo>
                      <a:pt x="178647" y="462"/>
                    </a:lnTo>
                    <a:lnTo>
                      <a:pt x="178521" y="588"/>
                    </a:lnTo>
                    <a:lnTo>
                      <a:pt x="178396" y="756"/>
                    </a:lnTo>
                    <a:lnTo>
                      <a:pt x="178354" y="965"/>
                    </a:lnTo>
                    <a:lnTo>
                      <a:pt x="178437" y="1133"/>
                    </a:lnTo>
                    <a:lnTo>
                      <a:pt x="178521" y="1301"/>
                    </a:lnTo>
                    <a:lnTo>
                      <a:pt x="178689" y="1385"/>
                    </a:lnTo>
                    <a:lnTo>
                      <a:pt x="178899" y="1427"/>
                    </a:lnTo>
                    <a:lnTo>
                      <a:pt x="181960" y="1301"/>
                    </a:lnTo>
                    <a:lnTo>
                      <a:pt x="182128" y="1259"/>
                    </a:lnTo>
                    <a:lnTo>
                      <a:pt x="182296" y="1133"/>
                    </a:lnTo>
                    <a:lnTo>
                      <a:pt x="182421" y="965"/>
                    </a:lnTo>
                    <a:lnTo>
                      <a:pt x="182421" y="798"/>
                    </a:lnTo>
                    <a:lnTo>
                      <a:pt x="182379" y="588"/>
                    </a:lnTo>
                    <a:lnTo>
                      <a:pt x="182296" y="420"/>
                    </a:lnTo>
                    <a:lnTo>
                      <a:pt x="182128" y="336"/>
                    </a:lnTo>
                    <a:lnTo>
                      <a:pt x="181918" y="294"/>
                    </a:lnTo>
                    <a:close/>
                    <a:moveTo>
                      <a:pt x="215467" y="294"/>
                    </a:moveTo>
                    <a:lnTo>
                      <a:pt x="215299" y="336"/>
                    </a:lnTo>
                    <a:lnTo>
                      <a:pt x="215131" y="420"/>
                    </a:lnTo>
                    <a:lnTo>
                      <a:pt x="215005" y="588"/>
                    </a:lnTo>
                    <a:lnTo>
                      <a:pt x="214963" y="756"/>
                    </a:lnTo>
                    <a:lnTo>
                      <a:pt x="215005" y="965"/>
                    </a:lnTo>
                    <a:lnTo>
                      <a:pt x="215131" y="1133"/>
                    </a:lnTo>
                    <a:lnTo>
                      <a:pt x="215257" y="1259"/>
                    </a:lnTo>
                    <a:lnTo>
                      <a:pt x="215467" y="1301"/>
                    </a:lnTo>
                    <a:lnTo>
                      <a:pt x="218528" y="1427"/>
                    </a:lnTo>
                    <a:lnTo>
                      <a:pt x="218738" y="1385"/>
                    </a:lnTo>
                    <a:lnTo>
                      <a:pt x="218864" y="1301"/>
                    </a:lnTo>
                    <a:lnTo>
                      <a:pt x="218989" y="1133"/>
                    </a:lnTo>
                    <a:lnTo>
                      <a:pt x="219031" y="923"/>
                    </a:lnTo>
                    <a:lnTo>
                      <a:pt x="218989" y="756"/>
                    </a:lnTo>
                    <a:lnTo>
                      <a:pt x="218905" y="588"/>
                    </a:lnTo>
                    <a:lnTo>
                      <a:pt x="218738" y="462"/>
                    </a:lnTo>
                    <a:lnTo>
                      <a:pt x="218570" y="420"/>
                    </a:lnTo>
                    <a:lnTo>
                      <a:pt x="215509" y="294"/>
                    </a:lnTo>
                    <a:close/>
                    <a:moveTo>
                      <a:pt x="175796" y="546"/>
                    </a:moveTo>
                    <a:lnTo>
                      <a:pt x="172776" y="714"/>
                    </a:lnTo>
                    <a:lnTo>
                      <a:pt x="172566" y="756"/>
                    </a:lnTo>
                    <a:lnTo>
                      <a:pt x="172399" y="882"/>
                    </a:lnTo>
                    <a:lnTo>
                      <a:pt x="172315" y="1049"/>
                    </a:lnTo>
                    <a:lnTo>
                      <a:pt x="172273" y="1259"/>
                    </a:lnTo>
                    <a:lnTo>
                      <a:pt x="172315" y="1427"/>
                    </a:lnTo>
                    <a:lnTo>
                      <a:pt x="172441" y="1594"/>
                    </a:lnTo>
                    <a:lnTo>
                      <a:pt x="172608" y="1678"/>
                    </a:lnTo>
                    <a:lnTo>
                      <a:pt x="172776" y="1720"/>
                    </a:lnTo>
                    <a:lnTo>
                      <a:pt x="172818" y="1720"/>
                    </a:lnTo>
                    <a:lnTo>
                      <a:pt x="175837" y="1552"/>
                    </a:lnTo>
                    <a:lnTo>
                      <a:pt x="176047" y="1511"/>
                    </a:lnTo>
                    <a:lnTo>
                      <a:pt x="176215" y="1385"/>
                    </a:lnTo>
                    <a:lnTo>
                      <a:pt x="176299" y="1217"/>
                    </a:lnTo>
                    <a:lnTo>
                      <a:pt x="176341" y="1049"/>
                    </a:lnTo>
                    <a:lnTo>
                      <a:pt x="176299" y="840"/>
                    </a:lnTo>
                    <a:lnTo>
                      <a:pt x="176173" y="714"/>
                    </a:lnTo>
                    <a:lnTo>
                      <a:pt x="176005" y="588"/>
                    </a:lnTo>
                    <a:lnTo>
                      <a:pt x="175837" y="546"/>
                    </a:lnTo>
                    <a:close/>
                    <a:moveTo>
                      <a:pt x="221589" y="546"/>
                    </a:moveTo>
                    <a:lnTo>
                      <a:pt x="221380" y="588"/>
                    </a:lnTo>
                    <a:lnTo>
                      <a:pt x="221212" y="714"/>
                    </a:lnTo>
                    <a:lnTo>
                      <a:pt x="221128" y="840"/>
                    </a:lnTo>
                    <a:lnTo>
                      <a:pt x="221086" y="1049"/>
                    </a:lnTo>
                    <a:lnTo>
                      <a:pt x="221086" y="1217"/>
                    </a:lnTo>
                    <a:lnTo>
                      <a:pt x="221212" y="1385"/>
                    </a:lnTo>
                    <a:lnTo>
                      <a:pt x="221338" y="1511"/>
                    </a:lnTo>
                    <a:lnTo>
                      <a:pt x="221547" y="1552"/>
                    </a:lnTo>
                    <a:lnTo>
                      <a:pt x="224609" y="1720"/>
                    </a:lnTo>
                    <a:lnTo>
                      <a:pt x="224818" y="1720"/>
                    </a:lnTo>
                    <a:lnTo>
                      <a:pt x="224986" y="1594"/>
                    </a:lnTo>
                    <a:lnTo>
                      <a:pt x="225070" y="1427"/>
                    </a:lnTo>
                    <a:lnTo>
                      <a:pt x="225112" y="1259"/>
                    </a:lnTo>
                    <a:lnTo>
                      <a:pt x="225112" y="1049"/>
                    </a:lnTo>
                    <a:lnTo>
                      <a:pt x="224986" y="882"/>
                    </a:lnTo>
                    <a:lnTo>
                      <a:pt x="224860" y="756"/>
                    </a:lnTo>
                    <a:lnTo>
                      <a:pt x="224651" y="714"/>
                    </a:lnTo>
                    <a:lnTo>
                      <a:pt x="221589" y="546"/>
                    </a:lnTo>
                    <a:close/>
                    <a:moveTo>
                      <a:pt x="169715" y="882"/>
                    </a:moveTo>
                    <a:lnTo>
                      <a:pt x="166654" y="1049"/>
                    </a:lnTo>
                    <a:lnTo>
                      <a:pt x="166486" y="1133"/>
                    </a:lnTo>
                    <a:lnTo>
                      <a:pt x="166318" y="1259"/>
                    </a:lnTo>
                    <a:lnTo>
                      <a:pt x="166234" y="1427"/>
                    </a:lnTo>
                    <a:lnTo>
                      <a:pt x="166192" y="1594"/>
                    </a:lnTo>
                    <a:lnTo>
                      <a:pt x="166234" y="1804"/>
                    </a:lnTo>
                    <a:lnTo>
                      <a:pt x="166360" y="1930"/>
                    </a:lnTo>
                    <a:lnTo>
                      <a:pt x="166486" y="2056"/>
                    </a:lnTo>
                    <a:lnTo>
                      <a:pt x="166695" y="2098"/>
                    </a:lnTo>
                    <a:lnTo>
                      <a:pt x="166737" y="2098"/>
                    </a:lnTo>
                    <a:lnTo>
                      <a:pt x="169757" y="1888"/>
                    </a:lnTo>
                    <a:lnTo>
                      <a:pt x="169966" y="1846"/>
                    </a:lnTo>
                    <a:lnTo>
                      <a:pt x="170134" y="1720"/>
                    </a:lnTo>
                    <a:lnTo>
                      <a:pt x="170218" y="1552"/>
                    </a:lnTo>
                    <a:lnTo>
                      <a:pt x="170260" y="1343"/>
                    </a:lnTo>
                    <a:lnTo>
                      <a:pt x="170218" y="1175"/>
                    </a:lnTo>
                    <a:lnTo>
                      <a:pt x="170092" y="1007"/>
                    </a:lnTo>
                    <a:lnTo>
                      <a:pt x="169925" y="923"/>
                    </a:lnTo>
                    <a:lnTo>
                      <a:pt x="169757" y="882"/>
                    </a:lnTo>
                    <a:close/>
                    <a:moveTo>
                      <a:pt x="227460" y="923"/>
                    </a:moveTo>
                    <a:lnTo>
                      <a:pt x="227335" y="1049"/>
                    </a:lnTo>
                    <a:lnTo>
                      <a:pt x="227209" y="1175"/>
                    </a:lnTo>
                    <a:lnTo>
                      <a:pt x="227167" y="1385"/>
                    </a:lnTo>
                    <a:lnTo>
                      <a:pt x="227167" y="1594"/>
                    </a:lnTo>
                    <a:lnTo>
                      <a:pt x="227293" y="1762"/>
                    </a:lnTo>
                    <a:lnTo>
                      <a:pt x="227460" y="1888"/>
                    </a:lnTo>
                    <a:lnTo>
                      <a:pt x="227628" y="1930"/>
                    </a:lnTo>
                    <a:lnTo>
                      <a:pt x="230689" y="2140"/>
                    </a:lnTo>
                    <a:lnTo>
                      <a:pt x="230731" y="2140"/>
                    </a:lnTo>
                    <a:lnTo>
                      <a:pt x="230899" y="2098"/>
                    </a:lnTo>
                    <a:lnTo>
                      <a:pt x="231067" y="2014"/>
                    </a:lnTo>
                    <a:lnTo>
                      <a:pt x="231151" y="1846"/>
                    </a:lnTo>
                    <a:lnTo>
                      <a:pt x="231235" y="1636"/>
                    </a:lnTo>
                    <a:lnTo>
                      <a:pt x="231193" y="1469"/>
                    </a:lnTo>
                    <a:lnTo>
                      <a:pt x="231109" y="1301"/>
                    </a:lnTo>
                    <a:lnTo>
                      <a:pt x="230941" y="1175"/>
                    </a:lnTo>
                    <a:lnTo>
                      <a:pt x="230731" y="1133"/>
                    </a:lnTo>
                    <a:lnTo>
                      <a:pt x="227712" y="923"/>
                    </a:lnTo>
                    <a:close/>
                    <a:moveTo>
                      <a:pt x="163634" y="1259"/>
                    </a:moveTo>
                    <a:lnTo>
                      <a:pt x="160573" y="1469"/>
                    </a:lnTo>
                    <a:lnTo>
                      <a:pt x="160405" y="1552"/>
                    </a:lnTo>
                    <a:lnTo>
                      <a:pt x="160237" y="1678"/>
                    </a:lnTo>
                    <a:lnTo>
                      <a:pt x="160154" y="1846"/>
                    </a:lnTo>
                    <a:lnTo>
                      <a:pt x="160112" y="2014"/>
                    </a:lnTo>
                    <a:lnTo>
                      <a:pt x="160154" y="2223"/>
                    </a:lnTo>
                    <a:lnTo>
                      <a:pt x="160279" y="2349"/>
                    </a:lnTo>
                    <a:lnTo>
                      <a:pt x="160447" y="2475"/>
                    </a:lnTo>
                    <a:lnTo>
                      <a:pt x="160615" y="2517"/>
                    </a:lnTo>
                    <a:lnTo>
                      <a:pt x="160657" y="2517"/>
                    </a:lnTo>
                    <a:lnTo>
                      <a:pt x="163676" y="2265"/>
                    </a:lnTo>
                    <a:lnTo>
                      <a:pt x="163886" y="2223"/>
                    </a:lnTo>
                    <a:lnTo>
                      <a:pt x="164054" y="2098"/>
                    </a:lnTo>
                    <a:lnTo>
                      <a:pt x="164137" y="1930"/>
                    </a:lnTo>
                    <a:lnTo>
                      <a:pt x="164179" y="1762"/>
                    </a:lnTo>
                    <a:lnTo>
                      <a:pt x="164095" y="1552"/>
                    </a:lnTo>
                    <a:lnTo>
                      <a:pt x="164012" y="1427"/>
                    </a:lnTo>
                    <a:lnTo>
                      <a:pt x="163844" y="1301"/>
                    </a:lnTo>
                    <a:lnTo>
                      <a:pt x="163676" y="1259"/>
                    </a:lnTo>
                    <a:close/>
                    <a:moveTo>
                      <a:pt x="233751" y="1343"/>
                    </a:moveTo>
                    <a:lnTo>
                      <a:pt x="233583" y="1385"/>
                    </a:lnTo>
                    <a:lnTo>
                      <a:pt x="233415" y="1469"/>
                    </a:lnTo>
                    <a:lnTo>
                      <a:pt x="233289" y="1636"/>
                    </a:lnTo>
                    <a:lnTo>
                      <a:pt x="233247" y="1804"/>
                    </a:lnTo>
                    <a:lnTo>
                      <a:pt x="233247" y="2014"/>
                    </a:lnTo>
                    <a:lnTo>
                      <a:pt x="233373" y="2182"/>
                    </a:lnTo>
                    <a:lnTo>
                      <a:pt x="233499" y="2307"/>
                    </a:lnTo>
                    <a:lnTo>
                      <a:pt x="233709" y="2349"/>
                    </a:lnTo>
                    <a:lnTo>
                      <a:pt x="236728" y="2601"/>
                    </a:lnTo>
                    <a:lnTo>
                      <a:pt x="236770" y="2601"/>
                    </a:lnTo>
                    <a:lnTo>
                      <a:pt x="236980" y="2559"/>
                    </a:lnTo>
                    <a:lnTo>
                      <a:pt x="237147" y="2475"/>
                    </a:lnTo>
                    <a:lnTo>
                      <a:pt x="237231" y="2307"/>
                    </a:lnTo>
                    <a:lnTo>
                      <a:pt x="237315" y="2140"/>
                    </a:lnTo>
                    <a:lnTo>
                      <a:pt x="237273" y="1930"/>
                    </a:lnTo>
                    <a:lnTo>
                      <a:pt x="237189" y="1762"/>
                    </a:lnTo>
                    <a:lnTo>
                      <a:pt x="237022" y="1636"/>
                    </a:lnTo>
                    <a:lnTo>
                      <a:pt x="236854" y="1594"/>
                    </a:lnTo>
                    <a:lnTo>
                      <a:pt x="233793" y="1343"/>
                    </a:lnTo>
                    <a:close/>
                    <a:moveTo>
                      <a:pt x="157553" y="1720"/>
                    </a:moveTo>
                    <a:lnTo>
                      <a:pt x="154492" y="1972"/>
                    </a:lnTo>
                    <a:lnTo>
                      <a:pt x="154324" y="2014"/>
                    </a:lnTo>
                    <a:lnTo>
                      <a:pt x="154157" y="2140"/>
                    </a:lnTo>
                    <a:lnTo>
                      <a:pt x="154073" y="2307"/>
                    </a:lnTo>
                    <a:lnTo>
                      <a:pt x="154031" y="2517"/>
                    </a:lnTo>
                    <a:lnTo>
                      <a:pt x="154073" y="2685"/>
                    </a:lnTo>
                    <a:lnTo>
                      <a:pt x="154199" y="2852"/>
                    </a:lnTo>
                    <a:lnTo>
                      <a:pt x="154366" y="2936"/>
                    </a:lnTo>
                    <a:lnTo>
                      <a:pt x="154534" y="2978"/>
                    </a:lnTo>
                    <a:lnTo>
                      <a:pt x="154576" y="2978"/>
                    </a:lnTo>
                    <a:lnTo>
                      <a:pt x="157637" y="2727"/>
                    </a:lnTo>
                    <a:lnTo>
                      <a:pt x="157805" y="2685"/>
                    </a:lnTo>
                    <a:lnTo>
                      <a:pt x="157973" y="2559"/>
                    </a:lnTo>
                    <a:lnTo>
                      <a:pt x="158057" y="2391"/>
                    </a:lnTo>
                    <a:lnTo>
                      <a:pt x="158099" y="2182"/>
                    </a:lnTo>
                    <a:lnTo>
                      <a:pt x="158057" y="2014"/>
                    </a:lnTo>
                    <a:lnTo>
                      <a:pt x="157931" y="1846"/>
                    </a:lnTo>
                    <a:lnTo>
                      <a:pt x="157763" y="1762"/>
                    </a:lnTo>
                    <a:lnTo>
                      <a:pt x="157595" y="1720"/>
                    </a:lnTo>
                    <a:close/>
                    <a:moveTo>
                      <a:pt x="239831" y="1846"/>
                    </a:moveTo>
                    <a:lnTo>
                      <a:pt x="239622" y="1888"/>
                    </a:lnTo>
                    <a:lnTo>
                      <a:pt x="239496" y="1972"/>
                    </a:lnTo>
                    <a:lnTo>
                      <a:pt x="239370" y="2140"/>
                    </a:lnTo>
                    <a:lnTo>
                      <a:pt x="239328" y="2307"/>
                    </a:lnTo>
                    <a:lnTo>
                      <a:pt x="239328" y="2517"/>
                    </a:lnTo>
                    <a:lnTo>
                      <a:pt x="239454" y="2685"/>
                    </a:lnTo>
                    <a:lnTo>
                      <a:pt x="239580" y="2811"/>
                    </a:lnTo>
                    <a:lnTo>
                      <a:pt x="239789" y="2852"/>
                    </a:lnTo>
                    <a:lnTo>
                      <a:pt x="242809" y="3146"/>
                    </a:lnTo>
                    <a:lnTo>
                      <a:pt x="243060" y="3146"/>
                    </a:lnTo>
                    <a:lnTo>
                      <a:pt x="243186" y="3020"/>
                    </a:lnTo>
                    <a:lnTo>
                      <a:pt x="243312" y="2894"/>
                    </a:lnTo>
                    <a:lnTo>
                      <a:pt x="243354" y="2685"/>
                    </a:lnTo>
                    <a:lnTo>
                      <a:pt x="243354" y="2517"/>
                    </a:lnTo>
                    <a:lnTo>
                      <a:pt x="243270" y="2349"/>
                    </a:lnTo>
                    <a:lnTo>
                      <a:pt x="243102" y="2223"/>
                    </a:lnTo>
                    <a:lnTo>
                      <a:pt x="242893" y="2140"/>
                    </a:lnTo>
                    <a:lnTo>
                      <a:pt x="239873" y="1846"/>
                    </a:lnTo>
                    <a:close/>
                    <a:moveTo>
                      <a:pt x="151473" y="2223"/>
                    </a:moveTo>
                    <a:lnTo>
                      <a:pt x="148412" y="2475"/>
                    </a:lnTo>
                    <a:lnTo>
                      <a:pt x="148244" y="2559"/>
                    </a:lnTo>
                    <a:lnTo>
                      <a:pt x="148076" y="2685"/>
                    </a:lnTo>
                    <a:lnTo>
                      <a:pt x="147992" y="2852"/>
                    </a:lnTo>
                    <a:lnTo>
                      <a:pt x="147950" y="3020"/>
                    </a:lnTo>
                    <a:lnTo>
                      <a:pt x="148034" y="3230"/>
                    </a:lnTo>
                    <a:lnTo>
                      <a:pt x="148118" y="3356"/>
                    </a:lnTo>
                    <a:lnTo>
                      <a:pt x="148286" y="3482"/>
                    </a:lnTo>
                    <a:lnTo>
                      <a:pt x="148453" y="3523"/>
                    </a:lnTo>
                    <a:lnTo>
                      <a:pt x="148537" y="3482"/>
                    </a:lnTo>
                    <a:lnTo>
                      <a:pt x="151557" y="3230"/>
                    </a:lnTo>
                    <a:lnTo>
                      <a:pt x="151766" y="3188"/>
                    </a:lnTo>
                    <a:lnTo>
                      <a:pt x="151892" y="3062"/>
                    </a:lnTo>
                    <a:lnTo>
                      <a:pt x="151976" y="2894"/>
                    </a:lnTo>
                    <a:lnTo>
                      <a:pt x="152018" y="2685"/>
                    </a:lnTo>
                    <a:lnTo>
                      <a:pt x="151976" y="2517"/>
                    </a:lnTo>
                    <a:lnTo>
                      <a:pt x="151850" y="2349"/>
                    </a:lnTo>
                    <a:lnTo>
                      <a:pt x="151682" y="2265"/>
                    </a:lnTo>
                    <a:lnTo>
                      <a:pt x="151515" y="2223"/>
                    </a:lnTo>
                    <a:close/>
                    <a:moveTo>
                      <a:pt x="245912" y="2433"/>
                    </a:moveTo>
                    <a:lnTo>
                      <a:pt x="245702" y="2475"/>
                    </a:lnTo>
                    <a:lnTo>
                      <a:pt x="245535" y="2601"/>
                    </a:lnTo>
                    <a:lnTo>
                      <a:pt x="245451" y="2727"/>
                    </a:lnTo>
                    <a:lnTo>
                      <a:pt x="245409" y="2894"/>
                    </a:lnTo>
                    <a:lnTo>
                      <a:pt x="245409" y="3104"/>
                    </a:lnTo>
                    <a:lnTo>
                      <a:pt x="245493" y="3272"/>
                    </a:lnTo>
                    <a:lnTo>
                      <a:pt x="245660" y="3398"/>
                    </a:lnTo>
                    <a:lnTo>
                      <a:pt x="245828" y="3482"/>
                    </a:lnTo>
                    <a:lnTo>
                      <a:pt x="248889" y="3775"/>
                    </a:lnTo>
                    <a:lnTo>
                      <a:pt x="248931" y="3817"/>
                    </a:lnTo>
                    <a:lnTo>
                      <a:pt x="249099" y="3775"/>
                    </a:lnTo>
                    <a:lnTo>
                      <a:pt x="249267" y="3649"/>
                    </a:lnTo>
                    <a:lnTo>
                      <a:pt x="249393" y="3523"/>
                    </a:lnTo>
                    <a:lnTo>
                      <a:pt x="249435" y="3356"/>
                    </a:lnTo>
                    <a:lnTo>
                      <a:pt x="249435" y="3146"/>
                    </a:lnTo>
                    <a:lnTo>
                      <a:pt x="249309" y="2978"/>
                    </a:lnTo>
                    <a:lnTo>
                      <a:pt x="249183" y="2852"/>
                    </a:lnTo>
                    <a:lnTo>
                      <a:pt x="248973" y="2769"/>
                    </a:lnTo>
                    <a:lnTo>
                      <a:pt x="245954" y="2475"/>
                    </a:lnTo>
                    <a:lnTo>
                      <a:pt x="245912" y="2433"/>
                    </a:lnTo>
                    <a:close/>
                    <a:moveTo>
                      <a:pt x="145392" y="2769"/>
                    </a:moveTo>
                    <a:lnTo>
                      <a:pt x="142373" y="3062"/>
                    </a:lnTo>
                    <a:lnTo>
                      <a:pt x="142163" y="3104"/>
                    </a:lnTo>
                    <a:lnTo>
                      <a:pt x="141995" y="3230"/>
                    </a:lnTo>
                    <a:lnTo>
                      <a:pt x="141911" y="3398"/>
                    </a:lnTo>
                    <a:lnTo>
                      <a:pt x="141911" y="3607"/>
                    </a:lnTo>
                    <a:lnTo>
                      <a:pt x="141953" y="3775"/>
                    </a:lnTo>
                    <a:lnTo>
                      <a:pt x="142079" y="3943"/>
                    </a:lnTo>
                    <a:lnTo>
                      <a:pt x="142205" y="4027"/>
                    </a:lnTo>
                    <a:lnTo>
                      <a:pt x="142415" y="4069"/>
                    </a:lnTo>
                    <a:lnTo>
                      <a:pt x="142457" y="4069"/>
                    </a:lnTo>
                    <a:lnTo>
                      <a:pt x="145476" y="3775"/>
                    </a:lnTo>
                    <a:lnTo>
                      <a:pt x="145686" y="3733"/>
                    </a:lnTo>
                    <a:lnTo>
                      <a:pt x="145811" y="3607"/>
                    </a:lnTo>
                    <a:lnTo>
                      <a:pt x="145937" y="3440"/>
                    </a:lnTo>
                    <a:lnTo>
                      <a:pt x="145937" y="3230"/>
                    </a:lnTo>
                    <a:lnTo>
                      <a:pt x="145895" y="3062"/>
                    </a:lnTo>
                    <a:lnTo>
                      <a:pt x="145770" y="2894"/>
                    </a:lnTo>
                    <a:lnTo>
                      <a:pt x="145602" y="2811"/>
                    </a:lnTo>
                    <a:lnTo>
                      <a:pt x="145434" y="2769"/>
                    </a:lnTo>
                    <a:close/>
                    <a:moveTo>
                      <a:pt x="251783" y="3146"/>
                    </a:moveTo>
                    <a:lnTo>
                      <a:pt x="251615" y="3272"/>
                    </a:lnTo>
                    <a:lnTo>
                      <a:pt x="251490" y="3398"/>
                    </a:lnTo>
                    <a:lnTo>
                      <a:pt x="251448" y="3565"/>
                    </a:lnTo>
                    <a:lnTo>
                      <a:pt x="251448" y="3775"/>
                    </a:lnTo>
                    <a:lnTo>
                      <a:pt x="251573" y="3943"/>
                    </a:lnTo>
                    <a:lnTo>
                      <a:pt x="251699" y="4069"/>
                    </a:lnTo>
                    <a:lnTo>
                      <a:pt x="251909" y="4153"/>
                    </a:lnTo>
                    <a:lnTo>
                      <a:pt x="254928" y="4488"/>
                    </a:lnTo>
                    <a:lnTo>
                      <a:pt x="254970" y="4530"/>
                    </a:lnTo>
                    <a:lnTo>
                      <a:pt x="255180" y="4488"/>
                    </a:lnTo>
                    <a:lnTo>
                      <a:pt x="255306" y="4404"/>
                    </a:lnTo>
                    <a:lnTo>
                      <a:pt x="255431" y="4236"/>
                    </a:lnTo>
                    <a:lnTo>
                      <a:pt x="255473" y="4069"/>
                    </a:lnTo>
                    <a:lnTo>
                      <a:pt x="255473" y="3859"/>
                    </a:lnTo>
                    <a:lnTo>
                      <a:pt x="255390" y="3691"/>
                    </a:lnTo>
                    <a:lnTo>
                      <a:pt x="255222" y="3565"/>
                    </a:lnTo>
                    <a:lnTo>
                      <a:pt x="255054" y="3482"/>
                    </a:lnTo>
                    <a:lnTo>
                      <a:pt x="252035" y="3146"/>
                    </a:lnTo>
                    <a:close/>
                    <a:moveTo>
                      <a:pt x="139311" y="3356"/>
                    </a:moveTo>
                    <a:lnTo>
                      <a:pt x="136292" y="3649"/>
                    </a:lnTo>
                    <a:lnTo>
                      <a:pt x="136082" y="3691"/>
                    </a:lnTo>
                    <a:lnTo>
                      <a:pt x="135957" y="3817"/>
                    </a:lnTo>
                    <a:lnTo>
                      <a:pt x="135873" y="4027"/>
                    </a:lnTo>
                    <a:lnTo>
                      <a:pt x="135831" y="4194"/>
                    </a:lnTo>
                    <a:lnTo>
                      <a:pt x="135873" y="4404"/>
                    </a:lnTo>
                    <a:lnTo>
                      <a:pt x="135999" y="4530"/>
                    </a:lnTo>
                    <a:lnTo>
                      <a:pt x="136166" y="4614"/>
                    </a:lnTo>
                    <a:lnTo>
                      <a:pt x="136334" y="4656"/>
                    </a:lnTo>
                    <a:lnTo>
                      <a:pt x="136376" y="4656"/>
                    </a:lnTo>
                    <a:lnTo>
                      <a:pt x="139437" y="4362"/>
                    </a:lnTo>
                    <a:lnTo>
                      <a:pt x="139605" y="4320"/>
                    </a:lnTo>
                    <a:lnTo>
                      <a:pt x="139773" y="4194"/>
                    </a:lnTo>
                    <a:lnTo>
                      <a:pt x="139857" y="4027"/>
                    </a:lnTo>
                    <a:lnTo>
                      <a:pt x="139899" y="3817"/>
                    </a:lnTo>
                    <a:lnTo>
                      <a:pt x="139815" y="3607"/>
                    </a:lnTo>
                    <a:lnTo>
                      <a:pt x="139731" y="3482"/>
                    </a:lnTo>
                    <a:lnTo>
                      <a:pt x="139563" y="3398"/>
                    </a:lnTo>
                    <a:lnTo>
                      <a:pt x="139353" y="3356"/>
                    </a:lnTo>
                    <a:close/>
                    <a:moveTo>
                      <a:pt x="133273" y="3943"/>
                    </a:moveTo>
                    <a:lnTo>
                      <a:pt x="130211" y="4278"/>
                    </a:lnTo>
                    <a:lnTo>
                      <a:pt x="130044" y="4320"/>
                    </a:lnTo>
                    <a:lnTo>
                      <a:pt x="129876" y="4446"/>
                    </a:lnTo>
                    <a:lnTo>
                      <a:pt x="129792" y="4614"/>
                    </a:lnTo>
                    <a:lnTo>
                      <a:pt x="129750" y="4823"/>
                    </a:lnTo>
                    <a:lnTo>
                      <a:pt x="129834" y="5033"/>
                    </a:lnTo>
                    <a:lnTo>
                      <a:pt x="129918" y="5159"/>
                    </a:lnTo>
                    <a:lnTo>
                      <a:pt x="130086" y="5243"/>
                    </a:lnTo>
                    <a:lnTo>
                      <a:pt x="130295" y="5285"/>
                    </a:lnTo>
                    <a:lnTo>
                      <a:pt x="130337" y="5285"/>
                    </a:lnTo>
                    <a:lnTo>
                      <a:pt x="133357" y="4991"/>
                    </a:lnTo>
                    <a:lnTo>
                      <a:pt x="133566" y="4907"/>
                    </a:lnTo>
                    <a:lnTo>
                      <a:pt x="133692" y="4782"/>
                    </a:lnTo>
                    <a:lnTo>
                      <a:pt x="133776" y="4614"/>
                    </a:lnTo>
                    <a:lnTo>
                      <a:pt x="133818" y="4404"/>
                    </a:lnTo>
                    <a:lnTo>
                      <a:pt x="133776" y="4236"/>
                    </a:lnTo>
                    <a:lnTo>
                      <a:pt x="133650" y="4069"/>
                    </a:lnTo>
                    <a:lnTo>
                      <a:pt x="133482" y="3985"/>
                    </a:lnTo>
                    <a:lnTo>
                      <a:pt x="133315" y="3943"/>
                    </a:lnTo>
                    <a:close/>
                    <a:moveTo>
                      <a:pt x="257990" y="3859"/>
                    </a:moveTo>
                    <a:lnTo>
                      <a:pt x="257822" y="3901"/>
                    </a:lnTo>
                    <a:lnTo>
                      <a:pt x="257654" y="3985"/>
                    </a:lnTo>
                    <a:lnTo>
                      <a:pt x="257570" y="4153"/>
                    </a:lnTo>
                    <a:lnTo>
                      <a:pt x="257486" y="4320"/>
                    </a:lnTo>
                    <a:lnTo>
                      <a:pt x="257528" y="4530"/>
                    </a:lnTo>
                    <a:lnTo>
                      <a:pt x="257612" y="4698"/>
                    </a:lnTo>
                    <a:lnTo>
                      <a:pt x="257738" y="4823"/>
                    </a:lnTo>
                    <a:lnTo>
                      <a:pt x="257948" y="4907"/>
                    </a:lnTo>
                    <a:lnTo>
                      <a:pt x="260967" y="5285"/>
                    </a:lnTo>
                    <a:lnTo>
                      <a:pt x="261219" y="5285"/>
                    </a:lnTo>
                    <a:lnTo>
                      <a:pt x="261344" y="5159"/>
                    </a:lnTo>
                    <a:lnTo>
                      <a:pt x="261470" y="5033"/>
                    </a:lnTo>
                    <a:lnTo>
                      <a:pt x="261512" y="4865"/>
                    </a:lnTo>
                    <a:lnTo>
                      <a:pt x="261512" y="4656"/>
                    </a:lnTo>
                    <a:lnTo>
                      <a:pt x="261428" y="4488"/>
                    </a:lnTo>
                    <a:lnTo>
                      <a:pt x="261302" y="4362"/>
                    </a:lnTo>
                    <a:lnTo>
                      <a:pt x="261093" y="4278"/>
                    </a:lnTo>
                    <a:lnTo>
                      <a:pt x="258073" y="3901"/>
                    </a:lnTo>
                    <a:lnTo>
                      <a:pt x="257990" y="3859"/>
                    </a:lnTo>
                    <a:close/>
                    <a:moveTo>
                      <a:pt x="127192" y="4572"/>
                    </a:moveTo>
                    <a:lnTo>
                      <a:pt x="124173" y="4907"/>
                    </a:lnTo>
                    <a:lnTo>
                      <a:pt x="123963" y="4991"/>
                    </a:lnTo>
                    <a:lnTo>
                      <a:pt x="123837" y="5117"/>
                    </a:lnTo>
                    <a:lnTo>
                      <a:pt x="123711" y="5285"/>
                    </a:lnTo>
                    <a:lnTo>
                      <a:pt x="123711" y="5453"/>
                    </a:lnTo>
                    <a:lnTo>
                      <a:pt x="123753" y="5662"/>
                    </a:lnTo>
                    <a:lnTo>
                      <a:pt x="123879" y="5788"/>
                    </a:lnTo>
                    <a:lnTo>
                      <a:pt x="124047" y="5914"/>
                    </a:lnTo>
                    <a:lnTo>
                      <a:pt x="124257" y="5914"/>
                    </a:lnTo>
                    <a:lnTo>
                      <a:pt x="127318" y="5620"/>
                    </a:lnTo>
                    <a:lnTo>
                      <a:pt x="127486" y="5536"/>
                    </a:lnTo>
                    <a:lnTo>
                      <a:pt x="127653" y="5411"/>
                    </a:lnTo>
                    <a:lnTo>
                      <a:pt x="127737" y="5243"/>
                    </a:lnTo>
                    <a:lnTo>
                      <a:pt x="127737" y="5033"/>
                    </a:lnTo>
                    <a:lnTo>
                      <a:pt x="127695" y="4865"/>
                    </a:lnTo>
                    <a:lnTo>
                      <a:pt x="127569" y="4740"/>
                    </a:lnTo>
                    <a:lnTo>
                      <a:pt x="127444" y="4614"/>
                    </a:lnTo>
                    <a:lnTo>
                      <a:pt x="127234" y="4572"/>
                    </a:lnTo>
                    <a:close/>
                    <a:moveTo>
                      <a:pt x="264028" y="4698"/>
                    </a:moveTo>
                    <a:lnTo>
                      <a:pt x="263861" y="4740"/>
                    </a:lnTo>
                    <a:lnTo>
                      <a:pt x="263693" y="4823"/>
                    </a:lnTo>
                    <a:lnTo>
                      <a:pt x="263609" y="4949"/>
                    </a:lnTo>
                    <a:lnTo>
                      <a:pt x="263525" y="5159"/>
                    </a:lnTo>
                    <a:lnTo>
                      <a:pt x="263567" y="5327"/>
                    </a:lnTo>
                    <a:lnTo>
                      <a:pt x="263651" y="5536"/>
                    </a:lnTo>
                    <a:lnTo>
                      <a:pt x="263777" y="5662"/>
                    </a:lnTo>
                    <a:lnTo>
                      <a:pt x="263986" y="5704"/>
                    </a:lnTo>
                    <a:lnTo>
                      <a:pt x="266964" y="6165"/>
                    </a:lnTo>
                    <a:lnTo>
                      <a:pt x="267048" y="6165"/>
                    </a:lnTo>
                    <a:lnTo>
                      <a:pt x="267257" y="6123"/>
                    </a:lnTo>
                    <a:lnTo>
                      <a:pt x="267383" y="6040"/>
                    </a:lnTo>
                    <a:lnTo>
                      <a:pt x="267509" y="5914"/>
                    </a:lnTo>
                    <a:lnTo>
                      <a:pt x="267551" y="5746"/>
                    </a:lnTo>
                    <a:lnTo>
                      <a:pt x="267551" y="5536"/>
                    </a:lnTo>
                    <a:lnTo>
                      <a:pt x="267467" y="5369"/>
                    </a:lnTo>
                    <a:lnTo>
                      <a:pt x="267341" y="5243"/>
                    </a:lnTo>
                    <a:lnTo>
                      <a:pt x="267132" y="5159"/>
                    </a:lnTo>
                    <a:lnTo>
                      <a:pt x="264112" y="4698"/>
                    </a:lnTo>
                    <a:close/>
                    <a:moveTo>
                      <a:pt x="121111" y="5243"/>
                    </a:moveTo>
                    <a:lnTo>
                      <a:pt x="118092" y="5578"/>
                    </a:lnTo>
                    <a:lnTo>
                      <a:pt x="117882" y="5620"/>
                    </a:lnTo>
                    <a:lnTo>
                      <a:pt x="117756" y="5746"/>
                    </a:lnTo>
                    <a:lnTo>
                      <a:pt x="117673" y="5914"/>
                    </a:lnTo>
                    <a:lnTo>
                      <a:pt x="117631" y="6123"/>
                    </a:lnTo>
                    <a:lnTo>
                      <a:pt x="117715" y="6291"/>
                    </a:lnTo>
                    <a:lnTo>
                      <a:pt x="117798" y="6459"/>
                    </a:lnTo>
                    <a:lnTo>
                      <a:pt x="117966" y="6543"/>
                    </a:lnTo>
                    <a:lnTo>
                      <a:pt x="118134" y="6585"/>
                    </a:lnTo>
                    <a:lnTo>
                      <a:pt x="118218" y="6585"/>
                    </a:lnTo>
                    <a:lnTo>
                      <a:pt x="121237" y="6249"/>
                    </a:lnTo>
                    <a:lnTo>
                      <a:pt x="121447" y="6165"/>
                    </a:lnTo>
                    <a:lnTo>
                      <a:pt x="121573" y="6082"/>
                    </a:lnTo>
                    <a:lnTo>
                      <a:pt x="121657" y="5872"/>
                    </a:lnTo>
                    <a:lnTo>
                      <a:pt x="121698" y="5704"/>
                    </a:lnTo>
                    <a:lnTo>
                      <a:pt x="121615" y="5494"/>
                    </a:lnTo>
                    <a:lnTo>
                      <a:pt x="121531" y="5369"/>
                    </a:lnTo>
                    <a:lnTo>
                      <a:pt x="121363" y="5285"/>
                    </a:lnTo>
                    <a:lnTo>
                      <a:pt x="121195" y="5243"/>
                    </a:lnTo>
                    <a:close/>
                    <a:moveTo>
                      <a:pt x="270067" y="5620"/>
                    </a:moveTo>
                    <a:lnTo>
                      <a:pt x="269899" y="5662"/>
                    </a:lnTo>
                    <a:lnTo>
                      <a:pt x="269732" y="5746"/>
                    </a:lnTo>
                    <a:lnTo>
                      <a:pt x="269648" y="5872"/>
                    </a:lnTo>
                    <a:lnTo>
                      <a:pt x="269564" y="6040"/>
                    </a:lnTo>
                    <a:lnTo>
                      <a:pt x="269564" y="6249"/>
                    </a:lnTo>
                    <a:lnTo>
                      <a:pt x="269648" y="6417"/>
                    </a:lnTo>
                    <a:lnTo>
                      <a:pt x="269815" y="6543"/>
                    </a:lnTo>
                    <a:lnTo>
                      <a:pt x="269983" y="6627"/>
                    </a:lnTo>
                    <a:lnTo>
                      <a:pt x="273003" y="7088"/>
                    </a:lnTo>
                    <a:lnTo>
                      <a:pt x="273254" y="7088"/>
                    </a:lnTo>
                    <a:lnTo>
                      <a:pt x="273422" y="7004"/>
                    </a:lnTo>
                    <a:lnTo>
                      <a:pt x="273506" y="6836"/>
                    </a:lnTo>
                    <a:lnTo>
                      <a:pt x="273590" y="6669"/>
                    </a:lnTo>
                    <a:lnTo>
                      <a:pt x="273590" y="6459"/>
                    </a:lnTo>
                    <a:lnTo>
                      <a:pt x="273506" y="6291"/>
                    </a:lnTo>
                    <a:lnTo>
                      <a:pt x="273338" y="6165"/>
                    </a:lnTo>
                    <a:lnTo>
                      <a:pt x="273170" y="6082"/>
                    </a:lnTo>
                    <a:lnTo>
                      <a:pt x="270151" y="5620"/>
                    </a:lnTo>
                    <a:close/>
                    <a:moveTo>
                      <a:pt x="115073" y="5872"/>
                    </a:moveTo>
                    <a:lnTo>
                      <a:pt x="112011" y="6207"/>
                    </a:lnTo>
                    <a:lnTo>
                      <a:pt x="111844" y="6249"/>
                    </a:lnTo>
                    <a:lnTo>
                      <a:pt x="111676" y="6375"/>
                    </a:lnTo>
                    <a:lnTo>
                      <a:pt x="111592" y="6543"/>
                    </a:lnTo>
                    <a:lnTo>
                      <a:pt x="111550" y="6753"/>
                    </a:lnTo>
                    <a:lnTo>
                      <a:pt x="111634" y="6920"/>
                    </a:lnTo>
                    <a:lnTo>
                      <a:pt x="111718" y="7088"/>
                    </a:lnTo>
                    <a:lnTo>
                      <a:pt x="111885" y="7172"/>
                    </a:lnTo>
                    <a:lnTo>
                      <a:pt x="112095" y="7214"/>
                    </a:lnTo>
                    <a:lnTo>
                      <a:pt x="112137" y="7214"/>
                    </a:lnTo>
                    <a:lnTo>
                      <a:pt x="115156" y="6878"/>
                    </a:lnTo>
                    <a:lnTo>
                      <a:pt x="115366" y="6836"/>
                    </a:lnTo>
                    <a:lnTo>
                      <a:pt x="115492" y="6711"/>
                    </a:lnTo>
                    <a:lnTo>
                      <a:pt x="115618" y="6543"/>
                    </a:lnTo>
                    <a:lnTo>
                      <a:pt x="115618" y="6333"/>
                    </a:lnTo>
                    <a:lnTo>
                      <a:pt x="115576" y="6165"/>
                    </a:lnTo>
                    <a:lnTo>
                      <a:pt x="115450" y="5998"/>
                    </a:lnTo>
                    <a:lnTo>
                      <a:pt x="115282" y="5914"/>
                    </a:lnTo>
                    <a:lnTo>
                      <a:pt x="115115" y="5872"/>
                    </a:lnTo>
                    <a:close/>
                    <a:moveTo>
                      <a:pt x="108992" y="6501"/>
                    </a:moveTo>
                    <a:lnTo>
                      <a:pt x="105931" y="6836"/>
                    </a:lnTo>
                    <a:lnTo>
                      <a:pt x="105763" y="6878"/>
                    </a:lnTo>
                    <a:lnTo>
                      <a:pt x="105595" y="7004"/>
                    </a:lnTo>
                    <a:lnTo>
                      <a:pt x="105511" y="7172"/>
                    </a:lnTo>
                    <a:lnTo>
                      <a:pt x="105511" y="7382"/>
                    </a:lnTo>
                    <a:lnTo>
                      <a:pt x="105553" y="7549"/>
                    </a:lnTo>
                    <a:lnTo>
                      <a:pt x="105679" y="7717"/>
                    </a:lnTo>
                    <a:lnTo>
                      <a:pt x="105805" y="7801"/>
                    </a:lnTo>
                    <a:lnTo>
                      <a:pt x="106014" y="7843"/>
                    </a:lnTo>
                    <a:lnTo>
                      <a:pt x="106056" y="7843"/>
                    </a:lnTo>
                    <a:lnTo>
                      <a:pt x="109076" y="7507"/>
                    </a:lnTo>
                    <a:lnTo>
                      <a:pt x="109285" y="7465"/>
                    </a:lnTo>
                    <a:lnTo>
                      <a:pt x="109453" y="7340"/>
                    </a:lnTo>
                    <a:lnTo>
                      <a:pt x="109537" y="7172"/>
                    </a:lnTo>
                    <a:lnTo>
                      <a:pt x="109537" y="6962"/>
                    </a:lnTo>
                    <a:lnTo>
                      <a:pt x="109495" y="6794"/>
                    </a:lnTo>
                    <a:lnTo>
                      <a:pt x="109369" y="6627"/>
                    </a:lnTo>
                    <a:lnTo>
                      <a:pt x="109244" y="6543"/>
                    </a:lnTo>
                    <a:lnTo>
                      <a:pt x="109034" y="6501"/>
                    </a:lnTo>
                    <a:close/>
                    <a:moveTo>
                      <a:pt x="102911" y="7130"/>
                    </a:moveTo>
                    <a:lnTo>
                      <a:pt x="99892" y="7423"/>
                    </a:lnTo>
                    <a:lnTo>
                      <a:pt x="99682" y="7507"/>
                    </a:lnTo>
                    <a:lnTo>
                      <a:pt x="99514" y="7633"/>
                    </a:lnTo>
                    <a:lnTo>
                      <a:pt x="99431" y="7801"/>
                    </a:lnTo>
                    <a:lnTo>
                      <a:pt x="99431" y="7969"/>
                    </a:lnTo>
                    <a:lnTo>
                      <a:pt x="99473" y="8178"/>
                    </a:lnTo>
                    <a:lnTo>
                      <a:pt x="99598" y="8304"/>
                    </a:lnTo>
                    <a:lnTo>
                      <a:pt x="99724" y="8430"/>
                    </a:lnTo>
                    <a:lnTo>
                      <a:pt x="99976" y="8430"/>
                    </a:lnTo>
                    <a:lnTo>
                      <a:pt x="102995" y="8136"/>
                    </a:lnTo>
                    <a:lnTo>
                      <a:pt x="103205" y="8094"/>
                    </a:lnTo>
                    <a:lnTo>
                      <a:pt x="103373" y="7969"/>
                    </a:lnTo>
                    <a:lnTo>
                      <a:pt x="103456" y="7801"/>
                    </a:lnTo>
                    <a:lnTo>
                      <a:pt x="103456" y="7591"/>
                    </a:lnTo>
                    <a:lnTo>
                      <a:pt x="103414" y="7423"/>
                    </a:lnTo>
                    <a:lnTo>
                      <a:pt x="103289" y="7256"/>
                    </a:lnTo>
                    <a:lnTo>
                      <a:pt x="103163" y="7172"/>
                    </a:lnTo>
                    <a:lnTo>
                      <a:pt x="102953" y="7130"/>
                    </a:lnTo>
                    <a:close/>
                    <a:moveTo>
                      <a:pt x="96831" y="7717"/>
                    </a:moveTo>
                    <a:lnTo>
                      <a:pt x="93811" y="8011"/>
                    </a:lnTo>
                    <a:lnTo>
                      <a:pt x="93602" y="8053"/>
                    </a:lnTo>
                    <a:lnTo>
                      <a:pt x="93434" y="8178"/>
                    </a:lnTo>
                    <a:lnTo>
                      <a:pt x="93350" y="8346"/>
                    </a:lnTo>
                    <a:lnTo>
                      <a:pt x="93350" y="8556"/>
                    </a:lnTo>
                    <a:lnTo>
                      <a:pt x="93392" y="8723"/>
                    </a:lnTo>
                    <a:lnTo>
                      <a:pt x="93518" y="8891"/>
                    </a:lnTo>
                    <a:lnTo>
                      <a:pt x="93643" y="8975"/>
                    </a:lnTo>
                    <a:lnTo>
                      <a:pt x="93853" y="9017"/>
                    </a:lnTo>
                    <a:lnTo>
                      <a:pt x="93895" y="9017"/>
                    </a:lnTo>
                    <a:lnTo>
                      <a:pt x="96914" y="8723"/>
                    </a:lnTo>
                    <a:lnTo>
                      <a:pt x="97124" y="8682"/>
                    </a:lnTo>
                    <a:lnTo>
                      <a:pt x="97292" y="8556"/>
                    </a:lnTo>
                    <a:lnTo>
                      <a:pt x="97376" y="8388"/>
                    </a:lnTo>
                    <a:lnTo>
                      <a:pt x="97376" y="8178"/>
                    </a:lnTo>
                    <a:lnTo>
                      <a:pt x="97334" y="8011"/>
                    </a:lnTo>
                    <a:lnTo>
                      <a:pt x="97208" y="7843"/>
                    </a:lnTo>
                    <a:lnTo>
                      <a:pt x="97082" y="7759"/>
                    </a:lnTo>
                    <a:lnTo>
                      <a:pt x="96872" y="7717"/>
                    </a:lnTo>
                    <a:close/>
                    <a:moveTo>
                      <a:pt x="276106" y="6585"/>
                    </a:moveTo>
                    <a:lnTo>
                      <a:pt x="275896" y="6627"/>
                    </a:lnTo>
                    <a:lnTo>
                      <a:pt x="275770" y="6711"/>
                    </a:lnTo>
                    <a:lnTo>
                      <a:pt x="275644" y="6836"/>
                    </a:lnTo>
                    <a:lnTo>
                      <a:pt x="275603" y="7004"/>
                    </a:lnTo>
                    <a:lnTo>
                      <a:pt x="275603" y="7130"/>
                    </a:lnTo>
                    <a:lnTo>
                      <a:pt x="275603" y="7256"/>
                    </a:lnTo>
                    <a:lnTo>
                      <a:pt x="275644" y="7382"/>
                    </a:lnTo>
                    <a:lnTo>
                      <a:pt x="275728" y="7465"/>
                    </a:lnTo>
                    <a:lnTo>
                      <a:pt x="274638" y="8640"/>
                    </a:lnTo>
                    <a:lnTo>
                      <a:pt x="274554" y="8807"/>
                    </a:lnTo>
                    <a:lnTo>
                      <a:pt x="274512" y="9017"/>
                    </a:lnTo>
                    <a:lnTo>
                      <a:pt x="274554" y="9185"/>
                    </a:lnTo>
                    <a:lnTo>
                      <a:pt x="274680" y="9353"/>
                    </a:lnTo>
                    <a:lnTo>
                      <a:pt x="274848" y="9436"/>
                    </a:lnTo>
                    <a:lnTo>
                      <a:pt x="275015" y="9478"/>
                    </a:lnTo>
                    <a:lnTo>
                      <a:pt x="275225" y="9436"/>
                    </a:lnTo>
                    <a:lnTo>
                      <a:pt x="275393" y="9311"/>
                    </a:lnTo>
                    <a:lnTo>
                      <a:pt x="277070" y="7549"/>
                    </a:lnTo>
                    <a:lnTo>
                      <a:pt x="277154" y="7423"/>
                    </a:lnTo>
                    <a:lnTo>
                      <a:pt x="277196" y="7298"/>
                    </a:lnTo>
                    <a:lnTo>
                      <a:pt x="277196" y="7172"/>
                    </a:lnTo>
                    <a:lnTo>
                      <a:pt x="277196" y="7046"/>
                    </a:lnTo>
                    <a:lnTo>
                      <a:pt x="277112" y="6920"/>
                    </a:lnTo>
                    <a:lnTo>
                      <a:pt x="277028" y="6794"/>
                    </a:lnTo>
                    <a:lnTo>
                      <a:pt x="276903" y="6753"/>
                    </a:lnTo>
                    <a:lnTo>
                      <a:pt x="276777" y="6711"/>
                    </a:lnTo>
                    <a:lnTo>
                      <a:pt x="276190" y="6585"/>
                    </a:lnTo>
                    <a:close/>
                    <a:moveTo>
                      <a:pt x="90750" y="8262"/>
                    </a:moveTo>
                    <a:lnTo>
                      <a:pt x="87731" y="8514"/>
                    </a:lnTo>
                    <a:lnTo>
                      <a:pt x="87521" y="8598"/>
                    </a:lnTo>
                    <a:lnTo>
                      <a:pt x="87353" y="8723"/>
                    </a:lnTo>
                    <a:lnTo>
                      <a:pt x="87269" y="8891"/>
                    </a:lnTo>
                    <a:lnTo>
                      <a:pt x="87227" y="9101"/>
                    </a:lnTo>
                    <a:lnTo>
                      <a:pt x="87311" y="9269"/>
                    </a:lnTo>
                    <a:lnTo>
                      <a:pt x="87395" y="9394"/>
                    </a:lnTo>
                    <a:lnTo>
                      <a:pt x="87563" y="9520"/>
                    </a:lnTo>
                    <a:lnTo>
                      <a:pt x="87772" y="9562"/>
                    </a:lnTo>
                    <a:lnTo>
                      <a:pt x="87814" y="9562"/>
                    </a:lnTo>
                    <a:lnTo>
                      <a:pt x="90834" y="9269"/>
                    </a:lnTo>
                    <a:lnTo>
                      <a:pt x="91043" y="9227"/>
                    </a:lnTo>
                    <a:lnTo>
                      <a:pt x="91169" y="9101"/>
                    </a:lnTo>
                    <a:lnTo>
                      <a:pt x="91295" y="8933"/>
                    </a:lnTo>
                    <a:lnTo>
                      <a:pt x="91295" y="8723"/>
                    </a:lnTo>
                    <a:lnTo>
                      <a:pt x="91253" y="8556"/>
                    </a:lnTo>
                    <a:lnTo>
                      <a:pt x="91127" y="8388"/>
                    </a:lnTo>
                    <a:lnTo>
                      <a:pt x="91001" y="8304"/>
                    </a:lnTo>
                    <a:lnTo>
                      <a:pt x="90792" y="8262"/>
                    </a:lnTo>
                    <a:close/>
                    <a:moveTo>
                      <a:pt x="2391" y="8304"/>
                    </a:moveTo>
                    <a:lnTo>
                      <a:pt x="2224" y="8346"/>
                    </a:lnTo>
                    <a:lnTo>
                      <a:pt x="2056" y="8430"/>
                    </a:lnTo>
                    <a:lnTo>
                      <a:pt x="1930" y="8556"/>
                    </a:lnTo>
                    <a:lnTo>
                      <a:pt x="1888" y="8765"/>
                    </a:lnTo>
                    <a:lnTo>
                      <a:pt x="1888" y="8975"/>
                    </a:lnTo>
                    <a:lnTo>
                      <a:pt x="2014" y="9143"/>
                    </a:lnTo>
                    <a:lnTo>
                      <a:pt x="2140" y="9269"/>
                    </a:lnTo>
                    <a:lnTo>
                      <a:pt x="2349" y="9311"/>
                    </a:lnTo>
                    <a:lnTo>
                      <a:pt x="5369" y="9604"/>
                    </a:lnTo>
                    <a:lnTo>
                      <a:pt x="5620" y="9604"/>
                    </a:lnTo>
                    <a:lnTo>
                      <a:pt x="5788" y="9478"/>
                    </a:lnTo>
                    <a:lnTo>
                      <a:pt x="5872" y="9353"/>
                    </a:lnTo>
                    <a:lnTo>
                      <a:pt x="5914" y="9143"/>
                    </a:lnTo>
                    <a:lnTo>
                      <a:pt x="5914" y="8975"/>
                    </a:lnTo>
                    <a:lnTo>
                      <a:pt x="5830" y="8807"/>
                    </a:lnTo>
                    <a:lnTo>
                      <a:pt x="5662" y="8682"/>
                    </a:lnTo>
                    <a:lnTo>
                      <a:pt x="5495" y="8598"/>
                    </a:lnTo>
                    <a:lnTo>
                      <a:pt x="2433" y="8304"/>
                    </a:lnTo>
                    <a:close/>
                    <a:moveTo>
                      <a:pt x="84669" y="8765"/>
                    </a:moveTo>
                    <a:lnTo>
                      <a:pt x="81608" y="9017"/>
                    </a:lnTo>
                    <a:lnTo>
                      <a:pt x="81440" y="9059"/>
                    </a:lnTo>
                    <a:lnTo>
                      <a:pt x="81272" y="9185"/>
                    </a:lnTo>
                    <a:lnTo>
                      <a:pt x="81189" y="9353"/>
                    </a:lnTo>
                    <a:lnTo>
                      <a:pt x="81147" y="9562"/>
                    </a:lnTo>
                    <a:lnTo>
                      <a:pt x="81189" y="9730"/>
                    </a:lnTo>
                    <a:lnTo>
                      <a:pt x="81314" y="9898"/>
                    </a:lnTo>
                    <a:lnTo>
                      <a:pt x="81482" y="9982"/>
                    </a:lnTo>
                    <a:lnTo>
                      <a:pt x="81650" y="10023"/>
                    </a:lnTo>
                    <a:lnTo>
                      <a:pt x="81692" y="10023"/>
                    </a:lnTo>
                    <a:lnTo>
                      <a:pt x="84753" y="9814"/>
                    </a:lnTo>
                    <a:lnTo>
                      <a:pt x="84963" y="9730"/>
                    </a:lnTo>
                    <a:lnTo>
                      <a:pt x="85089" y="9604"/>
                    </a:lnTo>
                    <a:lnTo>
                      <a:pt x="85172" y="9436"/>
                    </a:lnTo>
                    <a:lnTo>
                      <a:pt x="85214" y="9227"/>
                    </a:lnTo>
                    <a:lnTo>
                      <a:pt x="85172" y="9059"/>
                    </a:lnTo>
                    <a:lnTo>
                      <a:pt x="85047" y="8891"/>
                    </a:lnTo>
                    <a:lnTo>
                      <a:pt x="84879" y="8807"/>
                    </a:lnTo>
                    <a:lnTo>
                      <a:pt x="84711" y="8765"/>
                    </a:lnTo>
                    <a:close/>
                    <a:moveTo>
                      <a:pt x="8472" y="8891"/>
                    </a:moveTo>
                    <a:lnTo>
                      <a:pt x="8304" y="8933"/>
                    </a:lnTo>
                    <a:lnTo>
                      <a:pt x="8137" y="9017"/>
                    </a:lnTo>
                    <a:lnTo>
                      <a:pt x="8011" y="9185"/>
                    </a:lnTo>
                    <a:lnTo>
                      <a:pt x="7969" y="9353"/>
                    </a:lnTo>
                    <a:lnTo>
                      <a:pt x="7969" y="9562"/>
                    </a:lnTo>
                    <a:lnTo>
                      <a:pt x="8095" y="9730"/>
                    </a:lnTo>
                    <a:lnTo>
                      <a:pt x="8220" y="9856"/>
                    </a:lnTo>
                    <a:lnTo>
                      <a:pt x="8430" y="9898"/>
                    </a:lnTo>
                    <a:lnTo>
                      <a:pt x="11449" y="10149"/>
                    </a:lnTo>
                    <a:lnTo>
                      <a:pt x="11491" y="10149"/>
                    </a:lnTo>
                    <a:lnTo>
                      <a:pt x="11701" y="10107"/>
                    </a:lnTo>
                    <a:lnTo>
                      <a:pt x="11869" y="10023"/>
                    </a:lnTo>
                    <a:lnTo>
                      <a:pt x="11953" y="9898"/>
                    </a:lnTo>
                    <a:lnTo>
                      <a:pt x="11995" y="9688"/>
                    </a:lnTo>
                    <a:lnTo>
                      <a:pt x="11995" y="9478"/>
                    </a:lnTo>
                    <a:lnTo>
                      <a:pt x="11911" y="9311"/>
                    </a:lnTo>
                    <a:lnTo>
                      <a:pt x="11743" y="9185"/>
                    </a:lnTo>
                    <a:lnTo>
                      <a:pt x="11533" y="9143"/>
                    </a:lnTo>
                    <a:lnTo>
                      <a:pt x="8514" y="8891"/>
                    </a:lnTo>
                    <a:close/>
                    <a:moveTo>
                      <a:pt x="78589" y="9227"/>
                    </a:moveTo>
                    <a:lnTo>
                      <a:pt x="75527" y="9436"/>
                    </a:lnTo>
                    <a:lnTo>
                      <a:pt x="75359" y="9478"/>
                    </a:lnTo>
                    <a:lnTo>
                      <a:pt x="75192" y="9604"/>
                    </a:lnTo>
                    <a:lnTo>
                      <a:pt x="75066" y="9772"/>
                    </a:lnTo>
                    <a:lnTo>
                      <a:pt x="75066" y="9982"/>
                    </a:lnTo>
                    <a:lnTo>
                      <a:pt x="75108" y="10149"/>
                    </a:lnTo>
                    <a:lnTo>
                      <a:pt x="75234" y="10317"/>
                    </a:lnTo>
                    <a:lnTo>
                      <a:pt x="75359" y="10401"/>
                    </a:lnTo>
                    <a:lnTo>
                      <a:pt x="75569" y="10443"/>
                    </a:lnTo>
                    <a:lnTo>
                      <a:pt x="75611" y="10443"/>
                    </a:lnTo>
                    <a:lnTo>
                      <a:pt x="78630" y="10233"/>
                    </a:lnTo>
                    <a:lnTo>
                      <a:pt x="78840" y="10191"/>
                    </a:lnTo>
                    <a:lnTo>
                      <a:pt x="79008" y="10065"/>
                    </a:lnTo>
                    <a:lnTo>
                      <a:pt x="79092" y="9898"/>
                    </a:lnTo>
                    <a:lnTo>
                      <a:pt x="79134" y="9688"/>
                    </a:lnTo>
                    <a:lnTo>
                      <a:pt x="79092" y="9520"/>
                    </a:lnTo>
                    <a:lnTo>
                      <a:pt x="78966" y="9353"/>
                    </a:lnTo>
                    <a:lnTo>
                      <a:pt x="78798" y="9269"/>
                    </a:lnTo>
                    <a:lnTo>
                      <a:pt x="78589" y="9227"/>
                    </a:lnTo>
                    <a:close/>
                    <a:moveTo>
                      <a:pt x="14553" y="9394"/>
                    </a:moveTo>
                    <a:lnTo>
                      <a:pt x="14343" y="9436"/>
                    </a:lnTo>
                    <a:lnTo>
                      <a:pt x="14217" y="9520"/>
                    </a:lnTo>
                    <a:lnTo>
                      <a:pt x="14091" y="9688"/>
                    </a:lnTo>
                    <a:lnTo>
                      <a:pt x="14049" y="9856"/>
                    </a:lnTo>
                    <a:lnTo>
                      <a:pt x="14049" y="10065"/>
                    </a:lnTo>
                    <a:lnTo>
                      <a:pt x="14175" y="10233"/>
                    </a:lnTo>
                    <a:lnTo>
                      <a:pt x="14301" y="10359"/>
                    </a:lnTo>
                    <a:lnTo>
                      <a:pt x="14511" y="10401"/>
                    </a:lnTo>
                    <a:lnTo>
                      <a:pt x="17572" y="10611"/>
                    </a:lnTo>
                    <a:lnTo>
                      <a:pt x="17614" y="10611"/>
                    </a:lnTo>
                    <a:lnTo>
                      <a:pt x="17782" y="10569"/>
                    </a:lnTo>
                    <a:lnTo>
                      <a:pt x="17949" y="10485"/>
                    </a:lnTo>
                    <a:lnTo>
                      <a:pt x="18033" y="10317"/>
                    </a:lnTo>
                    <a:lnTo>
                      <a:pt x="18117" y="10149"/>
                    </a:lnTo>
                    <a:lnTo>
                      <a:pt x="18075" y="9940"/>
                    </a:lnTo>
                    <a:lnTo>
                      <a:pt x="17991" y="9772"/>
                    </a:lnTo>
                    <a:lnTo>
                      <a:pt x="17824" y="9646"/>
                    </a:lnTo>
                    <a:lnTo>
                      <a:pt x="17614" y="9604"/>
                    </a:lnTo>
                    <a:lnTo>
                      <a:pt x="14595" y="9394"/>
                    </a:lnTo>
                    <a:close/>
                    <a:moveTo>
                      <a:pt x="72508" y="9646"/>
                    </a:moveTo>
                    <a:lnTo>
                      <a:pt x="69447" y="9814"/>
                    </a:lnTo>
                    <a:lnTo>
                      <a:pt x="69237" y="9856"/>
                    </a:lnTo>
                    <a:lnTo>
                      <a:pt x="69069" y="9982"/>
                    </a:lnTo>
                    <a:lnTo>
                      <a:pt x="68985" y="10149"/>
                    </a:lnTo>
                    <a:lnTo>
                      <a:pt x="68943" y="10317"/>
                    </a:lnTo>
                    <a:lnTo>
                      <a:pt x="68985" y="10527"/>
                    </a:lnTo>
                    <a:lnTo>
                      <a:pt x="69111" y="10694"/>
                    </a:lnTo>
                    <a:lnTo>
                      <a:pt x="69279" y="10778"/>
                    </a:lnTo>
                    <a:lnTo>
                      <a:pt x="69447" y="10820"/>
                    </a:lnTo>
                    <a:lnTo>
                      <a:pt x="69488" y="10820"/>
                    </a:lnTo>
                    <a:lnTo>
                      <a:pt x="72550" y="10653"/>
                    </a:lnTo>
                    <a:lnTo>
                      <a:pt x="72759" y="10611"/>
                    </a:lnTo>
                    <a:lnTo>
                      <a:pt x="72885" y="10485"/>
                    </a:lnTo>
                    <a:lnTo>
                      <a:pt x="73011" y="10317"/>
                    </a:lnTo>
                    <a:lnTo>
                      <a:pt x="73011" y="10107"/>
                    </a:lnTo>
                    <a:lnTo>
                      <a:pt x="72969" y="9898"/>
                    </a:lnTo>
                    <a:lnTo>
                      <a:pt x="72885" y="9772"/>
                    </a:lnTo>
                    <a:lnTo>
                      <a:pt x="72718" y="9646"/>
                    </a:lnTo>
                    <a:close/>
                    <a:moveTo>
                      <a:pt x="20633" y="9772"/>
                    </a:moveTo>
                    <a:lnTo>
                      <a:pt x="20424" y="9814"/>
                    </a:lnTo>
                    <a:lnTo>
                      <a:pt x="20298" y="9940"/>
                    </a:lnTo>
                    <a:lnTo>
                      <a:pt x="20172" y="10065"/>
                    </a:lnTo>
                    <a:lnTo>
                      <a:pt x="20130" y="10275"/>
                    </a:lnTo>
                    <a:lnTo>
                      <a:pt x="20172" y="10485"/>
                    </a:lnTo>
                    <a:lnTo>
                      <a:pt x="20256" y="10653"/>
                    </a:lnTo>
                    <a:lnTo>
                      <a:pt x="20424" y="10736"/>
                    </a:lnTo>
                    <a:lnTo>
                      <a:pt x="20591" y="10820"/>
                    </a:lnTo>
                    <a:lnTo>
                      <a:pt x="23653" y="10988"/>
                    </a:lnTo>
                    <a:lnTo>
                      <a:pt x="23695" y="10988"/>
                    </a:lnTo>
                    <a:lnTo>
                      <a:pt x="23862" y="10946"/>
                    </a:lnTo>
                    <a:lnTo>
                      <a:pt x="24030" y="10820"/>
                    </a:lnTo>
                    <a:lnTo>
                      <a:pt x="24156" y="10694"/>
                    </a:lnTo>
                    <a:lnTo>
                      <a:pt x="24198" y="10485"/>
                    </a:lnTo>
                    <a:lnTo>
                      <a:pt x="24156" y="10275"/>
                    </a:lnTo>
                    <a:lnTo>
                      <a:pt x="24072" y="10107"/>
                    </a:lnTo>
                    <a:lnTo>
                      <a:pt x="23904" y="10023"/>
                    </a:lnTo>
                    <a:lnTo>
                      <a:pt x="23695" y="9940"/>
                    </a:lnTo>
                    <a:lnTo>
                      <a:pt x="20675" y="9772"/>
                    </a:lnTo>
                    <a:close/>
                    <a:moveTo>
                      <a:pt x="66385" y="9940"/>
                    </a:moveTo>
                    <a:lnTo>
                      <a:pt x="63324" y="10107"/>
                    </a:lnTo>
                    <a:lnTo>
                      <a:pt x="63156" y="10149"/>
                    </a:lnTo>
                    <a:lnTo>
                      <a:pt x="62988" y="10233"/>
                    </a:lnTo>
                    <a:lnTo>
                      <a:pt x="62905" y="10401"/>
                    </a:lnTo>
                    <a:lnTo>
                      <a:pt x="62863" y="10611"/>
                    </a:lnTo>
                    <a:lnTo>
                      <a:pt x="62905" y="10820"/>
                    </a:lnTo>
                    <a:lnTo>
                      <a:pt x="63030" y="10946"/>
                    </a:lnTo>
                    <a:lnTo>
                      <a:pt x="63156" y="11072"/>
                    </a:lnTo>
                    <a:lnTo>
                      <a:pt x="63366" y="11114"/>
                    </a:lnTo>
                    <a:lnTo>
                      <a:pt x="66427" y="10988"/>
                    </a:lnTo>
                    <a:lnTo>
                      <a:pt x="66637" y="10904"/>
                    </a:lnTo>
                    <a:lnTo>
                      <a:pt x="66805" y="10820"/>
                    </a:lnTo>
                    <a:lnTo>
                      <a:pt x="66888" y="10653"/>
                    </a:lnTo>
                    <a:lnTo>
                      <a:pt x="66930" y="10443"/>
                    </a:lnTo>
                    <a:lnTo>
                      <a:pt x="66888" y="10233"/>
                    </a:lnTo>
                    <a:lnTo>
                      <a:pt x="66763" y="10107"/>
                    </a:lnTo>
                    <a:lnTo>
                      <a:pt x="66595" y="9982"/>
                    </a:lnTo>
                    <a:lnTo>
                      <a:pt x="66427" y="9940"/>
                    </a:lnTo>
                    <a:close/>
                    <a:moveTo>
                      <a:pt x="26756" y="10107"/>
                    </a:moveTo>
                    <a:lnTo>
                      <a:pt x="26546" y="10149"/>
                    </a:lnTo>
                    <a:lnTo>
                      <a:pt x="26379" y="10233"/>
                    </a:lnTo>
                    <a:lnTo>
                      <a:pt x="26253" y="10401"/>
                    </a:lnTo>
                    <a:lnTo>
                      <a:pt x="26211" y="10569"/>
                    </a:lnTo>
                    <a:lnTo>
                      <a:pt x="26253" y="10778"/>
                    </a:lnTo>
                    <a:lnTo>
                      <a:pt x="26337" y="10946"/>
                    </a:lnTo>
                    <a:lnTo>
                      <a:pt x="26504" y="11072"/>
                    </a:lnTo>
                    <a:lnTo>
                      <a:pt x="26714" y="11114"/>
                    </a:lnTo>
                    <a:lnTo>
                      <a:pt x="29775" y="11240"/>
                    </a:lnTo>
                    <a:lnTo>
                      <a:pt x="29985" y="11198"/>
                    </a:lnTo>
                    <a:lnTo>
                      <a:pt x="30153" y="11114"/>
                    </a:lnTo>
                    <a:lnTo>
                      <a:pt x="30237" y="10946"/>
                    </a:lnTo>
                    <a:lnTo>
                      <a:pt x="30279" y="10736"/>
                    </a:lnTo>
                    <a:lnTo>
                      <a:pt x="30237" y="10569"/>
                    </a:lnTo>
                    <a:lnTo>
                      <a:pt x="30153" y="10401"/>
                    </a:lnTo>
                    <a:lnTo>
                      <a:pt x="29985" y="10275"/>
                    </a:lnTo>
                    <a:lnTo>
                      <a:pt x="29817" y="10233"/>
                    </a:lnTo>
                    <a:lnTo>
                      <a:pt x="26756" y="10107"/>
                    </a:lnTo>
                    <a:close/>
                    <a:moveTo>
                      <a:pt x="60305" y="10191"/>
                    </a:moveTo>
                    <a:lnTo>
                      <a:pt x="57243" y="10317"/>
                    </a:lnTo>
                    <a:lnTo>
                      <a:pt x="57034" y="10359"/>
                    </a:lnTo>
                    <a:lnTo>
                      <a:pt x="56866" y="10443"/>
                    </a:lnTo>
                    <a:lnTo>
                      <a:pt x="56782" y="10611"/>
                    </a:lnTo>
                    <a:lnTo>
                      <a:pt x="56740" y="10820"/>
                    </a:lnTo>
                    <a:lnTo>
                      <a:pt x="56782" y="11030"/>
                    </a:lnTo>
                    <a:lnTo>
                      <a:pt x="56908" y="11198"/>
                    </a:lnTo>
                    <a:lnTo>
                      <a:pt x="57075" y="11282"/>
                    </a:lnTo>
                    <a:lnTo>
                      <a:pt x="57243" y="11323"/>
                    </a:lnTo>
                    <a:lnTo>
                      <a:pt x="57285" y="11323"/>
                    </a:lnTo>
                    <a:lnTo>
                      <a:pt x="60305" y="11240"/>
                    </a:lnTo>
                    <a:lnTo>
                      <a:pt x="60514" y="11156"/>
                    </a:lnTo>
                    <a:lnTo>
                      <a:pt x="60682" y="11072"/>
                    </a:lnTo>
                    <a:lnTo>
                      <a:pt x="60766" y="10904"/>
                    </a:lnTo>
                    <a:lnTo>
                      <a:pt x="60808" y="10694"/>
                    </a:lnTo>
                    <a:lnTo>
                      <a:pt x="60766" y="10485"/>
                    </a:lnTo>
                    <a:lnTo>
                      <a:pt x="60682" y="10359"/>
                    </a:lnTo>
                    <a:lnTo>
                      <a:pt x="60514" y="10233"/>
                    </a:lnTo>
                    <a:lnTo>
                      <a:pt x="60305" y="10191"/>
                    </a:lnTo>
                    <a:close/>
                    <a:moveTo>
                      <a:pt x="32837" y="10317"/>
                    </a:moveTo>
                    <a:lnTo>
                      <a:pt x="32627" y="10359"/>
                    </a:lnTo>
                    <a:lnTo>
                      <a:pt x="32459" y="10443"/>
                    </a:lnTo>
                    <a:lnTo>
                      <a:pt x="32375" y="10611"/>
                    </a:lnTo>
                    <a:lnTo>
                      <a:pt x="32333" y="10820"/>
                    </a:lnTo>
                    <a:lnTo>
                      <a:pt x="32375" y="11030"/>
                    </a:lnTo>
                    <a:lnTo>
                      <a:pt x="32459" y="11156"/>
                    </a:lnTo>
                    <a:lnTo>
                      <a:pt x="32627" y="11282"/>
                    </a:lnTo>
                    <a:lnTo>
                      <a:pt x="32795" y="11323"/>
                    </a:lnTo>
                    <a:lnTo>
                      <a:pt x="35856" y="11407"/>
                    </a:lnTo>
                    <a:lnTo>
                      <a:pt x="35898" y="11407"/>
                    </a:lnTo>
                    <a:lnTo>
                      <a:pt x="36066" y="11365"/>
                    </a:lnTo>
                    <a:lnTo>
                      <a:pt x="36233" y="11282"/>
                    </a:lnTo>
                    <a:lnTo>
                      <a:pt x="36359" y="11114"/>
                    </a:lnTo>
                    <a:lnTo>
                      <a:pt x="36401" y="10904"/>
                    </a:lnTo>
                    <a:lnTo>
                      <a:pt x="36359" y="10694"/>
                    </a:lnTo>
                    <a:lnTo>
                      <a:pt x="36233" y="10569"/>
                    </a:lnTo>
                    <a:lnTo>
                      <a:pt x="36108" y="10443"/>
                    </a:lnTo>
                    <a:lnTo>
                      <a:pt x="35898" y="10401"/>
                    </a:lnTo>
                    <a:lnTo>
                      <a:pt x="32837" y="10317"/>
                    </a:lnTo>
                    <a:close/>
                    <a:moveTo>
                      <a:pt x="54224" y="10359"/>
                    </a:moveTo>
                    <a:lnTo>
                      <a:pt x="54182" y="10401"/>
                    </a:lnTo>
                    <a:lnTo>
                      <a:pt x="51121" y="10443"/>
                    </a:lnTo>
                    <a:lnTo>
                      <a:pt x="50953" y="10485"/>
                    </a:lnTo>
                    <a:lnTo>
                      <a:pt x="50785" y="10611"/>
                    </a:lnTo>
                    <a:lnTo>
                      <a:pt x="50659" y="10736"/>
                    </a:lnTo>
                    <a:lnTo>
                      <a:pt x="50617" y="10946"/>
                    </a:lnTo>
                    <a:lnTo>
                      <a:pt x="50659" y="11156"/>
                    </a:lnTo>
                    <a:lnTo>
                      <a:pt x="50785" y="11323"/>
                    </a:lnTo>
                    <a:lnTo>
                      <a:pt x="50953" y="11407"/>
                    </a:lnTo>
                    <a:lnTo>
                      <a:pt x="51121" y="11449"/>
                    </a:lnTo>
                    <a:lnTo>
                      <a:pt x="51163" y="11449"/>
                    </a:lnTo>
                    <a:lnTo>
                      <a:pt x="54224" y="11407"/>
                    </a:lnTo>
                    <a:lnTo>
                      <a:pt x="54392" y="11365"/>
                    </a:lnTo>
                    <a:lnTo>
                      <a:pt x="54559" y="11240"/>
                    </a:lnTo>
                    <a:lnTo>
                      <a:pt x="54685" y="11072"/>
                    </a:lnTo>
                    <a:lnTo>
                      <a:pt x="54685" y="10862"/>
                    </a:lnTo>
                    <a:lnTo>
                      <a:pt x="54685" y="10694"/>
                    </a:lnTo>
                    <a:lnTo>
                      <a:pt x="54559" y="10527"/>
                    </a:lnTo>
                    <a:lnTo>
                      <a:pt x="54434" y="10401"/>
                    </a:lnTo>
                    <a:lnTo>
                      <a:pt x="54224" y="10359"/>
                    </a:lnTo>
                    <a:close/>
                    <a:moveTo>
                      <a:pt x="38917" y="10443"/>
                    </a:moveTo>
                    <a:lnTo>
                      <a:pt x="38750" y="10485"/>
                    </a:lnTo>
                    <a:lnTo>
                      <a:pt x="38582" y="10611"/>
                    </a:lnTo>
                    <a:lnTo>
                      <a:pt x="38456" y="10736"/>
                    </a:lnTo>
                    <a:lnTo>
                      <a:pt x="38414" y="10946"/>
                    </a:lnTo>
                    <a:lnTo>
                      <a:pt x="38456" y="11156"/>
                    </a:lnTo>
                    <a:lnTo>
                      <a:pt x="38582" y="11323"/>
                    </a:lnTo>
                    <a:lnTo>
                      <a:pt x="38708" y="11407"/>
                    </a:lnTo>
                    <a:lnTo>
                      <a:pt x="38917" y="11449"/>
                    </a:lnTo>
                    <a:lnTo>
                      <a:pt x="41979" y="11491"/>
                    </a:lnTo>
                    <a:lnTo>
                      <a:pt x="42188" y="11449"/>
                    </a:lnTo>
                    <a:lnTo>
                      <a:pt x="42356" y="11365"/>
                    </a:lnTo>
                    <a:lnTo>
                      <a:pt x="42440" y="11198"/>
                    </a:lnTo>
                    <a:lnTo>
                      <a:pt x="42482" y="10988"/>
                    </a:lnTo>
                    <a:lnTo>
                      <a:pt x="42440" y="10778"/>
                    </a:lnTo>
                    <a:lnTo>
                      <a:pt x="42356" y="10611"/>
                    </a:lnTo>
                    <a:lnTo>
                      <a:pt x="42188" y="10527"/>
                    </a:lnTo>
                    <a:lnTo>
                      <a:pt x="41979" y="10485"/>
                    </a:lnTo>
                    <a:lnTo>
                      <a:pt x="38917" y="10443"/>
                    </a:lnTo>
                    <a:close/>
                    <a:moveTo>
                      <a:pt x="45040" y="10485"/>
                    </a:moveTo>
                    <a:lnTo>
                      <a:pt x="44830" y="10527"/>
                    </a:lnTo>
                    <a:lnTo>
                      <a:pt x="44663" y="10653"/>
                    </a:lnTo>
                    <a:lnTo>
                      <a:pt x="44579" y="10778"/>
                    </a:lnTo>
                    <a:lnTo>
                      <a:pt x="44537" y="10988"/>
                    </a:lnTo>
                    <a:lnTo>
                      <a:pt x="44579" y="11198"/>
                    </a:lnTo>
                    <a:lnTo>
                      <a:pt x="44663" y="11365"/>
                    </a:lnTo>
                    <a:lnTo>
                      <a:pt x="44830" y="11449"/>
                    </a:lnTo>
                    <a:lnTo>
                      <a:pt x="45040" y="11491"/>
                    </a:lnTo>
                    <a:lnTo>
                      <a:pt x="48101" y="11491"/>
                    </a:lnTo>
                    <a:lnTo>
                      <a:pt x="48269" y="11449"/>
                    </a:lnTo>
                    <a:lnTo>
                      <a:pt x="48437" y="11323"/>
                    </a:lnTo>
                    <a:lnTo>
                      <a:pt x="48563" y="11198"/>
                    </a:lnTo>
                    <a:lnTo>
                      <a:pt x="48604" y="10988"/>
                    </a:lnTo>
                    <a:lnTo>
                      <a:pt x="48563" y="10778"/>
                    </a:lnTo>
                    <a:lnTo>
                      <a:pt x="48437" y="10611"/>
                    </a:lnTo>
                    <a:lnTo>
                      <a:pt x="48269" y="10527"/>
                    </a:lnTo>
                    <a:lnTo>
                      <a:pt x="48101" y="10485"/>
                    </a:lnTo>
                    <a:close/>
                    <a:moveTo>
                      <a:pt x="504" y="9269"/>
                    </a:moveTo>
                    <a:lnTo>
                      <a:pt x="336" y="9311"/>
                    </a:lnTo>
                    <a:lnTo>
                      <a:pt x="169" y="9436"/>
                    </a:lnTo>
                    <a:lnTo>
                      <a:pt x="43" y="9604"/>
                    </a:lnTo>
                    <a:lnTo>
                      <a:pt x="1" y="9772"/>
                    </a:lnTo>
                    <a:lnTo>
                      <a:pt x="1" y="12833"/>
                    </a:lnTo>
                    <a:lnTo>
                      <a:pt x="43" y="13043"/>
                    </a:lnTo>
                    <a:lnTo>
                      <a:pt x="169" y="13211"/>
                    </a:lnTo>
                    <a:lnTo>
                      <a:pt x="336" y="13294"/>
                    </a:lnTo>
                    <a:lnTo>
                      <a:pt x="504" y="13336"/>
                    </a:lnTo>
                    <a:lnTo>
                      <a:pt x="714" y="13294"/>
                    </a:lnTo>
                    <a:lnTo>
                      <a:pt x="882" y="13211"/>
                    </a:lnTo>
                    <a:lnTo>
                      <a:pt x="1007" y="13043"/>
                    </a:lnTo>
                    <a:lnTo>
                      <a:pt x="1049" y="12833"/>
                    </a:lnTo>
                    <a:lnTo>
                      <a:pt x="1049" y="9772"/>
                    </a:lnTo>
                    <a:lnTo>
                      <a:pt x="1007" y="9604"/>
                    </a:lnTo>
                    <a:lnTo>
                      <a:pt x="882" y="9436"/>
                    </a:lnTo>
                    <a:lnTo>
                      <a:pt x="714" y="9311"/>
                    </a:lnTo>
                    <a:lnTo>
                      <a:pt x="504" y="9269"/>
                    </a:lnTo>
                    <a:close/>
                    <a:moveTo>
                      <a:pt x="272961" y="10736"/>
                    </a:moveTo>
                    <a:lnTo>
                      <a:pt x="272751" y="10778"/>
                    </a:lnTo>
                    <a:lnTo>
                      <a:pt x="272583" y="10904"/>
                    </a:lnTo>
                    <a:lnTo>
                      <a:pt x="270570" y="13211"/>
                    </a:lnTo>
                    <a:lnTo>
                      <a:pt x="270486" y="13378"/>
                    </a:lnTo>
                    <a:lnTo>
                      <a:pt x="270444" y="13588"/>
                    </a:lnTo>
                    <a:lnTo>
                      <a:pt x="270528" y="13756"/>
                    </a:lnTo>
                    <a:lnTo>
                      <a:pt x="270654" y="13924"/>
                    </a:lnTo>
                    <a:lnTo>
                      <a:pt x="270780" y="14007"/>
                    </a:lnTo>
                    <a:lnTo>
                      <a:pt x="270948" y="14049"/>
                    </a:lnTo>
                    <a:lnTo>
                      <a:pt x="271157" y="14007"/>
                    </a:lnTo>
                    <a:lnTo>
                      <a:pt x="271283" y="13965"/>
                    </a:lnTo>
                    <a:lnTo>
                      <a:pt x="271367" y="13882"/>
                    </a:lnTo>
                    <a:lnTo>
                      <a:pt x="273338" y="11575"/>
                    </a:lnTo>
                    <a:lnTo>
                      <a:pt x="273464" y="11407"/>
                    </a:lnTo>
                    <a:lnTo>
                      <a:pt x="273464" y="11198"/>
                    </a:lnTo>
                    <a:lnTo>
                      <a:pt x="273422" y="11030"/>
                    </a:lnTo>
                    <a:lnTo>
                      <a:pt x="273296" y="10862"/>
                    </a:lnTo>
                    <a:lnTo>
                      <a:pt x="273170" y="10778"/>
                    </a:lnTo>
                    <a:lnTo>
                      <a:pt x="272961" y="10736"/>
                    </a:lnTo>
                    <a:close/>
                    <a:moveTo>
                      <a:pt x="269019" y="15349"/>
                    </a:moveTo>
                    <a:lnTo>
                      <a:pt x="268809" y="15433"/>
                    </a:lnTo>
                    <a:lnTo>
                      <a:pt x="268683" y="15475"/>
                    </a:lnTo>
                    <a:lnTo>
                      <a:pt x="268599" y="15559"/>
                    </a:lnTo>
                    <a:lnTo>
                      <a:pt x="266712" y="17949"/>
                    </a:lnTo>
                    <a:lnTo>
                      <a:pt x="266586" y="18117"/>
                    </a:lnTo>
                    <a:lnTo>
                      <a:pt x="266586" y="18327"/>
                    </a:lnTo>
                    <a:lnTo>
                      <a:pt x="266628" y="18494"/>
                    </a:lnTo>
                    <a:lnTo>
                      <a:pt x="266796" y="18662"/>
                    </a:lnTo>
                    <a:lnTo>
                      <a:pt x="266922" y="18746"/>
                    </a:lnTo>
                    <a:lnTo>
                      <a:pt x="267090" y="18746"/>
                    </a:lnTo>
                    <a:lnTo>
                      <a:pt x="267299" y="18704"/>
                    </a:lnTo>
                    <a:lnTo>
                      <a:pt x="267425" y="18662"/>
                    </a:lnTo>
                    <a:lnTo>
                      <a:pt x="267509" y="18578"/>
                    </a:lnTo>
                    <a:lnTo>
                      <a:pt x="269396" y="16188"/>
                    </a:lnTo>
                    <a:lnTo>
                      <a:pt x="269480" y="16020"/>
                    </a:lnTo>
                    <a:lnTo>
                      <a:pt x="269522" y="15811"/>
                    </a:lnTo>
                    <a:lnTo>
                      <a:pt x="269438" y="15643"/>
                    </a:lnTo>
                    <a:lnTo>
                      <a:pt x="269312" y="15475"/>
                    </a:lnTo>
                    <a:lnTo>
                      <a:pt x="269186" y="15391"/>
                    </a:lnTo>
                    <a:lnTo>
                      <a:pt x="269019" y="15349"/>
                    </a:lnTo>
                    <a:close/>
                    <a:moveTo>
                      <a:pt x="504" y="15391"/>
                    </a:moveTo>
                    <a:lnTo>
                      <a:pt x="336" y="15433"/>
                    </a:lnTo>
                    <a:lnTo>
                      <a:pt x="169" y="15517"/>
                    </a:lnTo>
                    <a:lnTo>
                      <a:pt x="43" y="15685"/>
                    </a:lnTo>
                    <a:lnTo>
                      <a:pt x="1" y="15894"/>
                    </a:lnTo>
                    <a:lnTo>
                      <a:pt x="1" y="18956"/>
                    </a:lnTo>
                    <a:lnTo>
                      <a:pt x="43" y="19124"/>
                    </a:lnTo>
                    <a:lnTo>
                      <a:pt x="169" y="19291"/>
                    </a:lnTo>
                    <a:lnTo>
                      <a:pt x="336" y="19417"/>
                    </a:lnTo>
                    <a:lnTo>
                      <a:pt x="504" y="19459"/>
                    </a:lnTo>
                    <a:lnTo>
                      <a:pt x="714" y="19417"/>
                    </a:lnTo>
                    <a:lnTo>
                      <a:pt x="882" y="19291"/>
                    </a:lnTo>
                    <a:lnTo>
                      <a:pt x="1007" y="19124"/>
                    </a:lnTo>
                    <a:lnTo>
                      <a:pt x="1049" y="18956"/>
                    </a:lnTo>
                    <a:lnTo>
                      <a:pt x="1049" y="15894"/>
                    </a:lnTo>
                    <a:lnTo>
                      <a:pt x="1007" y="15685"/>
                    </a:lnTo>
                    <a:lnTo>
                      <a:pt x="882" y="15517"/>
                    </a:lnTo>
                    <a:lnTo>
                      <a:pt x="714" y="15433"/>
                    </a:lnTo>
                    <a:lnTo>
                      <a:pt x="504" y="15391"/>
                    </a:lnTo>
                    <a:close/>
                    <a:moveTo>
                      <a:pt x="265119" y="20172"/>
                    </a:moveTo>
                    <a:lnTo>
                      <a:pt x="264993" y="20214"/>
                    </a:lnTo>
                    <a:lnTo>
                      <a:pt x="264909" y="20256"/>
                    </a:lnTo>
                    <a:lnTo>
                      <a:pt x="264825" y="20340"/>
                    </a:lnTo>
                    <a:lnTo>
                      <a:pt x="262980" y="22814"/>
                    </a:lnTo>
                    <a:lnTo>
                      <a:pt x="262896" y="23024"/>
                    </a:lnTo>
                    <a:lnTo>
                      <a:pt x="262896" y="23191"/>
                    </a:lnTo>
                    <a:lnTo>
                      <a:pt x="262980" y="23401"/>
                    </a:lnTo>
                    <a:lnTo>
                      <a:pt x="263106" y="23527"/>
                    </a:lnTo>
                    <a:lnTo>
                      <a:pt x="263273" y="23611"/>
                    </a:lnTo>
                    <a:lnTo>
                      <a:pt x="263525" y="23611"/>
                    </a:lnTo>
                    <a:lnTo>
                      <a:pt x="263651" y="23569"/>
                    </a:lnTo>
                    <a:lnTo>
                      <a:pt x="263735" y="23527"/>
                    </a:lnTo>
                    <a:lnTo>
                      <a:pt x="263819" y="23401"/>
                    </a:lnTo>
                    <a:lnTo>
                      <a:pt x="265622" y="20969"/>
                    </a:lnTo>
                    <a:lnTo>
                      <a:pt x="265706" y="20801"/>
                    </a:lnTo>
                    <a:lnTo>
                      <a:pt x="265706" y="20591"/>
                    </a:lnTo>
                    <a:lnTo>
                      <a:pt x="265664" y="20424"/>
                    </a:lnTo>
                    <a:lnTo>
                      <a:pt x="265538" y="20256"/>
                    </a:lnTo>
                    <a:lnTo>
                      <a:pt x="265370" y="20172"/>
                    </a:lnTo>
                    <a:close/>
                    <a:moveTo>
                      <a:pt x="504" y="21472"/>
                    </a:moveTo>
                    <a:lnTo>
                      <a:pt x="336" y="21514"/>
                    </a:lnTo>
                    <a:lnTo>
                      <a:pt x="169" y="21640"/>
                    </a:lnTo>
                    <a:lnTo>
                      <a:pt x="43" y="21807"/>
                    </a:lnTo>
                    <a:lnTo>
                      <a:pt x="1" y="21975"/>
                    </a:lnTo>
                    <a:lnTo>
                      <a:pt x="1" y="25036"/>
                    </a:lnTo>
                    <a:lnTo>
                      <a:pt x="43" y="25246"/>
                    </a:lnTo>
                    <a:lnTo>
                      <a:pt x="169" y="25414"/>
                    </a:lnTo>
                    <a:lnTo>
                      <a:pt x="336" y="25498"/>
                    </a:lnTo>
                    <a:lnTo>
                      <a:pt x="504" y="25540"/>
                    </a:lnTo>
                    <a:lnTo>
                      <a:pt x="714" y="25498"/>
                    </a:lnTo>
                    <a:lnTo>
                      <a:pt x="882" y="25414"/>
                    </a:lnTo>
                    <a:lnTo>
                      <a:pt x="1007" y="25246"/>
                    </a:lnTo>
                    <a:lnTo>
                      <a:pt x="1049" y="25036"/>
                    </a:lnTo>
                    <a:lnTo>
                      <a:pt x="1049" y="21975"/>
                    </a:lnTo>
                    <a:lnTo>
                      <a:pt x="1007" y="21807"/>
                    </a:lnTo>
                    <a:lnTo>
                      <a:pt x="882" y="21640"/>
                    </a:lnTo>
                    <a:lnTo>
                      <a:pt x="714" y="21514"/>
                    </a:lnTo>
                    <a:lnTo>
                      <a:pt x="504" y="21472"/>
                    </a:lnTo>
                    <a:close/>
                    <a:moveTo>
                      <a:pt x="261512" y="25120"/>
                    </a:moveTo>
                    <a:lnTo>
                      <a:pt x="261428" y="25162"/>
                    </a:lnTo>
                    <a:lnTo>
                      <a:pt x="261302" y="25246"/>
                    </a:lnTo>
                    <a:lnTo>
                      <a:pt x="261219" y="25330"/>
                    </a:lnTo>
                    <a:lnTo>
                      <a:pt x="260128" y="26965"/>
                    </a:lnTo>
                    <a:lnTo>
                      <a:pt x="259667" y="27678"/>
                    </a:lnTo>
                    <a:lnTo>
                      <a:pt x="259541" y="27888"/>
                    </a:lnTo>
                    <a:lnTo>
                      <a:pt x="259457" y="28098"/>
                    </a:lnTo>
                    <a:lnTo>
                      <a:pt x="259499" y="28307"/>
                    </a:lnTo>
                    <a:lnTo>
                      <a:pt x="259583" y="28475"/>
                    </a:lnTo>
                    <a:lnTo>
                      <a:pt x="259709" y="28601"/>
                    </a:lnTo>
                    <a:lnTo>
                      <a:pt x="259835" y="28643"/>
                    </a:lnTo>
                    <a:lnTo>
                      <a:pt x="259961" y="28685"/>
                    </a:lnTo>
                    <a:lnTo>
                      <a:pt x="260086" y="28685"/>
                    </a:lnTo>
                    <a:lnTo>
                      <a:pt x="260212" y="28601"/>
                    </a:lnTo>
                    <a:lnTo>
                      <a:pt x="260338" y="28559"/>
                    </a:lnTo>
                    <a:lnTo>
                      <a:pt x="260422" y="28433"/>
                    </a:lnTo>
                    <a:lnTo>
                      <a:pt x="260548" y="28224"/>
                    </a:lnTo>
                    <a:lnTo>
                      <a:pt x="261009" y="27511"/>
                    </a:lnTo>
                    <a:lnTo>
                      <a:pt x="262057" y="25917"/>
                    </a:lnTo>
                    <a:lnTo>
                      <a:pt x="262141" y="25707"/>
                    </a:lnTo>
                    <a:lnTo>
                      <a:pt x="262141" y="25540"/>
                    </a:lnTo>
                    <a:lnTo>
                      <a:pt x="262099" y="25330"/>
                    </a:lnTo>
                    <a:lnTo>
                      <a:pt x="261932" y="25204"/>
                    </a:lnTo>
                    <a:lnTo>
                      <a:pt x="261806" y="25120"/>
                    </a:lnTo>
                    <a:close/>
                    <a:moveTo>
                      <a:pt x="504" y="27595"/>
                    </a:moveTo>
                    <a:lnTo>
                      <a:pt x="336" y="27636"/>
                    </a:lnTo>
                    <a:lnTo>
                      <a:pt x="169" y="27720"/>
                    </a:lnTo>
                    <a:lnTo>
                      <a:pt x="43" y="27888"/>
                    </a:lnTo>
                    <a:lnTo>
                      <a:pt x="1" y="28098"/>
                    </a:lnTo>
                    <a:lnTo>
                      <a:pt x="1" y="31159"/>
                    </a:lnTo>
                    <a:lnTo>
                      <a:pt x="43" y="31327"/>
                    </a:lnTo>
                    <a:lnTo>
                      <a:pt x="169" y="31495"/>
                    </a:lnTo>
                    <a:lnTo>
                      <a:pt x="336" y="31620"/>
                    </a:lnTo>
                    <a:lnTo>
                      <a:pt x="504" y="31662"/>
                    </a:lnTo>
                    <a:lnTo>
                      <a:pt x="714" y="31620"/>
                    </a:lnTo>
                    <a:lnTo>
                      <a:pt x="882" y="31495"/>
                    </a:lnTo>
                    <a:lnTo>
                      <a:pt x="1007" y="31327"/>
                    </a:lnTo>
                    <a:lnTo>
                      <a:pt x="1049" y="31159"/>
                    </a:lnTo>
                    <a:lnTo>
                      <a:pt x="1049" y="28098"/>
                    </a:lnTo>
                    <a:lnTo>
                      <a:pt x="1007" y="27888"/>
                    </a:lnTo>
                    <a:lnTo>
                      <a:pt x="882" y="27720"/>
                    </a:lnTo>
                    <a:lnTo>
                      <a:pt x="714" y="27636"/>
                    </a:lnTo>
                    <a:lnTo>
                      <a:pt x="504" y="27595"/>
                    </a:lnTo>
                    <a:close/>
                    <a:moveTo>
                      <a:pt x="259331" y="30111"/>
                    </a:moveTo>
                    <a:lnTo>
                      <a:pt x="259122" y="30153"/>
                    </a:lnTo>
                    <a:lnTo>
                      <a:pt x="258954" y="30278"/>
                    </a:lnTo>
                    <a:lnTo>
                      <a:pt x="258828" y="30488"/>
                    </a:lnTo>
                    <a:lnTo>
                      <a:pt x="258828" y="30656"/>
                    </a:lnTo>
                    <a:lnTo>
                      <a:pt x="258870" y="30865"/>
                    </a:lnTo>
                    <a:lnTo>
                      <a:pt x="258996" y="30991"/>
                    </a:lnTo>
                    <a:lnTo>
                      <a:pt x="260338" y="32207"/>
                    </a:lnTo>
                    <a:lnTo>
                      <a:pt x="261219" y="33046"/>
                    </a:lnTo>
                    <a:lnTo>
                      <a:pt x="261386" y="33172"/>
                    </a:lnTo>
                    <a:lnTo>
                      <a:pt x="261596" y="33214"/>
                    </a:lnTo>
                    <a:lnTo>
                      <a:pt x="261764" y="33172"/>
                    </a:lnTo>
                    <a:lnTo>
                      <a:pt x="261932" y="33046"/>
                    </a:lnTo>
                    <a:lnTo>
                      <a:pt x="262057" y="32878"/>
                    </a:lnTo>
                    <a:lnTo>
                      <a:pt x="262099" y="32669"/>
                    </a:lnTo>
                    <a:lnTo>
                      <a:pt x="262057" y="32501"/>
                    </a:lnTo>
                    <a:lnTo>
                      <a:pt x="261932" y="32333"/>
                    </a:lnTo>
                    <a:lnTo>
                      <a:pt x="261009" y="31453"/>
                    </a:lnTo>
                    <a:lnTo>
                      <a:pt x="259667" y="30236"/>
                    </a:lnTo>
                    <a:lnTo>
                      <a:pt x="259499" y="30153"/>
                    </a:lnTo>
                    <a:lnTo>
                      <a:pt x="259331" y="30111"/>
                    </a:lnTo>
                    <a:close/>
                    <a:moveTo>
                      <a:pt x="263693" y="34388"/>
                    </a:moveTo>
                    <a:lnTo>
                      <a:pt x="263525" y="34430"/>
                    </a:lnTo>
                    <a:lnTo>
                      <a:pt x="263357" y="34514"/>
                    </a:lnTo>
                    <a:lnTo>
                      <a:pt x="263232" y="34682"/>
                    </a:lnTo>
                    <a:lnTo>
                      <a:pt x="263190" y="34849"/>
                    </a:lnTo>
                    <a:lnTo>
                      <a:pt x="263232" y="35059"/>
                    </a:lnTo>
                    <a:lnTo>
                      <a:pt x="263315" y="35227"/>
                    </a:lnTo>
                    <a:lnTo>
                      <a:pt x="264322" y="36359"/>
                    </a:lnTo>
                    <a:lnTo>
                      <a:pt x="265328" y="37491"/>
                    </a:lnTo>
                    <a:lnTo>
                      <a:pt x="265412" y="37575"/>
                    </a:lnTo>
                    <a:lnTo>
                      <a:pt x="265538" y="37617"/>
                    </a:lnTo>
                    <a:lnTo>
                      <a:pt x="265748" y="37659"/>
                    </a:lnTo>
                    <a:lnTo>
                      <a:pt x="265915" y="37659"/>
                    </a:lnTo>
                    <a:lnTo>
                      <a:pt x="266041" y="37575"/>
                    </a:lnTo>
                    <a:lnTo>
                      <a:pt x="266167" y="37407"/>
                    </a:lnTo>
                    <a:lnTo>
                      <a:pt x="266251" y="37198"/>
                    </a:lnTo>
                    <a:lnTo>
                      <a:pt x="266209" y="37030"/>
                    </a:lnTo>
                    <a:lnTo>
                      <a:pt x="266125" y="36820"/>
                    </a:lnTo>
                    <a:lnTo>
                      <a:pt x="265077" y="35688"/>
                    </a:lnTo>
                    <a:lnTo>
                      <a:pt x="264070" y="34556"/>
                    </a:lnTo>
                    <a:lnTo>
                      <a:pt x="263902" y="34430"/>
                    </a:lnTo>
                    <a:lnTo>
                      <a:pt x="263693" y="34388"/>
                    </a:lnTo>
                    <a:close/>
                    <a:moveTo>
                      <a:pt x="504" y="33675"/>
                    </a:moveTo>
                    <a:lnTo>
                      <a:pt x="336" y="33717"/>
                    </a:lnTo>
                    <a:lnTo>
                      <a:pt x="169" y="33843"/>
                    </a:lnTo>
                    <a:lnTo>
                      <a:pt x="43" y="34011"/>
                    </a:lnTo>
                    <a:lnTo>
                      <a:pt x="1" y="34178"/>
                    </a:lnTo>
                    <a:lnTo>
                      <a:pt x="1" y="37240"/>
                    </a:lnTo>
                    <a:lnTo>
                      <a:pt x="43" y="37449"/>
                    </a:lnTo>
                    <a:lnTo>
                      <a:pt x="169" y="37617"/>
                    </a:lnTo>
                    <a:lnTo>
                      <a:pt x="336" y="37701"/>
                    </a:lnTo>
                    <a:lnTo>
                      <a:pt x="504" y="37743"/>
                    </a:lnTo>
                    <a:lnTo>
                      <a:pt x="714" y="37701"/>
                    </a:lnTo>
                    <a:lnTo>
                      <a:pt x="882" y="37617"/>
                    </a:lnTo>
                    <a:lnTo>
                      <a:pt x="1007" y="37449"/>
                    </a:lnTo>
                    <a:lnTo>
                      <a:pt x="1049" y="37240"/>
                    </a:lnTo>
                    <a:lnTo>
                      <a:pt x="1049" y="34178"/>
                    </a:lnTo>
                    <a:lnTo>
                      <a:pt x="1007" y="34011"/>
                    </a:lnTo>
                    <a:lnTo>
                      <a:pt x="882" y="33843"/>
                    </a:lnTo>
                    <a:lnTo>
                      <a:pt x="714" y="33717"/>
                    </a:lnTo>
                    <a:lnTo>
                      <a:pt x="504" y="33675"/>
                    </a:lnTo>
                    <a:close/>
                    <a:moveTo>
                      <a:pt x="267677" y="39001"/>
                    </a:moveTo>
                    <a:lnTo>
                      <a:pt x="267509" y="39043"/>
                    </a:lnTo>
                    <a:lnTo>
                      <a:pt x="267341" y="39127"/>
                    </a:lnTo>
                    <a:lnTo>
                      <a:pt x="267215" y="39295"/>
                    </a:lnTo>
                    <a:lnTo>
                      <a:pt x="267173" y="39462"/>
                    </a:lnTo>
                    <a:lnTo>
                      <a:pt x="267173" y="39672"/>
                    </a:lnTo>
                    <a:lnTo>
                      <a:pt x="267257" y="39840"/>
                    </a:lnTo>
                    <a:lnTo>
                      <a:pt x="268222" y="41014"/>
                    </a:lnTo>
                    <a:lnTo>
                      <a:pt x="269144" y="42230"/>
                    </a:lnTo>
                    <a:lnTo>
                      <a:pt x="269228" y="42356"/>
                    </a:lnTo>
                    <a:lnTo>
                      <a:pt x="269312" y="42398"/>
                    </a:lnTo>
                    <a:lnTo>
                      <a:pt x="269438" y="42440"/>
                    </a:lnTo>
                    <a:lnTo>
                      <a:pt x="269690" y="42440"/>
                    </a:lnTo>
                    <a:lnTo>
                      <a:pt x="269857" y="42356"/>
                    </a:lnTo>
                    <a:lnTo>
                      <a:pt x="269983" y="42188"/>
                    </a:lnTo>
                    <a:lnTo>
                      <a:pt x="270025" y="42020"/>
                    </a:lnTo>
                    <a:lnTo>
                      <a:pt x="270025" y="41811"/>
                    </a:lnTo>
                    <a:lnTo>
                      <a:pt x="269941" y="41643"/>
                    </a:lnTo>
                    <a:lnTo>
                      <a:pt x="269019" y="40427"/>
                    </a:lnTo>
                    <a:lnTo>
                      <a:pt x="268054" y="39211"/>
                    </a:lnTo>
                    <a:lnTo>
                      <a:pt x="267970" y="39127"/>
                    </a:lnTo>
                    <a:lnTo>
                      <a:pt x="267886" y="39085"/>
                    </a:lnTo>
                    <a:lnTo>
                      <a:pt x="267677" y="39001"/>
                    </a:lnTo>
                    <a:close/>
                    <a:moveTo>
                      <a:pt x="504" y="39798"/>
                    </a:moveTo>
                    <a:lnTo>
                      <a:pt x="336" y="39840"/>
                    </a:lnTo>
                    <a:lnTo>
                      <a:pt x="169" y="39924"/>
                    </a:lnTo>
                    <a:lnTo>
                      <a:pt x="43" y="40091"/>
                    </a:lnTo>
                    <a:lnTo>
                      <a:pt x="1" y="40301"/>
                    </a:lnTo>
                    <a:lnTo>
                      <a:pt x="1" y="43362"/>
                    </a:lnTo>
                    <a:lnTo>
                      <a:pt x="43" y="43530"/>
                    </a:lnTo>
                    <a:lnTo>
                      <a:pt x="169" y="43698"/>
                    </a:lnTo>
                    <a:lnTo>
                      <a:pt x="336" y="43824"/>
                    </a:lnTo>
                    <a:lnTo>
                      <a:pt x="504" y="43866"/>
                    </a:lnTo>
                    <a:lnTo>
                      <a:pt x="714" y="43824"/>
                    </a:lnTo>
                    <a:lnTo>
                      <a:pt x="882" y="43698"/>
                    </a:lnTo>
                    <a:lnTo>
                      <a:pt x="1007" y="43530"/>
                    </a:lnTo>
                    <a:lnTo>
                      <a:pt x="1049" y="43362"/>
                    </a:lnTo>
                    <a:lnTo>
                      <a:pt x="1049" y="40301"/>
                    </a:lnTo>
                    <a:lnTo>
                      <a:pt x="1007" y="40091"/>
                    </a:lnTo>
                    <a:lnTo>
                      <a:pt x="882" y="39924"/>
                    </a:lnTo>
                    <a:lnTo>
                      <a:pt x="714" y="39840"/>
                    </a:lnTo>
                    <a:lnTo>
                      <a:pt x="504" y="39798"/>
                    </a:lnTo>
                    <a:close/>
                    <a:moveTo>
                      <a:pt x="271325" y="43907"/>
                    </a:moveTo>
                    <a:lnTo>
                      <a:pt x="271157" y="43949"/>
                    </a:lnTo>
                    <a:lnTo>
                      <a:pt x="271032" y="43991"/>
                    </a:lnTo>
                    <a:lnTo>
                      <a:pt x="270906" y="44159"/>
                    </a:lnTo>
                    <a:lnTo>
                      <a:pt x="270822" y="44327"/>
                    </a:lnTo>
                    <a:lnTo>
                      <a:pt x="270822" y="44537"/>
                    </a:lnTo>
                    <a:lnTo>
                      <a:pt x="270906" y="44704"/>
                    </a:lnTo>
                    <a:lnTo>
                      <a:pt x="271744" y="45962"/>
                    </a:lnTo>
                    <a:lnTo>
                      <a:pt x="272583" y="47220"/>
                    </a:lnTo>
                    <a:lnTo>
                      <a:pt x="272667" y="47346"/>
                    </a:lnTo>
                    <a:lnTo>
                      <a:pt x="272751" y="47430"/>
                    </a:lnTo>
                    <a:lnTo>
                      <a:pt x="272877" y="47472"/>
                    </a:lnTo>
                    <a:lnTo>
                      <a:pt x="273128" y="47472"/>
                    </a:lnTo>
                    <a:lnTo>
                      <a:pt x="273296" y="47388"/>
                    </a:lnTo>
                    <a:lnTo>
                      <a:pt x="273422" y="47262"/>
                    </a:lnTo>
                    <a:lnTo>
                      <a:pt x="273506" y="47095"/>
                    </a:lnTo>
                    <a:lnTo>
                      <a:pt x="273506" y="46885"/>
                    </a:lnTo>
                    <a:lnTo>
                      <a:pt x="273422" y="46675"/>
                    </a:lnTo>
                    <a:lnTo>
                      <a:pt x="272583" y="45417"/>
                    </a:lnTo>
                    <a:lnTo>
                      <a:pt x="271744" y="44117"/>
                    </a:lnTo>
                    <a:lnTo>
                      <a:pt x="271661" y="44033"/>
                    </a:lnTo>
                    <a:lnTo>
                      <a:pt x="271535" y="43991"/>
                    </a:lnTo>
                    <a:lnTo>
                      <a:pt x="271451" y="43949"/>
                    </a:lnTo>
                    <a:lnTo>
                      <a:pt x="271325" y="43907"/>
                    </a:lnTo>
                    <a:close/>
                    <a:moveTo>
                      <a:pt x="196680" y="47807"/>
                    </a:moveTo>
                    <a:lnTo>
                      <a:pt x="196512" y="47849"/>
                    </a:lnTo>
                    <a:lnTo>
                      <a:pt x="196344" y="47933"/>
                    </a:lnTo>
                    <a:lnTo>
                      <a:pt x="196218" y="48101"/>
                    </a:lnTo>
                    <a:lnTo>
                      <a:pt x="196176" y="48311"/>
                    </a:lnTo>
                    <a:lnTo>
                      <a:pt x="196218" y="48520"/>
                    </a:lnTo>
                    <a:lnTo>
                      <a:pt x="196344" y="48646"/>
                    </a:lnTo>
                    <a:lnTo>
                      <a:pt x="196512" y="48772"/>
                    </a:lnTo>
                    <a:lnTo>
                      <a:pt x="196680" y="48814"/>
                    </a:lnTo>
                    <a:lnTo>
                      <a:pt x="199741" y="48814"/>
                    </a:lnTo>
                    <a:lnTo>
                      <a:pt x="199951" y="48772"/>
                    </a:lnTo>
                    <a:lnTo>
                      <a:pt x="200118" y="48688"/>
                    </a:lnTo>
                    <a:lnTo>
                      <a:pt x="200202" y="48520"/>
                    </a:lnTo>
                    <a:lnTo>
                      <a:pt x="200244" y="48311"/>
                    </a:lnTo>
                    <a:lnTo>
                      <a:pt x="200202" y="48101"/>
                    </a:lnTo>
                    <a:lnTo>
                      <a:pt x="200118" y="47975"/>
                    </a:lnTo>
                    <a:lnTo>
                      <a:pt x="199951" y="47849"/>
                    </a:lnTo>
                    <a:lnTo>
                      <a:pt x="199741" y="47807"/>
                    </a:lnTo>
                    <a:close/>
                    <a:moveTo>
                      <a:pt x="193660" y="47807"/>
                    </a:moveTo>
                    <a:lnTo>
                      <a:pt x="190599" y="47849"/>
                    </a:lnTo>
                    <a:lnTo>
                      <a:pt x="190389" y="47891"/>
                    </a:lnTo>
                    <a:lnTo>
                      <a:pt x="190221" y="48017"/>
                    </a:lnTo>
                    <a:lnTo>
                      <a:pt x="190138" y="48185"/>
                    </a:lnTo>
                    <a:lnTo>
                      <a:pt x="190096" y="48353"/>
                    </a:lnTo>
                    <a:lnTo>
                      <a:pt x="190138" y="48562"/>
                    </a:lnTo>
                    <a:lnTo>
                      <a:pt x="190221" y="48730"/>
                    </a:lnTo>
                    <a:lnTo>
                      <a:pt x="190389" y="48814"/>
                    </a:lnTo>
                    <a:lnTo>
                      <a:pt x="190599" y="48856"/>
                    </a:lnTo>
                    <a:lnTo>
                      <a:pt x="193660" y="48814"/>
                    </a:lnTo>
                    <a:lnTo>
                      <a:pt x="193828" y="48772"/>
                    </a:lnTo>
                    <a:lnTo>
                      <a:pt x="193996" y="48688"/>
                    </a:lnTo>
                    <a:lnTo>
                      <a:pt x="194121" y="48520"/>
                    </a:lnTo>
                    <a:lnTo>
                      <a:pt x="194163" y="48311"/>
                    </a:lnTo>
                    <a:lnTo>
                      <a:pt x="194121" y="48101"/>
                    </a:lnTo>
                    <a:lnTo>
                      <a:pt x="193996" y="47975"/>
                    </a:lnTo>
                    <a:lnTo>
                      <a:pt x="193828" y="47849"/>
                    </a:lnTo>
                    <a:lnTo>
                      <a:pt x="193660" y="47807"/>
                    </a:lnTo>
                    <a:close/>
                    <a:moveTo>
                      <a:pt x="202802" y="47849"/>
                    </a:moveTo>
                    <a:lnTo>
                      <a:pt x="202592" y="47891"/>
                    </a:lnTo>
                    <a:lnTo>
                      <a:pt x="202467" y="47975"/>
                    </a:lnTo>
                    <a:lnTo>
                      <a:pt x="202341" y="48143"/>
                    </a:lnTo>
                    <a:lnTo>
                      <a:pt x="202299" y="48353"/>
                    </a:lnTo>
                    <a:lnTo>
                      <a:pt x="202341" y="48520"/>
                    </a:lnTo>
                    <a:lnTo>
                      <a:pt x="202425" y="48688"/>
                    </a:lnTo>
                    <a:lnTo>
                      <a:pt x="202592" y="48814"/>
                    </a:lnTo>
                    <a:lnTo>
                      <a:pt x="202802" y="48856"/>
                    </a:lnTo>
                    <a:lnTo>
                      <a:pt x="205863" y="48898"/>
                    </a:lnTo>
                    <a:lnTo>
                      <a:pt x="206031" y="48856"/>
                    </a:lnTo>
                    <a:lnTo>
                      <a:pt x="206199" y="48772"/>
                    </a:lnTo>
                    <a:lnTo>
                      <a:pt x="206325" y="48604"/>
                    </a:lnTo>
                    <a:lnTo>
                      <a:pt x="206367" y="48395"/>
                    </a:lnTo>
                    <a:lnTo>
                      <a:pt x="206325" y="48227"/>
                    </a:lnTo>
                    <a:lnTo>
                      <a:pt x="206241" y="48059"/>
                    </a:lnTo>
                    <a:lnTo>
                      <a:pt x="206073" y="47933"/>
                    </a:lnTo>
                    <a:lnTo>
                      <a:pt x="205863" y="47891"/>
                    </a:lnTo>
                    <a:lnTo>
                      <a:pt x="202802" y="47849"/>
                    </a:lnTo>
                    <a:close/>
                    <a:moveTo>
                      <a:pt x="187538" y="47891"/>
                    </a:moveTo>
                    <a:lnTo>
                      <a:pt x="184476" y="47975"/>
                    </a:lnTo>
                    <a:lnTo>
                      <a:pt x="184267" y="48017"/>
                    </a:lnTo>
                    <a:lnTo>
                      <a:pt x="184141" y="48143"/>
                    </a:lnTo>
                    <a:lnTo>
                      <a:pt x="184015" y="48311"/>
                    </a:lnTo>
                    <a:lnTo>
                      <a:pt x="183973" y="48520"/>
                    </a:lnTo>
                    <a:lnTo>
                      <a:pt x="184015" y="48688"/>
                    </a:lnTo>
                    <a:lnTo>
                      <a:pt x="184141" y="48856"/>
                    </a:lnTo>
                    <a:lnTo>
                      <a:pt x="184308" y="48982"/>
                    </a:lnTo>
                    <a:lnTo>
                      <a:pt x="184476" y="49024"/>
                    </a:lnTo>
                    <a:lnTo>
                      <a:pt x="184518" y="49024"/>
                    </a:lnTo>
                    <a:lnTo>
                      <a:pt x="187538" y="48940"/>
                    </a:lnTo>
                    <a:lnTo>
                      <a:pt x="187747" y="48898"/>
                    </a:lnTo>
                    <a:lnTo>
                      <a:pt x="187915" y="48772"/>
                    </a:lnTo>
                    <a:lnTo>
                      <a:pt x="187999" y="48604"/>
                    </a:lnTo>
                    <a:lnTo>
                      <a:pt x="188041" y="48395"/>
                    </a:lnTo>
                    <a:lnTo>
                      <a:pt x="187999" y="48227"/>
                    </a:lnTo>
                    <a:lnTo>
                      <a:pt x="187915" y="48059"/>
                    </a:lnTo>
                    <a:lnTo>
                      <a:pt x="187747" y="47933"/>
                    </a:lnTo>
                    <a:lnTo>
                      <a:pt x="187538" y="47891"/>
                    </a:lnTo>
                    <a:close/>
                    <a:moveTo>
                      <a:pt x="208925" y="47975"/>
                    </a:moveTo>
                    <a:lnTo>
                      <a:pt x="208715" y="48017"/>
                    </a:lnTo>
                    <a:lnTo>
                      <a:pt x="208547" y="48101"/>
                    </a:lnTo>
                    <a:lnTo>
                      <a:pt x="208463" y="48269"/>
                    </a:lnTo>
                    <a:lnTo>
                      <a:pt x="208380" y="48478"/>
                    </a:lnTo>
                    <a:lnTo>
                      <a:pt x="208422" y="48646"/>
                    </a:lnTo>
                    <a:lnTo>
                      <a:pt x="208547" y="48814"/>
                    </a:lnTo>
                    <a:lnTo>
                      <a:pt x="208715" y="48940"/>
                    </a:lnTo>
                    <a:lnTo>
                      <a:pt x="208883" y="48982"/>
                    </a:lnTo>
                    <a:lnTo>
                      <a:pt x="211944" y="49107"/>
                    </a:lnTo>
                    <a:lnTo>
                      <a:pt x="212154" y="49066"/>
                    </a:lnTo>
                    <a:lnTo>
                      <a:pt x="212322" y="48940"/>
                    </a:lnTo>
                    <a:lnTo>
                      <a:pt x="212405" y="48772"/>
                    </a:lnTo>
                    <a:lnTo>
                      <a:pt x="212489" y="48604"/>
                    </a:lnTo>
                    <a:lnTo>
                      <a:pt x="212447" y="48395"/>
                    </a:lnTo>
                    <a:lnTo>
                      <a:pt x="212322" y="48227"/>
                    </a:lnTo>
                    <a:lnTo>
                      <a:pt x="212196" y="48101"/>
                    </a:lnTo>
                    <a:lnTo>
                      <a:pt x="211986" y="48059"/>
                    </a:lnTo>
                    <a:lnTo>
                      <a:pt x="208925" y="47975"/>
                    </a:lnTo>
                    <a:close/>
                    <a:moveTo>
                      <a:pt x="181415" y="48101"/>
                    </a:moveTo>
                    <a:lnTo>
                      <a:pt x="178354" y="48227"/>
                    </a:lnTo>
                    <a:lnTo>
                      <a:pt x="178186" y="48269"/>
                    </a:lnTo>
                    <a:lnTo>
                      <a:pt x="178018" y="48395"/>
                    </a:lnTo>
                    <a:lnTo>
                      <a:pt x="177934" y="48562"/>
                    </a:lnTo>
                    <a:lnTo>
                      <a:pt x="177892" y="48730"/>
                    </a:lnTo>
                    <a:lnTo>
                      <a:pt x="177934" y="48940"/>
                    </a:lnTo>
                    <a:lnTo>
                      <a:pt x="178060" y="49107"/>
                    </a:lnTo>
                    <a:lnTo>
                      <a:pt x="178186" y="49191"/>
                    </a:lnTo>
                    <a:lnTo>
                      <a:pt x="178396" y="49233"/>
                    </a:lnTo>
                    <a:lnTo>
                      <a:pt x="178437" y="49233"/>
                    </a:lnTo>
                    <a:lnTo>
                      <a:pt x="181457" y="49107"/>
                    </a:lnTo>
                    <a:lnTo>
                      <a:pt x="181667" y="49066"/>
                    </a:lnTo>
                    <a:lnTo>
                      <a:pt x="181834" y="48940"/>
                    </a:lnTo>
                    <a:lnTo>
                      <a:pt x="181918" y="48772"/>
                    </a:lnTo>
                    <a:lnTo>
                      <a:pt x="181960" y="48562"/>
                    </a:lnTo>
                    <a:lnTo>
                      <a:pt x="181918" y="48395"/>
                    </a:lnTo>
                    <a:lnTo>
                      <a:pt x="181792" y="48227"/>
                    </a:lnTo>
                    <a:lnTo>
                      <a:pt x="181625" y="48143"/>
                    </a:lnTo>
                    <a:lnTo>
                      <a:pt x="181457" y="48101"/>
                    </a:lnTo>
                    <a:close/>
                    <a:moveTo>
                      <a:pt x="215005" y="48185"/>
                    </a:moveTo>
                    <a:lnTo>
                      <a:pt x="214838" y="48227"/>
                    </a:lnTo>
                    <a:lnTo>
                      <a:pt x="214670" y="48353"/>
                    </a:lnTo>
                    <a:lnTo>
                      <a:pt x="214544" y="48478"/>
                    </a:lnTo>
                    <a:lnTo>
                      <a:pt x="214502" y="48688"/>
                    </a:lnTo>
                    <a:lnTo>
                      <a:pt x="214544" y="48898"/>
                    </a:lnTo>
                    <a:lnTo>
                      <a:pt x="214628" y="49024"/>
                    </a:lnTo>
                    <a:lnTo>
                      <a:pt x="214796" y="49149"/>
                    </a:lnTo>
                    <a:lnTo>
                      <a:pt x="215005" y="49191"/>
                    </a:lnTo>
                    <a:lnTo>
                      <a:pt x="218025" y="49359"/>
                    </a:lnTo>
                    <a:lnTo>
                      <a:pt x="218067" y="49359"/>
                    </a:lnTo>
                    <a:lnTo>
                      <a:pt x="218276" y="49317"/>
                    </a:lnTo>
                    <a:lnTo>
                      <a:pt x="218402" y="49233"/>
                    </a:lnTo>
                    <a:lnTo>
                      <a:pt x="218528" y="49066"/>
                    </a:lnTo>
                    <a:lnTo>
                      <a:pt x="218570" y="48856"/>
                    </a:lnTo>
                    <a:lnTo>
                      <a:pt x="218528" y="48688"/>
                    </a:lnTo>
                    <a:lnTo>
                      <a:pt x="218444" y="48520"/>
                    </a:lnTo>
                    <a:lnTo>
                      <a:pt x="218276" y="48395"/>
                    </a:lnTo>
                    <a:lnTo>
                      <a:pt x="218109" y="48353"/>
                    </a:lnTo>
                    <a:lnTo>
                      <a:pt x="215047" y="48185"/>
                    </a:lnTo>
                    <a:close/>
                    <a:moveTo>
                      <a:pt x="175334" y="48353"/>
                    </a:moveTo>
                    <a:lnTo>
                      <a:pt x="172273" y="48520"/>
                    </a:lnTo>
                    <a:lnTo>
                      <a:pt x="172063" y="48562"/>
                    </a:lnTo>
                    <a:lnTo>
                      <a:pt x="171937" y="48688"/>
                    </a:lnTo>
                    <a:lnTo>
                      <a:pt x="171812" y="48856"/>
                    </a:lnTo>
                    <a:lnTo>
                      <a:pt x="171812" y="49066"/>
                    </a:lnTo>
                    <a:lnTo>
                      <a:pt x="171854" y="49233"/>
                    </a:lnTo>
                    <a:lnTo>
                      <a:pt x="171937" y="49401"/>
                    </a:lnTo>
                    <a:lnTo>
                      <a:pt x="172105" y="49485"/>
                    </a:lnTo>
                    <a:lnTo>
                      <a:pt x="172315" y="49527"/>
                    </a:lnTo>
                    <a:lnTo>
                      <a:pt x="175376" y="49359"/>
                    </a:lnTo>
                    <a:lnTo>
                      <a:pt x="175586" y="49317"/>
                    </a:lnTo>
                    <a:lnTo>
                      <a:pt x="175712" y="49191"/>
                    </a:lnTo>
                    <a:lnTo>
                      <a:pt x="175837" y="49024"/>
                    </a:lnTo>
                    <a:lnTo>
                      <a:pt x="175837" y="48856"/>
                    </a:lnTo>
                    <a:lnTo>
                      <a:pt x="175796" y="48646"/>
                    </a:lnTo>
                    <a:lnTo>
                      <a:pt x="175712" y="48478"/>
                    </a:lnTo>
                    <a:lnTo>
                      <a:pt x="175544" y="48395"/>
                    </a:lnTo>
                    <a:lnTo>
                      <a:pt x="175376" y="48353"/>
                    </a:lnTo>
                    <a:close/>
                    <a:moveTo>
                      <a:pt x="220918" y="48520"/>
                    </a:moveTo>
                    <a:lnTo>
                      <a:pt x="220751" y="48646"/>
                    </a:lnTo>
                    <a:lnTo>
                      <a:pt x="220667" y="48772"/>
                    </a:lnTo>
                    <a:lnTo>
                      <a:pt x="220625" y="48982"/>
                    </a:lnTo>
                    <a:lnTo>
                      <a:pt x="220625" y="49191"/>
                    </a:lnTo>
                    <a:lnTo>
                      <a:pt x="220751" y="49359"/>
                    </a:lnTo>
                    <a:lnTo>
                      <a:pt x="220876" y="49485"/>
                    </a:lnTo>
                    <a:lnTo>
                      <a:pt x="221086" y="49527"/>
                    </a:lnTo>
                    <a:lnTo>
                      <a:pt x="224147" y="49695"/>
                    </a:lnTo>
                    <a:lnTo>
                      <a:pt x="224357" y="49653"/>
                    </a:lnTo>
                    <a:lnTo>
                      <a:pt x="224525" y="49569"/>
                    </a:lnTo>
                    <a:lnTo>
                      <a:pt x="224609" y="49401"/>
                    </a:lnTo>
                    <a:lnTo>
                      <a:pt x="224693" y="49233"/>
                    </a:lnTo>
                    <a:lnTo>
                      <a:pt x="224651" y="49024"/>
                    </a:lnTo>
                    <a:lnTo>
                      <a:pt x="224567" y="48856"/>
                    </a:lnTo>
                    <a:lnTo>
                      <a:pt x="224399" y="48730"/>
                    </a:lnTo>
                    <a:lnTo>
                      <a:pt x="224189" y="48688"/>
                    </a:lnTo>
                    <a:lnTo>
                      <a:pt x="221128" y="48520"/>
                    </a:lnTo>
                    <a:close/>
                    <a:moveTo>
                      <a:pt x="504" y="45878"/>
                    </a:moveTo>
                    <a:lnTo>
                      <a:pt x="336" y="45920"/>
                    </a:lnTo>
                    <a:lnTo>
                      <a:pt x="169" y="46046"/>
                    </a:lnTo>
                    <a:lnTo>
                      <a:pt x="43" y="46214"/>
                    </a:lnTo>
                    <a:lnTo>
                      <a:pt x="1" y="46382"/>
                    </a:lnTo>
                    <a:lnTo>
                      <a:pt x="1" y="49443"/>
                    </a:lnTo>
                    <a:lnTo>
                      <a:pt x="43" y="49653"/>
                    </a:lnTo>
                    <a:lnTo>
                      <a:pt x="169" y="49820"/>
                    </a:lnTo>
                    <a:lnTo>
                      <a:pt x="336" y="49904"/>
                    </a:lnTo>
                    <a:lnTo>
                      <a:pt x="504" y="49946"/>
                    </a:lnTo>
                    <a:lnTo>
                      <a:pt x="714" y="49904"/>
                    </a:lnTo>
                    <a:lnTo>
                      <a:pt x="882" y="49820"/>
                    </a:lnTo>
                    <a:lnTo>
                      <a:pt x="1007" y="49653"/>
                    </a:lnTo>
                    <a:lnTo>
                      <a:pt x="1049" y="49443"/>
                    </a:lnTo>
                    <a:lnTo>
                      <a:pt x="1049" y="46382"/>
                    </a:lnTo>
                    <a:lnTo>
                      <a:pt x="1007" y="46214"/>
                    </a:lnTo>
                    <a:lnTo>
                      <a:pt x="882" y="46046"/>
                    </a:lnTo>
                    <a:lnTo>
                      <a:pt x="714" y="45920"/>
                    </a:lnTo>
                    <a:lnTo>
                      <a:pt x="504" y="45878"/>
                    </a:lnTo>
                    <a:close/>
                    <a:moveTo>
                      <a:pt x="169254" y="48688"/>
                    </a:moveTo>
                    <a:lnTo>
                      <a:pt x="169212" y="48730"/>
                    </a:lnTo>
                    <a:lnTo>
                      <a:pt x="166192" y="48898"/>
                    </a:lnTo>
                    <a:lnTo>
                      <a:pt x="165983" y="48982"/>
                    </a:lnTo>
                    <a:lnTo>
                      <a:pt x="165815" y="49107"/>
                    </a:lnTo>
                    <a:lnTo>
                      <a:pt x="165731" y="49275"/>
                    </a:lnTo>
                    <a:lnTo>
                      <a:pt x="165689" y="49443"/>
                    </a:lnTo>
                    <a:lnTo>
                      <a:pt x="165773" y="49653"/>
                    </a:lnTo>
                    <a:lnTo>
                      <a:pt x="165857" y="49778"/>
                    </a:lnTo>
                    <a:lnTo>
                      <a:pt x="166025" y="49904"/>
                    </a:lnTo>
                    <a:lnTo>
                      <a:pt x="166192" y="49946"/>
                    </a:lnTo>
                    <a:lnTo>
                      <a:pt x="166234" y="49946"/>
                    </a:lnTo>
                    <a:lnTo>
                      <a:pt x="169295" y="49737"/>
                    </a:lnTo>
                    <a:lnTo>
                      <a:pt x="169463" y="49653"/>
                    </a:lnTo>
                    <a:lnTo>
                      <a:pt x="169631" y="49569"/>
                    </a:lnTo>
                    <a:lnTo>
                      <a:pt x="169757" y="49401"/>
                    </a:lnTo>
                    <a:lnTo>
                      <a:pt x="169757" y="49191"/>
                    </a:lnTo>
                    <a:lnTo>
                      <a:pt x="169715" y="48982"/>
                    </a:lnTo>
                    <a:lnTo>
                      <a:pt x="169589" y="48856"/>
                    </a:lnTo>
                    <a:lnTo>
                      <a:pt x="169463" y="48730"/>
                    </a:lnTo>
                    <a:lnTo>
                      <a:pt x="169254" y="48688"/>
                    </a:lnTo>
                    <a:close/>
                    <a:moveTo>
                      <a:pt x="227209" y="48898"/>
                    </a:moveTo>
                    <a:lnTo>
                      <a:pt x="227041" y="48940"/>
                    </a:lnTo>
                    <a:lnTo>
                      <a:pt x="226873" y="49024"/>
                    </a:lnTo>
                    <a:lnTo>
                      <a:pt x="226747" y="49191"/>
                    </a:lnTo>
                    <a:lnTo>
                      <a:pt x="226705" y="49359"/>
                    </a:lnTo>
                    <a:lnTo>
                      <a:pt x="226747" y="49569"/>
                    </a:lnTo>
                    <a:lnTo>
                      <a:pt x="226831" y="49737"/>
                    </a:lnTo>
                    <a:lnTo>
                      <a:pt x="226999" y="49862"/>
                    </a:lnTo>
                    <a:lnTo>
                      <a:pt x="227167" y="49904"/>
                    </a:lnTo>
                    <a:lnTo>
                      <a:pt x="230228" y="50156"/>
                    </a:lnTo>
                    <a:lnTo>
                      <a:pt x="230270" y="50156"/>
                    </a:lnTo>
                    <a:lnTo>
                      <a:pt x="230438" y="50114"/>
                    </a:lnTo>
                    <a:lnTo>
                      <a:pt x="230606" y="49988"/>
                    </a:lnTo>
                    <a:lnTo>
                      <a:pt x="230731" y="49862"/>
                    </a:lnTo>
                    <a:lnTo>
                      <a:pt x="230773" y="49653"/>
                    </a:lnTo>
                    <a:lnTo>
                      <a:pt x="230731" y="49485"/>
                    </a:lnTo>
                    <a:lnTo>
                      <a:pt x="230647" y="49317"/>
                    </a:lnTo>
                    <a:lnTo>
                      <a:pt x="230480" y="49191"/>
                    </a:lnTo>
                    <a:lnTo>
                      <a:pt x="230312" y="49107"/>
                    </a:lnTo>
                    <a:lnTo>
                      <a:pt x="227251" y="48898"/>
                    </a:lnTo>
                    <a:close/>
                    <a:moveTo>
                      <a:pt x="163131" y="49149"/>
                    </a:moveTo>
                    <a:lnTo>
                      <a:pt x="160070" y="49401"/>
                    </a:lnTo>
                    <a:lnTo>
                      <a:pt x="159902" y="49443"/>
                    </a:lnTo>
                    <a:lnTo>
                      <a:pt x="159734" y="49569"/>
                    </a:lnTo>
                    <a:lnTo>
                      <a:pt x="159650" y="49737"/>
                    </a:lnTo>
                    <a:lnTo>
                      <a:pt x="159608" y="49946"/>
                    </a:lnTo>
                    <a:lnTo>
                      <a:pt x="159692" y="50114"/>
                    </a:lnTo>
                    <a:lnTo>
                      <a:pt x="159776" y="50282"/>
                    </a:lnTo>
                    <a:lnTo>
                      <a:pt x="159944" y="50366"/>
                    </a:lnTo>
                    <a:lnTo>
                      <a:pt x="160112" y="50407"/>
                    </a:lnTo>
                    <a:lnTo>
                      <a:pt x="160154" y="50407"/>
                    </a:lnTo>
                    <a:lnTo>
                      <a:pt x="163215" y="50156"/>
                    </a:lnTo>
                    <a:lnTo>
                      <a:pt x="163383" y="50114"/>
                    </a:lnTo>
                    <a:lnTo>
                      <a:pt x="163550" y="49988"/>
                    </a:lnTo>
                    <a:lnTo>
                      <a:pt x="163634" y="49820"/>
                    </a:lnTo>
                    <a:lnTo>
                      <a:pt x="163676" y="49611"/>
                    </a:lnTo>
                    <a:lnTo>
                      <a:pt x="163634" y="49401"/>
                    </a:lnTo>
                    <a:lnTo>
                      <a:pt x="163508" y="49275"/>
                    </a:lnTo>
                    <a:lnTo>
                      <a:pt x="163341" y="49191"/>
                    </a:lnTo>
                    <a:lnTo>
                      <a:pt x="163173" y="49149"/>
                    </a:lnTo>
                    <a:close/>
                    <a:moveTo>
                      <a:pt x="233289" y="49359"/>
                    </a:moveTo>
                    <a:lnTo>
                      <a:pt x="233122" y="49401"/>
                    </a:lnTo>
                    <a:lnTo>
                      <a:pt x="232954" y="49485"/>
                    </a:lnTo>
                    <a:lnTo>
                      <a:pt x="232870" y="49653"/>
                    </a:lnTo>
                    <a:lnTo>
                      <a:pt x="232786" y="49820"/>
                    </a:lnTo>
                    <a:lnTo>
                      <a:pt x="232828" y="50030"/>
                    </a:lnTo>
                    <a:lnTo>
                      <a:pt x="232912" y="50198"/>
                    </a:lnTo>
                    <a:lnTo>
                      <a:pt x="233080" y="50324"/>
                    </a:lnTo>
                    <a:lnTo>
                      <a:pt x="233247" y="50366"/>
                    </a:lnTo>
                    <a:lnTo>
                      <a:pt x="236309" y="50659"/>
                    </a:lnTo>
                    <a:lnTo>
                      <a:pt x="236351" y="50659"/>
                    </a:lnTo>
                    <a:lnTo>
                      <a:pt x="236518" y="50617"/>
                    </a:lnTo>
                    <a:lnTo>
                      <a:pt x="236686" y="50533"/>
                    </a:lnTo>
                    <a:lnTo>
                      <a:pt x="236812" y="50366"/>
                    </a:lnTo>
                    <a:lnTo>
                      <a:pt x="236854" y="50198"/>
                    </a:lnTo>
                    <a:lnTo>
                      <a:pt x="236854" y="49988"/>
                    </a:lnTo>
                    <a:lnTo>
                      <a:pt x="236728" y="49820"/>
                    </a:lnTo>
                    <a:lnTo>
                      <a:pt x="236602" y="49695"/>
                    </a:lnTo>
                    <a:lnTo>
                      <a:pt x="236393" y="49653"/>
                    </a:lnTo>
                    <a:lnTo>
                      <a:pt x="233331" y="49359"/>
                    </a:lnTo>
                    <a:close/>
                    <a:moveTo>
                      <a:pt x="157050" y="49653"/>
                    </a:moveTo>
                    <a:lnTo>
                      <a:pt x="153989" y="49904"/>
                    </a:lnTo>
                    <a:lnTo>
                      <a:pt x="153821" y="49988"/>
                    </a:lnTo>
                    <a:lnTo>
                      <a:pt x="153653" y="50114"/>
                    </a:lnTo>
                    <a:lnTo>
                      <a:pt x="153570" y="50282"/>
                    </a:lnTo>
                    <a:lnTo>
                      <a:pt x="153528" y="50449"/>
                    </a:lnTo>
                    <a:lnTo>
                      <a:pt x="153612" y="50659"/>
                    </a:lnTo>
                    <a:lnTo>
                      <a:pt x="153695" y="50785"/>
                    </a:lnTo>
                    <a:lnTo>
                      <a:pt x="153863" y="50911"/>
                    </a:lnTo>
                    <a:lnTo>
                      <a:pt x="154115" y="50911"/>
                    </a:lnTo>
                    <a:lnTo>
                      <a:pt x="157134" y="50659"/>
                    </a:lnTo>
                    <a:lnTo>
                      <a:pt x="157344" y="50575"/>
                    </a:lnTo>
                    <a:lnTo>
                      <a:pt x="157470" y="50491"/>
                    </a:lnTo>
                    <a:lnTo>
                      <a:pt x="157553" y="50282"/>
                    </a:lnTo>
                    <a:lnTo>
                      <a:pt x="157595" y="50114"/>
                    </a:lnTo>
                    <a:lnTo>
                      <a:pt x="157553" y="49904"/>
                    </a:lnTo>
                    <a:lnTo>
                      <a:pt x="157428" y="49778"/>
                    </a:lnTo>
                    <a:lnTo>
                      <a:pt x="157260" y="49653"/>
                    </a:lnTo>
                    <a:close/>
                    <a:moveTo>
                      <a:pt x="239202" y="49946"/>
                    </a:moveTo>
                    <a:lnTo>
                      <a:pt x="239035" y="50072"/>
                    </a:lnTo>
                    <a:lnTo>
                      <a:pt x="238951" y="50198"/>
                    </a:lnTo>
                    <a:lnTo>
                      <a:pt x="238909" y="50366"/>
                    </a:lnTo>
                    <a:lnTo>
                      <a:pt x="238909" y="50575"/>
                    </a:lnTo>
                    <a:lnTo>
                      <a:pt x="238993" y="50743"/>
                    </a:lnTo>
                    <a:lnTo>
                      <a:pt x="239160" y="50869"/>
                    </a:lnTo>
                    <a:lnTo>
                      <a:pt x="239328" y="50953"/>
                    </a:lnTo>
                    <a:lnTo>
                      <a:pt x="242389" y="51246"/>
                    </a:lnTo>
                    <a:lnTo>
                      <a:pt x="242431" y="51246"/>
                    </a:lnTo>
                    <a:lnTo>
                      <a:pt x="242599" y="51204"/>
                    </a:lnTo>
                    <a:lnTo>
                      <a:pt x="242767" y="51120"/>
                    </a:lnTo>
                    <a:lnTo>
                      <a:pt x="242893" y="50995"/>
                    </a:lnTo>
                    <a:lnTo>
                      <a:pt x="242935" y="50785"/>
                    </a:lnTo>
                    <a:lnTo>
                      <a:pt x="242935" y="50575"/>
                    </a:lnTo>
                    <a:lnTo>
                      <a:pt x="242851" y="50407"/>
                    </a:lnTo>
                    <a:lnTo>
                      <a:pt x="242683" y="50282"/>
                    </a:lnTo>
                    <a:lnTo>
                      <a:pt x="242473" y="50240"/>
                    </a:lnTo>
                    <a:lnTo>
                      <a:pt x="239454" y="49946"/>
                    </a:lnTo>
                    <a:close/>
                    <a:moveTo>
                      <a:pt x="150970" y="50198"/>
                    </a:moveTo>
                    <a:lnTo>
                      <a:pt x="147908" y="50491"/>
                    </a:lnTo>
                    <a:lnTo>
                      <a:pt x="147741" y="50575"/>
                    </a:lnTo>
                    <a:lnTo>
                      <a:pt x="147573" y="50701"/>
                    </a:lnTo>
                    <a:lnTo>
                      <a:pt x="147489" y="50869"/>
                    </a:lnTo>
                    <a:lnTo>
                      <a:pt x="147489" y="51078"/>
                    </a:lnTo>
                    <a:lnTo>
                      <a:pt x="147531" y="51246"/>
                    </a:lnTo>
                    <a:lnTo>
                      <a:pt x="147657" y="51372"/>
                    </a:lnTo>
                    <a:lnTo>
                      <a:pt x="147782" y="51498"/>
                    </a:lnTo>
                    <a:lnTo>
                      <a:pt x="147992" y="51540"/>
                    </a:lnTo>
                    <a:lnTo>
                      <a:pt x="148034" y="51540"/>
                    </a:lnTo>
                    <a:lnTo>
                      <a:pt x="151053" y="51204"/>
                    </a:lnTo>
                    <a:lnTo>
                      <a:pt x="151263" y="51162"/>
                    </a:lnTo>
                    <a:lnTo>
                      <a:pt x="151389" y="51037"/>
                    </a:lnTo>
                    <a:lnTo>
                      <a:pt x="151515" y="50869"/>
                    </a:lnTo>
                    <a:lnTo>
                      <a:pt x="151515" y="50659"/>
                    </a:lnTo>
                    <a:lnTo>
                      <a:pt x="151473" y="50491"/>
                    </a:lnTo>
                    <a:lnTo>
                      <a:pt x="151347" y="50324"/>
                    </a:lnTo>
                    <a:lnTo>
                      <a:pt x="151221" y="50240"/>
                    </a:lnTo>
                    <a:lnTo>
                      <a:pt x="151012" y="50198"/>
                    </a:lnTo>
                    <a:close/>
                    <a:moveTo>
                      <a:pt x="245283" y="50575"/>
                    </a:moveTo>
                    <a:lnTo>
                      <a:pt x="245115" y="50701"/>
                    </a:lnTo>
                    <a:lnTo>
                      <a:pt x="245031" y="50827"/>
                    </a:lnTo>
                    <a:lnTo>
                      <a:pt x="244989" y="50995"/>
                    </a:lnTo>
                    <a:lnTo>
                      <a:pt x="244989" y="51204"/>
                    </a:lnTo>
                    <a:lnTo>
                      <a:pt x="245073" y="51372"/>
                    </a:lnTo>
                    <a:lnTo>
                      <a:pt x="245241" y="51498"/>
                    </a:lnTo>
                    <a:lnTo>
                      <a:pt x="245409" y="51582"/>
                    </a:lnTo>
                    <a:lnTo>
                      <a:pt x="248470" y="51917"/>
                    </a:lnTo>
                    <a:lnTo>
                      <a:pt x="248512" y="51917"/>
                    </a:lnTo>
                    <a:lnTo>
                      <a:pt x="248680" y="51875"/>
                    </a:lnTo>
                    <a:lnTo>
                      <a:pt x="248848" y="51791"/>
                    </a:lnTo>
                    <a:lnTo>
                      <a:pt x="248973" y="51666"/>
                    </a:lnTo>
                    <a:lnTo>
                      <a:pt x="249015" y="51456"/>
                    </a:lnTo>
                    <a:lnTo>
                      <a:pt x="249015" y="51288"/>
                    </a:lnTo>
                    <a:lnTo>
                      <a:pt x="248931" y="51078"/>
                    </a:lnTo>
                    <a:lnTo>
                      <a:pt x="248764" y="50953"/>
                    </a:lnTo>
                    <a:lnTo>
                      <a:pt x="248554" y="50911"/>
                    </a:lnTo>
                    <a:lnTo>
                      <a:pt x="245535" y="50575"/>
                    </a:lnTo>
                    <a:close/>
                    <a:moveTo>
                      <a:pt x="144889" y="50827"/>
                    </a:moveTo>
                    <a:lnTo>
                      <a:pt x="141828" y="51162"/>
                    </a:lnTo>
                    <a:lnTo>
                      <a:pt x="141660" y="51204"/>
                    </a:lnTo>
                    <a:lnTo>
                      <a:pt x="141492" y="51330"/>
                    </a:lnTo>
                    <a:lnTo>
                      <a:pt x="141408" y="51498"/>
                    </a:lnTo>
                    <a:lnTo>
                      <a:pt x="141408" y="51707"/>
                    </a:lnTo>
                    <a:lnTo>
                      <a:pt x="141450" y="51875"/>
                    </a:lnTo>
                    <a:lnTo>
                      <a:pt x="141576" y="52043"/>
                    </a:lnTo>
                    <a:lnTo>
                      <a:pt x="141702" y="52127"/>
                    </a:lnTo>
                    <a:lnTo>
                      <a:pt x="141911" y="52169"/>
                    </a:lnTo>
                    <a:lnTo>
                      <a:pt x="141953" y="52169"/>
                    </a:lnTo>
                    <a:lnTo>
                      <a:pt x="144973" y="51833"/>
                    </a:lnTo>
                    <a:lnTo>
                      <a:pt x="145182" y="51791"/>
                    </a:lnTo>
                    <a:lnTo>
                      <a:pt x="145350" y="51666"/>
                    </a:lnTo>
                    <a:lnTo>
                      <a:pt x="145434" y="51498"/>
                    </a:lnTo>
                    <a:lnTo>
                      <a:pt x="145434" y="51288"/>
                    </a:lnTo>
                    <a:lnTo>
                      <a:pt x="145392" y="51078"/>
                    </a:lnTo>
                    <a:lnTo>
                      <a:pt x="145266" y="50953"/>
                    </a:lnTo>
                    <a:lnTo>
                      <a:pt x="145099" y="50869"/>
                    </a:lnTo>
                    <a:lnTo>
                      <a:pt x="144931" y="50827"/>
                    </a:lnTo>
                    <a:close/>
                    <a:moveTo>
                      <a:pt x="251364" y="51288"/>
                    </a:moveTo>
                    <a:lnTo>
                      <a:pt x="251196" y="51414"/>
                    </a:lnTo>
                    <a:lnTo>
                      <a:pt x="251112" y="51540"/>
                    </a:lnTo>
                    <a:lnTo>
                      <a:pt x="251028" y="51707"/>
                    </a:lnTo>
                    <a:lnTo>
                      <a:pt x="251070" y="51917"/>
                    </a:lnTo>
                    <a:lnTo>
                      <a:pt x="251154" y="52085"/>
                    </a:lnTo>
                    <a:lnTo>
                      <a:pt x="251280" y="52211"/>
                    </a:lnTo>
                    <a:lnTo>
                      <a:pt x="251490" y="52295"/>
                    </a:lnTo>
                    <a:lnTo>
                      <a:pt x="254509" y="52672"/>
                    </a:lnTo>
                    <a:lnTo>
                      <a:pt x="254593" y="52672"/>
                    </a:lnTo>
                    <a:lnTo>
                      <a:pt x="254760" y="52630"/>
                    </a:lnTo>
                    <a:lnTo>
                      <a:pt x="254928" y="52546"/>
                    </a:lnTo>
                    <a:lnTo>
                      <a:pt x="255012" y="52420"/>
                    </a:lnTo>
                    <a:lnTo>
                      <a:pt x="255096" y="52211"/>
                    </a:lnTo>
                    <a:lnTo>
                      <a:pt x="255054" y="52043"/>
                    </a:lnTo>
                    <a:lnTo>
                      <a:pt x="254970" y="51833"/>
                    </a:lnTo>
                    <a:lnTo>
                      <a:pt x="254844" y="51707"/>
                    </a:lnTo>
                    <a:lnTo>
                      <a:pt x="254635" y="51666"/>
                    </a:lnTo>
                    <a:lnTo>
                      <a:pt x="251615" y="51288"/>
                    </a:lnTo>
                    <a:close/>
                    <a:moveTo>
                      <a:pt x="274470" y="49066"/>
                    </a:moveTo>
                    <a:lnTo>
                      <a:pt x="274344" y="49107"/>
                    </a:lnTo>
                    <a:lnTo>
                      <a:pt x="274177" y="49275"/>
                    </a:lnTo>
                    <a:lnTo>
                      <a:pt x="274135" y="49443"/>
                    </a:lnTo>
                    <a:lnTo>
                      <a:pt x="274093" y="49653"/>
                    </a:lnTo>
                    <a:lnTo>
                      <a:pt x="274177" y="49820"/>
                    </a:lnTo>
                    <a:lnTo>
                      <a:pt x="274932" y="51120"/>
                    </a:lnTo>
                    <a:lnTo>
                      <a:pt x="275686" y="52462"/>
                    </a:lnTo>
                    <a:lnTo>
                      <a:pt x="275728" y="52588"/>
                    </a:lnTo>
                    <a:lnTo>
                      <a:pt x="275854" y="52672"/>
                    </a:lnTo>
                    <a:lnTo>
                      <a:pt x="275980" y="52714"/>
                    </a:lnTo>
                    <a:lnTo>
                      <a:pt x="276232" y="52714"/>
                    </a:lnTo>
                    <a:lnTo>
                      <a:pt x="276357" y="52672"/>
                    </a:lnTo>
                    <a:lnTo>
                      <a:pt x="276525" y="52546"/>
                    </a:lnTo>
                    <a:lnTo>
                      <a:pt x="276609" y="52378"/>
                    </a:lnTo>
                    <a:lnTo>
                      <a:pt x="276609" y="52169"/>
                    </a:lnTo>
                    <a:lnTo>
                      <a:pt x="276567" y="51959"/>
                    </a:lnTo>
                    <a:lnTo>
                      <a:pt x="275812" y="50617"/>
                    </a:lnTo>
                    <a:lnTo>
                      <a:pt x="275057" y="49317"/>
                    </a:lnTo>
                    <a:lnTo>
                      <a:pt x="274974" y="49191"/>
                    </a:lnTo>
                    <a:lnTo>
                      <a:pt x="274848" y="49107"/>
                    </a:lnTo>
                    <a:lnTo>
                      <a:pt x="274722" y="49066"/>
                    </a:lnTo>
                    <a:close/>
                    <a:moveTo>
                      <a:pt x="138808" y="51498"/>
                    </a:moveTo>
                    <a:lnTo>
                      <a:pt x="135789" y="51833"/>
                    </a:lnTo>
                    <a:lnTo>
                      <a:pt x="135579" y="51917"/>
                    </a:lnTo>
                    <a:lnTo>
                      <a:pt x="135411" y="52043"/>
                    </a:lnTo>
                    <a:lnTo>
                      <a:pt x="135328" y="52211"/>
                    </a:lnTo>
                    <a:lnTo>
                      <a:pt x="135328" y="52420"/>
                    </a:lnTo>
                    <a:lnTo>
                      <a:pt x="135369" y="52588"/>
                    </a:lnTo>
                    <a:lnTo>
                      <a:pt x="135495" y="52714"/>
                    </a:lnTo>
                    <a:lnTo>
                      <a:pt x="135663" y="52840"/>
                    </a:lnTo>
                    <a:lnTo>
                      <a:pt x="135873" y="52840"/>
                    </a:lnTo>
                    <a:lnTo>
                      <a:pt x="138934" y="52504"/>
                    </a:lnTo>
                    <a:lnTo>
                      <a:pt x="139102" y="52420"/>
                    </a:lnTo>
                    <a:lnTo>
                      <a:pt x="139270" y="52295"/>
                    </a:lnTo>
                    <a:lnTo>
                      <a:pt x="139353" y="52127"/>
                    </a:lnTo>
                    <a:lnTo>
                      <a:pt x="139353" y="51959"/>
                    </a:lnTo>
                    <a:lnTo>
                      <a:pt x="139311" y="51749"/>
                    </a:lnTo>
                    <a:lnTo>
                      <a:pt x="139186" y="51624"/>
                    </a:lnTo>
                    <a:lnTo>
                      <a:pt x="139060" y="51540"/>
                    </a:lnTo>
                    <a:lnTo>
                      <a:pt x="138850" y="51498"/>
                    </a:lnTo>
                    <a:close/>
                    <a:moveTo>
                      <a:pt x="257612" y="52043"/>
                    </a:moveTo>
                    <a:lnTo>
                      <a:pt x="257444" y="52085"/>
                    </a:lnTo>
                    <a:lnTo>
                      <a:pt x="257277" y="52169"/>
                    </a:lnTo>
                    <a:lnTo>
                      <a:pt x="257151" y="52337"/>
                    </a:lnTo>
                    <a:lnTo>
                      <a:pt x="257109" y="52504"/>
                    </a:lnTo>
                    <a:lnTo>
                      <a:pt x="257109" y="52714"/>
                    </a:lnTo>
                    <a:lnTo>
                      <a:pt x="257193" y="52882"/>
                    </a:lnTo>
                    <a:lnTo>
                      <a:pt x="257361" y="53007"/>
                    </a:lnTo>
                    <a:lnTo>
                      <a:pt x="257528" y="53049"/>
                    </a:lnTo>
                    <a:lnTo>
                      <a:pt x="260548" y="53469"/>
                    </a:lnTo>
                    <a:lnTo>
                      <a:pt x="260799" y="53469"/>
                    </a:lnTo>
                    <a:lnTo>
                      <a:pt x="260967" y="53343"/>
                    </a:lnTo>
                    <a:lnTo>
                      <a:pt x="261093" y="53217"/>
                    </a:lnTo>
                    <a:lnTo>
                      <a:pt x="261135" y="53049"/>
                    </a:lnTo>
                    <a:lnTo>
                      <a:pt x="261135" y="52840"/>
                    </a:lnTo>
                    <a:lnTo>
                      <a:pt x="261051" y="52672"/>
                    </a:lnTo>
                    <a:lnTo>
                      <a:pt x="260883" y="52546"/>
                    </a:lnTo>
                    <a:lnTo>
                      <a:pt x="260715" y="52462"/>
                    </a:lnTo>
                    <a:lnTo>
                      <a:pt x="257654" y="52043"/>
                    </a:lnTo>
                    <a:close/>
                    <a:moveTo>
                      <a:pt x="132728" y="52211"/>
                    </a:moveTo>
                    <a:lnTo>
                      <a:pt x="129708" y="52546"/>
                    </a:lnTo>
                    <a:lnTo>
                      <a:pt x="129498" y="52630"/>
                    </a:lnTo>
                    <a:lnTo>
                      <a:pt x="129373" y="52756"/>
                    </a:lnTo>
                    <a:lnTo>
                      <a:pt x="129289" y="52924"/>
                    </a:lnTo>
                    <a:lnTo>
                      <a:pt x="129247" y="53133"/>
                    </a:lnTo>
                    <a:lnTo>
                      <a:pt x="129331" y="53301"/>
                    </a:lnTo>
                    <a:lnTo>
                      <a:pt x="129415" y="53427"/>
                    </a:lnTo>
                    <a:lnTo>
                      <a:pt x="129582" y="53553"/>
                    </a:lnTo>
                    <a:lnTo>
                      <a:pt x="129834" y="53553"/>
                    </a:lnTo>
                    <a:lnTo>
                      <a:pt x="132853" y="53217"/>
                    </a:lnTo>
                    <a:lnTo>
                      <a:pt x="133063" y="53133"/>
                    </a:lnTo>
                    <a:lnTo>
                      <a:pt x="133189" y="53007"/>
                    </a:lnTo>
                    <a:lnTo>
                      <a:pt x="133273" y="52840"/>
                    </a:lnTo>
                    <a:lnTo>
                      <a:pt x="133315" y="52630"/>
                    </a:lnTo>
                    <a:lnTo>
                      <a:pt x="133231" y="52462"/>
                    </a:lnTo>
                    <a:lnTo>
                      <a:pt x="133147" y="52337"/>
                    </a:lnTo>
                    <a:lnTo>
                      <a:pt x="132979" y="52211"/>
                    </a:lnTo>
                    <a:close/>
                    <a:moveTo>
                      <a:pt x="126689" y="52924"/>
                    </a:moveTo>
                    <a:lnTo>
                      <a:pt x="123627" y="53301"/>
                    </a:lnTo>
                    <a:lnTo>
                      <a:pt x="123460" y="53343"/>
                    </a:lnTo>
                    <a:lnTo>
                      <a:pt x="123292" y="53469"/>
                    </a:lnTo>
                    <a:lnTo>
                      <a:pt x="123208" y="53637"/>
                    </a:lnTo>
                    <a:lnTo>
                      <a:pt x="123208" y="53846"/>
                    </a:lnTo>
                    <a:lnTo>
                      <a:pt x="123250" y="54014"/>
                    </a:lnTo>
                    <a:lnTo>
                      <a:pt x="123376" y="54182"/>
                    </a:lnTo>
                    <a:lnTo>
                      <a:pt x="123502" y="54266"/>
                    </a:lnTo>
                    <a:lnTo>
                      <a:pt x="123711" y="54308"/>
                    </a:lnTo>
                    <a:lnTo>
                      <a:pt x="123753" y="54308"/>
                    </a:lnTo>
                    <a:lnTo>
                      <a:pt x="126773" y="53930"/>
                    </a:lnTo>
                    <a:lnTo>
                      <a:pt x="126982" y="53846"/>
                    </a:lnTo>
                    <a:lnTo>
                      <a:pt x="127150" y="53720"/>
                    </a:lnTo>
                    <a:lnTo>
                      <a:pt x="127234" y="53553"/>
                    </a:lnTo>
                    <a:lnTo>
                      <a:pt x="127234" y="53343"/>
                    </a:lnTo>
                    <a:lnTo>
                      <a:pt x="127192" y="53175"/>
                    </a:lnTo>
                    <a:lnTo>
                      <a:pt x="127066" y="53049"/>
                    </a:lnTo>
                    <a:lnTo>
                      <a:pt x="126898" y="52966"/>
                    </a:lnTo>
                    <a:lnTo>
                      <a:pt x="126731" y="52924"/>
                    </a:lnTo>
                    <a:close/>
                    <a:moveTo>
                      <a:pt x="263651" y="52882"/>
                    </a:moveTo>
                    <a:lnTo>
                      <a:pt x="263483" y="52924"/>
                    </a:lnTo>
                    <a:lnTo>
                      <a:pt x="263315" y="53007"/>
                    </a:lnTo>
                    <a:lnTo>
                      <a:pt x="263190" y="53175"/>
                    </a:lnTo>
                    <a:lnTo>
                      <a:pt x="263148" y="53343"/>
                    </a:lnTo>
                    <a:lnTo>
                      <a:pt x="263148" y="53553"/>
                    </a:lnTo>
                    <a:lnTo>
                      <a:pt x="263232" y="53720"/>
                    </a:lnTo>
                    <a:lnTo>
                      <a:pt x="263399" y="53846"/>
                    </a:lnTo>
                    <a:lnTo>
                      <a:pt x="263567" y="53930"/>
                    </a:lnTo>
                    <a:lnTo>
                      <a:pt x="266586" y="54349"/>
                    </a:lnTo>
                    <a:lnTo>
                      <a:pt x="266838" y="54349"/>
                    </a:lnTo>
                    <a:lnTo>
                      <a:pt x="267006" y="54266"/>
                    </a:lnTo>
                    <a:lnTo>
                      <a:pt x="267090" y="54098"/>
                    </a:lnTo>
                    <a:lnTo>
                      <a:pt x="267173" y="53930"/>
                    </a:lnTo>
                    <a:lnTo>
                      <a:pt x="267173" y="53720"/>
                    </a:lnTo>
                    <a:lnTo>
                      <a:pt x="267090" y="53553"/>
                    </a:lnTo>
                    <a:lnTo>
                      <a:pt x="266922" y="53427"/>
                    </a:lnTo>
                    <a:lnTo>
                      <a:pt x="266754" y="53343"/>
                    </a:lnTo>
                    <a:lnTo>
                      <a:pt x="263735" y="52924"/>
                    </a:lnTo>
                    <a:lnTo>
                      <a:pt x="263651" y="52882"/>
                    </a:lnTo>
                    <a:close/>
                    <a:moveTo>
                      <a:pt x="120608" y="53637"/>
                    </a:moveTo>
                    <a:lnTo>
                      <a:pt x="117589" y="54014"/>
                    </a:lnTo>
                    <a:lnTo>
                      <a:pt x="117379" y="54098"/>
                    </a:lnTo>
                    <a:lnTo>
                      <a:pt x="117253" y="54224"/>
                    </a:lnTo>
                    <a:lnTo>
                      <a:pt x="117169" y="54391"/>
                    </a:lnTo>
                    <a:lnTo>
                      <a:pt x="117127" y="54601"/>
                    </a:lnTo>
                    <a:lnTo>
                      <a:pt x="117211" y="54769"/>
                    </a:lnTo>
                    <a:lnTo>
                      <a:pt x="117295" y="54895"/>
                    </a:lnTo>
                    <a:lnTo>
                      <a:pt x="117463" y="55020"/>
                    </a:lnTo>
                    <a:lnTo>
                      <a:pt x="117715" y="55020"/>
                    </a:lnTo>
                    <a:lnTo>
                      <a:pt x="120734" y="54685"/>
                    </a:lnTo>
                    <a:lnTo>
                      <a:pt x="120944" y="54601"/>
                    </a:lnTo>
                    <a:lnTo>
                      <a:pt x="121069" y="54475"/>
                    </a:lnTo>
                    <a:lnTo>
                      <a:pt x="121153" y="54308"/>
                    </a:lnTo>
                    <a:lnTo>
                      <a:pt x="121195" y="54098"/>
                    </a:lnTo>
                    <a:lnTo>
                      <a:pt x="121111" y="53930"/>
                    </a:lnTo>
                    <a:lnTo>
                      <a:pt x="121027" y="53762"/>
                    </a:lnTo>
                    <a:lnTo>
                      <a:pt x="120860" y="53678"/>
                    </a:lnTo>
                    <a:lnTo>
                      <a:pt x="120692" y="53637"/>
                    </a:lnTo>
                    <a:close/>
                    <a:moveTo>
                      <a:pt x="269690" y="53804"/>
                    </a:moveTo>
                    <a:lnTo>
                      <a:pt x="269522" y="53846"/>
                    </a:lnTo>
                    <a:lnTo>
                      <a:pt x="269354" y="53930"/>
                    </a:lnTo>
                    <a:lnTo>
                      <a:pt x="269228" y="54056"/>
                    </a:lnTo>
                    <a:lnTo>
                      <a:pt x="269186" y="54266"/>
                    </a:lnTo>
                    <a:lnTo>
                      <a:pt x="269186" y="54433"/>
                    </a:lnTo>
                    <a:lnTo>
                      <a:pt x="269270" y="54643"/>
                    </a:lnTo>
                    <a:lnTo>
                      <a:pt x="269396" y="54769"/>
                    </a:lnTo>
                    <a:lnTo>
                      <a:pt x="269606" y="54811"/>
                    </a:lnTo>
                    <a:lnTo>
                      <a:pt x="272625" y="55314"/>
                    </a:lnTo>
                    <a:lnTo>
                      <a:pt x="272709" y="55314"/>
                    </a:lnTo>
                    <a:lnTo>
                      <a:pt x="272877" y="55272"/>
                    </a:lnTo>
                    <a:lnTo>
                      <a:pt x="273003" y="55188"/>
                    </a:lnTo>
                    <a:lnTo>
                      <a:pt x="273128" y="55062"/>
                    </a:lnTo>
                    <a:lnTo>
                      <a:pt x="273212" y="54895"/>
                    </a:lnTo>
                    <a:lnTo>
                      <a:pt x="273170" y="54685"/>
                    </a:lnTo>
                    <a:lnTo>
                      <a:pt x="273128" y="54517"/>
                    </a:lnTo>
                    <a:lnTo>
                      <a:pt x="272961" y="54391"/>
                    </a:lnTo>
                    <a:lnTo>
                      <a:pt x="272793" y="54308"/>
                    </a:lnTo>
                    <a:lnTo>
                      <a:pt x="269773" y="53846"/>
                    </a:lnTo>
                    <a:lnTo>
                      <a:pt x="269690" y="53804"/>
                    </a:lnTo>
                    <a:close/>
                    <a:moveTo>
                      <a:pt x="114569" y="54391"/>
                    </a:moveTo>
                    <a:lnTo>
                      <a:pt x="111550" y="54769"/>
                    </a:lnTo>
                    <a:lnTo>
                      <a:pt x="111340" y="54811"/>
                    </a:lnTo>
                    <a:lnTo>
                      <a:pt x="111173" y="54937"/>
                    </a:lnTo>
                    <a:lnTo>
                      <a:pt x="111089" y="55104"/>
                    </a:lnTo>
                    <a:lnTo>
                      <a:pt x="111089" y="55314"/>
                    </a:lnTo>
                    <a:lnTo>
                      <a:pt x="111131" y="55482"/>
                    </a:lnTo>
                    <a:lnTo>
                      <a:pt x="111256" y="55649"/>
                    </a:lnTo>
                    <a:lnTo>
                      <a:pt x="111424" y="55733"/>
                    </a:lnTo>
                    <a:lnTo>
                      <a:pt x="111592" y="55775"/>
                    </a:lnTo>
                    <a:lnTo>
                      <a:pt x="111634" y="55775"/>
                    </a:lnTo>
                    <a:lnTo>
                      <a:pt x="114695" y="55398"/>
                    </a:lnTo>
                    <a:lnTo>
                      <a:pt x="114863" y="55356"/>
                    </a:lnTo>
                    <a:lnTo>
                      <a:pt x="115031" y="55188"/>
                    </a:lnTo>
                    <a:lnTo>
                      <a:pt x="115115" y="55020"/>
                    </a:lnTo>
                    <a:lnTo>
                      <a:pt x="115115" y="54853"/>
                    </a:lnTo>
                    <a:lnTo>
                      <a:pt x="115073" y="54643"/>
                    </a:lnTo>
                    <a:lnTo>
                      <a:pt x="114947" y="54517"/>
                    </a:lnTo>
                    <a:lnTo>
                      <a:pt x="114779" y="54433"/>
                    </a:lnTo>
                    <a:lnTo>
                      <a:pt x="114611" y="54391"/>
                    </a:lnTo>
                    <a:close/>
                    <a:moveTo>
                      <a:pt x="504" y="52001"/>
                    </a:moveTo>
                    <a:lnTo>
                      <a:pt x="336" y="52043"/>
                    </a:lnTo>
                    <a:lnTo>
                      <a:pt x="169" y="52127"/>
                    </a:lnTo>
                    <a:lnTo>
                      <a:pt x="43" y="52295"/>
                    </a:lnTo>
                    <a:lnTo>
                      <a:pt x="1" y="52504"/>
                    </a:lnTo>
                    <a:lnTo>
                      <a:pt x="1" y="55566"/>
                    </a:lnTo>
                    <a:lnTo>
                      <a:pt x="43" y="55733"/>
                    </a:lnTo>
                    <a:lnTo>
                      <a:pt x="169" y="55901"/>
                    </a:lnTo>
                    <a:lnTo>
                      <a:pt x="336" y="56027"/>
                    </a:lnTo>
                    <a:lnTo>
                      <a:pt x="504" y="56069"/>
                    </a:lnTo>
                    <a:lnTo>
                      <a:pt x="714" y="56027"/>
                    </a:lnTo>
                    <a:lnTo>
                      <a:pt x="882" y="55901"/>
                    </a:lnTo>
                    <a:lnTo>
                      <a:pt x="1007" y="55733"/>
                    </a:lnTo>
                    <a:lnTo>
                      <a:pt x="1049" y="55566"/>
                    </a:lnTo>
                    <a:lnTo>
                      <a:pt x="1049" y="52504"/>
                    </a:lnTo>
                    <a:lnTo>
                      <a:pt x="1007" y="52295"/>
                    </a:lnTo>
                    <a:lnTo>
                      <a:pt x="882" y="52127"/>
                    </a:lnTo>
                    <a:lnTo>
                      <a:pt x="714" y="52043"/>
                    </a:lnTo>
                    <a:lnTo>
                      <a:pt x="504" y="52001"/>
                    </a:lnTo>
                    <a:close/>
                    <a:moveTo>
                      <a:pt x="277406" y="54433"/>
                    </a:moveTo>
                    <a:lnTo>
                      <a:pt x="277280" y="54475"/>
                    </a:lnTo>
                    <a:lnTo>
                      <a:pt x="277154" y="54559"/>
                    </a:lnTo>
                    <a:lnTo>
                      <a:pt x="277070" y="54685"/>
                    </a:lnTo>
                    <a:lnTo>
                      <a:pt x="277028" y="54853"/>
                    </a:lnTo>
                    <a:lnTo>
                      <a:pt x="277028" y="55020"/>
                    </a:lnTo>
                    <a:lnTo>
                      <a:pt x="275770" y="54811"/>
                    </a:lnTo>
                    <a:lnTo>
                      <a:pt x="275686" y="54811"/>
                    </a:lnTo>
                    <a:lnTo>
                      <a:pt x="275519" y="54853"/>
                    </a:lnTo>
                    <a:lnTo>
                      <a:pt x="275393" y="54937"/>
                    </a:lnTo>
                    <a:lnTo>
                      <a:pt x="275267" y="55062"/>
                    </a:lnTo>
                    <a:lnTo>
                      <a:pt x="275183" y="55230"/>
                    </a:lnTo>
                    <a:lnTo>
                      <a:pt x="275225" y="55440"/>
                    </a:lnTo>
                    <a:lnTo>
                      <a:pt x="275309" y="55608"/>
                    </a:lnTo>
                    <a:lnTo>
                      <a:pt x="275435" y="55733"/>
                    </a:lnTo>
                    <a:lnTo>
                      <a:pt x="275603" y="55817"/>
                    </a:lnTo>
                    <a:lnTo>
                      <a:pt x="277783" y="56195"/>
                    </a:lnTo>
                    <a:lnTo>
                      <a:pt x="277993" y="56195"/>
                    </a:lnTo>
                    <a:lnTo>
                      <a:pt x="278119" y="56153"/>
                    </a:lnTo>
                    <a:lnTo>
                      <a:pt x="278203" y="56069"/>
                    </a:lnTo>
                    <a:lnTo>
                      <a:pt x="278286" y="55985"/>
                    </a:lnTo>
                    <a:lnTo>
                      <a:pt x="278370" y="55859"/>
                    </a:lnTo>
                    <a:lnTo>
                      <a:pt x="278412" y="55733"/>
                    </a:lnTo>
                    <a:lnTo>
                      <a:pt x="278370" y="55608"/>
                    </a:lnTo>
                    <a:lnTo>
                      <a:pt x="278328" y="55482"/>
                    </a:lnTo>
                    <a:lnTo>
                      <a:pt x="277993" y="54685"/>
                    </a:lnTo>
                    <a:lnTo>
                      <a:pt x="277909" y="54601"/>
                    </a:lnTo>
                    <a:lnTo>
                      <a:pt x="277783" y="54475"/>
                    </a:lnTo>
                    <a:lnTo>
                      <a:pt x="277657" y="54433"/>
                    </a:lnTo>
                    <a:close/>
                    <a:moveTo>
                      <a:pt x="108489" y="55104"/>
                    </a:moveTo>
                    <a:lnTo>
                      <a:pt x="105469" y="55440"/>
                    </a:lnTo>
                    <a:lnTo>
                      <a:pt x="105302" y="55524"/>
                    </a:lnTo>
                    <a:lnTo>
                      <a:pt x="105134" y="55649"/>
                    </a:lnTo>
                    <a:lnTo>
                      <a:pt x="105050" y="55817"/>
                    </a:lnTo>
                    <a:lnTo>
                      <a:pt x="105050" y="56027"/>
                    </a:lnTo>
                    <a:lnTo>
                      <a:pt x="105092" y="56195"/>
                    </a:lnTo>
                    <a:lnTo>
                      <a:pt x="105218" y="56320"/>
                    </a:lnTo>
                    <a:lnTo>
                      <a:pt x="105344" y="56446"/>
                    </a:lnTo>
                    <a:lnTo>
                      <a:pt x="105553" y="56488"/>
                    </a:lnTo>
                    <a:lnTo>
                      <a:pt x="105595" y="56446"/>
                    </a:lnTo>
                    <a:lnTo>
                      <a:pt x="108614" y="56111"/>
                    </a:lnTo>
                    <a:lnTo>
                      <a:pt x="108824" y="56069"/>
                    </a:lnTo>
                    <a:lnTo>
                      <a:pt x="108950" y="55943"/>
                    </a:lnTo>
                    <a:lnTo>
                      <a:pt x="109034" y="55733"/>
                    </a:lnTo>
                    <a:lnTo>
                      <a:pt x="109076" y="55566"/>
                    </a:lnTo>
                    <a:lnTo>
                      <a:pt x="109034" y="55356"/>
                    </a:lnTo>
                    <a:lnTo>
                      <a:pt x="108908" y="55230"/>
                    </a:lnTo>
                    <a:lnTo>
                      <a:pt x="108740" y="55146"/>
                    </a:lnTo>
                    <a:lnTo>
                      <a:pt x="108573" y="55104"/>
                    </a:lnTo>
                    <a:close/>
                    <a:moveTo>
                      <a:pt x="102450" y="55775"/>
                    </a:moveTo>
                    <a:lnTo>
                      <a:pt x="99431" y="56111"/>
                    </a:lnTo>
                    <a:lnTo>
                      <a:pt x="99221" y="56195"/>
                    </a:lnTo>
                    <a:lnTo>
                      <a:pt x="99095" y="56320"/>
                    </a:lnTo>
                    <a:lnTo>
                      <a:pt x="99011" y="56488"/>
                    </a:lnTo>
                    <a:lnTo>
                      <a:pt x="98969" y="56698"/>
                    </a:lnTo>
                    <a:lnTo>
                      <a:pt x="99011" y="56866"/>
                    </a:lnTo>
                    <a:lnTo>
                      <a:pt x="99137" y="56991"/>
                    </a:lnTo>
                    <a:lnTo>
                      <a:pt x="99305" y="57117"/>
                    </a:lnTo>
                    <a:lnTo>
                      <a:pt x="99473" y="57159"/>
                    </a:lnTo>
                    <a:lnTo>
                      <a:pt x="99514" y="57117"/>
                    </a:lnTo>
                    <a:lnTo>
                      <a:pt x="102576" y="56824"/>
                    </a:lnTo>
                    <a:lnTo>
                      <a:pt x="102743" y="56740"/>
                    </a:lnTo>
                    <a:lnTo>
                      <a:pt x="102911" y="56614"/>
                    </a:lnTo>
                    <a:lnTo>
                      <a:pt x="102995" y="56446"/>
                    </a:lnTo>
                    <a:lnTo>
                      <a:pt x="102995" y="56237"/>
                    </a:lnTo>
                    <a:lnTo>
                      <a:pt x="102953" y="56069"/>
                    </a:lnTo>
                    <a:lnTo>
                      <a:pt x="102827" y="55901"/>
                    </a:lnTo>
                    <a:lnTo>
                      <a:pt x="102702" y="55817"/>
                    </a:lnTo>
                    <a:lnTo>
                      <a:pt x="102492" y="55775"/>
                    </a:lnTo>
                    <a:close/>
                    <a:moveTo>
                      <a:pt x="96411" y="56446"/>
                    </a:moveTo>
                    <a:lnTo>
                      <a:pt x="93350" y="56740"/>
                    </a:lnTo>
                    <a:lnTo>
                      <a:pt x="93182" y="56824"/>
                    </a:lnTo>
                    <a:lnTo>
                      <a:pt x="93014" y="56949"/>
                    </a:lnTo>
                    <a:lnTo>
                      <a:pt x="92931" y="57117"/>
                    </a:lnTo>
                    <a:lnTo>
                      <a:pt x="92931" y="57327"/>
                    </a:lnTo>
                    <a:lnTo>
                      <a:pt x="92972" y="57495"/>
                    </a:lnTo>
                    <a:lnTo>
                      <a:pt x="93098" y="57620"/>
                    </a:lnTo>
                    <a:lnTo>
                      <a:pt x="93224" y="57746"/>
                    </a:lnTo>
                    <a:lnTo>
                      <a:pt x="93434" y="57788"/>
                    </a:lnTo>
                    <a:lnTo>
                      <a:pt x="93476" y="57746"/>
                    </a:lnTo>
                    <a:lnTo>
                      <a:pt x="96495" y="57453"/>
                    </a:lnTo>
                    <a:lnTo>
                      <a:pt x="96705" y="57411"/>
                    </a:lnTo>
                    <a:lnTo>
                      <a:pt x="96831" y="57285"/>
                    </a:lnTo>
                    <a:lnTo>
                      <a:pt x="96956" y="57117"/>
                    </a:lnTo>
                    <a:lnTo>
                      <a:pt x="96956" y="56908"/>
                    </a:lnTo>
                    <a:lnTo>
                      <a:pt x="96914" y="56698"/>
                    </a:lnTo>
                    <a:lnTo>
                      <a:pt x="96789" y="56572"/>
                    </a:lnTo>
                    <a:lnTo>
                      <a:pt x="96621" y="56488"/>
                    </a:lnTo>
                    <a:lnTo>
                      <a:pt x="96453" y="56446"/>
                    </a:lnTo>
                    <a:close/>
                    <a:moveTo>
                      <a:pt x="2140" y="56614"/>
                    </a:moveTo>
                    <a:lnTo>
                      <a:pt x="1972" y="56656"/>
                    </a:lnTo>
                    <a:lnTo>
                      <a:pt x="1804" y="56782"/>
                    </a:lnTo>
                    <a:lnTo>
                      <a:pt x="1720" y="56908"/>
                    </a:lnTo>
                    <a:lnTo>
                      <a:pt x="1636" y="57075"/>
                    </a:lnTo>
                    <a:lnTo>
                      <a:pt x="1678" y="57285"/>
                    </a:lnTo>
                    <a:lnTo>
                      <a:pt x="1762" y="57453"/>
                    </a:lnTo>
                    <a:lnTo>
                      <a:pt x="1930" y="57578"/>
                    </a:lnTo>
                    <a:lnTo>
                      <a:pt x="2098" y="57662"/>
                    </a:lnTo>
                    <a:lnTo>
                      <a:pt x="5159" y="57956"/>
                    </a:lnTo>
                    <a:lnTo>
                      <a:pt x="5369" y="57956"/>
                    </a:lnTo>
                    <a:lnTo>
                      <a:pt x="5536" y="57830"/>
                    </a:lnTo>
                    <a:lnTo>
                      <a:pt x="5662" y="57704"/>
                    </a:lnTo>
                    <a:lnTo>
                      <a:pt x="5704" y="57495"/>
                    </a:lnTo>
                    <a:lnTo>
                      <a:pt x="5662" y="57327"/>
                    </a:lnTo>
                    <a:lnTo>
                      <a:pt x="5578" y="57159"/>
                    </a:lnTo>
                    <a:lnTo>
                      <a:pt x="5453" y="57033"/>
                    </a:lnTo>
                    <a:lnTo>
                      <a:pt x="5243" y="56949"/>
                    </a:lnTo>
                    <a:lnTo>
                      <a:pt x="2224" y="56656"/>
                    </a:lnTo>
                    <a:lnTo>
                      <a:pt x="2140" y="56614"/>
                    </a:lnTo>
                    <a:close/>
                    <a:moveTo>
                      <a:pt x="90331" y="57033"/>
                    </a:moveTo>
                    <a:lnTo>
                      <a:pt x="87311" y="57327"/>
                    </a:lnTo>
                    <a:lnTo>
                      <a:pt x="87101" y="57369"/>
                    </a:lnTo>
                    <a:lnTo>
                      <a:pt x="86934" y="57495"/>
                    </a:lnTo>
                    <a:lnTo>
                      <a:pt x="86850" y="57662"/>
                    </a:lnTo>
                    <a:lnTo>
                      <a:pt x="86850" y="57872"/>
                    </a:lnTo>
                    <a:lnTo>
                      <a:pt x="86892" y="58040"/>
                    </a:lnTo>
                    <a:lnTo>
                      <a:pt x="87018" y="58208"/>
                    </a:lnTo>
                    <a:lnTo>
                      <a:pt x="87143" y="58291"/>
                    </a:lnTo>
                    <a:lnTo>
                      <a:pt x="87353" y="58333"/>
                    </a:lnTo>
                    <a:lnTo>
                      <a:pt x="87395" y="58333"/>
                    </a:lnTo>
                    <a:lnTo>
                      <a:pt x="90414" y="58040"/>
                    </a:lnTo>
                    <a:lnTo>
                      <a:pt x="90624" y="57998"/>
                    </a:lnTo>
                    <a:lnTo>
                      <a:pt x="90792" y="57872"/>
                    </a:lnTo>
                    <a:lnTo>
                      <a:pt x="90876" y="57704"/>
                    </a:lnTo>
                    <a:lnTo>
                      <a:pt x="90876" y="57495"/>
                    </a:lnTo>
                    <a:lnTo>
                      <a:pt x="90834" y="57327"/>
                    </a:lnTo>
                    <a:lnTo>
                      <a:pt x="90708" y="57159"/>
                    </a:lnTo>
                    <a:lnTo>
                      <a:pt x="90582" y="57075"/>
                    </a:lnTo>
                    <a:lnTo>
                      <a:pt x="90372" y="57033"/>
                    </a:lnTo>
                    <a:close/>
                    <a:moveTo>
                      <a:pt x="8220" y="57243"/>
                    </a:moveTo>
                    <a:lnTo>
                      <a:pt x="8053" y="57285"/>
                    </a:lnTo>
                    <a:lnTo>
                      <a:pt x="7885" y="57369"/>
                    </a:lnTo>
                    <a:lnTo>
                      <a:pt x="7759" y="57537"/>
                    </a:lnTo>
                    <a:lnTo>
                      <a:pt x="7717" y="57704"/>
                    </a:lnTo>
                    <a:lnTo>
                      <a:pt x="7759" y="57914"/>
                    </a:lnTo>
                    <a:lnTo>
                      <a:pt x="7843" y="58082"/>
                    </a:lnTo>
                    <a:lnTo>
                      <a:pt x="7969" y="58208"/>
                    </a:lnTo>
                    <a:lnTo>
                      <a:pt x="8178" y="58249"/>
                    </a:lnTo>
                    <a:lnTo>
                      <a:pt x="11240" y="58543"/>
                    </a:lnTo>
                    <a:lnTo>
                      <a:pt x="11282" y="58543"/>
                    </a:lnTo>
                    <a:lnTo>
                      <a:pt x="11449" y="58501"/>
                    </a:lnTo>
                    <a:lnTo>
                      <a:pt x="11617" y="58417"/>
                    </a:lnTo>
                    <a:lnTo>
                      <a:pt x="11743" y="58291"/>
                    </a:lnTo>
                    <a:lnTo>
                      <a:pt x="11785" y="58082"/>
                    </a:lnTo>
                    <a:lnTo>
                      <a:pt x="11743" y="57872"/>
                    </a:lnTo>
                    <a:lnTo>
                      <a:pt x="11659" y="57704"/>
                    </a:lnTo>
                    <a:lnTo>
                      <a:pt x="11491" y="57578"/>
                    </a:lnTo>
                    <a:lnTo>
                      <a:pt x="11324" y="57537"/>
                    </a:lnTo>
                    <a:lnTo>
                      <a:pt x="8262" y="57243"/>
                    </a:lnTo>
                    <a:close/>
                    <a:moveTo>
                      <a:pt x="84250" y="57578"/>
                    </a:moveTo>
                    <a:lnTo>
                      <a:pt x="81230" y="57830"/>
                    </a:lnTo>
                    <a:lnTo>
                      <a:pt x="81021" y="57872"/>
                    </a:lnTo>
                    <a:lnTo>
                      <a:pt x="80895" y="57998"/>
                    </a:lnTo>
                    <a:lnTo>
                      <a:pt x="80769" y="58166"/>
                    </a:lnTo>
                    <a:lnTo>
                      <a:pt x="80769" y="58375"/>
                    </a:lnTo>
                    <a:lnTo>
                      <a:pt x="80811" y="58585"/>
                    </a:lnTo>
                    <a:lnTo>
                      <a:pt x="80937" y="58711"/>
                    </a:lnTo>
                    <a:lnTo>
                      <a:pt x="81063" y="58795"/>
                    </a:lnTo>
                    <a:lnTo>
                      <a:pt x="81272" y="58837"/>
                    </a:lnTo>
                    <a:lnTo>
                      <a:pt x="81314" y="58837"/>
                    </a:lnTo>
                    <a:lnTo>
                      <a:pt x="84334" y="58585"/>
                    </a:lnTo>
                    <a:lnTo>
                      <a:pt x="84543" y="58543"/>
                    </a:lnTo>
                    <a:lnTo>
                      <a:pt x="84711" y="58417"/>
                    </a:lnTo>
                    <a:lnTo>
                      <a:pt x="84795" y="58249"/>
                    </a:lnTo>
                    <a:lnTo>
                      <a:pt x="84795" y="58040"/>
                    </a:lnTo>
                    <a:lnTo>
                      <a:pt x="84753" y="57872"/>
                    </a:lnTo>
                    <a:lnTo>
                      <a:pt x="84627" y="57704"/>
                    </a:lnTo>
                    <a:lnTo>
                      <a:pt x="84501" y="57620"/>
                    </a:lnTo>
                    <a:lnTo>
                      <a:pt x="84292" y="57578"/>
                    </a:lnTo>
                    <a:close/>
                    <a:moveTo>
                      <a:pt x="14301" y="57788"/>
                    </a:moveTo>
                    <a:lnTo>
                      <a:pt x="14133" y="57830"/>
                    </a:lnTo>
                    <a:lnTo>
                      <a:pt x="13966" y="57914"/>
                    </a:lnTo>
                    <a:lnTo>
                      <a:pt x="13840" y="58082"/>
                    </a:lnTo>
                    <a:lnTo>
                      <a:pt x="13798" y="58249"/>
                    </a:lnTo>
                    <a:lnTo>
                      <a:pt x="13840" y="58459"/>
                    </a:lnTo>
                    <a:lnTo>
                      <a:pt x="13924" y="58627"/>
                    </a:lnTo>
                    <a:lnTo>
                      <a:pt x="14091" y="58753"/>
                    </a:lnTo>
                    <a:lnTo>
                      <a:pt x="14259" y="58795"/>
                    </a:lnTo>
                    <a:lnTo>
                      <a:pt x="17320" y="59046"/>
                    </a:lnTo>
                    <a:lnTo>
                      <a:pt x="17362" y="59046"/>
                    </a:lnTo>
                    <a:lnTo>
                      <a:pt x="17530" y="59004"/>
                    </a:lnTo>
                    <a:lnTo>
                      <a:pt x="17698" y="58920"/>
                    </a:lnTo>
                    <a:lnTo>
                      <a:pt x="17824" y="58753"/>
                    </a:lnTo>
                    <a:lnTo>
                      <a:pt x="17866" y="58585"/>
                    </a:lnTo>
                    <a:lnTo>
                      <a:pt x="17824" y="58375"/>
                    </a:lnTo>
                    <a:lnTo>
                      <a:pt x="17740" y="58208"/>
                    </a:lnTo>
                    <a:lnTo>
                      <a:pt x="17572" y="58082"/>
                    </a:lnTo>
                    <a:lnTo>
                      <a:pt x="17404" y="58040"/>
                    </a:lnTo>
                    <a:lnTo>
                      <a:pt x="14343" y="57788"/>
                    </a:lnTo>
                    <a:close/>
                    <a:moveTo>
                      <a:pt x="78169" y="58040"/>
                    </a:moveTo>
                    <a:lnTo>
                      <a:pt x="75150" y="58249"/>
                    </a:lnTo>
                    <a:lnTo>
                      <a:pt x="74940" y="58333"/>
                    </a:lnTo>
                    <a:lnTo>
                      <a:pt x="74814" y="58459"/>
                    </a:lnTo>
                    <a:lnTo>
                      <a:pt x="74689" y="58627"/>
                    </a:lnTo>
                    <a:lnTo>
                      <a:pt x="74689" y="58795"/>
                    </a:lnTo>
                    <a:lnTo>
                      <a:pt x="74730" y="59004"/>
                    </a:lnTo>
                    <a:lnTo>
                      <a:pt x="74814" y="59130"/>
                    </a:lnTo>
                    <a:lnTo>
                      <a:pt x="74982" y="59256"/>
                    </a:lnTo>
                    <a:lnTo>
                      <a:pt x="75192" y="59298"/>
                    </a:lnTo>
                    <a:lnTo>
                      <a:pt x="78253" y="59088"/>
                    </a:lnTo>
                    <a:lnTo>
                      <a:pt x="78463" y="59004"/>
                    </a:lnTo>
                    <a:lnTo>
                      <a:pt x="78589" y="58920"/>
                    </a:lnTo>
                    <a:lnTo>
                      <a:pt x="78714" y="58711"/>
                    </a:lnTo>
                    <a:lnTo>
                      <a:pt x="78714" y="58543"/>
                    </a:lnTo>
                    <a:lnTo>
                      <a:pt x="78672" y="58333"/>
                    </a:lnTo>
                    <a:lnTo>
                      <a:pt x="78547" y="58208"/>
                    </a:lnTo>
                    <a:lnTo>
                      <a:pt x="78421" y="58082"/>
                    </a:lnTo>
                    <a:lnTo>
                      <a:pt x="78211" y="58040"/>
                    </a:lnTo>
                    <a:close/>
                    <a:moveTo>
                      <a:pt x="20382" y="58249"/>
                    </a:moveTo>
                    <a:lnTo>
                      <a:pt x="20214" y="58291"/>
                    </a:lnTo>
                    <a:lnTo>
                      <a:pt x="20046" y="58375"/>
                    </a:lnTo>
                    <a:lnTo>
                      <a:pt x="19920" y="58543"/>
                    </a:lnTo>
                    <a:lnTo>
                      <a:pt x="19879" y="58711"/>
                    </a:lnTo>
                    <a:lnTo>
                      <a:pt x="19920" y="58920"/>
                    </a:lnTo>
                    <a:lnTo>
                      <a:pt x="20004" y="59088"/>
                    </a:lnTo>
                    <a:lnTo>
                      <a:pt x="20172" y="59214"/>
                    </a:lnTo>
                    <a:lnTo>
                      <a:pt x="20340" y="59256"/>
                    </a:lnTo>
                    <a:lnTo>
                      <a:pt x="23401" y="59466"/>
                    </a:lnTo>
                    <a:lnTo>
                      <a:pt x="23443" y="59466"/>
                    </a:lnTo>
                    <a:lnTo>
                      <a:pt x="23611" y="59424"/>
                    </a:lnTo>
                    <a:lnTo>
                      <a:pt x="23779" y="59340"/>
                    </a:lnTo>
                    <a:lnTo>
                      <a:pt x="23904" y="59172"/>
                    </a:lnTo>
                    <a:lnTo>
                      <a:pt x="23946" y="59004"/>
                    </a:lnTo>
                    <a:lnTo>
                      <a:pt x="23904" y="58795"/>
                    </a:lnTo>
                    <a:lnTo>
                      <a:pt x="23820" y="58627"/>
                    </a:lnTo>
                    <a:lnTo>
                      <a:pt x="23653" y="58501"/>
                    </a:lnTo>
                    <a:lnTo>
                      <a:pt x="23485" y="58459"/>
                    </a:lnTo>
                    <a:lnTo>
                      <a:pt x="20424" y="58249"/>
                    </a:lnTo>
                    <a:close/>
                    <a:moveTo>
                      <a:pt x="72088" y="58459"/>
                    </a:moveTo>
                    <a:lnTo>
                      <a:pt x="69069" y="58627"/>
                    </a:lnTo>
                    <a:lnTo>
                      <a:pt x="68859" y="58669"/>
                    </a:lnTo>
                    <a:lnTo>
                      <a:pt x="68692" y="58795"/>
                    </a:lnTo>
                    <a:lnTo>
                      <a:pt x="68608" y="58962"/>
                    </a:lnTo>
                    <a:lnTo>
                      <a:pt x="68566" y="59172"/>
                    </a:lnTo>
                    <a:lnTo>
                      <a:pt x="68608" y="59340"/>
                    </a:lnTo>
                    <a:lnTo>
                      <a:pt x="68734" y="59508"/>
                    </a:lnTo>
                    <a:lnTo>
                      <a:pt x="68901" y="59591"/>
                    </a:lnTo>
                    <a:lnTo>
                      <a:pt x="69069" y="59633"/>
                    </a:lnTo>
                    <a:lnTo>
                      <a:pt x="69111" y="59633"/>
                    </a:lnTo>
                    <a:lnTo>
                      <a:pt x="72172" y="59466"/>
                    </a:lnTo>
                    <a:lnTo>
                      <a:pt x="72340" y="59424"/>
                    </a:lnTo>
                    <a:lnTo>
                      <a:pt x="72508" y="59298"/>
                    </a:lnTo>
                    <a:lnTo>
                      <a:pt x="72592" y="59130"/>
                    </a:lnTo>
                    <a:lnTo>
                      <a:pt x="72634" y="58920"/>
                    </a:lnTo>
                    <a:lnTo>
                      <a:pt x="72592" y="58753"/>
                    </a:lnTo>
                    <a:lnTo>
                      <a:pt x="72466" y="58585"/>
                    </a:lnTo>
                    <a:lnTo>
                      <a:pt x="72340" y="58501"/>
                    </a:lnTo>
                    <a:lnTo>
                      <a:pt x="72130" y="58459"/>
                    </a:lnTo>
                    <a:close/>
                    <a:moveTo>
                      <a:pt x="26504" y="58627"/>
                    </a:moveTo>
                    <a:lnTo>
                      <a:pt x="26295" y="58669"/>
                    </a:lnTo>
                    <a:lnTo>
                      <a:pt x="26127" y="58753"/>
                    </a:lnTo>
                    <a:lnTo>
                      <a:pt x="26043" y="58920"/>
                    </a:lnTo>
                    <a:lnTo>
                      <a:pt x="25959" y="59088"/>
                    </a:lnTo>
                    <a:lnTo>
                      <a:pt x="26001" y="59298"/>
                    </a:lnTo>
                    <a:lnTo>
                      <a:pt x="26085" y="59466"/>
                    </a:lnTo>
                    <a:lnTo>
                      <a:pt x="26253" y="59591"/>
                    </a:lnTo>
                    <a:lnTo>
                      <a:pt x="26462" y="59633"/>
                    </a:lnTo>
                    <a:lnTo>
                      <a:pt x="29524" y="59801"/>
                    </a:lnTo>
                    <a:lnTo>
                      <a:pt x="29733" y="59759"/>
                    </a:lnTo>
                    <a:lnTo>
                      <a:pt x="29901" y="59633"/>
                    </a:lnTo>
                    <a:lnTo>
                      <a:pt x="29985" y="59508"/>
                    </a:lnTo>
                    <a:lnTo>
                      <a:pt x="30027" y="59298"/>
                    </a:lnTo>
                    <a:lnTo>
                      <a:pt x="30027" y="59088"/>
                    </a:lnTo>
                    <a:lnTo>
                      <a:pt x="29901" y="58920"/>
                    </a:lnTo>
                    <a:lnTo>
                      <a:pt x="29733" y="58837"/>
                    </a:lnTo>
                    <a:lnTo>
                      <a:pt x="29566" y="58753"/>
                    </a:lnTo>
                    <a:lnTo>
                      <a:pt x="26504" y="58627"/>
                    </a:lnTo>
                    <a:close/>
                    <a:moveTo>
                      <a:pt x="66008" y="58753"/>
                    </a:moveTo>
                    <a:lnTo>
                      <a:pt x="62988" y="58878"/>
                    </a:lnTo>
                    <a:lnTo>
                      <a:pt x="62779" y="58962"/>
                    </a:lnTo>
                    <a:lnTo>
                      <a:pt x="62611" y="59046"/>
                    </a:lnTo>
                    <a:lnTo>
                      <a:pt x="62527" y="59214"/>
                    </a:lnTo>
                    <a:lnTo>
                      <a:pt x="62485" y="59424"/>
                    </a:lnTo>
                    <a:lnTo>
                      <a:pt x="62527" y="59633"/>
                    </a:lnTo>
                    <a:lnTo>
                      <a:pt x="62653" y="59759"/>
                    </a:lnTo>
                    <a:lnTo>
                      <a:pt x="62779" y="59885"/>
                    </a:lnTo>
                    <a:lnTo>
                      <a:pt x="62988" y="59927"/>
                    </a:lnTo>
                    <a:lnTo>
                      <a:pt x="66050" y="59801"/>
                    </a:lnTo>
                    <a:lnTo>
                      <a:pt x="66259" y="59759"/>
                    </a:lnTo>
                    <a:lnTo>
                      <a:pt x="66427" y="59633"/>
                    </a:lnTo>
                    <a:lnTo>
                      <a:pt x="66511" y="59466"/>
                    </a:lnTo>
                    <a:lnTo>
                      <a:pt x="66553" y="59256"/>
                    </a:lnTo>
                    <a:lnTo>
                      <a:pt x="66511" y="59046"/>
                    </a:lnTo>
                    <a:lnTo>
                      <a:pt x="66385" y="58920"/>
                    </a:lnTo>
                    <a:lnTo>
                      <a:pt x="66217" y="58795"/>
                    </a:lnTo>
                    <a:lnTo>
                      <a:pt x="66050" y="58753"/>
                    </a:lnTo>
                    <a:close/>
                    <a:moveTo>
                      <a:pt x="32585" y="58878"/>
                    </a:moveTo>
                    <a:lnTo>
                      <a:pt x="32417" y="58920"/>
                    </a:lnTo>
                    <a:lnTo>
                      <a:pt x="32250" y="59046"/>
                    </a:lnTo>
                    <a:lnTo>
                      <a:pt x="32124" y="59172"/>
                    </a:lnTo>
                    <a:lnTo>
                      <a:pt x="32082" y="59382"/>
                    </a:lnTo>
                    <a:lnTo>
                      <a:pt x="32124" y="59591"/>
                    </a:lnTo>
                    <a:lnTo>
                      <a:pt x="32208" y="59759"/>
                    </a:lnTo>
                    <a:lnTo>
                      <a:pt x="32375" y="59885"/>
                    </a:lnTo>
                    <a:lnTo>
                      <a:pt x="32543" y="59927"/>
                    </a:lnTo>
                    <a:lnTo>
                      <a:pt x="35604" y="60011"/>
                    </a:lnTo>
                    <a:lnTo>
                      <a:pt x="35646" y="60011"/>
                    </a:lnTo>
                    <a:lnTo>
                      <a:pt x="35814" y="59969"/>
                    </a:lnTo>
                    <a:lnTo>
                      <a:pt x="35982" y="59885"/>
                    </a:lnTo>
                    <a:lnTo>
                      <a:pt x="36108" y="59717"/>
                    </a:lnTo>
                    <a:lnTo>
                      <a:pt x="36150" y="59508"/>
                    </a:lnTo>
                    <a:lnTo>
                      <a:pt x="36108" y="59340"/>
                    </a:lnTo>
                    <a:lnTo>
                      <a:pt x="35982" y="59172"/>
                    </a:lnTo>
                    <a:lnTo>
                      <a:pt x="35856" y="59046"/>
                    </a:lnTo>
                    <a:lnTo>
                      <a:pt x="35646" y="59004"/>
                    </a:lnTo>
                    <a:lnTo>
                      <a:pt x="32585" y="58878"/>
                    </a:lnTo>
                    <a:close/>
                    <a:moveTo>
                      <a:pt x="59927" y="59004"/>
                    </a:moveTo>
                    <a:lnTo>
                      <a:pt x="56866" y="59088"/>
                    </a:lnTo>
                    <a:lnTo>
                      <a:pt x="56698" y="59130"/>
                    </a:lnTo>
                    <a:lnTo>
                      <a:pt x="56530" y="59256"/>
                    </a:lnTo>
                    <a:lnTo>
                      <a:pt x="56405" y="59424"/>
                    </a:lnTo>
                    <a:lnTo>
                      <a:pt x="56363" y="59591"/>
                    </a:lnTo>
                    <a:lnTo>
                      <a:pt x="56405" y="59801"/>
                    </a:lnTo>
                    <a:lnTo>
                      <a:pt x="56530" y="59969"/>
                    </a:lnTo>
                    <a:lnTo>
                      <a:pt x="56698" y="60053"/>
                    </a:lnTo>
                    <a:lnTo>
                      <a:pt x="56908" y="60095"/>
                    </a:lnTo>
                    <a:lnTo>
                      <a:pt x="59969" y="60011"/>
                    </a:lnTo>
                    <a:lnTo>
                      <a:pt x="60137" y="59969"/>
                    </a:lnTo>
                    <a:lnTo>
                      <a:pt x="60305" y="59843"/>
                    </a:lnTo>
                    <a:lnTo>
                      <a:pt x="60430" y="59675"/>
                    </a:lnTo>
                    <a:lnTo>
                      <a:pt x="60430" y="59508"/>
                    </a:lnTo>
                    <a:lnTo>
                      <a:pt x="60388" y="59298"/>
                    </a:lnTo>
                    <a:lnTo>
                      <a:pt x="60305" y="59130"/>
                    </a:lnTo>
                    <a:lnTo>
                      <a:pt x="60137" y="59046"/>
                    </a:lnTo>
                    <a:lnTo>
                      <a:pt x="59969" y="59004"/>
                    </a:lnTo>
                    <a:close/>
                    <a:moveTo>
                      <a:pt x="38708" y="59088"/>
                    </a:moveTo>
                    <a:lnTo>
                      <a:pt x="38498" y="59130"/>
                    </a:lnTo>
                    <a:lnTo>
                      <a:pt x="38330" y="59214"/>
                    </a:lnTo>
                    <a:lnTo>
                      <a:pt x="38204" y="59382"/>
                    </a:lnTo>
                    <a:lnTo>
                      <a:pt x="38162" y="59591"/>
                    </a:lnTo>
                    <a:lnTo>
                      <a:pt x="38204" y="59759"/>
                    </a:lnTo>
                    <a:lnTo>
                      <a:pt x="38330" y="59927"/>
                    </a:lnTo>
                    <a:lnTo>
                      <a:pt x="38456" y="60053"/>
                    </a:lnTo>
                    <a:lnTo>
                      <a:pt x="38666" y="60095"/>
                    </a:lnTo>
                    <a:lnTo>
                      <a:pt x="41727" y="60137"/>
                    </a:lnTo>
                    <a:lnTo>
                      <a:pt x="41937" y="60137"/>
                    </a:lnTo>
                    <a:lnTo>
                      <a:pt x="42104" y="60011"/>
                    </a:lnTo>
                    <a:lnTo>
                      <a:pt x="42188" y="59843"/>
                    </a:lnTo>
                    <a:lnTo>
                      <a:pt x="42230" y="59675"/>
                    </a:lnTo>
                    <a:lnTo>
                      <a:pt x="42188" y="59466"/>
                    </a:lnTo>
                    <a:lnTo>
                      <a:pt x="42104" y="59298"/>
                    </a:lnTo>
                    <a:lnTo>
                      <a:pt x="41937" y="59172"/>
                    </a:lnTo>
                    <a:lnTo>
                      <a:pt x="41727" y="59130"/>
                    </a:lnTo>
                    <a:lnTo>
                      <a:pt x="38708" y="59088"/>
                    </a:lnTo>
                    <a:close/>
                    <a:moveTo>
                      <a:pt x="53846" y="59130"/>
                    </a:moveTo>
                    <a:lnTo>
                      <a:pt x="50785" y="59172"/>
                    </a:lnTo>
                    <a:lnTo>
                      <a:pt x="50575" y="59214"/>
                    </a:lnTo>
                    <a:lnTo>
                      <a:pt x="50408" y="59340"/>
                    </a:lnTo>
                    <a:lnTo>
                      <a:pt x="50324" y="59508"/>
                    </a:lnTo>
                    <a:lnTo>
                      <a:pt x="50282" y="59675"/>
                    </a:lnTo>
                    <a:lnTo>
                      <a:pt x="50324" y="59885"/>
                    </a:lnTo>
                    <a:lnTo>
                      <a:pt x="50450" y="60053"/>
                    </a:lnTo>
                    <a:lnTo>
                      <a:pt x="50575" y="60137"/>
                    </a:lnTo>
                    <a:lnTo>
                      <a:pt x="50785" y="60178"/>
                    </a:lnTo>
                    <a:lnTo>
                      <a:pt x="53846" y="60137"/>
                    </a:lnTo>
                    <a:lnTo>
                      <a:pt x="54056" y="60095"/>
                    </a:lnTo>
                    <a:lnTo>
                      <a:pt x="54224" y="60011"/>
                    </a:lnTo>
                    <a:lnTo>
                      <a:pt x="54308" y="59843"/>
                    </a:lnTo>
                    <a:lnTo>
                      <a:pt x="54350" y="59633"/>
                    </a:lnTo>
                    <a:lnTo>
                      <a:pt x="54308" y="59466"/>
                    </a:lnTo>
                    <a:lnTo>
                      <a:pt x="54182" y="59298"/>
                    </a:lnTo>
                    <a:lnTo>
                      <a:pt x="54014" y="59172"/>
                    </a:lnTo>
                    <a:lnTo>
                      <a:pt x="53846" y="59130"/>
                    </a:lnTo>
                    <a:close/>
                    <a:moveTo>
                      <a:pt x="44788" y="59172"/>
                    </a:moveTo>
                    <a:lnTo>
                      <a:pt x="44579" y="59214"/>
                    </a:lnTo>
                    <a:lnTo>
                      <a:pt x="44411" y="59340"/>
                    </a:lnTo>
                    <a:lnTo>
                      <a:pt x="44327" y="59466"/>
                    </a:lnTo>
                    <a:lnTo>
                      <a:pt x="44285" y="59675"/>
                    </a:lnTo>
                    <a:lnTo>
                      <a:pt x="44327" y="59885"/>
                    </a:lnTo>
                    <a:lnTo>
                      <a:pt x="44411" y="60053"/>
                    </a:lnTo>
                    <a:lnTo>
                      <a:pt x="44579" y="60137"/>
                    </a:lnTo>
                    <a:lnTo>
                      <a:pt x="44788" y="60178"/>
                    </a:lnTo>
                    <a:lnTo>
                      <a:pt x="47850" y="60220"/>
                    </a:lnTo>
                    <a:lnTo>
                      <a:pt x="48017" y="60178"/>
                    </a:lnTo>
                    <a:lnTo>
                      <a:pt x="48185" y="60053"/>
                    </a:lnTo>
                    <a:lnTo>
                      <a:pt x="48311" y="59885"/>
                    </a:lnTo>
                    <a:lnTo>
                      <a:pt x="48353" y="59675"/>
                    </a:lnTo>
                    <a:lnTo>
                      <a:pt x="48311" y="59508"/>
                    </a:lnTo>
                    <a:lnTo>
                      <a:pt x="48185" y="59340"/>
                    </a:lnTo>
                    <a:lnTo>
                      <a:pt x="48017" y="59214"/>
                    </a:lnTo>
                    <a:lnTo>
                      <a:pt x="47850" y="59172"/>
                    </a:lnTo>
                    <a:close/>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25;p17">
                <a:extLst>
                  <a:ext uri="{FF2B5EF4-FFF2-40B4-BE49-F238E27FC236}">
                    <a16:creationId xmlns:a16="http://schemas.microsoft.com/office/drawing/2014/main" id="{19378F65-EAA1-6D17-828F-CF7E8AA4F429}"/>
                  </a:ext>
                </a:extLst>
              </p:cNvPr>
              <p:cNvSpPr/>
              <p:nvPr/>
            </p:nvSpPr>
            <p:spPr>
              <a:xfrm>
                <a:off x="2783972" y="2354757"/>
                <a:ext cx="79031" cy="20379"/>
              </a:xfrm>
              <a:custGeom>
                <a:avLst/>
                <a:gdLst/>
                <a:ahLst/>
                <a:cxnLst/>
                <a:rect l="l" t="t" r="r" b="b"/>
                <a:pathLst>
                  <a:path w="4068" h="1049" fill="none" extrusionOk="0">
                    <a:moveTo>
                      <a:pt x="503" y="0"/>
                    </a:moveTo>
                    <a:lnTo>
                      <a:pt x="503" y="0"/>
                    </a:lnTo>
                    <a:lnTo>
                      <a:pt x="503" y="0"/>
                    </a:lnTo>
                    <a:lnTo>
                      <a:pt x="294" y="42"/>
                    </a:lnTo>
                    <a:lnTo>
                      <a:pt x="126" y="168"/>
                    </a:lnTo>
                    <a:lnTo>
                      <a:pt x="42" y="294"/>
                    </a:lnTo>
                    <a:lnTo>
                      <a:pt x="0" y="503"/>
                    </a:lnTo>
                    <a:lnTo>
                      <a:pt x="0" y="503"/>
                    </a:lnTo>
                    <a:lnTo>
                      <a:pt x="42" y="713"/>
                    </a:lnTo>
                    <a:lnTo>
                      <a:pt x="126" y="881"/>
                    </a:lnTo>
                    <a:lnTo>
                      <a:pt x="294" y="965"/>
                    </a:lnTo>
                    <a:lnTo>
                      <a:pt x="503" y="1006"/>
                    </a:lnTo>
                    <a:lnTo>
                      <a:pt x="503" y="1006"/>
                    </a:lnTo>
                    <a:lnTo>
                      <a:pt x="3565" y="1048"/>
                    </a:lnTo>
                    <a:lnTo>
                      <a:pt x="3565" y="1048"/>
                    </a:lnTo>
                    <a:lnTo>
                      <a:pt x="3732" y="1006"/>
                    </a:lnTo>
                    <a:lnTo>
                      <a:pt x="3900" y="881"/>
                    </a:lnTo>
                    <a:lnTo>
                      <a:pt x="4026" y="713"/>
                    </a:lnTo>
                    <a:lnTo>
                      <a:pt x="4068" y="503"/>
                    </a:lnTo>
                    <a:lnTo>
                      <a:pt x="4068" y="503"/>
                    </a:lnTo>
                    <a:lnTo>
                      <a:pt x="4026" y="336"/>
                    </a:lnTo>
                    <a:lnTo>
                      <a:pt x="3900" y="168"/>
                    </a:lnTo>
                    <a:lnTo>
                      <a:pt x="3732" y="42"/>
                    </a:lnTo>
                    <a:lnTo>
                      <a:pt x="3565" y="0"/>
                    </a:lnTo>
                    <a:lnTo>
                      <a:pt x="356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6;p17">
                <a:extLst>
                  <a:ext uri="{FF2B5EF4-FFF2-40B4-BE49-F238E27FC236}">
                    <a16:creationId xmlns:a16="http://schemas.microsoft.com/office/drawing/2014/main" id="{AF36E4EA-3A9F-5D46-D888-81432F8CF0BB}"/>
                  </a:ext>
                </a:extLst>
              </p:cNvPr>
              <p:cNvSpPr/>
              <p:nvPr/>
            </p:nvSpPr>
            <p:spPr>
              <a:xfrm>
                <a:off x="2900457" y="2353941"/>
                <a:ext cx="79050" cy="20379"/>
              </a:xfrm>
              <a:custGeom>
                <a:avLst/>
                <a:gdLst/>
                <a:ahLst/>
                <a:cxnLst/>
                <a:rect l="l" t="t" r="r" b="b"/>
                <a:pathLst>
                  <a:path w="4069" h="1049" fill="none" extrusionOk="0">
                    <a:moveTo>
                      <a:pt x="3565" y="0"/>
                    </a:moveTo>
                    <a:lnTo>
                      <a:pt x="3565" y="0"/>
                    </a:lnTo>
                    <a:lnTo>
                      <a:pt x="3565" y="0"/>
                    </a:lnTo>
                    <a:lnTo>
                      <a:pt x="504" y="42"/>
                    </a:lnTo>
                    <a:lnTo>
                      <a:pt x="504" y="42"/>
                    </a:lnTo>
                    <a:lnTo>
                      <a:pt x="294" y="84"/>
                    </a:lnTo>
                    <a:lnTo>
                      <a:pt x="127" y="210"/>
                    </a:lnTo>
                    <a:lnTo>
                      <a:pt x="43" y="378"/>
                    </a:lnTo>
                    <a:lnTo>
                      <a:pt x="1" y="545"/>
                    </a:lnTo>
                    <a:lnTo>
                      <a:pt x="1" y="545"/>
                    </a:lnTo>
                    <a:lnTo>
                      <a:pt x="43" y="755"/>
                    </a:lnTo>
                    <a:lnTo>
                      <a:pt x="169" y="923"/>
                    </a:lnTo>
                    <a:lnTo>
                      <a:pt x="294" y="1007"/>
                    </a:lnTo>
                    <a:lnTo>
                      <a:pt x="504" y="1048"/>
                    </a:lnTo>
                    <a:lnTo>
                      <a:pt x="504" y="1048"/>
                    </a:lnTo>
                    <a:lnTo>
                      <a:pt x="504" y="1048"/>
                    </a:lnTo>
                    <a:lnTo>
                      <a:pt x="3565" y="1007"/>
                    </a:lnTo>
                    <a:lnTo>
                      <a:pt x="3565" y="1007"/>
                    </a:lnTo>
                    <a:lnTo>
                      <a:pt x="3775" y="965"/>
                    </a:lnTo>
                    <a:lnTo>
                      <a:pt x="3943" y="881"/>
                    </a:lnTo>
                    <a:lnTo>
                      <a:pt x="4027" y="713"/>
                    </a:lnTo>
                    <a:lnTo>
                      <a:pt x="4069" y="503"/>
                    </a:lnTo>
                    <a:lnTo>
                      <a:pt x="4069" y="503"/>
                    </a:lnTo>
                    <a:lnTo>
                      <a:pt x="4027" y="336"/>
                    </a:lnTo>
                    <a:lnTo>
                      <a:pt x="3901"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7;p17">
                <a:extLst>
                  <a:ext uri="{FF2B5EF4-FFF2-40B4-BE49-F238E27FC236}">
                    <a16:creationId xmlns:a16="http://schemas.microsoft.com/office/drawing/2014/main" id="{D1FE16DE-4E62-88F1-5E30-86A749D6EF8F}"/>
                  </a:ext>
                </a:extLst>
              </p:cNvPr>
              <p:cNvSpPr/>
              <p:nvPr/>
            </p:nvSpPr>
            <p:spPr>
              <a:xfrm>
                <a:off x="2665021" y="2353125"/>
                <a:ext cx="79050" cy="20379"/>
              </a:xfrm>
              <a:custGeom>
                <a:avLst/>
                <a:gdLst/>
                <a:ahLst/>
                <a:cxnLst/>
                <a:rect l="l" t="t" r="r" b="b"/>
                <a:pathLst>
                  <a:path w="4069" h="1049" fill="none" extrusionOk="0">
                    <a:moveTo>
                      <a:pt x="546" y="0"/>
                    </a:moveTo>
                    <a:lnTo>
                      <a:pt x="546" y="0"/>
                    </a:lnTo>
                    <a:lnTo>
                      <a:pt x="336" y="42"/>
                    </a:lnTo>
                    <a:lnTo>
                      <a:pt x="168" y="126"/>
                    </a:lnTo>
                    <a:lnTo>
                      <a:pt x="42" y="294"/>
                    </a:lnTo>
                    <a:lnTo>
                      <a:pt x="0" y="503"/>
                    </a:lnTo>
                    <a:lnTo>
                      <a:pt x="0" y="503"/>
                    </a:lnTo>
                    <a:lnTo>
                      <a:pt x="42" y="671"/>
                    </a:lnTo>
                    <a:lnTo>
                      <a:pt x="168" y="839"/>
                    </a:lnTo>
                    <a:lnTo>
                      <a:pt x="294" y="965"/>
                    </a:lnTo>
                    <a:lnTo>
                      <a:pt x="504" y="1007"/>
                    </a:lnTo>
                    <a:lnTo>
                      <a:pt x="504" y="1007"/>
                    </a:lnTo>
                    <a:lnTo>
                      <a:pt x="3565" y="1049"/>
                    </a:lnTo>
                    <a:lnTo>
                      <a:pt x="3565" y="1049"/>
                    </a:lnTo>
                    <a:lnTo>
                      <a:pt x="3565" y="1049"/>
                    </a:lnTo>
                    <a:lnTo>
                      <a:pt x="3775" y="1049"/>
                    </a:lnTo>
                    <a:lnTo>
                      <a:pt x="3942" y="923"/>
                    </a:lnTo>
                    <a:lnTo>
                      <a:pt x="4026" y="755"/>
                    </a:lnTo>
                    <a:lnTo>
                      <a:pt x="4068" y="587"/>
                    </a:lnTo>
                    <a:lnTo>
                      <a:pt x="4068" y="587"/>
                    </a:lnTo>
                    <a:lnTo>
                      <a:pt x="4026" y="378"/>
                    </a:lnTo>
                    <a:lnTo>
                      <a:pt x="3942" y="210"/>
                    </a:lnTo>
                    <a:lnTo>
                      <a:pt x="3775" y="84"/>
                    </a:lnTo>
                    <a:lnTo>
                      <a:pt x="3565" y="42"/>
                    </a:lnTo>
                    <a:lnTo>
                      <a:pt x="3565" y="42"/>
                    </a:lnTo>
                    <a:lnTo>
                      <a:pt x="546" y="0"/>
                    </a:lnTo>
                    <a:lnTo>
                      <a:pt x="546" y="0"/>
                    </a:lnTo>
                    <a:lnTo>
                      <a:pt x="54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28;p17">
                <a:extLst>
                  <a:ext uri="{FF2B5EF4-FFF2-40B4-BE49-F238E27FC236}">
                    <a16:creationId xmlns:a16="http://schemas.microsoft.com/office/drawing/2014/main" id="{C416B5C8-4A71-6F0B-3BD8-4ED9D016BAC0}"/>
                  </a:ext>
                </a:extLst>
              </p:cNvPr>
              <p:cNvSpPr/>
              <p:nvPr/>
            </p:nvSpPr>
            <p:spPr>
              <a:xfrm>
                <a:off x="3018593" y="2351493"/>
                <a:ext cx="79050" cy="21195"/>
              </a:xfrm>
              <a:custGeom>
                <a:avLst/>
                <a:gdLst/>
                <a:ahLst/>
                <a:cxnLst/>
                <a:rect l="l" t="t" r="r" b="b"/>
                <a:pathLst>
                  <a:path w="4069" h="1091" fill="none" extrusionOk="0">
                    <a:moveTo>
                      <a:pt x="3607" y="0"/>
                    </a:moveTo>
                    <a:lnTo>
                      <a:pt x="3607" y="0"/>
                    </a:lnTo>
                    <a:lnTo>
                      <a:pt x="3565" y="0"/>
                    </a:lnTo>
                    <a:lnTo>
                      <a:pt x="3565" y="0"/>
                    </a:lnTo>
                    <a:lnTo>
                      <a:pt x="504" y="84"/>
                    </a:lnTo>
                    <a:lnTo>
                      <a:pt x="504" y="84"/>
                    </a:lnTo>
                    <a:lnTo>
                      <a:pt x="336" y="126"/>
                    </a:lnTo>
                    <a:lnTo>
                      <a:pt x="168" y="252"/>
                    </a:lnTo>
                    <a:lnTo>
                      <a:pt x="43" y="420"/>
                    </a:lnTo>
                    <a:lnTo>
                      <a:pt x="1" y="587"/>
                    </a:lnTo>
                    <a:lnTo>
                      <a:pt x="1" y="587"/>
                    </a:lnTo>
                    <a:lnTo>
                      <a:pt x="43" y="797"/>
                    </a:lnTo>
                    <a:lnTo>
                      <a:pt x="168" y="965"/>
                    </a:lnTo>
                    <a:lnTo>
                      <a:pt x="336" y="1049"/>
                    </a:lnTo>
                    <a:lnTo>
                      <a:pt x="546" y="1091"/>
                    </a:lnTo>
                    <a:lnTo>
                      <a:pt x="546" y="1091"/>
                    </a:lnTo>
                    <a:lnTo>
                      <a:pt x="546" y="1091"/>
                    </a:lnTo>
                    <a:lnTo>
                      <a:pt x="3607" y="1007"/>
                    </a:lnTo>
                    <a:lnTo>
                      <a:pt x="3607" y="1007"/>
                    </a:lnTo>
                    <a:lnTo>
                      <a:pt x="3775" y="965"/>
                    </a:lnTo>
                    <a:lnTo>
                      <a:pt x="3943" y="839"/>
                    </a:lnTo>
                    <a:lnTo>
                      <a:pt x="4068" y="671"/>
                    </a:lnTo>
                    <a:lnTo>
                      <a:pt x="4068" y="504"/>
                    </a:lnTo>
                    <a:lnTo>
                      <a:pt x="4068" y="504"/>
                    </a:lnTo>
                    <a:lnTo>
                      <a:pt x="4026" y="294"/>
                    </a:lnTo>
                    <a:lnTo>
                      <a:pt x="3943" y="126"/>
                    </a:lnTo>
                    <a:lnTo>
                      <a:pt x="3775" y="42"/>
                    </a:lnTo>
                    <a:lnTo>
                      <a:pt x="3607"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9;p17">
                <a:extLst>
                  <a:ext uri="{FF2B5EF4-FFF2-40B4-BE49-F238E27FC236}">
                    <a16:creationId xmlns:a16="http://schemas.microsoft.com/office/drawing/2014/main" id="{C75CD40A-0B80-2F8A-8A1C-9917E8EABB9C}"/>
                  </a:ext>
                </a:extLst>
              </p:cNvPr>
              <p:cNvSpPr/>
              <p:nvPr/>
            </p:nvSpPr>
            <p:spPr>
              <a:xfrm>
                <a:off x="2546885" y="2349045"/>
                <a:ext cx="79050" cy="22011"/>
              </a:xfrm>
              <a:custGeom>
                <a:avLst/>
                <a:gdLst/>
                <a:ahLst/>
                <a:cxnLst/>
                <a:rect l="l" t="t" r="r" b="b"/>
                <a:pathLst>
                  <a:path w="4069" h="1133" fill="none" extrusionOk="0">
                    <a:moveTo>
                      <a:pt x="504" y="0"/>
                    </a:moveTo>
                    <a:lnTo>
                      <a:pt x="504" y="0"/>
                    </a:lnTo>
                    <a:lnTo>
                      <a:pt x="336" y="42"/>
                    </a:lnTo>
                    <a:lnTo>
                      <a:pt x="169" y="168"/>
                    </a:lnTo>
                    <a:lnTo>
                      <a:pt x="43" y="294"/>
                    </a:lnTo>
                    <a:lnTo>
                      <a:pt x="1" y="504"/>
                    </a:lnTo>
                    <a:lnTo>
                      <a:pt x="1" y="504"/>
                    </a:lnTo>
                    <a:lnTo>
                      <a:pt x="43" y="713"/>
                    </a:lnTo>
                    <a:lnTo>
                      <a:pt x="127" y="881"/>
                    </a:lnTo>
                    <a:lnTo>
                      <a:pt x="294" y="1007"/>
                    </a:lnTo>
                    <a:lnTo>
                      <a:pt x="462" y="1049"/>
                    </a:lnTo>
                    <a:lnTo>
                      <a:pt x="462" y="1049"/>
                    </a:lnTo>
                    <a:lnTo>
                      <a:pt x="3523" y="1133"/>
                    </a:lnTo>
                    <a:lnTo>
                      <a:pt x="3565" y="1133"/>
                    </a:lnTo>
                    <a:lnTo>
                      <a:pt x="3565" y="1133"/>
                    </a:lnTo>
                    <a:lnTo>
                      <a:pt x="3733" y="1091"/>
                    </a:lnTo>
                    <a:lnTo>
                      <a:pt x="3901" y="1007"/>
                    </a:lnTo>
                    <a:lnTo>
                      <a:pt x="4027" y="839"/>
                    </a:lnTo>
                    <a:lnTo>
                      <a:pt x="4069" y="630"/>
                    </a:lnTo>
                    <a:lnTo>
                      <a:pt x="4069" y="630"/>
                    </a:lnTo>
                    <a:lnTo>
                      <a:pt x="4027" y="462"/>
                    </a:lnTo>
                    <a:lnTo>
                      <a:pt x="3901" y="294"/>
                    </a:lnTo>
                    <a:lnTo>
                      <a:pt x="3775" y="168"/>
                    </a:lnTo>
                    <a:lnTo>
                      <a:pt x="3565" y="126"/>
                    </a:lnTo>
                    <a:lnTo>
                      <a:pt x="3565" y="126"/>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0;p17">
                <a:extLst>
                  <a:ext uri="{FF2B5EF4-FFF2-40B4-BE49-F238E27FC236}">
                    <a16:creationId xmlns:a16="http://schemas.microsoft.com/office/drawing/2014/main" id="{380E8E12-7C7C-D8FF-3F6C-31D98997AB4E}"/>
                  </a:ext>
                </a:extLst>
              </p:cNvPr>
              <p:cNvSpPr/>
              <p:nvPr/>
            </p:nvSpPr>
            <p:spPr>
              <a:xfrm>
                <a:off x="3137544" y="2346597"/>
                <a:ext cx="79031" cy="22827"/>
              </a:xfrm>
              <a:custGeom>
                <a:avLst/>
                <a:gdLst/>
                <a:ahLst/>
                <a:cxnLst/>
                <a:rect l="l" t="t" r="r" b="b"/>
                <a:pathLst>
                  <a:path w="4068" h="1175" fill="none" extrusionOk="0">
                    <a:moveTo>
                      <a:pt x="3565" y="1"/>
                    </a:moveTo>
                    <a:lnTo>
                      <a:pt x="3565" y="1"/>
                    </a:lnTo>
                    <a:lnTo>
                      <a:pt x="3523" y="1"/>
                    </a:lnTo>
                    <a:lnTo>
                      <a:pt x="3523" y="1"/>
                    </a:lnTo>
                    <a:lnTo>
                      <a:pt x="503" y="126"/>
                    </a:lnTo>
                    <a:lnTo>
                      <a:pt x="503" y="126"/>
                    </a:lnTo>
                    <a:lnTo>
                      <a:pt x="294" y="210"/>
                    </a:lnTo>
                    <a:lnTo>
                      <a:pt x="126" y="294"/>
                    </a:lnTo>
                    <a:lnTo>
                      <a:pt x="42" y="462"/>
                    </a:lnTo>
                    <a:lnTo>
                      <a:pt x="0" y="672"/>
                    </a:lnTo>
                    <a:lnTo>
                      <a:pt x="0" y="672"/>
                    </a:lnTo>
                    <a:lnTo>
                      <a:pt x="42" y="881"/>
                    </a:lnTo>
                    <a:lnTo>
                      <a:pt x="168" y="1007"/>
                    </a:lnTo>
                    <a:lnTo>
                      <a:pt x="294" y="1133"/>
                    </a:lnTo>
                    <a:lnTo>
                      <a:pt x="503" y="1175"/>
                    </a:lnTo>
                    <a:lnTo>
                      <a:pt x="503" y="1175"/>
                    </a:lnTo>
                    <a:lnTo>
                      <a:pt x="503" y="1175"/>
                    </a:lnTo>
                    <a:lnTo>
                      <a:pt x="3565" y="1049"/>
                    </a:lnTo>
                    <a:lnTo>
                      <a:pt x="3565" y="1049"/>
                    </a:lnTo>
                    <a:lnTo>
                      <a:pt x="3774" y="1007"/>
                    </a:lnTo>
                    <a:lnTo>
                      <a:pt x="3942" y="881"/>
                    </a:lnTo>
                    <a:lnTo>
                      <a:pt x="4026" y="714"/>
                    </a:lnTo>
                    <a:lnTo>
                      <a:pt x="4068" y="504"/>
                    </a:lnTo>
                    <a:lnTo>
                      <a:pt x="4068" y="504"/>
                    </a:lnTo>
                    <a:lnTo>
                      <a:pt x="4026" y="294"/>
                    </a:lnTo>
                    <a:lnTo>
                      <a:pt x="3900" y="168"/>
                    </a:lnTo>
                    <a:lnTo>
                      <a:pt x="3732"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1;p17">
                <a:extLst>
                  <a:ext uri="{FF2B5EF4-FFF2-40B4-BE49-F238E27FC236}">
                    <a16:creationId xmlns:a16="http://schemas.microsoft.com/office/drawing/2014/main" id="{60690506-95D1-B497-B1E6-FE106116DC3D}"/>
                  </a:ext>
                </a:extLst>
              </p:cNvPr>
              <p:cNvSpPr/>
              <p:nvPr/>
            </p:nvSpPr>
            <p:spPr>
              <a:xfrm>
                <a:off x="2427953" y="2344149"/>
                <a:ext cx="79031" cy="22847"/>
              </a:xfrm>
              <a:custGeom>
                <a:avLst/>
                <a:gdLst/>
                <a:ahLst/>
                <a:cxnLst/>
                <a:rect l="l" t="t" r="r" b="b"/>
                <a:pathLst>
                  <a:path w="4068" h="1176" fill="none" extrusionOk="0">
                    <a:moveTo>
                      <a:pt x="545" y="1"/>
                    </a:moveTo>
                    <a:lnTo>
                      <a:pt x="545" y="1"/>
                    </a:lnTo>
                    <a:lnTo>
                      <a:pt x="336" y="43"/>
                    </a:lnTo>
                    <a:lnTo>
                      <a:pt x="168" y="127"/>
                    </a:lnTo>
                    <a:lnTo>
                      <a:pt x="84" y="294"/>
                    </a:lnTo>
                    <a:lnTo>
                      <a:pt x="0" y="462"/>
                    </a:lnTo>
                    <a:lnTo>
                      <a:pt x="0" y="462"/>
                    </a:lnTo>
                    <a:lnTo>
                      <a:pt x="42" y="672"/>
                    </a:lnTo>
                    <a:lnTo>
                      <a:pt x="126" y="840"/>
                    </a:lnTo>
                    <a:lnTo>
                      <a:pt x="294" y="965"/>
                    </a:lnTo>
                    <a:lnTo>
                      <a:pt x="503" y="1007"/>
                    </a:lnTo>
                    <a:lnTo>
                      <a:pt x="503" y="1007"/>
                    </a:lnTo>
                    <a:lnTo>
                      <a:pt x="3565" y="1175"/>
                    </a:lnTo>
                    <a:lnTo>
                      <a:pt x="3565" y="1175"/>
                    </a:lnTo>
                    <a:lnTo>
                      <a:pt x="3565" y="1175"/>
                    </a:lnTo>
                    <a:lnTo>
                      <a:pt x="3774" y="1133"/>
                    </a:lnTo>
                    <a:lnTo>
                      <a:pt x="3942" y="1007"/>
                    </a:lnTo>
                    <a:lnTo>
                      <a:pt x="4026" y="882"/>
                    </a:lnTo>
                    <a:lnTo>
                      <a:pt x="4068" y="672"/>
                    </a:lnTo>
                    <a:lnTo>
                      <a:pt x="4068" y="672"/>
                    </a:lnTo>
                    <a:lnTo>
                      <a:pt x="4068" y="462"/>
                    </a:lnTo>
                    <a:lnTo>
                      <a:pt x="3942" y="294"/>
                    </a:lnTo>
                    <a:lnTo>
                      <a:pt x="3774" y="211"/>
                    </a:lnTo>
                    <a:lnTo>
                      <a:pt x="3607" y="127"/>
                    </a:lnTo>
                    <a:lnTo>
                      <a:pt x="3607" y="127"/>
                    </a:lnTo>
                    <a:lnTo>
                      <a:pt x="545" y="1"/>
                    </a:lnTo>
                    <a:lnTo>
                      <a:pt x="545" y="1"/>
                    </a:lnTo>
                    <a:lnTo>
                      <a:pt x="54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2;p17">
                <a:extLst>
                  <a:ext uri="{FF2B5EF4-FFF2-40B4-BE49-F238E27FC236}">
                    <a16:creationId xmlns:a16="http://schemas.microsoft.com/office/drawing/2014/main" id="{F9466F9F-6831-91CE-F1EF-B6E63BB3F5F2}"/>
                  </a:ext>
                </a:extLst>
              </p:cNvPr>
              <p:cNvSpPr/>
              <p:nvPr/>
            </p:nvSpPr>
            <p:spPr>
              <a:xfrm>
                <a:off x="3255661" y="2340905"/>
                <a:ext cx="79050" cy="22827"/>
              </a:xfrm>
              <a:custGeom>
                <a:avLst/>
                <a:gdLst/>
                <a:ahLst/>
                <a:cxnLst/>
                <a:rect l="l" t="t" r="r" b="b"/>
                <a:pathLst>
                  <a:path w="4069" h="1175" fill="none" extrusionOk="0">
                    <a:moveTo>
                      <a:pt x="3565" y="0"/>
                    </a:moveTo>
                    <a:lnTo>
                      <a:pt x="3565" y="0"/>
                    </a:lnTo>
                    <a:lnTo>
                      <a:pt x="3523" y="0"/>
                    </a:lnTo>
                    <a:lnTo>
                      <a:pt x="3523" y="0"/>
                    </a:lnTo>
                    <a:lnTo>
                      <a:pt x="504" y="168"/>
                    </a:lnTo>
                    <a:lnTo>
                      <a:pt x="504" y="168"/>
                    </a:lnTo>
                    <a:lnTo>
                      <a:pt x="294" y="210"/>
                    </a:lnTo>
                    <a:lnTo>
                      <a:pt x="127" y="336"/>
                    </a:lnTo>
                    <a:lnTo>
                      <a:pt x="43" y="503"/>
                    </a:lnTo>
                    <a:lnTo>
                      <a:pt x="1" y="713"/>
                    </a:lnTo>
                    <a:lnTo>
                      <a:pt x="1" y="713"/>
                    </a:lnTo>
                    <a:lnTo>
                      <a:pt x="43" y="881"/>
                    </a:lnTo>
                    <a:lnTo>
                      <a:pt x="169" y="1049"/>
                    </a:lnTo>
                    <a:lnTo>
                      <a:pt x="336" y="1132"/>
                    </a:lnTo>
                    <a:lnTo>
                      <a:pt x="504" y="1174"/>
                    </a:lnTo>
                    <a:lnTo>
                      <a:pt x="546" y="1174"/>
                    </a:lnTo>
                    <a:lnTo>
                      <a:pt x="546" y="1174"/>
                    </a:lnTo>
                    <a:lnTo>
                      <a:pt x="3607" y="1007"/>
                    </a:lnTo>
                    <a:lnTo>
                      <a:pt x="3607" y="1007"/>
                    </a:lnTo>
                    <a:lnTo>
                      <a:pt x="3775" y="965"/>
                    </a:lnTo>
                    <a:lnTo>
                      <a:pt x="3943" y="839"/>
                    </a:lnTo>
                    <a:lnTo>
                      <a:pt x="4027" y="671"/>
                    </a:lnTo>
                    <a:lnTo>
                      <a:pt x="4069" y="461"/>
                    </a:lnTo>
                    <a:lnTo>
                      <a:pt x="4069" y="461"/>
                    </a:lnTo>
                    <a:lnTo>
                      <a:pt x="4027" y="294"/>
                    </a:lnTo>
                    <a:lnTo>
                      <a:pt x="3901" y="126"/>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3;p17">
                <a:extLst>
                  <a:ext uri="{FF2B5EF4-FFF2-40B4-BE49-F238E27FC236}">
                    <a16:creationId xmlns:a16="http://schemas.microsoft.com/office/drawing/2014/main" id="{17A664FB-662A-8A31-5FB1-87B8ECE4C97C}"/>
                  </a:ext>
                </a:extLst>
              </p:cNvPr>
              <p:cNvSpPr/>
              <p:nvPr/>
            </p:nvSpPr>
            <p:spPr>
              <a:xfrm>
                <a:off x="2309817" y="2336825"/>
                <a:ext cx="79050" cy="23643"/>
              </a:xfrm>
              <a:custGeom>
                <a:avLst/>
                <a:gdLst/>
                <a:ahLst/>
                <a:cxnLst/>
                <a:rect l="l" t="t" r="r" b="b"/>
                <a:pathLst>
                  <a:path w="4069" h="1217" fill="none" extrusionOk="0">
                    <a:moveTo>
                      <a:pt x="504" y="0"/>
                    </a:moveTo>
                    <a:lnTo>
                      <a:pt x="504" y="0"/>
                    </a:lnTo>
                    <a:lnTo>
                      <a:pt x="336" y="42"/>
                    </a:lnTo>
                    <a:lnTo>
                      <a:pt x="168" y="126"/>
                    </a:lnTo>
                    <a:lnTo>
                      <a:pt x="42" y="294"/>
                    </a:lnTo>
                    <a:lnTo>
                      <a:pt x="1" y="462"/>
                    </a:lnTo>
                    <a:lnTo>
                      <a:pt x="1" y="462"/>
                    </a:lnTo>
                    <a:lnTo>
                      <a:pt x="42" y="671"/>
                    </a:lnTo>
                    <a:lnTo>
                      <a:pt x="126" y="839"/>
                    </a:lnTo>
                    <a:lnTo>
                      <a:pt x="294" y="965"/>
                    </a:lnTo>
                    <a:lnTo>
                      <a:pt x="462" y="1007"/>
                    </a:lnTo>
                    <a:lnTo>
                      <a:pt x="462" y="1007"/>
                    </a:lnTo>
                    <a:lnTo>
                      <a:pt x="3523" y="1217"/>
                    </a:lnTo>
                    <a:lnTo>
                      <a:pt x="3565" y="1217"/>
                    </a:lnTo>
                    <a:lnTo>
                      <a:pt x="3565" y="1217"/>
                    </a:lnTo>
                    <a:lnTo>
                      <a:pt x="3733" y="1175"/>
                    </a:lnTo>
                    <a:lnTo>
                      <a:pt x="3901" y="1091"/>
                    </a:lnTo>
                    <a:lnTo>
                      <a:pt x="4026" y="923"/>
                    </a:lnTo>
                    <a:lnTo>
                      <a:pt x="4068" y="755"/>
                    </a:lnTo>
                    <a:lnTo>
                      <a:pt x="4068" y="755"/>
                    </a:lnTo>
                    <a:lnTo>
                      <a:pt x="4026" y="546"/>
                    </a:lnTo>
                    <a:lnTo>
                      <a:pt x="3942" y="378"/>
                    </a:lnTo>
                    <a:lnTo>
                      <a:pt x="3775" y="252"/>
                    </a:lnTo>
                    <a:lnTo>
                      <a:pt x="3607" y="210"/>
                    </a:lnTo>
                    <a:lnTo>
                      <a:pt x="3607"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4;p17">
                <a:extLst>
                  <a:ext uri="{FF2B5EF4-FFF2-40B4-BE49-F238E27FC236}">
                    <a16:creationId xmlns:a16="http://schemas.microsoft.com/office/drawing/2014/main" id="{6758F2C0-6FBA-BFBB-42DE-356CACE5BF0A}"/>
                  </a:ext>
                </a:extLst>
              </p:cNvPr>
              <p:cNvSpPr/>
              <p:nvPr/>
            </p:nvSpPr>
            <p:spPr>
              <a:xfrm>
                <a:off x="3374613" y="2332746"/>
                <a:ext cx="78235" cy="24459"/>
              </a:xfrm>
              <a:custGeom>
                <a:avLst/>
                <a:gdLst/>
                <a:ahLst/>
                <a:cxnLst/>
                <a:rect l="l" t="t" r="r" b="b"/>
                <a:pathLst>
                  <a:path w="4027" h="1259" fill="none" extrusionOk="0">
                    <a:moveTo>
                      <a:pt x="3523" y="1"/>
                    </a:moveTo>
                    <a:lnTo>
                      <a:pt x="3523" y="1"/>
                    </a:lnTo>
                    <a:lnTo>
                      <a:pt x="3481" y="1"/>
                    </a:lnTo>
                    <a:lnTo>
                      <a:pt x="3481" y="1"/>
                    </a:lnTo>
                    <a:lnTo>
                      <a:pt x="462" y="210"/>
                    </a:lnTo>
                    <a:lnTo>
                      <a:pt x="462" y="210"/>
                    </a:lnTo>
                    <a:lnTo>
                      <a:pt x="252" y="294"/>
                    </a:lnTo>
                    <a:lnTo>
                      <a:pt x="126" y="420"/>
                    </a:lnTo>
                    <a:lnTo>
                      <a:pt x="1" y="588"/>
                    </a:lnTo>
                    <a:lnTo>
                      <a:pt x="1" y="756"/>
                    </a:lnTo>
                    <a:lnTo>
                      <a:pt x="1" y="756"/>
                    </a:lnTo>
                    <a:lnTo>
                      <a:pt x="42" y="965"/>
                    </a:lnTo>
                    <a:lnTo>
                      <a:pt x="126" y="1091"/>
                    </a:lnTo>
                    <a:lnTo>
                      <a:pt x="294" y="1217"/>
                    </a:lnTo>
                    <a:lnTo>
                      <a:pt x="504" y="1259"/>
                    </a:lnTo>
                    <a:lnTo>
                      <a:pt x="504" y="1259"/>
                    </a:lnTo>
                    <a:lnTo>
                      <a:pt x="504" y="1259"/>
                    </a:lnTo>
                    <a:lnTo>
                      <a:pt x="3565" y="1049"/>
                    </a:lnTo>
                    <a:lnTo>
                      <a:pt x="3565" y="1049"/>
                    </a:lnTo>
                    <a:lnTo>
                      <a:pt x="3775" y="965"/>
                    </a:lnTo>
                    <a:lnTo>
                      <a:pt x="3901" y="881"/>
                    </a:lnTo>
                    <a:lnTo>
                      <a:pt x="4026" y="672"/>
                    </a:lnTo>
                    <a:lnTo>
                      <a:pt x="4026" y="504"/>
                    </a:lnTo>
                    <a:lnTo>
                      <a:pt x="4026" y="504"/>
                    </a:lnTo>
                    <a:lnTo>
                      <a:pt x="3984" y="294"/>
                    </a:lnTo>
                    <a:lnTo>
                      <a:pt x="3859" y="169"/>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5;p17">
                <a:extLst>
                  <a:ext uri="{FF2B5EF4-FFF2-40B4-BE49-F238E27FC236}">
                    <a16:creationId xmlns:a16="http://schemas.microsoft.com/office/drawing/2014/main" id="{ED77B5F6-49E4-9BC1-A5E1-63646105CC45}"/>
                  </a:ext>
                </a:extLst>
              </p:cNvPr>
              <p:cNvSpPr/>
              <p:nvPr/>
            </p:nvSpPr>
            <p:spPr>
              <a:xfrm>
                <a:off x="2191681" y="2327869"/>
                <a:ext cx="79050" cy="24459"/>
              </a:xfrm>
              <a:custGeom>
                <a:avLst/>
                <a:gdLst/>
                <a:ahLst/>
                <a:cxnLst/>
                <a:rect l="l" t="t" r="r" b="b"/>
                <a:pathLst>
                  <a:path w="4069" h="1259" fill="none" extrusionOk="0">
                    <a:moveTo>
                      <a:pt x="504" y="0"/>
                    </a:moveTo>
                    <a:lnTo>
                      <a:pt x="504" y="0"/>
                    </a:lnTo>
                    <a:lnTo>
                      <a:pt x="336" y="42"/>
                    </a:lnTo>
                    <a:lnTo>
                      <a:pt x="169" y="126"/>
                    </a:lnTo>
                    <a:lnTo>
                      <a:pt x="43" y="294"/>
                    </a:lnTo>
                    <a:lnTo>
                      <a:pt x="1" y="461"/>
                    </a:lnTo>
                    <a:lnTo>
                      <a:pt x="1" y="461"/>
                    </a:lnTo>
                    <a:lnTo>
                      <a:pt x="43" y="671"/>
                    </a:lnTo>
                    <a:lnTo>
                      <a:pt x="127" y="839"/>
                    </a:lnTo>
                    <a:lnTo>
                      <a:pt x="294" y="965"/>
                    </a:lnTo>
                    <a:lnTo>
                      <a:pt x="462" y="1007"/>
                    </a:lnTo>
                    <a:lnTo>
                      <a:pt x="462" y="1007"/>
                    </a:lnTo>
                    <a:lnTo>
                      <a:pt x="3523" y="1258"/>
                    </a:lnTo>
                    <a:lnTo>
                      <a:pt x="3565" y="1258"/>
                    </a:lnTo>
                    <a:lnTo>
                      <a:pt x="3565" y="1258"/>
                    </a:lnTo>
                    <a:lnTo>
                      <a:pt x="3733" y="1216"/>
                    </a:lnTo>
                    <a:lnTo>
                      <a:pt x="3901" y="1132"/>
                    </a:lnTo>
                    <a:lnTo>
                      <a:pt x="4027" y="965"/>
                    </a:lnTo>
                    <a:lnTo>
                      <a:pt x="4069" y="797"/>
                    </a:lnTo>
                    <a:lnTo>
                      <a:pt x="4069" y="797"/>
                    </a:lnTo>
                    <a:lnTo>
                      <a:pt x="4027" y="587"/>
                    </a:lnTo>
                    <a:lnTo>
                      <a:pt x="3943" y="420"/>
                    </a:lnTo>
                    <a:lnTo>
                      <a:pt x="3775" y="294"/>
                    </a:lnTo>
                    <a:lnTo>
                      <a:pt x="3607" y="252"/>
                    </a:lnTo>
                    <a:lnTo>
                      <a:pt x="3607" y="252"/>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6;p17">
                <a:extLst>
                  <a:ext uri="{FF2B5EF4-FFF2-40B4-BE49-F238E27FC236}">
                    <a16:creationId xmlns:a16="http://schemas.microsoft.com/office/drawing/2014/main" id="{282120D7-D63F-73D5-3BE3-DD40E569D668}"/>
                  </a:ext>
                </a:extLst>
              </p:cNvPr>
              <p:cNvSpPr/>
              <p:nvPr/>
            </p:nvSpPr>
            <p:spPr>
              <a:xfrm>
                <a:off x="3492748" y="2323790"/>
                <a:ext cx="78235" cy="24459"/>
              </a:xfrm>
              <a:custGeom>
                <a:avLst/>
                <a:gdLst/>
                <a:ahLst/>
                <a:cxnLst/>
                <a:rect l="l" t="t" r="r" b="b"/>
                <a:pathLst>
                  <a:path w="4027" h="1259" fill="none" extrusionOk="0">
                    <a:moveTo>
                      <a:pt x="3523" y="0"/>
                    </a:moveTo>
                    <a:lnTo>
                      <a:pt x="3523" y="0"/>
                    </a:lnTo>
                    <a:lnTo>
                      <a:pt x="3481" y="0"/>
                    </a:lnTo>
                    <a:lnTo>
                      <a:pt x="3481" y="0"/>
                    </a:lnTo>
                    <a:lnTo>
                      <a:pt x="461" y="252"/>
                    </a:lnTo>
                    <a:lnTo>
                      <a:pt x="461" y="252"/>
                    </a:lnTo>
                    <a:lnTo>
                      <a:pt x="252" y="294"/>
                    </a:lnTo>
                    <a:lnTo>
                      <a:pt x="126" y="420"/>
                    </a:lnTo>
                    <a:lnTo>
                      <a:pt x="0" y="588"/>
                    </a:lnTo>
                    <a:lnTo>
                      <a:pt x="0" y="797"/>
                    </a:lnTo>
                    <a:lnTo>
                      <a:pt x="0" y="797"/>
                    </a:lnTo>
                    <a:lnTo>
                      <a:pt x="42" y="1007"/>
                    </a:lnTo>
                    <a:lnTo>
                      <a:pt x="168" y="1133"/>
                    </a:lnTo>
                    <a:lnTo>
                      <a:pt x="294" y="1217"/>
                    </a:lnTo>
                    <a:lnTo>
                      <a:pt x="503" y="1259"/>
                    </a:lnTo>
                    <a:lnTo>
                      <a:pt x="545" y="1259"/>
                    </a:lnTo>
                    <a:lnTo>
                      <a:pt x="545" y="1259"/>
                    </a:lnTo>
                    <a:lnTo>
                      <a:pt x="3565" y="1007"/>
                    </a:lnTo>
                    <a:lnTo>
                      <a:pt x="3565" y="1007"/>
                    </a:lnTo>
                    <a:lnTo>
                      <a:pt x="3774" y="965"/>
                    </a:lnTo>
                    <a:lnTo>
                      <a:pt x="3942" y="839"/>
                    </a:lnTo>
                    <a:lnTo>
                      <a:pt x="4026" y="671"/>
                    </a:lnTo>
                    <a:lnTo>
                      <a:pt x="4026" y="462"/>
                    </a:lnTo>
                    <a:lnTo>
                      <a:pt x="4026" y="462"/>
                    </a:lnTo>
                    <a:lnTo>
                      <a:pt x="3984" y="294"/>
                    </a:lnTo>
                    <a:lnTo>
                      <a:pt x="3858" y="126"/>
                    </a:lnTo>
                    <a:lnTo>
                      <a:pt x="3732"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7;p17">
                <a:extLst>
                  <a:ext uri="{FF2B5EF4-FFF2-40B4-BE49-F238E27FC236}">
                    <a16:creationId xmlns:a16="http://schemas.microsoft.com/office/drawing/2014/main" id="{4B406078-AD58-FE1C-71DA-27AA14B5D4FE}"/>
                  </a:ext>
                </a:extLst>
              </p:cNvPr>
              <p:cNvSpPr/>
              <p:nvPr/>
            </p:nvSpPr>
            <p:spPr>
              <a:xfrm>
                <a:off x="2073565" y="2317262"/>
                <a:ext cx="79031" cy="25275"/>
              </a:xfrm>
              <a:custGeom>
                <a:avLst/>
                <a:gdLst/>
                <a:ahLst/>
                <a:cxnLst/>
                <a:rect l="l" t="t" r="r" b="b"/>
                <a:pathLst>
                  <a:path w="4068" h="1301" fill="none" extrusionOk="0">
                    <a:moveTo>
                      <a:pt x="503" y="1"/>
                    </a:moveTo>
                    <a:lnTo>
                      <a:pt x="503" y="1"/>
                    </a:lnTo>
                    <a:lnTo>
                      <a:pt x="336" y="43"/>
                    </a:lnTo>
                    <a:lnTo>
                      <a:pt x="168" y="127"/>
                    </a:lnTo>
                    <a:lnTo>
                      <a:pt x="42" y="295"/>
                    </a:lnTo>
                    <a:lnTo>
                      <a:pt x="0" y="462"/>
                    </a:lnTo>
                    <a:lnTo>
                      <a:pt x="0" y="462"/>
                    </a:lnTo>
                    <a:lnTo>
                      <a:pt x="42" y="672"/>
                    </a:lnTo>
                    <a:lnTo>
                      <a:pt x="126" y="840"/>
                    </a:lnTo>
                    <a:lnTo>
                      <a:pt x="252" y="966"/>
                    </a:lnTo>
                    <a:lnTo>
                      <a:pt x="461" y="1007"/>
                    </a:lnTo>
                    <a:lnTo>
                      <a:pt x="461" y="1007"/>
                    </a:lnTo>
                    <a:lnTo>
                      <a:pt x="3523" y="1301"/>
                    </a:lnTo>
                    <a:lnTo>
                      <a:pt x="3523" y="1301"/>
                    </a:lnTo>
                    <a:lnTo>
                      <a:pt x="3565" y="1301"/>
                    </a:lnTo>
                    <a:lnTo>
                      <a:pt x="3565" y="1301"/>
                    </a:lnTo>
                    <a:lnTo>
                      <a:pt x="3732" y="1259"/>
                    </a:lnTo>
                    <a:lnTo>
                      <a:pt x="3900" y="1175"/>
                    </a:lnTo>
                    <a:lnTo>
                      <a:pt x="4026" y="1049"/>
                    </a:lnTo>
                    <a:lnTo>
                      <a:pt x="4068" y="840"/>
                    </a:lnTo>
                    <a:lnTo>
                      <a:pt x="4068" y="840"/>
                    </a:lnTo>
                    <a:lnTo>
                      <a:pt x="4026" y="630"/>
                    </a:lnTo>
                    <a:lnTo>
                      <a:pt x="3942" y="462"/>
                    </a:lnTo>
                    <a:lnTo>
                      <a:pt x="3774" y="336"/>
                    </a:lnTo>
                    <a:lnTo>
                      <a:pt x="3607" y="295"/>
                    </a:lnTo>
                    <a:lnTo>
                      <a:pt x="3607" y="295"/>
                    </a:lnTo>
                    <a:lnTo>
                      <a:pt x="545" y="1"/>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8;p17">
                <a:extLst>
                  <a:ext uri="{FF2B5EF4-FFF2-40B4-BE49-F238E27FC236}">
                    <a16:creationId xmlns:a16="http://schemas.microsoft.com/office/drawing/2014/main" id="{BAC0BFB7-45F3-86B9-8738-5E539C9F76AA}"/>
                  </a:ext>
                </a:extLst>
              </p:cNvPr>
              <p:cNvSpPr/>
              <p:nvPr/>
            </p:nvSpPr>
            <p:spPr>
              <a:xfrm>
                <a:off x="3610865" y="2313202"/>
                <a:ext cx="78235" cy="25275"/>
              </a:xfrm>
              <a:custGeom>
                <a:avLst/>
                <a:gdLst/>
                <a:ahLst/>
                <a:cxnLst/>
                <a:rect l="l" t="t" r="r" b="b"/>
                <a:pathLst>
                  <a:path w="4027" h="1301" fill="none" extrusionOk="0">
                    <a:moveTo>
                      <a:pt x="3523" y="0"/>
                    </a:moveTo>
                    <a:lnTo>
                      <a:pt x="3523" y="0"/>
                    </a:lnTo>
                    <a:lnTo>
                      <a:pt x="3482" y="0"/>
                    </a:lnTo>
                    <a:lnTo>
                      <a:pt x="3482" y="0"/>
                    </a:lnTo>
                    <a:lnTo>
                      <a:pt x="462" y="294"/>
                    </a:lnTo>
                    <a:lnTo>
                      <a:pt x="462" y="294"/>
                    </a:lnTo>
                    <a:lnTo>
                      <a:pt x="252" y="336"/>
                    </a:lnTo>
                    <a:lnTo>
                      <a:pt x="85" y="462"/>
                    </a:lnTo>
                    <a:lnTo>
                      <a:pt x="1" y="629"/>
                    </a:lnTo>
                    <a:lnTo>
                      <a:pt x="1" y="839"/>
                    </a:lnTo>
                    <a:lnTo>
                      <a:pt x="1" y="839"/>
                    </a:lnTo>
                    <a:lnTo>
                      <a:pt x="43" y="1007"/>
                    </a:lnTo>
                    <a:lnTo>
                      <a:pt x="169" y="1175"/>
                    </a:lnTo>
                    <a:lnTo>
                      <a:pt x="294" y="1258"/>
                    </a:lnTo>
                    <a:lnTo>
                      <a:pt x="504" y="1300"/>
                    </a:lnTo>
                    <a:lnTo>
                      <a:pt x="504" y="1300"/>
                    </a:lnTo>
                    <a:lnTo>
                      <a:pt x="546" y="1300"/>
                    </a:lnTo>
                    <a:lnTo>
                      <a:pt x="546" y="1300"/>
                    </a:lnTo>
                    <a:lnTo>
                      <a:pt x="3565" y="1007"/>
                    </a:lnTo>
                    <a:lnTo>
                      <a:pt x="3565" y="1007"/>
                    </a:lnTo>
                    <a:lnTo>
                      <a:pt x="3775" y="965"/>
                    </a:lnTo>
                    <a:lnTo>
                      <a:pt x="3943" y="839"/>
                    </a:lnTo>
                    <a:lnTo>
                      <a:pt x="4027" y="671"/>
                    </a:lnTo>
                    <a:lnTo>
                      <a:pt x="4027" y="462"/>
                    </a:lnTo>
                    <a:lnTo>
                      <a:pt x="4027" y="462"/>
                    </a:lnTo>
                    <a:lnTo>
                      <a:pt x="3985" y="294"/>
                    </a:lnTo>
                    <a:lnTo>
                      <a:pt x="3859"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9;p17">
                <a:extLst>
                  <a:ext uri="{FF2B5EF4-FFF2-40B4-BE49-F238E27FC236}">
                    <a16:creationId xmlns:a16="http://schemas.microsoft.com/office/drawing/2014/main" id="{0B2B8EE9-ABC1-9CF2-5C65-CA69191C933F}"/>
                  </a:ext>
                </a:extLst>
              </p:cNvPr>
              <p:cNvSpPr/>
              <p:nvPr/>
            </p:nvSpPr>
            <p:spPr>
              <a:xfrm>
                <a:off x="1955429" y="2305043"/>
                <a:ext cx="79050" cy="26091"/>
              </a:xfrm>
              <a:custGeom>
                <a:avLst/>
                <a:gdLst/>
                <a:ahLst/>
                <a:cxnLst/>
                <a:rect l="l" t="t" r="r" b="b"/>
                <a:pathLst>
                  <a:path w="4069" h="1343" fill="none" extrusionOk="0">
                    <a:moveTo>
                      <a:pt x="504" y="1"/>
                    </a:moveTo>
                    <a:lnTo>
                      <a:pt x="504" y="1"/>
                    </a:lnTo>
                    <a:lnTo>
                      <a:pt x="336" y="43"/>
                    </a:lnTo>
                    <a:lnTo>
                      <a:pt x="168" y="169"/>
                    </a:lnTo>
                    <a:lnTo>
                      <a:pt x="84" y="295"/>
                    </a:lnTo>
                    <a:lnTo>
                      <a:pt x="0" y="462"/>
                    </a:lnTo>
                    <a:lnTo>
                      <a:pt x="0" y="462"/>
                    </a:lnTo>
                    <a:lnTo>
                      <a:pt x="42" y="672"/>
                    </a:lnTo>
                    <a:lnTo>
                      <a:pt x="126" y="840"/>
                    </a:lnTo>
                    <a:lnTo>
                      <a:pt x="294" y="965"/>
                    </a:lnTo>
                    <a:lnTo>
                      <a:pt x="462" y="1049"/>
                    </a:lnTo>
                    <a:lnTo>
                      <a:pt x="462" y="1049"/>
                    </a:lnTo>
                    <a:lnTo>
                      <a:pt x="3523" y="1343"/>
                    </a:lnTo>
                    <a:lnTo>
                      <a:pt x="3523" y="1343"/>
                    </a:lnTo>
                    <a:lnTo>
                      <a:pt x="3565" y="1343"/>
                    </a:lnTo>
                    <a:lnTo>
                      <a:pt x="3565" y="1343"/>
                    </a:lnTo>
                    <a:lnTo>
                      <a:pt x="3733" y="1343"/>
                    </a:lnTo>
                    <a:lnTo>
                      <a:pt x="3900" y="1217"/>
                    </a:lnTo>
                    <a:lnTo>
                      <a:pt x="4026" y="1091"/>
                    </a:lnTo>
                    <a:lnTo>
                      <a:pt x="4068" y="882"/>
                    </a:lnTo>
                    <a:lnTo>
                      <a:pt x="4068" y="882"/>
                    </a:lnTo>
                    <a:lnTo>
                      <a:pt x="4026" y="714"/>
                    </a:lnTo>
                    <a:lnTo>
                      <a:pt x="3942" y="546"/>
                    </a:lnTo>
                    <a:lnTo>
                      <a:pt x="3817" y="420"/>
                    </a:lnTo>
                    <a:lnTo>
                      <a:pt x="3607" y="336"/>
                    </a:lnTo>
                    <a:lnTo>
                      <a:pt x="3607" y="336"/>
                    </a:lnTo>
                    <a:lnTo>
                      <a:pt x="588" y="43"/>
                    </a:lnTo>
                    <a:lnTo>
                      <a:pt x="588"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40;p17">
                <a:extLst>
                  <a:ext uri="{FF2B5EF4-FFF2-40B4-BE49-F238E27FC236}">
                    <a16:creationId xmlns:a16="http://schemas.microsoft.com/office/drawing/2014/main" id="{2A2CE7A3-793E-7B33-D14F-63C150BDF19C}"/>
                  </a:ext>
                </a:extLst>
              </p:cNvPr>
              <p:cNvSpPr/>
              <p:nvPr/>
            </p:nvSpPr>
            <p:spPr>
              <a:xfrm>
                <a:off x="3729001" y="2301798"/>
                <a:ext cx="78235" cy="26091"/>
              </a:xfrm>
              <a:custGeom>
                <a:avLst/>
                <a:gdLst/>
                <a:ahLst/>
                <a:cxnLst/>
                <a:rect l="l" t="t" r="r" b="b"/>
                <a:pathLst>
                  <a:path w="4027" h="1343" fill="none" extrusionOk="0">
                    <a:moveTo>
                      <a:pt x="3523" y="0"/>
                    </a:moveTo>
                    <a:lnTo>
                      <a:pt x="3523" y="0"/>
                    </a:lnTo>
                    <a:lnTo>
                      <a:pt x="3481" y="0"/>
                    </a:lnTo>
                    <a:lnTo>
                      <a:pt x="3481" y="0"/>
                    </a:lnTo>
                    <a:lnTo>
                      <a:pt x="420" y="294"/>
                    </a:lnTo>
                    <a:lnTo>
                      <a:pt x="420" y="294"/>
                    </a:lnTo>
                    <a:lnTo>
                      <a:pt x="252" y="378"/>
                    </a:lnTo>
                    <a:lnTo>
                      <a:pt x="84" y="503"/>
                    </a:lnTo>
                    <a:lnTo>
                      <a:pt x="1" y="671"/>
                    </a:lnTo>
                    <a:lnTo>
                      <a:pt x="1" y="881"/>
                    </a:lnTo>
                    <a:lnTo>
                      <a:pt x="1" y="881"/>
                    </a:lnTo>
                    <a:lnTo>
                      <a:pt x="42" y="1049"/>
                    </a:lnTo>
                    <a:lnTo>
                      <a:pt x="168" y="1174"/>
                    </a:lnTo>
                    <a:lnTo>
                      <a:pt x="294" y="1300"/>
                    </a:lnTo>
                    <a:lnTo>
                      <a:pt x="504" y="1342"/>
                    </a:lnTo>
                    <a:lnTo>
                      <a:pt x="504" y="1342"/>
                    </a:lnTo>
                    <a:lnTo>
                      <a:pt x="546" y="1300"/>
                    </a:lnTo>
                    <a:lnTo>
                      <a:pt x="546" y="1300"/>
                    </a:lnTo>
                    <a:lnTo>
                      <a:pt x="3565" y="1007"/>
                    </a:lnTo>
                    <a:lnTo>
                      <a:pt x="3565" y="1007"/>
                    </a:lnTo>
                    <a:lnTo>
                      <a:pt x="3775" y="965"/>
                    </a:lnTo>
                    <a:lnTo>
                      <a:pt x="3901" y="839"/>
                    </a:lnTo>
                    <a:lnTo>
                      <a:pt x="4026" y="671"/>
                    </a:lnTo>
                    <a:lnTo>
                      <a:pt x="4026" y="462"/>
                    </a:lnTo>
                    <a:lnTo>
                      <a:pt x="4026" y="462"/>
                    </a:lnTo>
                    <a:lnTo>
                      <a:pt x="3984" y="252"/>
                    </a:lnTo>
                    <a:lnTo>
                      <a:pt x="3859" y="126"/>
                    </a:lnTo>
                    <a:lnTo>
                      <a:pt x="3691"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41;p17">
                <a:extLst>
                  <a:ext uri="{FF2B5EF4-FFF2-40B4-BE49-F238E27FC236}">
                    <a16:creationId xmlns:a16="http://schemas.microsoft.com/office/drawing/2014/main" id="{7F46650C-89C5-AA28-E175-3D5A285C340F}"/>
                  </a:ext>
                </a:extLst>
              </p:cNvPr>
              <p:cNvSpPr/>
              <p:nvPr/>
            </p:nvSpPr>
            <p:spPr>
              <a:xfrm>
                <a:off x="3846320" y="2288763"/>
                <a:ext cx="78235" cy="26907"/>
              </a:xfrm>
              <a:custGeom>
                <a:avLst/>
                <a:gdLst/>
                <a:ahLst/>
                <a:cxnLst/>
                <a:rect l="l" t="t" r="r" b="b"/>
                <a:pathLst>
                  <a:path w="4027" h="1385" fill="none" extrusionOk="0">
                    <a:moveTo>
                      <a:pt x="3523" y="0"/>
                    </a:moveTo>
                    <a:lnTo>
                      <a:pt x="3523" y="0"/>
                    </a:lnTo>
                    <a:lnTo>
                      <a:pt x="3481" y="0"/>
                    </a:lnTo>
                    <a:lnTo>
                      <a:pt x="3481" y="0"/>
                    </a:lnTo>
                    <a:lnTo>
                      <a:pt x="462" y="336"/>
                    </a:lnTo>
                    <a:lnTo>
                      <a:pt x="462" y="336"/>
                    </a:lnTo>
                    <a:lnTo>
                      <a:pt x="252" y="420"/>
                    </a:lnTo>
                    <a:lnTo>
                      <a:pt x="126" y="545"/>
                    </a:lnTo>
                    <a:lnTo>
                      <a:pt x="42" y="713"/>
                    </a:lnTo>
                    <a:lnTo>
                      <a:pt x="0" y="923"/>
                    </a:lnTo>
                    <a:lnTo>
                      <a:pt x="0" y="923"/>
                    </a:lnTo>
                    <a:lnTo>
                      <a:pt x="42" y="1091"/>
                    </a:lnTo>
                    <a:lnTo>
                      <a:pt x="168" y="1216"/>
                    </a:lnTo>
                    <a:lnTo>
                      <a:pt x="336" y="1342"/>
                    </a:lnTo>
                    <a:lnTo>
                      <a:pt x="504" y="1384"/>
                    </a:lnTo>
                    <a:lnTo>
                      <a:pt x="504" y="1384"/>
                    </a:lnTo>
                    <a:lnTo>
                      <a:pt x="545" y="1342"/>
                    </a:lnTo>
                    <a:lnTo>
                      <a:pt x="545" y="1342"/>
                    </a:lnTo>
                    <a:lnTo>
                      <a:pt x="3607" y="1049"/>
                    </a:lnTo>
                    <a:lnTo>
                      <a:pt x="3607" y="1049"/>
                    </a:lnTo>
                    <a:lnTo>
                      <a:pt x="3774" y="965"/>
                    </a:lnTo>
                    <a:lnTo>
                      <a:pt x="3942" y="839"/>
                    </a:lnTo>
                    <a:lnTo>
                      <a:pt x="4026" y="671"/>
                    </a:lnTo>
                    <a:lnTo>
                      <a:pt x="4026" y="462"/>
                    </a:lnTo>
                    <a:lnTo>
                      <a:pt x="4026" y="462"/>
                    </a:lnTo>
                    <a:lnTo>
                      <a:pt x="3984" y="294"/>
                    </a:lnTo>
                    <a:lnTo>
                      <a:pt x="3858"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42;p17">
                <a:extLst>
                  <a:ext uri="{FF2B5EF4-FFF2-40B4-BE49-F238E27FC236}">
                    <a16:creationId xmlns:a16="http://schemas.microsoft.com/office/drawing/2014/main" id="{DE2BC48C-8255-0D25-4BE8-C523661F3D5F}"/>
                  </a:ext>
                </a:extLst>
              </p:cNvPr>
              <p:cNvSpPr/>
              <p:nvPr/>
            </p:nvSpPr>
            <p:spPr>
              <a:xfrm>
                <a:off x="3964437" y="2275727"/>
                <a:ext cx="78235" cy="26907"/>
              </a:xfrm>
              <a:custGeom>
                <a:avLst/>
                <a:gdLst/>
                <a:ahLst/>
                <a:cxnLst/>
                <a:rect l="l" t="t" r="r" b="b"/>
                <a:pathLst>
                  <a:path w="4027" h="1385" fill="none" extrusionOk="0">
                    <a:moveTo>
                      <a:pt x="3524" y="0"/>
                    </a:moveTo>
                    <a:lnTo>
                      <a:pt x="3524" y="0"/>
                    </a:lnTo>
                    <a:lnTo>
                      <a:pt x="3440" y="0"/>
                    </a:lnTo>
                    <a:lnTo>
                      <a:pt x="3440" y="0"/>
                    </a:lnTo>
                    <a:lnTo>
                      <a:pt x="420" y="336"/>
                    </a:lnTo>
                    <a:lnTo>
                      <a:pt x="420" y="336"/>
                    </a:lnTo>
                    <a:lnTo>
                      <a:pt x="253" y="420"/>
                    </a:lnTo>
                    <a:lnTo>
                      <a:pt x="85" y="545"/>
                    </a:lnTo>
                    <a:lnTo>
                      <a:pt x="1" y="713"/>
                    </a:lnTo>
                    <a:lnTo>
                      <a:pt x="1" y="923"/>
                    </a:lnTo>
                    <a:lnTo>
                      <a:pt x="1" y="923"/>
                    </a:lnTo>
                    <a:lnTo>
                      <a:pt x="43" y="1091"/>
                    </a:lnTo>
                    <a:lnTo>
                      <a:pt x="169" y="1216"/>
                    </a:lnTo>
                    <a:lnTo>
                      <a:pt x="295" y="1342"/>
                    </a:lnTo>
                    <a:lnTo>
                      <a:pt x="504" y="1384"/>
                    </a:lnTo>
                    <a:lnTo>
                      <a:pt x="504" y="1384"/>
                    </a:lnTo>
                    <a:lnTo>
                      <a:pt x="546" y="1342"/>
                    </a:lnTo>
                    <a:lnTo>
                      <a:pt x="546" y="1342"/>
                    </a:lnTo>
                    <a:lnTo>
                      <a:pt x="3565" y="1007"/>
                    </a:lnTo>
                    <a:lnTo>
                      <a:pt x="3565" y="1007"/>
                    </a:lnTo>
                    <a:lnTo>
                      <a:pt x="3775" y="965"/>
                    </a:lnTo>
                    <a:lnTo>
                      <a:pt x="3901" y="839"/>
                    </a:lnTo>
                    <a:lnTo>
                      <a:pt x="3985" y="629"/>
                    </a:lnTo>
                    <a:lnTo>
                      <a:pt x="4027" y="462"/>
                    </a:lnTo>
                    <a:lnTo>
                      <a:pt x="4027" y="462"/>
                    </a:lnTo>
                    <a:lnTo>
                      <a:pt x="3985" y="252"/>
                    </a:lnTo>
                    <a:lnTo>
                      <a:pt x="3859" y="126"/>
                    </a:lnTo>
                    <a:lnTo>
                      <a:pt x="3691" y="42"/>
                    </a:lnTo>
                    <a:lnTo>
                      <a:pt x="352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43;p17">
                <a:extLst>
                  <a:ext uri="{FF2B5EF4-FFF2-40B4-BE49-F238E27FC236}">
                    <a16:creationId xmlns:a16="http://schemas.microsoft.com/office/drawing/2014/main" id="{10B9A663-06ED-5D8F-8063-C63744D2F80D}"/>
                  </a:ext>
                </a:extLst>
              </p:cNvPr>
              <p:cNvSpPr/>
              <p:nvPr/>
            </p:nvSpPr>
            <p:spPr>
              <a:xfrm>
                <a:off x="7269636" y="2262692"/>
                <a:ext cx="62751" cy="34231"/>
              </a:xfrm>
              <a:custGeom>
                <a:avLst/>
                <a:gdLst/>
                <a:ahLst/>
                <a:cxnLst/>
                <a:rect l="l" t="t" r="r" b="b"/>
                <a:pathLst>
                  <a:path w="3230" h="1762" fill="none" extrusionOk="0">
                    <a:moveTo>
                      <a:pt x="2349" y="0"/>
                    </a:moveTo>
                    <a:lnTo>
                      <a:pt x="2349" y="0"/>
                    </a:lnTo>
                    <a:lnTo>
                      <a:pt x="2223" y="0"/>
                    </a:lnTo>
                    <a:lnTo>
                      <a:pt x="2097" y="42"/>
                    </a:lnTo>
                    <a:lnTo>
                      <a:pt x="2097" y="42"/>
                    </a:lnTo>
                    <a:lnTo>
                      <a:pt x="1971" y="126"/>
                    </a:lnTo>
                    <a:lnTo>
                      <a:pt x="1887" y="252"/>
                    </a:lnTo>
                    <a:lnTo>
                      <a:pt x="1845" y="420"/>
                    </a:lnTo>
                    <a:lnTo>
                      <a:pt x="1845" y="587"/>
                    </a:lnTo>
                    <a:lnTo>
                      <a:pt x="1845" y="587"/>
                    </a:lnTo>
                    <a:lnTo>
                      <a:pt x="587" y="378"/>
                    </a:lnTo>
                    <a:lnTo>
                      <a:pt x="587" y="378"/>
                    </a:lnTo>
                    <a:lnTo>
                      <a:pt x="503" y="378"/>
                    </a:lnTo>
                    <a:lnTo>
                      <a:pt x="503" y="378"/>
                    </a:lnTo>
                    <a:lnTo>
                      <a:pt x="336" y="420"/>
                    </a:lnTo>
                    <a:lnTo>
                      <a:pt x="210" y="504"/>
                    </a:lnTo>
                    <a:lnTo>
                      <a:pt x="84" y="629"/>
                    </a:lnTo>
                    <a:lnTo>
                      <a:pt x="0" y="797"/>
                    </a:lnTo>
                    <a:lnTo>
                      <a:pt x="0" y="797"/>
                    </a:lnTo>
                    <a:lnTo>
                      <a:pt x="42" y="1007"/>
                    </a:lnTo>
                    <a:lnTo>
                      <a:pt x="126" y="1175"/>
                    </a:lnTo>
                    <a:lnTo>
                      <a:pt x="252" y="1300"/>
                    </a:lnTo>
                    <a:lnTo>
                      <a:pt x="420" y="1384"/>
                    </a:lnTo>
                    <a:lnTo>
                      <a:pt x="420" y="1384"/>
                    </a:lnTo>
                    <a:lnTo>
                      <a:pt x="2600" y="1762"/>
                    </a:lnTo>
                    <a:lnTo>
                      <a:pt x="2600" y="1762"/>
                    </a:lnTo>
                    <a:lnTo>
                      <a:pt x="2684" y="1762"/>
                    </a:lnTo>
                    <a:lnTo>
                      <a:pt x="2684" y="1762"/>
                    </a:lnTo>
                    <a:lnTo>
                      <a:pt x="2810" y="1762"/>
                    </a:lnTo>
                    <a:lnTo>
                      <a:pt x="2936" y="1720"/>
                    </a:lnTo>
                    <a:lnTo>
                      <a:pt x="3020" y="1636"/>
                    </a:lnTo>
                    <a:lnTo>
                      <a:pt x="3103" y="1552"/>
                    </a:lnTo>
                    <a:lnTo>
                      <a:pt x="3103" y="1552"/>
                    </a:lnTo>
                    <a:lnTo>
                      <a:pt x="3187" y="1426"/>
                    </a:lnTo>
                    <a:lnTo>
                      <a:pt x="3229" y="1300"/>
                    </a:lnTo>
                    <a:lnTo>
                      <a:pt x="3187" y="1175"/>
                    </a:lnTo>
                    <a:lnTo>
                      <a:pt x="3145" y="1049"/>
                    </a:lnTo>
                    <a:lnTo>
                      <a:pt x="3145" y="1049"/>
                    </a:lnTo>
                    <a:lnTo>
                      <a:pt x="2810" y="252"/>
                    </a:lnTo>
                    <a:lnTo>
                      <a:pt x="2810" y="252"/>
                    </a:lnTo>
                    <a:lnTo>
                      <a:pt x="2726" y="168"/>
                    </a:lnTo>
                    <a:lnTo>
                      <a:pt x="2600" y="42"/>
                    </a:lnTo>
                    <a:lnTo>
                      <a:pt x="2474" y="0"/>
                    </a:lnTo>
                    <a:lnTo>
                      <a:pt x="2349"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44;p17">
                <a:extLst>
                  <a:ext uri="{FF2B5EF4-FFF2-40B4-BE49-F238E27FC236}">
                    <a16:creationId xmlns:a16="http://schemas.microsoft.com/office/drawing/2014/main" id="{F87460DC-D246-A355-40C5-801439C73E67}"/>
                  </a:ext>
                </a:extLst>
              </p:cNvPr>
              <p:cNvSpPr/>
              <p:nvPr/>
            </p:nvSpPr>
            <p:spPr>
              <a:xfrm>
                <a:off x="4081757" y="2261876"/>
                <a:ext cx="78235" cy="26907"/>
              </a:xfrm>
              <a:custGeom>
                <a:avLst/>
                <a:gdLst/>
                <a:ahLst/>
                <a:cxnLst/>
                <a:rect l="l" t="t" r="r" b="b"/>
                <a:pathLst>
                  <a:path w="4027" h="1385" fill="none" extrusionOk="0">
                    <a:moveTo>
                      <a:pt x="3523" y="0"/>
                    </a:moveTo>
                    <a:lnTo>
                      <a:pt x="3523" y="0"/>
                    </a:lnTo>
                    <a:lnTo>
                      <a:pt x="3481" y="0"/>
                    </a:lnTo>
                    <a:lnTo>
                      <a:pt x="462" y="378"/>
                    </a:lnTo>
                    <a:lnTo>
                      <a:pt x="462" y="378"/>
                    </a:lnTo>
                    <a:lnTo>
                      <a:pt x="252" y="420"/>
                    </a:lnTo>
                    <a:lnTo>
                      <a:pt x="85" y="546"/>
                    </a:lnTo>
                    <a:lnTo>
                      <a:pt x="1" y="713"/>
                    </a:lnTo>
                    <a:lnTo>
                      <a:pt x="1" y="923"/>
                    </a:lnTo>
                    <a:lnTo>
                      <a:pt x="1" y="923"/>
                    </a:lnTo>
                    <a:lnTo>
                      <a:pt x="43" y="1091"/>
                    </a:lnTo>
                    <a:lnTo>
                      <a:pt x="168" y="1258"/>
                    </a:lnTo>
                    <a:lnTo>
                      <a:pt x="336" y="1342"/>
                    </a:lnTo>
                    <a:lnTo>
                      <a:pt x="504" y="1384"/>
                    </a:lnTo>
                    <a:lnTo>
                      <a:pt x="504" y="1384"/>
                    </a:lnTo>
                    <a:lnTo>
                      <a:pt x="546" y="1384"/>
                    </a:lnTo>
                    <a:lnTo>
                      <a:pt x="3607" y="1007"/>
                    </a:lnTo>
                    <a:lnTo>
                      <a:pt x="3607" y="1007"/>
                    </a:lnTo>
                    <a:lnTo>
                      <a:pt x="3775" y="965"/>
                    </a:lnTo>
                    <a:lnTo>
                      <a:pt x="3943" y="797"/>
                    </a:lnTo>
                    <a:lnTo>
                      <a:pt x="4027" y="629"/>
                    </a:lnTo>
                    <a:lnTo>
                      <a:pt x="4027" y="462"/>
                    </a:lnTo>
                    <a:lnTo>
                      <a:pt x="4027" y="462"/>
                    </a:lnTo>
                    <a:lnTo>
                      <a:pt x="3985" y="252"/>
                    </a:lnTo>
                    <a:lnTo>
                      <a:pt x="3859" y="126"/>
                    </a:lnTo>
                    <a:lnTo>
                      <a:pt x="3691"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45;p17">
                <a:extLst>
                  <a:ext uri="{FF2B5EF4-FFF2-40B4-BE49-F238E27FC236}">
                    <a16:creationId xmlns:a16="http://schemas.microsoft.com/office/drawing/2014/main" id="{1296CB09-61B4-8198-4923-85BFA1812E6B}"/>
                  </a:ext>
                </a:extLst>
              </p:cNvPr>
              <p:cNvSpPr/>
              <p:nvPr/>
            </p:nvSpPr>
            <p:spPr>
              <a:xfrm>
                <a:off x="7153132" y="2250472"/>
                <a:ext cx="78235" cy="29336"/>
              </a:xfrm>
              <a:custGeom>
                <a:avLst/>
                <a:gdLst/>
                <a:ahLst/>
                <a:cxnLst/>
                <a:rect l="l" t="t" r="r" b="b"/>
                <a:pathLst>
                  <a:path w="4027" h="1510" fill="none" extrusionOk="0">
                    <a:moveTo>
                      <a:pt x="504" y="0"/>
                    </a:moveTo>
                    <a:lnTo>
                      <a:pt x="504" y="0"/>
                    </a:lnTo>
                    <a:lnTo>
                      <a:pt x="336" y="42"/>
                    </a:lnTo>
                    <a:lnTo>
                      <a:pt x="168" y="126"/>
                    </a:lnTo>
                    <a:lnTo>
                      <a:pt x="42" y="252"/>
                    </a:lnTo>
                    <a:lnTo>
                      <a:pt x="0" y="462"/>
                    </a:lnTo>
                    <a:lnTo>
                      <a:pt x="0" y="462"/>
                    </a:lnTo>
                    <a:lnTo>
                      <a:pt x="0" y="629"/>
                    </a:lnTo>
                    <a:lnTo>
                      <a:pt x="84" y="839"/>
                    </a:lnTo>
                    <a:lnTo>
                      <a:pt x="210" y="965"/>
                    </a:lnTo>
                    <a:lnTo>
                      <a:pt x="420" y="1007"/>
                    </a:lnTo>
                    <a:lnTo>
                      <a:pt x="420" y="1007"/>
                    </a:lnTo>
                    <a:lnTo>
                      <a:pt x="3439" y="1510"/>
                    </a:lnTo>
                    <a:lnTo>
                      <a:pt x="3439" y="1510"/>
                    </a:lnTo>
                    <a:lnTo>
                      <a:pt x="3523" y="1510"/>
                    </a:lnTo>
                    <a:lnTo>
                      <a:pt x="3523" y="1510"/>
                    </a:lnTo>
                    <a:lnTo>
                      <a:pt x="3691" y="1468"/>
                    </a:lnTo>
                    <a:lnTo>
                      <a:pt x="3817" y="1384"/>
                    </a:lnTo>
                    <a:lnTo>
                      <a:pt x="3942" y="1258"/>
                    </a:lnTo>
                    <a:lnTo>
                      <a:pt x="4026" y="1091"/>
                    </a:lnTo>
                    <a:lnTo>
                      <a:pt x="4026" y="1091"/>
                    </a:lnTo>
                    <a:lnTo>
                      <a:pt x="3984" y="881"/>
                    </a:lnTo>
                    <a:lnTo>
                      <a:pt x="3942" y="713"/>
                    </a:lnTo>
                    <a:lnTo>
                      <a:pt x="3775" y="587"/>
                    </a:lnTo>
                    <a:lnTo>
                      <a:pt x="3607" y="504"/>
                    </a:lnTo>
                    <a:lnTo>
                      <a:pt x="3607" y="504"/>
                    </a:lnTo>
                    <a:lnTo>
                      <a:pt x="587" y="42"/>
                    </a:lnTo>
                    <a:lnTo>
                      <a:pt x="587"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46;p17">
                <a:extLst>
                  <a:ext uri="{FF2B5EF4-FFF2-40B4-BE49-F238E27FC236}">
                    <a16:creationId xmlns:a16="http://schemas.microsoft.com/office/drawing/2014/main" id="{17104746-923D-857D-D31A-85DD096BB09D}"/>
                  </a:ext>
                </a:extLst>
              </p:cNvPr>
              <p:cNvSpPr/>
              <p:nvPr/>
            </p:nvSpPr>
            <p:spPr>
              <a:xfrm>
                <a:off x="4199076" y="2247208"/>
                <a:ext cx="79050" cy="26907"/>
              </a:xfrm>
              <a:custGeom>
                <a:avLst/>
                <a:gdLst/>
                <a:ahLst/>
                <a:cxnLst/>
                <a:rect l="l" t="t" r="r" b="b"/>
                <a:pathLst>
                  <a:path w="4069" h="1385" fill="none" extrusionOk="0">
                    <a:moveTo>
                      <a:pt x="3565" y="1"/>
                    </a:moveTo>
                    <a:lnTo>
                      <a:pt x="3565" y="1"/>
                    </a:lnTo>
                    <a:lnTo>
                      <a:pt x="3481" y="1"/>
                    </a:lnTo>
                    <a:lnTo>
                      <a:pt x="462" y="378"/>
                    </a:lnTo>
                    <a:lnTo>
                      <a:pt x="462" y="378"/>
                    </a:lnTo>
                    <a:lnTo>
                      <a:pt x="252" y="462"/>
                    </a:lnTo>
                    <a:lnTo>
                      <a:pt x="126" y="588"/>
                    </a:lnTo>
                    <a:lnTo>
                      <a:pt x="42" y="755"/>
                    </a:lnTo>
                    <a:lnTo>
                      <a:pt x="0" y="965"/>
                    </a:lnTo>
                    <a:lnTo>
                      <a:pt x="0" y="965"/>
                    </a:lnTo>
                    <a:lnTo>
                      <a:pt x="84" y="1133"/>
                    </a:lnTo>
                    <a:lnTo>
                      <a:pt x="168" y="1259"/>
                    </a:lnTo>
                    <a:lnTo>
                      <a:pt x="336" y="1384"/>
                    </a:lnTo>
                    <a:lnTo>
                      <a:pt x="504" y="1384"/>
                    </a:lnTo>
                    <a:lnTo>
                      <a:pt x="504" y="1384"/>
                    </a:lnTo>
                    <a:lnTo>
                      <a:pt x="588" y="1384"/>
                    </a:lnTo>
                    <a:lnTo>
                      <a:pt x="3607" y="1049"/>
                    </a:lnTo>
                    <a:lnTo>
                      <a:pt x="3607" y="1049"/>
                    </a:lnTo>
                    <a:lnTo>
                      <a:pt x="3817" y="965"/>
                    </a:lnTo>
                    <a:lnTo>
                      <a:pt x="3942" y="839"/>
                    </a:lnTo>
                    <a:lnTo>
                      <a:pt x="4026" y="672"/>
                    </a:lnTo>
                    <a:lnTo>
                      <a:pt x="4068" y="462"/>
                    </a:lnTo>
                    <a:lnTo>
                      <a:pt x="4068" y="462"/>
                    </a:lnTo>
                    <a:lnTo>
                      <a:pt x="3984" y="294"/>
                    </a:lnTo>
                    <a:lnTo>
                      <a:pt x="3900" y="126"/>
                    </a:lnTo>
                    <a:lnTo>
                      <a:pt x="3733" y="42"/>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7;p17">
                <a:extLst>
                  <a:ext uri="{FF2B5EF4-FFF2-40B4-BE49-F238E27FC236}">
                    <a16:creationId xmlns:a16="http://schemas.microsoft.com/office/drawing/2014/main" id="{7966E7B4-8B65-B3A9-71F7-1095B3DFD7C0}"/>
                  </a:ext>
                </a:extLst>
              </p:cNvPr>
              <p:cNvSpPr/>
              <p:nvPr/>
            </p:nvSpPr>
            <p:spPr>
              <a:xfrm>
                <a:off x="4317212" y="2233357"/>
                <a:ext cx="78215" cy="26907"/>
              </a:xfrm>
              <a:custGeom>
                <a:avLst/>
                <a:gdLst/>
                <a:ahLst/>
                <a:cxnLst/>
                <a:rect l="l" t="t" r="r" b="b"/>
                <a:pathLst>
                  <a:path w="4026" h="1385" fill="none" extrusionOk="0">
                    <a:moveTo>
                      <a:pt x="3523" y="1"/>
                    </a:moveTo>
                    <a:lnTo>
                      <a:pt x="3523" y="1"/>
                    </a:lnTo>
                    <a:lnTo>
                      <a:pt x="3481" y="1"/>
                    </a:lnTo>
                    <a:lnTo>
                      <a:pt x="419" y="378"/>
                    </a:lnTo>
                    <a:lnTo>
                      <a:pt x="419" y="378"/>
                    </a:lnTo>
                    <a:lnTo>
                      <a:pt x="252" y="420"/>
                    </a:lnTo>
                    <a:lnTo>
                      <a:pt x="84" y="546"/>
                    </a:lnTo>
                    <a:lnTo>
                      <a:pt x="0" y="714"/>
                    </a:lnTo>
                    <a:lnTo>
                      <a:pt x="0" y="923"/>
                    </a:lnTo>
                    <a:lnTo>
                      <a:pt x="0" y="923"/>
                    </a:lnTo>
                    <a:lnTo>
                      <a:pt x="42" y="1091"/>
                    </a:lnTo>
                    <a:lnTo>
                      <a:pt x="168" y="1259"/>
                    </a:lnTo>
                    <a:lnTo>
                      <a:pt x="294" y="1343"/>
                    </a:lnTo>
                    <a:lnTo>
                      <a:pt x="503" y="1385"/>
                    </a:lnTo>
                    <a:lnTo>
                      <a:pt x="503" y="1385"/>
                    </a:lnTo>
                    <a:lnTo>
                      <a:pt x="545" y="1385"/>
                    </a:lnTo>
                    <a:lnTo>
                      <a:pt x="3565" y="1007"/>
                    </a:lnTo>
                    <a:lnTo>
                      <a:pt x="3565" y="1007"/>
                    </a:lnTo>
                    <a:lnTo>
                      <a:pt x="3774" y="923"/>
                    </a:lnTo>
                    <a:lnTo>
                      <a:pt x="3942" y="797"/>
                    </a:lnTo>
                    <a:lnTo>
                      <a:pt x="4026" y="630"/>
                    </a:lnTo>
                    <a:lnTo>
                      <a:pt x="4026" y="420"/>
                    </a:lnTo>
                    <a:lnTo>
                      <a:pt x="4026" y="420"/>
                    </a:lnTo>
                    <a:lnTo>
                      <a:pt x="3984" y="252"/>
                    </a:lnTo>
                    <a:lnTo>
                      <a:pt x="3858" y="126"/>
                    </a:lnTo>
                    <a:lnTo>
                      <a:pt x="3690"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8;p17">
                <a:extLst>
                  <a:ext uri="{FF2B5EF4-FFF2-40B4-BE49-F238E27FC236}">
                    <a16:creationId xmlns:a16="http://schemas.microsoft.com/office/drawing/2014/main" id="{70EE9A87-EB98-7C58-E13D-746CA03CC16B}"/>
                  </a:ext>
                </a:extLst>
              </p:cNvPr>
              <p:cNvSpPr/>
              <p:nvPr/>
            </p:nvSpPr>
            <p:spPr>
              <a:xfrm>
                <a:off x="7035812" y="2232541"/>
                <a:ext cx="78235" cy="28539"/>
              </a:xfrm>
              <a:custGeom>
                <a:avLst/>
                <a:gdLst/>
                <a:ahLst/>
                <a:cxnLst/>
                <a:rect l="l" t="t" r="r" b="b"/>
                <a:pathLst>
                  <a:path w="4027" h="1469" fill="none" extrusionOk="0">
                    <a:moveTo>
                      <a:pt x="504" y="1"/>
                    </a:moveTo>
                    <a:lnTo>
                      <a:pt x="504" y="1"/>
                    </a:lnTo>
                    <a:lnTo>
                      <a:pt x="336" y="43"/>
                    </a:lnTo>
                    <a:lnTo>
                      <a:pt x="168" y="126"/>
                    </a:lnTo>
                    <a:lnTo>
                      <a:pt x="43" y="294"/>
                    </a:lnTo>
                    <a:lnTo>
                      <a:pt x="1" y="462"/>
                    </a:lnTo>
                    <a:lnTo>
                      <a:pt x="1" y="462"/>
                    </a:lnTo>
                    <a:lnTo>
                      <a:pt x="1" y="672"/>
                    </a:lnTo>
                    <a:lnTo>
                      <a:pt x="85" y="839"/>
                    </a:lnTo>
                    <a:lnTo>
                      <a:pt x="252" y="965"/>
                    </a:lnTo>
                    <a:lnTo>
                      <a:pt x="420" y="1049"/>
                    </a:lnTo>
                    <a:lnTo>
                      <a:pt x="420" y="1049"/>
                    </a:lnTo>
                    <a:lnTo>
                      <a:pt x="3439" y="1468"/>
                    </a:lnTo>
                    <a:lnTo>
                      <a:pt x="3439" y="1468"/>
                    </a:lnTo>
                    <a:lnTo>
                      <a:pt x="3523" y="1468"/>
                    </a:lnTo>
                    <a:lnTo>
                      <a:pt x="3523" y="1468"/>
                    </a:lnTo>
                    <a:lnTo>
                      <a:pt x="3691" y="1468"/>
                    </a:lnTo>
                    <a:lnTo>
                      <a:pt x="3859" y="1385"/>
                    </a:lnTo>
                    <a:lnTo>
                      <a:pt x="3943" y="1217"/>
                    </a:lnTo>
                    <a:lnTo>
                      <a:pt x="4026" y="1049"/>
                    </a:lnTo>
                    <a:lnTo>
                      <a:pt x="4026" y="1049"/>
                    </a:lnTo>
                    <a:lnTo>
                      <a:pt x="4026" y="839"/>
                    </a:lnTo>
                    <a:lnTo>
                      <a:pt x="3943" y="672"/>
                    </a:lnTo>
                    <a:lnTo>
                      <a:pt x="3775" y="546"/>
                    </a:lnTo>
                    <a:lnTo>
                      <a:pt x="3607" y="462"/>
                    </a:lnTo>
                    <a:lnTo>
                      <a:pt x="3607" y="462"/>
                    </a:lnTo>
                    <a:lnTo>
                      <a:pt x="588" y="43"/>
                    </a:lnTo>
                    <a:lnTo>
                      <a:pt x="588"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9;p17">
                <a:extLst>
                  <a:ext uri="{FF2B5EF4-FFF2-40B4-BE49-F238E27FC236}">
                    <a16:creationId xmlns:a16="http://schemas.microsoft.com/office/drawing/2014/main" id="{5591175E-0530-2187-149E-BD8DE4B1F9D0}"/>
                  </a:ext>
                </a:extLst>
              </p:cNvPr>
              <p:cNvSpPr/>
              <p:nvPr/>
            </p:nvSpPr>
            <p:spPr>
              <a:xfrm>
                <a:off x="4434513" y="2219505"/>
                <a:ext cx="79050" cy="26091"/>
              </a:xfrm>
              <a:custGeom>
                <a:avLst/>
                <a:gdLst/>
                <a:ahLst/>
                <a:cxnLst/>
                <a:rect l="l" t="t" r="r" b="b"/>
                <a:pathLst>
                  <a:path w="4069" h="1343" fill="none" extrusionOk="0">
                    <a:moveTo>
                      <a:pt x="3565" y="1"/>
                    </a:moveTo>
                    <a:lnTo>
                      <a:pt x="3565" y="1"/>
                    </a:lnTo>
                    <a:lnTo>
                      <a:pt x="3482" y="1"/>
                    </a:lnTo>
                    <a:lnTo>
                      <a:pt x="3482" y="1"/>
                    </a:lnTo>
                    <a:lnTo>
                      <a:pt x="462" y="336"/>
                    </a:lnTo>
                    <a:lnTo>
                      <a:pt x="462" y="336"/>
                    </a:lnTo>
                    <a:lnTo>
                      <a:pt x="252" y="420"/>
                    </a:lnTo>
                    <a:lnTo>
                      <a:pt x="127" y="546"/>
                    </a:lnTo>
                    <a:lnTo>
                      <a:pt x="43" y="714"/>
                    </a:lnTo>
                    <a:lnTo>
                      <a:pt x="1" y="923"/>
                    </a:lnTo>
                    <a:lnTo>
                      <a:pt x="1" y="923"/>
                    </a:lnTo>
                    <a:lnTo>
                      <a:pt x="85" y="1091"/>
                    </a:lnTo>
                    <a:lnTo>
                      <a:pt x="169" y="1217"/>
                    </a:lnTo>
                    <a:lnTo>
                      <a:pt x="336" y="1343"/>
                    </a:lnTo>
                    <a:lnTo>
                      <a:pt x="504" y="1343"/>
                    </a:lnTo>
                    <a:lnTo>
                      <a:pt x="504" y="1343"/>
                    </a:lnTo>
                    <a:lnTo>
                      <a:pt x="588" y="1343"/>
                    </a:lnTo>
                    <a:lnTo>
                      <a:pt x="588" y="1343"/>
                    </a:lnTo>
                    <a:lnTo>
                      <a:pt x="3607" y="1007"/>
                    </a:lnTo>
                    <a:lnTo>
                      <a:pt x="3607" y="1007"/>
                    </a:lnTo>
                    <a:lnTo>
                      <a:pt x="3817" y="923"/>
                    </a:lnTo>
                    <a:lnTo>
                      <a:pt x="3943" y="797"/>
                    </a:lnTo>
                    <a:lnTo>
                      <a:pt x="4027" y="630"/>
                    </a:lnTo>
                    <a:lnTo>
                      <a:pt x="4069" y="420"/>
                    </a:lnTo>
                    <a:lnTo>
                      <a:pt x="4069" y="420"/>
                    </a:lnTo>
                    <a:lnTo>
                      <a:pt x="3985" y="252"/>
                    </a:lnTo>
                    <a:lnTo>
                      <a:pt x="3901" y="127"/>
                    </a:lnTo>
                    <a:lnTo>
                      <a:pt x="3733" y="1"/>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0;p17">
                <a:extLst>
                  <a:ext uri="{FF2B5EF4-FFF2-40B4-BE49-F238E27FC236}">
                    <a16:creationId xmlns:a16="http://schemas.microsoft.com/office/drawing/2014/main" id="{0769B9B2-A19A-C974-E0D0-9F57C6C2A76B}"/>
                  </a:ext>
                </a:extLst>
              </p:cNvPr>
              <p:cNvSpPr/>
              <p:nvPr/>
            </p:nvSpPr>
            <p:spPr>
              <a:xfrm>
                <a:off x="6918492" y="2216241"/>
                <a:ext cx="78235" cy="27723"/>
              </a:xfrm>
              <a:custGeom>
                <a:avLst/>
                <a:gdLst/>
                <a:ahLst/>
                <a:cxnLst/>
                <a:rect l="l" t="t" r="r" b="b"/>
                <a:pathLst>
                  <a:path w="4027" h="1427" fill="none" extrusionOk="0">
                    <a:moveTo>
                      <a:pt x="504" y="1"/>
                    </a:moveTo>
                    <a:lnTo>
                      <a:pt x="504" y="1"/>
                    </a:lnTo>
                    <a:lnTo>
                      <a:pt x="336" y="43"/>
                    </a:lnTo>
                    <a:lnTo>
                      <a:pt x="169" y="127"/>
                    </a:lnTo>
                    <a:lnTo>
                      <a:pt x="43" y="295"/>
                    </a:lnTo>
                    <a:lnTo>
                      <a:pt x="1" y="462"/>
                    </a:lnTo>
                    <a:lnTo>
                      <a:pt x="1" y="462"/>
                    </a:lnTo>
                    <a:lnTo>
                      <a:pt x="1" y="672"/>
                    </a:lnTo>
                    <a:lnTo>
                      <a:pt x="85" y="840"/>
                    </a:lnTo>
                    <a:lnTo>
                      <a:pt x="253" y="965"/>
                    </a:lnTo>
                    <a:lnTo>
                      <a:pt x="420" y="1007"/>
                    </a:lnTo>
                    <a:lnTo>
                      <a:pt x="420" y="1007"/>
                    </a:lnTo>
                    <a:lnTo>
                      <a:pt x="3440" y="1427"/>
                    </a:lnTo>
                    <a:lnTo>
                      <a:pt x="3440" y="1427"/>
                    </a:lnTo>
                    <a:lnTo>
                      <a:pt x="3523" y="1427"/>
                    </a:lnTo>
                    <a:lnTo>
                      <a:pt x="3523" y="1427"/>
                    </a:lnTo>
                    <a:lnTo>
                      <a:pt x="3691" y="1427"/>
                    </a:lnTo>
                    <a:lnTo>
                      <a:pt x="3859" y="1301"/>
                    </a:lnTo>
                    <a:lnTo>
                      <a:pt x="3985" y="1175"/>
                    </a:lnTo>
                    <a:lnTo>
                      <a:pt x="4027" y="1007"/>
                    </a:lnTo>
                    <a:lnTo>
                      <a:pt x="4027" y="1007"/>
                    </a:lnTo>
                    <a:lnTo>
                      <a:pt x="4027" y="798"/>
                    </a:lnTo>
                    <a:lnTo>
                      <a:pt x="3943" y="630"/>
                    </a:lnTo>
                    <a:lnTo>
                      <a:pt x="3775" y="504"/>
                    </a:lnTo>
                    <a:lnTo>
                      <a:pt x="3607" y="420"/>
                    </a:lnTo>
                    <a:lnTo>
                      <a:pt x="3607" y="420"/>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1;p17">
                <a:extLst>
                  <a:ext uri="{FF2B5EF4-FFF2-40B4-BE49-F238E27FC236}">
                    <a16:creationId xmlns:a16="http://schemas.microsoft.com/office/drawing/2014/main" id="{43DA8748-D91A-4C96-4FEF-68DA81408220}"/>
                  </a:ext>
                </a:extLst>
              </p:cNvPr>
              <p:cNvSpPr/>
              <p:nvPr/>
            </p:nvSpPr>
            <p:spPr>
              <a:xfrm>
                <a:off x="1923646" y="2215445"/>
                <a:ext cx="20399" cy="79031"/>
              </a:xfrm>
              <a:custGeom>
                <a:avLst/>
                <a:gdLst/>
                <a:ahLst/>
                <a:cxnLst/>
                <a:rect l="l" t="t" r="r" b="b"/>
                <a:pathLst>
                  <a:path w="1050" h="4068" fill="none" extrusionOk="0">
                    <a:moveTo>
                      <a:pt x="504" y="0"/>
                    </a:moveTo>
                    <a:lnTo>
                      <a:pt x="504" y="0"/>
                    </a:lnTo>
                    <a:lnTo>
                      <a:pt x="336" y="42"/>
                    </a:lnTo>
                    <a:lnTo>
                      <a:pt x="169" y="126"/>
                    </a:lnTo>
                    <a:lnTo>
                      <a:pt x="43" y="294"/>
                    </a:lnTo>
                    <a:lnTo>
                      <a:pt x="1" y="503"/>
                    </a:lnTo>
                    <a:lnTo>
                      <a:pt x="1" y="3565"/>
                    </a:lnTo>
                    <a:lnTo>
                      <a:pt x="1" y="3565"/>
                    </a:lnTo>
                    <a:lnTo>
                      <a:pt x="43" y="3732"/>
                    </a:lnTo>
                    <a:lnTo>
                      <a:pt x="169" y="3900"/>
                    </a:lnTo>
                    <a:lnTo>
                      <a:pt x="336" y="4026"/>
                    </a:lnTo>
                    <a:lnTo>
                      <a:pt x="504" y="4068"/>
                    </a:lnTo>
                    <a:lnTo>
                      <a:pt x="504" y="4068"/>
                    </a:lnTo>
                    <a:lnTo>
                      <a:pt x="714" y="4026"/>
                    </a:lnTo>
                    <a:lnTo>
                      <a:pt x="882" y="3900"/>
                    </a:lnTo>
                    <a:lnTo>
                      <a:pt x="1007" y="3732"/>
                    </a:lnTo>
                    <a:lnTo>
                      <a:pt x="1049" y="3565"/>
                    </a:lnTo>
                    <a:lnTo>
                      <a:pt x="1049" y="503"/>
                    </a:lnTo>
                    <a:lnTo>
                      <a:pt x="1049" y="503"/>
                    </a:lnTo>
                    <a:lnTo>
                      <a:pt x="1007" y="294"/>
                    </a:lnTo>
                    <a:lnTo>
                      <a:pt x="882" y="126"/>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2;p17">
                <a:extLst>
                  <a:ext uri="{FF2B5EF4-FFF2-40B4-BE49-F238E27FC236}">
                    <a16:creationId xmlns:a16="http://schemas.microsoft.com/office/drawing/2014/main" id="{4257EBF1-77C7-5373-1A95-E0EA0D7A842A}"/>
                  </a:ext>
                </a:extLst>
              </p:cNvPr>
              <p:cNvSpPr/>
              <p:nvPr/>
            </p:nvSpPr>
            <p:spPr>
              <a:xfrm>
                <a:off x="4552649" y="2205654"/>
                <a:ext cx="78235" cy="26091"/>
              </a:xfrm>
              <a:custGeom>
                <a:avLst/>
                <a:gdLst/>
                <a:ahLst/>
                <a:cxnLst/>
                <a:rect l="l" t="t" r="r" b="b"/>
                <a:pathLst>
                  <a:path w="4027" h="1343" fill="none" extrusionOk="0">
                    <a:moveTo>
                      <a:pt x="3523" y="1"/>
                    </a:moveTo>
                    <a:lnTo>
                      <a:pt x="3523" y="1"/>
                    </a:lnTo>
                    <a:lnTo>
                      <a:pt x="3481" y="1"/>
                    </a:lnTo>
                    <a:lnTo>
                      <a:pt x="3481" y="1"/>
                    </a:lnTo>
                    <a:lnTo>
                      <a:pt x="462" y="336"/>
                    </a:lnTo>
                    <a:lnTo>
                      <a:pt x="462" y="336"/>
                    </a:lnTo>
                    <a:lnTo>
                      <a:pt x="252" y="420"/>
                    </a:lnTo>
                    <a:lnTo>
                      <a:pt x="84" y="546"/>
                    </a:lnTo>
                    <a:lnTo>
                      <a:pt x="1" y="714"/>
                    </a:lnTo>
                    <a:lnTo>
                      <a:pt x="1" y="923"/>
                    </a:lnTo>
                    <a:lnTo>
                      <a:pt x="1" y="923"/>
                    </a:lnTo>
                    <a:lnTo>
                      <a:pt x="42" y="1091"/>
                    </a:lnTo>
                    <a:lnTo>
                      <a:pt x="168" y="1217"/>
                    </a:lnTo>
                    <a:lnTo>
                      <a:pt x="336" y="1343"/>
                    </a:lnTo>
                    <a:lnTo>
                      <a:pt x="504" y="1343"/>
                    </a:lnTo>
                    <a:lnTo>
                      <a:pt x="504" y="1343"/>
                    </a:lnTo>
                    <a:lnTo>
                      <a:pt x="546" y="1343"/>
                    </a:lnTo>
                    <a:lnTo>
                      <a:pt x="546" y="1343"/>
                    </a:lnTo>
                    <a:lnTo>
                      <a:pt x="3607" y="1007"/>
                    </a:lnTo>
                    <a:lnTo>
                      <a:pt x="3607" y="1007"/>
                    </a:lnTo>
                    <a:lnTo>
                      <a:pt x="3775" y="923"/>
                    </a:lnTo>
                    <a:lnTo>
                      <a:pt x="3943" y="798"/>
                    </a:lnTo>
                    <a:lnTo>
                      <a:pt x="4026" y="630"/>
                    </a:lnTo>
                    <a:lnTo>
                      <a:pt x="4026" y="462"/>
                    </a:lnTo>
                    <a:lnTo>
                      <a:pt x="4026" y="462"/>
                    </a:lnTo>
                    <a:lnTo>
                      <a:pt x="3984" y="252"/>
                    </a:lnTo>
                    <a:lnTo>
                      <a:pt x="3859"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3;p17">
                <a:extLst>
                  <a:ext uri="{FF2B5EF4-FFF2-40B4-BE49-F238E27FC236}">
                    <a16:creationId xmlns:a16="http://schemas.microsoft.com/office/drawing/2014/main" id="{8B0E0409-BB57-AAA4-C161-07CFA722D053}"/>
                  </a:ext>
                </a:extLst>
              </p:cNvPr>
              <p:cNvSpPr/>
              <p:nvPr/>
            </p:nvSpPr>
            <p:spPr>
              <a:xfrm>
                <a:off x="6800376" y="2201593"/>
                <a:ext cx="79031" cy="26907"/>
              </a:xfrm>
              <a:custGeom>
                <a:avLst/>
                <a:gdLst/>
                <a:ahLst/>
                <a:cxnLst/>
                <a:rect l="l" t="t" r="r" b="b"/>
                <a:pathLst>
                  <a:path w="4068" h="1385" fill="none" extrusionOk="0">
                    <a:moveTo>
                      <a:pt x="545" y="0"/>
                    </a:moveTo>
                    <a:lnTo>
                      <a:pt x="545" y="0"/>
                    </a:lnTo>
                    <a:lnTo>
                      <a:pt x="336" y="0"/>
                    </a:lnTo>
                    <a:lnTo>
                      <a:pt x="168" y="126"/>
                    </a:lnTo>
                    <a:lnTo>
                      <a:pt x="84" y="252"/>
                    </a:lnTo>
                    <a:lnTo>
                      <a:pt x="0" y="419"/>
                    </a:lnTo>
                    <a:lnTo>
                      <a:pt x="0" y="419"/>
                    </a:lnTo>
                    <a:lnTo>
                      <a:pt x="42" y="629"/>
                    </a:lnTo>
                    <a:lnTo>
                      <a:pt x="126" y="797"/>
                    </a:lnTo>
                    <a:lnTo>
                      <a:pt x="252" y="923"/>
                    </a:lnTo>
                    <a:lnTo>
                      <a:pt x="462" y="1007"/>
                    </a:lnTo>
                    <a:lnTo>
                      <a:pt x="462" y="1007"/>
                    </a:lnTo>
                    <a:lnTo>
                      <a:pt x="3481" y="1384"/>
                    </a:lnTo>
                    <a:lnTo>
                      <a:pt x="3481" y="1384"/>
                    </a:lnTo>
                    <a:lnTo>
                      <a:pt x="3565" y="1384"/>
                    </a:lnTo>
                    <a:lnTo>
                      <a:pt x="3565" y="1384"/>
                    </a:lnTo>
                    <a:lnTo>
                      <a:pt x="3732" y="1342"/>
                    </a:lnTo>
                    <a:lnTo>
                      <a:pt x="3900" y="1258"/>
                    </a:lnTo>
                    <a:lnTo>
                      <a:pt x="3984" y="1132"/>
                    </a:lnTo>
                    <a:lnTo>
                      <a:pt x="4068" y="923"/>
                    </a:lnTo>
                    <a:lnTo>
                      <a:pt x="4068" y="923"/>
                    </a:lnTo>
                    <a:lnTo>
                      <a:pt x="4026" y="755"/>
                    </a:lnTo>
                    <a:lnTo>
                      <a:pt x="3942" y="545"/>
                    </a:lnTo>
                    <a:lnTo>
                      <a:pt x="3816" y="419"/>
                    </a:lnTo>
                    <a:lnTo>
                      <a:pt x="3607" y="378"/>
                    </a:lnTo>
                    <a:lnTo>
                      <a:pt x="3607" y="378"/>
                    </a:lnTo>
                    <a:lnTo>
                      <a:pt x="587" y="0"/>
                    </a:lnTo>
                    <a:lnTo>
                      <a:pt x="587" y="0"/>
                    </a:lnTo>
                    <a:lnTo>
                      <a:pt x="54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4;p17">
                <a:extLst>
                  <a:ext uri="{FF2B5EF4-FFF2-40B4-BE49-F238E27FC236}">
                    <a16:creationId xmlns:a16="http://schemas.microsoft.com/office/drawing/2014/main" id="{40C75D9A-73A1-BC08-443D-7441DCFD0E87}"/>
                  </a:ext>
                </a:extLst>
              </p:cNvPr>
              <p:cNvSpPr/>
              <p:nvPr/>
            </p:nvSpPr>
            <p:spPr>
              <a:xfrm>
                <a:off x="4670784" y="2192618"/>
                <a:ext cx="78235" cy="26091"/>
              </a:xfrm>
              <a:custGeom>
                <a:avLst/>
                <a:gdLst/>
                <a:ahLst/>
                <a:cxnLst/>
                <a:rect l="l" t="t" r="r" b="b"/>
                <a:pathLst>
                  <a:path w="4027" h="1343" fill="none" extrusionOk="0">
                    <a:moveTo>
                      <a:pt x="3523" y="1"/>
                    </a:moveTo>
                    <a:lnTo>
                      <a:pt x="3523" y="1"/>
                    </a:lnTo>
                    <a:lnTo>
                      <a:pt x="3481" y="1"/>
                    </a:lnTo>
                    <a:lnTo>
                      <a:pt x="3481" y="1"/>
                    </a:lnTo>
                    <a:lnTo>
                      <a:pt x="420" y="336"/>
                    </a:lnTo>
                    <a:lnTo>
                      <a:pt x="420" y="336"/>
                    </a:lnTo>
                    <a:lnTo>
                      <a:pt x="252" y="378"/>
                    </a:lnTo>
                    <a:lnTo>
                      <a:pt x="84" y="504"/>
                    </a:lnTo>
                    <a:lnTo>
                      <a:pt x="0" y="672"/>
                    </a:lnTo>
                    <a:lnTo>
                      <a:pt x="0" y="881"/>
                    </a:lnTo>
                    <a:lnTo>
                      <a:pt x="0" y="881"/>
                    </a:lnTo>
                    <a:lnTo>
                      <a:pt x="42" y="1049"/>
                    </a:lnTo>
                    <a:lnTo>
                      <a:pt x="168" y="1217"/>
                    </a:lnTo>
                    <a:lnTo>
                      <a:pt x="294" y="1301"/>
                    </a:lnTo>
                    <a:lnTo>
                      <a:pt x="503" y="1343"/>
                    </a:lnTo>
                    <a:lnTo>
                      <a:pt x="503" y="1343"/>
                    </a:lnTo>
                    <a:lnTo>
                      <a:pt x="545" y="1343"/>
                    </a:lnTo>
                    <a:lnTo>
                      <a:pt x="545" y="1343"/>
                    </a:lnTo>
                    <a:lnTo>
                      <a:pt x="3565" y="1007"/>
                    </a:lnTo>
                    <a:lnTo>
                      <a:pt x="3565" y="1007"/>
                    </a:lnTo>
                    <a:lnTo>
                      <a:pt x="3774" y="965"/>
                    </a:lnTo>
                    <a:lnTo>
                      <a:pt x="3942" y="840"/>
                    </a:lnTo>
                    <a:lnTo>
                      <a:pt x="4026" y="672"/>
                    </a:lnTo>
                    <a:lnTo>
                      <a:pt x="4026" y="462"/>
                    </a:lnTo>
                    <a:lnTo>
                      <a:pt x="4026" y="462"/>
                    </a:lnTo>
                    <a:lnTo>
                      <a:pt x="3984" y="252"/>
                    </a:lnTo>
                    <a:lnTo>
                      <a:pt x="3858" y="127"/>
                    </a:lnTo>
                    <a:lnTo>
                      <a:pt x="3691"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5;p17">
                <a:extLst>
                  <a:ext uri="{FF2B5EF4-FFF2-40B4-BE49-F238E27FC236}">
                    <a16:creationId xmlns:a16="http://schemas.microsoft.com/office/drawing/2014/main" id="{EB6D3D91-180E-B686-AEC1-A448F257DD89}"/>
                  </a:ext>
                </a:extLst>
              </p:cNvPr>
              <p:cNvSpPr/>
              <p:nvPr/>
            </p:nvSpPr>
            <p:spPr>
              <a:xfrm>
                <a:off x="6683056" y="2187742"/>
                <a:ext cx="78235" cy="26091"/>
              </a:xfrm>
              <a:custGeom>
                <a:avLst/>
                <a:gdLst/>
                <a:ahLst/>
                <a:cxnLst/>
                <a:rect l="l" t="t" r="r" b="b"/>
                <a:pathLst>
                  <a:path w="4027" h="1343" fill="none" extrusionOk="0">
                    <a:moveTo>
                      <a:pt x="504" y="0"/>
                    </a:moveTo>
                    <a:lnTo>
                      <a:pt x="504" y="0"/>
                    </a:lnTo>
                    <a:lnTo>
                      <a:pt x="294" y="0"/>
                    </a:lnTo>
                    <a:lnTo>
                      <a:pt x="126" y="126"/>
                    </a:lnTo>
                    <a:lnTo>
                      <a:pt x="42" y="252"/>
                    </a:lnTo>
                    <a:lnTo>
                      <a:pt x="0" y="420"/>
                    </a:lnTo>
                    <a:lnTo>
                      <a:pt x="0" y="420"/>
                    </a:lnTo>
                    <a:lnTo>
                      <a:pt x="0" y="629"/>
                    </a:lnTo>
                    <a:lnTo>
                      <a:pt x="84" y="797"/>
                    </a:lnTo>
                    <a:lnTo>
                      <a:pt x="252" y="923"/>
                    </a:lnTo>
                    <a:lnTo>
                      <a:pt x="420" y="1007"/>
                    </a:lnTo>
                    <a:lnTo>
                      <a:pt x="420" y="1007"/>
                    </a:lnTo>
                    <a:lnTo>
                      <a:pt x="3481" y="1342"/>
                    </a:lnTo>
                    <a:lnTo>
                      <a:pt x="3481" y="1342"/>
                    </a:lnTo>
                    <a:lnTo>
                      <a:pt x="3523" y="1342"/>
                    </a:lnTo>
                    <a:lnTo>
                      <a:pt x="3523" y="1342"/>
                    </a:lnTo>
                    <a:lnTo>
                      <a:pt x="3691" y="1300"/>
                    </a:lnTo>
                    <a:lnTo>
                      <a:pt x="3859" y="1216"/>
                    </a:lnTo>
                    <a:lnTo>
                      <a:pt x="3984" y="1091"/>
                    </a:lnTo>
                    <a:lnTo>
                      <a:pt x="4026" y="881"/>
                    </a:lnTo>
                    <a:lnTo>
                      <a:pt x="4026" y="881"/>
                    </a:lnTo>
                    <a:lnTo>
                      <a:pt x="4026" y="713"/>
                    </a:lnTo>
                    <a:lnTo>
                      <a:pt x="3942" y="503"/>
                    </a:lnTo>
                    <a:lnTo>
                      <a:pt x="3775" y="378"/>
                    </a:lnTo>
                    <a:lnTo>
                      <a:pt x="3565" y="336"/>
                    </a:lnTo>
                    <a:lnTo>
                      <a:pt x="3565" y="336"/>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6;p17">
                <a:extLst>
                  <a:ext uri="{FF2B5EF4-FFF2-40B4-BE49-F238E27FC236}">
                    <a16:creationId xmlns:a16="http://schemas.microsoft.com/office/drawing/2014/main" id="{ECC9F21B-F67E-917C-3A0E-2D471CAD53D3}"/>
                  </a:ext>
                </a:extLst>
              </p:cNvPr>
              <p:cNvSpPr/>
              <p:nvPr/>
            </p:nvSpPr>
            <p:spPr>
              <a:xfrm>
                <a:off x="4788901" y="2180399"/>
                <a:ext cx="78235" cy="26091"/>
              </a:xfrm>
              <a:custGeom>
                <a:avLst/>
                <a:gdLst/>
                <a:ahLst/>
                <a:cxnLst/>
                <a:rect l="l" t="t" r="r" b="b"/>
                <a:pathLst>
                  <a:path w="4027" h="1343" fill="none" extrusionOk="0">
                    <a:moveTo>
                      <a:pt x="3524" y="1"/>
                    </a:moveTo>
                    <a:lnTo>
                      <a:pt x="3524" y="1"/>
                    </a:lnTo>
                    <a:lnTo>
                      <a:pt x="3482" y="1"/>
                    </a:lnTo>
                    <a:lnTo>
                      <a:pt x="3482" y="1"/>
                    </a:lnTo>
                    <a:lnTo>
                      <a:pt x="420" y="294"/>
                    </a:lnTo>
                    <a:lnTo>
                      <a:pt x="420" y="294"/>
                    </a:lnTo>
                    <a:lnTo>
                      <a:pt x="253" y="378"/>
                    </a:lnTo>
                    <a:lnTo>
                      <a:pt x="85" y="504"/>
                    </a:lnTo>
                    <a:lnTo>
                      <a:pt x="1" y="672"/>
                    </a:lnTo>
                    <a:lnTo>
                      <a:pt x="1" y="881"/>
                    </a:lnTo>
                    <a:lnTo>
                      <a:pt x="1" y="881"/>
                    </a:lnTo>
                    <a:lnTo>
                      <a:pt x="43" y="1049"/>
                    </a:lnTo>
                    <a:lnTo>
                      <a:pt x="169" y="1175"/>
                    </a:lnTo>
                    <a:lnTo>
                      <a:pt x="294" y="1301"/>
                    </a:lnTo>
                    <a:lnTo>
                      <a:pt x="504" y="1343"/>
                    </a:lnTo>
                    <a:lnTo>
                      <a:pt x="504" y="1343"/>
                    </a:lnTo>
                    <a:lnTo>
                      <a:pt x="546" y="1343"/>
                    </a:lnTo>
                    <a:lnTo>
                      <a:pt x="546" y="1343"/>
                    </a:lnTo>
                    <a:lnTo>
                      <a:pt x="3565" y="1007"/>
                    </a:lnTo>
                    <a:lnTo>
                      <a:pt x="3565" y="1007"/>
                    </a:lnTo>
                    <a:lnTo>
                      <a:pt x="3775" y="965"/>
                    </a:lnTo>
                    <a:lnTo>
                      <a:pt x="3901" y="840"/>
                    </a:lnTo>
                    <a:lnTo>
                      <a:pt x="4027" y="672"/>
                    </a:lnTo>
                    <a:lnTo>
                      <a:pt x="4027" y="462"/>
                    </a:lnTo>
                    <a:lnTo>
                      <a:pt x="4027" y="462"/>
                    </a:lnTo>
                    <a:lnTo>
                      <a:pt x="3985" y="294"/>
                    </a:lnTo>
                    <a:lnTo>
                      <a:pt x="3859" y="127"/>
                    </a:lnTo>
                    <a:lnTo>
                      <a:pt x="3733" y="43"/>
                    </a:lnTo>
                    <a:lnTo>
                      <a:pt x="352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7;p17">
                <a:extLst>
                  <a:ext uri="{FF2B5EF4-FFF2-40B4-BE49-F238E27FC236}">
                    <a16:creationId xmlns:a16="http://schemas.microsoft.com/office/drawing/2014/main" id="{5AA52DF1-4414-1502-20A3-F1AE7BA49260}"/>
                  </a:ext>
                </a:extLst>
              </p:cNvPr>
              <p:cNvSpPr/>
              <p:nvPr/>
            </p:nvSpPr>
            <p:spPr>
              <a:xfrm>
                <a:off x="6564920" y="2175522"/>
                <a:ext cx="78235" cy="25275"/>
              </a:xfrm>
              <a:custGeom>
                <a:avLst/>
                <a:gdLst/>
                <a:ahLst/>
                <a:cxnLst/>
                <a:rect l="l" t="t" r="r" b="b"/>
                <a:pathLst>
                  <a:path w="4027" h="1301" fill="none" extrusionOk="0">
                    <a:moveTo>
                      <a:pt x="462" y="0"/>
                    </a:moveTo>
                    <a:lnTo>
                      <a:pt x="462" y="0"/>
                    </a:lnTo>
                    <a:lnTo>
                      <a:pt x="294" y="0"/>
                    </a:lnTo>
                    <a:lnTo>
                      <a:pt x="127" y="126"/>
                    </a:lnTo>
                    <a:lnTo>
                      <a:pt x="43" y="252"/>
                    </a:lnTo>
                    <a:lnTo>
                      <a:pt x="1" y="420"/>
                    </a:lnTo>
                    <a:lnTo>
                      <a:pt x="1" y="420"/>
                    </a:lnTo>
                    <a:lnTo>
                      <a:pt x="1" y="629"/>
                    </a:lnTo>
                    <a:lnTo>
                      <a:pt x="85" y="797"/>
                    </a:lnTo>
                    <a:lnTo>
                      <a:pt x="252" y="923"/>
                    </a:lnTo>
                    <a:lnTo>
                      <a:pt x="420" y="1007"/>
                    </a:lnTo>
                    <a:lnTo>
                      <a:pt x="420" y="1007"/>
                    </a:lnTo>
                    <a:lnTo>
                      <a:pt x="3481" y="1300"/>
                    </a:lnTo>
                    <a:lnTo>
                      <a:pt x="3481" y="1300"/>
                    </a:lnTo>
                    <a:lnTo>
                      <a:pt x="3523" y="1300"/>
                    </a:lnTo>
                    <a:lnTo>
                      <a:pt x="3523" y="1300"/>
                    </a:lnTo>
                    <a:lnTo>
                      <a:pt x="3691" y="1258"/>
                    </a:lnTo>
                    <a:lnTo>
                      <a:pt x="3859" y="1174"/>
                    </a:lnTo>
                    <a:lnTo>
                      <a:pt x="3985" y="1049"/>
                    </a:lnTo>
                    <a:lnTo>
                      <a:pt x="4027" y="839"/>
                    </a:lnTo>
                    <a:lnTo>
                      <a:pt x="4027" y="839"/>
                    </a:lnTo>
                    <a:lnTo>
                      <a:pt x="4027" y="629"/>
                    </a:lnTo>
                    <a:lnTo>
                      <a:pt x="3943" y="461"/>
                    </a:lnTo>
                    <a:lnTo>
                      <a:pt x="3775" y="336"/>
                    </a:lnTo>
                    <a:lnTo>
                      <a:pt x="3565" y="294"/>
                    </a:lnTo>
                    <a:lnTo>
                      <a:pt x="3565" y="294"/>
                    </a:lnTo>
                    <a:lnTo>
                      <a:pt x="546" y="0"/>
                    </a:lnTo>
                    <a:lnTo>
                      <a:pt x="546" y="0"/>
                    </a:lnTo>
                    <a:lnTo>
                      <a:pt x="462"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8;p17">
                <a:extLst>
                  <a:ext uri="{FF2B5EF4-FFF2-40B4-BE49-F238E27FC236}">
                    <a16:creationId xmlns:a16="http://schemas.microsoft.com/office/drawing/2014/main" id="{EF95F6BD-82EF-68C1-4ED2-2559623C391E}"/>
                  </a:ext>
                </a:extLst>
              </p:cNvPr>
              <p:cNvSpPr/>
              <p:nvPr/>
            </p:nvSpPr>
            <p:spPr>
              <a:xfrm>
                <a:off x="4906221" y="2169811"/>
                <a:ext cx="79050" cy="24459"/>
              </a:xfrm>
              <a:custGeom>
                <a:avLst/>
                <a:gdLst/>
                <a:ahLst/>
                <a:cxnLst/>
                <a:rect l="l" t="t" r="r" b="b"/>
                <a:pathLst>
                  <a:path w="4069" h="1259" fill="none" extrusionOk="0">
                    <a:moveTo>
                      <a:pt x="3565" y="1"/>
                    </a:moveTo>
                    <a:lnTo>
                      <a:pt x="3565" y="1"/>
                    </a:lnTo>
                    <a:lnTo>
                      <a:pt x="3523" y="1"/>
                    </a:lnTo>
                    <a:lnTo>
                      <a:pt x="3523" y="1"/>
                    </a:lnTo>
                    <a:lnTo>
                      <a:pt x="462" y="252"/>
                    </a:lnTo>
                    <a:lnTo>
                      <a:pt x="462" y="252"/>
                    </a:lnTo>
                    <a:lnTo>
                      <a:pt x="294" y="336"/>
                    </a:lnTo>
                    <a:lnTo>
                      <a:pt x="126" y="462"/>
                    </a:lnTo>
                    <a:lnTo>
                      <a:pt x="43" y="630"/>
                    </a:lnTo>
                    <a:lnTo>
                      <a:pt x="1" y="797"/>
                    </a:lnTo>
                    <a:lnTo>
                      <a:pt x="1" y="797"/>
                    </a:lnTo>
                    <a:lnTo>
                      <a:pt x="85" y="1007"/>
                    </a:lnTo>
                    <a:lnTo>
                      <a:pt x="168" y="1133"/>
                    </a:lnTo>
                    <a:lnTo>
                      <a:pt x="336" y="1259"/>
                    </a:lnTo>
                    <a:lnTo>
                      <a:pt x="504" y="1259"/>
                    </a:lnTo>
                    <a:lnTo>
                      <a:pt x="504" y="1259"/>
                    </a:lnTo>
                    <a:lnTo>
                      <a:pt x="588" y="1259"/>
                    </a:lnTo>
                    <a:lnTo>
                      <a:pt x="588" y="1259"/>
                    </a:lnTo>
                    <a:lnTo>
                      <a:pt x="3607" y="1007"/>
                    </a:lnTo>
                    <a:lnTo>
                      <a:pt x="3607" y="1007"/>
                    </a:lnTo>
                    <a:lnTo>
                      <a:pt x="3817" y="923"/>
                    </a:lnTo>
                    <a:lnTo>
                      <a:pt x="3943" y="839"/>
                    </a:lnTo>
                    <a:lnTo>
                      <a:pt x="4026" y="630"/>
                    </a:lnTo>
                    <a:lnTo>
                      <a:pt x="4068" y="462"/>
                    </a:lnTo>
                    <a:lnTo>
                      <a:pt x="4068" y="462"/>
                    </a:lnTo>
                    <a:lnTo>
                      <a:pt x="4026" y="252"/>
                    </a:lnTo>
                    <a:lnTo>
                      <a:pt x="3901" y="126"/>
                    </a:lnTo>
                    <a:lnTo>
                      <a:pt x="3733" y="1"/>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9;p17">
                <a:extLst>
                  <a:ext uri="{FF2B5EF4-FFF2-40B4-BE49-F238E27FC236}">
                    <a16:creationId xmlns:a16="http://schemas.microsoft.com/office/drawing/2014/main" id="{0AFF537F-AA77-C57D-0FE4-DFCC4CD375C1}"/>
                  </a:ext>
                </a:extLst>
              </p:cNvPr>
              <p:cNvSpPr/>
              <p:nvPr/>
            </p:nvSpPr>
            <p:spPr>
              <a:xfrm>
                <a:off x="6445988" y="2164119"/>
                <a:ext cx="79031" cy="25275"/>
              </a:xfrm>
              <a:custGeom>
                <a:avLst/>
                <a:gdLst/>
                <a:ahLst/>
                <a:cxnLst/>
                <a:rect l="l" t="t" r="r" b="b"/>
                <a:pathLst>
                  <a:path w="4068" h="1301" fill="none" extrusionOk="0">
                    <a:moveTo>
                      <a:pt x="503" y="0"/>
                    </a:moveTo>
                    <a:lnTo>
                      <a:pt x="503" y="0"/>
                    </a:lnTo>
                    <a:lnTo>
                      <a:pt x="336" y="42"/>
                    </a:lnTo>
                    <a:lnTo>
                      <a:pt x="168" y="126"/>
                    </a:lnTo>
                    <a:lnTo>
                      <a:pt x="84" y="294"/>
                    </a:lnTo>
                    <a:lnTo>
                      <a:pt x="0" y="461"/>
                    </a:lnTo>
                    <a:lnTo>
                      <a:pt x="0" y="461"/>
                    </a:lnTo>
                    <a:lnTo>
                      <a:pt x="42" y="671"/>
                    </a:lnTo>
                    <a:lnTo>
                      <a:pt x="126" y="839"/>
                    </a:lnTo>
                    <a:lnTo>
                      <a:pt x="294" y="965"/>
                    </a:lnTo>
                    <a:lnTo>
                      <a:pt x="461" y="1007"/>
                    </a:lnTo>
                    <a:lnTo>
                      <a:pt x="461" y="1007"/>
                    </a:lnTo>
                    <a:lnTo>
                      <a:pt x="3523" y="1300"/>
                    </a:lnTo>
                    <a:lnTo>
                      <a:pt x="3523" y="1300"/>
                    </a:lnTo>
                    <a:lnTo>
                      <a:pt x="3565" y="1300"/>
                    </a:lnTo>
                    <a:lnTo>
                      <a:pt x="3565" y="1300"/>
                    </a:lnTo>
                    <a:lnTo>
                      <a:pt x="3732" y="1258"/>
                    </a:lnTo>
                    <a:lnTo>
                      <a:pt x="3900" y="1174"/>
                    </a:lnTo>
                    <a:lnTo>
                      <a:pt x="4026" y="1007"/>
                    </a:lnTo>
                    <a:lnTo>
                      <a:pt x="4068" y="839"/>
                    </a:lnTo>
                    <a:lnTo>
                      <a:pt x="4068" y="839"/>
                    </a:lnTo>
                    <a:lnTo>
                      <a:pt x="4068" y="629"/>
                    </a:lnTo>
                    <a:lnTo>
                      <a:pt x="3942" y="461"/>
                    </a:lnTo>
                    <a:lnTo>
                      <a:pt x="3816" y="336"/>
                    </a:lnTo>
                    <a:lnTo>
                      <a:pt x="3607" y="294"/>
                    </a:lnTo>
                    <a:lnTo>
                      <a:pt x="3607" y="294"/>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0;p17">
                <a:extLst>
                  <a:ext uri="{FF2B5EF4-FFF2-40B4-BE49-F238E27FC236}">
                    <a16:creationId xmlns:a16="http://schemas.microsoft.com/office/drawing/2014/main" id="{2B9DDD11-98CA-5894-584C-B27B76B28145}"/>
                  </a:ext>
                </a:extLst>
              </p:cNvPr>
              <p:cNvSpPr/>
              <p:nvPr/>
            </p:nvSpPr>
            <p:spPr>
              <a:xfrm>
                <a:off x="5024356" y="2160039"/>
                <a:ext cx="79050" cy="24459"/>
              </a:xfrm>
              <a:custGeom>
                <a:avLst/>
                <a:gdLst/>
                <a:ahLst/>
                <a:cxnLst/>
                <a:rect l="l" t="t" r="r" b="b"/>
                <a:pathLst>
                  <a:path w="4069" h="1259" fill="none" extrusionOk="0">
                    <a:moveTo>
                      <a:pt x="3565" y="0"/>
                    </a:moveTo>
                    <a:lnTo>
                      <a:pt x="3565" y="0"/>
                    </a:lnTo>
                    <a:lnTo>
                      <a:pt x="3523" y="0"/>
                    </a:lnTo>
                    <a:lnTo>
                      <a:pt x="3523" y="0"/>
                    </a:lnTo>
                    <a:lnTo>
                      <a:pt x="462" y="252"/>
                    </a:lnTo>
                    <a:lnTo>
                      <a:pt x="462" y="252"/>
                    </a:lnTo>
                    <a:lnTo>
                      <a:pt x="294" y="294"/>
                    </a:lnTo>
                    <a:lnTo>
                      <a:pt x="126" y="420"/>
                    </a:lnTo>
                    <a:lnTo>
                      <a:pt x="42" y="588"/>
                    </a:lnTo>
                    <a:lnTo>
                      <a:pt x="0" y="797"/>
                    </a:lnTo>
                    <a:lnTo>
                      <a:pt x="0" y="797"/>
                    </a:lnTo>
                    <a:lnTo>
                      <a:pt x="84" y="965"/>
                    </a:lnTo>
                    <a:lnTo>
                      <a:pt x="168" y="1133"/>
                    </a:lnTo>
                    <a:lnTo>
                      <a:pt x="336" y="1217"/>
                    </a:lnTo>
                    <a:lnTo>
                      <a:pt x="504" y="1258"/>
                    </a:lnTo>
                    <a:lnTo>
                      <a:pt x="546" y="1258"/>
                    </a:lnTo>
                    <a:lnTo>
                      <a:pt x="546" y="1258"/>
                    </a:lnTo>
                    <a:lnTo>
                      <a:pt x="3607" y="1007"/>
                    </a:lnTo>
                    <a:lnTo>
                      <a:pt x="3607" y="1007"/>
                    </a:lnTo>
                    <a:lnTo>
                      <a:pt x="3775" y="965"/>
                    </a:lnTo>
                    <a:lnTo>
                      <a:pt x="3942" y="839"/>
                    </a:lnTo>
                    <a:lnTo>
                      <a:pt x="4026" y="671"/>
                    </a:lnTo>
                    <a:lnTo>
                      <a:pt x="4068" y="462"/>
                    </a:lnTo>
                    <a:lnTo>
                      <a:pt x="4068" y="462"/>
                    </a:lnTo>
                    <a:lnTo>
                      <a:pt x="4026" y="252"/>
                    </a:lnTo>
                    <a:lnTo>
                      <a:pt x="3900"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61;p17">
                <a:extLst>
                  <a:ext uri="{FF2B5EF4-FFF2-40B4-BE49-F238E27FC236}">
                    <a16:creationId xmlns:a16="http://schemas.microsoft.com/office/drawing/2014/main" id="{9A0045BD-1715-C6D7-E3DE-385871EF887C}"/>
                  </a:ext>
                </a:extLst>
              </p:cNvPr>
              <p:cNvSpPr/>
              <p:nvPr/>
            </p:nvSpPr>
            <p:spPr>
              <a:xfrm>
                <a:off x="7248441" y="2158407"/>
                <a:ext cx="48899" cy="70891"/>
              </a:xfrm>
              <a:custGeom>
                <a:avLst/>
                <a:gdLst/>
                <a:ahLst/>
                <a:cxnLst/>
                <a:rect l="l" t="t" r="r" b="b"/>
                <a:pathLst>
                  <a:path w="2517" h="3649" fill="none" extrusionOk="0">
                    <a:moveTo>
                      <a:pt x="504" y="1"/>
                    </a:moveTo>
                    <a:lnTo>
                      <a:pt x="504" y="1"/>
                    </a:lnTo>
                    <a:lnTo>
                      <a:pt x="378" y="1"/>
                    </a:lnTo>
                    <a:lnTo>
                      <a:pt x="252" y="42"/>
                    </a:lnTo>
                    <a:lnTo>
                      <a:pt x="252" y="42"/>
                    </a:lnTo>
                    <a:lnTo>
                      <a:pt x="85" y="210"/>
                    </a:lnTo>
                    <a:lnTo>
                      <a:pt x="43" y="378"/>
                    </a:lnTo>
                    <a:lnTo>
                      <a:pt x="1" y="588"/>
                    </a:lnTo>
                    <a:lnTo>
                      <a:pt x="85" y="755"/>
                    </a:lnTo>
                    <a:lnTo>
                      <a:pt x="85" y="755"/>
                    </a:lnTo>
                    <a:lnTo>
                      <a:pt x="840" y="2055"/>
                    </a:lnTo>
                    <a:lnTo>
                      <a:pt x="1594" y="3397"/>
                    </a:lnTo>
                    <a:lnTo>
                      <a:pt x="1594" y="3397"/>
                    </a:lnTo>
                    <a:lnTo>
                      <a:pt x="1636" y="3523"/>
                    </a:lnTo>
                    <a:lnTo>
                      <a:pt x="1762" y="3607"/>
                    </a:lnTo>
                    <a:lnTo>
                      <a:pt x="1888" y="3649"/>
                    </a:lnTo>
                    <a:lnTo>
                      <a:pt x="2014" y="3649"/>
                    </a:lnTo>
                    <a:lnTo>
                      <a:pt x="2014" y="3649"/>
                    </a:lnTo>
                    <a:lnTo>
                      <a:pt x="2140" y="3649"/>
                    </a:lnTo>
                    <a:lnTo>
                      <a:pt x="2265" y="3607"/>
                    </a:lnTo>
                    <a:lnTo>
                      <a:pt x="2265" y="3607"/>
                    </a:lnTo>
                    <a:lnTo>
                      <a:pt x="2433" y="3481"/>
                    </a:lnTo>
                    <a:lnTo>
                      <a:pt x="2517" y="3313"/>
                    </a:lnTo>
                    <a:lnTo>
                      <a:pt x="2517" y="3104"/>
                    </a:lnTo>
                    <a:lnTo>
                      <a:pt x="2475" y="2894"/>
                    </a:lnTo>
                    <a:lnTo>
                      <a:pt x="2475" y="2894"/>
                    </a:lnTo>
                    <a:lnTo>
                      <a:pt x="1720" y="1552"/>
                    </a:lnTo>
                    <a:lnTo>
                      <a:pt x="965" y="252"/>
                    </a:lnTo>
                    <a:lnTo>
                      <a:pt x="965" y="252"/>
                    </a:lnTo>
                    <a:lnTo>
                      <a:pt x="882" y="126"/>
                    </a:lnTo>
                    <a:lnTo>
                      <a:pt x="756" y="42"/>
                    </a:lnTo>
                    <a:lnTo>
                      <a:pt x="630"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2;p17">
                <a:extLst>
                  <a:ext uri="{FF2B5EF4-FFF2-40B4-BE49-F238E27FC236}">
                    <a16:creationId xmlns:a16="http://schemas.microsoft.com/office/drawing/2014/main" id="{FFEF81B0-C0F9-AF95-CF9F-2623D572DDD5}"/>
                  </a:ext>
                </a:extLst>
              </p:cNvPr>
              <p:cNvSpPr/>
              <p:nvPr/>
            </p:nvSpPr>
            <p:spPr>
              <a:xfrm>
                <a:off x="6327852" y="2155143"/>
                <a:ext cx="79050" cy="24459"/>
              </a:xfrm>
              <a:custGeom>
                <a:avLst/>
                <a:gdLst/>
                <a:ahLst/>
                <a:cxnLst/>
                <a:rect l="l" t="t" r="r" b="b"/>
                <a:pathLst>
                  <a:path w="4069" h="1259" fill="none" extrusionOk="0">
                    <a:moveTo>
                      <a:pt x="504" y="1"/>
                    </a:moveTo>
                    <a:lnTo>
                      <a:pt x="504" y="1"/>
                    </a:lnTo>
                    <a:lnTo>
                      <a:pt x="336" y="43"/>
                    </a:lnTo>
                    <a:lnTo>
                      <a:pt x="168" y="127"/>
                    </a:lnTo>
                    <a:lnTo>
                      <a:pt x="42" y="294"/>
                    </a:lnTo>
                    <a:lnTo>
                      <a:pt x="0" y="462"/>
                    </a:lnTo>
                    <a:lnTo>
                      <a:pt x="0" y="462"/>
                    </a:lnTo>
                    <a:lnTo>
                      <a:pt x="42" y="672"/>
                    </a:lnTo>
                    <a:lnTo>
                      <a:pt x="126" y="840"/>
                    </a:lnTo>
                    <a:lnTo>
                      <a:pt x="294" y="965"/>
                    </a:lnTo>
                    <a:lnTo>
                      <a:pt x="462" y="1007"/>
                    </a:lnTo>
                    <a:lnTo>
                      <a:pt x="462" y="1007"/>
                    </a:lnTo>
                    <a:lnTo>
                      <a:pt x="3523" y="1259"/>
                    </a:lnTo>
                    <a:lnTo>
                      <a:pt x="3565" y="1259"/>
                    </a:lnTo>
                    <a:lnTo>
                      <a:pt x="3565" y="1259"/>
                    </a:lnTo>
                    <a:lnTo>
                      <a:pt x="3733" y="1217"/>
                    </a:lnTo>
                    <a:lnTo>
                      <a:pt x="3901" y="1091"/>
                    </a:lnTo>
                    <a:lnTo>
                      <a:pt x="4026" y="965"/>
                    </a:lnTo>
                    <a:lnTo>
                      <a:pt x="4068" y="756"/>
                    </a:lnTo>
                    <a:lnTo>
                      <a:pt x="4068" y="756"/>
                    </a:lnTo>
                    <a:lnTo>
                      <a:pt x="4026" y="588"/>
                    </a:lnTo>
                    <a:lnTo>
                      <a:pt x="3942" y="420"/>
                    </a:lnTo>
                    <a:lnTo>
                      <a:pt x="3775" y="294"/>
                    </a:lnTo>
                    <a:lnTo>
                      <a:pt x="3607" y="210"/>
                    </a:lnTo>
                    <a:lnTo>
                      <a:pt x="3607" y="210"/>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3;p17">
                <a:extLst>
                  <a:ext uri="{FF2B5EF4-FFF2-40B4-BE49-F238E27FC236}">
                    <a16:creationId xmlns:a16="http://schemas.microsoft.com/office/drawing/2014/main" id="{07C0960D-D474-B688-10AD-BAB9ED45E1B8}"/>
                  </a:ext>
                </a:extLst>
              </p:cNvPr>
              <p:cNvSpPr/>
              <p:nvPr/>
            </p:nvSpPr>
            <p:spPr>
              <a:xfrm>
                <a:off x="5142492" y="2151083"/>
                <a:ext cx="79031" cy="24459"/>
              </a:xfrm>
              <a:custGeom>
                <a:avLst/>
                <a:gdLst/>
                <a:ahLst/>
                <a:cxnLst/>
                <a:rect l="l" t="t" r="r" b="b"/>
                <a:pathLst>
                  <a:path w="4068" h="1259" fill="none" extrusionOk="0">
                    <a:moveTo>
                      <a:pt x="3565" y="0"/>
                    </a:moveTo>
                    <a:lnTo>
                      <a:pt x="3565" y="0"/>
                    </a:lnTo>
                    <a:lnTo>
                      <a:pt x="3523" y="42"/>
                    </a:lnTo>
                    <a:lnTo>
                      <a:pt x="3523" y="42"/>
                    </a:lnTo>
                    <a:lnTo>
                      <a:pt x="503" y="210"/>
                    </a:lnTo>
                    <a:lnTo>
                      <a:pt x="503" y="210"/>
                    </a:lnTo>
                    <a:lnTo>
                      <a:pt x="294" y="294"/>
                    </a:lnTo>
                    <a:lnTo>
                      <a:pt x="126" y="419"/>
                    </a:lnTo>
                    <a:lnTo>
                      <a:pt x="42" y="587"/>
                    </a:lnTo>
                    <a:lnTo>
                      <a:pt x="0" y="755"/>
                    </a:lnTo>
                    <a:lnTo>
                      <a:pt x="0" y="755"/>
                    </a:lnTo>
                    <a:lnTo>
                      <a:pt x="84" y="965"/>
                    </a:lnTo>
                    <a:lnTo>
                      <a:pt x="168" y="1090"/>
                    </a:lnTo>
                    <a:lnTo>
                      <a:pt x="336" y="1216"/>
                    </a:lnTo>
                    <a:lnTo>
                      <a:pt x="503" y="1258"/>
                    </a:lnTo>
                    <a:lnTo>
                      <a:pt x="545" y="1258"/>
                    </a:lnTo>
                    <a:lnTo>
                      <a:pt x="545" y="1258"/>
                    </a:lnTo>
                    <a:lnTo>
                      <a:pt x="3606" y="1049"/>
                    </a:lnTo>
                    <a:lnTo>
                      <a:pt x="3606" y="1049"/>
                    </a:lnTo>
                    <a:lnTo>
                      <a:pt x="3774" y="965"/>
                    </a:lnTo>
                    <a:lnTo>
                      <a:pt x="3942" y="881"/>
                    </a:lnTo>
                    <a:lnTo>
                      <a:pt x="4068" y="713"/>
                    </a:lnTo>
                    <a:lnTo>
                      <a:pt x="4068" y="503"/>
                    </a:lnTo>
                    <a:lnTo>
                      <a:pt x="4068" y="503"/>
                    </a:lnTo>
                    <a:lnTo>
                      <a:pt x="4026" y="294"/>
                    </a:lnTo>
                    <a:lnTo>
                      <a:pt x="3900" y="168"/>
                    </a:lnTo>
                    <a:lnTo>
                      <a:pt x="3774"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4;p17">
                <a:extLst>
                  <a:ext uri="{FF2B5EF4-FFF2-40B4-BE49-F238E27FC236}">
                    <a16:creationId xmlns:a16="http://schemas.microsoft.com/office/drawing/2014/main" id="{DFF819AC-6906-CFFA-AECF-739215E26892}"/>
                  </a:ext>
                </a:extLst>
              </p:cNvPr>
              <p:cNvSpPr/>
              <p:nvPr/>
            </p:nvSpPr>
            <p:spPr>
              <a:xfrm>
                <a:off x="6209716" y="2147819"/>
                <a:ext cx="79050" cy="22827"/>
              </a:xfrm>
              <a:custGeom>
                <a:avLst/>
                <a:gdLst/>
                <a:ahLst/>
                <a:cxnLst/>
                <a:rect l="l" t="t" r="r" b="b"/>
                <a:pathLst>
                  <a:path w="4069" h="1175" fill="none" extrusionOk="0">
                    <a:moveTo>
                      <a:pt x="504" y="0"/>
                    </a:moveTo>
                    <a:lnTo>
                      <a:pt x="504" y="0"/>
                    </a:lnTo>
                    <a:lnTo>
                      <a:pt x="294" y="0"/>
                    </a:lnTo>
                    <a:lnTo>
                      <a:pt x="127" y="126"/>
                    </a:lnTo>
                    <a:lnTo>
                      <a:pt x="43" y="252"/>
                    </a:lnTo>
                    <a:lnTo>
                      <a:pt x="1" y="462"/>
                    </a:lnTo>
                    <a:lnTo>
                      <a:pt x="1" y="462"/>
                    </a:lnTo>
                    <a:lnTo>
                      <a:pt x="1" y="671"/>
                    </a:lnTo>
                    <a:lnTo>
                      <a:pt x="127" y="839"/>
                    </a:lnTo>
                    <a:lnTo>
                      <a:pt x="252" y="965"/>
                    </a:lnTo>
                    <a:lnTo>
                      <a:pt x="462" y="1007"/>
                    </a:lnTo>
                    <a:lnTo>
                      <a:pt x="462" y="1007"/>
                    </a:lnTo>
                    <a:lnTo>
                      <a:pt x="3523" y="1175"/>
                    </a:lnTo>
                    <a:lnTo>
                      <a:pt x="3523" y="1175"/>
                    </a:lnTo>
                    <a:lnTo>
                      <a:pt x="3523" y="1175"/>
                    </a:lnTo>
                    <a:lnTo>
                      <a:pt x="3733" y="1133"/>
                    </a:lnTo>
                    <a:lnTo>
                      <a:pt x="3901" y="1049"/>
                    </a:lnTo>
                    <a:lnTo>
                      <a:pt x="3985" y="881"/>
                    </a:lnTo>
                    <a:lnTo>
                      <a:pt x="4069" y="713"/>
                    </a:lnTo>
                    <a:lnTo>
                      <a:pt x="4069" y="713"/>
                    </a:lnTo>
                    <a:lnTo>
                      <a:pt x="4027" y="504"/>
                    </a:lnTo>
                    <a:lnTo>
                      <a:pt x="3943" y="336"/>
                    </a:lnTo>
                    <a:lnTo>
                      <a:pt x="3775" y="210"/>
                    </a:lnTo>
                    <a:lnTo>
                      <a:pt x="3565" y="168"/>
                    </a:lnTo>
                    <a:lnTo>
                      <a:pt x="3565" y="168"/>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5;p17">
                <a:extLst>
                  <a:ext uri="{FF2B5EF4-FFF2-40B4-BE49-F238E27FC236}">
                    <a16:creationId xmlns:a16="http://schemas.microsoft.com/office/drawing/2014/main" id="{F5A59EFD-8CEB-1CFC-7FB4-A3DCD9226970}"/>
                  </a:ext>
                </a:extLst>
              </p:cNvPr>
              <p:cNvSpPr/>
              <p:nvPr/>
            </p:nvSpPr>
            <p:spPr>
              <a:xfrm>
                <a:off x="5261424" y="2144556"/>
                <a:ext cx="78235" cy="22827"/>
              </a:xfrm>
              <a:custGeom>
                <a:avLst/>
                <a:gdLst/>
                <a:ahLst/>
                <a:cxnLst/>
                <a:rect l="l" t="t" r="r" b="b"/>
                <a:pathLst>
                  <a:path w="4027" h="1175" fill="none" extrusionOk="0">
                    <a:moveTo>
                      <a:pt x="3565" y="1"/>
                    </a:moveTo>
                    <a:lnTo>
                      <a:pt x="3565" y="1"/>
                    </a:lnTo>
                    <a:lnTo>
                      <a:pt x="3523" y="1"/>
                    </a:lnTo>
                    <a:lnTo>
                      <a:pt x="3523" y="1"/>
                    </a:lnTo>
                    <a:lnTo>
                      <a:pt x="462" y="168"/>
                    </a:lnTo>
                    <a:lnTo>
                      <a:pt x="462" y="168"/>
                    </a:lnTo>
                    <a:lnTo>
                      <a:pt x="252" y="210"/>
                    </a:lnTo>
                    <a:lnTo>
                      <a:pt x="126" y="336"/>
                    </a:lnTo>
                    <a:lnTo>
                      <a:pt x="1" y="504"/>
                    </a:lnTo>
                    <a:lnTo>
                      <a:pt x="1" y="714"/>
                    </a:lnTo>
                    <a:lnTo>
                      <a:pt x="1" y="714"/>
                    </a:lnTo>
                    <a:lnTo>
                      <a:pt x="43" y="881"/>
                    </a:lnTo>
                    <a:lnTo>
                      <a:pt x="126" y="1049"/>
                    </a:lnTo>
                    <a:lnTo>
                      <a:pt x="294" y="1133"/>
                    </a:lnTo>
                    <a:lnTo>
                      <a:pt x="504" y="1175"/>
                    </a:lnTo>
                    <a:lnTo>
                      <a:pt x="504" y="1175"/>
                    </a:lnTo>
                    <a:lnTo>
                      <a:pt x="504" y="1175"/>
                    </a:lnTo>
                    <a:lnTo>
                      <a:pt x="3565" y="1007"/>
                    </a:lnTo>
                    <a:lnTo>
                      <a:pt x="3565" y="1007"/>
                    </a:lnTo>
                    <a:lnTo>
                      <a:pt x="3775" y="965"/>
                    </a:lnTo>
                    <a:lnTo>
                      <a:pt x="3901" y="839"/>
                    </a:lnTo>
                    <a:lnTo>
                      <a:pt x="4026" y="672"/>
                    </a:lnTo>
                    <a:lnTo>
                      <a:pt x="4026" y="504"/>
                    </a:lnTo>
                    <a:lnTo>
                      <a:pt x="4026" y="504"/>
                    </a:lnTo>
                    <a:lnTo>
                      <a:pt x="3985" y="294"/>
                    </a:lnTo>
                    <a:lnTo>
                      <a:pt x="3901" y="126"/>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6;p17">
                <a:extLst>
                  <a:ext uri="{FF2B5EF4-FFF2-40B4-BE49-F238E27FC236}">
                    <a16:creationId xmlns:a16="http://schemas.microsoft.com/office/drawing/2014/main" id="{831A560F-98D8-B00C-9BDD-2A76692F71ED}"/>
                  </a:ext>
                </a:extLst>
              </p:cNvPr>
              <p:cNvSpPr/>
              <p:nvPr/>
            </p:nvSpPr>
            <p:spPr>
              <a:xfrm>
                <a:off x="6090784" y="2141292"/>
                <a:ext cx="79031" cy="22847"/>
              </a:xfrm>
              <a:custGeom>
                <a:avLst/>
                <a:gdLst/>
                <a:ahLst/>
                <a:cxnLst/>
                <a:rect l="l" t="t" r="r" b="b"/>
                <a:pathLst>
                  <a:path w="4068" h="1176" fill="none" extrusionOk="0">
                    <a:moveTo>
                      <a:pt x="503" y="1"/>
                    </a:moveTo>
                    <a:lnTo>
                      <a:pt x="503" y="1"/>
                    </a:lnTo>
                    <a:lnTo>
                      <a:pt x="336" y="43"/>
                    </a:lnTo>
                    <a:lnTo>
                      <a:pt x="168" y="169"/>
                    </a:lnTo>
                    <a:lnTo>
                      <a:pt x="42" y="294"/>
                    </a:lnTo>
                    <a:lnTo>
                      <a:pt x="0" y="504"/>
                    </a:lnTo>
                    <a:lnTo>
                      <a:pt x="0" y="504"/>
                    </a:lnTo>
                    <a:lnTo>
                      <a:pt x="42" y="714"/>
                    </a:lnTo>
                    <a:lnTo>
                      <a:pt x="126" y="840"/>
                    </a:lnTo>
                    <a:lnTo>
                      <a:pt x="294" y="965"/>
                    </a:lnTo>
                    <a:lnTo>
                      <a:pt x="503" y="1007"/>
                    </a:lnTo>
                    <a:lnTo>
                      <a:pt x="503" y="1007"/>
                    </a:lnTo>
                    <a:lnTo>
                      <a:pt x="3523" y="1175"/>
                    </a:lnTo>
                    <a:lnTo>
                      <a:pt x="3565" y="1175"/>
                    </a:lnTo>
                    <a:lnTo>
                      <a:pt x="3565" y="1175"/>
                    </a:lnTo>
                    <a:lnTo>
                      <a:pt x="3774" y="1133"/>
                    </a:lnTo>
                    <a:lnTo>
                      <a:pt x="3900" y="1049"/>
                    </a:lnTo>
                    <a:lnTo>
                      <a:pt x="4026" y="882"/>
                    </a:lnTo>
                    <a:lnTo>
                      <a:pt x="4068" y="672"/>
                    </a:lnTo>
                    <a:lnTo>
                      <a:pt x="4068" y="672"/>
                    </a:lnTo>
                    <a:lnTo>
                      <a:pt x="4026" y="504"/>
                    </a:lnTo>
                    <a:lnTo>
                      <a:pt x="3942" y="336"/>
                    </a:lnTo>
                    <a:lnTo>
                      <a:pt x="3774" y="211"/>
                    </a:lnTo>
                    <a:lnTo>
                      <a:pt x="3607" y="169"/>
                    </a:lnTo>
                    <a:lnTo>
                      <a:pt x="3607" y="169"/>
                    </a:lnTo>
                    <a:lnTo>
                      <a:pt x="545" y="1"/>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7;p17">
                <a:extLst>
                  <a:ext uri="{FF2B5EF4-FFF2-40B4-BE49-F238E27FC236}">
                    <a16:creationId xmlns:a16="http://schemas.microsoft.com/office/drawing/2014/main" id="{058A1A28-6E7D-BAB4-17C8-D3CCDF60C9FE}"/>
                  </a:ext>
                </a:extLst>
              </p:cNvPr>
              <p:cNvSpPr/>
              <p:nvPr/>
            </p:nvSpPr>
            <p:spPr>
              <a:xfrm>
                <a:off x="5379560" y="2139679"/>
                <a:ext cx="79050" cy="22011"/>
              </a:xfrm>
              <a:custGeom>
                <a:avLst/>
                <a:gdLst/>
                <a:ahLst/>
                <a:cxnLst/>
                <a:rect l="l" t="t" r="r" b="b"/>
                <a:pathLst>
                  <a:path w="4069" h="1133" fill="none" extrusionOk="0">
                    <a:moveTo>
                      <a:pt x="3565" y="0"/>
                    </a:moveTo>
                    <a:lnTo>
                      <a:pt x="3565" y="0"/>
                    </a:lnTo>
                    <a:lnTo>
                      <a:pt x="3523" y="0"/>
                    </a:lnTo>
                    <a:lnTo>
                      <a:pt x="3523" y="0"/>
                    </a:lnTo>
                    <a:lnTo>
                      <a:pt x="462" y="126"/>
                    </a:lnTo>
                    <a:lnTo>
                      <a:pt x="462" y="126"/>
                    </a:lnTo>
                    <a:lnTo>
                      <a:pt x="294" y="168"/>
                    </a:lnTo>
                    <a:lnTo>
                      <a:pt x="126" y="294"/>
                    </a:lnTo>
                    <a:lnTo>
                      <a:pt x="42" y="461"/>
                    </a:lnTo>
                    <a:lnTo>
                      <a:pt x="0" y="629"/>
                    </a:lnTo>
                    <a:lnTo>
                      <a:pt x="0" y="629"/>
                    </a:lnTo>
                    <a:lnTo>
                      <a:pt x="42" y="839"/>
                    </a:lnTo>
                    <a:lnTo>
                      <a:pt x="168" y="1006"/>
                    </a:lnTo>
                    <a:lnTo>
                      <a:pt x="294" y="1090"/>
                    </a:lnTo>
                    <a:lnTo>
                      <a:pt x="504" y="1132"/>
                    </a:lnTo>
                    <a:lnTo>
                      <a:pt x="545" y="1132"/>
                    </a:lnTo>
                    <a:lnTo>
                      <a:pt x="545" y="1132"/>
                    </a:lnTo>
                    <a:lnTo>
                      <a:pt x="3565" y="1006"/>
                    </a:lnTo>
                    <a:lnTo>
                      <a:pt x="3565" y="1006"/>
                    </a:lnTo>
                    <a:lnTo>
                      <a:pt x="3775" y="965"/>
                    </a:lnTo>
                    <a:lnTo>
                      <a:pt x="3942" y="839"/>
                    </a:lnTo>
                    <a:lnTo>
                      <a:pt x="4026" y="671"/>
                    </a:lnTo>
                    <a:lnTo>
                      <a:pt x="4068" y="461"/>
                    </a:lnTo>
                    <a:lnTo>
                      <a:pt x="4068" y="461"/>
                    </a:lnTo>
                    <a:lnTo>
                      <a:pt x="4026" y="294"/>
                    </a:lnTo>
                    <a:lnTo>
                      <a:pt x="3900"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68;p17">
                <a:extLst>
                  <a:ext uri="{FF2B5EF4-FFF2-40B4-BE49-F238E27FC236}">
                    <a16:creationId xmlns:a16="http://schemas.microsoft.com/office/drawing/2014/main" id="{41A61B3C-C708-4464-5252-04F92605C847}"/>
                  </a:ext>
                </a:extLst>
              </p:cNvPr>
              <p:cNvSpPr/>
              <p:nvPr/>
            </p:nvSpPr>
            <p:spPr>
              <a:xfrm>
                <a:off x="5971832" y="2137232"/>
                <a:ext cx="79866" cy="22011"/>
              </a:xfrm>
              <a:custGeom>
                <a:avLst/>
                <a:gdLst/>
                <a:ahLst/>
                <a:cxnLst/>
                <a:rect l="l" t="t" r="r" b="b"/>
                <a:pathLst>
                  <a:path w="4111" h="1133" fill="none" extrusionOk="0">
                    <a:moveTo>
                      <a:pt x="546" y="0"/>
                    </a:moveTo>
                    <a:lnTo>
                      <a:pt x="546" y="0"/>
                    </a:lnTo>
                    <a:lnTo>
                      <a:pt x="336" y="42"/>
                    </a:lnTo>
                    <a:lnTo>
                      <a:pt x="168" y="126"/>
                    </a:lnTo>
                    <a:lnTo>
                      <a:pt x="84" y="294"/>
                    </a:lnTo>
                    <a:lnTo>
                      <a:pt x="1" y="503"/>
                    </a:lnTo>
                    <a:lnTo>
                      <a:pt x="1" y="503"/>
                    </a:lnTo>
                    <a:lnTo>
                      <a:pt x="43" y="671"/>
                    </a:lnTo>
                    <a:lnTo>
                      <a:pt x="168" y="839"/>
                    </a:lnTo>
                    <a:lnTo>
                      <a:pt x="336" y="965"/>
                    </a:lnTo>
                    <a:lnTo>
                      <a:pt x="504" y="1007"/>
                    </a:lnTo>
                    <a:lnTo>
                      <a:pt x="504" y="1007"/>
                    </a:lnTo>
                    <a:lnTo>
                      <a:pt x="3565" y="1132"/>
                    </a:lnTo>
                    <a:lnTo>
                      <a:pt x="3565" y="1132"/>
                    </a:lnTo>
                    <a:lnTo>
                      <a:pt x="3565" y="1132"/>
                    </a:lnTo>
                    <a:lnTo>
                      <a:pt x="3775" y="1091"/>
                    </a:lnTo>
                    <a:lnTo>
                      <a:pt x="3943" y="965"/>
                    </a:lnTo>
                    <a:lnTo>
                      <a:pt x="4026" y="797"/>
                    </a:lnTo>
                    <a:lnTo>
                      <a:pt x="4110" y="629"/>
                    </a:lnTo>
                    <a:lnTo>
                      <a:pt x="4110" y="629"/>
                    </a:lnTo>
                    <a:lnTo>
                      <a:pt x="4068" y="420"/>
                    </a:lnTo>
                    <a:lnTo>
                      <a:pt x="3943" y="252"/>
                    </a:lnTo>
                    <a:lnTo>
                      <a:pt x="3817" y="126"/>
                    </a:lnTo>
                    <a:lnTo>
                      <a:pt x="3607" y="84"/>
                    </a:lnTo>
                    <a:lnTo>
                      <a:pt x="3607" y="84"/>
                    </a:lnTo>
                    <a:lnTo>
                      <a:pt x="546" y="0"/>
                    </a:lnTo>
                    <a:lnTo>
                      <a:pt x="546" y="0"/>
                    </a:lnTo>
                    <a:lnTo>
                      <a:pt x="54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9;p17">
                <a:extLst>
                  <a:ext uri="{FF2B5EF4-FFF2-40B4-BE49-F238E27FC236}">
                    <a16:creationId xmlns:a16="http://schemas.microsoft.com/office/drawing/2014/main" id="{CA39F3B3-CC7F-9831-6C08-2778248DC8AD}"/>
                  </a:ext>
                </a:extLst>
              </p:cNvPr>
              <p:cNvSpPr/>
              <p:nvPr/>
            </p:nvSpPr>
            <p:spPr>
              <a:xfrm>
                <a:off x="5497677" y="2135600"/>
                <a:ext cx="79050" cy="22011"/>
              </a:xfrm>
              <a:custGeom>
                <a:avLst/>
                <a:gdLst/>
                <a:ahLst/>
                <a:cxnLst/>
                <a:rect l="l" t="t" r="r" b="b"/>
                <a:pathLst>
                  <a:path w="4069" h="1133" fill="none" extrusionOk="0">
                    <a:moveTo>
                      <a:pt x="3566" y="0"/>
                    </a:moveTo>
                    <a:lnTo>
                      <a:pt x="3566" y="0"/>
                    </a:lnTo>
                    <a:lnTo>
                      <a:pt x="3566" y="0"/>
                    </a:lnTo>
                    <a:lnTo>
                      <a:pt x="3566" y="0"/>
                    </a:lnTo>
                    <a:lnTo>
                      <a:pt x="504" y="84"/>
                    </a:lnTo>
                    <a:lnTo>
                      <a:pt x="504" y="84"/>
                    </a:lnTo>
                    <a:lnTo>
                      <a:pt x="295" y="126"/>
                    </a:lnTo>
                    <a:lnTo>
                      <a:pt x="169" y="252"/>
                    </a:lnTo>
                    <a:lnTo>
                      <a:pt x="43" y="420"/>
                    </a:lnTo>
                    <a:lnTo>
                      <a:pt x="1" y="629"/>
                    </a:lnTo>
                    <a:lnTo>
                      <a:pt x="1" y="629"/>
                    </a:lnTo>
                    <a:lnTo>
                      <a:pt x="43" y="797"/>
                    </a:lnTo>
                    <a:lnTo>
                      <a:pt x="169" y="965"/>
                    </a:lnTo>
                    <a:lnTo>
                      <a:pt x="336" y="1091"/>
                    </a:lnTo>
                    <a:lnTo>
                      <a:pt x="504" y="1133"/>
                    </a:lnTo>
                    <a:lnTo>
                      <a:pt x="546" y="1133"/>
                    </a:lnTo>
                    <a:lnTo>
                      <a:pt x="546" y="1133"/>
                    </a:lnTo>
                    <a:lnTo>
                      <a:pt x="3566" y="1049"/>
                    </a:lnTo>
                    <a:lnTo>
                      <a:pt x="3566" y="1049"/>
                    </a:lnTo>
                    <a:lnTo>
                      <a:pt x="3775" y="1007"/>
                    </a:lnTo>
                    <a:lnTo>
                      <a:pt x="3943" y="881"/>
                    </a:lnTo>
                    <a:lnTo>
                      <a:pt x="4027" y="713"/>
                    </a:lnTo>
                    <a:lnTo>
                      <a:pt x="4069" y="504"/>
                    </a:lnTo>
                    <a:lnTo>
                      <a:pt x="4069" y="504"/>
                    </a:lnTo>
                    <a:lnTo>
                      <a:pt x="4027" y="336"/>
                    </a:lnTo>
                    <a:lnTo>
                      <a:pt x="3943" y="168"/>
                    </a:lnTo>
                    <a:lnTo>
                      <a:pt x="3775" y="42"/>
                    </a:lnTo>
                    <a:lnTo>
                      <a:pt x="356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0;p17">
                <a:extLst>
                  <a:ext uri="{FF2B5EF4-FFF2-40B4-BE49-F238E27FC236}">
                    <a16:creationId xmlns:a16="http://schemas.microsoft.com/office/drawing/2014/main" id="{ED98E8C0-2457-F67E-224A-23CF8C92D7E4}"/>
                  </a:ext>
                </a:extLst>
              </p:cNvPr>
              <p:cNvSpPr/>
              <p:nvPr/>
            </p:nvSpPr>
            <p:spPr>
              <a:xfrm>
                <a:off x="5853696" y="2134784"/>
                <a:ext cx="79050" cy="20379"/>
              </a:xfrm>
              <a:custGeom>
                <a:avLst/>
                <a:gdLst/>
                <a:ahLst/>
                <a:cxnLst/>
                <a:rect l="l" t="t" r="r" b="b"/>
                <a:pathLst>
                  <a:path w="4069" h="1049" fill="none" extrusionOk="0">
                    <a:moveTo>
                      <a:pt x="504" y="0"/>
                    </a:moveTo>
                    <a:lnTo>
                      <a:pt x="504" y="0"/>
                    </a:lnTo>
                    <a:lnTo>
                      <a:pt x="294" y="42"/>
                    </a:lnTo>
                    <a:lnTo>
                      <a:pt x="169" y="126"/>
                    </a:lnTo>
                    <a:lnTo>
                      <a:pt x="43" y="294"/>
                    </a:lnTo>
                    <a:lnTo>
                      <a:pt x="1" y="504"/>
                    </a:lnTo>
                    <a:lnTo>
                      <a:pt x="1" y="504"/>
                    </a:lnTo>
                    <a:lnTo>
                      <a:pt x="43" y="671"/>
                    </a:lnTo>
                    <a:lnTo>
                      <a:pt x="127" y="839"/>
                    </a:lnTo>
                    <a:lnTo>
                      <a:pt x="294" y="965"/>
                    </a:lnTo>
                    <a:lnTo>
                      <a:pt x="504" y="1007"/>
                    </a:lnTo>
                    <a:lnTo>
                      <a:pt x="504" y="1007"/>
                    </a:lnTo>
                    <a:lnTo>
                      <a:pt x="3565" y="1049"/>
                    </a:lnTo>
                    <a:lnTo>
                      <a:pt x="3565" y="1049"/>
                    </a:lnTo>
                    <a:lnTo>
                      <a:pt x="3565" y="1049"/>
                    </a:lnTo>
                    <a:lnTo>
                      <a:pt x="3733" y="1007"/>
                    </a:lnTo>
                    <a:lnTo>
                      <a:pt x="3901" y="923"/>
                    </a:lnTo>
                    <a:lnTo>
                      <a:pt x="4027" y="755"/>
                    </a:lnTo>
                    <a:lnTo>
                      <a:pt x="4069" y="546"/>
                    </a:lnTo>
                    <a:lnTo>
                      <a:pt x="4069" y="546"/>
                    </a:lnTo>
                    <a:lnTo>
                      <a:pt x="4027" y="378"/>
                    </a:lnTo>
                    <a:lnTo>
                      <a:pt x="3943" y="210"/>
                    </a:lnTo>
                    <a:lnTo>
                      <a:pt x="3775" y="84"/>
                    </a:lnTo>
                    <a:lnTo>
                      <a:pt x="3565" y="42"/>
                    </a:lnTo>
                    <a:lnTo>
                      <a:pt x="3565" y="42"/>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1;p17">
                <a:extLst>
                  <a:ext uri="{FF2B5EF4-FFF2-40B4-BE49-F238E27FC236}">
                    <a16:creationId xmlns:a16="http://schemas.microsoft.com/office/drawing/2014/main" id="{F880F6D8-2455-972C-B345-5B60E901CF50}"/>
                  </a:ext>
                </a:extLst>
              </p:cNvPr>
              <p:cNvSpPr/>
              <p:nvPr/>
            </p:nvSpPr>
            <p:spPr>
              <a:xfrm>
                <a:off x="5616628" y="2133968"/>
                <a:ext cx="79050" cy="20379"/>
              </a:xfrm>
              <a:custGeom>
                <a:avLst/>
                <a:gdLst/>
                <a:ahLst/>
                <a:cxnLst/>
                <a:rect l="l" t="t" r="r" b="b"/>
                <a:pathLst>
                  <a:path w="4069" h="1049" fill="none" extrusionOk="0">
                    <a:moveTo>
                      <a:pt x="3565" y="0"/>
                    </a:moveTo>
                    <a:lnTo>
                      <a:pt x="3565" y="0"/>
                    </a:lnTo>
                    <a:lnTo>
                      <a:pt x="3565" y="0"/>
                    </a:lnTo>
                    <a:lnTo>
                      <a:pt x="504" y="42"/>
                    </a:lnTo>
                    <a:lnTo>
                      <a:pt x="504" y="42"/>
                    </a:lnTo>
                    <a:lnTo>
                      <a:pt x="294" y="84"/>
                    </a:lnTo>
                    <a:lnTo>
                      <a:pt x="126" y="210"/>
                    </a:lnTo>
                    <a:lnTo>
                      <a:pt x="43" y="378"/>
                    </a:lnTo>
                    <a:lnTo>
                      <a:pt x="1" y="546"/>
                    </a:lnTo>
                    <a:lnTo>
                      <a:pt x="1" y="546"/>
                    </a:lnTo>
                    <a:lnTo>
                      <a:pt x="43" y="755"/>
                    </a:lnTo>
                    <a:lnTo>
                      <a:pt x="126" y="923"/>
                    </a:lnTo>
                    <a:lnTo>
                      <a:pt x="294" y="1007"/>
                    </a:lnTo>
                    <a:lnTo>
                      <a:pt x="504" y="1049"/>
                    </a:lnTo>
                    <a:lnTo>
                      <a:pt x="504" y="1049"/>
                    </a:lnTo>
                    <a:lnTo>
                      <a:pt x="504" y="1049"/>
                    </a:lnTo>
                    <a:lnTo>
                      <a:pt x="3565" y="1007"/>
                    </a:lnTo>
                    <a:lnTo>
                      <a:pt x="3565" y="1007"/>
                    </a:lnTo>
                    <a:lnTo>
                      <a:pt x="3733" y="965"/>
                    </a:lnTo>
                    <a:lnTo>
                      <a:pt x="3901" y="881"/>
                    </a:lnTo>
                    <a:lnTo>
                      <a:pt x="4026" y="713"/>
                    </a:lnTo>
                    <a:lnTo>
                      <a:pt x="4068" y="504"/>
                    </a:lnTo>
                    <a:lnTo>
                      <a:pt x="4068" y="504"/>
                    </a:lnTo>
                    <a:lnTo>
                      <a:pt x="4026" y="294"/>
                    </a:lnTo>
                    <a:lnTo>
                      <a:pt x="3901"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72;p17">
                <a:extLst>
                  <a:ext uri="{FF2B5EF4-FFF2-40B4-BE49-F238E27FC236}">
                    <a16:creationId xmlns:a16="http://schemas.microsoft.com/office/drawing/2014/main" id="{81D4EFD7-5A90-2FBC-168A-B04D3B7FEF1B}"/>
                  </a:ext>
                </a:extLst>
              </p:cNvPr>
              <p:cNvSpPr/>
              <p:nvPr/>
            </p:nvSpPr>
            <p:spPr>
              <a:xfrm>
                <a:off x="5734764" y="2133968"/>
                <a:ext cx="79050" cy="19563"/>
              </a:xfrm>
              <a:custGeom>
                <a:avLst/>
                <a:gdLst/>
                <a:ahLst/>
                <a:cxnLst/>
                <a:rect l="l" t="t" r="r" b="b"/>
                <a:pathLst>
                  <a:path w="4069" h="1007" fill="none" extrusionOk="0">
                    <a:moveTo>
                      <a:pt x="839" y="0"/>
                    </a:moveTo>
                    <a:lnTo>
                      <a:pt x="504" y="0"/>
                    </a:lnTo>
                    <a:lnTo>
                      <a:pt x="504" y="0"/>
                    </a:lnTo>
                    <a:lnTo>
                      <a:pt x="336" y="42"/>
                    </a:lnTo>
                    <a:lnTo>
                      <a:pt x="168" y="126"/>
                    </a:lnTo>
                    <a:lnTo>
                      <a:pt x="42" y="294"/>
                    </a:lnTo>
                    <a:lnTo>
                      <a:pt x="0" y="504"/>
                    </a:lnTo>
                    <a:lnTo>
                      <a:pt x="0" y="504"/>
                    </a:lnTo>
                    <a:lnTo>
                      <a:pt x="42" y="713"/>
                    </a:lnTo>
                    <a:lnTo>
                      <a:pt x="168" y="839"/>
                    </a:lnTo>
                    <a:lnTo>
                      <a:pt x="336" y="965"/>
                    </a:lnTo>
                    <a:lnTo>
                      <a:pt x="504" y="1007"/>
                    </a:lnTo>
                    <a:lnTo>
                      <a:pt x="839" y="1007"/>
                    </a:lnTo>
                    <a:lnTo>
                      <a:pt x="839" y="1007"/>
                    </a:lnTo>
                    <a:lnTo>
                      <a:pt x="3565" y="1007"/>
                    </a:lnTo>
                    <a:lnTo>
                      <a:pt x="3565" y="1007"/>
                    </a:lnTo>
                    <a:lnTo>
                      <a:pt x="3565" y="1007"/>
                    </a:lnTo>
                    <a:lnTo>
                      <a:pt x="3775" y="965"/>
                    </a:lnTo>
                    <a:lnTo>
                      <a:pt x="3942" y="881"/>
                    </a:lnTo>
                    <a:lnTo>
                      <a:pt x="4026" y="713"/>
                    </a:lnTo>
                    <a:lnTo>
                      <a:pt x="4068" y="504"/>
                    </a:lnTo>
                    <a:lnTo>
                      <a:pt x="4068" y="504"/>
                    </a:lnTo>
                    <a:lnTo>
                      <a:pt x="4026" y="294"/>
                    </a:lnTo>
                    <a:lnTo>
                      <a:pt x="3942" y="168"/>
                    </a:lnTo>
                    <a:lnTo>
                      <a:pt x="3775" y="42"/>
                    </a:lnTo>
                    <a:lnTo>
                      <a:pt x="3565" y="0"/>
                    </a:lnTo>
                    <a:lnTo>
                      <a:pt x="3565" y="0"/>
                    </a:lnTo>
                    <a:lnTo>
                      <a:pt x="839"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73;p17">
                <a:extLst>
                  <a:ext uri="{FF2B5EF4-FFF2-40B4-BE49-F238E27FC236}">
                    <a16:creationId xmlns:a16="http://schemas.microsoft.com/office/drawing/2014/main" id="{A2420701-36E1-F9A3-E508-D93F9C626B73}"/>
                  </a:ext>
                </a:extLst>
              </p:cNvPr>
              <p:cNvSpPr/>
              <p:nvPr/>
            </p:nvSpPr>
            <p:spPr>
              <a:xfrm>
                <a:off x="1923646" y="2096493"/>
                <a:ext cx="20399" cy="79050"/>
              </a:xfrm>
              <a:custGeom>
                <a:avLst/>
                <a:gdLst/>
                <a:ahLst/>
                <a:cxnLst/>
                <a:rect l="l" t="t" r="r" b="b"/>
                <a:pathLst>
                  <a:path w="1050" h="4069" fill="none" extrusionOk="0">
                    <a:moveTo>
                      <a:pt x="504" y="0"/>
                    </a:moveTo>
                    <a:lnTo>
                      <a:pt x="504" y="0"/>
                    </a:lnTo>
                    <a:lnTo>
                      <a:pt x="336" y="42"/>
                    </a:lnTo>
                    <a:lnTo>
                      <a:pt x="169" y="168"/>
                    </a:lnTo>
                    <a:lnTo>
                      <a:pt x="43" y="336"/>
                    </a:lnTo>
                    <a:lnTo>
                      <a:pt x="1" y="504"/>
                    </a:lnTo>
                    <a:lnTo>
                      <a:pt x="1" y="3565"/>
                    </a:lnTo>
                    <a:lnTo>
                      <a:pt x="1" y="3565"/>
                    </a:lnTo>
                    <a:lnTo>
                      <a:pt x="43" y="3775"/>
                    </a:lnTo>
                    <a:lnTo>
                      <a:pt x="169" y="3942"/>
                    </a:lnTo>
                    <a:lnTo>
                      <a:pt x="336" y="4026"/>
                    </a:lnTo>
                    <a:lnTo>
                      <a:pt x="504" y="4068"/>
                    </a:lnTo>
                    <a:lnTo>
                      <a:pt x="504" y="4068"/>
                    </a:lnTo>
                    <a:lnTo>
                      <a:pt x="714" y="4026"/>
                    </a:lnTo>
                    <a:lnTo>
                      <a:pt x="882" y="3942"/>
                    </a:lnTo>
                    <a:lnTo>
                      <a:pt x="1007" y="3775"/>
                    </a:lnTo>
                    <a:lnTo>
                      <a:pt x="1049" y="3565"/>
                    </a:lnTo>
                    <a:lnTo>
                      <a:pt x="1049" y="504"/>
                    </a:lnTo>
                    <a:lnTo>
                      <a:pt x="1049" y="504"/>
                    </a:lnTo>
                    <a:lnTo>
                      <a:pt x="1007" y="336"/>
                    </a:lnTo>
                    <a:lnTo>
                      <a:pt x="882" y="168"/>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74;p17">
                <a:extLst>
                  <a:ext uri="{FF2B5EF4-FFF2-40B4-BE49-F238E27FC236}">
                    <a16:creationId xmlns:a16="http://schemas.microsoft.com/office/drawing/2014/main" id="{85D505EE-1D06-B452-65AC-D76DA6AB64AF}"/>
                  </a:ext>
                </a:extLst>
              </p:cNvPr>
              <p:cNvSpPr/>
              <p:nvPr/>
            </p:nvSpPr>
            <p:spPr>
              <a:xfrm>
                <a:off x="7184895" y="2058202"/>
                <a:ext cx="52163" cy="69259"/>
              </a:xfrm>
              <a:custGeom>
                <a:avLst/>
                <a:gdLst/>
                <a:ahLst/>
                <a:cxnLst/>
                <a:rect l="l" t="t" r="r" b="b"/>
                <a:pathLst>
                  <a:path w="2685" h="3565" fill="none" extrusionOk="0">
                    <a:moveTo>
                      <a:pt x="504" y="0"/>
                    </a:moveTo>
                    <a:lnTo>
                      <a:pt x="504" y="0"/>
                    </a:lnTo>
                    <a:lnTo>
                      <a:pt x="336" y="42"/>
                    </a:lnTo>
                    <a:lnTo>
                      <a:pt x="211" y="84"/>
                    </a:lnTo>
                    <a:lnTo>
                      <a:pt x="211" y="84"/>
                    </a:lnTo>
                    <a:lnTo>
                      <a:pt x="85" y="252"/>
                    </a:lnTo>
                    <a:lnTo>
                      <a:pt x="1" y="420"/>
                    </a:lnTo>
                    <a:lnTo>
                      <a:pt x="1" y="630"/>
                    </a:lnTo>
                    <a:lnTo>
                      <a:pt x="85" y="797"/>
                    </a:lnTo>
                    <a:lnTo>
                      <a:pt x="85" y="797"/>
                    </a:lnTo>
                    <a:lnTo>
                      <a:pt x="923" y="2055"/>
                    </a:lnTo>
                    <a:lnTo>
                      <a:pt x="1762" y="3313"/>
                    </a:lnTo>
                    <a:lnTo>
                      <a:pt x="1762" y="3313"/>
                    </a:lnTo>
                    <a:lnTo>
                      <a:pt x="1846" y="3439"/>
                    </a:lnTo>
                    <a:lnTo>
                      <a:pt x="1930" y="3523"/>
                    </a:lnTo>
                    <a:lnTo>
                      <a:pt x="2056" y="3565"/>
                    </a:lnTo>
                    <a:lnTo>
                      <a:pt x="2182" y="3565"/>
                    </a:lnTo>
                    <a:lnTo>
                      <a:pt x="2182" y="3565"/>
                    </a:lnTo>
                    <a:lnTo>
                      <a:pt x="2307" y="3565"/>
                    </a:lnTo>
                    <a:lnTo>
                      <a:pt x="2475" y="3481"/>
                    </a:lnTo>
                    <a:lnTo>
                      <a:pt x="2475" y="3481"/>
                    </a:lnTo>
                    <a:lnTo>
                      <a:pt x="2601" y="3355"/>
                    </a:lnTo>
                    <a:lnTo>
                      <a:pt x="2685" y="3188"/>
                    </a:lnTo>
                    <a:lnTo>
                      <a:pt x="2685" y="2978"/>
                    </a:lnTo>
                    <a:lnTo>
                      <a:pt x="2601" y="2768"/>
                    </a:lnTo>
                    <a:lnTo>
                      <a:pt x="2601" y="2768"/>
                    </a:lnTo>
                    <a:lnTo>
                      <a:pt x="1762" y="1510"/>
                    </a:lnTo>
                    <a:lnTo>
                      <a:pt x="923" y="210"/>
                    </a:lnTo>
                    <a:lnTo>
                      <a:pt x="923" y="210"/>
                    </a:lnTo>
                    <a:lnTo>
                      <a:pt x="840" y="126"/>
                    </a:lnTo>
                    <a:lnTo>
                      <a:pt x="714" y="84"/>
                    </a:lnTo>
                    <a:lnTo>
                      <a:pt x="630"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75;p17">
                <a:extLst>
                  <a:ext uri="{FF2B5EF4-FFF2-40B4-BE49-F238E27FC236}">
                    <a16:creationId xmlns:a16="http://schemas.microsoft.com/office/drawing/2014/main" id="{71A3C896-A476-AE59-CEC2-250EDBE98E55}"/>
                  </a:ext>
                </a:extLst>
              </p:cNvPr>
              <p:cNvSpPr/>
              <p:nvPr/>
            </p:nvSpPr>
            <p:spPr>
              <a:xfrm>
                <a:off x="1923646" y="1978357"/>
                <a:ext cx="20399" cy="79050"/>
              </a:xfrm>
              <a:custGeom>
                <a:avLst/>
                <a:gdLst/>
                <a:ahLst/>
                <a:cxnLst/>
                <a:rect l="l" t="t" r="r" b="b"/>
                <a:pathLst>
                  <a:path w="1050" h="4069" fill="none" extrusionOk="0">
                    <a:moveTo>
                      <a:pt x="504" y="1"/>
                    </a:moveTo>
                    <a:lnTo>
                      <a:pt x="504" y="1"/>
                    </a:lnTo>
                    <a:lnTo>
                      <a:pt x="336" y="43"/>
                    </a:lnTo>
                    <a:lnTo>
                      <a:pt x="169" y="127"/>
                    </a:lnTo>
                    <a:lnTo>
                      <a:pt x="43" y="294"/>
                    </a:lnTo>
                    <a:lnTo>
                      <a:pt x="1" y="504"/>
                    </a:lnTo>
                    <a:lnTo>
                      <a:pt x="1" y="3565"/>
                    </a:lnTo>
                    <a:lnTo>
                      <a:pt x="1" y="3565"/>
                    </a:lnTo>
                    <a:lnTo>
                      <a:pt x="43" y="3733"/>
                    </a:lnTo>
                    <a:lnTo>
                      <a:pt x="169" y="3901"/>
                    </a:lnTo>
                    <a:lnTo>
                      <a:pt x="336" y="4027"/>
                    </a:lnTo>
                    <a:lnTo>
                      <a:pt x="504" y="4069"/>
                    </a:lnTo>
                    <a:lnTo>
                      <a:pt x="504" y="4069"/>
                    </a:lnTo>
                    <a:lnTo>
                      <a:pt x="714" y="4027"/>
                    </a:lnTo>
                    <a:lnTo>
                      <a:pt x="882" y="3901"/>
                    </a:lnTo>
                    <a:lnTo>
                      <a:pt x="1007" y="3733"/>
                    </a:lnTo>
                    <a:lnTo>
                      <a:pt x="1049" y="3565"/>
                    </a:lnTo>
                    <a:lnTo>
                      <a:pt x="1049" y="504"/>
                    </a:lnTo>
                    <a:lnTo>
                      <a:pt x="1049" y="504"/>
                    </a:lnTo>
                    <a:lnTo>
                      <a:pt x="1007" y="294"/>
                    </a:lnTo>
                    <a:lnTo>
                      <a:pt x="882" y="127"/>
                    </a:lnTo>
                    <a:lnTo>
                      <a:pt x="714"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76;p17">
                <a:extLst>
                  <a:ext uri="{FF2B5EF4-FFF2-40B4-BE49-F238E27FC236}">
                    <a16:creationId xmlns:a16="http://schemas.microsoft.com/office/drawing/2014/main" id="{3E34FF5C-280F-EF8B-C9C1-A5AC0E9B06C6}"/>
                  </a:ext>
                </a:extLst>
              </p:cNvPr>
              <p:cNvSpPr/>
              <p:nvPr/>
            </p:nvSpPr>
            <p:spPr>
              <a:xfrm>
                <a:off x="7114025" y="1962893"/>
                <a:ext cx="55427" cy="66811"/>
              </a:xfrm>
              <a:custGeom>
                <a:avLst/>
                <a:gdLst/>
                <a:ahLst/>
                <a:cxnLst/>
                <a:rect l="l" t="t" r="r" b="b"/>
                <a:pathLst>
                  <a:path w="2853" h="3439" fill="none" extrusionOk="0">
                    <a:moveTo>
                      <a:pt x="504" y="0"/>
                    </a:moveTo>
                    <a:lnTo>
                      <a:pt x="504" y="0"/>
                    </a:lnTo>
                    <a:lnTo>
                      <a:pt x="336" y="42"/>
                    </a:lnTo>
                    <a:lnTo>
                      <a:pt x="168" y="126"/>
                    </a:lnTo>
                    <a:lnTo>
                      <a:pt x="168" y="126"/>
                    </a:lnTo>
                    <a:lnTo>
                      <a:pt x="42" y="294"/>
                    </a:lnTo>
                    <a:lnTo>
                      <a:pt x="0" y="461"/>
                    </a:lnTo>
                    <a:lnTo>
                      <a:pt x="0" y="671"/>
                    </a:lnTo>
                    <a:lnTo>
                      <a:pt x="84" y="839"/>
                    </a:lnTo>
                    <a:lnTo>
                      <a:pt x="84" y="839"/>
                    </a:lnTo>
                    <a:lnTo>
                      <a:pt x="1049" y="2013"/>
                    </a:lnTo>
                    <a:lnTo>
                      <a:pt x="1971" y="3229"/>
                    </a:lnTo>
                    <a:lnTo>
                      <a:pt x="1971" y="3229"/>
                    </a:lnTo>
                    <a:lnTo>
                      <a:pt x="2055" y="3355"/>
                    </a:lnTo>
                    <a:lnTo>
                      <a:pt x="2139" y="3397"/>
                    </a:lnTo>
                    <a:lnTo>
                      <a:pt x="2265" y="3439"/>
                    </a:lnTo>
                    <a:lnTo>
                      <a:pt x="2349" y="3439"/>
                    </a:lnTo>
                    <a:lnTo>
                      <a:pt x="2349" y="3439"/>
                    </a:lnTo>
                    <a:lnTo>
                      <a:pt x="2517" y="3439"/>
                    </a:lnTo>
                    <a:lnTo>
                      <a:pt x="2684" y="3355"/>
                    </a:lnTo>
                    <a:lnTo>
                      <a:pt x="2684" y="3355"/>
                    </a:lnTo>
                    <a:lnTo>
                      <a:pt x="2810" y="3187"/>
                    </a:lnTo>
                    <a:lnTo>
                      <a:pt x="2852" y="3019"/>
                    </a:lnTo>
                    <a:lnTo>
                      <a:pt x="2852" y="2810"/>
                    </a:lnTo>
                    <a:lnTo>
                      <a:pt x="2768" y="2642"/>
                    </a:lnTo>
                    <a:lnTo>
                      <a:pt x="2768" y="2642"/>
                    </a:lnTo>
                    <a:lnTo>
                      <a:pt x="1846" y="1426"/>
                    </a:lnTo>
                    <a:lnTo>
                      <a:pt x="881" y="210"/>
                    </a:lnTo>
                    <a:lnTo>
                      <a:pt x="881" y="210"/>
                    </a:lnTo>
                    <a:lnTo>
                      <a:pt x="797" y="126"/>
                    </a:lnTo>
                    <a:lnTo>
                      <a:pt x="713" y="84"/>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77;p17">
                <a:extLst>
                  <a:ext uri="{FF2B5EF4-FFF2-40B4-BE49-F238E27FC236}">
                    <a16:creationId xmlns:a16="http://schemas.microsoft.com/office/drawing/2014/main" id="{99695DE6-5A75-70A8-3DE4-D265C3E7BB63}"/>
                  </a:ext>
                </a:extLst>
              </p:cNvPr>
              <p:cNvSpPr/>
              <p:nvPr/>
            </p:nvSpPr>
            <p:spPr>
              <a:xfrm>
                <a:off x="7036628" y="1873276"/>
                <a:ext cx="59487" cy="63567"/>
              </a:xfrm>
              <a:custGeom>
                <a:avLst/>
                <a:gdLst/>
                <a:ahLst/>
                <a:cxnLst/>
                <a:rect l="l" t="t" r="r" b="b"/>
                <a:pathLst>
                  <a:path w="3062" h="3272" fill="none" extrusionOk="0">
                    <a:moveTo>
                      <a:pt x="504" y="0"/>
                    </a:moveTo>
                    <a:lnTo>
                      <a:pt x="504" y="0"/>
                    </a:lnTo>
                    <a:lnTo>
                      <a:pt x="336" y="42"/>
                    </a:lnTo>
                    <a:lnTo>
                      <a:pt x="168" y="126"/>
                    </a:lnTo>
                    <a:lnTo>
                      <a:pt x="168" y="126"/>
                    </a:lnTo>
                    <a:lnTo>
                      <a:pt x="43" y="294"/>
                    </a:lnTo>
                    <a:lnTo>
                      <a:pt x="1" y="461"/>
                    </a:lnTo>
                    <a:lnTo>
                      <a:pt x="43" y="671"/>
                    </a:lnTo>
                    <a:lnTo>
                      <a:pt x="126" y="839"/>
                    </a:lnTo>
                    <a:lnTo>
                      <a:pt x="126" y="839"/>
                    </a:lnTo>
                    <a:lnTo>
                      <a:pt x="1133" y="1971"/>
                    </a:lnTo>
                    <a:lnTo>
                      <a:pt x="2139" y="3103"/>
                    </a:lnTo>
                    <a:lnTo>
                      <a:pt x="2139" y="3103"/>
                    </a:lnTo>
                    <a:lnTo>
                      <a:pt x="2223" y="3187"/>
                    </a:lnTo>
                    <a:lnTo>
                      <a:pt x="2349" y="3229"/>
                    </a:lnTo>
                    <a:lnTo>
                      <a:pt x="2559" y="3271"/>
                    </a:lnTo>
                    <a:lnTo>
                      <a:pt x="2559" y="3271"/>
                    </a:lnTo>
                    <a:lnTo>
                      <a:pt x="2726" y="3271"/>
                    </a:lnTo>
                    <a:lnTo>
                      <a:pt x="2852" y="3187"/>
                    </a:lnTo>
                    <a:lnTo>
                      <a:pt x="2852" y="3187"/>
                    </a:lnTo>
                    <a:lnTo>
                      <a:pt x="2978" y="3019"/>
                    </a:lnTo>
                    <a:lnTo>
                      <a:pt x="3062" y="2810"/>
                    </a:lnTo>
                    <a:lnTo>
                      <a:pt x="3020" y="2642"/>
                    </a:lnTo>
                    <a:lnTo>
                      <a:pt x="2936" y="2432"/>
                    </a:lnTo>
                    <a:lnTo>
                      <a:pt x="2936" y="2432"/>
                    </a:lnTo>
                    <a:lnTo>
                      <a:pt x="1888" y="1300"/>
                    </a:lnTo>
                    <a:lnTo>
                      <a:pt x="881" y="168"/>
                    </a:lnTo>
                    <a:lnTo>
                      <a:pt x="881" y="168"/>
                    </a:lnTo>
                    <a:lnTo>
                      <a:pt x="713"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8;p17">
                <a:extLst>
                  <a:ext uri="{FF2B5EF4-FFF2-40B4-BE49-F238E27FC236}">
                    <a16:creationId xmlns:a16="http://schemas.microsoft.com/office/drawing/2014/main" id="{16AE9419-7CCB-8AE6-79FE-D9686D8B9B4E}"/>
                  </a:ext>
                </a:extLst>
              </p:cNvPr>
              <p:cNvSpPr/>
              <p:nvPr/>
            </p:nvSpPr>
            <p:spPr>
              <a:xfrm>
                <a:off x="1923646" y="1859424"/>
                <a:ext cx="20399" cy="79031"/>
              </a:xfrm>
              <a:custGeom>
                <a:avLst/>
                <a:gdLst/>
                <a:ahLst/>
                <a:cxnLst/>
                <a:rect l="l" t="t" r="r" b="b"/>
                <a:pathLst>
                  <a:path w="1050" h="4068" fill="none" extrusionOk="0">
                    <a:moveTo>
                      <a:pt x="504" y="0"/>
                    </a:moveTo>
                    <a:lnTo>
                      <a:pt x="504" y="0"/>
                    </a:lnTo>
                    <a:lnTo>
                      <a:pt x="336" y="42"/>
                    </a:lnTo>
                    <a:lnTo>
                      <a:pt x="169" y="168"/>
                    </a:lnTo>
                    <a:lnTo>
                      <a:pt x="43" y="336"/>
                    </a:lnTo>
                    <a:lnTo>
                      <a:pt x="1" y="503"/>
                    </a:lnTo>
                    <a:lnTo>
                      <a:pt x="1" y="3565"/>
                    </a:lnTo>
                    <a:lnTo>
                      <a:pt x="1" y="3565"/>
                    </a:lnTo>
                    <a:lnTo>
                      <a:pt x="43" y="3774"/>
                    </a:lnTo>
                    <a:lnTo>
                      <a:pt x="169" y="3942"/>
                    </a:lnTo>
                    <a:lnTo>
                      <a:pt x="336" y="4026"/>
                    </a:lnTo>
                    <a:lnTo>
                      <a:pt x="504" y="4068"/>
                    </a:lnTo>
                    <a:lnTo>
                      <a:pt x="504" y="4068"/>
                    </a:lnTo>
                    <a:lnTo>
                      <a:pt x="714" y="4026"/>
                    </a:lnTo>
                    <a:lnTo>
                      <a:pt x="882" y="3942"/>
                    </a:lnTo>
                    <a:lnTo>
                      <a:pt x="1007" y="3774"/>
                    </a:lnTo>
                    <a:lnTo>
                      <a:pt x="1049" y="3565"/>
                    </a:lnTo>
                    <a:lnTo>
                      <a:pt x="1049" y="503"/>
                    </a:lnTo>
                    <a:lnTo>
                      <a:pt x="1049" y="503"/>
                    </a:lnTo>
                    <a:lnTo>
                      <a:pt x="1007" y="336"/>
                    </a:lnTo>
                    <a:lnTo>
                      <a:pt x="882" y="168"/>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9;p17">
                <a:extLst>
                  <a:ext uri="{FF2B5EF4-FFF2-40B4-BE49-F238E27FC236}">
                    <a16:creationId xmlns:a16="http://schemas.microsoft.com/office/drawing/2014/main" id="{C0B9BDEF-B40D-0D0A-DB6E-B6CC9CAAFD86}"/>
                  </a:ext>
                </a:extLst>
              </p:cNvPr>
              <p:cNvSpPr/>
              <p:nvPr/>
            </p:nvSpPr>
            <p:spPr>
              <a:xfrm>
                <a:off x="6951907" y="1790167"/>
                <a:ext cx="63567" cy="60303"/>
              </a:xfrm>
              <a:custGeom>
                <a:avLst/>
                <a:gdLst/>
                <a:ahLst/>
                <a:cxnLst/>
                <a:rect l="l" t="t" r="r" b="b"/>
                <a:pathLst>
                  <a:path w="3272" h="3104" fill="none" extrusionOk="0">
                    <a:moveTo>
                      <a:pt x="503" y="1"/>
                    </a:moveTo>
                    <a:lnTo>
                      <a:pt x="503" y="1"/>
                    </a:lnTo>
                    <a:lnTo>
                      <a:pt x="294" y="43"/>
                    </a:lnTo>
                    <a:lnTo>
                      <a:pt x="126" y="168"/>
                    </a:lnTo>
                    <a:lnTo>
                      <a:pt x="126" y="168"/>
                    </a:lnTo>
                    <a:lnTo>
                      <a:pt x="0" y="378"/>
                    </a:lnTo>
                    <a:lnTo>
                      <a:pt x="0" y="546"/>
                    </a:lnTo>
                    <a:lnTo>
                      <a:pt x="42" y="755"/>
                    </a:lnTo>
                    <a:lnTo>
                      <a:pt x="168" y="881"/>
                    </a:lnTo>
                    <a:lnTo>
                      <a:pt x="1510" y="2097"/>
                    </a:lnTo>
                    <a:lnTo>
                      <a:pt x="1510" y="2097"/>
                    </a:lnTo>
                    <a:lnTo>
                      <a:pt x="2391" y="2936"/>
                    </a:lnTo>
                    <a:lnTo>
                      <a:pt x="2391" y="2936"/>
                    </a:lnTo>
                    <a:lnTo>
                      <a:pt x="2558" y="3062"/>
                    </a:lnTo>
                    <a:lnTo>
                      <a:pt x="2768" y="3104"/>
                    </a:lnTo>
                    <a:lnTo>
                      <a:pt x="2768" y="3104"/>
                    </a:lnTo>
                    <a:lnTo>
                      <a:pt x="2936" y="3062"/>
                    </a:lnTo>
                    <a:lnTo>
                      <a:pt x="3104" y="2936"/>
                    </a:lnTo>
                    <a:lnTo>
                      <a:pt x="3104" y="2936"/>
                    </a:lnTo>
                    <a:lnTo>
                      <a:pt x="3229" y="2768"/>
                    </a:lnTo>
                    <a:lnTo>
                      <a:pt x="3271" y="2559"/>
                    </a:lnTo>
                    <a:lnTo>
                      <a:pt x="3229" y="2391"/>
                    </a:lnTo>
                    <a:lnTo>
                      <a:pt x="3104" y="2223"/>
                    </a:lnTo>
                    <a:lnTo>
                      <a:pt x="3104" y="2223"/>
                    </a:lnTo>
                    <a:lnTo>
                      <a:pt x="2181" y="1343"/>
                    </a:lnTo>
                    <a:lnTo>
                      <a:pt x="839" y="126"/>
                    </a:lnTo>
                    <a:lnTo>
                      <a:pt x="839" y="126"/>
                    </a:lnTo>
                    <a:lnTo>
                      <a:pt x="671"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80;p17">
                <a:extLst>
                  <a:ext uri="{FF2B5EF4-FFF2-40B4-BE49-F238E27FC236}">
                    <a16:creationId xmlns:a16="http://schemas.microsoft.com/office/drawing/2014/main" id="{F4FBBB7F-461A-B427-99B1-1BF7ADD5AD5B}"/>
                  </a:ext>
                </a:extLst>
              </p:cNvPr>
              <p:cNvSpPr/>
              <p:nvPr/>
            </p:nvSpPr>
            <p:spPr>
              <a:xfrm>
                <a:off x="1923646" y="1741288"/>
                <a:ext cx="20399" cy="79050"/>
              </a:xfrm>
              <a:custGeom>
                <a:avLst/>
                <a:gdLst/>
                <a:ahLst/>
                <a:cxnLst/>
                <a:rect l="l" t="t" r="r" b="b"/>
                <a:pathLst>
                  <a:path w="1050" h="4069" fill="none" extrusionOk="0">
                    <a:moveTo>
                      <a:pt x="504" y="1"/>
                    </a:moveTo>
                    <a:lnTo>
                      <a:pt x="504" y="1"/>
                    </a:lnTo>
                    <a:lnTo>
                      <a:pt x="336" y="42"/>
                    </a:lnTo>
                    <a:lnTo>
                      <a:pt x="169" y="126"/>
                    </a:lnTo>
                    <a:lnTo>
                      <a:pt x="43" y="294"/>
                    </a:lnTo>
                    <a:lnTo>
                      <a:pt x="1" y="504"/>
                    </a:lnTo>
                    <a:lnTo>
                      <a:pt x="1" y="3565"/>
                    </a:lnTo>
                    <a:lnTo>
                      <a:pt x="1" y="3565"/>
                    </a:lnTo>
                    <a:lnTo>
                      <a:pt x="43" y="3733"/>
                    </a:lnTo>
                    <a:lnTo>
                      <a:pt x="169" y="3901"/>
                    </a:lnTo>
                    <a:lnTo>
                      <a:pt x="336" y="4026"/>
                    </a:lnTo>
                    <a:lnTo>
                      <a:pt x="504" y="4068"/>
                    </a:lnTo>
                    <a:lnTo>
                      <a:pt x="504" y="4068"/>
                    </a:lnTo>
                    <a:lnTo>
                      <a:pt x="714" y="4026"/>
                    </a:lnTo>
                    <a:lnTo>
                      <a:pt x="882" y="3901"/>
                    </a:lnTo>
                    <a:lnTo>
                      <a:pt x="1007" y="3733"/>
                    </a:lnTo>
                    <a:lnTo>
                      <a:pt x="1049" y="3565"/>
                    </a:lnTo>
                    <a:lnTo>
                      <a:pt x="1049" y="504"/>
                    </a:lnTo>
                    <a:lnTo>
                      <a:pt x="1049" y="504"/>
                    </a:lnTo>
                    <a:lnTo>
                      <a:pt x="1007" y="294"/>
                    </a:lnTo>
                    <a:lnTo>
                      <a:pt x="882" y="126"/>
                    </a:lnTo>
                    <a:lnTo>
                      <a:pt x="714" y="42"/>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81;p17">
                <a:extLst>
                  <a:ext uri="{FF2B5EF4-FFF2-40B4-BE49-F238E27FC236}">
                    <a16:creationId xmlns:a16="http://schemas.microsoft.com/office/drawing/2014/main" id="{46600104-2831-3F2F-056C-3DE1D4478F25}"/>
                  </a:ext>
                </a:extLst>
              </p:cNvPr>
              <p:cNvSpPr/>
              <p:nvPr/>
            </p:nvSpPr>
            <p:spPr>
              <a:xfrm>
                <a:off x="6964126" y="1693226"/>
                <a:ext cx="52163" cy="69259"/>
              </a:xfrm>
              <a:custGeom>
                <a:avLst/>
                <a:gdLst/>
                <a:ahLst/>
                <a:cxnLst/>
                <a:rect l="l" t="t" r="r" b="b"/>
                <a:pathLst>
                  <a:path w="2685" h="3565" fill="none" extrusionOk="0">
                    <a:moveTo>
                      <a:pt x="2181" y="0"/>
                    </a:moveTo>
                    <a:lnTo>
                      <a:pt x="2181" y="0"/>
                    </a:lnTo>
                    <a:lnTo>
                      <a:pt x="2055" y="0"/>
                    </a:lnTo>
                    <a:lnTo>
                      <a:pt x="1971" y="42"/>
                    </a:lnTo>
                    <a:lnTo>
                      <a:pt x="1845" y="126"/>
                    </a:lnTo>
                    <a:lnTo>
                      <a:pt x="1762" y="210"/>
                    </a:lnTo>
                    <a:lnTo>
                      <a:pt x="1762" y="210"/>
                    </a:lnTo>
                    <a:lnTo>
                      <a:pt x="671" y="1845"/>
                    </a:lnTo>
                    <a:lnTo>
                      <a:pt x="210" y="2558"/>
                    </a:lnTo>
                    <a:lnTo>
                      <a:pt x="84" y="2768"/>
                    </a:lnTo>
                    <a:lnTo>
                      <a:pt x="84" y="2768"/>
                    </a:lnTo>
                    <a:lnTo>
                      <a:pt x="0" y="2978"/>
                    </a:lnTo>
                    <a:lnTo>
                      <a:pt x="42" y="3187"/>
                    </a:lnTo>
                    <a:lnTo>
                      <a:pt x="126" y="3355"/>
                    </a:lnTo>
                    <a:lnTo>
                      <a:pt x="252" y="3481"/>
                    </a:lnTo>
                    <a:lnTo>
                      <a:pt x="252" y="3481"/>
                    </a:lnTo>
                    <a:lnTo>
                      <a:pt x="378" y="3523"/>
                    </a:lnTo>
                    <a:lnTo>
                      <a:pt x="504" y="3565"/>
                    </a:lnTo>
                    <a:lnTo>
                      <a:pt x="504" y="3565"/>
                    </a:lnTo>
                    <a:lnTo>
                      <a:pt x="629" y="3565"/>
                    </a:lnTo>
                    <a:lnTo>
                      <a:pt x="755" y="3481"/>
                    </a:lnTo>
                    <a:lnTo>
                      <a:pt x="881" y="3439"/>
                    </a:lnTo>
                    <a:lnTo>
                      <a:pt x="965" y="3313"/>
                    </a:lnTo>
                    <a:lnTo>
                      <a:pt x="1091" y="3104"/>
                    </a:lnTo>
                    <a:lnTo>
                      <a:pt x="1091" y="3104"/>
                    </a:lnTo>
                    <a:lnTo>
                      <a:pt x="1552" y="2391"/>
                    </a:lnTo>
                    <a:lnTo>
                      <a:pt x="2600" y="797"/>
                    </a:lnTo>
                    <a:lnTo>
                      <a:pt x="2600" y="797"/>
                    </a:lnTo>
                    <a:lnTo>
                      <a:pt x="2684" y="587"/>
                    </a:lnTo>
                    <a:lnTo>
                      <a:pt x="2684" y="420"/>
                    </a:lnTo>
                    <a:lnTo>
                      <a:pt x="2642" y="210"/>
                    </a:lnTo>
                    <a:lnTo>
                      <a:pt x="2475" y="84"/>
                    </a:lnTo>
                    <a:lnTo>
                      <a:pt x="2475" y="84"/>
                    </a:lnTo>
                    <a:lnTo>
                      <a:pt x="2349" y="0"/>
                    </a:lnTo>
                    <a:lnTo>
                      <a:pt x="2181"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82;p17">
                <a:extLst>
                  <a:ext uri="{FF2B5EF4-FFF2-40B4-BE49-F238E27FC236}">
                    <a16:creationId xmlns:a16="http://schemas.microsoft.com/office/drawing/2014/main" id="{8C4918EF-BE61-8623-C0FE-D3209552CA40}"/>
                  </a:ext>
                </a:extLst>
              </p:cNvPr>
              <p:cNvSpPr/>
              <p:nvPr/>
            </p:nvSpPr>
            <p:spPr>
              <a:xfrm>
                <a:off x="1923646" y="1622336"/>
                <a:ext cx="20399" cy="79050"/>
              </a:xfrm>
              <a:custGeom>
                <a:avLst/>
                <a:gdLst/>
                <a:ahLst/>
                <a:cxnLst/>
                <a:rect l="l" t="t" r="r" b="b"/>
                <a:pathLst>
                  <a:path w="1050" h="4069" fill="none" extrusionOk="0">
                    <a:moveTo>
                      <a:pt x="504" y="1"/>
                    </a:moveTo>
                    <a:lnTo>
                      <a:pt x="504" y="1"/>
                    </a:lnTo>
                    <a:lnTo>
                      <a:pt x="336" y="43"/>
                    </a:lnTo>
                    <a:lnTo>
                      <a:pt x="169" y="169"/>
                    </a:lnTo>
                    <a:lnTo>
                      <a:pt x="43" y="336"/>
                    </a:lnTo>
                    <a:lnTo>
                      <a:pt x="1" y="504"/>
                    </a:lnTo>
                    <a:lnTo>
                      <a:pt x="1" y="3565"/>
                    </a:lnTo>
                    <a:lnTo>
                      <a:pt x="1" y="3565"/>
                    </a:lnTo>
                    <a:lnTo>
                      <a:pt x="43" y="3775"/>
                    </a:lnTo>
                    <a:lnTo>
                      <a:pt x="169" y="3943"/>
                    </a:lnTo>
                    <a:lnTo>
                      <a:pt x="336" y="4027"/>
                    </a:lnTo>
                    <a:lnTo>
                      <a:pt x="504" y="4069"/>
                    </a:lnTo>
                    <a:lnTo>
                      <a:pt x="504" y="4069"/>
                    </a:lnTo>
                    <a:lnTo>
                      <a:pt x="714" y="4027"/>
                    </a:lnTo>
                    <a:lnTo>
                      <a:pt x="882" y="3943"/>
                    </a:lnTo>
                    <a:lnTo>
                      <a:pt x="1007" y="3775"/>
                    </a:lnTo>
                    <a:lnTo>
                      <a:pt x="1049" y="3565"/>
                    </a:lnTo>
                    <a:lnTo>
                      <a:pt x="1049" y="504"/>
                    </a:lnTo>
                    <a:lnTo>
                      <a:pt x="1049" y="504"/>
                    </a:lnTo>
                    <a:lnTo>
                      <a:pt x="1007" y="336"/>
                    </a:lnTo>
                    <a:lnTo>
                      <a:pt x="882" y="169"/>
                    </a:lnTo>
                    <a:lnTo>
                      <a:pt x="714"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83;p17">
                <a:extLst>
                  <a:ext uri="{FF2B5EF4-FFF2-40B4-BE49-F238E27FC236}">
                    <a16:creationId xmlns:a16="http://schemas.microsoft.com/office/drawing/2014/main" id="{BC47FC9E-0753-6FCF-9323-48C2729C2173}"/>
                  </a:ext>
                </a:extLst>
              </p:cNvPr>
              <p:cNvSpPr/>
              <p:nvPr/>
            </p:nvSpPr>
            <p:spPr>
              <a:xfrm>
                <a:off x="7030936" y="1597081"/>
                <a:ext cx="54591" cy="66831"/>
              </a:xfrm>
              <a:custGeom>
                <a:avLst/>
                <a:gdLst/>
                <a:ahLst/>
                <a:cxnLst/>
                <a:rect l="l" t="t" r="r" b="b"/>
                <a:pathLst>
                  <a:path w="2810" h="3440" fill="none" extrusionOk="0">
                    <a:moveTo>
                      <a:pt x="2306" y="1"/>
                    </a:moveTo>
                    <a:lnTo>
                      <a:pt x="2306" y="1"/>
                    </a:lnTo>
                    <a:lnTo>
                      <a:pt x="2223" y="1"/>
                    </a:lnTo>
                    <a:lnTo>
                      <a:pt x="2097" y="43"/>
                    </a:lnTo>
                    <a:lnTo>
                      <a:pt x="2013" y="85"/>
                    </a:lnTo>
                    <a:lnTo>
                      <a:pt x="1929" y="169"/>
                    </a:lnTo>
                    <a:lnTo>
                      <a:pt x="1929" y="169"/>
                    </a:lnTo>
                    <a:lnTo>
                      <a:pt x="84" y="2643"/>
                    </a:lnTo>
                    <a:lnTo>
                      <a:pt x="84" y="2643"/>
                    </a:lnTo>
                    <a:lnTo>
                      <a:pt x="0" y="2853"/>
                    </a:lnTo>
                    <a:lnTo>
                      <a:pt x="0" y="3020"/>
                    </a:lnTo>
                    <a:lnTo>
                      <a:pt x="84" y="3230"/>
                    </a:lnTo>
                    <a:lnTo>
                      <a:pt x="210" y="3356"/>
                    </a:lnTo>
                    <a:lnTo>
                      <a:pt x="210" y="3356"/>
                    </a:lnTo>
                    <a:lnTo>
                      <a:pt x="377" y="3440"/>
                    </a:lnTo>
                    <a:lnTo>
                      <a:pt x="503" y="3440"/>
                    </a:lnTo>
                    <a:lnTo>
                      <a:pt x="503" y="3440"/>
                    </a:lnTo>
                    <a:lnTo>
                      <a:pt x="629" y="3440"/>
                    </a:lnTo>
                    <a:lnTo>
                      <a:pt x="755" y="3398"/>
                    </a:lnTo>
                    <a:lnTo>
                      <a:pt x="839" y="3356"/>
                    </a:lnTo>
                    <a:lnTo>
                      <a:pt x="923" y="3230"/>
                    </a:lnTo>
                    <a:lnTo>
                      <a:pt x="923" y="3230"/>
                    </a:lnTo>
                    <a:lnTo>
                      <a:pt x="2726" y="798"/>
                    </a:lnTo>
                    <a:lnTo>
                      <a:pt x="2726" y="798"/>
                    </a:lnTo>
                    <a:lnTo>
                      <a:pt x="2810" y="630"/>
                    </a:lnTo>
                    <a:lnTo>
                      <a:pt x="2810" y="420"/>
                    </a:lnTo>
                    <a:lnTo>
                      <a:pt x="2768" y="253"/>
                    </a:lnTo>
                    <a:lnTo>
                      <a:pt x="2642" y="85"/>
                    </a:lnTo>
                    <a:lnTo>
                      <a:pt x="2642" y="85"/>
                    </a:lnTo>
                    <a:lnTo>
                      <a:pt x="2474" y="1"/>
                    </a:lnTo>
                    <a:lnTo>
                      <a:pt x="2306"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84;p17">
                <a:extLst>
                  <a:ext uri="{FF2B5EF4-FFF2-40B4-BE49-F238E27FC236}">
                    <a16:creationId xmlns:a16="http://schemas.microsoft.com/office/drawing/2014/main" id="{58065DDD-0D06-3EF8-5E40-AED58DE7FA83}"/>
                  </a:ext>
                </a:extLst>
              </p:cNvPr>
              <p:cNvSpPr/>
              <p:nvPr/>
            </p:nvSpPr>
            <p:spPr>
              <a:xfrm>
                <a:off x="1923646" y="1504220"/>
                <a:ext cx="20399" cy="79031"/>
              </a:xfrm>
              <a:custGeom>
                <a:avLst/>
                <a:gdLst/>
                <a:ahLst/>
                <a:cxnLst/>
                <a:rect l="l" t="t" r="r" b="b"/>
                <a:pathLst>
                  <a:path w="1050" h="4068" fill="none" extrusionOk="0">
                    <a:moveTo>
                      <a:pt x="504" y="0"/>
                    </a:moveTo>
                    <a:lnTo>
                      <a:pt x="504" y="0"/>
                    </a:lnTo>
                    <a:lnTo>
                      <a:pt x="336" y="42"/>
                    </a:lnTo>
                    <a:lnTo>
                      <a:pt x="169" y="126"/>
                    </a:lnTo>
                    <a:lnTo>
                      <a:pt x="43" y="294"/>
                    </a:lnTo>
                    <a:lnTo>
                      <a:pt x="1" y="503"/>
                    </a:lnTo>
                    <a:lnTo>
                      <a:pt x="1" y="3565"/>
                    </a:lnTo>
                    <a:lnTo>
                      <a:pt x="1" y="3565"/>
                    </a:lnTo>
                    <a:lnTo>
                      <a:pt x="43" y="3733"/>
                    </a:lnTo>
                    <a:lnTo>
                      <a:pt x="169" y="3900"/>
                    </a:lnTo>
                    <a:lnTo>
                      <a:pt x="336" y="4026"/>
                    </a:lnTo>
                    <a:lnTo>
                      <a:pt x="504" y="4068"/>
                    </a:lnTo>
                    <a:lnTo>
                      <a:pt x="504" y="4068"/>
                    </a:lnTo>
                    <a:lnTo>
                      <a:pt x="714" y="4026"/>
                    </a:lnTo>
                    <a:lnTo>
                      <a:pt x="882" y="3900"/>
                    </a:lnTo>
                    <a:lnTo>
                      <a:pt x="1007" y="3733"/>
                    </a:lnTo>
                    <a:lnTo>
                      <a:pt x="1049" y="3565"/>
                    </a:lnTo>
                    <a:lnTo>
                      <a:pt x="1049" y="503"/>
                    </a:lnTo>
                    <a:lnTo>
                      <a:pt x="1049" y="503"/>
                    </a:lnTo>
                    <a:lnTo>
                      <a:pt x="1007" y="294"/>
                    </a:lnTo>
                    <a:lnTo>
                      <a:pt x="882" y="126"/>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85;p17">
                <a:extLst>
                  <a:ext uri="{FF2B5EF4-FFF2-40B4-BE49-F238E27FC236}">
                    <a16:creationId xmlns:a16="http://schemas.microsoft.com/office/drawing/2014/main" id="{D31CF115-98B0-4171-ABB2-326DF358732F}"/>
                  </a:ext>
                </a:extLst>
              </p:cNvPr>
              <p:cNvSpPr/>
              <p:nvPr/>
            </p:nvSpPr>
            <p:spPr>
              <a:xfrm>
                <a:off x="7102622" y="1503404"/>
                <a:ext cx="57039" cy="66015"/>
              </a:xfrm>
              <a:custGeom>
                <a:avLst/>
                <a:gdLst/>
                <a:ahLst/>
                <a:cxnLst/>
                <a:rect l="l" t="t" r="r" b="b"/>
                <a:pathLst>
                  <a:path w="2936" h="3398" fill="none" extrusionOk="0">
                    <a:moveTo>
                      <a:pt x="2433" y="0"/>
                    </a:moveTo>
                    <a:lnTo>
                      <a:pt x="2433" y="0"/>
                    </a:lnTo>
                    <a:lnTo>
                      <a:pt x="2223" y="84"/>
                    </a:lnTo>
                    <a:lnTo>
                      <a:pt x="2097" y="126"/>
                    </a:lnTo>
                    <a:lnTo>
                      <a:pt x="2013" y="210"/>
                    </a:lnTo>
                    <a:lnTo>
                      <a:pt x="2013" y="210"/>
                    </a:lnTo>
                    <a:lnTo>
                      <a:pt x="126" y="2600"/>
                    </a:lnTo>
                    <a:lnTo>
                      <a:pt x="126" y="2600"/>
                    </a:lnTo>
                    <a:lnTo>
                      <a:pt x="0" y="2768"/>
                    </a:lnTo>
                    <a:lnTo>
                      <a:pt x="0" y="2978"/>
                    </a:lnTo>
                    <a:lnTo>
                      <a:pt x="42" y="3145"/>
                    </a:lnTo>
                    <a:lnTo>
                      <a:pt x="210" y="3313"/>
                    </a:lnTo>
                    <a:lnTo>
                      <a:pt x="210" y="3313"/>
                    </a:lnTo>
                    <a:lnTo>
                      <a:pt x="336" y="3397"/>
                    </a:lnTo>
                    <a:lnTo>
                      <a:pt x="504" y="3397"/>
                    </a:lnTo>
                    <a:lnTo>
                      <a:pt x="504" y="3397"/>
                    </a:lnTo>
                    <a:lnTo>
                      <a:pt x="713" y="3355"/>
                    </a:lnTo>
                    <a:lnTo>
                      <a:pt x="839" y="3313"/>
                    </a:lnTo>
                    <a:lnTo>
                      <a:pt x="923" y="3229"/>
                    </a:lnTo>
                    <a:lnTo>
                      <a:pt x="923" y="3229"/>
                    </a:lnTo>
                    <a:lnTo>
                      <a:pt x="2810" y="839"/>
                    </a:lnTo>
                    <a:lnTo>
                      <a:pt x="2810" y="839"/>
                    </a:lnTo>
                    <a:lnTo>
                      <a:pt x="2894" y="671"/>
                    </a:lnTo>
                    <a:lnTo>
                      <a:pt x="2936" y="462"/>
                    </a:lnTo>
                    <a:lnTo>
                      <a:pt x="2852" y="294"/>
                    </a:lnTo>
                    <a:lnTo>
                      <a:pt x="2726" y="126"/>
                    </a:lnTo>
                    <a:lnTo>
                      <a:pt x="2726" y="126"/>
                    </a:lnTo>
                    <a:lnTo>
                      <a:pt x="2600" y="42"/>
                    </a:lnTo>
                    <a:lnTo>
                      <a:pt x="243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86;p17">
                <a:extLst>
                  <a:ext uri="{FF2B5EF4-FFF2-40B4-BE49-F238E27FC236}">
                    <a16:creationId xmlns:a16="http://schemas.microsoft.com/office/drawing/2014/main" id="{13AB2E07-FAE2-12B8-7724-8FCD31434BA0}"/>
                  </a:ext>
                </a:extLst>
              </p:cNvPr>
              <p:cNvSpPr/>
              <p:nvPr/>
            </p:nvSpPr>
            <p:spPr>
              <a:xfrm>
                <a:off x="7177571" y="1413787"/>
                <a:ext cx="58671" cy="64383"/>
              </a:xfrm>
              <a:custGeom>
                <a:avLst/>
                <a:gdLst/>
                <a:ahLst/>
                <a:cxnLst/>
                <a:rect l="l" t="t" r="r" b="b"/>
                <a:pathLst>
                  <a:path w="3020" h="3314" fill="none" extrusionOk="0">
                    <a:moveTo>
                      <a:pt x="2517" y="0"/>
                    </a:moveTo>
                    <a:lnTo>
                      <a:pt x="2517" y="0"/>
                    </a:lnTo>
                    <a:lnTo>
                      <a:pt x="2307" y="42"/>
                    </a:lnTo>
                    <a:lnTo>
                      <a:pt x="2139" y="168"/>
                    </a:lnTo>
                    <a:lnTo>
                      <a:pt x="2139" y="168"/>
                    </a:lnTo>
                    <a:lnTo>
                      <a:pt x="126" y="2475"/>
                    </a:lnTo>
                    <a:lnTo>
                      <a:pt x="126" y="2475"/>
                    </a:lnTo>
                    <a:lnTo>
                      <a:pt x="42" y="2642"/>
                    </a:lnTo>
                    <a:lnTo>
                      <a:pt x="0" y="2852"/>
                    </a:lnTo>
                    <a:lnTo>
                      <a:pt x="84" y="3020"/>
                    </a:lnTo>
                    <a:lnTo>
                      <a:pt x="210" y="3188"/>
                    </a:lnTo>
                    <a:lnTo>
                      <a:pt x="210" y="3188"/>
                    </a:lnTo>
                    <a:lnTo>
                      <a:pt x="336" y="3271"/>
                    </a:lnTo>
                    <a:lnTo>
                      <a:pt x="504" y="3313"/>
                    </a:lnTo>
                    <a:lnTo>
                      <a:pt x="504" y="3313"/>
                    </a:lnTo>
                    <a:lnTo>
                      <a:pt x="713" y="3271"/>
                    </a:lnTo>
                    <a:lnTo>
                      <a:pt x="839" y="3229"/>
                    </a:lnTo>
                    <a:lnTo>
                      <a:pt x="923" y="3146"/>
                    </a:lnTo>
                    <a:lnTo>
                      <a:pt x="923" y="3146"/>
                    </a:lnTo>
                    <a:lnTo>
                      <a:pt x="2894" y="839"/>
                    </a:lnTo>
                    <a:lnTo>
                      <a:pt x="2894" y="839"/>
                    </a:lnTo>
                    <a:lnTo>
                      <a:pt x="3020" y="671"/>
                    </a:lnTo>
                    <a:lnTo>
                      <a:pt x="3020" y="462"/>
                    </a:lnTo>
                    <a:lnTo>
                      <a:pt x="2978" y="294"/>
                    </a:lnTo>
                    <a:lnTo>
                      <a:pt x="2852" y="126"/>
                    </a:lnTo>
                    <a:lnTo>
                      <a:pt x="2852" y="126"/>
                    </a:lnTo>
                    <a:lnTo>
                      <a:pt x="2726" y="42"/>
                    </a:lnTo>
                    <a:lnTo>
                      <a:pt x="2517"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87;p17">
                <a:extLst>
                  <a:ext uri="{FF2B5EF4-FFF2-40B4-BE49-F238E27FC236}">
                    <a16:creationId xmlns:a16="http://schemas.microsoft.com/office/drawing/2014/main" id="{F7B0564B-D712-8C2D-2BB1-1963BD4B6386}"/>
                  </a:ext>
                </a:extLst>
              </p:cNvPr>
              <p:cNvSpPr/>
              <p:nvPr/>
            </p:nvSpPr>
            <p:spPr>
              <a:xfrm>
                <a:off x="2788849" y="1408891"/>
                <a:ext cx="79050" cy="19583"/>
              </a:xfrm>
              <a:custGeom>
                <a:avLst/>
                <a:gdLst/>
                <a:ahLst/>
                <a:cxnLst/>
                <a:rect l="l" t="t" r="r" b="b"/>
                <a:pathLst>
                  <a:path w="4069" h="1008" fill="none" extrusionOk="0">
                    <a:moveTo>
                      <a:pt x="3565" y="1"/>
                    </a:moveTo>
                    <a:lnTo>
                      <a:pt x="3523" y="1"/>
                    </a:lnTo>
                    <a:lnTo>
                      <a:pt x="3523" y="1"/>
                    </a:lnTo>
                    <a:lnTo>
                      <a:pt x="504" y="1"/>
                    </a:lnTo>
                    <a:lnTo>
                      <a:pt x="504" y="1"/>
                    </a:lnTo>
                    <a:lnTo>
                      <a:pt x="294" y="43"/>
                    </a:lnTo>
                    <a:lnTo>
                      <a:pt x="127" y="169"/>
                    </a:lnTo>
                    <a:lnTo>
                      <a:pt x="43" y="294"/>
                    </a:lnTo>
                    <a:lnTo>
                      <a:pt x="1" y="504"/>
                    </a:lnTo>
                    <a:lnTo>
                      <a:pt x="1" y="504"/>
                    </a:lnTo>
                    <a:lnTo>
                      <a:pt x="43" y="714"/>
                    </a:lnTo>
                    <a:lnTo>
                      <a:pt x="127" y="881"/>
                    </a:lnTo>
                    <a:lnTo>
                      <a:pt x="294" y="965"/>
                    </a:lnTo>
                    <a:lnTo>
                      <a:pt x="504" y="1007"/>
                    </a:lnTo>
                    <a:lnTo>
                      <a:pt x="504" y="1007"/>
                    </a:lnTo>
                    <a:lnTo>
                      <a:pt x="504" y="1007"/>
                    </a:lnTo>
                    <a:lnTo>
                      <a:pt x="3565" y="1007"/>
                    </a:lnTo>
                    <a:lnTo>
                      <a:pt x="3565" y="1007"/>
                    </a:lnTo>
                    <a:lnTo>
                      <a:pt x="3733" y="965"/>
                    </a:lnTo>
                    <a:lnTo>
                      <a:pt x="3901" y="839"/>
                    </a:lnTo>
                    <a:lnTo>
                      <a:pt x="4027" y="714"/>
                    </a:lnTo>
                    <a:lnTo>
                      <a:pt x="4068" y="504"/>
                    </a:lnTo>
                    <a:lnTo>
                      <a:pt x="4068" y="504"/>
                    </a:lnTo>
                    <a:lnTo>
                      <a:pt x="4027" y="294"/>
                    </a:lnTo>
                    <a:lnTo>
                      <a:pt x="3901"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8;p17">
                <a:extLst>
                  <a:ext uri="{FF2B5EF4-FFF2-40B4-BE49-F238E27FC236}">
                    <a16:creationId xmlns:a16="http://schemas.microsoft.com/office/drawing/2014/main" id="{58BFC506-9D3E-9160-B3B6-B73D96C0BA71}"/>
                  </a:ext>
                </a:extLst>
              </p:cNvPr>
              <p:cNvSpPr/>
              <p:nvPr/>
            </p:nvSpPr>
            <p:spPr>
              <a:xfrm>
                <a:off x="2669916" y="1408075"/>
                <a:ext cx="79031" cy="20399"/>
              </a:xfrm>
              <a:custGeom>
                <a:avLst/>
                <a:gdLst/>
                <a:ahLst/>
                <a:cxnLst/>
                <a:rect l="l" t="t" r="r" b="b"/>
                <a:pathLst>
                  <a:path w="4068" h="1050" fill="none" extrusionOk="0">
                    <a:moveTo>
                      <a:pt x="503" y="1"/>
                    </a:moveTo>
                    <a:lnTo>
                      <a:pt x="503" y="1"/>
                    </a:lnTo>
                    <a:lnTo>
                      <a:pt x="336" y="43"/>
                    </a:lnTo>
                    <a:lnTo>
                      <a:pt x="168" y="169"/>
                    </a:lnTo>
                    <a:lnTo>
                      <a:pt x="42" y="294"/>
                    </a:lnTo>
                    <a:lnTo>
                      <a:pt x="0" y="504"/>
                    </a:lnTo>
                    <a:lnTo>
                      <a:pt x="0" y="504"/>
                    </a:lnTo>
                    <a:lnTo>
                      <a:pt x="42" y="714"/>
                    </a:lnTo>
                    <a:lnTo>
                      <a:pt x="168" y="881"/>
                    </a:lnTo>
                    <a:lnTo>
                      <a:pt x="294" y="965"/>
                    </a:lnTo>
                    <a:lnTo>
                      <a:pt x="503" y="1007"/>
                    </a:lnTo>
                    <a:lnTo>
                      <a:pt x="503" y="1007"/>
                    </a:lnTo>
                    <a:lnTo>
                      <a:pt x="3565" y="1049"/>
                    </a:lnTo>
                    <a:lnTo>
                      <a:pt x="3565" y="1049"/>
                    </a:lnTo>
                    <a:lnTo>
                      <a:pt x="3565" y="1049"/>
                    </a:lnTo>
                    <a:lnTo>
                      <a:pt x="3774" y="1007"/>
                    </a:lnTo>
                    <a:lnTo>
                      <a:pt x="3942" y="923"/>
                    </a:lnTo>
                    <a:lnTo>
                      <a:pt x="4026" y="756"/>
                    </a:lnTo>
                    <a:lnTo>
                      <a:pt x="4068" y="546"/>
                    </a:lnTo>
                    <a:lnTo>
                      <a:pt x="4068" y="546"/>
                    </a:lnTo>
                    <a:lnTo>
                      <a:pt x="4026" y="336"/>
                    </a:lnTo>
                    <a:lnTo>
                      <a:pt x="3942" y="169"/>
                    </a:lnTo>
                    <a:lnTo>
                      <a:pt x="3774" y="85"/>
                    </a:lnTo>
                    <a:lnTo>
                      <a:pt x="3565" y="43"/>
                    </a:lnTo>
                    <a:lnTo>
                      <a:pt x="3565"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89;p17">
                <a:extLst>
                  <a:ext uri="{FF2B5EF4-FFF2-40B4-BE49-F238E27FC236}">
                    <a16:creationId xmlns:a16="http://schemas.microsoft.com/office/drawing/2014/main" id="{B0C95435-3D11-994C-C2CB-3AFB48B7A003}"/>
                  </a:ext>
                </a:extLst>
              </p:cNvPr>
              <p:cNvSpPr/>
              <p:nvPr/>
            </p:nvSpPr>
            <p:spPr>
              <a:xfrm>
                <a:off x="2906984" y="1406443"/>
                <a:ext cx="79050" cy="21215"/>
              </a:xfrm>
              <a:custGeom>
                <a:avLst/>
                <a:gdLst/>
                <a:ahLst/>
                <a:cxnLst/>
                <a:rect l="l" t="t" r="r" b="b"/>
                <a:pathLst>
                  <a:path w="4069" h="1092" fill="none" extrusionOk="0">
                    <a:moveTo>
                      <a:pt x="3607" y="1"/>
                    </a:moveTo>
                    <a:lnTo>
                      <a:pt x="3607" y="1"/>
                    </a:lnTo>
                    <a:lnTo>
                      <a:pt x="3565" y="43"/>
                    </a:lnTo>
                    <a:lnTo>
                      <a:pt x="3565" y="43"/>
                    </a:lnTo>
                    <a:lnTo>
                      <a:pt x="504" y="85"/>
                    </a:lnTo>
                    <a:lnTo>
                      <a:pt x="504" y="85"/>
                    </a:lnTo>
                    <a:lnTo>
                      <a:pt x="336" y="127"/>
                    </a:lnTo>
                    <a:lnTo>
                      <a:pt x="168" y="253"/>
                    </a:lnTo>
                    <a:lnTo>
                      <a:pt x="42" y="378"/>
                    </a:lnTo>
                    <a:lnTo>
                      <a:pt x="0" y="588"/>
                    </a:lnTo>
                    <a:lnTo>
                      <a:pt x="0" y="588"/>
                    </a:lnTo>
                    <a:lnTo>
                      <a:pt x="42" y="798"/>
                    </a:lnTo>
                    <a:lnTo>
                      <a:pt x="168" y="965"/>
                    </a:lnTo>
                    <a:lnTo>
                      <a:pt x="336" y="1049"/>
                    </a:lnTo>
                    <a:lnTo>
                      <a:pt x="504" y="1091"/>
                    </a:lnTo>
                    <a:lnTo>
                      <a:pt x="546" y="1091"/>
                    </a:lnTo>
                    <a:lnTo>
                      <a:pt x="546" y="1091"/>
                    </a:lnTo>
                    <a:lnTo>
                      <a:pt x="3607" y="1049"/>
                    </a:lnTo>
                    <a:lnTo>
                      <a:pt x="3607" y="1049"/>
                    </a:lnTo>
                    <a:lnTo>
                      <a:pt x="3775" y="1007"/>
                    </a:lnTo>
                    <a:lnTo>
                      <a:pt x="3942" y="882"/>
                    </a:lnTo>
                    <a:lnTo>
                      <a:pt x="4068" y="714"/>
                    </a:lnTo>
                    <a:lnTo>
                      <a:pt x="4068" y="504"/>
                    </a:lnTo>
                    <a:lnTo>
                      <a:pt x="4068" y="504"/>
                    </a:lnTo>
                    <a:lnTo>
                      <a:pt x="4068" y="336"/>
                    </a:lnTo>
                    <a:lnTo>
                      <a:pt x="3942" y="169"/>
                    </a:lnTo>
                    <a:lnTo>
                      <a:pt x="3817" y="43"/>
                    </a:lnTo>
                    <a:lnTo>
                      <a:pt x="3607"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90;p17">
                <a:extLst>
                  <a:ext uri="{FF2B5EF4-FFF2-40B4-BE49-F238E27FC236}">
                    <a16:creationId xmlns:a16="http://schemas.microsoft.com/office/drawing/2014/main" id="{7A45C433-8903-623B-599F-DCE2C18D418F}"/>
                  </a:ext>
                </a:extLst>
              </p:cNvPr>
              <p:cNvSpPr/>
              <p:nvPr/>
            </p:nvSpPr>
            <p:spPr>
              <a:xfrm>
                <a:off x="2551781" y="1405647"/>
                <a:ext cx="79050" cy="21195"/>
              </a:xfrm>
              <a:custGeom>
                <a:avLst/>
                <a:gdLst/>
                <a:ahLst/>
                <a:cxnLst/>
                <a:rect l="l" t="t" r="r" b="b"/>
                <a:pathLst>
                  <a:path w="4069" h="1091" fill="none" extrusionOk="0">
                    <a:moveTo>
                      <a:pt x="504" y="0"/>
                    </a:moveTo>
                    <a:lnTo>
                      <a:pt x="504" y="0"/>
                    </a:lnTo>
                    <a:lnTo>
                      <a:pt x="294" y="42"/>
                    </a:lnTo>
                    <a:lnTo>
                      <a:pt x="126" y="126"/>
                    </a:lnTo>
                    <a:lnTo>
                      <a:pt x="42" y="294"/>
                    </a:lnTo>
                    <a:lnTo>
                      <a:pt x="0" y="503"/>
                    </a:lnTo>
                    <a:lnTo>
                      <a:pt x="0" y="503"/>
                    </a:lnTo>
                    <a:lnTo>
                      <a:pt x="42" y="713"/>
                    </a:lnTo>
                    <a:lnTo>
                      <a:pt x="126" y="839"/>
                    </a:lnTo>
                    <a:lnTo>
                      <a:pt x="294" y="965"/>
                    </a:lnTo>
                    <a:lnTo>
                      <a:pt x="462" y="1006"/>
                    </a:lnTo>
                    <a:lnTo>
                      <a:pt x="462" y="1006"/>
                    </a:lnTo>
                    <a:lnTo>
                      <a:pt x="3523" y="1090"/>
                    </a:lnTo>
                    <a:lnTo>
                      <a:pt x="3565" y="1090"/>
                    </a:lnTo>
                    <a:lnTo>
                      <a:pt x="3565" y="1090"/>
                    </a:lnTo>
                    <a:lnTo>
                      <a:pt x="3733" y="1048"/>
                    </a:lnTo>
                    <a:lnTo>
                      <a:pt x="3900" y="965"/>
                    </a:lnTo>
                    <a:lnTo>
                      <a:pt x="4026" y="797"/>
                    </a:lnTo>
                    <a:lnTo>
                      <a:pt x="4068" y="587"/>
                    </a:lnTo>
                    <a:lnTo>
                      <a:pt x="4068" y="587"/>
                    </a:lnTo>
                    <a:lnTo>
                      <a:pt x="4026" y="377"/>
                    </a:lnTo>
                    <a:lnTo>
                      <a:pt x="3900" y="252"/>
                    </a:lnTo>
                    <a:lnTo>
                      <a:pt x="3775" y="126"/>
                    </a:lnTo>
                    <a:lnTo>
                      <a:pt x="3565" y="84"/>
                    </a:lnTo>
                    <a:lnTo>
                      <a:pt x="3565" y="84"/>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91;p17">
                <a:extLst>
                  <a:ext uri="{FF2B5EF4-FFF2-40B4-BE49-F238E27FC236}">
                    <a16:creationId xmlns:a16="http://schemas.microsoft.com/office/drawing/2014/main" id="{E40E19DF-E2B9-F572-9E69-5DEF350E7CFF}"/>
                  </a:ext>
                </a:extLst>
              </p:cNvPr>
              <p:cNvSpPr/>
              <p:nvPr/>
            </p:nvSpPr>
            <p:spPr>
              <a:xfrm>
                <a:off x="3025936" y="1403199"/>
                <a:ext cx="79031" cy="22011"/>
              </a:xfrm>
              <a:custGeom>
                <a:avLst/>
                <a:gdLst/>
                <a:ahLst/>
                <a:cxnLst/>
                <a:rect l="l" t="t" r="r" b="b"/>
                <a:pathLst>
                  <a:path w="4068" h="1133" fill="none" extrusionOk="0">
                    <a:moveTo>
                      <a:pt x="3565" y="0"/>
                    </a:moveTo>
                    <a:lnTo>
                      <a:pt x="3565" y="0"/>
                    </a:lnTo>
                    <a:lnTo>
                      <a:pt x="3565" y="0"/>
                    </a:lnTo>
                    <a:lnTo>
                      <a:pt x="3565" y="0"/>
                    </a:lnTo>
                    <a:lnTo>
                      <a:pt x="503" y="126"/>
                    </a:lnTo>
                    <a:lnTo>
                      <a:pt x="503" y="126"/>
                    </a:lnTo>
                    <a:lnTo>
                      <a:pt x="294" y="168"/>
                    </a:lnTo>
                    <a:lnTo>
                      <a:pt x="126" y="252"/>
                    </a:lnTo>
                    <a:lnTo>
                      <a:pt x="42" y="420"/>
                    </a:lnTo>
                    <a:lnTo>
                      <a:pt x="0" y="629"/>
                    </a:lnTo>
                    <a:lnTo>
                      <a:pt x="0" y="629"/>
                    </a:lnTo>
                    <a:lnTo>
                      <a:pt x="42" y="839"/>
                    </a:lnTo>
                    <a:lnTo>
                      <a:pt x="168" y="1007"/>
                    </a:lnTo>
                    <a:lnTo>
                      <a:pt x="335" y="1091"/>
                    </a:lnTo>
                    <a:lnTo>
                      <a:pt x="503" y="1132"/>
                    </a:lnTo>
                    <a:lnTo>
                      <a:pt x="545" y="1132"/>
                    </a:lnTo>
                    <a:lnTo>
                      <a:pt x="545" y="1132"/>
                    </a:lnTo>
                    <a:lnTo>
                      <a:pt x="3565" y="1049"/>
                    </a:lnTo>
                    <a:lnTo>
                      <a:pt x="3565" y="1049"/>
                    </a:lnTo>
                    <a:lnTo>
                      <a:pt x="3774" y="965"/>
                    </a:lnTo>
                    <a:lnTo>
                      <a:pt x="3942" y="881"/>
                    </a:lnTo>
                    <a:lnTo>
                      <a:pt x="4026" y="713"/>
                    </a:lnTo>
                    <a:lnTo>
                      <a:pt x="4068" y="503"/>
                    </a:lnTo>
                    <a:lnTo>
                      <a:pt x="4068" y="503"/>
                    </a:lnTo>
                    <a:lnTo>
                      <a:pt x="4026" y="294"/>
                    </a:lnTo>
                    <a:lnTo>
                      <a:pt x="3942" y="168"/>
                    </a:lnTo>
                    <a:lnTo>
                      <a:pt x="3774"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92;p17">
                <a:extLst>
                  <a:ext uri="{FF2B5EF4-FFF2-40B4-BE49-F238E27FC236}">
                    <a16:creationId xmlns:a16="http://schemas.microsoft.com/office/drawing/2014/main" id="{3791C03B-A471-4D80-4764-15D1EB89C2F8}"/>
                  </a:ext>
                </a:extLst>
              </p:cNvPr>
              <p:cNvSpPr/>
              <p:nvPr/>
            </p:nvSpPr>
            <p:spPr>
              <a:xfrm>
                <a:off x="2432829" y="1401567"/>
                <a:ext cx="79050" cy="22011"/>
              </a:xfrm>
              <a:custGeom>
                <a:avLst/>
                <a:gdLst/>
                <a:ahLst/>
                <a:cxnLst/>
                <a:rect l="l" t="t" r="r" b="b"/>
                <a:pathLst>
                  <a:path w="4069" h="1133" fill="none" extrusionOk="0">
                    <a:moveTo>
                      <a:pt x="546" y="0"/>
                    </a:moveTo>
                    <a:lnTo>
                      <a:pt x="546" y="0"/>
                    </a:lnTo>
                    <a:lnTo>
                      <a:pt x="336" y="42"/>
                    </a:lnTo>
                    <a:lnTo>
                      <a:pt x="169" y="126"/>
                    </a:lnTo>
                    <a:lnTo>
                      <a:pt x="43" y="294"/>
                    </a:lnTo>
                    <a:lnTo>
                      <a:pt x="1" y="462"/>
                    </a:lnTo>
                    <a:lnTo>
                      <a:pt x="1" y="462"/>
                    </a:lnTo>
                    <a:lnTo>
                      <a:pt x="43" y="671"/>
                    </a:lnTo>
                    <a:lnTo>
                      <a:pt x="127" y="839"/>
                    </a:lnTo>
                    <a:lnTo>
                      <a:pt x="294" y="965"/>
                    </a:lnTo>
                    <a:lnTo>
                      <a:pt x="504" y="1007"/>
                    </a:lnTo>
                    <a:lnTo>
                      <a:pt x="504" y="1007"/>
                    </a:lnTo>
                    <a:lnTo>
                      <a:pt x="3565" y="1133"/>
                    </a:lnTo>
                    <a:lnTo>
                      <a:pt x="3565" y="1133"/>
                    </a:lnTo>
                    <a:lnTo>
                      <a:pt x="3565" y="1133"/>
                    </a:lnTo>
                    <a:lnTo>
                      <a:pt x="3775" y="1091"/>
                    </a:lnTo>
                    <a:lnTo>
                      <a:pt x="3943" y="1007"/>
                    </a:lnTo>
                    <a:lnTo>
                      <a:pt x="4027" y="839"/>
                    </a:lnTo>
                    <a:lnTo>
                      <a:pt x="4069" y="629"/>
                    </a:lnTo>
                    <a:lnTo>
                      <a:pt x="4069" y="629"/>
                    </a:lnTo>
                    <a:lnTo>
                      <a:pt x="4027" y="462"/>
                    </a:lnTo>
                    <a:lnTo>
                      <a:pt x="3943" y="294"/>
                    </a:lnTo>
                    <a:lnTo>
                      <a:pt x="3775" y="168"/>
                    </a:lnTo>
                    <a:lnTo>
                      <a:pt x="3607" y="126"/>
                    </a:lnTo>
                    <a:lnTo>
                      <a:pt x="3607" y="126"/>
                    </a:lnTo>
                    <a:lnTo>
                      <a:pt x="546" y="0"/>
                    </a:lnTo>
                    <a:lnTo>
                      <a:pt x="546" y="0"/>
                    </a:lnTo>
                    <a:lnTo>
                      <a:pt x="54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93;p17">
                <a:extLst>
                  <a:ext uri="{FF2B5EF4-FFF2-40B4-BE49-F238E27FC236}">
                    <a16:creationId xmlns:a16="http://schemas.microsoft.com/office/drawing/2014/main" id="{77D0456B-4B77-B0F5-8731-F9296796DDF5}"/>
                  </a:ext>
                </a:extLst>
              </p:cNvPr>
              <p:cNvSpPr/>
              <p:nvPr/>
            </p:nvSpPr>
            <p:spPr>
              <a:xfrm>
                <a:off x="3144868" y="1398303"/>
                <a:ext cx="79050" cy="22827"/>
              </a:xfrm>
              <a:custGeom>
                <a:avLst/>
                <a:gdLst/>
                <a:ahLst/>
                <a:cxnLst/>
                <a:rect l="l" t="t" r="r" b="b"/>
                <a:pathLst>
                  <a:path w="4069" h="1175" fill="none" extrusionOk="0">
                    <a:moveTo>
                      <a:pt x="3565" y="1"/>
                    </a:moveTo>
                    <a:lnTo>
                      <a:pt x="3565" y="1"/>
                    </a:lnTo>
                    <a:lnTo>
                      <a:pt x="3523" y="1"/>
                    </a:lnTo>
                    <a:lnTo>
                      <a:pt x="3523" y="1"/>
                    </a:lnTo>
                    <a:lnTo>
                      <a:pt x="462" y="168"/>
                    </a:lnTo>
                    <a:lnTo>
                      <a:pt x="462" y="168"/>
                    </a:lnTo>
                    <a:lnTo>
                      <a:pt x="294" y="210"/>
                    </a:lnTo>
                    <a:lnTo>
                      <a:pt x="126" y="294"/>
                    </a:lnTo>
                    <a:lnTo>
                      <a:pt x="43" y="462"/>
                    </a:lnTo>
                    <a:lnTo>
                      <a:pt x="1" y="672"/>
                    </a:lnTo>
                    <a:lnTo>
                      <a:pt x="1" y="672"/>
                    </a:lnTo>
                    <a:lnTo>
                      <a:pt x="43" y="881"/>
                    </a:lnTo>
                    <a:lnTo>
                      <a:pt x="168" y="1007"/>
                    </a:lnTo>
                    <a:lnTo>
                      <a:pt x="294" y="1133"/>
                    </a:lnTo>
                    <a:lnTo>
                      <a:pt x="504" y="1175"/>
                    </a:lnTo>
                    <a:lnTo>
                      <a:pt x="504" y="1175"/>
                    </a:lnTo>
                    <a:lnTo>
                      <a:pt x="504" y="1175"/>
                    </a:lnTo>
                    <a:lnTo>
                      <a:pt x="3565" y="1049"/>
                    </a:lnTo>
                    <a:lnTo>
                      <a:pt x="3565" y="1049"/>
                    </a:lnTo>
                    <a:lnTo>
                      <a:pt x="3775" y="965"/>
                    </a:lnTo>
                    <a:lnTo>
                      <a:pt x="3943" y="881"/>
                    </a:lnTo>
                    <a:lnTo>
                      <a:pt x="4026" y="714"/>
                    </a:lnTo>
                    <a:lnTo>
                      <a:pt x="4068" y="504"/>
                    </a:lnTo>
                    <a:lnTo>
                      <a:pt x="4068" y="504"/>
                    </a:lnTo>
                    <a:lnTo>
                      <a:pt x="4026" y="294"/>
                    </a:lnTo>
                    <a:lnTo>
                      <a:pt x="3901" y="168"/>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94;p17">
                <a:extLst>
                  <a:ext uri="{FF2B5EF4-FFF2-40B4-BE49-F238E27FC236}">
                    <a16:creationId xmlns:a16="http://schemas.microsoft.com/office/drawing/2014/main" id="{820D8E10-A8DA-79BC-CE6C-2A88C63277BA}"/>
                  </a:ext>
                </a:extLst>
              </p:cNvPr>
              <p:cNvSpPr/>
              <p:nvPr/>
            </p:nvSpPr>
            <p:spPr>
              <a:xfrm>
                <a:off x="2314712" y="1395040"/>
                <a:ext cx="79031" cy="23663"/>
              </a:xfrm>
              <a:custGeom>
                <a:avLst/>
                <a:gdLst/>
                <a:ahLst/>
                <a:cxnLst/>
                <a:rect l="l" t="t" r="r" b="b"/>
                <a:pathLst>
                  <a:path w="4068" h="1218" fill="none" extrusionOk="0">
                    <a:moveTo>
                      <a:pt x="503" y="1"/>
                    </a:moveTo>
                    <a:lnTo>
                      <a:pt x="503" y="1"/>
                    </a:lnTo>
                    <a:lnTo>
                      <a:pt x="294" y="43"/>
                    </a:lnTo>
                    <a:lnTo>
                      <a:pt x="168" y="169"/>
                    </a:lnTo>
                    <a:lnTo>
                      <a:pt x="42" y="294"/>
                    </a:lnTo>
                    <a:lnTo>
                      <a:pt x="0" y="504"/>
                    </a:lnTo>
                    <a:lnTo>
                      <a:pt x="0" y="504"/>
                    </a:lnTo>
                    <a:lnTo>
                      <a:pt x="42" y="714"/>
                    </a:lnTo>
                    <a:lnTo>
                      <a:pt x="126" y="882"/>
                    </a:lnTo>
                    <a:lnTo>
                      <a:pt x="294" y="965"/>
                    </a:lnTo>
                    <a:lnTo>
                      <a:pt x="461" y="1049"/>
                    </a:lnTo>
                    <a:lnTo>
                      <a:pt x="461" y="1049"/>
                    </a:lnTo>
                    <a:lnTo>
                      <a:pt x="3523" y="1217"/>
                    </a:lnTo>
                    <a:lnTo>
                      <a:pt x="3565" y="1217"/>
                    </a:lnTo>
                    <a:lnTo>
                      <a:pt x="3565" y="1217"/>
                    </a:lnTo>
                    <a:lnTo>
                      <a:pt x="3732" y="1175"/>
                    </a:lnTo>
                    <a:lnTo>
                      <a:pt x="3900" y="1049"/>
                    </a:lnTo>
                    <a:lnTo>
                      <a:pt x="4026" y="923"/>
                    </a:lnTo>
                    <a:lnTo>
                      <a:pt x="4068" y="714"/>
                    </a:lnTo>
                    <a:lnTo>
                      <a:pt x="4068" y="714"/>
                    </a:lnTo>
                    <a:lnTo>
                      <a:pt x="4026" y="504"/>
                    </a:lnTo>
                    <a:lnTo>
                      <a:pt x="3942" y="336"/>
                    </a:lnTo>
                    <a:lnTo>
                      <a:pt x="3774" y="252"/>
                    </a:lnTo>
                    <a:lnTo>
                      <a:pt x="3565" y="169"/>
                    </a:lnTo>
                    <a:lnTo>
                      <a:pt x="3565" y="169"/>
                    </a:lnTo>
                    <a:lnTo>
                      <a:pt x="545" y="1"/>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95;p17">
                <a:extLst>
                  <a:ext uri="{FF2B5EF4-FFF2-40B4-BE49-F238E27FC236}">
                    <a16:creationId xmlns:a16="http://schemas.microsoft.com/office/drawing/2014/main" id="{98E0E223-C2CB-A071-BE21-073E3A817FA7}"/>
                  </a:ext>
                </a:extLst>
              </p:cNvPr>
              <p:cNvSpPr/>
              <p:nvPr/>
            </p:nvSpPr>
            <p:spPr>
              <a:xfrm>
                <a:off x="3263004" y="1392611"/>
                <a:ext cx="79050" cy="22827"/>
              </a:xfrm>
              <a:custGeom>
                <a:avLst/>
                <a:gdLst/>
                <a:ahLst/>
                <a:cxnLst/>
                <a:rect l="l" t="t" r="r" b="b"/>
                <a:pathLst>
                  <a:path w="4069" h="1175" fill="none" extrusionOk="0">
                    <a:moveTo>
                      <a:pt x="3565" y="0"/>
                    </a:moveTo>
                    <a:lnTo>
                      <a:pt x="3565" y="0"/>
                    </a:lnTo>
                    <a:lnTo>
                      <a:pt x="3565" y="0"/>
                    </a:lnTo>
                    <a:lnTo>
                      <a:pt x="3565" y="0"/>
                    </a:lnTo>
                    <a:lnTo>
                      <a:pt x="504" y="168"/>
                    </a:lnTo>
                    <a:lnTo>
                      <a:pt x="504" y="168"/>
                    </a:lnTo>
                    <a:lnTo>
                      <a:pt x="294" y="210"/>
                    </a:lnTo>
                    <a:lnTo>
                      <a:pt x="126" y="336"/>
                    </a:lnTo>
                    <a:lnTo>
                      <a:pt x="42" y="503"/>
                    </a:lnTo>
                    <a:lnTo>
                      <a:pt x="0" y="671"/>
                    </a:lnTo>
                    <a:lnTo>
                      <a:pt x="0" y="671"/>
                    </a:lnTo>
                    <a:lnTo>
                      <a:pt x="42" y="881"/>
                    </a:lnTo>
                    <a:lnTo>
                      <a:pt x="168" y="1048"/>
                    </a:lnTo>
                    <a:lnTo>
                      <a:pt x="336" y="1132"/>
                    </a:lnTo>
                    <a:lnTo>
                      <a:pt x="504" y="1174"/>
                    </a:lnTo>
                    <a:lnTo>
                      <a:pt x="545" y="1174"/>
                    </a:lnTo>
                    <a:lnTo>
                      <a:pt x="545" y="1174"/>
                    </a:lnTo>
                    <a:lnTo>
                      <a:pt x="3607" y="1007"/>
                    </a:lnTo>
                    <a:lnTo>
                      <a:pt x="3607" y="1007"/>
                    </a:lnTo>
                    <a:lnTo>
                      <a:pt x="3816" y="965"/>
                    </a:lnTo>
                    <a:lnTo>
                      <a:pt x="3942" y="839"/>
                    </a:lnTo>
                    <a:lnTo>
                      <a:pt x="4068" y="671"/>
                    </a:lnTo>
                    <a:lnTo>
                      <a:pt x="4068" y="461"/>
                    </a:lnTo>
                    <a:lnTo>
                      <a:pt x="4068" y="461"/>
                    </a:lnTo>
                    <a:lnTo>
                      <a:pt x="4026" y="252"/>
                    </a:lnTo>
                    <a:lnTo>
                      <a:pt x="3942" y="126"/>
                    </a:lnTo>
                    <a:lnTo>
                      <a:pt x="3775" y="0"/>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96;p17">
                <a:extLst>
                  <a:ext uri="{FF2B5EF4-FFF2-40B4-BE49-F238E27FC236}">
                    <a16:creationId xmlns:a16="http://schemas.microsoft.com/office/drawing/2014/main" id="{300AB063-1463-BA05-A987-287E8348A8FD}"/>
                  </a:ext>
                </a:extLst>
              </p:cNvPr>
              <p:cNvSpPr/>
              <p:nvPr/>
            </p:nvSpPr>
            <p:spPr>
              <a:xfrm>
                <a:off x="2196577" y="1387716"/>
                <a:ext cx="79050" cy="23643"/>
              </a:xfrm>
              <a:custGeom>
                <a:avLst/>
                <a:gdLst/>
                <a:ahLst/>
                <a:cxnLst/>
                <a:rect l="l" t="t" r="r" b="b"/>
                <a:pathLst>
                  <a:path w="4069" h="1217" fill="none" extrusionOk="0">
                    <a:moveTo>
                      <a:pt x="504" y="0"/>
                    </a:moveTo>
                    <a:lnTo>
                      <a:pt x="504" y="0"/>
                    </a:lnTo>
                    <a:lnTo>
                      <a:pt x="294" y="42"/>
                    </a:lnTo>
                    <a:lnTo>
                      <a:pt x="168" y="126"/>
                    </a:lnTo>
                    <a:lnTo>
                      <a:pt x="42" y="294"/>
                    </a:lnTo>
                    <a:lnTo>
                      <a:pt x="0" y="462"/>
                    </a:lnTo>
                    <a:lnTo>
                      <a:pt x="0" y="462"/>
                    </a:lnTo>
                    <a:lnTo>
                      <a:pt x="0" y="671"/>
                    </a:lnTo>
                    <a:lnTo>
                      <a:pt x="126" y="839"/>
                    </a:lnTo>
                    <a:lnTo>
                      <a:pt x="252" y="965"/>
                    </a:lnTo>
                    <a:lnTo>
                      <a:pt x="462" y="1007"/>
                    </a:lnTo>
                    <a:lnTo>
                      <a:pt x="462" y="1007"/>
                    </a:lnTo>
                    <a:lnTo>
                      <a:pt x="3523" y="1217"/>
                    </a:lnTo>
                    <a:lnTo>
                      <a:pt x="3565" y="1217"/>
                    </a:lnTo>
                    <a:lnTo>
                      <a:pt x="3565" y="1217"/>
                    </a:lnTo>
                    <a:lnTo>
                      <a:pt x="3733" y="1175"/>
                    </a:lnTo>
                    <a:lnTo>
                      <a:pt x="3900" y="1091"/>
                    </a:lnTo>
                    <a:lnTo>
                      <a:pt x="3984" y="923"/>
                    </a:lnTo>
                    <a:lnTo>
                      <a:pt x="4068" y="755"/>
                    </a:lnTo>
                    <a:lnTo>
                      <a:pt x="4068" y="755"/>
                    </a:lnTo>
                    <a:lnTo>
                      <a:pt x="4026" y="546"/>
                    </a:lnTo>
                    <a:lnTo>
                      <a:pt x="3942" y="378"/>
                    </a:lnTo>
                    <a:lnTo>
                      <a:pt x="3775" y="252"/>
                    </a:lnTo>
                    <a:lnTo>
                      <a:pt x="3565" y="210"/>
                    </a:lnTo>
                    <a:lnTo>
                      <a:pt x="3565"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97;p17">
                <a:extLst>
                  <a:ext uri="{FF2B5EF4-FFF2-40B4-BE49-F238E27FC236}">
                    <a16:creationId xmlns:a16="http://schemas.microsoft.com/office/drawing/2014/main" id="{4EC6A339-F59D-A958-DBD4-F1605339BC16}"/>
                  </a:ext>
                </a:extLst>
              </p:cNvPr>
              <p:cNvSpPr/>
              <p:nvPr/>
            </p:nvSpPr>
            <p:spPr>
              <a:xfrm>
                <a:off x="1923646" y="1385268"/>
                <a:ext cx="20399" cy="79050"/>
              </a:xfrm>
              <a:custGeom>
                <a:avLst/>
                <a:gdLst/>
                <a:ahLst/>
                <a:cxnLst/>
                <a:rect l="l" t="t" r="r" b="b"/>
                <a:pathLst>
                  <a:path w="1050" h="4069" fill="none" extrusionOk="0">
                    <a:moveTo>
                      <a:pt x="504" y="1"/>
                    </a:moveTo>
                    <a:lnTo>
                      <a:pt x="504" y="1"/>
                    </a:lnTo>
                    <a:lnTo>
                      <a:pt x="336" y="43"/>
                    </a:lnTo>
                    <a:lnTo>
                      <a:pt x="169" y="168"/>
                    </a:lnTo>
                    <a:lnTo>
                      <a:pt x="43" y="336"/>
                    </a:lnTo>
                    <a:lnTo>
                      <a:pt x="1" y="504"/>
                    </a:lnTo>
                    <a:lnTo>
                      <a:pt x="1" y="3565"/>
                    </a:lnTo>
                    <a:lnTo>
                      <a:pt x="1" y="3565"/>
                    </a:lnTo>
                    <a:lnTo>
                      <a:pt x="43" y="3775"/>
                    </a:lnTo>
                    <a:lnTo>
                      <a:pt x="169" y="3943"/>
                    </a:lnTo>
                    <a:lnTo>
                      <a:pt x="336" y="4026"/>
                    </a:lnTo>
                    <a:lnTo>
                      <a:pt x="504" y="4068"/>
                    </a:lnTo>
                    <a:lnTo>
                      <a:pt x="504" y="4068"/>
                    </a:lnTo>
                    <a:lnTo>
                      <a:pt x="714" y="4026"/>
                    </a:lnTo>
                    <a:lnTo>
                      <a:pt x="882" y="3943"/>
                    </a:lnTo>
                    <a:lnTo>
                      <a:pt x="1007" y="3775"/>
                    </a:lnTo>
                    <a:lnTo>
                      <a:pt x="1049" y="3565"/>
                    </a:lnTo>
                    <a:lnTo>
                      <a:pt x="1049" y="504"/>
                    </a:lnTo>
                    <a:lnTo>
                      <a:pt x="1049" y="504"/>
                    </a:lnTo>
                    <a:lnTo>
                      <a:pt x="1007" y="336"/>
                    </a:lnTo>
                    <a:lnTo>
                      <a:pt x="882" y="168"/>
                    </a:lnTo>
                    <a:lnTo>
                      <a:pt x="714"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98;p17">
                <a:extLst>
                  <a:ext uri="{FF2B5EF4-FFF2-40B4-BE49-F238E27FC236}">
                    <a16:creationId xmlns:a16="http://schemas.microsoft.com/office/drawing/2014/main" id="{D6492AB6-E284-0593-65BC-7707373CF153}"/>
                  </a:ext>
                </a:extLst>
              </p:cNvPr>
              <p:cNvSpPr/>
              <p:nvPr/>
            </p:nvSpPr>
            <p:spPr>
              <a:xfrm>
                <a:off x="3381937" y="1384452"/>
                <a:ext cx="79050" cy="23643"/>
              </a:xfrm>
              <a:custGeom>
                <a:avLst/>
                <a:gdLst/>
                <a:ahLst/>
                <a:cxnLst/>
                <a:rect l="l" t="t" r="r" b="b"/>
                <a:pathLst>
                  <a:path w="4069" h="1217" fill="none" extrusionOk="0">
                    <a:moveTo>
                      <a:pt x="3524" y="1"/>
                    </a:moveTo>
                    <a:lnTo>
                      <a:pt x="3524" y="1"/>
                    </a:lnTo>
                    <a:lnTo>
                      <a:pt x="3524" y="1"/>
                    </a:lnTo>
                    <a:lnTo>
                      <a:pt x="3524" y="1"/>
                    </a:lnTo>
                    <a:lnTo>
                      <a:pt x="462" y="210"/>
                    </a:lnTo>
                    <a:lnTo>
                      <a:pt x="462" y="210"/>
                    </a:lnTo>
                    <a:lnTo>
                      <a:pt x="294" y="252"/>
                    </a:lnTo>
                    <a:lnTo>
                      <a:pt x="127" y="378"/>
                    </a:lnTo>
                    <a:lnTo>
                      <a:pt x="1" y="546"/>
                    </a:lnTo>
                    <a:lnTo>
                      <a:pt x="1" y="756"/>
                    </a:lnTo>
                    <a:lnTo>
                      <a:pt x="1" y="756"/>
                    </a:lnTo>
                    <a:lnTo>
                      <a:pt x="43" y="923"/>
                    </a:lnTo>
                    <a:lnTo>
                      <a:pt x="169" y="1091"/>
                    </a:lnTo>
                    <a:lnTo>
                      <a:pt x="294" y="1175"/>
                    </a:lnTo>
                    <a:lnTo>
                      <a:pt x="504" y="1217"/>
                    </a:lnTo>
                    <a:lnTo>
                      <a:pt x="546" y="1217"/>
                    </a:lnTo>
                    <a:lnTo>
                      <a:pt x="546" y="1217"/>
                    </a:lnTo>
                    <a:lnTo>
                      <a:pt x="3565" y="1007"/>
                    </a:lnTo>
                    <a:lnTo>
                      <a:pt x="3565" y="1007"/>
                    </a:lnTo>
                    <a:lnTo>
                      <a:pt x="3775" y="965"/>
                    </a:lnTo>
                    <a:lnTo>
                      <a:pt x="3943" y="839"/>
                    </a:lnTo>
                    <a:lnTo>
                      <a:pt x="4027" y="672"/>
                    </a:lnTo>
                    <a:lnTo>
                      <a:pt x="4069" y="462"/>
                    </a:lnTo>
                    <a:lnTo>
                      <a:pt x="4069" y="462"/>
                    </a:lnTo>
                    <a:lnTo>
                      <a:pt x="4027" y="294"/>
                    </a:lnTo>
                    <a:lnTo>
                      <a:pt x="3901" y="127"/>
                    </a:lnTo>
                    <a:lnTo>
                      <a:pt x="3733" y="43"/>
                    </a:lnTo>
                    <a:lnTo>
                      <a:pt x="352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99;p17">
                <a:extLst>
                  <a:ext uri="{FF2B5EF4-FFF2-40B4-BE49-F238E27FC236}">
                    <a16:creationId xmlns:a16="http://schemas.microsoft.com/office/drawing/2014/main" id="{45B80B1F-F978-2CAF-CAA7-5564471CACFA}"/>
                  </a:ext>
                </a:extLst>
              </p:cNvPr>
              <p:cNvSpPr/>
              <p:nvPr/>
            </p:nvSpPr>
            <p:spPr>
              <a:xfrm>
                <a:off x="2078441" y="1377944"/>
                <a:ext cx="78235" cy="24459"/>
              </a:xfrm>
              <a:custGeom>
                <a:avLst/>
                <a:gdLst/>
                <a:ahLst/>
                <a:cxnLst/>
                <a:rect l="l" t="t" r="r" b="b"/>
                <a:pathLst>
                  <a:path w="4027" h="1259" fill="none" extrusionOk="0">
                    <a:moveTo>
                      <a:pt x="504" y="0"/>
                    </a:moveTo>
                    <a:lnTo>
                      <a:pt x="504" y="0"/>
                    </a:lnTo>
                    <a:lnTo>
                      <a:pt x="336" y="42"/>
                    </a:lnTo>
                    <a:lnTo>
                      <a:pt x="169" y="126"/>
                    </a:lnTo>
                    <a:lnTo>
                      <a:pt x="43" y="294"/>
                    </a:lnTo>
                    <a:lnTo>
                      <a:pt x="1" y="462"/>
                    </a:lnTo>
                    <a:lnTo>
                      <a:pt x="1" y="462"/>
                    </a:lnTo>
                    <a:lnTo>
                      <a:pt x="1" y="671"/>
                    </a:lnTo>
                    <a:lnTo>
                      <a:pt x="127" y="839"/>
                    </a:lnTo>
                    <a:lnTo>
                      <a:pt x="252" y="965"/>
                    </a:lnTo>
                    <a:lnTo>
                      <a:pt x="462" y="1007"/>
                    </a:lnTo>
                    <a:lnTo>
                      <a:pt x="462" y="1007"/>
                    </a:lnTo>
                    <a:lnTo>
                      <a:pt x="3481" y="1258"/>
                    </a:lnTo>
                    <a:lnTo>
                      <a:pt x="3523" y="1258"/>
                    </a:lnTo>
                    <a:lnTo>
                      <a:pt x="3523" y="1258"/>
                    </a:lnTo>
                    <a:lnTo>
                      <a:pt x="3733" y="1216"/>
                    </a:lnTo>
                    <a:lnTo>
                      <a:pt x="3901" y="1132"/>
                    </a:lnTo>
                    <a:lnTo>
                      <a:pt x="3985" y="1007"/>
                    </a:lnTo>
                    <a:lnTo>
                      <a:pt x="4027" y="797"/>
                    </a:lnTo>
                    <a:lnTo>
                      <a:pt x="4027" y="797"/>
                    </a:lnTo>
                    <a:lnTo>
                      <a:pt x="4027" y="587"/>
                    </a:lnTo>
                    <a:lnTo>
                      <a:pt x="3943" y="420"/>
                    </a:lnTo>
                    <a:lnTo>
                      <a:pt x="3775" y="294"/>
                    </a:lnTo>
                    <a:lnTo>
                      <a:pt x="3565" y="252"/>
                    </a:lnTo>
                    <a:lnTo>
                      <a:pt x="3565" y="252"/>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200;p17">
                <a:extLst>
                  <a:ext uri="{FF2B5EF4-FFF2-40B4-BE49-F238E27FC236}">
                    <a16:creationId xmlns:a16="http://schemas.microsoft.com/office/drawing/2014/main" id="{DE82B3E9-F010-4D5D-1485-0E0AE502C908}"/>
                  </a:ext>
                </a:extLst>
              </p:cNvPr>
              <p:cNvSpPr/>
              <p:nvPr/>
            </p:nvSpPr>
            <p:spPr>
              <a:xfrm>
                <a:off x="3500072" y="1375496"/>
                <a:ext cx="79050" cy="24459"/>
              </a:xfrm>
              <a:custGeom>
                <a:avLst/>
                <a:gdLst/>
                <a:ahLst/>
                <a:cxnLst/>
                <a:rect l="l" t="t" r="r" b="b"/>
                <a:pathLst>
                  <a:path w="4069" h="1259" fill="none" extrusionOk="0">
                    <a:moveTo>
                      <a:pt x="3565" y="0"/>
                    </a:moveTo>
                    <a:lnTo>
                      <a:pt x="3565" y="0"/>
                    </a:lnTo>
                    <a:lnTo>
                      <a:pt x="3523" y="0"/>
                    </a:lnTo>
                    <a:lnTo>
                      <a:pt x="3523" y="0"/>
                    </a:lnTo>
                    <a:lnTo>
                      <a:pt x="462" y="252"/>
                    </a:lnTo>
                    <a:lnTo>
                      <a:pt x="462" y="252"/>
                    </a:lnTo>
                    <a:lnTo>
                      <a:pt x="294" y="294"/>
                    </a:lnTo>
                    <a:lnTo>
                      <a:pt x="126" y="420"/>
                    </a:lnTo>
                    <a:lnTo>
                      <a:pt x="43" y="588"/>
                    </a:lnTo>
                    <a:lnTo>
                      <a:pt x="1" y="797"/>
                    </a:lnTo>
                    <a:lnTo>
                      <a:pt x="1" y="797"/>
                    </a:lnTo>
                    <a:lnTo>
                      <a:pt x="43" y="965"/>
                    </a:lnTo>
                    <a:lnTo>
                      <a:pt x="168" y="1133"/>
                    </a:lnTo>
                    <a:lnTo>
                      <a:pt x="336" y="1217"/>
                    </a:lnTo>
                    <a:lnTo>
                      <a:pt x="504" y="1258"/>
                    </a:lnTo>
                    <a:lnTo>
                      <a:pt x="546" y="1258"/>
                    </a:lnTo>
                    <a:lnTo>
                      <a:pt x="546" y="1258"/>
                    </a:lnTo>
                    <a:lnTo>
                      <a:pt x="3607" y="1049"/>
                    </a:lnTo>
                    <a:lnTo>
                      <a:pt x="3607" y="1049"/>
                    </a:lnTo>
                    <a:lnTo>
                      <a:pt x="3817" y="965"/>
                    </a:lnTo>
                    <a:lnTo>
                      <a:pt x="3943" y="839"/>
                    </a:lnTo>
                    <a:lnTo>
                      <a:pt x="4026" y="671"/>
                    </a:lnTo>
                    <a:lnTo>
                      <a:pt x="4068" y="462"/>
                    </a:lnTo>
                    <a:lnTo>
                      <a:pt x="4068" y="462"/>
                    </a:lnTo>
                    <a:lnTo>
                      <a:pt x="4026" y="294"/>
                    </a:lnTo>
                    <a:lnTo>
                      <a:pt x="3901"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201;p17">
                <a:extLst>
                  <a:ext uri="{FF2B5EF4-FFF2-40B4-BE49-F238E27FC236}">
                    <a16:creationId xmlns:a16="http://schemas.microsoft.com/office/drawing/2014/main" id="{8DE17017-A9D7-0E96-0939-760A0248DEA3}"/>
                  </a:ext>
                </a:extLst>
              </p:cNvPr>
              <p:cNvSpPr/>
              <p:nvPr/>
            </p:nvSpPr>
            <p:spPr>
              <a:xfrm>
                <a:off x="1960324" y="1366540"/>
                <a:ext cx="78215" cy="25275"/>
              </a:xfrm>
              <a:custGeom>
                <a:avLst/>
                <a:gdLst/>
                <a:ahLst/>
                <a:cxnLst/>
                <a:rect l="l" t="t" r="r" b="b"/>
                <a:pathLst>
                  <a:path w="4026" h="1301" fill="none" extrusionOk="0">
                    <a:moveTo>
                      <a:pt x="503" y="0"/>
                    </a:moveTo>
                    <a:lnTo>
                      <a:pt x="503" y="0"/>
                    </a:lnTo>
                    <a:lnTo>
                      <a:pt x="336" y="42"/>
                    </a:lnTo>
                    <a:lnTo>
                      <a:pt x="168" y="126"/>
                    </a:lnTo>
                    <a:lnTo>
                      <a:pt x="42" y="252"/>
                    </a:lnTo>
                    <a:lnTo>
                      <a:pt x="0" y="461"/>
                    </a:lnTo>
                    <a:lnTo>
                      <a:pt x="0" y="461"/>
                    </a:lnTo>
                    <a:lnTo>
                      <a:pt x="0" y="671"/>
                    </a:lnTo>
                    <a:lnTo>
                      <a:pt x="126" y="839"/>
                    </a:lnTo>
                    <a:lnTo>
                      <a:pt x="252" y="965"/>
                    </a:lnTo>
                    <a:lnTo>
                      <a:pt x="461" y="1007"/>
                    </a:lnTo>
                    <a:lnTo>
                      <a:pt x="461" y="1007"/>
                    </a:lnTo>
                    <a:lnTo>
                      <a:pt x="3481" y="1300"/>
                    </a:lnTo>
                    <a:lnTo>
                      <a:pt x="3481" y="1300"/>
                    </a:lnTo>
                    <a:lnTo>
                      <a:pt x="3523" y="1300"/>
                    </a:lnTo>
                    <a:lnTo>
                      <a:pt x="3523" y="1300"/>
                    </a:lnTo>
                    <a:lnTo>
                      <a:pt x="3732" y="1300"/>
                    </a:lnTo>
                    <a:lnTo>
                      <a:pt x="3900" y="1174"/>
                    </a:lnTo>
                    <a:lnTo>
                      <a:pt x="3984" y="1049"/>
                    </a:lnTo>
                    <a:lnTo>
                      <a:pt x="4026" y="839"/>
                    </a:lnTo>
                    <a:lnTo>
                      <a:pt x="4026" y="839"/>
                    </a:lnTo>
                    <a:lnTo>
                      <a:pt x="4026" y="671"/>
                    </a:lnTo>
                    <a:lnTo>
                      <a:pt x="3942" y="503"/>
                    </a:lnTo>
                    <a:lnTo>
                      <a:pt x="3774" y="378"/>
                    </a:lnTo>
                    <a:lnTo>
                      <a:pt x="3607" y="294"/>
                    </a:lnTo>
                    <a:lnTo>
                      <a:pt x="3607" y="294"/>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02;p17">
                <a:extLst>
                  <a:ext uri="{FF2B5EF4-FFF2-40B4-BE49-F238E27FC236}">
                    <a16:creationId xmlns:a16="http://schemas.microsoft.com/office/drawing/2014/main" id="{2017F320-D469-78A8-2707-27796E36B3F1}"/>
                  </a:ext>
                </a:extLst>
              </p:cNvPr>
              <p:cNvSpPr/>
              <p:nvPr/>
            </p:nvSpPr>
            <p:spPr>
              <a:xfrm>
                <a:off x="3618208" y="1365724"/>
                <a:ext cx="79050" cy="25275"/>
              </a:xfrm>
              <a:custGeom>
                <a:avLst/>
                <a:gdLst/>
                <a:ahLst/>
                <a:cxnLst/>
                <a:rect l="l" t="t" r="r" b="b"/>
                <a:pathLst>
                  <a:path w="4069" h="1301" fill="none" extrusionOk="0">
                    <a:moveTo>
                      <a:pt x="3565" y="0"/>
                    </a:moveTo>
                    <a:lnTo>
                      <a:pt x="3565" y="0"/>
                    </a:lnTo>
                    <a:lnTo>
                      <a:pt x="3523" y="0"/>
                    </a:lnTo>
                    <a:lnTo>
                      <a:pt x="3523" y="0"/>
                    </a:lnTo>
                    <a:lnTo>
                      <a:pt x="504" y="252"/>
                    </a:lnTo>
                    <a:lnTo>
                      <a:pt x="504" y="252"/>
                    </a:lnTo>
                    <a:lnTo>
                      <a:pt x="294" y="336"/>
                    </a:lnTo>
                    <a:lnTo>
                      <a:pt x="126" y="461"/>
                    </a:lnTo>
                    <a:lnTo>
                      <a:pt x="42" y="629"/>
                    </a:lnTo>
                    <a:lnTo>
                      <a:pt x="0" y="839"/>
                    </a:lnTo>
                    <a:lnTo>
                      <a:pt x="0" y="839"/>
                    </a:lnTo>
                    <a:lnTo>
                      <a:pt x="84" y="1007"/>
                    </a:lnTo>
                    <a:lnTo>
                      <a:pt x="168" y="1132"/>
                    </a:lnTo>
                    <a:lnTo>
                      <a:pt x="336" y="1258"/>
                    </a:lnTo>
                    <a:lnTo>
                      <a:pt x="545" y="1300"/>
                    </a:lnTo>
                    <a:lnTo>
                      <a:pt x="587" y="1300"/>
                    </a:lnTo>
                    <a:lnTo>
                      <a:pt x="587" y="1300"/>
                    </a:lnTo>
                    <a:lnTo>
                      <a:pt x="3607" y="1007"/>
                    </a:lnTo>
                    <a:lnTo>
                      <a:pt x="3607" y="1007"/>
                    </a:lnTo>
                    <a:lnTo>
                      <a:pt x="3816" y="965"/>
                    </a:lnTo>
                    <a:lnTo>
                      <a:pt x="3942" y="839"/>
                    </a:lnTo>
                    <a:lnTo>
                      <a:pt x="4068" y="671"/>
                    </a:lnTo>
                    <a:lnTo>
                      <a:pt x="4068" y="461"/>
                    </a:lnTo>
                    <a:lnTo>
                      <a:pt x="4068" y="461"/>
                    </a:lnTo>
                    <a:lnTo>
                      <a:pt x="4026" y="294"/>
                    </a:lnTo>
                    <a:lnTo>
                      <a:pt x="3900" y="126"/>
                    </a:lnTo>
                    <a:lnTo>
                      <a:pt x="3774"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03;p17">
                <a:extLst>
                  <a:ext uri="{FF2B5EF4-FFF2-40B4-BE49-F238E27FC236}">
                    <a16:creationId xmlns:a16="http://schemas.microsoft.com/office/drawing/2014/main" id="{61106FF3-CA4F-4239-C8F6-EE0C270D3AFA}"/>
                  </a:ext>
                </a:extLst>
              </p:cNvPr>
              <p:cNvSpPr/>
              <p:nvPr/>
            </p:nvSpPr>
            <p:spPr>
              <a:xfrm>
                <a:off x="3737140" y="1355136"/>
                <a:ext cx="78235" cy="25275"/>
              </a:xfrm>
              <a:custGeom>
                <a:avLst/>
                <a:gdLst/>
                <a:ahLst/>
                <a:cxnLst/>
                <a:rect l="l" t="t" r="r" b="b"/>
                <a:pathLst>
                  <a:path w="4027" h="1301" fill="none" extrusionOk="0">
                    <a:moveTo>
                      <a:pt x="3523" y="0"/>
                    </a:moveTo>
                    <a:lnTo>
                      <a:pt x="3523" y="0"/>
                    </a:lnTo>
                    <a:lnTo>
                      <a:pt x="3482" y="0"/>
                    </a:lnTo>
                    <a:lnTo>
                      <a:pt x="3482" y="0"/>
                    </a:lnTo>
                    <a:lnTo>
                      <a:pt x="462" y="294"/>
                    </a:lnTo>
                    <a:lnTo>
                      <a:pt x="462" y="294"/>
                    </a:lnTo>
                    <a:lnTo>
                      <a:pt x="253" y="336"/>
                    </a:lnTo>
                    <a:lnTo>
                      <a:pt x="85" y="461"/>
                    </a:lnTo>
                    <a:lnTo>
                      <a:pt x="1" y="629"/>
                    </a:lnTo>
                    <a:lnTo>
                      <a:pt x="1" y="839"/>
                    </a:lnTo>
                    <a:lnTo>
                      <a:pt x="1" y="839"/>
                    </a:lnTo>
                    <a:lnTo>
                      <a:pt x="43" y="1006"/>
                    </a:lnTo>
                    <a:lnTo>
                      <a:pt x="169" y="1174"/>
                    </a:lnTo>
                    <a:lnTo>
                      <a:pt x="294" y="1258"/>
                    </a:lnTo>
                    <a:lnTo>
                      <a:pt x="504" y="1300"/>
                    </a:lnTo>
                    <a:lnTo>
                      <a:pt x="504" y="1300"/>
                    </a:lnTo>
                    <a:lnTo>
                      <a:pt x="546" y="1300"/>
                    </a:lnTo>
                    <a:lnTo>
                      <a:pt x="546" y="1300"/>
                    </a:lnTo>
                    <a:lnTo>
                      <a:pt x="3565" y="1006"/>
                    </a:lnTo>
                    <a:lnTo>
                      <a:pt x="3565" y="1006"/>
                    </a:lnTo>
                    <a:lnTo>
                      <a:pt x="3775" y="965"/>
                    </a:lnTo>
                    <a:lnTo>
                      <a:pt x="3943" y="839"/>
                    </a:lnTo>
                    <a:lnTo>
                      <a:pt x="4027" y="671"/>
                    </a:lnTo>
                    <a:lnTo>
                      <a:pt x="4027" y="461"/>
                    </a:lnTo>
                    <a:lnTo>
                      <a:pt x="4027" y="461"/>
                    </a:lnTo>
                    <a:lnTo>
                      <a:pt x="3985" y="294"/>
                    </a:lnTo>
                    <a:lnTo>
                      <a:pt x="3859"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204;p17">
                <a:extLst>
                  <a:ext uri="{FF2B5EF4-FFF2-40B4-BE49-F238E27FC236}">
                    <a16:creationId xmlns:a16="http://schemas.microsoft.com/office/drawing/2014/main" id="{383440DD-CC06-9536-0923-CA6DD32BF9B1}"/>
                  </a:ext>
                </a:extLst>
              </p:cNvPr>
              <p:cNvSpPr/>
              <p:nvPr/>
            </p:nvSpPr>
            <p:spPr>
              <a:xfrm>
                <a:off x="3855276" y="1343713"/>
                <a:ext cx="78235" cy="25275"/>
              </a:xfrm>
              <a:custGeom>
                <a:avLst/>
                <a:gdLst/>
                <a:ahLst/>
                <a:cxnLst/>
                <a:rect l="l" t="t" r="r" b="b"/>
                <a:pathLst>
                  <a:path w="4027" h="1301" fill="none" extrusionOk="0">
                    <a:moveTo>
                      <a:pt x="3523" y="1"/>
                    </a:moveTo>
                    <a:lnTo>
                      <a:pt x="3523" y="1"/>
                    </a:lnTo>
                    <a:lnTo>
                      <a:pt x="3481" y="1"/>
                    </a:lnTo>
                    <a:lnTo>
                      <a:pt x="3481" y="1"/>
                    </a:lnTo>
                    <a:lnTo>
                      <a:pt x="462" y="294"/>
                    </a:lnTo>
                    <a:lnTo>
                      <a:pt x="462" y="294"/>
                    </a:lnTo>
                    <a:lnTo>
                      <a:pt x="252" y="378"/>
                    </a:lnTo>
                    <a:lnTo>
                      <a:pt x="84" y="504"/>
                    </a:lnTo>
                    <a:lnTo>
                      <a:pt x="1" y="672"/>
                    </a:lnTo>
                    <a:lnTo>
                      <a:pt x="1" y="840"/>
                    </a:lnTo>
                    <a:lnTo>
                      <a:pt x="1" y="840"/>
                    </a:lnTo>
                    <a:lnTo>
                      <a:pt x="43" y="1049"/>
                    </a:lnTo>
                    <a:lnTo>
                      <a:pt x="168" y="1175"/>
                    </a:lnTo>
                    <a:lnTo>
                      <a:pt x="294" y="1301"/>
                    </a:lnTo>
                    <a:lnTo>
                      <a:pt x="504" y="1301"/>
                    </a:lnTo>
                    <a:lnTo>
                      <a:pt x="504" y="1301"/>
                    </a:lnTo>
                    <a:lnTo>
                      <a:pt x="546" y="1301"/>
                    </a:lnTo>
                    <a:lnTo>
                      <a:pt x="546" y="1301"/>
                    </a:lnTo>
                    <a:lnTo>
                      <a:pt x="3565" y="1007"/>
                    </a:lnTo>
                    <a:lnTo>
                      <a:pt x="3565" y="1007"/>
                    </a:lnTo>
                    <a:lnTo>
                      <a:pt x="3775" y="965"/>
                    </a:lnTo>
                    <a:lnTo>
                      <a:pt x="3943" y="840"/>
                    </a:lnTo>
                    <a:lnTo>
                      <a:pt x="4026" y="672"/>
                    </a:lnTo>
                    <a:lnTo>
                      <a:pt x="4026" y="462"/>
                    </a:lnTo>
                    <a:lnTo>
                      <a:pt x="4026" y="462"/>
                    </a:lnTo>
                    <a:lnTo>
                      <a:pt x="3984" y="294"/>
                    </a:lnTo>
                    <a:lnTo>
                      <a:pt x="3859"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205;p17">
                <a:extLst>
                  <a:ext uri="{FF2B5EF4-FFF2-40B4-BE49-F238E27FC236}">
                    <a16:creationId xmlns:a16="http://schemas.microsoft.com/office/drawing/2014/main" id="{17147C2C-AD8B-59F6-E177-AED468D1779D}"/>
                  </a:ext>
                </a:extLst>
              </p:cNvPr>
              <p:cNvSpPr/>
              <p:nvPr/>
            </p:nvSpPr>
            <p:spPr>
              <a:xfrm>
                <a:off x="7256600" y="1333126"/>
                <a:ext cx="52163" cy="56243"/>
              </a:xfrm>
              <a:custGeom>
                <a:avLst/>
                <a:gdLst/>
                <a:ahLst/>
                <a:cxnLst/>
                <a:rect l="l" t="t" r="r" b="b"/>
                <a:pathLst>
                  <a:path w="2685" h="2895" fill="none" extrusionOk="0">
                    <a:moveTo>
                      <a:pt x="1594" y="1"/>
                    </a:moveTo>
                    <a:lnTo>
                      <a:pt x="1594" y="1"/>
                    </a:lnTo>
                    <a:lnTo>
                      <a:pt x="1384" y="43"/>
                    </a:lnTo>
                    <a:lnTo>
                      <a:pt x="1258" y="127"/>
                    </a:lnTo>
                    <a:lnTo>
                      <a:pt x="1132" y="252"/>
                    </a:lnTo>
                    <a:lnTo>
                      <a:pt x="1091" y="420"/>
                    </a:lnTo>
                    <a:lnTo>
                      <a:pt x="1091" y="420"/>
                    </a:lnTo>
                    <a:lnTo>
                      <a:pt x="1091" y="546"/>
                    </a:lnTo>
                    <a:lnTo>
                      <a:pt x="1091" y="672"/>
                    </a:lnTo>
                    <a:lnTo>
                      <a:pt x="1132" y="798"/>
                    </a:lnTo>
                    <a:lnTo>
                      <a:pt x="1216" y="881"/>
                    </a:lnTo>
                    <a:lnTo>
                      <a:pt x="1216" y="881"/>
                    </a:lnTo>
                    <a:lnTo>
                      <a:pt x="126" y="2056"/>
                    </a:lnTo>
                    <a:lnTo>
                      <a:pt x="126" y="2056"/>
                    </a:lnTo>
                    <a:lnTo>
                      <a:pt x="42" y="2223"/>
                    </a:lnTo>
                    <a:lnTo>
                      <a:pt x="0" y="2433"/>
                    </a:lnTo>
                    <a:lnTo>
                      <a:pt x="42" y="2601"/>
                    </a:lnTo>
                    <a:lnTo>
                      <a:pt x="168" y="2769"/>
                    </a:lnTo>
                    <a:lnTo>
                      <a:pt x="168" y="2769"/>
                    </a:lnTo>
                    <a:lnTo>
                      <a:pt x="336" y="2852"/>
                    </a:lnTo>
                    <a:lnTo>
                      <a:pt x="503" y="2894"/>
                    </a:lnTo>
                    <a:lnTo>
                      <a:pt x="503" y="2894"/>
                    </a:lnTo>
                    <a:lnTo>
                      <a:pt x="713" y="2852"/>
                    </a:lnTo>
                    <a:lnTo>
                      <a:pt x="881" y="2727"/>
                    </a:lnTo>
                    <a:lnTo>
                      <a:pt x="881" y="2727"/>
                    </a:lnTo>
                    <a:lnTo>
                      <a:pt x="2558" y="965"/>
                    </a:lnTo>
                    <a:lnTo>
                      <a:pt x="2558" y="965"/>
                    </a:lnTo>
                    <a:lnTo>
                      <a:pt x="2642" y="839"/>
                    </a:lnTo>
                    <a:lnTo>
                      <a:pt x="2684" y="714"/>
                    </a:lnTo>
                    <a:lnTo>
                      <a:pt x="2684" y="588"/>
                    </a:lnTo>
                    <a:lnTo>
                      <a:pt x="2684" y="462"/>
                    </a:lnTo>
                    <a:lnTo>
                      <a:pt x="2684" y="462"/>
                    </a:lnTo>
                    <a:lnTo>
                      <a:pt x="2600" y="336"/>
                    </a:lnTo>
                    <a:lnTo>
                      <a:pt x="2516" y="210"/>
                    </a:lnTo>
                    <a:lnTo>
                      <a:pt x="2391" y="169"/>
                    </a:lnTo>
                    <a:lnTo>
                      <a:pt x="2265" y="127"/>
                    </a:lnTo>
                    <a:lnTo>
                      <a:pt x="1678" y="1"/>
                    </a:lnTo>
                    <a:lnTo>
                      <a:pt x="1678" y="1"/>
                    </a:lnTo>
                    <a:lnTo>
                      <a:pt x="159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206;p17">
                <a:extLst>
                  <a:ext uri="{FF2B5EF4-FFF2-40B4-BE49-F238E27FC236}">
                    <a16:creationId xmlns:a16="http://schemas.microsoft.com/office/drawing/2014/main" id="{77C9AC44-8970-CAB2-3EB9-841DB2B4F4EA}"/>
                  </a:ext>
                </a:extLst>
              </p:cNvPr>
              <p:cNvSpPr/>
              <p:nvPr/>
            </p:nvSpPr>
            <p:spPr>
              <a:xfrm>
                <a:off x="3973412" y="1331494"/>
                <a:ext cx="78235" cy="26091"/>
              </a:xfrm>
              <a:custGeom>
                <a:avLst/>
                <a:gdLst/>
                <a:ahLst/>
                <a:cxnLst/>
                <a:rect l="l" t="t" r="r" b="b"/>
                <a:pathLst>
                  <a:path w="4027" h="1343" fill="none" extrusionOk="0">
                    <a:moveTo>
                      <a:pt x="3523" y="1"/>
                    </a:moveTo>
                    <a:lnTo>
                      <a:pt x="3523" y="1"/>
                    </a:lnTo>
                    <a:lnTo>
                      <a:pt x="3481" y="1"/>
                    </a:lnTo>
                    <a:lnTo>
                      <a:pt x="3481" y="1"/>
                    </a:lnTo>
                    <a:lnTo>
                      <a:pt x="420" y="336"/>
                    </a:lnTo>
                    <a:lnTo>
                      <a:pt x="420" y="336"/>
                    </a:lnTo>
                    <a:lnTo>
                      <a:pt x="252" y="378"/>
                    </a:lnTo>
                    <a:lnTo>
                      <a:pt x="84" y="504"/>
                    </a:lnTo>
                    <a:lnTo>
                      <a:pt x="0" y="672"/>
                    </a:lnTo>
                    <a:lnTo>
                      <a:pt x="0" y="882"/>
                    </a:lnTo>
                    <a:lnTo>
                      <a:pt x="0" y="882"/>
                    </a:lnTo>
                    <a:lnTo>
                      <a:pt x="42" y="1049"/>
                    </a:lnTo>
                    <a:lnTo>
                      <a:pt x="168" y="1217"/>
                    </a:lnTo>
                    <a:lnTo>
                      <a:pt x="294" y="1301"/>
                    </a:lnTo>
                    <a:lnTo>
                      <a:pt x="503" y="1343"/>
                    </a:lnTo>
                    <a:lnTo>
                      <a:pt x="503" y="1343"/>
                    </a:lnTo>
                    <a:lnTo>
                      <a:pt x="545" y="1343"/>
                    </a:lnTo>
                    <a:lnTo>
                      <a:pt x="545" y="1343"/>
                    </a:lnTo>
                    <a:lnTo>
                      <a:pt x="3565" y="1007"/>
                    </a:lnTo>
                    <a:lnTo>
                      <a:pt x="3565" y="1007"/>
                    </a:lnTo>
                    <a:lnTo>
                      <a:pt x="3774" y="965"/>
                    </a:lnTo>
                    <a:lnTo>
                      <a:pt x="3942" y="840"/>
                    </a:lnTo>
                    <a:lnTo>
                      <a:pt x="4026" y="672"/>
                    </a:lnTo>
                    <a:lnTo>
                      <a:pt x="4026" y="462"/>
                    </a:lnTo>
                    <a:lnTo>
                      <a:pt x="4026" y="462"/>
                    </a:lnTo>
                    <a:lnTo>
                      <a:pt x="3984" y="294"/>
                    </a:lnTo>
                    <a:lnTo>
                      <a:pt x="3858"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07;p17">
                <a:extLst>
                  <a:ext uri="{FF2B5EF4-FFF2-40B4-BE49-F238E27FC236}">
                    <a16:creationId xmlns:a16="http://schemas.microsoft.com/office/drawing/2014/main" id="{165D888C-C277-867A-4C7B-3738DBBAFEF0}"/>
                  </a:ext>
                </a:extLst>
              </p:cNvPr>
              <p:cNvSpPr/>
              <p:nvPr/>
            </p:nvSpPr>
            <p:spPr>
              <a:xfrm>
                <a:off x="4090712" y="1319274"/>
                <a:ext cx="79050" cy="26091"/>
              </a:xfrm>
              <a:custGeom>
                <a:avLst/>
                <a:gdLst/>
                <a:ahLst/>
                <a:cxnLst/>
                <a:rect l="l" t="t" r="r" b="b"/>
                <a:pathLst>
                  <a:path w="4069" h="1343" fill="none" extrusionOk="0">
                    <a:moveTo>
                      <a:pt x="3566" y="1"/>
                    </a:moveTo>
                    <a:lnTo>
                      <a:pt x="3566" y="1"/>
                    </a:lnTo>
                    <a:lnTo>
                      <a:pt x="3524" y="1"/>
                    </a:lnTo>
                    <a:lnTo>
                      <a:pt x="462" y="336"/>
                    </a:lnTo>
                    <a:lnTo>
                      <a:pt x="462" y="336"/>
                    </a:lnTo>
                    <a:lnTo>
                      <a:pt x="295" y="378"/>
                    </a:lnTo>
                    <a:lnTo>
                      <a:pt x="127" y="504"/>
                    </a:lnTo>
                    <a:lnTo>
                      <a:pt x="43" y="672"/>
                    </a:lnTo>
                    <a:lnTo>
                      <a:pt x="1" y="882"/>
                    </a:lnTo>
                    <a:lnTo>
                      <a:pt x="1" y="882"/>
                    </a:lnTo>
                    <a:lnTo>
                      <a:pt x="85" y="1049"/>
                    </a:lnTo>
                    <a:lnTo>
                      <a:pt x="169" y="1217"/>
                    </a:lnTo>
                    <a:lnTo>
                      <a:pt x="336" y="1301"/>
                    </a:lnTo>
                    <a:lnTo>
                      <a:pt x="546" y="1343"/>
                    </a:lnTo>
                    <a:lnTo>
                      <a:pt x="546" y="1343"/>
                    </a:lnTo>
                    <a:lnTo>
                      <a:pt x="588" y="1343"/>
                    </a:lnTo>
                    <a:lnTo>
                      <a:pt x="3607" y="1007"/>
                    </a:lnTo>
                    <a:lnTo>
                      <a:pt x="3607" y="1007"/>
                    </a:lnTo>
                    <a:lnTo>
                      <a:pt x="3817" y="965"/>
                    </a:lnTo>
                    <a:lnTo>
                      <a:pt x="3943" y="840"/>
                    </a:lnTo>
                    <a:lnTo>
                      <a:pt x="4069" y="672"/>
                    </a:lnTo>
                    <a:lnTo>
                      <a:pt x="4069" y="462"/>
                    </a:lnTo>
                    <a:lnTo>
                      <a:pt x="4069" y="462"/>
                    </a:lnTo>
                    <a:lnTo>
                      <a:pt x="4027" y="294"/>
                    </a:lnTo>
                    <a:lnTo>
                      <a:pt x="3901" y="127"/>
                    </a:lnTo>
                    <a:lnTo>
                      <a:pt x="3733" y="43"/>
                    </a:lnTo>
                    <a:lnTo>
                      <a:pt x="3566"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08;p17">
                <a:extLst>
                  <a:ext uri="{FF2B5EF4-FFF2-40B4-BE49-F238E27FC236}">
                    <a16:creationId xmlns:a16="http://schemas.microsoft.com/office/drawing/2014/main" id="{89531123-D131-76F2-59DD-AE5447BF531E}"/>
                  </a:ext>
                </a:extLst>
              </p:cNvPr>
              <p:cNvSpPr/>
              <p:nvPr/>
            </p:nvSpPr>
            <p:spPr>
              <a:xfrm>
                <a:off x="7160456" y="1314398"/>
                <a:ext cx="78235" cy="28520"/>
              </a:xfrm>
              <a:custGeom>
                <a:avLst/>
                <a:gdLst/>
                <a:ahLst/>
                <a:cxnLst/>
                <a:rect l="l" t="t" r="r" b="b"/>
                <a:pathLst>
                  <a:path w="4027" h="1468" fill="none" extrusionOk="0">
                    <a:moveTo>
                      <a:pt x="504" y="0"/>
                    </a:moveTo>
                    <a:lnTo>
                      <a:pt x="504" y="0"/>
                    </a:lnTo>
                    <a:lnTo>
                      <a:pt x="336" y="42"/>
                    </a:lnTo>
                    <a:lnTo>
                      <a:pt x="169" y="126"/>
                    </a:lnTo>
                    <a:lnTo>
                      <a:pt x="85" y="252"/>
                    </a:lnTo>
                    <a:lnTo>
                      <a:pt x="1" y="420"/>
                    </a:lnTo>
                    <a:lnTo>
                      <a:pt x="1" y="420"/>
                    </a:lnTo>
                    <a:lnTo>
                      <a:pt x="1" y="629"/>
                    </a:lnTo>
                    <a:lnTo>
                      <a:pt x="85" y="797"/>
                    </a:lnTo>
                    <a:lnTo>
                      <a:pt x="252" y="923"/>
                    </a:lnTo>
                    <a:lnTo>
                      <a:pt x="420" y="1007"/>
                    </a:lnTo>
                    <a:lnTo>
                      <a:pt x="420" y="1007"/>
                    </a:lnTo>
                    <a:lnTo>
                      <a:pt x="3440" y="1468"/>
                    </a:lnTo>
                    <a:lnTo>
                      <a:pt x="3440" y="1468"/>
                    </a:lnTo>
                    <a:lnTo>
                      <a:pt x="3523" y="1468"/>
                    </a:lnTo>
                    <a:lnTo>
                      <a:pt x="3523" y="1468"/>
                    </a:lnTo>
                    <a:lnTo>
                      <a:pt x="3691" y="1468"/>
                    </a:lnTo>
                    <a:lnTo>
                      <a:pt x="3859" y="1384"/>
                    </a:lnTo>
                    <a:lnTo>
                      <a:pt x="3943" y="1216"/>
                    </a:lnTo>
                    <a:lnTo>
                      <a:pt x="4027" y="1049"/>
                    </a:lnTo>
                    <a:lnTo>
                      <a:pt x="4027" y="1049"/>
                    </a:lnTo>
                    <a:lnTo>
                      <a:pt x="4027" y="839"/>
                    </a:lnTo>
                    <a:lnTo>
                      <a:pt x="3943" y="671"/>
                    </a:lnTo>
                    <a:lnTo>
                      <a:pt x="3775" y="545"/>
                    </a:lnTo>
                    <a:lnTo>
                      <a:pt x="3607" y="462"/>
                    </a:lnTo>
                    <a:lnTo>
                      <a:pt x="3607" y="462"/>
                    </a:lnTo>
                    <a:lnTo>
                      <a:pt x="588" y="0"/>
                    </a:lnTo>
                    <a:lnTo>
                      <a:pt x="588"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09;p17">
                <a:extLst>
                  <a:ext uri="{FF2B5EF4-FFF2-40B4-BE49-F238E27FC236}">
                    <a16:creationId xmlns:a16="http://schemas.microsoft.com/office/drawing/2014/main" id="{D470F1FD-F017-75BF-3D79-036850383906}"/>
                  </a:ext>
                </a:extLst>
              </p:cNvPr>
              <p:cNvSpPr/>
              <p:nvPr/>
            </p:nvSpPr>
            <p:spPr>
              <a:xfrm>
                <a:off x="4208848" y="1307054"/>
                <a:ext cx="79050" cy="26091"/>
              </a:xfrm>
              <a:custGeom>
                <a:avLst/>
                <a:gdLst/>
                <a:ahLst/>
                <a:cxnLst/>
                <a:rect l="l" t="t" r="r" b="b"/>
                <a:pathLst>
                  <a:path w="4069" h="1343" fill="none" extrusionOk="0">
                    <a:moveTo>
                      <a:pt x="3565" y="1"/>
                    </a:moveTo>
                    <a:lnTo>
                      <a:pt x="3565" y="1"/>
                    </a:lnTo>
                    <a:lnTo>
                      <a:pt x="3481" y="1"/>
                    </a:lnTo>
                    <a:lnTo>
                      <a:pt x="462" y="336"/>
                    </a:lnTo>
                    <a:lnTo>
                      <a:pt x="462" y="336"/>
                    </a:lnTo>
                    <a:lnTo>
                      <a:pt x="252" y="378"/>
                    </a:lnTo>
                    <a:lnTo>
                      <a:pt x="126" y="504"/>
                    </a:lnTo>
                    <a:lnTo>
                      <a:pt x="43" y="672"/>
                    </a:lnTo>
                    <a:lnTo>
                      <a:pt x="1" y="881"/>
                    </a:lnTo>
                    <a:lnTo>
                      <a:pt x="1" y="881"/>
                    </a:lnTo>
                    <a:lnTo>
                      <a:pt x="85" y="1049"/>
                    </a:lnTo>
                    <a:lnTo>
                      <a:pt x="168" y="1217"/>
                    </a:lnTo>
                    <a:lnTo>
                      <a:pt x="336" y="1301"/>
                    </a:lnTo>
                    <a:lnTo>
                      <a:pt x="504" y="1343"/>
                    </a:lnTo>
                    <a:lnTo>
                      <a:pt x="504" y="1343"/>
                    </a:lnTo>
                    <a:lnTo>
                      <a:pt x="588" y="1343"/>
                    </a:lnTo>
                    <a:lnTo>
                      <a:pt x="3607" y="1007"/>
                    </a:lnTo>
                    <a:lnTo>
                      <a:pt x="3607" y="1007"/>
                    </a:lnTo>
                    <a:lnTo>
                      <a:pt x="3817" y="923"/>
                    </a:lnTo>
                    <a:lnTo>
                      <a:pt x="3943" y="840"/>
                    </a:lnTo>
                    <a:lnTo>
                      <a:pt x="4027" y="630"/>
                    </a:lnTo>
                    <a:lnTo>
                      <a:pt x="4068" y="462"/>
                    </a:lnTo>
                    <a:lnTo>
                      <a:pt x="4068" y="462"/>
                    </a:lnTo>
                    <a:lnTo>
                      <a:pt x="3985" y="252"/>
                    </a:lnTo>
                    <a:lnTo>
                      <a:pt x="3901"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10;p17">
                <a:extLst>
                  <a:ext uri="{FF2B5EF4-FFF2-40B4-BE49-F238E27FC236}">
                    <a16:creationId xmlns:a16="http://schemas.microsoft.com/office/drawing/2014/main" id="{BC54B31E-27F3-D101-8579-D565E5FF918D}"/>
                  </a:ext>
                </a:extLst>
              </p:cNvPr>
              <p:cNvSpPr/>
              <p:nvPr/>
            </p:nvSpPr>
            <p:spPr>
              <a:xfrm>
                <a:off x="7043155" y="1296467"/>
                <a:ext cx="78215" cy="28539"/>
              </a:xfrm>
              <a:custGeom>
                <a:avLst/>
                <a:gdLst/>
                <a:ahLst/>
                <a:cxnLst/>
                <a:rect l="l" t="t" r="r" b="b"/>
                <a:pathLst>
                  <a:path w="4026" h="1469" fill="none" extrusionOk="0">
                    <a:moveTo>
                      <a:pt x="503" y="1"/>
                    </a:moveTo>
                    <a:lnTo>
                      <a:pt x="503" y="1"/>
                    </a:lnTo>
                    <a:lnTo>
                      <a:pt x="336" y="43"/>
                    </a:lnTo>
                    <a:lnTo>
                      <a:pt x="168" y="126"/>
                    </a:lnTo>
                    <a:lnTo>
                      <a:pt x="84" y="252"/>
                    </a:lnTo>
                    <a:lnTo>
                      <a:pt x="0" y="462"/>
                    </a:lnTo>
                    <a:lnTo>
                      <a:pt x="0" y="462"/>
                    </a:lnTo>
                    <a:lnTo>
                      <a:pt x="42" y="630"/>
                    </a:lnTo>
                    <a:lnTo>
                      <a:pt x="126" y="839"/>
                    </a:lnTo>
                    <a:lnTo>
                      <a:pt x="252" y="965"/>
                    </a:lnTo>
                    <a:lnTo>
                      <a:pt x="461" y="1007"/>
                    </a:lnTo>
                    <a:lnTo>
                      <a:pt x="461" y="1007"/>
                    </a:lnTo>
                    <a:lnTo>
                      <a:pt x="3439" y="1468"/>
                    </a:lnTo>
                    <a:lnTo>
                      <a:pt x="3439" y="1468"/>
                    </a:lnTo>
                    <a:lnTo>
                      <a:pt x="3523" y="1468"/>
                    </a:lnTo>
                    <a:lnTo>
                      <a:pt x="3523" y="1468"/>
                    </a:lnTo>
                    <a:lnTo>
                      <a:pt x="3732" y="1426"/>
                    </a:lnTo>
                    <a:lnTo>
                      <a:pt x="3858" y="1343"/>
                    </a:lnTo>
                    <a:lnTo>
                      <a:pt x="3984" y="1217"/>
                    </a:lnTo>
                    <a:lnTo>
                      <a:pt x="4026" y="1049"/>
                    </a:lnTo>
                    <a:lnTo>
                      <a:pt x="4026" y="1049"/>
                    </a:lnTo>
                    <a:lnTo>
                      <a:pt x="4026" y="839"/>
                    </a:lnTo>
                    <a:lnTo>
                      <a:pt x="3942" y="672"/>
                    </a:lnTo>
                    <a:lnTo>
                      <a:pt x="3816" y="546"/>
                    </a:lnTo>
                    <a:lnTo>
                      <a:pt x="3607" y="462"/>
                    </a:lnTo>
                    <a:lnTo>
                      <a:pt x="3607" y="462"/>
                    </a:lnTo>
                    <a:lnTo>
                      <a:pt x="587" y="1"/>
                    </a:lnTo>
                    <a:lnTo>
                      <a:pt x="587"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11;p17">
                <a:extLst>
                  <a:ext uri="{FF2B5EF4-FFF2-40B4-BE49-F238E27FC236}">
                    <a16:creationId xmlns:a16="http://schemas.microsoft.com/office/drawing/2014/main" id="{2F3C0546-5BAC-F192-5189-F0173F059915}"/>
                  </a:ext>
                </a:extLst>
              </p:cNvPr>
              <p:cNvSpPr/>
              <p:nvPr/>
            </p:nvSpPr>
            <p:spPr>
              <a:xfrm>
                <a:off x="4326984" y="1294019"/>
                <a:ext cx="78235" cy="26091"/>
              </a:xfrm>
              <a:custGeom>
                <a:avLst/>
                <a:gdLst/>
                <a:ahLst/>
                <a:cxnLst/>
                <a:rect l="l" t="t" r="r" b="b"/>
                <a:pathLst>
                  <a:path w="4027" h="1343" fill="none" extrusionOk="0">
                    <a:moveTo>
                      <a:pt x="3523" y="1"/>
                    </a:moveTo>
                    <a:lnTo>
                      <a:pt x="3523" y="1"/>
                    </a:lnTo>
                    <a:lnTo>
                      <a:pt x="3481" y="1"/>
                    </a:lnTo>
                    <a:lnTo>
                      <a:pt x="462" y="336"/>
                    </a:lnTo>
                    <a:lnTo>
                      <a:pt x="462" y="336"/>
                    </a:lnTo>
                    <a:lnTo>
                      <a:pt x="252" y="420"/>
                    </a:lnTo>
                    <a:lnTo>
                      <a:pt x="126" y="546"/>
                    </a:lnTo>
                    <a:lnTo>
                      <a:pt x="0" y="714"/>
                    </a:lnTo>
                    <a:lnTo>
                      <a:pt x="0" y="882"/>
                    </a:lnTo>
                    <a:lnTo>
                      <a:pt x="0" y="882"/>
                    </a:lnTo>
                    <a:lnTo>
                      <a:pt x="42" y="1091"/>
                    </a:lnTo>
                    <a:lnTo>
                      <a:pt x="168" y="1217"/>
                    </a:lnTo>
                    <a:lnTo>
                      <a:pt x="336" y="1343"/>
                    </a:lnTo>
                    <a:lnTo>
                      <a:pt x="504" y="1343"/>
                    </a:lnTo>
                    <a:lnTo>
                      <a:pt x="504" y="1343"/>
                    </a:lnTo>
                    <a:lnTo>
                      <a:pt x="546" y="1343"/>
                    </a:lnTo>
                    <a:lnTo>
                      <a:pt x="3607" y="1049"/>
                    </a:lnTo>
                    <a:lnTo>
                      <a:pt x="3607" y="1049"/>
                    </a:lnTo>
                    <a:lnTo>
                      <a:pt x="3775" y="965"/>
                    </a:lnTo>
                    <a:lnTo>
                      <a:pt x="3942" y="840"/>
                    </a:lnTo>
                    <a:lnTo>
                      <a:pt x="4026" y="672"/>
                    </a:lnTo>
                    <a:lnTo>
                      <a:pt x="4026" y="462"/>
                    </a:lnTo>
                    <a:lnTo>
                      <a:pt x="4026" y="462"/>
                    </a:lnTo>
                    <a:lnTo>
                      <a:pt x="3984" y="294"/>
                    </a:lnTo>
                    <a:lnTo>
                      <a:pt x="3858" y="169"/>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12;p17">
                <a:extLst>
                  <a:ext uri="{FF2B5EF4-FFF2-40B4-BE49-F238E27FC236}">
                    <a16:creationId xmlns:a16="http://schemas.microsoft.com/office/drawing/2014/main" id="{B32A78C2-0251-0E58-837F-D0C77C8B890A}"/>
                  </a:ext>
                </a:extLst>
              </p:cNvPr>
              <p:cNvSpPr/>
              <p:nvPr/>
            </p:nvSpPr>
            <p:spPr>
              <a:xfrm>
                <a:off x="4444304" y="1281799"/>
                <a:ext cx="79031" cy="26091"/>
              </a:xfrm>
              <a:custGeom>
                <a:avLst/>
                <a:gdLst/>
                <a:ahLst/>
                <a:cxnLst/>
                <a:rect l="l" t="t" r="r" b="b"/>
                <a:pathLst>
                  <a:path w="4068" h="1343" fill="none" extrusionOk="0">
                    <a:moveTo>
                      <a:pt x="3565" y="1"/>
                    </a:moveTo>
                    <a:lnTo>
                      <a:pt x="3565" y="1"/>
                    </a:lnTo>
                    <a:lnTo>
                      <a:pt x="3523" y="1"/>
                    </a:lnTo>
                    <a:lnTo>
                      <a:pt x="3523" y="1"/>
                    </a:lnTo>
                    <a:lnTo>
                      <a:pt x="461" y="336"/>
                    </a:lnTo>
                    <a:lnTo>
                      <a:pt x="461" y="336"/>
                    </a:lnTo>
                    <a:lnTo>
                      <a:pt x="294" y="378"/>
                    </a:lnTo>
                    <a:lnTo>
                      <a:pt x="126" y="504"/>
                    </a:lnTo>
                    <a:lnTo>
                      <a:pt x="42" y="672"/>
                    </a:lnTo>
                    <a:lnTo>
                      <a:pt x="0" y="881"/>
                    </a:lnTo>
                    <a:lnTo>
                      <a:pt x="0" y="881"/>
                    </a:lnTo>
                    <a:lnTo>
                      <a:pt x="84" y="1091"/>
                    </a:lnTo>
                    <a:lnTo>
                      <a:pt x="168" y="1217"/>
                    </a:lnTo>
                    <a:lnTo>
                      <a:pt x="336" y="1301"/>
                    </a:lnTo>
                    <a:lnTo>
                      <a:pt x="545" y="1343"/>
                    </a:lnTo>
                    <a:lnTo>
                      <a:pt x="545" y="1343"/>
                    </a:lnTo>
                    <a:lnTo>
                      <a:pt x="587" y="1343"/>
                    </a:lnTo>
                    <a:lnTo>
                      <a:pt x="587" y="1343"/>
                    </a:lnTo>
                    <a:lnTo>
                      <a:pt x="3607" y="1049"/>
                    </a:lnTo>
                    <a:lnTo>
                      <a:pt x="3607" y="1049"/>
                    </a:lnTo>
                    <a:lnTo>
                      <a:pt x="3816" y="965"/>
                    </a:lnTo>
                    <a:lnTo>
                      <a:pt x="3942" y="840"/>
                    </a:lnTo>
                    <a:lnTo>
                      <a:pt x="4026" y="672"/>
                    </a:lnTo>
                    <a:lnTo>
                      <a:pt x="4068" y="462"/>
                    </a:lnTo>
                    <a:lnTo>
                      <a:pt x="4068" y="462"/>
                    </a:lnTo>
                    <a:lnTo>
                      <a:pt x="4026" y="294"/>
                    </a:lnTo>
                    <a:lnTo>
                      <a:pt x="3900" y="127"/>
                    </a:lnTo>
                    <a:lnTo>
                      <a:pt x="3732"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13;p17">
                <a:extLst>
                  <a:ext uri="{FF2B5EF4-FFF2-40B4-BE49-F238E27FC236}">
                    <a16:creationId xmlns:a16="http://schemas.microsoft.com/office/drawing/2014/main" id="{A7798F04-78F4-FD37-BCC7-F71E7EE1E914}"/>
                  </a:ext>
                </a:extLst>
              </p:cNvPr>
              <p:cNvSpPr/>
              <p:nvPr/>
            </p:nvSpPr>
            <p:spPr>
              <a:xfrm>
                <a:off x="6925836" y="1280167"/>
                <a:ext cx="78235" cy="27723"/>
              </a:xfrm>
              <a:custGeom>
                <a:avLst/>
                <a:gdLst/>
                <a:ahLst/>
                <a:cxnLst/>
                <a:rect l="l" t="t" r="r" b="b"/>
                <a:pathLst>
                  <a:path w="4027" h="1427" fill="none" extrusionOk="0">
                    <a:moveTo>
                      <a:pt x="504" y="1"/>
                    </a:moveTo>
                    <a:lnTo>
                      <a:pt x="504" y="1"/>
                    </a:lnTo>
                    <a:lnTo>
                      <a:pt x="336" y="43"/>
                    </a:lnTo>
                    <a:lnTo>
                      <a:pt x="168" y="127"/>
                    </a:lnTo>
                    <a:lnTo>
                      <a:pt x="84" y="295"/>
                    </a:lnTo>
                    <a:lnTo>
                      <a:pt x="0" y="462"/>
                    </a:lnTo>
                    <a:lnTo>
                      <a:pt x="0" y="462"/>
                    </a:lnTo>
                    <a:lnTo>
                      <a:pt x="42" y="672"/>
                    </a:lnTo>
                    <a:lnTo>
                      <a:pt x="126" y="840"/>
                    </a:lnTo>
                    <a:lnTo>
                      <a:pt x="252" y="965"/>
                    </a:lnTo>
                    <a:lnTo>
                      <a:pt x="462" y="1049"/>
                    </a:lnTo>
                    <a:lnTo>
                      <a:pt x="462" y="1049"/>
                    </a:lnTo>
                    <a:lnTo>
                      <a:pt x="3481" y="1427"/>
                    </a:lnTo>
                    <a:lnTo>
                      <a:pt x="3481" y="1427"/>
                    </a:lnTo>
                    <a:lnTo>
                      <a:pt x="3523" y="1427"/>
                    </a:lnTo>
                    <a:lnTo>
                      <a:pt x="3523" y="1427"/>
                    </a:lnTo>
                    <a:lnTo>
                      <a:pt x="3733" y="1427"/>
                    </a:lnTo>
                    <a:lnTo>
                      <a:pt x="3858" y="1301"/>
                    </a:lnTo>
                    <a:lnTo>
                      <a:pt x="3984" y="1175"/>
                    </a:lnTo>
                    <a:lnTo>
                      <a:pt x="4026" y="1007"/>
                    </a:lnTo>
                    <a:lnTo>
                      <a:pt x="4026" y="1007"/>
                    </a:lnTo>
                    <a:lnTo>
                      <a:pt x="4026" y="798"/>
                    </a:lnTo>
                    <a:lnTo>
                      <a:pt x="3942" y="630"/>
                    </a:lnTo>
                    <a:lnTo>
                      <a:pt x="3816" y="504"/>
                    </a:lnTo>
                    <a:lnTo>
                      <a:pt x="3607" y="420"/>
                    </a:lnTo>
                    <a:lnTo>
                      <a:pt x="3607" y="420"/>
                    </a:lnTo>
                    <a:lnTo>
                      <a:pt x="587" y="43"/>
                    </a:lnTo>
                    <a:lnTo>
                      <a:pt x="587"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14;p17">
                <a:extLst>
                  <a:ext uri="{FF2B5EF4-FFF2-40B4-BE49-F238E27FC236}">
                    <a16:creationId xmlns:a16="http://schemas.microsoft.com/office/drawing/2014/main" id="{A2F31298-7189-C211-23B1-AFF693890649}"/>
                  </a:ext>
                </a:extLst>
              </p:cNvPr>
              <p:cNvSpPr/>
              <p:nvPr/>
            </p:nvSpPr>
            <p:spPr>
              <a:xfrm>
                <a:off x="4562420" y="1270395"/>
                <a:ext cx="79050" cy="25275"/>
              </a:xfrm>
              <a:custGeom>
                <a:avLst/>
                <a:gdLst/>
                <a:ahLst/>
                <a:cxnLst/>
                <a:rect l="l" t="t" r="r" b="b"/>
                <a:pathLst>
                  <a:path w="4069" h="1301" fill="none" extrusionOk="0">
                    <a:moveTo>
                      <a:pt x="3523" y="1"/>
                    </a:moveTo>
                    <a:lnTo>
                      <a:pt x="3523" y="1"/>
                    </a:lnTo>
                    <a:lnTo>
                      <a:pt x="3481" y="1"/>
                    </a:lnTo>
                    <a:lnTo>
                      <a:pt x="3481" y="1"/>
                    </a:lnTo>
                    <a:lnTo>
                      <a:pt x="462" y="294"/>
                    </a:lnTo>
                    <a:lnTo>
                      <a:pt x="462" y="294"/>
                    </a:lnTo>
                    <a:lnTo>
                      <a:pt x="252" y="336"/>
                    </a:lnTo>
                    <a:lnTo>
                      <a:pt x="127" y="462"/>
                    </a:lnTo>
                    <a:lnTo>
                      <a:pt x="43" y="672"/>
                    </a:lnTo>
                    <a:lnTo>
                      <a:pt x="1" y="839"/>
                    </a:lnTo>
                    <a:lnTo>
                      <a:pt x="1" y="839"/>
                    </a:lnTo>
                    <a:lnTo>
                      <a:pt x="43" y="1049"/>
                    </a:lnTo>
                    <a:lnTo>
                      <a:pt x="169" y="1175"/>
                    </a:lnTo>
                    <a:lnTo>
                      <a:pt x="336" y="1259"/>
                    </a:lnTo>
                    <a:lnTo>
                      <a:pt x="504" y="1301"/>
                    </a:lnTo>
                    <a:lnTo>
                      <a:pt x="504" y="1301"/>
                    </a:lnTo>
                    <a:lnTo>
                      <a:pt x="546" y="1301"/>
                    </a:lnTo>
                    <a:lnTo>
                      <a:pt x="546" y="1301"/>
                    </a:lnTo>
                    <a:lnTo>
                      <a:pt x="3607" y="1007"/>
                    </a:lnTo>
                    <a:lnTo>
                      <a:pt x="3607" y="1007"/>
                    </a:lnTo>
                    <a:lnTo>
                      <a:pt x="3775" y="965"/>
                    </a:lnTo>
                    <a:lnTo>
                      <a:pt x="3943" y="839"/>
                    </a:lnTo>
                    <a:lnTo>
                      <a:pt x="4027" y="672"/>
                    </a:lnTo>
                    <a:lnTo>
                      <a:pt x="4069" y="462"/>
                    </a:lnTo>
                    <a:lnTo>
                      <a:pt x="4069" y="462"/>
                    </a:lnTo>
                    <a:lnTo>
                      <a:pt x="3985" y="252"/>
                    </a:lnTo>
                    <a:lnTo>
                      <a:pt x="3901"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15;p17">
                <a:extLst>
                  <a:ext uri="{FF2B5EF4-FFF2-40B4-BE49-F238E27FC236}">
                    <a16:creationId xmlns:a16="http://schemas.microsoft.com/office/drawing/2014/main" id="{7D3B533E-1FC9-A881-214F-F483A3E41832}"/>
                  </a:ext>
                </a:extLst>
              </p:cNvPr>
              <p:cNvSpPr/>
              <p:nvPr/>
            </p:nvSpPr>
            <p:spPr>
              <a:xfrm>
                <a:off x="6808516" y="1266335"/>
                <a:ext cx="78235" cy="26888"/>
              </a:xfrm>
              <a:custGeom>
                <a:avLst/>
                <a:gdLst/>
                <a:ahLst/>
                <a:cxnLst/>
                <a:rect l="l" t="t" r="r" b="b"/>
                <a:pathLst>
                  <a:path w="4027" h="1384" fill="none" extrusionOk="0">
                    <a:moveTo>
                      <a:pt x="504" y="0"/>
                    </a:moveTo>
                    <a:lnTo>
                      <a:pt x="504" y="0"/>
                    </a:lnTo>
                    <a:lnTo>
                      <a:pt x="336" y="0"/>
                    </a:lnTo>
                    <a:lnTo>
                      <a:pt x="168" y="126"/>
                    </a:lnTo>
                    <a:lnTo>
                      <a:pt x="43" y="252"/>
                    </a:lnTo>
                    <a:lnTo>
                      <a:pt x="1" y="419"/>
                    </a:lnTo>
                    <a:lnTo>
                      <a:pt x="1" y="419"/>
                    </a:lnTo>
                    <a:lnTo>
                      <a:pt x="1" y="629"/>
                    </a:lnTo>
                    <a:lnTo>
                      <a:pt x="126" y="797"/>
                    </a:lnTo>
                    <a:lnTo>
                      <a:pt x="252" y="923"/>
                    </a:lnTo>
                    <a:lnTo>
                      <a:pt x="462" y="1007"/>
                    </a:lnTo>
                    <a:lnTo>
                      <a:pt x="462" y="1007"/>
                    </a:lnTo>
                    <a:lnTo>
                      <a:pt x="3481" y="1342"/>
                    </a:lnTo>
                    <a:lnTo>
                      <a:pt x="3481" y="1342"/>
                    </a:lnTo>
                    <a:lnTo>
                      <a:pt x="3523" y="1384"/>
                    </a:lnTo>
                    <a:lnTo>
                      <a:pt x="3523" y="1384"/>
                    </a:lnTo>
                    <a:lnTo>
                      <a:pt x="3733" y="1342"/>
                    </a:lnTo>
                    <a:lnTo>
                      <a:pt x="3859" y="1258"/>
                    </a:lnTo>
                    <a:lnTo>
                      <a:pt x="3984" y="1090"/>
                    </a:lnTo>
                    <a:lnTo>
                      <a:pt x="4026" y="923"/>
                    </a:lnTo>
                    <a:lnTo>
                      <a:pt x="4026" y="923"/>
                    </a:lnTo>
                    <a:lnTo>
                      <a:pt x="4026" y="713"/>
                    </a:lnTo>
                    <a:lnTo>
                      <a:pt x="3943" y="545"/>
                    </a:lnTo>
                    <a:lnTo>
                      <a:pt x="3775" y="419"/>
                    </a:lnTo>
                    <a:lnTo>
                      <a:pt x="3607" y="336"/>
                    </a:lnTo>
                    <a:lnTo>
                      <a:pt x="3607" y="336"/>
                    </a:lnTo>
                    <a:lnTo>
                      <a:pt x="588" y="0"/>
                    </a:lnTo>
                    <a:lnTo>
                      <a:pt x="588"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16;p17">
                <a:extLst>
                  <a:ext uri="{FF2B5EF4-FFF2-40B4-BE49-F238E27FC236}">
                    <a16:creationId xmlns:a16="http://schemas.microsoft.com/office/drawing/2014/main" id="{BA50E1DB-3507-F714-9D3E-C32B4630F9D8}"/>
                  </a:ext>
                </a:extLst>
              </p:cNvPr>
              <p:cNvSpPr/>
              <p:nvPr/>
            </p:nvSpPr>
            <p:spPr>
              <a:xfrm>
                <a:off x="4680556" y="1258992"/>
                <a:ext cx="78235" cy="25275"/>
              </a:xfrm>
              <a:custGeom>
                <a:avLst/>
                <a:gdLst/>
                <a:ahLst/>
                <a:cxnLst/>
                <a:rect l="l" t="t" r="r" b="b"/>
                <a:pathLst>
                  <a:path w="4027" h="1301" fill="none" extrusionOk="0">
                    <a:moveTo>
                      <a:pt x="3523" y="1"/>
                    </a:moveTo>
                    <a:lnTo>
                      <a:pt x="3523" y="1"/>
                    </a:lnTo>
                    <a:lnTo>
                      <a:pt x="3481" y="1"/>
                    </a:lnTo>
                    <a:lnTo>
                      <a:pt x="3481" y="1"/>
                    </a:lnTo>
                    <a:lnTo>
                      <a:pt x="462" y="294"/>
                    </a:lnTo>
                    <a:lnTo>
                      <a:pt x="462" y="294"/>
                    </a:lnTo>
                    <a:lnTo>
                      <a:pt x="252" y="336"/>
                    </a:lnTo>
                    <a:lnTo>
                      <a:pt x="84" y="462"/>
                    </a:lnTo>
                    <a:lnTo>
                      <a:pt x="0" y="630"/>
                    </a:lnTo>
                    <a:lnTo>
                      <a:pt x="0" y="839"/>
                    </a:lnTo>
                    <a:lnTo>
                      <a:pt x="0" y="839"/>
                    </a:lnTo>
                    <a:lnTo>
                      <a:pt x="42" y="1007"/>
                    </a:lnTo>
                    <a:lnTo>
                      <a:pt x="168" y="1175"/>
                    </a:lnTo>
                    <a:lnTo>
                      <a:pt x="294" y="1259"/>
                    </a:lnTo>
                    <a:lnTo>
                      <a:pt x="504" y="1301"/>
                    </a:lnTo>
                    <a:lnTo>
                      <a:pt x="504" y="1301"/>
                    </a:lnTo>
                    <a:lnTo>
                      <a:pt x="546" y="1301"/>
                    </a:lnTo>
                    <a:lnTo>
                      <a:pt x="546" y="1301"/>
                    </a:lnTo>
                    <a:lnTo>
                      <a:pt x="3565" y="1007"/>
                    </a:lnTo>
                    <a:lnTo>
                      <a:pt x="3565" y="1007"/>
                    </a:lnTo>
                    <a:lnTo>
                      <a:pt x="3775" y="965"/>
                    </a:lnTo>
                    <a:lnTo>
                      <a:pt x="3900" y="839"/>
                    </a:lnTo>
                    <a:lnTo>
                      <a:pt x="4026" y="672"/>
                    </a:lnTo>
                    <a:lnTo>
                      <a:pt x="4026" y="462"/>
                    </a:lnTo>
                    <a:lnTo>
                      <a:pt x="4026" y="462"/>
                    </a:lnTo>
                    <a:lnTo>
                      <a:pt x="3984" y="294"/>
                    </a:lnTo>
                    <a:lnTo>
                      <a:pt x="3859" y="126"/>
                    </a:lnTo>
                    <a:lnTo>
                      <a:pt x="3691"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17;p17">
                <a:extLst>
                  <a:ext uri="{FF2B5EF4-FFF2-40B4-BE49-F238E27FC236}">
                    <a16:creationId xmlns:a16="http://schemas.microsoft.com/office/drawing/2014/main" id="{D431A944-F48C-2F26-1766-181CA9C41A1E}"/>
                  </a:ext>
                </a:extLst>
              </p:cNvPr>
              <p:cNvSpPr/>
              <p:nvPr/>
            </p:nvSpPr>
            <p:spPr>
              <a:xfrm>
                <a:off x="6691196" y="1252484"/>
                <a:ext cx="78235" cy="26907"/>
              </a:xfrm>
              <a:custGeom>
                <a:avLst/>
                <a:gdLst/>
                <a:ahLst/>
                <a:cxnLst/>
                <a:rect l="l" t="t" r="r" b="b"/>
                <a:pathLst>
                  <a:path w="4027" h="1385" fill="none" extrusionOk="0">
                    <a:moveTo>
                      <a:pt x="504" y="0"/>
                    </a:moveTo>
                    <a:lnTo>
                      <a:pt x="504" y="0"/>
                    </a:lnTo>
                    <a:lnTo>
                      <a:pt x="294" y="42"/>
                    </a:lnTo>
                    <a:lnTo>
                      <a:pt x="127" y="168"/>
                    </a:lnTo>
                    <a:lnTo>
                      <a:pt x="43" y="294"/>
                    </a:lnTo>
                    <a:lnTo>
                      <a:pt x="1" y="461"/>
                    </a:lnTo>
                    <a:lnTo>
                      <a:pt x="1" y="461"/>
                    </a:lnTo>
                    <a:lnTo>
                      <a:pt x="1" y="671"/>
                    </a:lnTo>
                    <a:lnTo>
                      <a:pt x="85" y="839"/>
                    </a:lnTo>
                    <a:lnTo>
                      <a:pt x="252" y="965"/>
                    </a:lnTo>
                    <a:lnTo>
                      <a:pt x="420" y="1049"/>
                    </a:lnTo>
                    <a:lnTo>
                      <a:pt x="420" y="1049"/>
                    </a:lnTo>
                    <a:lnTo>
                      <a:pt x="3481" y="1342"/>
                    </a:lnTo>
                    <a:lnTo>
                      <a:pt x="3481" y="1342"/>
                    </a:lnTo>
                    <a:lnTo>
                      <a:pt x="3523" y="1384"/>
                    </a:lnTo>
                    <a:lnTo>
                      <a:pt x="3523" y="1384"/>
                    </a:lnTo>
                    <a:lnTo>
                      <a:pt x="3691" y="1342"/>
                    </a:lnTo>
                    <a:lnTo>
                      <a:pt x="3859" y="1216"/>
                    </a:lnTo>
                    <a:lnTo>
                      <a:pt x="3985" y="1090"/>
                    </a:lnTo>
                    <a:lnTo>
                      <a:pt x="4027" y="923"/>
                    </a:lnTo>
                    <a:lnTo>
                      <a:pt x="4027" y="923"/>
                    </a:lnTo>
                    <a:lnTo>
                      <a:pt x="4027" y="713"/>
                    </a:lnTo>
                    <a:lnTo>
                      <a:pt x="3901" y="545"/>
                    </a:lnTo>
                    <a:lnTo>
                      <a:pt x="3775" y="419"/>
                    </a:lnTo>
                    <a:lnTo>
                      <a:pt x="3565" y="336"/>
                    </a:lnTo>
                    <a:lnTo>
                      <a:pt x="3565" y="336"/>
                    </a:lnTo>
                    <a:lnTo>
                      <a:pt x="546" y="42"/>
                    </a:lnTo>
                    <a:lnTo>
                      <a:pt x="546"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18;p17">
                <a:extLst>
                  <a:ext uri="{FF2B5EF4-FFF2-40B4-BE49-F238E27FC236}">
                    <a16:creationId xmlns:a16="http://schemas.microsoft.com/office/drawing/2014/main" id="{B666D4E5-6DF8-96ED-122B-C5DA243848A4}"/>
                  </a:ext>
                </a:extLst>
              </p:cNvPr>
              <p:cNvSpPr/>
              <p:nvPr/>
            </p:nvSpPr>
            <p:spPr>
              <a:xfrm>
                <a:off x="4797876" y="1248404"/>
                <a:ext cx="79031" cy="25275"/>
              </a:xfrm>
              <a:custGeom>
                <a:avLst/>
                <a:gdLst/>
                <a:ahLst/>
                <a:cxnLst/>
                <a:rect l="l" t="t" r="r" b="b"/>
                <a:pathLst>
                  <a:path w="4068" h="1301" fill="none" extrusionOk="0">
                    <a:moveTo>
                      <a:pt x="3565" y="0"/>
                    </a:moveTo>
                    <a:lnTo>
                      <a:pt x="3565" y="0"/>
                    </a:lnTo>
                    <a:lnTo>
                      <a:pt x="3523" y="0"/>
                    </a:lnTo>
                    <a:lnTo>
                      <a:pt x="3523" y="0"/>
                    </a:lnTo>
                    <a:lnTo>
                      <a:pt x="462" y="252"/>
                    </a:lnTo>
                    <a:lnTo>
                      <a:pt x="462" y="252"/>
                    </a:lnTo>
                    <a:lnTo>
                      <a:pt x="294" y="336"/>
                    </a:lnTo>
                    <a:lnTo>
                      <a:pt x="126" y="462"/>
                    </a:lnTo>
                    <a:lnTo>
                      <a:pt x="42" y="629"/>
                    </a:lnTo>
                    <a:lnTo>
                      <a:pt x="0" y="797"/>
                    </a:lnTo>
                    <a:lnTo>
                      <a:pt x="0" y="797"/>
                    </a:lnTo>
                    <a:lnTo>
                      <a:pt x="84" y="1007"/>
                    </a:lnTo>
                    <a:lnTo>
                      <a:pt x="168" y="1133"/>
                    </a:lnTo>
                    <a:lnTo>
                      <a:pt x="336" y="1259"/>
                    </a:lnTo>
                    <a:lnTo>
                      <a:pt x="503" y="1300"/>
                    </a:lnTo>
                    <a:lnTo>
                      <a:pt x="503" y="1300"/>
                    </a:lnTo>
                    <a:lnTo>
                      <a:pt x="587" y="1259"/>
                    </a:lnTo>
                    <a:lnTo>
                      <a:pt x="587" y="1259"/>
                    </a:lnTo>
                    <a:lnTo>
                      <a:pt x="3607" y="1007"/>
                    </a:lnTo>
                    <a:lnTo>
                      <a:pt x="3607" y="1007"/>
                    </a:lnTo>
                    <a:lnTo>
                      <a:pt x="3816" y="965"/>
                    </a:lnTo>
                    <a:lnTo>
                      <a:pt x="3942" y="839"/>
                    </a:lnTo>
                    <a:lnTo>
                      <a:pt x="4026" y="671"/>
                    </a:lnTo>
                    <a:lnTo>
                      <a:pt x="4068" y="462"/>
                    </a:lnTo>
                    <a:lnTo>
                      <a:pt x="4068" y="462"/>
                    </a:lnTo>
                    <a:lnTo>
                      <a:pt x="4026" y="294"/>
                    </a:lnTo>
                    <a:lnTo>
                      <a:pt x="3900" y="126"/>
                    </a:lnTo>
                    <a:lnTo>
                      <a:pt x="3732"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19;p17">
                <a:extLst>
                  <a:ext uri="{FF2B5EF4-FFF2-40B4-BE49-F238E27FC236}">
                    <a16:creationId xmlns:a16="http://schemas.microsoft.com/office/drawing/2014/main" id="{6F92B1CD-D455-A00B-065A-D8F82F3F724C}"/>
                  </a:ext>
                </a:extLst>
              </p:cNvPr>
              <p:cNvSpPr/>
              <p:nvPr/>
            </p:nvSpPr>
            <p:spPr>
              <a:xfrm>
                <a:off x="6573079" y="1241080"/>
                <a:ext cx="78215" cy="25275"/>
              </a:xfrm>
              <a:custGeom>
                <a:avLst/>
                <a:gdLst/>
                <a:ahLst/>
                <a:cxnLst/>
                <a:rect l="l" t="t" r="r" b="b"/>
                <a:pathLst>
                  <a:path w="4026" h="1301" fill="none" extrusionOk="0">
                    <a:moveTo>
                      <a:pt x="503" y="0"/>
                    </a:moveTo>
                    <a:lnTo>
                      <a:pt x="503" y="0"/>
                    </a:lnTo>
                    <a:lnTo>
                      <a:pt x="294" y="42"/>
                    </a:lnTo>
                    <a:lnTo>
                      <a:pt x="168" y="126"/>
                    </a:lnTo>
                    <a:lnTo>
                      <a:pt x="42" y="294"/>
                    </a:lnTo>
                    <a:lnTo>
                      <a:pt x="0" y="461"/>
                    </a:lnTo>
                    <a:lnTo>
                      <a:pt x="0" y="461"/>
                    </a:lnTo>
                    <a:lnTo>
                      <a:pt x="0" y="671"/>
                    </a:lnTo>
                    <a:lnTo>
                      <a:pt x="126" y="839"/>
                    </a:lnTo>
                    <a:lnTo>
                      <a:pt x="252" y="965"/>
                    </a:lnTo>
                    <a:lnTo>
                      <a:pt x="461" y="1006"/>
                    </a:lnTo>
                    <a:lnTo>
                      <a:pt x="461" y="1006"/>
                    </a:lnTo>
                    <a:lnTo>
                      <a:pt x="3481" y="1300"/>
                    </a:lnTo>
                    <a:lnTo>
                      <a:pt x="3481" y="1300"/>
                    </a:lnTo>
                    <a:lnTo>
                      <a:pt x="3523" y="1300"/>
                    </a:lnTo>
                    <a:lnTo>
                      <a:pt x="3523" y="1300"/>
                    </a:lnTo>
                    <a:lnTo>
                      <a:pt x="3732" y="1300"/>
                    </a:lnTo>
                    <a:lnTo>
                      <a:pt x="3858" y="1174"/>
                    </a:lnTo>
                    <a:lnTo>
                      <a:pt x="3984" y="1048"/>
                    </a:lnTo>
                    <a:lnTo>
                      <a:pt x="4026" y="839"/>
                    </a:lnTo>
                    <a:lnTo>
                      <a:pt x="4026" y="839"/>
                    </a:lnTo>
                    <a:lnTo>
                      <a:pt x="4026" y="671"/>
                    </a:lnTo>
                    <a:lnTo>
                      <a:pt x="3942" y="503"/>
                    </a:lnTo>
                    <a:lnTo>
                      <a:pt x="3774" y="377"/>
                    </a:lnTo>
                    <a:lnTo>
                      <a:pt x="3565" y="294"/>
                    </a:lnTo>
                    <a:lnTo>
                      <a:pt x="3565" y="294"/>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20;p17">
                <a:extLst>
                  <a:ext uri="{FF2B5EF4-FFF2-40B4-BE49-F238E27FC236}">
                    <a16:creationId xmlns:a16="http://schemas.microsoft.com/office/drawing/2014/main" id="{9923B94C-2717-C1F1-CF47-E37FD9FDFE9C}"/>
                  </a:ext>
                </a:extLst>
              </p:cNvPr>
              <p:cNvSpPr/>
              <p:nvPr/>
            </p:nvSpPr>
            <p:spPr>
              <a:xfrm>
                <a:off x="4915992" y="1238632"/>
                <a:ext cx="79050" cy="24459"/>
              </a:xfrm>
              <a:custGeom>
                <a:avLst/>
                <a:gdLst/>
                <a:ahLst/>
                <a:cxnLst/>
                <a:rect l="l" t="t" r="r" b="b"/>
                <a:pathLst>
                  <a:path w="4069" h="1259" fill="none" extrusionOk="0">
                    <a:moveTo>
                      <a:pt x="3565" y="0"/>
                    </a:moveTo>
                    <a:lnTo>
                      <a:pt x="3565" y="0"/>
                    </a:lnTo>
                    <a:lnTo>
                      <a:pt x="3523" y="0"/>
                    </a:lnTo>
                    <a:lnTo>
                      <a:pt x="3523" y="0"/>
                    </a:lnTo>
                    <a:lnTo>
                      <a:pt x="462" y="252"/>
                    </a:lnTo>
                    <a:lnTo>
                      <a:pt x="462" y="252"/>
                    </a:lnTo>
                    <a:lnTo>
                      <a:pt x="294" y="294"/>
                    </a:lnTo>
                    <a:lnTo>
                      <a:pt x="127" y="420"/>
                    </a:lnTo>
                    <a:lnTo>
                      <a:pt x="43" y="587"/>
                    </a:lnTo>
                    <a:lnTo>
                      <a:pt x="1" y="797"/>
                    </a:lnTo>
                    <a:lnTo>
                      <a:pt x="1" y="797"/>
                    </a:lnTo>
                    <a:lnTo>
                      <a:pt x="43" y="965"/>
                    </a:lnTo>
                    <a:lnTo>
                      <a:pt x="169" y="1132"/>
                    </a:lnTo>
                    <a:lnTo>
                      <a:pt x="336" y="1216"/>
                    </a:lnTo>
                    <a:lnTo>
                      <a:pt x="504" y="1258"/>
                    </a:lnTo>
                    <a:lnTo>
                      <a:pt x="546" y="1258"/>
                    </a:lnTo>
                    <a:lnTo>
                      <a:pt x="546" y="1258"/>
                    </a:lnTo>
                    <a:lnTo>
                      <a:pt x="3607" y="1007"/>
                    </a:lnTo>
                    <a:lnTo>
                      <a:pt x="3607" y="1007"/>
                    </a:lnTo>
                    <a:lnTo>
                      <a:pt x="3775" y="965"/>
                    </a:lnTo>
                    <a:lnTo>
                      <a:pt x="3943" y="839"/>
                    </a:lnTo>
                    <a:lnTo>
                      <a:pt x="4027" y="671"/>
                    </a:lnTo>
                    <a:lnTo>
                      <a:pt x="4069" y="462"/>
                    </a:lnTo>
                    <a:lnTo>
                      <a:pt x="4069" y="462"/>
                    </a:lnTo>
                    <a:lnTo>
                      <a:pt x="4027" y="294"/>
                    </a:lnTo>
                    <a:lnTo>
                      <a:pt x="3901"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21;p17">
                <a:extLst>
                  <a:ext uri="{FF2B5EF4-FFF2-40B4-BE49-F238E27FC236}">
                    <a16:creationId xmlns:a16="http://schemas.microsoft.com/office/drawing/2014/main" id="{4DCCD979-6174-39F8-F19D-0657FD1DC01B}"/>
                  </a:ext>
                </a:extLst>
              </p:cNvPr>
              <p:cNvSpPr/>
              <p:nvPr/>
            </p:nvSpPr>
            <p:spPr>
              <a:xfrm>
                <a:off x="6454944" y="1231289"/>
                <a:ext cx="79050" cy="24459"/>
              </a:xfrm>
              <a:custGeom>
                <a:avLst/>
                <a:gdLst/>
                <a:ahLst/>
                <a:cxnLst/>
                <a:rect l="l" t="t" r="r" b="b"/>
                <a:pathLst>
                  <a:path w="4069" h="1259" fill="none" extrusionOk="0">
                    <a:moveTo>
                      <a:pt x="504" y="1"/>
                    </a:moveTo>
                    <a:lnTo>
                      <a:pt x="504" y="1"/>
                    </a:lnTo>
                    <a:lnTo>
                      <a:pt x="336" y="43"/>
                    </a:lnTo>
                    <a:lnTo>
                      <a:pt x="168" y="127"/>
                    </a:lnTo>
                    <a:lnTo>
                      <a:pt x="42" y="294"/>
                    </a:lnTo>
                    <a:lnTo>
                      <a:pt x="0" y="462"/>
                    </a:lnTo>
                    <a:lnTo>
                      <a:pt x="0" y="462"/>
                    </a:lnTo>
                    <a:lnTo>
                      <a:pt x="0" y="672"/>
                    </a:lnTo>
                    <a:lnTo>
                      <a:pt x="126" y="840"/>
                    </a:lnTo>
                    <a:lnTo>
                      <a:pt x="252" y="965"/>
                    </a:lnTo>
                    <a:lnTo>
                      <a:pt x="462" y="1007"/>
                    </a:lnTo>
                    <a:lnTo>
                      <a:pt x="462" y="1007"/>
                    </a:lnTo>
                    <a:lnTo>
                      <a:pt x="3481" y="1259"/>
                    </a:lnTo>
                    <a:lnTo>
                      <a:pt x="3523" y="1259"/>
                    </a:lnTo>
                    <a:lnTo>
                      <a:pt x="3523" y="1259"/>
                    </a:lnTo>
                    <a:lnTo>
                      <a:pt x="3733" y="1217"/>
                    </a:lnTo>
                    <a:lnTo>
                      <a:pt x="3900" y="1133"/>
                    </a:lnTo>
                    <a:lnTo>
                      <a:pt x="3984" y="965"/>
                    </a:lnTo>
                    <a:lnTo>
                      <a:pt x="4068" y="798"/>
                    </a:lnTo>
                    <a:lnTo>
                      <a:pt x="4068" y="798"/>
                    </a:lnTo>
                    <a:lnTo>
                      <a:pt x="4026" y="588"/>
                    </a:lnTo>
                    <a:lnTo>
                      <a:pt x="3942" y="420"/>
                    </a:lnTo>
                    <a:lnTo>
                      <a:pt x="3775" y="294"/>
                    </a:lnTo>
                    <a:lnTo>
                      <a:pt x="3607" y="252"/>
                    </a:lnTo>
                    <a:lnTo>
                      <a:pt x="3607" y="252"/>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22;p17">
                <a:extLst>
                  <a:ext uri="{FF2B5EF4-FFF2-40B4-BE49-F238E27FC236}">
                    <a16:creationId xmlns:a16="http://schemas.microsoft.com/office/drawing/2014/main" id="{FDB6BF69-C7B7-9D7D-613E-64EBF075222A}"/>
                  </a:ext>
                </a:extLst>
              </p:cNvPr>
              <p:cNvSpPr/>
              <p:nvPr/>
            </p:nvSpPr>
            <p:spPr>
              <a:xfrm>
                <a:off x="5034128" y="1229657"/>
                <a:ext cx="79050" cy="24479"/>
              </a:xfrm>
              <a:custGeom>
                <a:avLst/>
                <a:gdLst/>
                <a:ahLst/>
                <a:cxnLst/>
                <a:rect l="l" t="t" r="r" b="b"/>
                <a:pathLst>
                  <a:path w="4069" h="1260" fill="none" extrusionOk="0">
                    <a:moveTo>
                      <a:pt x="3565" y="1"/>
                    </a:moveTo>
                    <a:lnTo>
                      <a:pt x="3565" y="1"/>
                    </a:lnTo>
                    <a:lnTo>
                      <a:pt x="3523" y="1"/>
                    </a:lnTo>
                    <a:lnTo>
                      <a:pt x="3523" y="1"/>
                    </a:lnTo>
                    <a:lnTo>
                      <a:pt x="462" y="211"/>
                    </a:lnTo>
                    <a:lnTo>
                      <a:pt x="462" y="211"/>
                    </a:lnTo>
                    <a:lnTo>
                      <a:pt x="294" y="294"/>
                    </a:lnTo>
                    <a:lnTo>
                      <a:pt x="126" y="420"/>
                    </a:lnTo>
                    <a:lnTo>
                      <a:pt x="43" y="588"/>
                    </a:lnTo>
                    <a:lnTo>
                      <a:pt x="1" y="756"/>
                    </a:lnTo>
                    <a:lnTo>
                      <a:pt x="1" y="756"/>
                    </a:lnTo>
                    <a:lnTo>
                      <a:pt x="43" y="965"/>
                    </a:lnTo>
                    <a:lnTo>
                      <a:pt x="168" y="1091"/>
                    </a:lnTo>
                    <a:lnTo>
                      <a:pt x="336" y="1217"/>
                    </a:lnTo>
                    <a:lnTo>
                      <a:pt x="504" y="1259"/>
                    </a:lnTo>
                    <a:lnTo>
                      <a:pt x="546" y="1259"/>
                    </a:lnTo>
                    <a:lnTo>
                      <a:pt x="546" y="1259"/>
                    </a:lnTo>
                    <a:lnTo>
                      <a:pt x="3565" y="1007"/>
                    </a:lnTo>
                    <a:lnTo>
                      <a:pt x="3565" y="1007"/>
                    </a:lnTo>
                    <a:lnTo>
                      <a:pt x="3775" y="965"/>
                    </a:lnTo>
                    <a:lnTo>
                      <a:pt x="3943" y="840"/>
                    </a:lnTo>
                    <a:lnTo>
                      <a:pt x="4026" y="672"/>
                    </a:lnTo>
                    <a:lnTo>
                      <a:pt x="4068" y="504"/>
                    </a:lnTo>
                    <a:lnTo>
                      <a:pt x="4068" y="504"/>
                    </a:lnTo>
                    <a:lnTo>
                      <a:pt x="3984" y="294"/>
                    </a:lnTo>
                    <a:lnTo>
                      <a:pt x="3901" y="169"/>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23;p17">
                <a:extLst>
                  <a:ext uri="{FF2B5EF4-FFF2-40B4-BE49-F238E27FC236}">
                    <a16:creationId xmlns:a16="http://schemas.microsoft.com/office/drawing/2014/main" id="{26F4F5BD-0D76-8F57-5441-E8BAAE811558}"/>
                  </a:ext>
                </a:extLst>
              </p:cNvPr>
              <p:cNvSpPr/>
              <p:nvPr/>
            </p:nvSpPr>
            <p:spPr>
              <a:xfrm>
                <a:off x="6336808" y="1223149"/>
                <a:ext cx="79050" cy="23643"/>
              </a:xfrm>
              <a:custGeom>
                <a:avLst/>
                <a:gdLst/>
                <a:ahLst/>
                <a:cxnLst/>
                <a:rect l="l" t="t" r="r" b="b"/>
                <a:pathLst>
                  <a:path w="4069" h="1217" fill="none" extrusionOk="0">
                    <a:moveTo>
                      <a:pt x="504" y="0"/>
                    </a:moveTo>
                    <a:lnTo>
                      <a:pt x="504" y="0"/>
                    </a:lnTo>
                    <a:lnTo>
                      <a:pt x="294" y="0"/>
                    </a:lnTo>
                    <a:lnTo>
                      <a:pt x="169" y="126"/>
                    </a:lnTo>
                    <a:lnTo>
                      <a:pt x="43" y="252"/>
                    </a:lnTo>
                    <a:lnTo>
                      <a:pt x="1" y="462"/>
                    </a:lnTo>
                    <a:lnTo>
                      <a:pt x="1" y="462"/>
                    </a:lnTo>
                    <a:lnTo>
                      <a:pt x="1" y="671"/>
                    </a:lnTo>
                    <a:lnTo>
                      <a:pt x="127" y="839"/>
                    </a:lnTo>
                    <a:lnTo>
                      <a:pt x="294" y="965"/>
                    </a:lnTo>
                    <a:lnTo>
                      <a:pt x="462" y="1007"/>
                    </a:lnTo>
                    <a:lnTo>
                      <a:pt x="462" y="1007"/>
                    </a:lnTo>
                    <a:lnTo>
                      <a:pt x="3523" y="1217"/>
                    </a:lnTo>
                    <a:lnTo>
                      <a:pt x="3565" y="1217"/>
                    </a:lnTo>
                    <a:lnTo>
                      <a:pt x="3565" y="1217"/>
                    </a:lnTo>
                    <a:lnTo>
                      <a:pt x="3733" y="1175"/>
                    </a:lnTo>
                    <a:lnTo>
                      <a:pt x="3901" y="1091"/>
                    </a:lnTo>
                    <a:lnTo>
                      <a:pt x="3985" y="923"/>
                    </a:lnTo>
                    <a:lnTo>
                      <a:pt x="4069" y="713"/>
                    </a:lnTo>
                    <a:lnTo>
                      <a:pt x="4069" y="713"/>
                    </a:lnTo>
                    <a:lnTo>
                      <a:pt x="4027" y="546"/>
                    </a:lnTo>
                    <a:lnTo>
                      <a:pt x="3943" y="378"/>
                    </a:lnTo>
                    <a:lnTo>
                      <a:pt x="3775" y="252"/>
                    </a:lnTo>
                    <a:lnTo>
                      <a:pt x="3565" y="210"/>
                    </a:lnTo>
                    <a:lnTo>
                      <a:pt x="3565"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24;p17">
                <a:extLst>
                  <a:ext uri="{FF2B5EF4-FFF2-40B4-BE49-F238E27FC236}">
                    <a16:creationId xmlns:a16="http://schemas.microsoft.com/office/drawing/2014/main" id="{1D7EDF1A-39A7-9192-219D-631033D7F247}"/>
                  </a:ext>
                </a:extLst>
              </p:cNvPr>
              <p:cNvSpPr/>
              <p:nvPr/>
            </p:nvSpPr>
            <p:spPr>
              <a:xfrm>
                <a:off x="5152264" y="1222333"/>
                <a:ext cx="79031" cy="23643"/>
              </a:xfrm>
              <a:custGeom>
                <a:avLst/>
                <a:gdLst/>
                <a:ahLst/>
                <a:cxnLst/>
                <a:rect l="l" t="t" r="r" b="b"/>
                <a:pathLst>
                  <a:path w="4068" h="1217" fill="none" extrusionOk="0">
                    <a:moveTo>
                      <a:pt x="3565" y="1"/>
                    </a:moveTo>
                    <a:lnTo>
                      <a:pt x="3565" y="1"/>
                    </a:lnTo>
                    <a:lnTo>
                      <a:pt x="3523" y="1"/>
                    </a:lnTo>
                    <a:lnTo>
                      <a:pt x="3523" y="1"/>
                    </a:lnTo>
                    <a:lnTo>
                      <a:pt x="462" y="168"/>
                    </a:lnTo>
                    <a:lnTo>
                      <a:pt x="462" y="168"/>
                    </a:lnTo>
                    <a:lnTo>
                      <a:pt x="294" y="252"/>
                    </a:lnTo>
                    <a:lnTo>
                      <a:pt x="126" y="378"/>
                    </a:lnTo>
                    <a:lnTo>
                      <a:pt x="42" y="546"/>
                    </a:lnTo>
                    <a:lnTo>
                      <a:pt x="0" y="713"/>
                    </a:lnTo>
                    <a:lnTo>
                      <a:pt x="0" y="713"/>
                    </a:lnTo>
                    <a:lnTo>
                      <a:pt x="42" y="923"/>
                    </a:lnTo>
                    <a:lnTo>
                      <a:pt x="168" y="1049"/>
                    </a:lnTo>
                    <a:lnTo>
                      <a:pt x="294" y="1175"/>
                    </a:lnTo>
                    <a:lnTo>
                      <a:pt x="503" y="1217"/>
                    </a:lnTo>
                    <a:lnTo>
                      <a:pt x="545" y="1217"/>
                    </a:lnTo>
                    <a:lnTo>
                      <a:pt x="545" y="1217"/>
                    </a:lnTo>
                    <a:lnTo>
                      <a:pt x="3565" y="1007"/>
                    </a:lnTo>
                    <a:lnTo>
                      <a:pt x="3565" y="1007"/>
                    </a:lnTo>
                    <a:lnTo>
                      <a:pt x="3774" y="965"/>
                    </a:lnTo>
                    <a:lnTo>
                      <a:pt x="3942" y="839"/>
                    </a:lnTo>
                    <a:lnTo>
                      <a:pt x="4026" y="671"/>
                    </a:lnTo>
                    <a:lnTo>
                      <a:pt x="4068" y="462"/>
                    </a:lnTo>
                    <a:lnTo>
                      <a:pt x="4068" y="462"/>
                    </a:lnTo>
                    <a:lnTo>
                      <a:pt x="4026" y="294"/>
                    </a:lnTo>
                    <a:lnTo>
                      <a:pt x="3900" y="126"/>
                    </a:lnTo>
                    <a:lnTo>
                      <a:pt x="3733" y="42"/>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25;p17">
                <a:extLst>
                  <a:ext uri="{FF2B5EF4-FFF2-40B4-BE49-F238E27FC236}">
                    <a16:creationId xmlns:a16="http://schemas.microsoft.com/office/drawing/2014/main" id="{56CCE99B-F0E1-79DC-D906-2EE2FDD84B36}"/>
                  </a:ext>
                </a:extLst>
              </p:cNvPr>
              <p:cNvSpPr/>
              <p:nvPr/>
            </p:nvSpPr>
            <p:spPr>
              <a:xfrm>
                <a:off x="5270380" y="1215825"/>
                <a:ext cx="79050" cy="22827"/>
              </a:xfrm>
              <a:custGeom>
                <a:avLst/>
                <a:gdLst/>
                <a:ahLst/>
                <a:cxnLst/>
                <a:rect l="l" t="t" r="r" b="b"/>
                <a:pathLst>
                  <a:path w="4069" h="1175" fill="none" extrusionOk="0">
                    <a:moveTo>
                      <a:pt x="3565" y="0"/>
                    </a:moveTo>
                    <a:lnTo>
                      <a:pt x="3565" y="0"/>
                    </a:lnTo>
                    <a:lnTo>
                      <a:pt x="3524" y="0"/>
                    </a:lnTo>
                    <a:lnTo>
                      <a:pt x="3524" y="0"/>
                    </a:lnTo>
                    <a:lnTo>
                      <a:pt x="504" y="168"/>
                    </a:lnTo>
                    <a:lnTo>
                      <a:pt x="504" y="168"/>
                    </a:lnTo>
                    <a:lnTo>
                      <a:pt x="294" y="210"/>
                    </a:lnTo>
                    <a:lnTo>
                      <a:pt x="127" y="336"/>
                    </a:lnTo>
                    <a:lnTo>
                      <a:pt x="43" y="503"/>
                    </a:lnTo>
                    <a:lnTo>
                      <a:pt x="1" y="713"/>
                    </a:lnTo>
                    <a:lnTo>
                      <a:pt x="1" y="713"/>
                    </a:lnTo>
                    <a:lnTo>
                      <a:pt x="43" y="881"/>
                    </a:lnTo>
                    <a:lnTo>
                      <a:pt x="169" y="1048"/>
                    </a:lnTo>
                    <a:lnTo>
                      <a:pt x="336" y="1132"/>
                    </a:lnTo>
                    <a:lnTo>
                      <a:pt x="504" y="1174"/>
                    </a:lnTo>
                    <a:lnTo>
                      <a:pt x="546" y="1174"/>
                    </a:lnTo>
                    <a:lnTo>
                      <a:pt x="546" y="1174"/>
                    </a:lnTo>
                    <a:lnTo>
                      <a:pt x="3565" y="1006"/>
                    </a:lnTo>
                    <a:lnTo>
                      <a:pt x="3565" y="1006"/>
                    </a:lnTo>
                    <a:lnTo>
                      <a:pt x="3775" y="965"/>
                    </a:lnTo>
                    <a:lnTo>
                      <a:pt x="3943" y="839"/>
                    </a:lnTo>
                    <a:lnTo>
                      <a:pt x="4027" y="671"/>
                    </a:lnTo>
                    <a:lnTo>
                      <a:pt x="4069" y="503"/>
                    </a:lnTo>
                    <a:lnTo>
                      <a:pt x="4069" y="503"/>
                    </a:lnTo>
                    <a:lnTo>
                      <a:pt x="4027" y="294"/>
                    </a:lnTo>
                    <a:lnTo>
                      <a:pt x="3901"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26;p17">
                <a:extLst>
                  <a:ext uri="{FF2B5EF4-FFF2-40B4-BE49-F238E27FC236}">
                    <a16:creationId xmlns:a16="http://schemas.microsoft.com/office/drawing/2014/main" id="{AC1F9954-3871-0251-BC0D-67420748C149}"/>
                  </a:ext>
                </a:extLst>
              </p:cNvPr>
              <p:cNvSpPr/>
              <p:nvPr/>
            </p:nvSpPr>
            <p:spPr>
              <a:xfrm>
                <a:off x="6218692" y="1215825"/>
                <a:ext cx="78215" cy="22827"/>
              </a:xfrm>
              <a:custGeom>
                <a:avLst/>
                <a:gdLst/>
                <a:ahLst/>
                <a:cxnLst/>
                <a:rect l="l" t="t" r="r" b="b"/>
                <a:pathLst>
                  <a:path w="4026" h="1175" fill="none" extrusionOk="0">
                    <a:moveTo>
                      <a:pt x="503" y="0"/>
                    </a:moveTo>
                    <a:lnTo>
                      <a:pt x="503" y="0"/>
                    </a:lnTo>
                    <a:lnTo>
                      <a:pt x="294" y="42"/>
                    </a:lnTo>
                    <a:lnTo>
                      <a:pt x="126" y="168"/>
                    </a:lnTo>
                    <a:lnTo>
                      <a:pt x="42" y="294"/>
                    </a:lnTo>
                    <a:lnTo>
                      <a:pt x="0" y="503"/>
                    </a:lnTo>
                    <a:lnTo>
                      <a:pt x="0" y="503"/>
                    </a:lnTo>
                    <a:lnTo>
                      <a:pt x="0" y="671"/>
                    </a:lnTo>
                    <a:lnTo>
                      <a:pt x="126" y="839"/>
                    </a:lnTo>
                    <a:lnTo>
                      <a:pt x="252" y="965"/>
                    </a:lnTo>
                    <a:lnTo>
                      <a:pt x="461" y="1006"/>
                    </a:lnTo>
                    <a:lnTo>
                      <a:pt x="461" y="1006"/>
                    </a:lnTo>
                    <a:lnTo>
                      <a:pt x="3523" y="1174"/>
                    </a:lnTo>
                    <a:lnTo>
                      <a:pt x="3523" y="1174"/>
                    </a:lnTo>
                    <a:lnTo>
                      <a:pt x="3523" y="1174"/>
                    </a:lnTo>
                    <a:lnTo>
                      <a:pt x="3732" y="1174"/>
                    </a:lnTo>
                    <a:lnTo>
                      <a:pt x="3900" y="1048"/>
                    </a:lnTo>
                    <a:lnTo>
                      <a:pt x="3984" y="881"/>
                    </a:lnTo>
                    <a:lnTo>
                      <a:pt x="4026" y="713"/>
                    </a:lnTo>
                    <a:lnTo>
                      <a:pt x="4026" y="713"/>
                    </a:lnTo>
                    <a:lnTo>
                      <a:pt x="4026" y="503"/>
                    </a:lnTo>
                    <a:lnTo>
                      <a:pt x="3900" y="336"/>
                    </a:lnTo>
                    <a:lnTo>
                      <a:pt x="3774" y="210"/>
                    </a:lnTo>
                    <a:lnTo>
                      <a:pt x="3565" y="168"/>
                    </a:lnTo>
                    <a:lnTo>
                      <a:pt x="3565" y="168"/>
                    </a:lnTo>
                    <a:lnTo>
                      <a:pt x="503" y="0"/>
                    </a:lnTo>
                    <a:lnTo>
                      <a:pt x="503"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27;p17">
                <a:extLst>
                  <a:ext uri="{FF2B5EF4-FFF2-40B4-BE49-F238E27FC236}">
                    <a16:creationId xmlns:a16="http://schemas.microsoft.com/office/drawing/2014/main" id="{6A230241-7727-97A0-2807-92C7FA864EB7}"/>
                  </a:ext>
                </a:extLst>
              </p:cNvPr>
              <p:cNvSpPr/>
              <p:nvPr/>
            </p:nvSpPr>
            <p:spPr>
              <a:xfrm>
                <a:off x="5388516" y="1210929"/>
                <a:ext cx="79050" cy="22011"/>
              </a:xfrm>
              <a:custGeom>
                <a:avLst/>
                <a:gdLst/>
                <a:ahLst/>
                <a:cxnLst/>
                <a:rect l="l" t="t" r="r" b="b"/>
                <a:pathLst>
                  <a:path w="4069" h="1133" fill="none" extrusionOk="0">
                    <a:moveTo>
                      <a:pt x="3565" y="0"/>
                    </a:moveTo>
                    <a:lnTo>
                      <a:pt x="3565" y="0"/>
                    </a:lnTo>
                    <a:lnTo>
                      <a:pt x="3565" y="0"/>
                    </a:lnTo>
                    <a:lnTo>
                      <a:pt x="3565" y="0"/>
                    </a:lnTo>
                    <a:lnTo>
                      <a:pt x="504" y="126"/>
                    </a:lnTo>
                    <a:lnTo>
                      <a:pt x="504" y="126"/>
                    </a:lnTo>
                    <a:lnTo>
                      <a:pt x="294" y="168"/>
                    </a:lnTo>
                    <a:lnTo>
                      <a:pt x="168" y="294"/>
                    </a:lnTo>
                    <a:lnTo>
                      <a:pt x="43" y="462"/>
                    </a:lnTo>
                    <a:lnTo>
                      <a:pt x="1" y="671"/>
                    </a:lnTo>
                    <a:lnTo>
                      <a:pt x="1" y="671"/>
                    </a:lnTo>
                    <a:lnTo>
                      <a:pt x="84" y="839"/>
                    </a:lnTo>
                    <a:lnTo>
                      <a:pt x="168" y="1007"/>
                    </a:lnTo>
                    <a:lnTo>
                      <a:pt x="336" y="1091"/>
                    </a:lnTo>
                    <a:lnTo>
                      <a:pt x="546" y="1133"/>
                    </a:lnTo>
                    <a:lnTo>
                      <a:pt x="546" y="1133"/>
                    </a:lnTo>
                    <a:lnTo>
                      <a:pt x="546" y="1133"/>
                    </a:lnTo>
                    <a:lnTo>
                      <a:pt x="3607" y="1007"/>
                    </a:lnTo>
                    <a:lnTo>
                      <a:pt x="3607" y="1007"/>
                    </a:lnTo>
                    <a:lnTo>
                      <a:pt x="3775" y="965"/>
                    </a:lnTo>
                    <a:lnTo>
                      <a:pt x="3943" y="839"/>
                    </a:lnTo>
                    <a:lnTo>
                      <a:pt x="4068" y="671"/>
                    </a:lnTo>
                    <a:lnTo>
                      <a:pt x="4068" y="504"/>
                    </a:lnTo>
                    <a:lnTo>
                      <a:pt x="4068" y="504"/>
                    </a:lnTo>
                    <a:lnTo>
                      <a:pt x="4026" y="294"/>
                    </a:lnTo>
                    <a:lnTo>
                      <a:pt x="3943" y="126"/>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28;p17">
                <a:extLst>
                  <a:ext uri="{FF2B5EF4-FFF2-40B4-BE49-F238E27FC236}">
                    <a16:creationId xmlns:a16="http://schemas.microsoft.com/office/drawing/2014/main" id="{00DB4B9D-5165-6EE1-35C8-7E1AECEE8494}"/>
                  </a:ext>
                </a:extLst>
              </p:cNvPr>
              <p:cNvSpPr/>
              <p:nvPr/>
            </p:nvSpPr>
            <p:spPr>
              <a:xfrm>
                <a:off x="6099740" y="1210929"/>
                <a:ext cx="79050" cy="22011"/>
              </a:xfrm>
              <a:custGeom>
                <a:avLst/>
                <a:gdLst/>
                <a:ahLst/>
                <a:cxnLst/>
                <a:rect l="l" t="t" r="r" b="b"/>
                <a:pathLst>
                  <a:path w="4069" h="1133" fill="none" extrusionOk="0">
                    <a:moveTo>
                      <a:pt x="504" y="0"/>
                    </a:moveTo>
                    <a:lnTo>
                      <a:pt x="504" y="0"/>
                    </a:lnTo>
                    <a:lnTo>
                      <a:pt x="336" y="42"/>
                    </a:lnTo>
                    <a:lnTo>
                      <a:pt x="168" y="126"/>
                    </a:lnTo>
                    <a:lnTo>
                      <a:pt x="42" y="294"/>
                    </a:lnTo>
                    <a:lnTo>
                      <a:pt x="0" y="462"/>
                    </a:lnTo>
                    <a:lnTo>
                      <a:pt x="0" y="462"/>
                    </a:lnTo>
                    <a:lnTo>
                      <a:pt x="42" y="671"/>
                    </a:lnTo>
                    <a:lnTo>
                      <a:pt x="168" y="839"/>
                    </a:lnTo>
                    <a:lnTo>
                      <a:pt x="294" y="965"/>
                    </a:lnTo>
                    <a:lnTo>
                      <a:pt x="504" y="1007"/>
                    </a:lnTo>
                    <a:lnTo>
                      <a:pt x="504" y="1007"/>
                    </a:lnTo>
                    <a:lnTo>
                      <a:pt x="3565" y="1133"/>
                    </a:lnTo>
                    <a:lnTo>
                      <a:pt x="3565" y="1133"/>
                    </a:lnTo>
                    <a:lnTo>
                      <a:pt x="3565" y="1133"/>
                    </a:lnTo>
                    <a:lnTo>
                      <a:pt x="3775" y="1091"/>
                    </a:lnTo>
                    <a:lnTo>
                      <a:pt x="3901" y="1007"/>
                    </a:lnTo>
                    <a:lnTo>
                      <a:pt x="4026" y="839"/>
                    </a:lnTo>
                    <a:lnTo>
                      <a:pt x="4068" y="629"/>
                    </a:lnTo>
                    <a:lnTo>
                      <a:pt x="4068" y="629"/>
                    </a:lnTo>
                    <a:lnTo>
                      <a:pt x="4026" y="462"/>
                    </a:lnTo>
                    <a:lnTo>
                      <a:pt x="3942" y="294"/>
                    </a:lnTo>
                    <a:lnTo>
                      <a:pt x="3775" y="168"/>
                    </a:lnTo>
                    <a:lnTo>
                      <a:pt x="3607" y="126"/>
                    </a:lnTo>
                    <a:lnTo>
                      <a:pt x="3607" y="126"/>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29;p17">
                <a:extLst>
                  <a:ext uri="{FF2B5EF4-FFF2-40B4-BE49-F238E27FC236}">
                    <a16:creationId xmlns:a16="http://schemas.microsoft.com/office/drawing/2014/main" id="{AF2EB751-9376-7B39-86BE-5CCD21C561F0}"/>
                  </a:ext>
                </a:extLst>
              </p:cNvPr>
              <p:cNvSpPr/>
              <p:nvPr/>
            </p:nvSpPr>
            <p:spPr>
              <a:xfrm>
                <a:off x="5507468" y="1207665"/>
                <a:ext cx="79031" cy="21215"/>
              </a:xfrm>
              <a:custGeom>
                <a:avLst/>
                <a:gdLst/>
                <a:ahLst/>
                <a:cxnLst/>
                <a:rect l="l" t="t" r="r" b="b"/>
                <a:pathLst>
                  <a:path w="4068" h="1092" fill="none" extrusionOk="0">
                    <a:moveTo>
                      <a:pt x="3565" y="1"/>
                    </a:moveTo>
                    <a:lnTo>
                      <a:pt x="3523" y="1"/>
                    </a:lnTo>
                    <a:lnTo>
                      <a:pt x="3523" y="1"/>
                    </a:lnTo>
                    <a:lnTo>
                      <a:pt x="503" y="85"/>
                    </a:lnTo>
                    <a:lnTo>
                      <a:pt x="503" y="85"/>
                    </a:lnTo>
                    <a:lnTo>
                      <a:pt x="294" y="126"/>
                    </a:lnTo>
                    <a:lnTo>
                      <a:pt x="126" y="210"/>
                    </a:lnTo>
                    <a:lnTo>
                      <a:pt x="42" y="378"/>
                    </a:lnTo>
                    <a:lnTo>
                      <a:pt x="0" y="588"/>
                    </a:lnTo>
                    <a:lnTo>
                      <a:pt x="0" y="588"/>
                    </a:lnTo>
                    <a:lnTo>
                      <a:pt x="42" y="797"/>
                    </a:lnTo>
                    <a:lnTo>
                      <a:pt x="168" y="923"/>
                    </a:lnTo>
                    <a:lnTo>
                      <a:pt x="294" y="1049"/>
                    </a:lnTo>
                    <a:lnTo>
                      <a:pt x="503" y="1091"/>
                    </a:lnTo>
                    <a:lnTo>
                      <a:pt x="503" y="1091"/>
                    </a:lnTo>
                    <a:lnTo>
                      <a:pt x="503" y="1091"/>
                    </a:lnTo>
                    <a:lnTo>
                      <a:pt x="3565" y="1007"/>
                    </a:lnTo>
                    <a:lnTo>
                      <a:pt x="3565" y="1007"/>
                    </a:lnTo>
                    <a:lnTo>
                      <a:pt x="3774" y="965"/>
                    </a:lnTo>
                    <a:lnTo>
                      <a:pt x="3942" y="839"/>
                    </a:lnTo>
                    <a:lnTo>
                      <a:pt x="4026" y="672"/>
                    </a:lnTo>
                    <a:lnTo>
                      <a:pt x="4068" y="504"/>
                    </a:lnTo>
                    <a:lnTo>
                      <a:pt x="4068" y="504"/>
                    </a:lnTo>
                    <a:lnTo>
                      <a:pt x="4026" y="294"/>
                    </a:lnTo>
                    <a:lnTo>
                      <a:pt x="3900" y="126"/>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30;p17">
                <a:extLst>
                  <a:ext uri="{FF2B5EF4-FFF2-40B4-BE49-F238E27FC236}">
                    <a16:creationId xmlns:a16="http://schemas.microsoft.com/office/drawing/2014/main" id="{69216B4B-3B75-45B3-924F-FB4A87B6A5D7}"/>
                  </a:ext>
                </a:extLst>
              </p:cNvPr>
              <p:cNvSpPr/>
              <p:nvPr/>
            </p:nvSpPr>
            <p:spPr>
              <a:xfrm>
                <a:off x="5981604" y="1206850"/>
                <a:ext cx="79050" cy="22031"/>
              </a:xfrm>
              <a:custGeom>
                <a:avLst/>
                <a:gdLst/>
                <a:ahLst/>
                <a:cxnLst/>
                <a:rect l="l" t="t" r="r" b="b"/>
                <a:pathLst>
                  <a:path w="4069" h="1134" fill="none" extrusionOk="0">
                    <a:moveTo>
                      <a:pt x="504" y="1"/>
                    </a:moveTo>
                    <a:lnTo>
                      <a:pt x="504" y="1"/>
                    </a:lnTo>
                    <a:lnTo>
                      <a:pt x="294" y="43"/>
                    </a:lnTo>
                    <a:lnTo>
                      <a:pt x="169" y="168"/>
                    </a:lnTo>
                    <a:lnTo>
                      <a:pt x="43" y="336"/>
                    </a:lnTo>
                    <a:lnTo>
                      <a:pt x="1" y="504"/>
                    </a:lnTo>
                    <a:lnTo>
                      <a:pt x="1" y="504"/>
                    </a:lnTo>
                    <a:lnTo>
                      <a:pt x="43" y="714"/>
                    </a:lnTo>
                    <a:lnTo>
                      <a:pt x="127" y="881"/>
                    </a:lnTo>
                    <a:lnTo>
                      <a:pt x="294" y="1007"/>
                    </a:lnTo>
                    <a:lnTo>
                      <a:pt x="504" y="1049"/>
                    </a:lnTo>
                    <a:lnTo>
                      <a:pt x="504" y="1049"/>
                    </a:lnTo>
                    <a:lnTo>
                      <a:pt x="3523" y="1133"/>
                    </a:lnTo>
                    <a:lnTo>
                      <a:pt x="3565" y="1133"/>
                    </a:lnTo>
                    <a:lnTo>
                      <a:pt x="3565" y="1133"/>
                    </a:lnTo>
                    <a:lnTo>
                      <a:pt x="3733" y="1091"/>
                    </a:lnTo>
                    <a:lnTo>
                      <a:pt x="3901" y="965"/>
                    </a:lnTo>
                    <a:lnTo>
                      <a:pt x="4027" y="798"/>
                    </a:lnTo>
                    <a:lnTo>
                      <a:pt x="4069" y="630"/>
                    </a:lnTo>
                    <a:lnTo>
                      <a:pt x="4069" y="630"/>
                    </a:lnTo>
                    <a:lnTo>
                      <a:pt x="4027" y="420"/>
                    </a:lnTo>
                    <a:lnTo>
                      <a:pt x="3943" y="252"/>
                    </a:lnTo>
                    <a:lnTo>
                      <a:pt x="3775" y="127"/>
                    </a:lnTo>
                    <a:lnTo>
                      <a:pt x="3565" y="85"/>
                    </a:lnTo>
                    <a:lnTo>
                      <a:pt x="3565" y="85"/>
                    </a:lnTo>
                    <a:lnTo>
                      <a:pt x="504"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31;p17">
                <a:extLst>
                  <a:ext uri="{FF2B5EF4-FFF2-40B4-BE49-F238E27FC236}">
                    <a16:creationId xmlns:a16="http://schemas.microsoft.com/office/drawing/2014/main" id="{011F3960-00D4-30B9-BED5-ADCA89593B7B}"/>
                  </a:ext>
                </a:extLst>
              </p:cNvPr>
              <p:cNvSpPr/>
              <p:nvPr/>
            </p:nvSpPr>
            <p:spPr>
              <a:xfrm>
                <a:off x="5625584" y="1205218"/>
                <a:ext cx="79050" cy="20399"/>
              </a:xfrm>
              <a:custGeom>
                <a:avLst/>
                <a:gdLst/>
                <a:ahLst/>
                <a:cxnLst/>
                <a:rect l="l" t="t" r="r" b="b"/>
                <a:pathLst>
                  <a:path w="4069" h="1050" fill="none" extrusionOk="0">
                    <a:moveTo>
                      <a:pt x="3565" y="1"/>
                    </a:moveTo>
                    <a:lnTo>
                      <a:pt x="3565" y="1"/>
                    </a:lnTo>
                    <a:lnTo>
                      <a:pt x="3565" y="1"/>
                    </a:lnTo>
                    <a:lnTo>
                      <a:pt x="504" y="43"/>
                    </a:lnTo>
                    <a:lnTo>
                      <a:pt x="504" y="43"/>
                    </a:lnTo>
                    <a:lnTo>
                      <a:pt x="336" y="85"/>
                    </a:lnTo>
                    <a:lnTo>
                      <a:pt x="169" y="211"/>
                    </a:lnTo>
                    <a:lnTo>
                      <a:pt x="43" y="378"/>
                    </a:lnTo>
                    <a:lnTo>
                      <a:pt x="1" y="588"/>
                    </a:lnTo>
                    <a:lnTo>
                      <a:pt x="1" y="588"/>
                    </a:lnTo>
                    <a:lnTo>
                      <a:pt x="43" y="756"/>
                    </a:lnTo>
                    <a:lnTo>
                      <a:pt x="169" y="923"/>
                    </a:lnTo>
                    <a:lnTo>
                      <a:pt x="336" y="1049"/>
                    </a:lnTo>
                    <a:lnTo>
                      <a:pt x="504" y="1049"/>
                    </a:lnTo>
                    <a:lnTo>
                      <a:pt x="546" y="1049"/>
                    </a:lnTo>
                    <a:lnTo>
                      <a:pt x="546" y="1049"/>
                    </a:lnTo>
                    <a:lnTo>
                      <a:pt x="3565" y="1007"/>
                    </a:lnTo>
                    <a:lnTo>
                      <a:pt x="3565" y="1007"/>
                    </a:lnTo>
                    <a:lnTo>
                      <a:pt x="3775" y="965"/>
                    </a:lnTo>
                    <a:lnTo>
                      <a:pt x="3943" y="882"/>
                    </a:lnTo>
                    <a:lnTo>
                      <a:pt x="4027" y="714"/>
                    </a:lnTo>
                    <a:lnTo>
                      <a:pt x="4069" y="504"/>
                    </a:lnTo>
                    <a:lnTo>
                      <a:pt x="4069" y="504"/>
                    </a:lnTo>
                    <a:lnTo>
                      <a:pt x="4027" y="294"/>
                    </a:lnTo>
                    <a:lnTo>
                      <a:pt x="3943" y="169"/>
                    </a:lnTo>
                    <a:lnTo>
                      <a:pt x="3775"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32;p17">
                <a:extLst>
                  <a:ext uri="{FF2B5EF4-FFF2-40B4-BE49-F238E27FC236}">
                    <a16:creationId xmlns:a16="http://schemas.microsoft.com/office/drawing/2014/main" id="{A9229E95-E9A2-3971-00B1-CED70C74B022}"/>
                  </a:ext>
                </a:extLst>
              </p:cNvPr>
              <p:cNvSpPr/>
              <p:nvPr/>
            </p:nvSpPr>
            <p:spPr>
              <a:xfrm>
                <a:off x="5862672" y="1205218"/>
                <a:ext cx="79031" cy="20399"/>
              </a:xfrm>
              <a:custGeom>
                <a:avLst/>
                <a:gdLst/>
                <a:ahLst/>
                <a:cxnLst/>
                <a:rect l="l" t="t" r="r" b="b"/>
                <a:pathLst>
                  <a:path w="4068" h="1050" fill="none" extrusionOk="0">
                    <a:moveTo>
                      <a:pt x="545" y="1"/>
                    </a:moveTo>
                    <a:lnTo>
                      <a:pt x="545" y="1"/>
                    </a:lnTo>
                    <a:lnTo>
                      <a:pt x="545" y="1"/>
                    </a:lnTo>
                    <a:lnTo>
                      <a:pt x="336" y="43"/>
                    </a:lnTo>
                    <a:lnTo>
                      <a:pt x="168" y="169"/>
                    </a:lnTo>
                    <a:lnTo>
                      <a:pt x="42" y="294"/>
                    </a:lnTo>
                    <a:lnTo>
                      <a:pt x="0" y="504"/>
                    </a:lnTo>
                    <a:lnTo>
                      <a:pt x="0" y="504"/>
                    </a:lnTo>
                    <a:lnTo>
                      <a:pt x="42" y="714"/>
                    </a:lnTo>
                    <a:lnTo>
                      <a:pt x="168" y="882"/>
                    </a:lnTo>
                    <a:lnTo>
                      <a:pt x="336" y="965"/>
                    </a:lnTo>
                    <a:lnTo>
                      <a:pt x="503" y="1007"/>
                    </a:lnTo>
                    <a:lnTo>
                      <a:pt x="503" y="1007"/>
                    </a:lnTo>
                    <a:lnTo>
                      <a:pt x="3565" y="1049"/>
                    </a:lnTo>
                    <a:lnTo>
                      <a:pt x="3565" y="1049"/>
                    </a:lnTo>
                    <a:lnTo>
                      <a:pt x="3565" y="1049"/>
                    </a:lnTo>
                    <a:lnTo>
                      <a:pt x="3774" y="1007"/>
                    </a:lnTo>
                    <a:lnTo>
                      <a:pt x="3942" y="923"/>
                    </a:lnTo>
                    <a:lnTo>
                      <a:pt x="4026" y="756"/>
                    </a:lnTo>
                    <a:lnTo>
                      <a:pt x="4068" y="546"/>
                    </a:lnTo>
                    <a:lnTo>
                      <a:pt x="4068" y="546"/>
                    </a:lnTo>
                    <a:lnTo>
                      <a:pt x="4068" y="378"/>
                    </a:lnTo>
                    <a:lnTo>
                      <a:pt x="3942" y="211"/>
                    </a:lnTo>
                    <a:lnTo>
                      <a:pt x="3774" y="85"/>
                    </a:lnTo>
                    <a:lnTo>
                      <a:pt x="3565" y="43"/>
                    </a:lnTo>
                    <a:lnTo>
                      <a:pt x="3565" y="43"/>
                    </a:lnTo>
                    <a:lnTo>
                      <a:pt x="54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33;p17">
                <a:extLst>
                  <a:ext uri="{FF2B5EF4-FFF2-40B4-BE49-F238E27FC236}">
                    <a16:creationId xmlns:a16="http://schemas.microsoft.com/office/drawing/2014/main" id="{C96DD1BC-42FA-584F-FC40-89CF5C9331EF}"/>
                  </a:ext>
                </a:extLst>
              </p:cNvPr>
              <p:cNvSpPr/>
              <p:nvPr/>
            </p:nvSpPr>
            <p:spPr>
              <a:xfrm>
                <a:off x="5744536" y="1205218"/>
                <a:ext cx="79050" cy="19583"/>
              </a:xfrm>
              <a:custGeom>
                <a:avLst/>
                <a:gdLst/>
                <a:ahLst/>
                <a:cxnLst/>
                <a:rect l="l" t="t" r="r" b="b"/>
                <a:pathLst>
                  <a:path w="4069" h="1008" fill="none" extrusionOk="0">
                    <a:moveTo>
                      <a:pt x="2349" y="1"/>
                    </a:moveTo>
                    <a:lnTo>
                      <a:pt x="2349" y="1"/>
                    </a:lnTo>
                    <a:lnTo>
                      <a:pt x="504" y="1"/>
                    </a:lnTo>
                    <a:lnTo>
                      <a:pt x="504" y="1"/>
                    </a:lnTo>
                    <a:lnTo>
                      <a:pt x="294" y="43"/>
                    </a:lnTo>
                    <a:lnTo>
                      <a:pt x="126" y="127"/>
                    </a:lnTo>
                    <a:lnTo>
                      <a:pt x="42" y="294"/>
                    </a:lnTo>
                    <a:lnTo>
                      <a:pt x="1" y="504"/>
                    </a:lnTo>
                    <a:lnTo>
                      <a:pt x="1" y="504"/>
                    </a:lnTo>
                    <a:lnTo>
                      <a:pt x="42" y="714"/>
                    </a:lnTo>
                    <a:lnTo>
                      <a:pt x="126" y="840"/>
                    </a:lnTo>
                    <a:lnTo>
                      <a:pt x="294" y="965"/>
                    </a:lnTo>
                    <a:lnTo>
                      <a:pt x="504" y="1007"/>
                    </a:lnTo>
                    <a:lnTo>
                      <a:pt x="504" y="1007"/>
                    </a:lnTo>
                    <a:lnTo>
                      <a:pt x="504" y="1007"/>
                    </a:lnTo>
                    <a:lnTo>
                      <a:pt x="2349" y="1007"/>
                    </a:lnTo>
                    <a:lnTo>
                      <a:pt x="3565" y="1007"/>
                    </a:lnTo>
                    <a:lnTo>
                      <a:pt x="3565" y="1007"/>
                    </a:lnTo>
                    <a:lnTo>
                      <a:pt x="3565" y="1007"/>
                    </a:lnTo>
                    <a:lnTo>
                      <a:pt x="3733" y="965"/>
                    </a:lnTo>
                    <a:lnTo>
                      <a:pt x="3901" y="840"/>
                    </a:lnTo>
                    <a:lnTo>
                      <a:pt x="4026" y="672"/>
                    </a:lnTo>
                    <a:lnTo>
                      <a:pt x="4068" y="504"/>
                    </a:lnTo>
                    <a:lnTo>
                      <a:pt x="4068" y="504"/>
                    </a:lnTo>
                    <a:lnTo>
                      <a:pt x="4026" y="294"/>
                    </a:lnTo>
                    <a:lnTo>
                      <a:pt x="3901" y="127"/>
                    </a:lnTo>
                    <a:lnTo>
                      <a:pt x="3775" y="43"/>
                    </a:lnTo>
                    <a:lnTo>
                      <a:pt x="3565" y="1"/>
                    </a:lnTo>
                    <a:lnTo>
                      <a:pt x="2349"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 name="Google Shape;345;p17">
              <a:extLst>
                <a:ext uri="{FF2B5EF4-FFF2-40B4-BE49-F238E27FC236}">
                  <a16:creationId xmlns:a16="http://schemas.microsoft.com/office/drawing/2014/main" id="{F4D4F18E-F471-E72A-3A46-B6ABBB32FB50}"/>
                </a:ext>
              </a:extLst>
            </p:cNvPr>
            <p:cNvSpPr/>
            <p:nvPr/>
          </p:nvSpPr>
          <p:spPr>
            <a:xfrm>
              <a:off x="2462974" y="1276425"/>
              <a:ext cx="1097400" cy="1097400"/>
            </a:xfrm>
            <a:prstGeom prst="ellipse">
              <a:avLst/>
            </a:prstGeom>
            <a:solidFill>
              <a:srgbClr val="7E0029"/>
            </a:solidFill>
            <a:ln w="38100" cap="flat" cmpd="sng">
              <a:solidFill>
                <a:schemeClr val="lt1"/>
              </a:solidFill>
              <a:prstDash val="solid"/>
              <a:round/>
              <a:headEnd type="none" w="sm" len="sm"/>
              <a:tailEnd type="none" w="sm" len="sm"/>
            </a:ln>
            <a:effectLst>
              <a:outerShdw blurRad="57150" dist="28575" dir="54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346;p17">
              <a:extLst>
                <a:ext uri="{FF2B5EF4-FFF2-40B4-BE49-F238E27FC236}">
                  <a16:creationId xmlns:a16="http://schemas.microsoft.com/office/drawing/2014/main" id="{7DDA40CC-3455-86D8-C49D-16164F2CD6E1}"/>
                </a:ext>
              </a:extLst>
            </p:cNvPr>
            <p:cNvSpPr txBox="1"/>
            <p:nvPr/>
          </p:nvSpPr>
          <p:spPr>
            <a:xfrm>
              <a:off x="4112899" y="1538152"/>
              <a:ext cx="2604756" cy="326100"/>
            </a:xfrm>
            <a:prstGeom prst="rect">
              <a:avLst/>
            </a:prstGeom>
            <a:noFill/>
            <a:ln>
              <a:noFill/>
            </a:ln>
          </p:spPr>
          <p:txBody>
            <a:bodyPr spcFirstLastPara="1" wrap="square" lIns="91425" tIns="91425" rIns="91425" bIns="91425" anchor="ctr" anchorCtr="0">
              <a:noAutofit/>
            </a:bodyPr>
            <a:lstStyle/>
            <a:p>
              <a:r>
                <a:rPr lang="es-ES_tradnl" sz="3000" b="1" dirty="0">
                  <a:solidFill>
                    <a:schemeClr val="bg1"/>
                  </a:solidFill>
                </a:rPr>
                <a:t>Set </a:t>
              </a:r>
              <a:r>
                <a:rPr lang="es-ES_tradnl" sz="3000" b="1" dirty="0" err="1">
                  <a:solidFill>
                    <a:schemeClr val="bg1"/>
                  </a:solidFill>
                </a:rPr>
                <a:t>prices</a:t>
              </a:r>
              <a:r>
                <a:rPr lang="es-ES_tradnl" sz="3000" b="1" dirty="0">
                  <a:solidFill>
                    <a:schemeClr val="bg1"/>
                  </a:solidFill>
                </a:rPr>
                <a:t> as formulas</a:t>
              </a:r>
            </a:p>
          </p:txBody>
        </p:sp>
        <p:sp>
          <p:nvSpPr>
            <p:cNvPr id="240" name="Google Shape;348;p17">
              <a:extLst>
                <a:ext uri="{FF2B5EF4-FFF2-40B4-BE49-F238E27FC236}">
                  <a16:creationId xmlns:a16="http://schemas.microsoft.com/office/drawing/2014/main" id="{B939A387-C5D7-C352-AB62-063618357454}"/>
                </a:ext>
              </a:extLst>
            </p:cNvPr>
            <p:cNvSpPr txBox="1"/>
            <p:nvPr/>
          </p:nvSpPr>
          <p:spPr>
            <a:xfrm>
              <a:off x="2610423" y="1559017"/>
              <a:ext cx="802500" cy="53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b="1">
                  <a:solidFill>
                    <a:schemeClr val="lt1"/>
                  </a:solidFill>
                  <a:latin typeface="Fira Sans Extra Condensed"/>
                  <a:ea typeface="Fira Sans Extra Condensed"/>
                  <a:cs typeface="Fira Sans Extra Condensed"/>
                  <a:sym typeface="Fira Sans Extra Condensed"/>
                </a:rPr>
                <a:t>01</a:t>
              </a:r>
              <a:endParaRPr sz="4000" b="1">
                <a:solidFill>
                  <a:schemeClr val="lt1"/>
                </a:solidFill>
                <a:latin typeface="Fira Sans Extra Condensed"/>
                <a:ea typeface="Fira Sans Extra Condensed"/>
                <a:cs typeface="Fira Sans Extra Condensed"/>
                <a:sym typeface="Fira Sans Extra Condensed"/>
              </a:endParaRPr>
            </a:p>
          </p:txBody>
        </p:sp>
      </p:grpSp>
      <p:grpSp>
        <p:nvGrpSpPr>
          <p:cNvPr id="362" name="Grupo 361">
            <a:extLst>
              <a:ext uri="{FF2B5EF4-FFF2-40B4-BE49-F238E27FC236}">
                <a16:creationId xmlns:a16="http://schemas.microsoft.com/office/drawing/2014/main" id="{D471FBB3-6B22-61A5-A279-32F7A8771A89}"/>
              </a:ext>
            </a:extLst>
          </p:cNvPr>
          <p:cNvGrpSpPr/>
          <p:nvPr/>
        </p:nvGrpSpPr>
        <p:grpSpPr>
          <a:xfrm>
            <a:off x="3533958" y="2819387"/>
            <a:ext cx="8377200" cy="1605600"/>
            <a:chOff x="1888619" y="2339601"/>
            <a:chExt cx="5539208" cy="1161382"/>
          </a:xfrm>
        </p:grpSpPr>
        <p:sp>
          <p:nvSpPr>
            <p:cNvPr id="14" name="Google Shape;122;p17">
              <a:extLst>
                <a:ext uri="{FF2B5EF4-FFF2-40B4-BE49-F238E27FC236}">
                  <a16:creationId xmlns:a16="http://schemas.microsoft.com/office/drawing/2014/main" id="{F0941221-E904-82A9-33DF-415399A63CFA}"/>
                </a:ext>
              </a:extLst>
            </p:cNvPr>
            <p:cNvSpPr/>
            <p:nvPr/>
          </p:nvSpPr>
          <p:spPr>
            <a:xfrm>
              <a:off x="1888619" y="2422000"/>
              <a:ext cx="5539208" cy="1078983"/>
            </a:xfrm>
            <a:custGeom>
              <a:avLst/>
              <a:gdLst/>
              <a:ahLst/>
              <a:cxnLst/>
              <a:rect l="l" t="t" r="r" b="b"/>
              <a:pathLst>
                <a:path w="285122" h="65294" extrusionOk="0">
                  <a:moveTo>
                    <a:pt x="232283" y="0"/>
                  </a:moveTo>
                  <a:lnTo>
                    <a:pt x="228341" y="42"/>
                  </a:lnTo>
                  <a:lnTo>
                    <a:pt x="224441" y="126"/>
                  </a:lnTo>
                  <a:lnTo>
                    <a:pt x="220583" y="210"/>
                  </a:lnTo>
                  <a:lnTo>
                    <a:pt x="216808" y="378"/>
                  </a:lnTo>
                  <a:lnTo>
                    <a:pt x="213076" y="545"/>
                  </a:lnTo>
                  <a:lnTo>
                    <a:pt x="209386" y="755"/>
                  </a:lnTo>
                  <a:lnTo>
                    <a:pt x="205695" y="1007"/>
                  </a:lnTo>
                  <a:lnTo>
                    <a:pt x="202089" y="1258"/>
                  </a:lnTo>
                  <a:lnTo>
                    <a:pt x="194960" y="1845"/>
                  </a:lnTo>
                  <a:lnTo>
                    <a:pt x="187957" y="2516"/>
                  </a:lnTo>
                  <a:lnTo>
                    <a:pt x="181037" y="3271"/>
                  </a:lnTo>
                  <a:lnTo>
                    <a:pt x="174160" y="4026"/>
                  </a:lnTo>
                  <a:lnTo>
                    <a:pt x="160573" y="5662"/>
                  </a:lnTo>
                  <a:lnTo>
                    <a:pt x="152395" y="6668"/>
                  </a:lnTo>
                  <a:lnTo>
                    <a:pt x="144134" y="7633"/>
                  </a:lnTo>
                  <a:lnTo>
                    <a:pt x="135831" y="8555"/>
                  </a:lnTo>
                  <a:lnTo>
                    <a:pt x="131595" y="8974"/>
                  </a:lnTo>
                  <a:lnTo>
                    <a:pt x="127360" y="9394"/>
                  </a:lnTo>
                  <a:lnTo>
                    <a:pt x="123082" y="9729"/>
                  </a:lnTo>
                  <a:lnTo>
                    <a:pt x="118721" y="10107"/>
                  </a:lnTo>
                  <a:lnTo>
                    <a:pt x="114318" y="10400"/>
                  </a:lnTo>
                  <a:lnTo>
                    <a:pt x="109872" y="10694"/>
                  </a:lnTo>
                  <a:lnTo>
                    <a:pt x="105343" y="10904"/>
                  </a:lnTo>
                  <a:lnTo>
                    <a:pt x="100772" y="11113"/>
                  </a:lnTo>
                  <a:lnTo>
                    <a:pt x="96075" y="11239"/>
                  </a:lnTo>
                  <a:lnTo>
                    <a:pt x="91337" y="11323"/>
                  </a:lnTo>
                  <a:lnTo>
                    <a:pt x="86514" y="11365"/>
                  </a:lnTo>
                  <a:lnTo>
                    <a:pt x="81566" y="11323"/>
                  </a:lnTo>
                  <a:lnTo>
                    <a:pt x="76533" y="11239"/>
                  </a:lnTo>
                  <a:lnTo>
                    <a:pt x="71417" y="11113"/>
                  </a:lnTo>
                  <a:lnTo>
                    <a:pt x="66175" y="10904"/>
                  </a:lnTo>
                  <a:lnTo>
                    <a:pt x="60849" y="10610"/>
                  </a:lnTo>
                  <a:lnTo>
                    <a:pt x="55356" y="10233"/>
                  </a:lnTo>
                  <a:lnTo>
                    <a:pt x="49778" y="9813"/>
                  </a:lnTo>
                  <a:lnTo>
                    <a:pt x="44075" y="9268"/>
                  </a:lnTo>
                  <a:lnTo>
                    <a:pt x="38204" y="8681"/>
                  </a:lnTo>
                  <a:lnTo>
                    <a:pt x="32207" y="7968"/>
                  </a:lnTo>
                  <a:lnTo>
                    <a:pt x="26085" y="7171"/>
                  </a:lnTo>
                  <a:lnTo>
                    <a:pt x="19794" y="6291"/>
                  </a:lnTo>
                  <a:lnTo>
                    <a:pt x="13378" y="5326"/>
                  </a:lnTo>
                  <a:lnTo>
                    <a:pt x="6752" y="4236"/>
                  </a:lnTo>
                  <a:lnTo>
                    <a:pt x="1" y="3062"/>
                  </a:lnTo>
                  <a:lnTo>
                    <a:pt x="714" y="4781"/>
                  </a:lnTo>
                  <a:lnTo>
                    <a:pt x="1427" y="6458"/>
                  </a:lnTo>
                  <a:lnTo>
                    <a:pt x="2181" y="8094"/>
                  </a:lnTo>
                  <a:lnTo>
                    <a:pt x="2978" y="9687"/>
                  </a:lnTo>
                  <a:lnTo>
                    <a:pt x="3775" y="11239"/>
                  </a:lnTo>
                  <a:lnTo>
                    <a:pt x="4572" y="12749"/>
                  </a:lnTo>
                  <a:lnTo>
                    <a:pt x="5410" y="14174"/>
                  </a:lnTo>
                  <a:lnTo>
                    <a:pt x="6249" y="15600"/>
                  </a:lnTo>
                  <a:lnTo>
                    <a:pt x="7088" y="16942"/>
                  </a:lnTo>
                  <a:lnTo>
                    <a:pt x="7927" y="18284"/>
                  </a:lnTo>
                  <a:lnTo>
                    <a:pt x="8765" y="19542"/>
                  </a:lnTo>
                  <a:lnTo>
                    <a:pt x="9604" y="20758"/>
                  </a:lnTo>
                  <a:lnTo>
                    <a:pt x="11281" y="23023"/>
                  </a:lnTo>
                  <a:lnTo>
                    <a:pt x="12875" y="25078"/>
                  </a:lnTo>
                  <a:lnTo>
                    <a:pt x="14385" y="26923"/>
                  </a:lnTo>
                  <a:lnTo>
                    <a:pt x="15769" y="28558"/>
                  </a:lnTo>
                  <a:lnTo>
                    <a:pt x="17027" y="29942"/>
                  </a:lnTo>
                  <a:lnTo>
                    <a:pt x="18117" y="31075"/>
                  </a:lnTo>
                  <a:lnTo>
                    <a:pt x="18998" y="31997"/>
                  </a:lnTo>
                  <a:lnTo>
                    <a:pt x="19669" y="32626"/>
                  </a:lnTo>
                  <a:lnTo>
                    <a:pt x="20256" y="33171"/>
                  </a:lnTo>
                  <a:lnTo>
                    <a:pt x="19920" y="33675"/>
                  </a:lnTo>
                  <a:lnTo>
                    <a:pt x="18914" y="35184"/>
                  </a:lnTo>
                  <a:lnTo>
                    <a:pt x="17278" y="37491"/>
                  </a:lnTo>
                  <a:lnTo>
                    <a:pt x="16230" y="38958"/>
                  </a:lnTo>
                  <a:lnTo>
                    <a:pt x="15056" y="40552"/>
                  </a:lnTo>
                  <a:lnTo>
                    <a:pt x="13672" y="42313"/>
                  </a:lnTo>
                  <a:lnTo>
                    <a:pt x="12162" y="44200"/>
                  </a:lnTo>
                  <a:lnTo>
                    <a:pt x="10485" y="46213"/>
                  </a:lnTo>
                  <a:lnTo>
                    <a:pt x="8681" y="48352"/>
                  </a:lnTo>
                  <a:lnTo>
                    <a:pt x="6752" y="50533"/>
                  </a:lnTo>
                  <a:lnTo>
                    <a:pt x="4614" y="52797"/>
                  </a:lnTo>
                  <a:lnTo>
                    <a:pt x="2391" y="55146"/>
                  </a:lnTo>
                  <a:lnTo>
                    <a:pt x="1" y="57536"/>
                  </a:lnTo>
                  <a:lnTo>
                    <a:pt x="6375" y="58626"/>
                  </a:lnTo>
                  <a:lnTo>
                    <a:pt x="12581" y="59633"/>
                  </a:lnTo>
                  <a:lnTo>
                    <a:pt x="18704" y="60555"/>
                  </a:lnTo>
                  <a:lnTo>
                    <a:pt x="24701" y="61394"/>
                  </a:lnTo>
                  <a:lnTo>
                    <a:pt x="30572" y="62107"/>
                  </a:lnTo>
                  <a:lnTo>
                    <a:pt x="36359" y="62778"/>
                  </a:lnTo>
                  <a:lnTo>
                    <a:pt x="42062" y="63323"/>
                  </a:lnTo>
                  <a:lnTo>
                    <a:pt x="47640" y="63826"/>
                  </a:lnTo>
                  <a:lnTo>
                    <a:pt x="53133" y="64246"/>
                  </a:lnTo>
                  <a:lnTo>
                    <a:pt x="58543" y="64581"/>
                  </a:lnTo>
                  <a:lnTo>
                    <a:pt x="63827" y="64833"/>
                  </a:lnTo>
                  <a:lnTo>
                    <a:pt x="69069" y="65042"/>
                  </a:lnTo>
                  <a:lnTo>
                    <a:pt x="74227" y="65168"/>
                  </a:lnTo>
                  <a:lnTo>
                    <a:pt x="79301" y="65252"/>
                  </a:lnTo>
                  <a:lnTo>
                    <a:pt x="84292" y="65294"/>
                  </a:lnTo>
                  <a:lnTo>
                    <a:pt x="89198" y="65252"/>
                  </a:lnTo>
                  <a:lnTo>
                    <a:pt x="94063" y="65168"/>
                  </a:lnTo>
                  <a:lnTo>
                    <a:pt x="98885" y="65042"/>
                  </a:lnTo>
                  <a:lnTo>
                    <a:pt x="103624" y="64875"/>
                  </a:lnTo>
                  <a:lnTo>
                    <a:pt x="108321" y="64665"/>
                  </a:lnTo>
                  <a:lnTo>
                    <a:pt x="112934" y="64413"/>
                  </a:lnTo>
                  <a:lnTo>
                    <a:pt x="117547" y="64120"/>
                  </a:lnTo>
                  <a:lnTo>
                    <a:pt x="122076" y="63784"/>
                  </a:lnTo>
                  <a:lnTo>
                    <a:pt x="126605" y="63449"/>
                  </a:lnTo>
                  <a:lnTo>
                    <a:pt x="131092" y="63071"/>
                  </a:lnTo>
                  <a:lnTo>
                    <a:pt x="135537" y="62694"/>
                  </a:lnTo>
                  <a:lnTo>
                    <a:pt x="144344" y="61855"/>
                  </a:lnTo>
                  <a:lnTo>
                    <a:pt x="153066" y="60933"/>
                  </a:lnTo>
                  <a:lnTo>
                    <a:pt x="161747" y="60052"/>
                  </a:lnTo>
                  <a:lnTo>
                    <a:pt x="175963" y="58542"/>
                  </a:lnTo>
                  <a:lnTo>
                    <a:pt x="183134" y="57829"/>
                  </a:lnTo>
                  <a:lnTo>
                    <a:pt x="190305" y="57158"/>
                  </a:lnTo>
                  <a:lnTo>
                    <a:pt x="197518" y="56529"/>
                  </a:lnTo>
                  <a:lnTo>
                    <a:pt x="204815" y="55984"/>
                  </a:lnTo>
                  <a:lnTo>
                    <a:pt x="212195" y="55523"/>
                  </a:lnTo>
                  <a:lnTo>
                    <a:pt x="215928" y="55313"/>
                  </a:lnTo>
                  <a:lnTo>
                    <a:pt x="219702" y="55146"/>
                  </a:lnTo>
                  <a:lnTo>
                    <a:pt x="223476" y="55020"/>
                  </a:lnTo>
                  <a:lnTo>
                    <a:pt x="227292" y="54894"/>
                  </a:lnTo>
                  <a:lnTo>
                    <a:pt x="231150" y="54852"/>
                  </a:lnTo>
                  <a:lnTo>
                    <a:pt x="235009" y="54768"/>
                  </a:lnTo>
                  <a:lnTo>
                    <a:pt x="238950" y="54768"/>
                  </a:lnTo>
                  <a:lnTo>
                    <a:pt x="242892" y="54810"/>
                  </a:lnTo>
                  <a:lnTo>
                    <a:pt x="246918" y="54894"/>
                  </a:lnTo>
                  <a:lnTo>
                    <a:pt x="250944" y="54978"/>
                  </a:lnTo>
                  <a:lnTo>
                    <a:pt x="255054" y="55146"/>
                  </a:lnTo>
                  <a:lnTo>
                    <a:pt x="259164" y="55313"/>
                  </a:lnTo>
                  <a:lnTo>
                    <a:pt x="263357" y="55565"/>
                  </a:lnTo>
                  <a:lnTo>
                    <a:pt x="267593" y="55858"/>
                  </a:lnTo>
                  <a:lnTo>
                    <a:pt x="271912" y="56194"/>
                  </a:lnTo>
                  <a:lnTo>
                    <a:pt x="276273" y="56571"/>
                  </a:lnTo>
                  <a:lnTo>
                    <a:pt x="280677" y="57033"/>
                  </a:lnTo>
                  <a:lnTo>
                    <a:pt x="285122" y="57536"/>
                  </a:lnTo>
                  <a:lnTo>
                    <a:pt x="285122" y="3062"/>
                  </a:lnTo>
                  <a:lnTo>
                    <a:pt x="280299" y="2474"/>
                  </a:lnTo>
                  <a:lnTo>
                    <a:pt x="275518" y="2013"/>
                  </a:lnTo>
                  <a:lnTo>
                    <a:pt x="270822" y="1552"/>
                  </a:lnTo>
                  <a:lnTo>
                    <a:pt x="266251" y="1216"/>
                  </a:lnTo>
                  <a:lnTo>
                    <a:pt x="261722" y="881"/>
                  </a:lnTo>
                  <a:lnTo>
                    <a:pt x="257318" y="587"/>
                  </a:lnTo>
                  <a:lnTo>
                    <a:pt x="252957" y="378"/>
                  </a:lnTo>
                  <a:lnTo>
                    <a:pt x="248680" y="210"/>
                  </a:lnTo>
                  <a:lnTo>
                    <a:pt x="244486" y="84"/>
                  </a:lnTo>
                  <a:lnTo>
                    <a:pt x="240334" y="0"/>
                  </a:lnTo>
                  <a:close/>
                </a:path>
              </a:pathLst>
            </a:custGeom>
            <a:solidFill>
              <a:srgbClr val="B3043E">
                <a:alpha val="80000"/>
              </a:srgbClr>
            </a:solidFill>
            <a:ln>
              <a:noFill/>
            </a:ln>
            <a:effectLst>
              <a:outerShdw blurRad="57150" dist="28575" dir="5400000" algn="bl" rotWithShape="0">
                <a:srgbClr val="000000">
                  <a:alpha val="2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234;p17">
              <a:extLst>
                <a:ext uri="{FF2B5EF4-FFF2-40B4-BE49-F238E27FC236}">
                  <a16:creationId xmlns:a16="http://schemas.microsoft.com/office/drawing/2014/main" id="{FC0E1825-D81D-14B8-CB87-E6C7974E28E9}"/>
                </a:ext>
              </a:extLst>
            </p:cNvPr>
            <p:cNvGrpSpPr/>
            <p:nvPr/>
          </p:nvGrpSpPr>
          <p:grpSpPr>
            <a:xfrm>
              <a:off x="1959087" y="2473674"/>
              <a:ext cx="5403973" cy="995137"/>
              <a:chOff x="1963569" y="2884300"/>
              <a:chExt cx="5403973" cy="1169924"/>
            </a:xfrm>
          </p:grpSpPr>
          <p:sp>
            <p:nvSpPr>
              <p:cNvPr id="127" name="Google Shape;235;p17">
                <a:extLst>
                  <a:ext uri="{FF2B5EF4-FFF2-40B4-BE49-F238E27FC236}">
                    <a16:creationId xmlns:a16="http://schemas.microsoft.com/office/drawing/2014/main" id="{04E42348-176B-8761-BB0B-898CF43C5FDF}"/>
                  </a:ext>
                </a:extLst>
              </p:cNvPr>
              <p:cNvSpPr/>
              <p:nvPr/>
            </p:nvSpPr>
            <p:spPr>
              <a:xfrm>
                <a:off x="1963569" y="2884300"/>
                <a:ext cx="5403973" cy="1169924"/>
              </a:xfrm>
              <a:custGeom>
                <a:avLst/>
                <a:gdLst/>
                <a:ahLst/>
                <a:cxnLst/>
                <a:rect l="l" t="t" r="r" b="b"/>
                <a:pathLst>
                  <a:path w="278161" h="60220" extrusionOk="0">
                    <a:moveTo>
                      <a:pt x="227838" y="0"/>
                    </a:moveTo>
                    <a:lnTo>
                      <a:pt x="224776" y="42"/>
                    </a:lnTo>
                    <a:lnTo>
                      <a:pt x="224567" y="84"/>
                    </a:lnTo>
                    <a:lnTo>
                      <a:pt x="224441" y="210"/>
                    </a:lnTo>
                    <a:lnTo>
                      <a:pt x="224315" y="378"/>
                    </a:lnTo>
                    <a:lnTo>
                      <a:pt x="224273" y="545"/>
                    </a:lnTo>
                    <a:lnTo>
                      <a:pt x="224315" y="755"/>
                    </a:lnTo>
                    <a:lnTo>
                      <a:pt x="224441" y="923"/>
                    </a:lnTo>
                    <a:lnTo>
                      <a:pt x="224609" y="1007"/>
                    </a:lnTo>
                    <a:lnTo>
                      <a:pt x="224776" y="1049"/>
                    </a:lnTo>
                    <a:lnTo>
                      <a:pt x="227838" y="1049"/>
                    </a:lnTo>
                    <a:lnTo>
                      <a:pt x="228047" y="1007"/>
                    </a:lnTo>
                    <a:lnTo>
                      <a:pt x="228215" y="881"/>
                    </a:lnTo>
                    <a:lnTo>
                      <a:pt x="228299" y="713"/>
                    </a:lnTo>
                    <a:lnTo>
                      <a:pt x="228341" y="503"/>
                    </a:lnTo>
                    <a:lnTo>
                      <a:pt x="228299" y="336"/>
                    </a:lnTo>
                    <a:lnTo>
                      <a:pt x="228215" y="168"/>
                    </a:lnTo>
                    <a:lnTo>
                      <a:pt x="228047" y="42"/>
                    </a:lnTo>
                    <a:lnTo>
                      <a:pt x="227838" y="0"/>
                    </a:lnTo>
                    <a:close/>
                    <a:moveTo>
                      <a:pt x="230438" y="0"/>
                    </a:moveTo>
                    <a:lnTo>
                      <a:pt x="230270" y="42"/>
                    </a:lnTo>
                    <a:lnTo>
                      <a:pt x="230102" y="168"/>
                    </a:lnTo>
                    <a:lnTo>
                      <a:pt x="229976" y="336"/>
                    </a:lnTo>
                    <a:lnTo>
                      <a:pt x="229934" y="503"/>
                    </a:lnTo>
                    <a:lnTo>
                      <a:pt x="229976" y="713"/>
                    </a:lnTo>
                    <a:lnTo>
                      <a:pt x="230102" y="881"/>
                    </a:lnTo>
                    <a:lnTo>
                      <a:pt x="230270" y="965"/>
                    </a:lnTo>
                    <a:lnTo>
                      <a:pt x="230438" y="1007"/>
                    </a:lnTo>
                    <a:lnTo>
                      <a:pt x="233499" y="1049"/>
                    </a:lnTo>
                    <a:lnTo>
                      <a:pt x="233709" y="1007"/>
                    </a:lnTo>
                    <a:lnTo>
                      <a:pt x="233876" y="881"/>
                    </a:lnTo>
                    <a:lnTo>
                      <a:pt x="233960" y="713"/>
                    </a:lnTo>
                    <a:lnTo>
                      <a:pt x="234002" y="545"/>
                    </a:lnTo>
                    <a:lnTo>
                      <a:pt x="233960" y="336"/>
                    </a:lnTo>
                    <a:lnTo>
                      <a:pt x="233876" y="168"/>
                    </a:lnTo>
                    <a:lnTo>
                      <a:pt x="233709" y="42"/>
                    </a:lnTo>
                    <a:lnTo>
                      <a:pt x="233499" y="0"/>
                    </a:lnTo>
                    <a:close/>
                    <a:moveTo>
                      <a:pt x="236518" y="42"/>
                    </a:moveTo>
                    <a:lnTo>
                      <a:pt x="236351" y="84"/>
                    </a:lnTo>
                    <a:lnTo>
                      <a:pt x="236183" y="210"/>
                    </a:lnTo>
                    <a:lnTo>
                      <a:pt x="236099" y="378"/>
                    </a:lnTo>
                    <a:lnTo>
                      <a:pt x="236057" y="545"/>
                    </a:lnTo>
                    <a:lnTo>
                      <a:pt x="236099" y="755"/>
                    </a:lnTo>
                    <a:lnTo>
                      <a:pt x="236183" y="923"/>
                    </a:lnTo>
                    <a:lnTo>
                      <a:pt x="236351" y="1007"/>
                    </a:lnTo>
                    <a:lnTo>
                      <a:pt x="236560" y="1049"/>
                    </a:lnTo>
                    <a:lnTo>
                      <a:pt x="239580" y="1132"/>
                    </a:lnTo>
                    <a:lnTo>
                      <a:pt x="239622" y="1132"/>
                    </a:lnTo>
                    <a:lnTo>
                      <a:pt x="239789" y="1091"/>
                    </a:lnTo>
                    <a:lnTo>
                      <a:pt x="239957" y="965"/>
                    </a:lnTo>
                    <a:lnTo>
                      <a:pt x="240083" y="839"/>
                    </a:lnTo>
                    <a:lnTo>
                      <a:pt x="240125" y="629"/>
                    </a:lnTo>
                    <a:lnTo>
                      <a:pt x="240083" y="420"/>
                    </a:lnTo>
                    <a:lnTo>
                      <a:pt x="239957" y="252"/>
                    </a:lnTo>
                    <a:lnTo>
                      <a:pt x="239831" y="168"/>
                    </a:lnTo>
                    <a:lnTo>
                      <a:pt x="239622" y="126"/>
                    </a:lnTo>
                    <a:lnTo>
                      <a:pt x="236560" y="42"/>
                    </a:lnTo>
                    <a:close/>
                    <a:moveTo>
                      <a:pt x="221715" y="84"/>
                    </a:moveTo>
                    <a:lnTo>
                      <a:pt x="218696" y="168"/>
                    </a:lnTo>
                    <a:lnTo>
                      <a:pt x="218486" y="210"/>
                    </a:lnTo>
                    <a:lnTo>
                      <a:pt x="218318" y="336"/>
                    </a:lnTo>
                    <a:lnTo>
                      <a:pt x="218234" y="503"/>
                    </a:lnTo>
                    <a:lnTo>
                      <a:pt x="218192" y="713"/>
                    </a:lnTo>
                    <a:lnTo>
                      <a:pt x="218234" y="881"/>
                    </a:lnTo>
                    <a:lnTo>
                      <a:pt x="218318" y="1049"/>
                    </a:lnTo>
                    <a:lnTo>
                      <a:pt x="218486" y="1174"/>
                    </a:lnTo>
                    <a:lnTo>
                      <a:pt x="218696" y="1216"/>
                    </a:lnTo>
                    <a:lnTo>
                      <a:pt x="221757" y="1132"/>
                    </a:lnTo>
                    <a:lnTo>
                      <a:pt x="221967" y="1091"/>
                    </a:lnTo>
                    <a:lnTo>
                      <a:pt x="222092" y="965"/>
                    </a:lnTo>
                    <a:lnTo>
                      <a:pt x="222218" y="797"/>
                    </a:lnTo>
                    <a:lnTo>
                      <a:pt x="222260" y="587"/>
                    </a:lnTo>
                    <a:lnTo>
                      <a:pt x="222218" y="420"/>
                    </a:lnTo>
                    <a:lnTo>
                      <a:pt x="222092" y="252"/>
                    </a:lnTo>
                    <a:lnTo>
                      <a:pt x="221925" y="126"/>
                    </a:lnTo>
                    <a:lnTo>
                      <a:pt x="221757" y="84"/>
                    </a:lnTo>
                    <a:close/>
                    <a:moveTo>
                      <a:pt x="242473" y="210"/>
                    </a:moveTo>
                    <a:lnTo>
                      <a:pt x="242305" y="336"/>
                    </a:lnTo>
                    <a:lnTo>
                      <a:pt x="242180" y="503"/>
                    </a:lnTo>
                    <a:lnTo>
                      <a:pt x="242138" y="671"/>
                    </a:lnTo>
                    <a:lnTo>
                      <a:pt x="242180" y="881"/>
                    </a:lnTo>
                    <a:lnTo>
                      <a:pt x="242263" y="1049"/>
                    </a:lnTo>
                    <a:lnTo>
                      <a:pt x="242431" y="1174"/>
                    </a:lnTo>
                    <a:lnTo>
                      <a:pt x="242641" y="1216"/>
                    </a:lnTo>
                    <a:lnTo>
                      <a:pt x="245702" y="1300"/>
                    </a:lnTo>
                    <a:lnTo>
                      <a:pt x="245912" y="1258"/>
                    </a:lnTo>
                    <a:lnTo>
                      <a:pt x="246038" y="1174"/>
                    </a:lnTo>
                    <a:lnTo>
                      <a:pt x="246164" y="1007"/>
                    </a:lnTo>
                    <a:lnTo>
                      <a:pt x="246205" y="839"/>
                    </a:lnTo>
                    <a:lnTo>
                      <a:pt x="246164" y="629"/>
                    </a:lnTo>
                    <a:lnTo>
                      <a:pt x="246080" y="461"/>
                    </a:lnTo>
                    <a:lnTo>
                      <a:pt x="245912" y="336"/>
                    </a:lnTo>
                    <a:lnTo>
                      <a:pt x="245744" y="294"/>
                    </a:lnTo>
                    <a:lnTo>
                      <a:pt x="242683" y="210"/>
                    </a:lnTo>
                    <a:close/>
                    <a:moveTo>
                      <a:pt x="215634" y="294"/>
                    </a:moveTo>
                    <a:lnTo>
                      <a:pt x="212573" y="420"/>
                    </a:lnTo>
                    <a:lnTo>
                      <a:pt x="212363" y="461"/>
                    </a:lnTo>
                    <a:lnTo>
                      <a:pt x="212238" y="587"/>
                    </a:lnTo>
                    <a:lnTo>
                      <a:pt x="212112" y="755"/>
                    </a:lnTo>
                    <a:lnTo>
                      <a:pt x="212070" y="923"/>
                    </a:lnTo>
                    <a:lnTo>
                      <a:pt x="212112" y="1132"/>
                    </a:lnTo>
                    <a:lnTo>
                      <a:pt x="212238" y="1300"/>
                    </a:lnTo>
                    <a:lnTo>
                      <a:pt x="212405" y="1384"/>
                    </a:lnTo>
                    <a:lnTo>
                      <a:pt x="212573" y="1426"/>
                    </a:lnTo>
                    <a:lnTo>
                      <a:pt x="212615" y="1426"/>
                    </a:lnTo>
                    <a:lnTo>
                      <a:pt x="215676" y="1300"/>
                    </a:lnTo>
                    <a:lnTo>
                      <a:pt x="215844" y="1258"/>
                    </a:lnTo>
                    <a:lnTo>
                      <a:pt x="216012" y="1132"/>
                    </a:lnTo>
                    <a:lnTo>
                      <a:pt x="216138" y="965"/>
                    </a:lnTo>
                    <a:lnTo>
                      <a:pt x="216138" y="755"/>
                    </a:lnTo>
                    <a:lnTo>
                      <a:pt x="216096" y="587"/>
                    </a:lnTo>
                    <a:lnTo>
                      <a:pt x="216012" y="420"/>
                    </a:lnTo>
                    <a:lnTo>
                      <a:pt x="215844" y="336"/>
                    </a:lnTo>
                    <a:lnTo>
                      <a:pt x="215634" y="294"/>
                    </a:lnTo>
                    <a:close/>
                    <a:moveTo>
                      <a:pt x="248764" y="420"/>
                    </a:moveTo>
                    <a:lnTo>
                      <a:pt x="248554" y="461"/>
                    </a:lnTo>
                    <a:lnTo>
                      <a:pt x="248386" y="545"/>
                    </a:lnTo>
                    <a:lnTo>
                      <a:pt x="248302" y="713"/>
                    </a:lnTo>
                    <a:lnTo>
                      <a:pt x="248260" y="923"/>
                    </a:lnTo>
                    <a:lnTo>
                      <a:pt x="248260" y="1091"/>
                    </a:lnTo>
                    <a:lnTo>
                      <a:pt x="248386" y="1258"/>
                    </a:lnTo>
                    <a:lnTo>
                      <a:pt x="248512" y="1384"/>
                    </a:lnTo>
                    <a:lnTo>
                      <a:pt x="248722" y="1426"/>
                    </a:lnTo>
                    <a:lnTo>
                      <a:pt x="251783" y="1594"/>
                    </a:lnTo>
                    <a:lnTo>
                      <a:pt x="251993" y="1552"/>
                    </a:lnTo>
                    <a:lnTo>
                      <a:pt x="252160" y="1468"/>
                    </a:lnTo>
                    <a:lnTo>
                      <a:pt x="252244" y="1300"/>
                    </a:lnTo>
                    <a:lnTo>
                      <a:pt x="252286" y="1091"/>
                    </a:lnTo>
                    <a:lnTo>
                      <a:pt x="252286" y="923"/>
                    </a:lnTo>
                    <a:lnTo>
                      <a:pt x="252160" y="755"/>
                    </a:lnTo>
                    <a:lnTo>
                      <a:pt x="252035" y="629"/>
                    </a:lnTo>
                    <a:lnTo>
                      <a:pt x="251825" y="587"/>
                    </a:lnTo>
                    <a:lnTo>
                      <a:pt x="248764" y="420"/>
                    </a:lnTo>
                    <a:close/>
                    <a:moveTo>
                      <a:pt x="209512" y="545"/>
                    </a:moveTo>
                    <a:lnTo>
                      <a:pt x="206450" y="713"/>
                    </a:lnTo>
                    <a:lnTo>
                      <a:pt x="206283" y="755"/>
                    </a:lnTo>
                    <a:lnTo>
                      <a:pt x="206115" y="881"/>
                    </a:lnTo>
                    <a:lnTo>
                      <a:pt x="206031" y="1049"/>
                    </a:lnTo>
                    <a:lnTo>
                      <a:pt x="205989" y="1258"/>
                    </a:lnTo>
                    <a:lnTo>
                      <a:pt x="206031" y="1426"/>
                    </a:lnTo>
                    <a:lnTo>
                      <a:pt x="206157" y="1594"/>
                    </a:lnTo>
                    <a:lnTo>
                      <a:pt x="206325" y="1678"/>
                    </a:lnTo>
                    <a:lnTo>
                      <a:pt x="206492" y="1720"/>
                    </a:lnTo>
                    <a:lnTo>
                      <a:pt x="206534" y="1720"/>
                    </a:lnTo>
                    <a:lnTo>
                      <a:pt x="209554" y="1552"/>
                    </a:lnTo>
                    <a:lnTo>
                      <a:pt x="209763" y="1510"/>
                    </a:lnTo>
                    <a:lnTo>
                      <a:pt x="209931" y="1384"/>
                    </a:lnTo>
                    <a:lnTo>
                      <a:pt x="210015" y="1216"/>
                    </a:lnTo>
                    <a:lnTo>
                      <a:pt x="210057" y="1049"/>
                    </a:lnTo>
                    <a:lnTo>
                      <a:pt x="210015" y="839"/>
                    </a:lnTo>
                    <a:lnTo>
                      <a:pt x="209889" y="671"/>
                    </a:lnTo>
                    <a:lnTo>
                      <a:pt x="209721" y="587"/>
                    </a:lnTo>
                    <a:lnTo>
                      <a:pt x="209554" y="545"/>
                    </a:lnTo>
                    <a:close/>
                    <a:moveTo>
                      <a:pt x="254844" y="755"/>
                    </a:moveTo>
                    <a:lnTo>
                      <a:pt x="254676" y="797"/>
                    </a:lnTo>
                    <a:lnTo>
                      <a:pt x="254509" y="881"/>
                    </a:lnTo>
                    <a:lnTo>
                      <a:pt x="254383" y="1049"/>
                    </a:lnTo>
                    <a:lnTo>
                      <a:pt x="254341" y="1216"/>
                    </a:lnTo>
                    <a:lnTo>
                      <a:pt x="254383" y="1426"/>
                    </a:lnTo>
                    <a:lnTo>
                      <a:pt x="254467" y="1594"/>
                    </a:lnTo>
                    <a:lnTo>
                      <a:pt x="254635" y="1720"/>
                    </a:lnTo>
                    <a:lnTo>
                      <a:pt x="254802" y="1761"/>
                    </a:lnTo>
                    <a:lnTo>
                      <a:pt x="257864" y="1971"/>
                    </a:lnTo>
                    <a:lnTo>
                      <a:pt x="257906" y="1971"/>
                    </a:lnTo>
                    <a:lnTo>
                      <a:pt x="258073" y="1929"/>
                    </a:lnTo>
                    <a:lnTo>
                      <a:pt x="258241" y="1803"/>
                    </a:lnTo>
                    <a:lnTo>
                      <a:pt x="258367" y="1678"/>
                    </a:lnTo>
                    <a:lnTo>
                      <a:pt x="258409" y="1468"/>
                    </a:lnTo>
                    <a:lnTo>
                      <a:pt x="258367" y="1300"/>
                    </a:lnTo>
                    <a:lnTo>
                      <a:pt x="258283" y="1132"/>
                    </a:lnTo>
                    <a:lnTo>
                      <a:pt x="258115" y="1007"/>
                    </a:lnTo>
                    <a:lnTo>
                      <a:pt x="257906" y="923"/>
                    </a:lnTo>
                    <a:lnTo>
                      <a:pt x="254886" y="755"/>
                    </a:lnTo>
                    <a:close/>
                    <a:moveTo>
                      <a:pt x="203431" y="923"/>
                    </a:moveTo>
                    <a:lnTo>
                      <a:pt x="200370" y="1091"/>
                    </a:lnTo>
                    <a:lnTo>
                      <a:pt x="200160" y="1174"/>
                    </a:lnTo>
                    <a:lnTo>
                      <a:pt x="200034" y="1300"/>
                    </a:lnTo>
                    <a:lnTo>
                      <a:pt x="199950" y="1468"/>
                    </a:lnTo>
                    <a:lnTo>
                      <a:pt x="199908" y="1636"/>
                    </a:lnTo>
                    <a:lnTo>
                      <a:pt x="199950" y="1845"/>
                    </a:lnTo>
                    <a:lnTo>
                      <a:pt x="200076" y="1971"/>
                    </a:lnTo>
                    <a:lnTo>
                      <a:pt x="200202" y="2097"/>
                    </a:lnTo>
                    <a:lnTo>
                      <a:pt x="200412" y="2139"/>
                    </a:lnTo>
                    <a:lnTo>
                      <a:pt x="200454" y="2139"/>
                    </a:lnTo>
                    <a:lnTo>
                      <a:pt x="203473" y="1929"/>
                    </a:lnTo>
                    <a:lnTo>
                      <a:pt x="203683" y="1845"/>
                    </a:lnTo>
                    <a:lnTo>
                      <a:pt x="203850" y="1761"/>
                    </a:lnTo>
                    <a:lnTo>
                      <a:pt x="203934" y="1594"/>
                    </a:lnTo>
                    <a:lnTo>
                      <a:pt x="203976" y="1384"/>
                    </a:lnTo>
                    <a:lnTo>
                      <a:pt x="203892" y="1174"/>
                    </a:lnTo>
                    <a:lnTo>
                      <a:pt x="203808" y="1049"/>
                    </a:lnTo>
                    <a:lnTo>
                      <a:pt x="203641" y="923"/>
                    </a:lnTo>
                    <a:close/>
                    <a:moveTo>
                      <a:pt x="260925" y="1174"/>
                    </a:moveTo>
                    <a:lnTo>
                      <a:pt x="260757" y="1216"/>
                    </a:lnTo>
                    <a:lnTo>
                      <a:pt x="260589" y="1300"/>
                    </a:lnTo>
                    <a:lnTo>
                      <a:pt x="260464" y="1426"/>
                    </a:lnTo>
                    <a:lnTo>
                      <a:pt x="260422" y="1636"/>
                    </a:lnTo>
                    <a:lnTo>
                      <a:pt x="260464" y="1845"/>
                    </a:lnTo>
                    <a:lnTo>
                      <a:pt x="260547" y="2013"/>
                    </a:lnTo>
                    <a:lnTo>
                      <a:pt x="260715" y="2139"/>
                    </a:lnTo>
                    <a:lnTo>
                      <a:pt x="260883" y="2181"/>
                    </a:lnTo>
                    <a:lnTo>
                      <a:pt x="263944" y="2432"/>
                    </a:lnTo>
                    <a:lnTo>
                      <a:pt x="263986" y="2432"/>
                    </a:lnTo>
                    <a:lnTo>
                      <a:pt x="264154" y="2391"/>
                    </a:lnTo>
                    <a:lnTo>
                      <a:pt x="264322" y="2265"/>
                    </a:lnTo>
                    <a:lnTo>
                      <a:pt x="264447" y="2139"/>
                    </a:lnTo>
                    <a:lnTo>
                      <a:pt x="264489" y="1929"/>
                    </a:lnTo>
                    <a:lnTo>
                      <a:pt x="264447" y="1761"/>
                    </a:lnTo>
                    <a:lnTo>
                      <a:pt x="264364" y="1594"/>
                    </a:lnTo>
                    <a:lnTo>
                      <a:pt x="264196" y="1468"/>
                    </a:lnTo>
                    <a:lnTo>
                      <a:pt x="264028" y="1384"/>
                    </a:lnTo>
                    <a:lnTo>
                      <a:pt x="260967" y="1174"/>
                    </a:lnTo>
                    <a:close/>
                    <a:moveTo>
                      <a:pt x="197308" y="1342"/>
                    </a:moveTo>
                    <a:lnTo>
                      <a:pt x="194289" y="1594"/>
                    </a:lnTo>
                    <a:lnTo>
                      <a:pt x="194079" y="1636"/>
                    </a:lnTo>
                    <a:lnTo>
                      <a:pt x="193954" y="1761"/>
                    </a:lnTo>
                    <a:lnTo>
                      <a:pt x="193828" y="1929"/>
                    </a:lnTo>
                    <a:lnTo>
                      <a:pt x="193828" y="2139"/>
                    </a:lnTo>
                    <a:lnTo>
                      <a:pt x="193870" y="2307"/>
                    </a:lnTo>
                    <a:lnTo>
                      <a:pt x="193995" y="2474"/>
                    </a:lnTo>
                    <a:lnTo>
                      <a:pt x="194121" y="2558"/>
                    </a:lnTo>
                    <a:lnTo>
                      <a:pt x="194331" y="2600"/>
                    </a:lnTo>
                    <a:lnTo>
                      <a:pt x="194373" y="2600"/>
                    </a:lnTo>
                    <a:lnTo>
                      <a:pt x="197392" y="2349"/>
                    </a:lnTo>
                    <a:lnTo>
                      <a:pt x="197602" y="2307"/>
                    </a:lnTo>
                    <a:lnTo>
                      <a:pt x="197770" y="2181"/>
                    </a:lnTo>
                    <a:lnTo>
                      <a:pt x="197854" y="2013"/>
                    </a:lnTo>
                    <a:lnTo>
                      <a:pt x="197896" y="1803"/>
                    </a:lnTo>
                    <a:lnTo>
                      <a:pt x="197812" y="1636"/>
                    </a:lnTo>
                    <a:lnTo>
                      <a:pt x="197728" y="1468"/>
                    </a:lnTo>
                    <a:lnTo>
                      <a:pt x="197560" y="1384"/>
                    </a:lnTo>
                    <a:lnTo>
                      <a:pt x="197350" y="1342"/>
                    </a:lnTo>
                    <a:close/>
                    <a:moveTo>
                      <a:pt x="266838" y="1678"/>
                    </a:moveTo>
                    <a:lnTo>
                      <a:pt x="266670" y="1803"/>
                    </a:lnTo>
                    <a:lnTo>
                      <a:pt x="266544" y="1929"/>
                    </a:lnTo>
                    <a:lnTo>
                      <a:pt x="266502" y="2139"/>
                    </a:lnTo>
                    <a:lnTo>
                      <a:pt x="266544" y="2307"/>
                    </a:lnTo>
                    <a:lnTo>
                      <a:pt x="266628" y="2516"/>
                    </a:lnTo>
                    <a:lnTo>
                      <a:pt x="266796" y="2600"/>
                    </a:lnTo>
                    <a:lnTo>
                      <a:pt x="266964" y="2684"/>
                    </a:lnTo>
                    <a:lnTo>
                      <a:pt x="269983" y="2978"/>
                    </a:lnTo>
                    <a:lnTo>
                      <a:pt x="270067" y="2978"/>
                    </a:lnTo>
                    <a:lnTo>
                      <a:pt x="270235" y="2936"/>
                    </a:lnTo>
                    <a:lnTo>
                      <a:pt x="270402" y="2810"/>
                    </a:lnTo>
                    <a:lnTo>
                      <a:pt x="270486" y="2684"/>
                    </a:lnTo>
                    <a:lnTo>
                      <a:pt x="270570" y="2516"/>
                    </a:lnTo>
                    <a:lnTo>
                      <a:pt x="270528" y="2307"/>
                    </a:lnTo>
                    <a:lnTo>
                      <a:pt x="270444" y="2139"/>
                    </a:lnTo>
                    <a:lnTo>
                      <a:pt x="270277" y="2013"/>
                    </a:lnTo>
                    <a:lnTo>
                      <a:pt x="270109" y="1929"/>
                    </a:lnTo>
                    <a:lnTo>
                      <a:pt x="267048" y="1678"/>
                    </a:lnTo>
                    <a:close/>
                    <a:moveTo>
                      <a:pt x="191228" y="1845"/>
                    </a:moveTo>
                    <a:lnTo>
                      <a:pt x="188208" y="2139"/>
                    </a:lnTo>
                    <a:lnTo>
                      <a:pt x="187999" y="2181"/>
                    </a:lnTo>
                    <a:lnTo>
                      <a:pt x="187873" y="2307"/>
                    </a:lnTo>
                    <a:lnTo>
                      <a:pt x="187747" y="2474"/>
                    </a:lnTo>
                    <a:lnTo>
                      <a:pt x="187747" y="2684"/>
                    </a:lnTo>
                    <a:lnTo>
                      <a:pt x="187789" y="2852"/>
                    </a:lnTo>
                    <a:lnTo>
                      <a:pt x="187915" y="3020"/>
                    </a:lnTo>
                    <a:lnTo>
                      <a:pt x="188083" y="3103"/>
                    </a:lnTo>
                    <a:lnTo>
                      <a:pt x="188250" y="3145"/>
                    </a:lnTo>
                    <a:lnTo>
                      <a:pt x="188292" y="3145"/>
                    </a:lnTo>
                    <a:lnTo>
                      <a:pt x="191312" y="2852"/>
                    </a:lnTo>
                    <a:lnTo>
                      <a:pt x="191521" y="2810"/>
                    </a:lnTo>
                    <a:lnTo>
                      <a:pt x="191689" y="2684"/>
                    </a:lnTo>
                    <a:lnTo>
                      <a:pt x="191773" y="2516"/>
                    </a:lnTo>
                    <a:lnTo>
                      <a:pt x="191773" y="2307"/>
                    </a:lnTo>
                    <a:lnTo>
                      <a:pt x="191731" y="2139"/>
                    </a:lnTo>
                    <a:lnTo>
                      <a:pt x="191647" y="1971"/>
                    </a:lnTo>
                    <a:lnTo>
                      <a:pt x="191479" y="1887"/>
                    </a:lnTo>
                    <a:lnTo>
                      <a:pt x="191270" y="1845"/>
                    </a:lnTo>
                    <a:close/>
                    <a:moveTo>
                      <a:pt x="272919" y="2265"/>
                    </a:moveTo>
                    <a:lnTo>
                      <a:pt x="272751" y="2391"/>
                    </a:lnTo>
                    <a:lnTo>
                      <a:pt x="272625" y="2516"/>
                    </a:lnTo>
                    <a:lnTo>
                      <a:pt x="272583" y="2684"/>
                    </a:lnTo>
                    <a:lnTo>
                      <a:pt x="272583" y="2894"/>
                    </a:lnTo>
                    <a:lnTo>
                      <a:pt x="272709" y="3061"/>
                    </a:lnTo>
                    <a:lnTo>
                      <a:pt x="272835" y="3187"/>
                    </a:lnTo>
                    <a:lnTo>
                      <a:pt x="273044" y="3271"/>
                    </a:lnTo>
                    <a:lnTo>
                      <a:pt x="276064" y="3565"/>
                    </a:lnTo>
                    <a:lnTo>
                      <a:pt x="276315" y="3565"/>
                    </a:lnTo>
                    <a:lnTo>
                      <a:pt x="276441" y="3439"/>
                    </a:lnTo>
                    <a:lnTo>
                      <a:pt x="276567" y="3313"/>
                    </a:lnTo>
                    <a:lnTo>
                      <a:pt x="276609" y="3145"/>
                    </a:lnTo>
                    <a:lnTo>
                      <a:pt x="276609" y="2936"/>
                    </a:lnTo>
                    <a:lnTo>
                      <a:pt x="276525" y="2768"/>
                    </a:lnTo>
                    <a:lnTo>
                      <a:pt x="276357" y="2642"/>
                    </a:lnTo>
                    <a:lnTo>
                      <a:pt x="276190" y="2558"/>
                    </a:lnTo>
                    <a:lnTo>
                      <a:pt x="273128" y="2265"/>
                    </a:lnTo>
                    <a:close/>
                    <a:moveTo>
                      <a:pt x="185147" y="2391"/>
                    </a:moveTo>
                    <a:lnTo>
                      <a:pt x="182128" y="2726"/>
                    </a:lnTo>
                    <a:lnTo>
                      <a:pt x="181918" y="2768"/>
                    </a:lnTo>
                    <a:lnTo>
                      <a:pt x="181792" y="2894"/>
                    </a:lnTo>
                    <a:lnTo>
                      <a:pt x="181708" y="3061"/>
                    </a:lnTo>
                    <a:lnTo>
                      <a:pt x="181666" y="3271"/>
                    </a:lnTo>
                    <a:lnTo>
                      <a:pt x="181708" y="3439"/>
                    </a:lnTo>
                    <a:lnTo>
                      <a:pt x="181834" y="3607"/>
                    </a:lnTo>
                    <a:lnTo>
                      <a:pt x="182002" y="3691"/>
                    </a:lnTo>
                    <a:lnTo>
                      <a:pt x="182170" y="3732"/>
                    </a:lnTo>
                    <a:lnTo>
                      <a:pt x="182212" y="3732"/>
                    </a:lnTo>
                    <a:lnTo>
                      <a:pt x="185273" y="3439"/>
                    </a:lnTo>
                    <a:lnTo>
                      <a:pt x="185441" y="3355"/>
                    </a:lnTo>
                    <a:lnTo>
                      <a:pt x="185608" y="3229"/>
                    </a:lnTo>
                    <a:lnTo>
                      <a:pt x="185692" y="3061"/>
                    </a:lnTo>
                    <a:lnTo>
                      <a:pt x="185734" y="2852"/>
                    </a:lnTo>
                    <a:lnTo>
                      <a:pt x="185650" y="2684"/>
                    </a:lnTo>
                    <a:lnTo>
                      <a:pt x="185566" y="2558"/>
                    </a:lnTo>
                    <a:lnTo>
                      <a:pt x="185399" y="2432"/>
                    </a:lnTo>
                    <a:lnTo>
                      <a:pt x="185231" y="2391"/>
                    </a:lnTo>
                    <a:close/>
                    <a:moveTo>
                      <a:pt x="179108" y="3020"/>
                    </a:moveTo>
                    <a:lnTo>
                      <a:pt x="176047" y="3355"/>
                    </a:lnTo>
                    <a:lnTo>
                      <a:pt x="175879" y="3439"/>
                    </a:lnTo>
                    <a:lnTo>
                      <a:pt x="175712" y="3565"/>
                    </a:lnTo>
                    <a:lnTo>
                      <a:pt x="175628" y="3732"/>
                    </a:lnTo>
                    <a:lnTo>
                      <a:pt x="175628" y="3942"/>
                    </a:lnTo>
                    <a:lnTo>
                      <a:pt x="175670" y="4110"/>
                    </a:lnTo>
                    <a:lnTo>
                      <a:pt x="175795" y="4236"/>
                    </a:lnTo>
                    <a:lnTo>
                      <a:pt x="175921" y="4361"/>
                    </a:lnTo>
                    <a:lnTo>
                      <a:pt x="176173" y="4361"/>
                    </a:lnTo>
                    <a:lnTo>
                      <a:pt x="179192" y="4068"/>
                    </a:lnTo>
                    <a:lnTo>
                      <a:pt x="179402" y="3984"/>
                    </a:lnTo>
                    <a:lnTo>
                      <a:pt x="179528" y="3858"/>
                    </a:lnTo>
                    <a:lnTo>
                      <a:pt x="179653" y="3691"/>
                    </a:lnTo>
                    <a:lnTo>
                      <a:pt x="179653" y="3481"/>
                    </a:lnTo>
                    <a:lnTo>
                      <a:pt x="179612" y="3313"/>
                    </a:lnTo>
                    <a:lnTo>
                      <a:pt x="179486" y="3145"/>
                    </a:lnTo>
                    <a:lnTo>
                      <a:pt x="179318" y="3061"/>
                    </a:lnTo>
                    <a:lnTo>
                      <a:pt x="179150" y="3020"/>
                    </a:lnTo>
                    <a:close/>
                    <a:moveTo>
                      <a:pt x="173028" y="3691"/>
                    </a:moveTo>
                    <a:lnTo>
                      <a:pt x="170008" y="4068"/>
                    </a:lnTo>
                    <a:lnTo>
                      <a:pt x="169799" y="4110"/>
                    </a:lnTo>
                    <a:lnTo>
                      <a:pt x="169673" y="4236"/>
                    </a:lnTo>
                    <a:lnTo>
                      <a:pt x="169589" y="4403"/>
                    </a:lnTo>
                    <a:lnTo>
                      <a:pt x="169547" y="4613"/>
                    </a:lnTo>
                    <a:lnTo>
                      <a:pt x="169631" y="4781"/>
                    </a:lnTo>
                    <a:lnTo>
                      <a:pt x="169715" y="4949"/>
                    </a:lnTo>
                    <a:lnTo>
                      <a:pt x="169882" y="5032"/>
                    </a:lnTo>
                    <a:lnTo>
                      <a:pt x="170050" y="5074"/>
                    </a:lnTo>
                    <a:lnTo>
                      <a:pt x="170134" y="5074"/>
                    </a:lnTo>
                    <a:lnTo>
                      <a:pt x="173153" y="4697"/>
                    </a:lnTo>
                    <a:lnTo>
                      <a:pt x="173363" y="4655"/>
                    </a:lnTo>
                    <a:lnTo>
                      <a:pt x="173489" y="4529"/>
                    </a:lnTo>
                    <a:lnTo>
                      <a:pt x="173573" y="4361"/>
                    </a:lnTo>
                    <a:lnTo>
                      <a:pt x="173615" y="4152"/>
                    </a:lnTo>
                    <a:lnTo>
                      <a:pt x="173531" y="3984"/>
                    </a:lnTo>
                    <a:lnTo>
                      <a:pt x="173447" y="3816"/>
                    </a:lnTo>
                    <a:lnTo>
                      <a:pt x="173279" y="3732"/>
                    </a:lnTo>
                    <a:lnTo>
                      <a:pt x="173111" y="3691"/>
                    </a:lnTo>
                    <a:close/>
                    <a:moveTo>
                      <a:pt x="378" y="4026"/>
                    </a:moveTo>
                    <a:lnTo>
                      <a:pt x="252" y="4068"/>
                    </a:lnTo>
                    <a:lnTo>
                      <a:pt x="169" y="4152"/>
                    </a:lnTo>
                    <a:lnTo>
                      <a:pt x="85" y="4236"/>
                    </a:lnTo>
                    <a:lnTo>
                      <a:pt x="1" y="4361"/>
                    </a:lnTo>
                    <a:lnTo>
                      <a:pt x="1" y="4487"/>
                    </a:lnTo>
                    <a:lnTo>
                      <a:pt x="1" y="4613"/>
                    </a:lnTo>
                    <a:lnTo>
                      <a:pt x="43" y="4739"/>
                    </a:lnTo>
                    <a:lnTo>
                      <a:pt x="294" y="5284"/>
                    </a:lnTo>
                    <a:lnTo>
                      <a:pt x="378" y="5410"/>
                    </a:lnTo>
                    <a:lnTo>
                      <a:pt x="462" y="5494"/>
                    </a:lnTo>
                    <a:lnTo>
                      <a:pt x="588" y="5536"/>
                    </a:lnTo>
                    <a:lnTo>
                      <a:pt x="756" y="5578"/>
                    </a:lnTo>
                    <a:lnTo>
                      <a:pt x="840" y="5536"/>
                    </a:lnTo>
                    <a:lnTo>
                      <a:pt x="965" y="5494"/>
                    </a:lnTo>
                    <a:lnTo>
                      <a:pt x="1049" y="5452"/>
                    </a:lnTo>
                    <a:lnTo>
                      <a:pt x="1133" y="5368"/>
                    </a:lnTo>
                    <a:lnTo>
                      <a:pt x="1259" y="5158"/>
                    </a:lnTo>
                    <a:lnTo>
                      <a:pt x="2852" y="5452"/>
                    </a:lnTo>
                    <a:lnTo>
                      <a:pt x="2936" y="5452"/>
                    </a:lnTo>
                    <a:lnTo>
                      <a:pt x="3104" y="5410"/>
                    </a:lnTo>
                    <a:lnTo>
                      <a:pt x="3230" y="5326"/>
                    </a:lnTo>
                    <a:lnTo>
                      <a:pt x="3356" y="5200"/>
                    </a:lnTo>
                    <a:lnTo>
                      <a:pt x="3440" y="5032"/>
                    </a:lnTo>
                    <a:lnTo>
                      <a:pt x="3440" y="4823"/>
                    </a:lnTo>
                    <a:lnTo>
                      <a:pt x="3356" y="4655"/>
                    </a:lnTo>
                    <a:lnTo>
                      <a:pt x="3188" y="4529"/>
                    </a:lnTo>
                    <a:lnTo>
                      <a:pt x="3020" y="4445"/>
                    </a:lnTo>
                    <a:lnTo>
                      <a:pt x="588" y="4026"/>
                    </a:lnTo>
                    <a:close/>
                    <a:moveTo>
                      <a:pt x="166989" y="4403"/>
                    </a:moveTo>
                    <a:lnTo>
                      <a:pt x="163970" y="4781"/>
                    </a:lnTo>
                    <a:lnTo>
                      <a:pt x="163760" y="4823"/>
                    </a:lnTo>
                    <a:lnTo>
                      <a:pt x="163592" y="4949"/>
                    </a:lnTo>
                    <a:lnTo>
                      <a:pt x="163508" y="5116"/>
                    </a:lnTo>
                    <a:lnTo>
                      <a:pt x="163508" y="5326"/>
                    </a:lnTo>
                    <a:lnTo>
                      <a:pt x="163550" y="5536"/>
                    </a:lnTo>
                    <a:lnTo>
                      <a:pt x="163676" y="5661"/>
                    </a:lnTo>
                    <a:lnTo>
                      <a:pt x="163844" y="5745"/>
                    </a:lnTo>
                    <a:lnTo>
                      <a:pt x="164011" y="5787"/>
                    </a:lnTo>
                    <a:lnTo>
                      <a:pt x="164053" y="5787"/>
                    </a:lnTo>
                    <a:lnTo>
                      <a:pt x="167115" y="5410"/>
                    </a:lnTo>
                    <a:lnTo>
                      <a:pt x="167282" y="5368"/>
                    </a:lnTo>
                    <a:lnTo>
                      <a:pt x="167450" y="5242"/>
                    </a:lnTo>
                    <a:lnTo>
                      <a:pt x="167534" y="5074"/>
                    </a:lnTo>
                    <a:lnTo>
                      <a:pt x="167534" y="4865"/>
                    </a:lnTo>
                    <a:lnTo>
                      <a:pt x="167492" y="4697"/>
                    </a:lnTo>
                    <a:lnTo>
                      <a:pt x="167366" y="4529"/>
                    </a:lnTo>
                    <a:lnTo>
                      <a:pt x="167240" y="4445"/>
                    </a:lnTo>
                    <a:lnTo>
                      <a:pt x="167031" y="4403"/>
                    </a:lnTo>
                    <a:close/>
                    <a:moveTo>
                      <a:pt x="5746" y="4949"/>
                    </a:moveTo>
                    <a:lnTo>
                      <a:pt x="5620" y="5032"/>
                    </a:lnTo>
                    <a:lnTo>
                      <a:pt x="5494" y="5200"/>
                    </a:lnTo>
                    <a:lnTo>
                      <a:pt x="5452" y="5368"/>
                    </a:lnTo>
                    <a:lnTo>
                      <a:pt x="5452" y="5578"/>
                    </a:lnTo>
                    <a:lnTo>
                      <a:pt x="5536" y="5745"/>
                    </a:lnTo>
                    <a:lnTo>
                      <a:pt x="5662" y="5871"/>
                    </a:lnTo>
                    <a:lnTo>
                      <a:pt x="5872" y="5955"/>
                    </a:lnTo>
                    <a:lnTo>
                      <a:pt x="8849" y="6416"/>
                    </a:lnTo>
                    <a:lnTo>
                      <a:pt x="9143" y="6416"/>
                    </a:lnTo>
                    <a:lnTo>
                      <a:pt x="9269" y="6291"/>
                    </a:lnTo>
                    <a:lnTo>
                      <a:pt x="9394" y="6165"/>
                    </a:lnTo>
                    <a:lnTo>
                      <a:pt x="9436" y="5997"/>
                    </a:lnTo>
                    <a:lnTo>
                      <a:pt x="9436" y="5787"/>
                    </a:lnTo>
                    <a:lnTo>
                      <a:pt x="9352" y="5620"/>
                    </a:lnTo>
                    <a:lnTo>
                      <a:pt x="9227" y="5494"/>
                    </a:lnTo>
                    <a:lnTo>
                      <a:pt x="9017" y="5410"/>
                    </a:lnTo>
                    <a:lnTo>
                      <a:pt x="5998" y="4949"/>
                    </a:lnTo>
                    <a:close/>
                    <a:moveTo>
                      <a:pt x="160992" y="5116"/>
                    </a:moveTo>
                    <a:lnTo>
                      <a:pt x="160908" y="5158"/>
                    </a:lnTo>
                    <a:lnTo>
                      <a:pt x="157889" y="5494"/>
                    </a:lnTo>
                    <a:lnTo>
                      <a:pt x="157721" y="5578"/>
                    </a:lnTo>
                    <a:lnTo>
                      <a:pt x="157553" y="5703"/>
                    </a:lnTo>
                    <a:lnTo>
                      <a:pt x="157469" y="5871"/>
                    </a:lnTo>
                    <a:lnTo>
                      <a:pt x="157469" y="6081"/>
                    </a:lnTo>
                    <a:lnTo>
                      <a:pt x="157511" y="6249"/>
                    </a:lnTo>
                    <a:lnTo>
                      <a:pt x="157637" y="6374"/>
                    </a:lnTo>
                    <a:lnTo>
                      <a:pt x="157763" y="6500"/>
                    </a:lnTo>
                    <a:lnTo>
                      <a:pt x="158015" y="6500"/>
                    </a:lnTo>
                    <a:lnTo>
                      <a:pt x="161034" y="6165"/>
                    </a:lnTo>
                    <a:lnTo>
                      <a:pt x="161244" y="6081"/>
                    </a:lnTo>
                    <a:lnTo>
                      <a:pt x="161369" y="5955"/>
                    </a:lnTo>
                    <a:lnTo>
                      <a:pt x="161453" y="5787"/>
                    </a:lnTo>
                    <a:lnTo>
                      <a:pt x="161495" y="5578"/>
                    </a:lnTo>
                    <a:lnTo>
                      <a:pt x="161453" y="5410"/>
                    </a:lnTo>
                    <a:lnTo>
                      <a:pt x="161328" y="5242"/>
                    </a:lnTo>
                    <a:lnTo>
                      <a:pt x="161160" y="5158"/>
                    </a:lnTo>
                    <a:lnTo>
                      <a:pt x="160992" y="5116"/>
                    </a:lnTo>
                    <a:close/>
                    <a:moveTo>
                      <a:pt x="154869" y="5871"/>
                    </a:moveTo>
                    <a:lnTo>
                      <a:pt x="151850" y="6249"/>
                    </a:lnTo>
                    <a:lnTo>
                      <a:pt x="151640" y="6291"/>
                    </a:lnTo>
                    <a:lnTo>
                      <a:pt x="151515" y="6416"/>
                    </a:lnTo>
                    <a:lnTo>
                      <a:pt x="151431" y="6626"/>
                    </a:lnTo>
                    <a:lnTo>
                      <a:pt x="151389" y="6794"/>
                    </a:lnTo>
                    <a:lnTo>
                      <a:pt x="151431" y="7003"/>
                    </a:lnTo>
                    <a:lnTo>
                      <a:pt x="151557" y="7129"/>
                    </a:lnTo>
                    <a:lnTo>
                      <a:pt x="151724" y="7213"/>
                    </a:lnTo>
                    <a:lnTo>
                      <a:pt x="151892" y="7255"/>
                    </a:lnTo>
                    <a:lnTo>
                      <a:pt x="151976" y="7255"/>
                    </a:lnTo>
                    <a:lnTo>
                      <a:pt x="154995" y="6878"/>
                    </a:lnTo>
                    <a:lnTo>
                      <a:pt x="155205" y="6836"/>
                    </a:lnTo>
                    <a:lnTo>
                      <a:pt x="155331" y="6710"/>
                    </a:lnTo>
                    <a:lnTo>
                      <a:pt x="155415" y="6500"/>
                    </a:lnTo>
                    <a:lnTo>
                      <a:pt x="155457" y="6332"/>
                    </a:lnTo>
                    <a:lnTo>
                      <a:pt x="155373" y="6123"/>
                    </a:lnTo>
                    <a:lnTo>
                      <a:pt x="155247" y="5997"/>
                    </a:lnTo>
                    <a:lnTo>
                      <a:pt x="155121" y="5913"/>
                    </a:lnTo>
                    <a:lnTo>
                      <a:pt x="154911" y="5871"/>
                    </a:lnTo>
                    <a:close/>
                    <a:moveTo>
                      <a:pt x="11953" y="5871"/>
                    </a:moveTo>
                    <a:lnTo>
                      <a:pt x="11785" y="5913"/>
                    </a:lnTo>
                    <a:lnTo>
                      <a:pt x="11617" y="5997"/>
                    </a:lnTo>
                    <a:lnTo>
                      <a:pt x="11533" y="6123"/>
                    </a:lnTo>
                    <a:lnTo>
                      <a:pt x="11449" y="6291"/>
                    </a:lnTo>
                    <a:lnTo>
                      <a:pt x="11449" y="6500"/>
                    </a:lnTo>
                    <a:lnTo>
                      <a:pt x="11533" y="6668"/>
                    </a:lnTo>
                    <a:lnTo>
                      <a:pt x="11701" y="6836"/>
                    </a:lnTo>
                    <a:lnTo>
                      <a:pt x="11869" y="6878"/>
                    </a:lnTo>
                    <a:lnTo>
                      <a:pt x="14888" y="7339"/>
                    </a:lnTo>
                    <a:lnTo>
                      <a:pt x="14972" y="7339"/>
                    </a:lnTo>
                    <a:lnTo>
                      <a:pt x="15140" y="7297"/>
                    </a:lnTo>
                    <a:lnTo>
                      <a:pt x="15307" y="7213"/>
                    </a:lnTo>
                    <a:lnTo>
                      <a:pt x="15433" y="7087"/>
                    </a:lnTo>
                    <a:lnTo>
                      <a:pt x="15475" y="6920"/>
                    </a:lnTo>
                    <a:lnTo>
                      <a:pt x="15475" y="6710"/>
                    </a:lnTo>
                    <a:lnTo>
                      <a:pt x="15391" y="6542"/>
                    </a:lnTo>
                    <a:lnTo>
                      <a:pt x="15265" y="6416"/>
                    </a:lnTo>
                    <a:lnTo>
                      <a:pt x="15056" y="6332"/>
                    </a:lnTo>
                    <a:lnTo>
                      <a:pt x="12036" y="5871"/>
                    </a:lnTo>
                    <a:close/>
                    <a:moveTo>
                      <a:pt x="148873" y="6584"/>
                    </a:moveTo>
                    <a:lnTo>
                      <a:pt x="148789" y="6626"/>
                    </a:lnTo>
                    <a:lnTo>
                      <a:pt x="145769" y="6962"/>
                    </a:lnTo>
                    <a:lnTo>
                      <a:pt x="145602" y="7045"/>
                    </a:lnTo>
                    <a:lnTo>
                      <a:pt x="145434" y="7171"/>
                    </a:lnTo>
                    <a:lnTo>
                      <a:pt x="145350" y="7339"/>
                    </a:lnTo>
                    <a:lnTo>
                      <a:pt x="145350" y="7549"/>
                    </a:lnTo>
                    <a:lnTo>
                      <a:pt x="145392" y="7716"/>
                    </a:lnTo>
                    <a:lnTo>
                      <a:pt x="145518" y="7842"/>
                    </a:lnTo>
                    <a:lnTo>
                      <a:pt x="145644" y="7968"/>
                    </a:lnTo>
                    <a:lnTo>
                      <a:pt x="145895" y="7968"/>
                    </a:lnTo>
                    <a:lnTo>
                      <a:pt x="148915" y="7632"/>
                    </a:lnTo>
                    <a:lnTo>
                      <a:pt x="149124" y="7549"/>
                    </a:lnTo>
                    <a:lnTo>
                      <a:pt x="149250" y="7423"/>
                    </a:lnTo>
                    <a:lnTo>
                      <a:pt x="149376" y="7255"/>
                    </a:lnTo>
                    <a:lnTo>
                      <a:pt x="149376" y="7045"/>
                    </a:lnTo>
                    <a:lnTo>
                      <a:pt x="149334" y="6878"/>
                    </a:lnTo>
                    <a:lnTo>
                      <a:pt x="149208" y="6752"/>
                    </a:lnTo>
                    <a:lnTo>
                      <a:pt x="149040" y="6626"/>
                    </a:lnTo>
                    <a:lnTo>
                      <a:pt x="148873" y="6584"/>
                    </a:lnTo>
                    <a:close/>
                    <a:moveTo>
                      <a:pt x="17991" y="6752"/>
                    </a:moveTo>
                    <a:lnTo>
                      <a:pt x="17824" y="6794"/>
                    </a:lnTo>
                    <a:lnTo>
                      <a:pt x="17656" y="6878"/>
                    </a:lnTo>
                    <a:lnTo>
                      <a:pt x="17572" y="7003"/>
                    </a:lnTo>
                    <a:lnTo>
                      <a:pt x="17488" y="7213"/>
                    </a:lnTo>
                    <a:lnTo>
                      <a:pt x="17530" y="7381"/>
                    </a:lnTo>
                    <a:lnTo>
                      <a:pt x="17614" y="7591"/>
                    </a:lnTo>
                    <a:lnTo>
                      <a:pt x="17740" y="7716"/>
                    </a:lnTo>
                    <a:lnTo>
                      <a:pt x="17949" y="7758"/>
                    </a:lnTo>
                    <a:lnTo>
                      <a:pt x="20969" y="8178"/>
                    </a:lnTo>
                    <a:lnTo>
                      <a:pt x="21220" y="8178"/>
                    </a:lnTo>
                    <a:lnTo>
                      <a:pt x="21346" y="8052"/>
                    </a:lnTo>
                    <a:lnTo>
                      <a:pt x="21472" y="7926"/>
                    </a:lnTo>
                    <a:lnTo>
                      <a:pt x="21514" y="7758"/>
                    </a:lnTo>
                    <a:lnTo>
                      <a:pt x="21514" y="7549"/>
                    </a:lnTo>
                    <a:lnTo>
                      <a:pt x="21430" y="7381"/>
                    </a:lnTo>
                    <a:lnTo>
                      <a:pt x="21262" y="7255"/>
                    </a:lnTo>
                    <a:lnTo>
                      <a:pt x="21094" y="7171"/>
                    </a:lnTo>
                    <a:lnTo>
                      <a:pt x="18075" y="6752"/>
                    </a:lnTo>
                    <a:close/>
                    <a:moveTo>
                      <a:pt x="277657" y="4236"/>
                    </a:moveTo>
                    <a:lnTo>
                      <a:pt x="277448" y="4278"/>
                    </a:lnTo>
                    <a:lnTo>
                      <a:pt x="277322" y="4403"/>
                    </a:lnTo>
                    <a:lnTo>
                      <a:pt x="277196" y="4529"/>
                    </a:lnTo>
                    <a:lnTo>
                      <a:pt x="277154" y="4739"/>
                    </a:lnTo>
                    <a:lnTo>
                      <a:pt x="277154" y="7800"/>
                    </a:lnTo>
                    <a:lnTo>
                      <a:pt x="277196" y="8010"/>
                    </a:lnTo>
                    <a:lnTo>
                      <a:pt x="277322" y="8178"/>
                    </a:lnTo>
                    <a:lnTo>
                      <a:pt x="277448" y="8262"/>
                    </a:lnTo>
                    <a:lnTo>
                      <a:pt x="277657" y="8303"/>
                    </a:lnTo>
                    <a:lnTo>
                      <a:pt x="277867" y="8262"/>
                    </a:lnTo>
                    <a:lnTo>
                      <a:pt x="278035" y="8178"/>
                    </a:lnTo>
                    <a:lnTo>
                      <a:pt x="278119" y="8010"/>
                    </a:lnTo>
                    <a:lnTo>
                      <a:pt x="278160" y="7800"/>
                    </a:lnTo>
                    <a:lnTo>
                      <a:pt x="278160" y="4739"/>
                    </a:lnTo>
                    <a:lnTo>
                      <a:pt x="278119" y="4529"/>
                    </a:lnTo>
                    <a:lnTo>
                      <a:pt x="278035" y="4403"/>
                    </a:lnTo>
                    <a:lnTo>
                      <a:pt x="277867" y="4278"/>
                    </a:lnTo>
                    <a:lnTo>
                      <a:pt x="277657" y="4236"/>
                    </a:lnTo>
                    <a:close/>
                    <a:moveTo>
                      <a:pt x="142750" y="7339"/>
                    </a:moveTo>
                    <a:lnTo>
                      <a:pt x="139731" y="7674"/>
                    </a:lnTo>
                    <a:lnTo>
                      <a:pt x="139521" y="7716"/>
                    </a:lnTo>
                    <a:lnTo>
                      <a:pt x="139353" y="7842"/>
                    </a:lnTo>
                    <a:lnTo>
                      <a:pt x="139269" y="8052"/>
                    </a:lnTo>
                    <a:lnTo>
                      <a:pt x="139269" y="8220"/>
                    </a:lnTo>
                    <a:lnTo>
                      <a:pt x="139311" y="8429"/>
                    </a:lnTo>
                    <a:lnTo>
                      <a:pt x="139437" y="8555"/>
                    </a:lnTo>
                    <a:lnTo>
                      <a:pt x="139605" y="8639"/>
                    </a:lnTo>
                    <a:lnTo>
                      <a:pt x="139773" y="8681"/>
                    </a:lnTo>
                    <a:lnTo>
                      <a:pt x="139815" y="8681"/>
                    </a:lnTo>
                    <a:lnTo>
                      <a:pt x="142876" y="8345"/>
                    </a:lnTo>
                    <a:lnTo>
                      <a:pt x="143044" y="8262"/>
                    </a:lnTo>
                    <a:lnTo>
                      <a:pt x="143211" y="8136"/>
                    </a:lnTo>
                    <a:lnTo>
                      <a:pt x="143295" y="7968"/>
                    </a:lnTo>
                    <a:lnTo>
                      <a:pt x="143295" y="7758"/>
                    </a:lnTo>
                    <a:lnTo>
                      <a:pt x="143253" y="7591"/>
                    </a:lnTo>
                    <a:lnTo>
                      <a:pt x="143127" y="7465"/>
                    </a:lnTo>
                    <a:lnTo>
                      <a:pt x="143002" y="7339"/>
                    </a:lnTo>
                    <a:close/>
                    <a:moveTo>
                      <a:pt x="23862" y="7591"/>
                    </a:moveTo>
                    <a:lnTo>
                      <a:pt x="23695" y="7716"/>
                    </a:lnTo>
                    <a:lnTo>
                      <a:pt x="23611" y="7842"/>
                    </a:lnTo>
                    <a:lnTo>
                      <a:pt x="23527" y="8010"/>
                    </a:lnTo>
                    <a:lnTo>
                      <a:pt x="23569" y="8220"/>
                    </a:lnTo>
                    <a:lnTo>
                      <a:pt x="23653" y="8387"/>
                    </a:lnTo>
                    <a:lnTo>
                      <a:pt x="23778" y="8513"/>
                    </a:lnTo>
                    <a:lnTo>
                      <a:pt x="23988" y="8597"/>
                    </a:lnTo>
                    <a:lnTo>
                      <a:pt x="27007" y="8974"/>
                    </a:lnTo>
                    <a:lnTo>
                      <a:pt x="27091" y="8974"/>
                    </a:lnTo>
                    <a:lnTo>
                      <a:pt x="27259" y="8932"/>
                    </a:lnTo>
                    <a:lnTo>
                      <a:pt x="27427" y="8849"/>
                    </a:lnTo>
                    <a:lnTo>
                      <a:pt x="27511" y="8681"/>
                    </a:lnTo>
                    <a:lnTo>
                      <a:pt x="27595" y="8513"/>
                    </a:lnTo>
                    <a:lnTo>
                      <a:pt x="27553" y="8303"/>
                    </a:lnTo>
                    <a:lnTo>
                      <a:pt x="27469" y="8136"/>
                    </a:lnTo>
                    <a:lnTo>
                      <a:pt x="27343" y="8010"/>
                    </a:lnTo>
                    <a:lnTo>
                      <a:pt x="27133" y="7968"/>
                    </a:lnTo>
                    <a:lnTo>
                      <a:pt x="24114" y="7591"/>
                    </a:lnTo>
                    <a:close/>
                    <a:moveTo>
                      <a:pt x="136669" y="8010"/>
                    </a:moveTo>
                    <a:lnTo>
                      <a:pt x="133650" y="8345"/>
                    </a:lnTo>
                    <a:lnTo>
                      <a:pt x="133440" y="8387"/>
                    </a:lnTo>
                    <a:lnTo>
                      <a:pt x="133314" y="8513"/>
                    </a:lnTo>
                    <a:lnTo>
                      <a:pt x="133189" y="8681"/>
                    </a:lnTo>
                    <a:lnTo>
                      <a:pt x="133189" y="8891"/>
                    </a:lnTo>
                    <a:lnTo>
                      <a:pt x="133231" y="9100"/>
                    </a:lnTo>
                    <a:lnTo>
                      <a:pt x="133356" y="9226"/>
                    </a:lnTo>
                    <a:lnTo>
                      <a:pt x="133524" y="9310"/>
                    </a:lnTo>
                    <a:lnTo>
                      <a:pt x="133692" y="9352"/>
                    </a:lnTo>
                    <a:lnTo>
                      <a:pt x="133734" y="9352"/>
                    </a:lnTo>
                    <a:lnTo>
                      <a:pt x="136795" y="9016"/>
                    </a:lnTo>
                    <a:lnTo>
                      <a:pt x="136963" y="8974"/>
                    </a:lnTo>
                    <a:lnTo>
                      <a:pt x="137131" y="8849"/>
                    </a:lnTo>
                    <a:lnTo>
                      <a:pt x="137215" y="8681"/>
                    </a:lnTo>
                    <a:lnTo>
                      <a:pt x="137256" y="8471"/>
                    </a:lnTo>
                    <a:lnTo>
                      <a:pt x="137173" y="8262"/>
                    </a:lnTo>
                    <a:lnTo>
                      <a:pt x="137089" y="8136"/>
                    </a:lnTo>
                    <a:lnTo>
                      <a:pt x="136921" y="8052"/>
                    </a:lnTo>
                    <a:lnTo>
                      <a:pt x="136711" y="8010"/>
                    </a:lnTo>
                    <a:close/>
                    <a:moveTo>
                      <a:pt x="30111" y="8303"/>
                    </a:moveTo>
                    <a:lnTo>
                      <a:pt x="29943" y="8345"/>
                    </a:lnTo>
                    <a:lnTo>
                      <a:pt x="29775" y="8429"/>
                    </a:lnTo>
                    <a:lnTo>
                      <a:pt x="29649" y="8597"/>
                    </a:lnTo>
                    <a:lnTo>
                      <a:pt x="29607" y="8765"/>
                    </a:lnTo>
                    <a:lnTo>
                      <a:pt x="29649" y="8974"/>
                    </a:lnTo>
                    <a:lnTo>
                      <a:pt x="29733" y="9142"/>
                    </a:lnTo>
                    <a:lnTo>
                      <a:pt x="29859" y="9268"/>
                    </a:lnTo>
                    <a:lnTo>
                      <a:pt x="30069" y="9310"/>
                    </a:lnTo>
                    <a:lnTo>
                      <a:pt x="33088" y="9687"/>
                    </a:lnTo>
                    <a:lnTo>
                      <a:pt x="33172" y="9687"/>
                    </a:lnTo>
                    <a:lnTo>
                      <a:pt x="33340" y="9645"/>
                    </a:lnTo>
                    <a:lnTo>
                      <a:pt x="33507" y="9562"/>
                    </a:lnTo>
                    <a:lnTo>
                      <a:pt x="33591" y="9394"/>
                    </a:lnTo>
                    <a:lnTo>
                      <a:pt x="33675" y="9226"/>
                    </a:lnTo>
                    <a:lnTo>
                      <a:pt x="33633" y="9016"/>
                    </a:lnTo>
                    <a:lnTo>
                      <a:pt x="33549" y="8849"/>
                    </a:lnTo>
                    <a:lnTo>
                      <a:pt x="33424" y="8723"/>
                    </a:lnTo>
                    <a:lnTo>
                      <a:pt x="33214" y="8681"/>
                    </a:lnTo>
                    <a:lnTo>
                      <a:pt x="30195" y="8303"/>
                    </a:lnTo>
                    <a:close/>
                    <a:moveTo>
                      <a:pt x="130589" y="8639"/>
                    </a:moveTo>
                    <a:lnTo>
                      <a:pt x="127569" y="8974"/>
                    </a:lnTo>
                    <a:lnTo>
                      <a:pt x="127360" y="9016"/>
                    </a:lnTo>
                    <a:lnTo>
                      <a:pt x="127234" y="9142"/>
                    </a:lnTo>
                    <a:lnTo>
                      <a:pt x="127150" y="9310"/>
                    </a:lnTo>
                    <a:lnTo>
                      <a:pt x="127108" y="9520"/>
                    </a:lnTo>
                    <a:lnTo>
                      <a:pt x="127150" y="9687"/>
                    </a:lnTo>
                    <a:lnTo>
                      <a:pt x="127276" y="9855"/>
                    </a:lnTo>
                    <a:lnTo>
                      <a:pt x="127443" y="9939"/>
                    </a:lnTo>
                    <a:lnTo>
                      <a:pt x="127611" y="9981"/>
                    </a:lnTo>
                    <a:lnTo>
                      <a:pt x="127653" y="9981"/>
                    </a:lnTo>
                    <a:lnTo>
                      <a:pt x="130714" y="9687"/>
                    </a:lnTo>
                    <a:lnTo>
                      <a:pt x="130882" y="9603"/>
                    </a:lnTo>
                    <a:lnTo>
                      <a:pt x="131050" y="9478"/>
                    </a:lnTo>
                    <a:lnTo>
                      <a:pt x="131134" y="9310"/>
                    </a:lnTo>
                    <a:lnTo>
                      <a:pt x="131176" y="9100"/>
                    </a:lnTo>
                    <a:lnTo>
                      <a:pt x="131092" y="8932"/>
                    </a:lnTo>
                    <a:lnTo>
                      <a:pt x="131008" y="8807"/>
                    </a:lnTo>
                    <a:lnTo>
                      <a:pt x="130840" y="8681"/>
                    </a:lnTo>
                    <a:lnTo>
                      <a:pt x="130673" y="8639"/>
                    </a:lnTo>
                    <a:close/>
                    <a:moveTo>
                      <a:pt x="36191" y="8974"/>
                    </a:moveTo>
                    <a:lnTo>
                      <a:pt x="36024" y="9016"/>
                    </a:lnTo>
                    <a:lnTo>
                      <a:pt x="35856" y="9100"/>
                    </a:lnTo>
                    <a:lnTo>
                      <a:pt x="35730" y="9268"/>
                    </a:lnTo>
                    <a:lnTo>
                      <a:pt x="35688" y="9436"/>
                    </a:lnTo>
                    <a:lnTo>
                      <a:pt x="35730" y="9645"/>
                    </a:lnTo>
                    <a:lnTo>
                      <a:pt x="35814" y="9813"/>
                    </a:lnTo>
                    <a:lnTo>
                      <a:pt x="35940" y="9939"/>
                    </a:lnTo>
                    <a:lnTo>
                      <a:pt x="36149" y="9981"/>
                    </a:lnTo>
                    <a:lnTo>
                      <a:pt x="39169" y="10316"/>
                    </a:lnTo>
                    <a:lnTo>
                      <a:pt x="39253" y="10316"/>
                    </a:lnTo>
                    <a:lnTo>
                      <a:pt x="39420" y="10274"/>
                    </a:lnTo>
                    <a:lnTo>
                      <a:pt x="39588" y="10191"/>
                    </a:lnTo>
                    <a:lnTo>
                      <a:pt x="39672" y="10023"/>
                    </a:lnTo>
                    <a:lnTo>
                      <a:pt x="39756" y="9855"/>
                    </a:lnTo>
                    <a:lnTo>
                      <a:pt x="39714" y="9645"/>
                    </a:lnTo>
                    <a:lnTo>
                      <a:pt x="39630" y="9478"/>
                    </a:lnTo>
                    <a:lnTo>
                      <a:pt x="39462" y="9352"/>
                    </a:lnTo>
                    <a:lnTo>
                      <a:pt x="39295" y="9310"/>
                    </a:lnTo>
                    <a:lnTo>
                      <a:pt x="36233" y="8974"/>
                    </a:lnTo>
                    <a:close/>
                    <a:moveTo>
                      <a:pt x="124550" y="9268"/>
                    </a:moveTo>
                    <a:lnTo>
                      <a:pt x="121489" y="9520"/>
                    </a:lnTo>
                    <a:lnTo>
                      <a:pt x="121321" y="9603"/>
                    </a:lnTo>
                    <a:lnTo>
                      <a:pt x="121153" y="9729"/>
                    </a:lnTo>
                    <a:lnTo>
                      <a:pt x="121069" y="9897"/>
                    </a:lnTo>
                    <a:lnTo>
                      <a:pt x="121027" y="10065"/>
                    </a:lnTo>
                    <a:lnTo>
                      <a:pt x="121069" y="10274"/>
                    </a:lnTo>
                    <a:lnTo>
                      <a:pt x="121195" y="10400"/>
                    </a:lnTo>
                    <a:lnTo>
                      <a:pt x="121363" y="10526"/>
                    </a:lnTo>
                    <a:lnTo>
                      <a:pt x="121572" y="10526"/>
                    </a:lnTo>
                    <a:lnTo>
                      <a:pt x="124634" y="10274"/>
                    </a:lnTo>
                    <a:lnTo>
                      <a:pt x="124843" y="10191"/>
                    </a:lnTo>
                    <a:lnTo>
                      <a:pt x="124969" y="10065"/>
                    </a:lnTo>
                    <a:lnTo>
                      <a:pt x="125053" y="9897"/>
                    </a:lnTo>
                    <a:lnTo>
                      <a:pt x="125095" y="9729"/>
                    </a:lnTo>
                    <a:lnTo>
                      <a:pt x="125053" y="9520"/>
                    </a:lnTo>
                    <a:lnTo>
                      <a:pt x="124927" y="9394"/>
                    </a:lnTo>
                    <a:lnTo>
                      <a:pt x="124760" y="9268"/>
                    </a:lnTo>
                    <a:close/>
                    <a:moveTo>
                      <a:pt x="42272" y="9562"/>
                    </a:moveTo>
                    <a:lnTo>
                      <a:pt x="42104" y="9603"/>
                    </a:lnTo>
                    <a:lnTo>
                      <a:pt x="41937" y="9687"/>
                    </a:lnTo>
                    <a:lnTo>
                      <a:pt x="41811" y="9855"/>
                    </a:lnTo>
                    <a:lnTo>
                      <a:pt x="41769" y="10023"/>
                    </a:lnTo>
                    <a:lnTo>
                      <a:pt x="41811" y="10232"/>
                    </a:lnTo>
                    <a:lnTo>
                      <a:pt x="41895" y="10400"/>
                    </a:lnTo>
                    <a:lnTo>
                      <a:pt x="42020" y="10526"/>
                    </a:lnTo>
                    <a:lnTo>
                      <a:pt x="42230" y="10610"/>
                    </a:lnTo>
                    <a:lnTo>
                      <a:pt x="45291" y="10862"/>
                    </a:lnTo>
                    <a:lnTo>
                      <a:pt x="45333" y="10862"/>
                    </a:lnTo>
                    <a:lnTo>
                      <a:pt x="45501" y="10820"/>
                    </a:lnTo>
                    <a:lnTo>
                      <a:pt x="45669" y="10736"/>
                    </a:lnTo>
                    <a:lnTo>
                      <a:pt x="45795" y="10568"/>
                    </a:lnTo>
                    <a:lnTo>
                      <a:pt x="45837" y="10400"/>
                    </a:lnTo>
                    <a:lnTo>
                      <a:pt x="45795" y="10191"/>
                    </a:lnTo>
                    <a:lnTo>
                      <a:pt x="45711" y="10023"/>
                    </a:lnTo>
                    <a:lnTo>
                      <a:pt x="45543" y="9897"/>
                    </a:lnTo>
                    <a:lnTo>
                      <a:pt x="45375" y="9855"/>
                    </a:lnTo>
                    <a:lnTo>
                      <a:pt x="42314" y="9562"/>
                    </a:lnTo>
                    <a:close/>
                    <a:moveTo>
                      <a:pt x="2014" y="7255"/>
                    </a:moveTo>
                    <a:lnTo>
                      <a:pt x="1888" y="7297"/>
                    </a:lnTo>
                    <a:lnTo>
                      <a:pt x="1762" y="7465"/>
                    </a:lnTo>
                    <a:lnTo>
                      <a:pt x="1636" y="7632"/>
                    </a:lnTo>
                    <a:lnTo>
                      <a:pt x="1636" y="7800"/>
                    </a:lnTo>
                    <a:lnTo>
                      <a:pt x="1678" y="8010"/>
                    </a:lnTo>
                    <a:lnTo>
                      <a:pt x="2433" y="9352"/>
                    </a:lnTo>
                    <a:lnTo>
                      <a:pt x="3188" y="10694"/>
                    </a:lnTo>
                    <a:lnTo>
                      <a:pt x="3272" y="10778"/>
                    </a:lnTo>
                    <a:lnTo>
                      <a:pt x="3398" y="10862"/>
                    </a:lnTo>
                    <a:lnTo>
                      <a:pt x="3523" y="10903"/>
                    </a:lnTo>
                    <a:lnTo>
                      <a:pt x="3649" y="10945"/>
                    </a:lnTo>
                    <a:lnTo>
                      <a:pt x="3775" y="10903"/>
                    </a:lnTo>
                    <a:lnTo>
                      <a:pt x="3901" y="10862"/>
                    </a:lnTo>
                    <a:lnTo>
                      <a:pt x="4027" y="10736"/>
                    </a:lnTo>
                    <a:lnTo>
                      <a:pt x="4111" y="10568"/>
                    </a:lnTo>
                    <a:lnTo>
                      <a:pt x="4152" y="10358"/>
                    </a:lnTo>
                    <a:lnTo>
                      <a:pt x="4069" y="10149"/>
                    </a:lnTo>
                    <a:lnTo>
                      <a:pt x="3314" y="8849"/>
                    </a:lnTo>
                    <a:lnTo>
                      <a:pt x="2601" y="7507"/>
                    </a:lnTo>
                    <a:lnTo>
                      <a:pt x="2517" y="7423"/>
                    </a:lnTo>
                    <a:lnTo>
                      <a:pt x="2391" y="7339"/>
                    </a:lnTo>
                    <a:lnTo>
                      <a:pt x="2265" y="7255"/>
                    </a:lnTo>
                    <a:close/>
                    <a:moveTo>
                      <a:pt x="118469" y="9771"/>
                    </a:moveTo>
                    <a:lnTo>
                      <a:pt x="115408" y="10023"/>
                    </a:lnTo>
                    <a:lnTo>
                      <a:pt x="115240" y="10107"/>
                    </a:lnTo>
                    <a:lnTo>
                      <a:pt x="115072" y="10191"/>
                    </a:lnTo>
                    <a:lnTo>
                      <a:pt x="114989" y="10358"/>
                    </a:lnTo>
                    <a:lnTo>
                      <a:pt x="114947" y="10568"/>
                    </a:lnTo>
                    <a:lnTo>
                      <a:pt x="114989" y="10778"/>
                    </a:lnTo>
                    <a:lnTo>
                      <a:pt x="115114" y="10903"/>
                    </a:lnTo>
                    <a:lnTo>
                      <a:pt x="115282" y="11029"/>
                    </a:lnTo>
                    <a:lnTo>
                      <a:pt x="115492" y="11029"/>
                    </a:lnTo>
                    <a:lnTo>
                      <a:pt x="118553" y="10820"/>
                    </a:lnTo>
                    <a:lnTo>
                      <a:pt x="118721" y="10736"/>
                    </a:lnTo>
                    <a:lnTo>
                      <a:pt x="118889" y="10610"/>
                    </a:lnTo>
                    <a:lnTo>
                      <a:pt x="118972" y="10442"/>
                    </a:lnTo>
                    <a:lnTo>
                      <a:pt x="119014" y="10274"/>
                    </a:lnTo>
                    <a:lnTo>
                      <a:pt x="118972" y="10065"/>
                    </a:lnTo>
                    <a:lnTo>
                      <a:pt x="118847" y="9939"/>
                    </a:lnTo>
                    <a:lnTo>
                      <a:pt x="118679" y="9813"/>
                    </a:lnTo>
                    <a:lnTo>
                      <a:pt x="118511" y="9771"/>
                    </a:lnTo>
                    <a:close/>
                    <a:moveTo>
                      <a:pt x="48185" y="10107"/>
                    </a:moveTo>
                    <a:lnTo>
                      <a:pt x="48017" y="10232"/>
                    </a:lnTo>
                    <a:lnTo>
                      <a:pt x="47933" y="10358"/>
                    </a:lnTo>
                    <a:lnTo>
                      <a:pt x="47849" y="10568"/>
                    </a:lnTo>
                    <a:lnTo>
                      <a:pt x="47891" y="10778"/>
                    </a:lnTo>
                    <a:lnTo>
                      <a:pt x="47975" y="10945"/>
                    </a:lnTo>
                    <a:lnTo>
                      <a:pt x="48143" y="11029"/>
                    </a:lnTo>
                    <a:lnTo>
                      <a:pt x="48311" y="11113"/>
                    </a:lnTo>
                    <a:lnTo>
                      <a:pt x="51372" y="11323"/>
                    </a:lnTo>
                    <a:lnTo>
                      <a:pt x="51414" y="11323"/>
                    </a:lnTo>
                    <a:lnTo>
                      <a:pt x="51624" y="11281"/>
                    </a:lnTo>
                    <a:lnTo>
                      <a:pt x="51750" y="11197"/>
                    </a:lnTo>
                    <a:lnTo>
                      <a:pt x="51875" y="11029"/>
                    </a:lnTo>
                    <a:lnTo>
                      <a:pt x="51917" y="10862"/>
                    </a:lnTo>
                    <a:lnTo>
                      <a:pt x="51917" y="10652"/>
                    </a:lnTo>
                    <a:lnTo>
                      <a:pt x="51791" y="10484"/>
                    </a:lnTo>
                    <a:lnTo>
                      <a:pt x="51666" y="10358"/>
                    </a:lnTo>
                    <a:lnTo>
                      <a:pt x="51456" y="10316"/>
                    </a:lnTo>
                    <a:lnTo>
                      <a:pt x="48395" y="10107"/>
                    </a:lnTo>
                    <a:close/>
                    <a:moveTo>
                      <a:pt x="112389" y="10274"/>
                    </a:moveTo>
                    <a:lnTo>
                      <a:pt x="109327" y="10484"/>
                    </a:lnTo>
                    <a:lnTo>
                      <a:pt x="109160" y="10526"/>
                    </a:lnTo>
                    <a:lnTo>
                      <a:pt x="108992" y="10652"/>
                    </a:lnTo>
                    <a:lnTo>
                      <a:pt x="108908" y="10820"/>
                    </a:lnTo>
                    <a:lnTo>
                      <a:pt x="108866" y="10987"/>
                    </a:lnTo>
                    <a:lnTo>
                      <a:pt x="108908" y="11197"/>
                    </a:lnTo>
                    <a:lnTo>
                      <a:pt x="109034" y="11365"/>
                    </a:lnTo>
                    <a:lnTo>
                      <a:pt x="109201" y="11449"/>
                    </a:lnTo>
                    <a:lnTo>
                      <a:pt x="109369" y="11491"/>
                    </a:lnTo>
                    <a:lnTo>
                      <a:pt x="109411" y="11491"/>
                    </a:lnTo>
                    <a:lnTo>
                      <a:pt x="112472" y="11281"/>
                    </a:lnTo>
                    <a:lnTo>
                      <a:pt x="112640" y="11239"/>
                    </a:lnTo>
                    <a:lnTo>
                      <a:pt x="112808" y="11113"/>
                    </a:lnTo>
                    <a:lnTo>
                      <a:pt x="112892" y="10945"/>
                    </a:lnTo>
                    <a:lnTo>
                      <a:pt x="112934" y="10736"/>
                    </a:lnTo>
                    <a:lnTo>
                      <a:pt x="112892" y="10526"/>
                    </a:lnTo>
                    <a:lnTo>
                      <a:pt x="112766" y="10400"/>
                    </a:lnTo>
                    <a:lnTo>
                      <a:pt x="112598" y="10274"/>
                    </a:lnTo>
                    <a:close/>
                    <a:moveTo>
                      <a:pt x="54475" y="10526"/>
                    </a:moveTo>
                    <a:lnTo>
                      <a:pt x="54266" y="10568"/>
                    </a:lnTo>
                    <a:lnTo>
                      <a:pt x="54140" y="10652"/>
                    </a:lnTo>
                    <a:lnTo>
                      <a:pt x="54014" y="10820"/>
                    </a:lnTo>
                    <a:lnTo>
                      <a:pt x="53972" y="10987"/>
                    </a:lnTo>
                    <a:lnTo>
                      <a:pt x="53972" y="11197"/>
                    </a:lnTo>
                    <a:lnTo>
                      <a:pt x="54098" y="11365"/>
                    </a:lnTo>
                    <a:lnTo>
                      <a:pt x="54224" y="11491"/>
                    </a:lnTo>
                    <a:lnTo>
                      <a:pt x="54433" y="11532"/>
                    </a:lnTo>
                    <a:lnTo>
                      <a:pt x="57495" y="11742"/>
                    </a:lnTo>
                    <a:lnTo>
                      <a:pt x="57537" y="11742"/>
                    </a:lnTo>
                    <a:lnTo>
                      <a:pt x="57704" y="11700"/>
                    </a:lnTo>
                    <a:lnTo>
                      <a:pt x="57872" y="11574"/>
                    </a:lnTo>
                    <a:lnTo>
                      <a:pt x="57956" y="11449"/>
                    </a:lnTo>
                    <a:lnTo>
                      <a:pt x="58040" y="11239"/>
                    </a:lnTo>
                    <a:lnTo>
                      <a:pt x="57998" y="11029"/>
                    </a:lnTo>
                    <a:lnTo>
                      <a:pt x="57914" y="10862"/>
                    </a:lnTo>
                    <a:lnTo>
                      <a:pt x="57746" y="10778"/>
                    </a:lnTo>
                    <a:lnTo>
                      <a:pt x="57537" y="10694"/>
                    </a:lnTo>
                    <a:lnTo>
                      <a:pt x="54517" y="10526"/>
                    </a:lnTo>
                    <a:close/>
                    <a:moveTo>
                      <a:pt x="106308" y="10652"/>
                    </a:moveTo>
                    <a:lnTo>
                      <a:pt x="103247" y="10820"/>
                    </a:lnTo>
                    <a:lnTo>
                      <a:pt x="103079" y="10862"/>
                    </a:lnTo>
                    <a:lnTo>
                      <a:pt x="102911" y="10987"/>
                    </a:lnTo>
                    <a:lnTo>
                      <a:pt x="102785" y="11155"/>
                    </a:lnTo>
                    <a:lnTo>
                      <a:pt x="102785" y="11365"/>
                    </a:lnTo>
                    <a:lnTo>
                      <a:pt x="102827" y="11532"/>
                    </a:lnTo>
                    <a:lnTo>
                      <a:pt x="102953" y="11700"/>
                    </a:lnTo>
                    <a:lnTo>
                      <a:pt x="103079" y="11784"/>
                    </a:lnTo>
                    <a:lnTo>
                      <a:pt x="103289" y="11826"/>
                    </a:lnTo>
                    <a:lnTo>
                      <a:pt x="103330" y="11826"/>
                    </a:lnTo>
                    <a:lnTo>
                      <a:pt x="106350" y="11658"/>
                    </a:lnTo>
                    <a:lnTo>
                      <a:pt x="106559" y="11616"/>
                    </a:lnTo>
                    <a:lnTo>
                      <a:pt x="106727" y="11491"/>
                    </a:lnTo>
                    <a:lnTo>
                      <a:pt x="106811" y="11323"/>
                    </a:lnTo>
                    <a:lnTo>
                      <a:pt x="106853" y="11113"/>
                    </a:lnTo>
                    <a:lnTo>
                      <a:pt x="106811" y="10945"/>
                    </a:lnTo>
                    <a:lnTo>
                      <a:pt x="106685" y="10778"/>
                    </a:lnTo>
                    <a:lnTo>
                      <a:pt x="106518" y="10694"/>
                    </a:lnTo>
                    <a:lnTo>
                      <a:pt x="106350" y="10652"/>
                    </a:lnTo>
                    <a:close/>
                    <a:moveTo>
                      <a:pt x="60556" y="10862"/>
                    </a:moveTo>
                    <a:lnTo>
                      <a:pt x="60388" y="10903"/>
                    </a:lnTo>
                    <a:lnTo>
                      <a:pt x="60221" y="10987"/>
                    </a:lnTo>
                    <a:lnTo>
                      <a:pt x="60095" y="11155"/>
                    </a:lnTo>
                    <a:lnTo>
                      <a:pt x="60053" y="11365"/>
                    </a:lnTo>
                    <a:lnTo>
                      <a:pt x="60095" y="11532"/>
                    </a:lnTo>
                    <a:lnTo>
                      <a:pt x="60179" y="11700"/>
                    </a:lnTo>
                    <a:lnTo>
                      <a:pt x="60346" y="11826"/>
                    </a:lnTo>
                    <a:lnTo>
                      <a:pt x="60556" y="11868"/>
                    </a:lnTo>
                    <a:lnTo>
                      <a:pt x="63617" y="12036"/>
                    </a:lnTo>
                    <a:lnTo>
                      <a:pt x="63827" y="11994"/>
                    </a:lnTo>
                    <a:lnTo>
                      <a:pt x="63953" y="11868"/>
                    </a:lnTo>
                    <a:lnTo>
                      <a:pt x="64079" y="11742"/>
                    </a:lnTo>
                    <a:lnTo>
                      <a:pt x="64121" y="11532"/>
                    </a:lnTo>
                    <a:lnTo>
                      <a:pt x="64079" y="11323"/>
                    </a:lnTo>
                    <a:lnTo>
                      <a:pt x="63995" y="11155"/>
                    </a:lnTo>
                    <a:lnTo>
                      <a:pt x="63827" y="11071"/>
                    </a:lnTo>
                    <a:lnTo>
                      <a:pt x="63659" y="11029"/>
                    </a:lnTo>
                    <a:lnTo>
                      <a:pt x="60598" y="10862"/>
                    </a:lnTo>
                    <a:close/>
                    <a:moveTo>
                      <a:pt x="100227" y="10945"/>
                    </a:moveTo>
                    <a:lnTo>
                      <a:pt x="100227" y="10987"/>
                    </a:lnTo>
                    <a:lnTo>
                      <a:pt x="97166" y="11071"/>
                    </a:lnTo>
                    <a:lnTo>
                      <a:pt x="96956" y="11155"/>
                    </a:lnTo>
                    <a:lnTo>
                      <a:pt x="96830" y="11239"/>
                    </a:lnTo>
                    <a:lnTo>
                      <a:pt x="96705" y="11407"/>
                    </a:lnTo>
                    <a:lnTo>
                      <a:pt x="96663" y="11616"/>
                    </a:lnTo>
                    <a:lnTo>
                      <a:pt x="96705" y="11826"/>
                    </a:lnTo>
                    <a:lnTo>
                      <a:pt x="96830" y="11952"/>
                    </a:lnTo>
                    <a:lnTo>
                      <a:pt x="96998" y="12078"/>
                    </a:lnTo>
                    <a:lnTo>
                      <a:pt x="97208" y="12120"/>
                    </a:lnTo>
                    <a:lnTo>
                      <a:pt x="100269" y="11994"/>
                    </a:lnTo>
                    <a:lnTo>
                      <a:pt x="100437" y="11952"/>
                    </a:lnTo>
                    <a:lnTo>
                      <a:pt x="100605" y="11826"/>
                    </a:lnTo>
                    <a:lnTo>
                      <a:pt x="100730" y="11658"/>
                    </a:lnTo>
                    <a:lnTo>
                      <a:pt x="100730" y="11449"/>
                    </a:lnTo>
                    <a:lnTo>
                      <a:pt x="100688" y="11281"/>
                    </a:lnTo>
                    <a:lnTo>
                      <a:pt x="100605" y="11113"/>
                    </a:lnTo>
                    <a:lnTo>
                      <a:pt x="100437" y="10987"/>
                    </a:lnTo>
                    <a:lnTo>
                      <a:pt x="100227" y="10945"/>
                    </a:lnTo>
                    <a:close/>
                    <a:moveTo>
                      <a:pt x="66679" y="11113"/>
                    </a:moveTo>
                    <a:lnTo>
                      <a:pt x="66469" y="11155"/>
                    </a:lnTo>
                    <a:lnTo>
                      <a:pt x="66301" y="11281"/>
                    </a:lnTo>
                    <a:lnTo>
                      <a:pt x="66217" y="11407"/>
                    </a:lnTo>
                    <a:lnTo>
                      <a:pt x="66175" y="11616"/>
                    </a:lnTo>
                    <a:lnTo>
                      <a:pt x="66175" y="11826"/>
                    </a:lnTo>
                    <a:lnTo>
                      <a:pt x="66301" y="11994"/>
                    </a:lnTo>
                    <a:lnTo>
                      <a:pt x="66469" y="12120"/>
                    </a:lnTo>
                    <a:lnTo>
                      <a:pt x="66637" y="12162"/>
                    </a:lnTo>
                    <a:lnTo>
                      <a:pt x="69698" y="12245"/>
                    </a:lnTo>
                    <a:lnTo>
                      <a:pt x="69740" y="12245"/>
                    </a:lnTo>
                    <a:lnTo>
                      <a:pt x="69908" y="12203"/>
                    </a:lnTo>
                    <a:lnTo>
                      <a:pt x="70075" y="12120"/>
                    </a:lnTo>
                    <a:lnTo>
                      <a:pt x="70201" y="11952"/>
                    </a:lnTo>
                    <a:lnTo>
                      <a:pt x="70243" y="11742"/>
                    </a:lnTo>
                    <a:lnTo>
                      <a:pt x="70201" y="11532"/>
                    </a:lnTo>
                    <a:lnTo>
                      <a:pt x="70075" y="11407"/>
                    </a:lnTo>
                    <a:lnTo>
                      <a:pt x="69950" y="11281"/>
                    </a:lnTo>
                    <a:lnTo>
                      <a:pt x="69740" y="11239"/>
                    </a:lnTo>
                    <a:lnTo>
                      <a:pt x="66679" y="11113"/>
                    </a:lnTo>
                    <a:close/>
                    <a:moveTo>
                      <a:pt x="94105" y="11197"/>
                    </a:moveTo>
                    <a:lnTo>
                      <a:pt x="91085" y="11281"/>
                    </a:lnTo>
                    <a:lnTo>
                      <a:pt x="90876" y="11323"/>
                    </a:lnTo>
                    <a:lnTo>
                      <a:pt x="90708" y="11449"/>
                    </a:lnTo>
                    <a:lnTo>
                      <a:pt x="90624" y="11616"/>
                    </a:lnTo>
                    <a:lnTo>
                      <a:pt x="90582" y="11784"/>
                    </a:lnTo>
                    <a:lnTo>
                      <a:pt x="90624" y="11994"/>
                    </a:lnTo>
                    <a:lnTo>
                      <a:pt x="90750" y="12162"/>
                    </a:lnTo>
                    <a:lnTo>
                      <a:pt x="90876" y="12245"/>
                    </a:lnTo>
                    <a:lnTo>
                      <a:pt x="91085" y="12287"/>
                    </a:lnTo>
                    <a:lnTo>
                      <a:pt x="94147" y="12203"/>
                    </a:lnTo>
                    <a:lnTo>
                      <a:pt x="94356" y="12162"/>
                    </a:lnTo>
                    <a:lnTo>
                      <a:pt x="94524" y="12036"/>
                    </a:lnTo>
                    <a:lnTo>
                      <a:pt x="94608" y="11868"/>
                    </a:lnTo>
                    <a:lnTo>
                      <a:pt x="94650" y="11700"/>
                    </a:lnTo>
                    <a:lnTo>
                      <a:pt x="94608" y="11491"/>
                    </a:lnTo>
                    <a:lnTo>
                      <a:pt x="94482" y="11323"/>
                    </a:lnTo>
                    <a:lnTo>
                      <a:pt x="94356" y="11239"/>
                    </a:lnTo>
                    <a:lnTo>
                      <a:pt x="94147" y="11197"/>
                    </a:lnTo>
                    <a:close/>
                    <a:moveTo>
                      <a:pt x="72801" y="11323"/>
                    </a:moveTo>
                    <a:lnTo>
                      <a:pt x="72592" y="11365"/>
                    </a:lnTo>
                    <a:lnTo>
                      <a:pt x="72424" y="11449"/>
                    </a:lnTo>
                    <a:lnTo>
                      <a:pt x="72298" y="11616"/>
                    </a:lnTo>
                    <a:lnTo>
                      <a:pt x="72256" y="11784"/>
                    </a:lnTo>
                    <a:lnTo>
                      <a:pt x="72298" y="11994"/>
                    </a:lnTo>
                    <a:lnTo>
                      <a:pt x="72424" y="12162"/>
                    </a:lnTo>
                    <a:lnTo>
                      <a:pt x="72550" y="12287"/>
                    </a:lnTo>
                    <a:lnTo>
                      <a:pt x="72759" y="12329"/>
                    </a:lnTo>
                    <a:lnTo>
                      <a:pt x="75821" y="12371"/>
                    </a:lnTo>
                    <a:lnTo>
                      <a:pt x="76030" y="12329"/>
                    </a:lnTo>
                    <a:lnTo>
                      <a:pt x="76198" y="12245"/>
                    </a:lnTo>
                    <a:lnTo>
                      <a:pt x="76282" y="12078"/>
                    </a:lnTo>
                    <a:lnTo>
                      <a:pt x="76324" y="11868"/>
                    </a:lnTo>
                    <a:lnTo>
                      <a:pt x="76282" y="11658"/>
                    </a:lnTo>
                    <a:lnTo>
                      <a:pt x="76198" y="11491"/>
                    </a:lnTo>
                    <a:lnTo>
                      <a:pt x="76030" y="11407"/>
                    </a:lnTo>
                    <a:lnTo>
                      <a:pt x="75821" y="11365"/>
                    </a:lnTo>
                    <a:lnTo>
                      <a:pt x="72801" y="11323"/>
                    </a:lnTo>
                    <a:close/>
                    <a:moveTo>
                      <a:pt x="78882" y="11407"/>
                    </a:moveTo>
                    <a:lnTo>
                      <a:pt x="78672" y="11449"/>
                    </a:lnTo>
                    <a:lnTo>
                      <a:pt x="78546" y="11532"/>
                    </a:lnTo>
                    <a:lnTo>
                      <a:pt x="78421" y="11700"/>
                    </a:lnTo>
                    <a:lnTo>
                      <a:pt x="78379" y="11910"/>
                    </a:lnTo>
                    <a:lnTo>
                      <a:pt x="78421" y="12078"/>
                    </a:lnTo>
                    <a:lnTo>
                      <a:pt x="78505" y="12245"/>
                    </a:lnTo>
                    <a:lnTo>
                      <a:pt x="78672" y="12371"/>
                    </a:lnTo>
                    <a:lnTo>
                      <a:pt x="78882" y="12413"/>
                    </a:lnTo>
                    <a:lnTo>
                      <a:pt x="81943" y="12413"/>
                    </a:lnTo>
                    <a:lnTo>
                      <a:pt x="82153" y="12371"/>
                    </a:lnTo>
                    <a:lnTo>
                      <a:pt x="82279" y="12245"/>
                    </a:lnTo>
                    <a:lnTo>
                      <a:pt x="82405" y="12120"/>
                    </a:lnTo>
                    <a:lnTo>
                      <a:pt x="82446" y="11910"/>
                    </a:lnTo>
                    <a:lnTo>
                      <a:pt x="82405" y="11700"/>
                    </a:lnTo>
                    <a:lnTo>
                      <a:pt x="82279" y="11532"/>
                    </a:lnTo>
                    <a:lnTo>
                      <a:pt x="82153" y="11449"/>
                    </a:lnTo>
                    <a:lnTo>
                      <a:pt x="81943" y="11407"/>
                    </a:lnTo>
                    <a:close/>
                    <a:moveTo>
                      <a:pt x="88024" y="11323"/>
                    </a:moveTo>
                    <a:lnTo>
                      <a:pt x="84963" y="11365"/>
                    </a:lnTo>
                    <a:lnTo>
                      <a:pt x="84795" y="11407"/>
                    </a:lnTo>
                    <a:lnTo>
                      <a:pt x="84627" y="11532"/>
                    </a:lnTo>
                    <a:lnTo>
                      <a:pt x="84501" y="11700"/>
                    </a:lnTo>
                    <a:lnTo>
                      <a:pt x="84459" y="11910"/>
                    </a:lnTo>
                    <a:lnTo>
                      <a:pt x="84501" y="12078"/>
                    </a:lnTo>
                    <a:lnTo>
                      <a:pt x="84627" y="12245"/>
                    </a:lnTo>
                    <a:lnTo>
                      <a:pt x="84795" y="12371"/>
                    </a:lnTo>
                    <a:lnTo>
                      <a:pt x="85005" y="12413"/>
                    </a:lnTo>
                    <a:lnTo>
                      <a:pt x="88066" y="12371"/>
                    </a:lnTo>
                    <a:lnTo>
                      <a:pt x="88234" y="12329"/>
                    </a:lnTo>
                    <a:lnTo>
                      <a:pt x="88401" y="12203"/>
                    </a:lnTo>
                    <a:lnTo>
                      <a:pt x="88527" y="12036"/>
                    </a:lnTo>
                    <a:lnTo>
                      <a:pt x="88527" y="11826"/>
                    </a:lnTo>
                    <a:lnTo>
                      <a:pt x="88485" y="11658"/>
                    </a:lnTo>
                    <a:lnTo>
                      <a:pt x="88401" y="11491"/>
                    </a:lnTo>
                    <a:lnTo>
                      <a:pt x="88234" y="11365"/>
                    </a:lnTo>
                    <a:lnTo>
                      <a:pt x="88024" y="11323"/>
                    </a:lnTo>
                    <a:close/>
                    <a:moveTo>
                      <a:pt x="277657" y="10358"/>
                    </a:moveTo>
                    <a:lnTo>
                      <a:pt x="277448" y="10400"/>
                    </a:lnTo>
                    <a:lnTo>
                      <a:pt x="277322" y="10484"/>
                    </a:lnTo>
                    <a:lnTo>
                      <a:pt x="277196" y="10652"/>
                    </a:lnTo>
                    <a:lnTo>
                      <a:pt x="277154" y="10862"/>
                    </a:lnTo>
                    <a:lnTo>
                      <a:pt x="277154" y="13881"/>
                    </a:lnTo>
                    <a:lnTo>
                      <a:pt x="277196" y="14091"/>
                    </a:lnTo>
                    <a:lnTo>
                      <a:pt x="277322" y="14258"/>
                    </a:lnTo>
                    <a:lnTo>
                      <a:pt x="277448" y="14384"/>
                    </a:lnTo>
                    <a:lnTo>
                      <a:pt x="277657" y="14426"/>
                    </a:lnTo>
                    <a:lnTo>
                      <a:pt x="277867" y="14384"/>
                    </a:lnTo>
                    <a:lnTo>
                      <a:pt x="278035" y="14258"/>
                    </a:lnTo>
                    <a:lnTo>
                      <a:pt x="278119" y="14091"/>
                    </a:lnTo>
                    <a:lnTo>
                      <a:pt x="278160" y="13881"/>
                    </a:lnTo>
                    <a:lnTo>
                      <a:pt x="278160" y="10862"/>
                    </a:lnTo>
                    <a:lnTo>
                      <a:pt x="278119" y="10652"/>
                    </a:lnTo>
                    <a:lnTo>
                      <a:pt x="278035" y="10484"/>
                    </a:lnTo>
                    <a:lnTo>
                      <a:pt x="277867" y="10400"/>
                    </a:lnTo>
                    <a:lnTo>
                      <a:pt x="277657" y="10358"/>
                    </a:lnTo>
                    <a:close/>
                    <a:moveTo>
                      <a:pt x="5243" y="12497"/>
                    </a:moveTo>
                    <a:lnTo>
                      <a:pt x="5075" y="12539"/>
                    </a:lnTo>
                    <a:lnTo>
                      <a:pt x="4949" y="12581"/>
                    </a:lnTo>
                    <a:lnTo>
                      <a:pt x="4823" y="12749"/>
                    </a:lnTo>
                    <a:lnTo>
                      <a:pt x="4740" y="12916"/>
                    </a:lnTo>
                    <a:lnTo>
                      <a:pt x="4740" y="13126"/>
                    </a:lnTo>
                    <a:lnTo>
                      <a:pt x="4823" y="13294"/>
                    </a:lnTo>
                    <a:lnTo>
                      <a:pt x="5620" y="14594"/>
                    </a:lnTo>
                    <a:lnTo>
                      <a:pt x="6501" y="15852"/>
                    </a:lnTo>
                    <a:lnTo>
                      <a:pt x="6585" y="15936"/>
                    </a:lnTo>
                    <a:lnTo>
                      <a:pt x="6669" y="16020"/>
                    </a:lnTo>
                    <a:lnTo>
                      <a:pt x="6794" y="16062"/>
                    </a:lnTo>
                    <a:lnTo>
                      <a:pt x="7046" y="16062"/>
                    </a:lnTo>
                    <a:lnTo>
                      <a:pt x="7214" y="15978"/>
                    </a:lnTo>
                    <a:lnTo>
                      <a:pt x="7340" y="15852"/>
                    </a:lnTo>
                    <a:lnTo>
                      <a:pt x="7423" y="15684"/>
                    </a:lnTo>
                    <a:lnTo>
                      <a:pt x="7423" y="15474"/>
                    </a:lnTo>
                    <a:lnTo>
                      <a:pt x="7340" y="15265"/>
                    </a:lnTo>
                    <a:lnTo>
                      <a:pt x="6501" y="14007"/>
                    </a:lnTo>
                    <a:lnTo>
                      <a:pt x="5662" y="12749"/>
                    </a:lnTo>
                    <a:lnTo>
                      <a:pt x="5578" y="12665"/>
                    </a:lnTo>
                    <a:lnTo>
                      <a:pt x="5452" y="12581"/>
                    </a:lnTo>
                    <a:lnTo>
                      <a:pt x="5369" y="12539"/>
                    </a:lnTo>
                    <a:lnTo>
                      <a:pt x="5243" y="12497"/>
                    </a:lnTo>
                    <a:close/>
                    <a:moveTo>
                      <a:pt x="277657" y="16439"/>
                    </a:moveTo>
                    <a:lnTo>
                      <a:pt x="277448" y="16481"/>
                    </a:lnTo>
                    <a:lnTo>
                      <a:pt x="277322" y="16607"/>
                    </a:lnTo>
                    <a:lnTo>
                      <a:pt x="277196" y="16774"/>
                    </a:lnTo>
                    <a:lnTo>
                      <a:pt x="277154" y="16942"/>
                    </a:lnTo>
                    <a:lnTo>
                      <a:pt x="277154" y="20003"/>
                    </a:lnTo>
                    <a:lnTo>
                      <a:pt x="277196" y="20213"/>
                    </a:lnTo>
                    <a:lnTo>
                      <a:pt x="277322" y="20381"/>
                    </a:lnTo>
                    <a:lnTo>
                      <a:pt x="277448" y="20465"/>
                    </a:lnTo>
                    <a:lnTo>
                      <a:pt x="277657" y="20507"/>
                    </a:lnTo>
                    <a:lnTo>
                      <a:pt x="277867" y="20465"/>
                    </a:lnTo>
                    <a:lnTo>
                      <a:pt x="278035" y="20381"/>
                    </a:lnTo>
                    <a:lnTo>
                      <a:pt x="278119" y="20213"/>
                    </a:lnTo>
                    <a:lnTo>
                      <a:pt x="278160" y="20003"/>
                    </a:lnTo>
                    <a:lnTo>
                      <a:pt x="278160" y="16942"/>
                    </a:lnTo>
                    <a:lnTo>
                      <a:pt x="278119" y="16774"/>
                    </a:lnTo>
                    <a:lnTo>
                      <a:pt x="278035" y="16607"/>
                    </a:lnTo>
                    <a:lnTo>
                      <a:pt x="277867" y="16481"/>
                    </a:lnTo>
                    <a:lnTo>
                      <a:pt x="277657" y="16439"/>
                    </a:lnTo>
                    <a:close/>
                    <a:moveTo>
                      <a:pt x="8682" y="17529"/>
                    </a:moveTo>
                    <a:lnTo>
                      <a:pt x="8514" y="17571"/>
                    </a:lnTo>
                    <a:lnTo>
                      <a:pt x="8388" y="17655"/>
                    </a:lnTo>
                    <a:lnTo>
                      <a:pt x="8262" y="17781"/>
                    </a:lnTo>
                    <a:lnTo>
                      <a:pt x="8178" y="17991"/>
                    </a:lnTo>
                    <a:lnTo>
                      <a:pt x="8178" y="18158"/>
                    </a:lnTo>
                    <a:lnTo>
                      <a:pt x="8262" y="18368"/>
                    </a:lnTo>
                    <a:lnTo>
                      <a:pt x="9185" y="19584"/>
                    </a:lnTo>
                    <a:lnTo>
                      <a:pt x="10149" y="20800"/>
                    </a:lnTo>
                    <a:lnTo>
                      <a:pt x="10233" y="20884"/>
                    </a:lnTo>
                    <a:lnTo>
                      <a:pt x="10317" y="20926"/>
                    </a:lnTo>
                    <a:lnTo>
                      <a:pt x="10527" y="21010"/>
                    </a:lnTo>
                    <a:lnTo>
                      <a:pt x="10694" y="20968"/>
                    </a:lnTo>
                    <a:lnTo>
                      <a:pt x="10862" y="20884"/>
                    </a:lnTo>
                    <a:lnTo>
                      <a:pt x="10988" y="20716"/>
                    </a:lnTo>
                    <a:lnTo>
                      <a:pt x="11030" y="20549"/>
                    </a:lnTo>
                    <a:lnTo>
                      <a:pt x="11030" y="20339"/>
                    </a:lnTo>
                    <a:lnTo>
                      <a:pt x="10946" y="20171"/>
                    </a:lnTo>
                    <a:lnTo>
                      <a:pt x="10023" y="18955"/>
                    </a:lnTo>
                    <a:lnTo>
                      <a:pt x="9101" y="17739"/>
                    </a:lnTo>
                    <a:lnTo>
                      <a:pt x="9017" y="17655"/>
                    </a:lnTo>
                    <a:lnTo>
                      <a:pt x="8891" y="17613"/>
                    </a:lnTo>
                    <a:lnTo>
                      <a:pt x="8807" y="17571"/>
                    </a:lnTo>
                    <a:lnTo>
                      <a:pt x="8682" y="17529"/>
                    </a:lnTo>
                    <a:close/>
                    <a:moveTo>
                      <a:pt x="12288" y="22352"/>
                    </a:moveTo>
                    <a:lnTo>
                      <a:pt x="12162" y="22436"/>
                    </a:lnTo>
                    <a:lnTo>
                      <a:pt x="12036" y="22603"/>
                    </a:lnTo>
                    <a:lnTo>
                      <a:pt x="11953" y="22813"/>
                    </a:lnTo>
                    <a:lnTo>
                      <a:pt x="11994" y="22981"/>
                    </a:lnTo>
                    <a:lnTo>
                      <a:pt x="12078" y="23191"/>
                    </a:lnTo>
                    <a:lnTo>
                      <a:pt x="13127" y="24323"/>
                    </a:lnTo>
                    <a:lnTo>
                      <a:pt x="14133" y="25455"/>
                    </a:lnTo>
                    <a:lnTo>
                      <a:pt x="14301" y="25581"/>
                    </a:lnTo>
                    <a:lnTo>
                      <a:pt x="14511" y="25623"/>
                    </a:lnTo>
                    <a:lnTo>
                      <a:pt x="14678" y="25623"/>
                    </a:lnTo>
                    <a:lnTo>
                      <a:pt x="14846" y="25497"/>
                    </a:lnTo>
                    <a:lnTo>
                      <a:pt x="14972" y="25329"/>
                    </a:lnTo>
                    <a:lnTo>
                      <a:pt x="15014" y="25162"/>
                    </a:lnTo>
                    <a:lnTo>
                      <a:pt x="14972" y="24952"/>
                    </a:lnTo>
                    <a:lnTo>
                      <a:pt x="14888" y="24784"/>
                    </a:lnTo>
                    <a:lnTo>
                      <a:pt x="13882" y="23652"/>
                    </a:lnTo>
                    <a:lnTo>
                      <a:pt x="12875" y="22520"/>
                    </a:lnTo>
                    <a:lnTo>
                      <a:pt x="12791" y="22436"/>
                    </a:lnTo>
                    <a:lnTo>
                      <a:pt x="12707" y="22394"/>
                    </a:lnTo>
                    <a:lnTo>
                      <a:pt x="12498" y="22352"/>
                    </a:lnTo>
                    <a:close/>
                    <a:moveTo>
                      <a:pt x="277657" y="22562"/>
                    </a:moveTo>
                    <a:lnTo>
                      <a:pt x="277448" y="22603"/>
                    </a:lnTo>
                    <a:lnTo>
                      <a:pt x="277322" y="22687"/>
                    </a:lnTo>
                    <a:lnTo>
                      <a:pt x="277196" y="22855"/>
                    </a:lnTo>
                    <a:lnTo>
                      <a:pt x="277154" y="23065"/>
                    </a:lnTo>
                    <a:lnTo>
                      <a:pt x="277154" y="26126"/>
                    </a:lnTo>
                    <a:lnTo>
                      <a:pt x="277196" y="26294"/>
                    </a:lnTo>
                    <a:lnTo>
                      <a:pt x="277322" y="26462"/>
                    </a:lnTo>
                    <a:lnTo>
                      <a:pt x="277448" y="26587"/>
                    </a:lnTo>
                    <a:lnTo>
                      <a:pt x="277657" y="26629"/>
                    </a:lnTo>
                    <a:lnTo>
                      <a:pt x="277867" y="26587"/>
                    </a:lnTo>
                    <a:lnTo>
                      <a:pt x="278035" y="26462"/>
                    </a:lnTo>
                    <a:lnTo>
                      <a:pt x="278119" y="26294"/>
                    </a:lnTo>
                    <a:lnTo>
                      <a:pt x="278160" y="26126"/>
                    </a:lnTo>
                    <a:lnTo>
                      <a:pt x="278160" y="23065"/>
                    </a:lnTo>
                    <a:lnTo>
                      <a:pt x="278119" y="22855"/>
                    </a:lnTo>
                    <a:lnTo>
                      <a:pt x="278035" y="22687"/>
                    </a:lnTo>
                    <a:lnTo>
                      <a:pt x="277867" y="22603"/>
                    </a:lnTo>
                    <a:lnTo>
                      <a:pt x="277657" y="22562"/>
                    </a:lnTo>
                    <a:close/>
                    <a:moveTo>
                      <a:pt x="16607" y="26839"/>
                    </a:moveTo>
                    <a:lnTo>
                      <a:pt x="16440" y="26881"/>
                    </a:lnTo>
                    <a:lnTo>
                      <a:pt x="16272" y="26965"/>
                    </a:lnTo>
                    <a:lnTo>
                      <a:pt x="16146" y="27133"/>
                    </a:lnTo>
                    <a:lnTo>
                      <a:pt x="16104" y="27342"/>
                    </a:lnTo>
                    <a:lnTo>
                      <a:pt x="16146" y="27510"/>
                    </a:lnTo>
                    <a:lnTo>
                      <a:pt x="16272" y="27678"/>
                    </a:lnTo>
                    <a:lnTo>
                      <a:pt x="17069" y="28474"/>
                    </a:lnTo>
                    <a:lnTo>
                      <a:pt x="17362" y="28768"/>
                    </a:lnTo>
                    <a:lnTo>
                      <a:pt x="18536" y="29774"/>
                    </a:lnTo>
                    <a:lnTo>
                      <a:pt x="18662" y="29900"/>
                    </a:lnTo>
                    <a:lnTo>
                      <a:pt x="18872" y="29900"/>
                    </a:lnTo>
                    <a:lnTo>
                      <a:pt x="19082" y="29858"/>
                    </a:lnTo>
                    <a:lnTo>
                      <a:pt x="19249" y="29733"/>
                    </a:lnTo>
                    <a:lnTo>
                      <a:pt x="19333" y="29565"/>
                    </a:lnTo>
                    <a:lnTo>
                      <a:pt x="19375" y="29397"/>
                    </a:lnTo>
                    <a:lnTo>
                      <a:pt x="19333" y="29187"/>
                    </a:lnTo>
                    <a:lnTo>
                      <a:pt x="19207" y="29020"/>
                    </a:lnTo>
                    <a:lnTo>
                      <a:pt x="18033" y="27971"/>
                    </a:lnTo>
                    <a:lnTo>
                      <a:pt x="16985" y="26965"/>
                    </a:lnTo>
                    <a:lnTo>
                      <a:pt x="16817" y="26881"/>
                    </a:lnTo>
                    <a:lnTo>
                      <a:pt x="16607" y="26839"/>
                    </a:lnTo>
                    <a:close/>
                    <a:moveTo>
                      <a:pt x="277657" y="28642"/>
                    </a:moveTo>
                    <a:lnTo>
                      <a:pt x="277448" y="28684"/>
                    </a:lnTo>
                    <a:lnTo>
                      <a:pt x="277322" y="28810"/>
                    </a:lnTo>
                    <a:lnTo>
                      <a:pt x="277196" y="28978"/>
                    </a:lnTo>
                    <a:lnTo>
                      <a:pt x="277154" y="29145"/>
                    </a:lnTo>
                    <a:lnTo>
                      <a:pt x="277154" y="32207"/>
                    </a:lnTo>
                    <a:lnTo>
                      <a:pt x="277196" y="32416"/>
                    </a:lnTo>
                    <a:lnTo>
                      <a:pt x="277322" y="32584"/>
                    </a:lnTo>
                    <a:lnTo>
                      <a:pt x="277448" y="32668"/>
                    </a:lnTo>
                    <a:lnTo>
                      <a:pt x="277657" y="32710"/>
                    </a:lnTo>
                    <a:lnTo>
                      <a:pt x="277867" y="32668"/>
                    </a:lnTo>
                    <a:lnTo>
                      <a:pt x="278035" y="32584"/>
                    </a:lnTo>
                    <a:lnTo>
                      <a:pt x="278119" y="32416"/>
                    </a:lnTo>
                    <a:lnTo>
                      <a:pt x="278160" y="32207"/>
                    </a:lnTo>
                    <a:lnTo>
                      <a:pt x="278160" y="29145"/>
                    </a:lnTo>
                    <a:lnTo>
                      <a:pt x="278119" y="28978"/>
                    </a:lnTo>
                    <a:lnTo>
                      <a:pt x="278035" y="28810"/>
                    </a:lnTo>
                    <a:lnTo>
                      <a:pt x="277867" y="28684"/>
                    </a:lnTo>
                    <a:lnTo>
                      <a:pt x="277657" y="28642"/>
                    </a:lnTo>
                    <a:close/>
                    <a:moveTo>
                      <a:pt x="18411" y="31326"/>
                    </a:moveTo>
                    <a:lnTo>
                      <a:pt x="18285" y="31368"/>
                    </a:lnTo>
                    <a:lnTo>
                      <a:pt x="18159" y="31452"/>
                    </a:lnTo>
                    <a:lnTo>
                      <a:pt x="18075" y="31536"/>
                    </a:lnTo>
                    <a:lnTo>
                      <a:pt x="17824" y="31997"/>
                    </a:lnTo>
                    <a:lnTo>
                      <a:pt x="17446" y="32542"/>
                    </a:lnTo>
                    <a:lnTo>
                      <a:pt x="16440" y="34094"/>
                    </a:lnTo>
                    <a:lnTo>
                      <a:pt x="16356" y="34262"/>
                    </a:lnTo>
                    <a:lnTo>
                      <a:pt x="16356" y="34471"/>
                    </a:lnTo>
                    <a:lnTo>
                      <a:pt x="16440" y="34639"/>
                    </a:lnTo>
                    <a:lnTo>
                      <a:pt x="16565" y="34807"/>
                    </a:lnTo>
                    <a:lnTo>
                      <a:pt x="16733" y="34849"/>
                    </a:lnTo>
                    <a:lnTo>
                      <a:pt x="16859" y="34891"/>
                    </a:lnTo>
                    <a:lnTo>
                      <a:pt x="16985" y="34891"/>
                    </a:lnTo>
                    <a:lnTo>
                      <a:pt x="17111" y="34849"/>
                    </a:lnTo>
                    <a:lnTo>
                      <a:pt x="17194" y="34765"/>
                    </a:lnTo>
                    <a:lnTo>
                      <a:pt x="17278" y="34681"/>
                    </a:lnTo>
                    <a:lnTo>
                      <a:pt x="18327" y="33087"/>
                    </a:lnTo>
                    <a:lnTo>
                      <a:pt x="18704" y="32500"/>
                    </a:lnTo>
                    <a:lnTo>
                      <a:pt x="18956" y="32081"/>
                    </a:lnTo>
                    <a:lnTo>
                      <a:pt x="19040" y="31913"/>
                    </a:lnTo>
                    <a:lnTo>
                      <a:pt x="19040" y="31704"/>
                    </a:lnTo>
                    <a:lnTo>
                      <a:pt x="18956" y="31536"/>
                    </a:lnTo>
                    <a:lnTo>
                      <a:pt x="18788" y="31368"/>
                    </a:lnTo>
                    <a:lnTo>
                      <a:pt x="18662" y="31326"/>
                    </a:lnTo>
                    <a:close/>
                    <a:moveTo>
                      <a:pt x="277657" y="34765"/>
                    </a:moveTo>
                    <a:lnTo>
                      <a:pt x="277448" y="34807"/>
                    </a:lnTo>
                    <a:lnTo>
                      <a:pt x="277322" y="34891"/>
                    </a:lnTo>
                    <a:lnTo>
                      <a:pt x="277196" y="35058"/>
                    </a:lnTo>
                    <a:lnTo>
                      <a:pt x="277154" y="35268"/>
                    </a:lnTo>
                    <a:lnTo>
                      <a:pt x="277154" y="38329"/>
                    </a:lnTo>
                    <a:lnTo>
                      <a:pt x="277196" y="38497"/>
                    </a:lnTo>
                    <a:lnTo>
                      <a:pt x="277322" y="38665"/>
                    </a:lnTo>
                    <a:lnTo>
                      <a:pt x="277448" y="38791"/>
                    </a:lnTo>
                    <a:lnTo>
                      <a:pt x="277657" y="38833"/>
                    </a:lnTo>
                    <a:lnTo>
                      <a:pt x="277867" y="38791"/>
                    </a:lnTo>
                    <a:lnTo>
                      <a:pt x="278035" y="38665"/>
                    </a:lnTo>
                    <a:lnTo>
                      <a:pt x="278119" y="38497"/>
                    </a:lnTo>
                    <a:lnTo>
                      <a:pt x="278160" y="38329"/>
                    </a:lnTo>
                    <a:lnTo>
                      <a:pt x="278160" y="35268"/>
                    </a:lnTo>
                    <a:lnTo>
                      <a:pt x="278119" y="35058"/>
                    </a:lnTo>
                    <a:lnTo>
                      <a:pt x="278035" y="34891"/>
                    </a:lnTo>
                    <a:lnTo>
                      <a:pt x="277867" y="34807"/>
                    </a:lnTo>
                    <a:lnTo>
                      <a:pt x="277657" y="34765"/>
                    </a:lnTo>
                    <a:close/>
                    <a:moveTo>
                      <a:pt x="15098" y="36358"/>
                    </a:moveTo>
                    <a:lnTo>
                      <a:pt x="15014" y="36400"/>
                    </a:lnTo>
                    <a:lnTo>
                      <a:pt x="14888" y="36442"/>
                    </a:lnTo>
                    <a:lnTo>
                      <a:pt x="14804" y="36484"/>
                    </a:lnTo>
                    <a:lnTo>
                      <a:pt x="14720" y="36568"/>
                    </a:lnTo>
                    <a:lnTo>
                      <a:pt x="12875" y="39042"/>
                    </a:lnTo>
                    <a:lnTo>
                      <a:pt x="12791" y="39210"/>
                    </a:lnTo>
                    <a:lnTo>
                      <a:pt x="12791" y="39420"/>
                    </a:lnTo>
                    <a:lnTo>
                      <a:pt x="12875" y="39587"/>
                    </a:lnTo>
                    <a:lnTo>
                      <a:pt x="13001" y="39755"/>
                    </a:lnTo>
                    <a:lnTo>
                      <a:pt x="13127" y="39839"/>
                    </a:lnTo>
                    <a:lnTo>
                      <a:pt x="13420" y="39839"/>
                    </a:lnTo>
                    <a:lnTo>
                      <a:pt x="13504" y="39797"/>
                    </a:lnTo>
                    <a:lnTo>
                      <a:pt x="13630" y="39713"/>
                    </a:lnTo>
                    <a:lnTo>
                      <a:pt x="13714" y="39629"/>
                    </a:lnTo>
                    <a:lnTo>
                      <a:pt x="15517" y="37155"/>
                    </a:lnTo>
                    <a:lnTo>
                      <a:pt x="15601" y="36987"/>
                    </a:lnTo>
                    <a:lnTo>
                      <a:pt x="15601" y="36778"/>
                    </a:lnTo>
                    <a:lnTo>
                      <a:pt x="15559" y="36610"/>
                    </a:lnTo>
                    <a:lnTo>
                      <a:pt x="15391" y="36484"/>
                    </a:lnTo>
                    <a:lnTo>
                      <a:pt x="15265" y="36400"/>
                    </a:lnTo>
                    <a:lnTo>
                      <a:pt x="15098" y="36358"/>
                    </a:lnTo>
                    <a:close/>
                    <a:moveTo>
                      <a:pt x="11449" y="41265"/>
                    </a:moveTo>
                    <a:lnTo>
                      <a:pt x="11198" y="41307"/>
                    </a:lnTo>
                    <a:lnTo>
                      <a:pt x="11114" y="41349"/>
                    </a:lnTo>
                    <a:lnTo>
                      <a:pt x="11030" y="41433"/>
                    </a:lnTo>
                    <a:lnTo>
                      <a:pt x="9143" y="43823"/>
                    </a:lnTo>
                    <a:lnTo>
                      <a:pt x="9017" y="43991"/>
                    </a:lnTo>
                    <a:lnTo>
                      <a:pt x="9017" y="44200"/>
                    </a:lnTo>
                    <a:lnTo>
                      <a:pt x="9059" y="44368"/>
                    </a:lnTo>
                    <a:lnTo>
                      <a:pt x="9185" y="44536"/>
                    </a:lnTo>
                    <a:lnTo>
                      <a:pt x="9352" y="44620"/>
                    </a:lnTo>
                    <a:lnTo>
                      <a:pt x="9520" y="44620"/>
                    </a:lnTo>
                    <a:lnTo>
                      <a:pt x="9730" y="44578"/>
                    </a:lnTo>
                    <a:lnTo>
                      <a:pt x="9814" y="44536"/>
                    </a:lnTo>
                    <a:lnTo>
                      <a:pt x="9898" y="44452"/>
                    </a:lnTo>
                    <a:lnTo>
                      <a:pt x="11827" y="42062"/>
                    </a:lnTo>
                    <a:lnTo>
                      <a:pt x="11911" y="41894"/>
                    </a:lnTo>
                    <a:lnTo>
                      <a:pt x="11953" y="41684"/>
                    </a:lnTo>
                    <a:lnTo>
                      <a:pt x="11869" y="41516"/>
                    </a:lnTo>
                    <a:lnTo>
                      <a:pt x="11743" y="41349"/>
                    </a:lnTo>
                    <a:lnTo>
                      <a:pt x="11617" y="41265"/>
                    </a:lnTo>
                    <a:close/>
                    <a:moveTo>
                      <a:pt x="277657" y="40845"/>
                    </a:moveTo>
                    <a:lnTo>
                      <a:pt x="277448" y="40887"/>
                    </a:lnTo>
                    <a:lnTo>
                      <a:pt x="277322" y="41013"/>
                    </a:lnTo>
                    <a:lnTo>
                      <a:pt x="277196" y="41181"/>
                    </a:lnTo>
                    <a:lnTo>
                      <a:pt x="277154" y="41349"/>
                    </a:lnTo>
                    <a:lnTo>
                      <a:pt x="277154" y="44410"/>
                    </a:lnTo>
                    <a:lnTo>
                      <a:pt x="277196" y="44620"/>
                    </a:lnTo>
                    <a:lnTo>
                      <a:pt x="277322" y="44787"/>
                    </a:lnTo>
                    <a:lnTo>
                      <a:pt x="277448" y="44871"/>
                    </a:lnTo>
                    <a:lnTo>
                      <a:pt x="277657" y="44913"/>
                    </a:lnTo>
                    <a:lnTo>
                      <a:pt x="277867" y="44871"/>
                    </a:lnTo>
                    <a:lnTo>
                      <a:pt x="278035" y="44787"/>
                    </a:lnTo>
                    <a:lnTo>
                      <a:pt x="278119" y="44620"/>
                    </a:lnTo>
                    <a:lnTo>
                      <a:pt x="278160" y="44410"/>
                    </a:lnTo>
                    <a:lnTo>
                      <a:pt x="278160" y="41349"/>
                    </a:lnTo>
                    <a:lnTo>
                      <a:pt x="278119" y="41181"/>
                    </a:lnTo>
                    <a:lnTo>
                      <a:pt x="278035" y="41013"/>
                    </a:lnTo>
                    <a:lnTo>
                      <a:pt x="277867" y="40887"/>
                    </a:lnTo>
                    <a:lnTo>
                      <a:pt x="277657" y="40845"/>
                    </a:lnTo>
                    <a:close/>
                    <a:moveTo>
                      <a:pt x="7549" y="45962"/>
                    </a:moveTo>
                    <a:lnTo>
                      <a:pt x="7340" y="46004"/>
                    </a:lnTo>
                    <a:lnTo>
                      <a:pt x="7256" y="46045"/>
                    </a:lnTo>
                    <a:lnTo>
                      <a:pt x="7172" y="46129"/>
                    </a:lnTo>
                    <a:lnTo>
                      <a:pt x="5201" y="48436"/>
                    </a:lnTo>
                    <a:lnTo>
                      <a:pt x="5075" y="48604"/>
                    </a:lnTo>
                    <a:lnTo>
                      <a:pt x="5075" y="48813"/>
                    </a:lnTo>
                    <a:lnTo>
                      <a:pt x="5117" y="48981"/>
                    </a:lnTo>
                    <a:lnTo>
                      <a:pt x="5243" y="49149"/>
                    </a:lnTo>
                    <a:lnTo>
                      <a:pt x="5369" y="49233"/>
                    </a:lnTo>
                    <a:lnTo>
                      <a:pt x="5578" y="49275"/>
                    </a:lnTo>
                    <a:lnTo>
                      <a:pt x="5788" y="49233"/>
                    </a:lnTo>
                    <a:lnTo>
                      <a:pt x="5956" y="49107"/>
                    </a:lnTo>
                    <a:lnTo>
                      <a:pt x="7969" y="46800"/>
                    </a:lnTo>
                    <a:lnTo>
                      <a:pt x="8052" y="46633"/>
                    </a:lnTo>
                    <a:lnTo>
                      <a:pt x="8052" y="46423"/>
                    </a:lnTo>
                    <a:lnTo>
                      <a:pt x="8011" y="46255"/>
                    </a:lnTo>
                    <a:lnTo>
                      <a:pt x="7885" y="46087"/>
                    </a:lnTo>
                    <a:lnTo>
                      <a:pt x="7759" y="46004"/>
                    </a:lnTo>
                    <a:lnTo>
                      <a:pt x="7549" y="45962"/>
                    </a:lnTo>
                    <a:close/>
                    <a:moveTo>
                      <a:pt x="233080" y="48687"/>
                    </a:moveTo>
                    <a:lnTo>
                      <a:pt x="230018" y="48729"/>
                    </a:lnTo>
                    <a:lnTo>
                      <a:pt x="229809" y="48771"/>
                    </a:lnTo>
                    <a:lnTo>
                      <a:pt x="229641" y="48855"/>
                    </a:lnTo>
                    <a:lnTo>
                      <a:pt x="229557" y="49023"/>
                    </a:lnTo>
                    <a:lnTo>
                      <a:pt x="229515" y="49233"/>
                    </a:lnTo>
                    <a:lnTo>
                      <a:pt x="229557" y="49442"/>
                    </a:lnTo>
                    <a:lnTo>
                      <a:pt x="229641" y="49568"/>
                    </a:lnTo>
                    <a:lnTo>
                      <a:pt x="229809" y="49694"/>
                    </a:lnTo>
                    <a:lnTo>
                      <a:pt x="230018" y="49736"/>
                    </a:lnTo>
                    <a:lnTo>
                      <a:pt x="233080" y="49736"/>
                    </a:lnTo>
                    <a:lnTo>
                      <a:pt x="233247" y="49694"/>
                    </a:lnTo>
                    <a:lnTo>
                      <a:pt x="233415" y="49568"/>
                    </a:lnTo>
                    <a:lnTo>
                      <a:pt x="233541" y="49400"/>
                    </a:lnTo>
                    <a:lnTo>
                      <a:pt x="233583" y="49233"/>
                    </a:lnTo>
                    <a:lnTo>
                      <a:pt x="233541" y="49023"/>
                    </a:lnTo>
                    <a:lnTo>
                      <a:pt x="233415" y="48855"/>
                    </a:lnTo>
                    <a:lnTo>
                      <a:pt x="233247" y="48729"/>
                    </a:lnTo>
                    <a:lnTo>
                      <a:pt x="233080" y="48687"/>
                    </a:lnTo>
                    <a:close/>
                    <a:moveTo>
                      <a:pt x="236099" y="48729"/>
                    </a:moveTo>
                    <a:lnTo>
                      <a:pt x="235931" y="48771"/>
                    </a:lnTo>
                    <a:lnTo>
                      <a:pt x="235763" y="48855"/>
                    </a:lnTo>
                    <a:lnTo>
                      <a:pt x="235638" y="49023"/>
                    </a:lnTo>
                    <a:lnTo>
                      <a:pt x="235596" y="49233"/>
                    </a:lnTo>
                    <a:lnTo>
                      <a:pt x="235638" y="49400"/>
                    </a:lnTo>
                    <a:lnTo>
                      <a:pt x="235763" y="49568"/>
                    </a:lnTo>
                    <a:lnTo>
                      <a:pt x="235931" y="49694"/>
                    </a:lnTo>
                    <a:lnTo>
                      <a:pt x="236099" y="49736"/>
                    </a:lnTo>
                    <a:lnTo>
                      <a:pt x="239160" y="49778"/>
                    </a:lnTo>
                    <a:lnTo>
                      <a:pt x="239370" y="49736"/>
                    </a:lnTo>
                    <a:lnTo>
                      <a:pt x="239538" y="49610"/>
                    </a:lnTo>
                    <a:lnTo>
                      <a:pt x="239622" y="49442"/>
                    </a:lnTo>
                    <a:lnTo>
                      <a:pt x="239663" y="49275"/>
                    </a:lnTo>
                    <a:lnTo>
                      <a:pt x="239622" y="49065"/>
                    </a:lnTo>
                    <a:lnTo>
                      <a:pt x="239538" y="48897"/>
                    </a:lnTo>
                    <a:lnTo>
                      <a:pt x="239370" y="48771"/>
                    </a:lnTo>
                    <a:lnTo>
                      <a:pt x="239160" y="48729"/>
                    </a:lnTo>
                    <a:close/>
                    <a:moveTo>
                      <a:pt x="226957" y="48771"/>
                    </a:moveTo>
                    <a:lnTo>
                      <a:pt x="223896" y="48813"/>
                    </a:lnTo>
                    <a:lnTo>
                      <a:pt x="223686" y="48855"/>
                    </a:lnTo>
                    <a:lnTo>
                      <a:pt x="223560" y="48981"/>
                    </a:lnTo>
                    <a:lnTo>
                      <a:pt x="223434" y="49149"/>
                    </a:lnTo>
                    <a:lnTo>
                      <a:pt x="223392" y="49316"/>
                    </a:lnTo>
                    <a:lnTo>
                      <a:pt x="223434" y="49526"/>
                    </a:lnTo>
                    <a:lnTo>
                      <a:pt x="223560" y="49694"/>
                    </a:lnTo>
                    <a:lnTo>
                      <a:pt x="223728" y="49778"/>
                    </a:lnTo>
                    <a:lnTo>
                      <a:pt x="223896" y="49820"/>
                    </a:lnTo>
                    <a:lnTo>
                      <a:pt x="223938" y="49820"/>
                    </a:lnTo>
                    <a:lnTo>
                      <a:pt x="226957" y="49778"/>
                    </a:lnTo>
                    <a:lnTo>
                      <a:pt x="227167" y="49736"/>
                    </a:lnTo>
                    <a:lnTo>
                      <a:pt x="227334" y="49610"/>
                    </a:lnTo>
                    <a:lnTo>
                      <a:pt x="227418" y="49442"/>
                    </a:lnTo>
                    <a:lnTo>
                      <a:pt x="227460" y="49275"/>
                    </a:lnTo>
                    <a:lnTo>
                      <a:pt x="227418" y="49065"/>
                    </a:lnTo>
                    <a:lnTo>
                      <a:pt x="227334" y="48897"/>
                    </a:lnTo>
                    <a:lnTo>
                      <a:pt x="227167" y="48813"/>
                    </a:lnTo>
                    <a:lnTo>
                      <a:pt x="226957" y="48771"/>
                    </a:lnTo>
                    <a:close/>
                    <a:moveTo>
                      <a:pt x="242012" y="48813"/>
                    </a:moveTo>
                    <a:lnTo>
                      <a:pt x="241844" y="48939"/>
                    </a:lnTo>
                    <a:lnTo>
                      <a:pt x="241760" y="49107"/>
                    </a:lnTo>
                    <a:lnTo>
                      <a:pt x="241718" y="49275"/>
                    </a:lnTo>
                    <a:lnTo>
                      <a:pt x="241760" y="49484"/>
                    </a:lnTo>
                    <a:lnTo>
                      <a:pt x="241844" y="49652"/>
                    </a:lnTo>
                    <a:lnTo>
                      <a:pt x="242012" y="49778"/>
                    </a:lnTo>
                    <a:lnTo>
                      <a:pt x="242222" y="49820"/>
                    </a:lnTo>
                    <a:lnTo>
                      <a:pt x="245241" y="49904"/>
                    </a:lnTo>
                    <a:lnTo>
                      <a:pt x="245283" y="49904"/>
                    </a:lnTo>
                    <a:lnTo>
                      <a:pt x="245451" y="49862"/>
                    </a:lnTo>
                    <a:lnTo>
                      <a:pt x="245618" y="49736"/>
                    </a:lnTo>
                    <a:lnTo>
                      <a:pt x="245744" y="49568"/>
                    </a:lnTo>
                    <a:lnTo>
                      <a:pt x="245786" y="49400"/>
                    </a:lnTo>
                    <a:lnTo>
                      <a:pt x="245744" y="49191"/>
                    </a:lnTo>
                    <a:lnTo>
                      <a:pt x="245618" y="49023"/>
                    </a:lnTo>
                    <a:lnTo>
                      <a:pt x="245493" y="48897"/>
                    </a:lnTo>
                    <a:lnTo>
                      <a:pt x="245283" y="48855"/>
                    </a:lnTo>
                    <a:lnTo>
                      <a:pt x="242222" y="48813"/>
                    </a:lnTo>
                    <a:close/>
                    <a:moveTo>
                      <a:pt x="220834" y="48897"/>
                    </a:moveTo>
                    <a:lnTo>
                      <a:pt x="217773" y="48981"/>
                    </a:lnTo>
                    <a:lnTo>
                      <a:pt x="217563" y="49023"/>
                    </a:lnTo>
                    <a:lnTo>
                      <a:pt x="217438" y="49149"/>
                    </a:lnTo>
                    <a:lnTo>
                      <a:pt x="217312" y="49316"/>
                    </a:lnTo>
                    <a:lnTo>
                      <a:pt x="217270" y="49526"/>
                    </a:lnTo>
                    <a:lnTo>
                      <a:pt x="217354" y="49694"/>
                    </a:lnTo>
                    <a:lnTo>
                      <a:pt x="217438" y="49862"/>
                    </a:lnTo>
                    <a:lnTo>
                      <a:pt x="217605" y="49987"/>
                    </a:lnTo>
                    <a:lnTo>
                      <a:pt x="217815" y="49987"/>
                    </a:lnTo>
                    <a:lnTo>
                      <a:pt x="220876" y="49904"/>
                    </a:lnTo>
                    <a:lnTo>
                      <a:pt x="221044" y="49862"/>
                    </a:lnTo>
                    <a:lnTo>
                      <a:pt x="221212" y="49736"/>
                    </a:lnTo>
                    <a:lnTo>
                      <a:pt x="221338" y="49568"/>
                    </a:lnTo>
                    <a:lnTo>
                      <a:pt x="221380" y="49400"/>
                    </a:lnTo>
                    <a:lnTo>
                      <a:pt x="221296" y="49191"/>
                    </a:lnTo>
                    <a:lnTo>
                      <a:pt x="221212" y="49023"/>
                    </a:lnTo>
                    <a:lnTo>
                      <a:pt x="221044" y="48939"/>
                    </a:lnTo>
                    <a:lnTo>
                      <a:pt x="220834" y="48897"/>
                    </a:lnTo>
                    <a:close/>
                    <a:moveTo>
                      <a:pt x="248302" y="48981"/>
                    </a:moveTo>
                    <a:lnTo>
                      <a:pt x="248134" y="49023"/>
                    </a:lnTo>
                    <a:lnTo>
                      <a:pt x="247967" y="49107"/>
                    </a:lnTo>
                    <a:lnTo>
                      <a:pt x="247841" y="49275"/>
                    </a:lnTo>
                    <a:lnTo>
                      <a:pt x="247799" y="49442"/>
                    </a:lnTo>
                    <a:lnTo>
                      <a:pt x="247841" y="49652"/>
                    </a:lnTo>
                    <a:lnTo>
                      <a:pt x="247925" y="49820"/>
                    </a:lnTo>
                    <a:lnTo>
                      <a:pt x="248093" y="49946"/>
                    </a:lnTo>
                    <a:lnTo>
                      <a:pt x="248302" y="49987"/>
                    </a:lnTo>
                    <a:lnTo>
                      <a:pt x="251364" y="50113"/>
                    </a:lnTo>
                    <a:lnTo>
                      <a:pt x="251573" y="50071"/>
                    </a:lnTo>
                    <a:lnTo>
                      <a:pt x="251699" y="49946"/>
                    </a:lnTo>
                    <a:lnTo>
                      <a:pt x="251825" y="49820"/>
                    </a:lnTo>
                    <a:lnTo>
                      <a:pt x="251867" y="49610"/>
                    </a:lnTo>
                    <a:lnTo>
                      <a:pt x="251825" y="49400"/>
                    </a:lnTo>
                    <a:lnTo>
                      <a:pt x="251741" y="49233"/>
                    </a:lnTo>
                    <a:lnTo>
                      <a:pt x="251573" y="49149"/>
                    </a:lnTo>
                    <a:lnTo>
                      <a:pt x="251405" y="49065"/>
                    </a:lnTo>
                    <a:lnTo>
                      <a:pt x="248344" y="48981"/>
                    </a:lnTo>
                    <a:close/>
                    <a:moveTo>
                      <a:pt x="214712" y="49107"/>
                    </a:moveTo>
                    <a:lnTo>
                      <a:pt x="211650" y="49233"/>
                    </a:lnTo>
                    <a:lnTo>
                      <a:pt x="211483" y="49316"/>
                    </a:lnTo>
                    <a:lnTo>
                      <a:pt x="211315" y="49400"/>
                    </a:lnTo>
                    <a:lnTo>
                      <a:pt x="211231" y="49568"/>
                    </a:lnTo>
                    <a:lnTo>
                      <a:pt x="211189" y="49778"/>
                    </a:lnTo>
                    <a:lnTo>
                      <a:pt x="211231" y="49987"/>
                    </a:lnTo>
                    <a:lnTo>
                      <a:pt x="211357" y="50113"/>
                    </a:lnTo>
                    <a:lnTo>
                      <a:pt x="211483" y="50239"/>
                    </a:lnTo>
                    <a:lnTo>
                      <a:pt x="211692" y="50281"/>
                    </a:lnTo>
                    <a:lnTo>
                      <a:pt x="211734" y="50281"/>
                    </a:lnTo>
                    <a:lnTo>
                      <a:pt x="214754" y="50113"/>
                    </a:lnTo>
                    <a:lnTo>
                      <a:pt x="214963" y="50071"/>
                    </a:lnTo>
                    <a:lnTo>
                      <a:pt x="215131" y="49946"/>
                    </a:lnTo>
                    <a:lnTo>
                      <a:pt x="215215" y="49778"/>
                    </a:lnTo>
                    <a:lnTo>
                      <a:pt x="215257" y="49610"/>
                    </a:lnTo>
                    <a:lnTo>
                      <a:pt x="215215" y="49400"/>
                    </a:lnTo>
                    <a:lnTo>
                      <a:pt x="215089" y="49233"/>
                    </a:lnTo>
                    <a:lnTo>
                      <a:pt x="214921" y="49149"/>
                    </a:lnTo>
                    <a:lnTo>
                      <a:pt x="214712" y="49107"/>
                    </a:lnTo>
                    <a:close/>
                    <a:moveTo>
                      <a:pt x="254425" y="49233"/>
                    </a:moveTo>
                    <a:lnTo>
                      <a:pt x="254215" y="49275"/>
                    </a:lnTo>
                    <a:lnTo>
                      <a:pt x="254047" y="49358"/>
                    </a:lnTo>
                    <a:lnTo>
                      <a:pt x="253964" y="49526"/>
                    </a:lnTo>
                    <a:lnTo>
                      <a:pt x="253922" y="49694"/>
                    </a:lnTo>
                    <a:lnTo>
                      <a:pt x="253922" y="49904"/>
                    </a:lnTo>
                    <a:lnTo>
                      <a:pt x="254047" y="50071"/>
                    </a:lnTo>
                    <a:lnTo>
                      <a:pt x="254173" y="50197"/>
                    </a:lnTo>
                    <a:lnTo>
                      <a:pt x="254383" y="50239"/>
                    </a:lnTo>
                    <a:lnTo>
                      <a:pt x="257444" y="50407"/>
                    </a:lnTo>
                    <a:lnTo>
                      <a:pt x="257654" y="50365"/>
                    </a:lnTo>
                    <a:lnTo>
                      <a:pt x="257822" y="50281"/>
                    </a:lnTo>
                    <a:lnTo>
                      <a:pt x="257906" y="50113"/>
                    </a:lnTo>
                    <a:lnTo>
                      <a:pt x="257947" y="49946"/>
                    </a:lnTo>
                    <a:lnTo>
                      <a:pt x="257947" y="49736"/>
                    </a:lnTo>
                    <a:lnTo>
                      <a:pt x="257822" y="49568"/>
                    </a:lnTo>
                    <a:lnTo>
                      <a:pt x="257696" y="49442"/>
                    </a:lnTo>
                    <a:lnTo>
                      <a:pt x="257486" y="49400"/>
                    </a:lnTo>
                    <a:lnTo>
                      <a:pt x="254425" y="49233"/>
                    </a:lnTo>
                    <a:close/>
                    <a:moveTo>
                      <a:pt x="208631" y="49400"/>
                    </a:moveTo>
                    <a:lnTo>
                      <a:pt x="205570" y="49568"/>
                    </a:lnTo>
                    <a:lnTo>
                      <a:pt x="205360" y="49610"/>
                    </a:lnTo>
                    <a:lnTo>
                      <a:pt x="205192" y="49736"/>
                    </a:lnTo>
                    <a:lnTo>
                      <a:pt x="205108" y="49904"/>
                    </a:lnTo>
                    <a:lnTo>
                      <a:pt x="205067" y="50113"/>
                    </a:lnTo>
                    <a:lnTo>
                      <a:pt x="205108" y="50323"/>
                    </a:lnTo>
                    <a:lnTo>
                      <a:pt x="205234" y="50449"/>
                    </a:lnTo>
                    <a:lnTo>
                      <a:pt x="205402" y="50575"/>
                    </a:lnTo>
                    <a:lnTo>
                      <a:pt x="205612" y="50575"/>
                    </a:lnTo>
                    <a:lnTo>
                      <a:pt x="208673" y="50407"/>
                    </a:lnTo>
                    <a:lnTo>
                      <a:pt x="208841" y="50365"/>
                    </a:lnTo>
                    <a:lnTo>
                      <a:pt x="209008" y="50239"/>
                    </a:lnTo>
                    <a:lnTo>
                      <a:pt x="209134" y="50071"/>
                    </a:lnTo>
                    <a:lnTo>
                      <a:pt x="209134" y="49904"/>
                    </a:lnTo>
                    <a:lnTo>
                      <a:pt x="209092" y="49694"/>
                    </a:lnTo>
                    <a:lnTo>
                      <a:pt x="208967" y="49526"/>
                    </a:lnTo>
                    <a:lnTo>
                      <a:pt x="208799" y="49442"/>
                    </a:lnTo>
                    <a:lnTo>
                      <a:pt x="208631" y="49400"/>
                    </a:lnTo>
                    <a:close/>
                    <a:moveTo>
                      <a:pt x="260506" y="49568"/>
                    </a:moveTo>
                    <a:lnTo>
                      <a:pt x="260296" y="49610"/>
                    </a:lnTo>
                    <a:lnTo>
                      <a:pt x="260170" y="49736"/>
                    </a:lnTo>
                    <a:lnTo>
                      <a:pt x="260044" y="49862"/>
                    </a:lnTo>
                    <a:lnTo>
                      <a:pt x="260002" y="50071"/>
                    </a:lnTo>
                    <a:lnTo>
                      <a:pt x="260044" y="50281"/>
                    </a:lnTo>
                    <a:lnTo>
                      <a:pt x="260128" y="50449"/>
                    </a:lnTo>
                    <a:lnTo>
                      <a:pt x="260296" y="50533"/>
                    </a:lnTo>
                    <a:lnTo>
                      <a:pt x="260464" y="50616"/>
                    </a:lnTo>
                    <a:lnTo>
                      <a:pt x="263525" y="50826"/>
                    </a:lnTo>
                    <a:lnTo>
                      <a:pt x="263567" y="50826"/>
                    </a:lnTo>
                    <a:lnTo>
                      <a:pt x="263735" y="50784"/>
                    </a:lnTo>
                    <a:lnTo>
                      <a:pt x="263902" y="50700"/>
                    </a:lnTo>
                    <a:lnTo>
                      <a:pt x="263986" y="50533"/>
                    </a:lnTo>
                    <a:lnTo>
                      <a:pt x="264070" y="50365"/>
                    </a:lnTo>
                    <a:lnTo>
                      <a:pt x="264028" y="50155"/>
                    </a:lnTo>
                    <a:lnTo>
                      <a:pt x="263944" y="49987"/>
                    </a:lnTo>
                    <a:lnTo>
                      <a:pt x="263777" y="49862"/>
                    </a:lnTo>
                    <a:lnTo>
                      <a:pt x="263567" y="49820"/>
                    </a:lnTo>
                    <a:lnTo>
                      <a:pt x="260547" y="49568"/>
                    </a:lnTo>
                    <a:close/>
                    <a:moveTo>
                      <a:pt x="202508" y="49778"/>
                    </a:moveTo>
                    <a:lnTo>
                      <a:pt x="199447" y="49987"/>
                    </a:lnTo>
                    <a:lnTo>
                      <a:pt x="199279" y="50029"/>
                    </a:lnTo>
                    <a:lnTo>
                      <a:pt x="199112" y="50155"/>
                    </a:lnTo>
                    <a:lnTo>
                      <a:pt x="199028" y="50323"/>
                    </a:lnTo>
                    <a:lnTo>
                      <a:pt x="198986" y="50533"/>
                    </a:lnTo>
                    <a:lnTo>
                      <a:pt x="199028" y="50700"/>
                    </a:lnTo>
                    <a:lnTo>
                      <a:pt x="199154" y="50868"/>
                    </a:lnTo>
                    <a:lnTo>
                      <a:pt x="199279" y="50952"/>
                    </a:lnTo>
                    <a:lnTo>
                      <a:pt x="199489" y="50994"/>
                    </a:lnTo>
                    <a:lnTo>
                      <a:pt x="199531" y="50994"/>
                    </a:lnTo>
                    <a:lnTo>
                      <a:pt x="202550" y="50784"/>
                    </a:lnTo>
                    <a:lnTo>
                      <a:pt x="202760" y="50742"/>
                    </a:lnTo>
                    <a:lnTo>
                      <a:pt x="202928" y="50616"/>
                    </a:lnTo>
                    <a:lnTo>
                      <a:pt x="203012" y="50449"/>
                    </a:lnTo>
                    <a:lnTo>
                      <a:pt x="203054" y="50239"/>
                    </a:lnTo>
                    <a:lnTo>
                      <a:pt x="203012" y="50071"/>
                    </a:lnTo>
                    <a:lnTo>
                      <a:pt x="202886" y="49904"/>
                    </a:lnTo>
                    <a:lnTo>
                      <a:pt x="202718" y="49820"/>
                    </a:lnTo>
                    <a:lnTo>
                      <a:pt x="202550" y="49778"/>
                    </a:lnTo>
                    <a:close/>
                    <a:moveTo>
                      <a:pt x="277657" y="46968"/>
                    </a:moveTo>
                    <a:lnTo>
                      <a:pt x="277448" y="47010"/>
                    </a:lnTo>
                    <a:lnTo>
                      <a:pt x="277322" y="47094"/>
                    </a:lnTo>
                    <a:lnTo>
                      <a:pt x="277196" y="47262"/>
                    </a:lnTo>
                    <a:lnTo>
                      <a:pt x="277154" y="47471"/>
                    </a:lnTo>
                    <a:lnTo>
                      <a:pt x="277154" y="50533"/>
                    </a:lnTo>
                    <a:lnTo>
                      <a:pt x="277196" y="50700"/>
                    </a:lnTo>
                    <a:lnTo>
                      <a:pt x="277322" y="50868"/>
                    </a:lnTo>
                    <a:lnTo>
                      <a:pt x="277448" y="50994"/>
                    </a:lnTo>
                    <a:lnTo>
                      <a:pt x="277657" y="51036"/>
                    </a:lnTo>
                    <a:lnTo>
                      <a:pt x="277867" y="50994"/>
                    </a:lnTo>
                    <a:lnTo>
                      <a:pt x="278035" y="50868"/>
                    </a:lnTo>
                    <a:lnTo>
                      <a:pt x="278119" y="50700"/>
                    </a:lnTo>
                    <a:lnTo>
                      <a:pt x="278160" y="50533"/>
                    </a:lnTo>
                    <a:lnTo>
                      <a:pt x="278160" y="47471"/>
                    </a:lnTo>
                    <a:lnTo>
                      <a:pt x="278119" y="47262"/>
                    </a:lnTo>
                    <a:lnTo>
                      <a:pt x="278035" y="47094"/>
                    </a:lnTo>
                    <a:lnTo>
                      <a:pt x="277867" y="47010"/>
                    </a:lnTo>
                    <a:lnTo>
                      <a:pt x="277657" y="46968"/>
                    </a:lnTo>
                    <a:close/>
                    <a:moveTo>
                      <a:pt x="266586" y="50029"/>
                    </a:moveTo>
                    <a:lnTo>
                      <a:pt x="266418" y="50071"/>
                    </a:lnTo>
                    <a:lnTo>
                      <a:pt x="266251" y="50155"/>
                    </a:lnTo>
                    <a:lnTo>
                      <a:pt x="266125" y="50323"/>
                    </a:lnTo>
                    <a:lnTo>
                      <a:pt x="266083" y="50491"/>
                    </a:lnTo>
                    <a:lnTo>
                      <a:pt x="266125" y="50700"/>
                    </a:lnTo>
                    <a:lnTo>
                      <a:pt x="266209" y="50868"/>
                    </a:lnTo>
                    <a:lnTo>
                      <a:pt x="266335" y="50994"/>
                    </a:lnTo>
                    <a:lnTo>
                      <a:pt x="266544" y="51036"/>
                    </a:lnTo>
                    <a:lnTo>
                      <a:pt x="269606" y="51329"/>
                    </a:lnTo>
                    <a:lnTo>
                      <a:pt x="269648" y="51329"/>
                    </a:lnTo>
                    <a:lnTo>
                      <a:pt x="269815" y="51287"/>
                    </a:lnTo>
                    <a:lnTo>
                      <a:pt x="269983" y="51162"/>
                    </a:lnTo>
                    <a:lnTo>
                      <a:pt x="270067" y="51036"/>
                    </a:lnTo>
                    <a:lnTo>
                      <a:pt x="270151" y="50868"/>
                    </a:lnTo>
                    <a:lnTo>
                      <a:pt x="270109" y="50658"/>
                    </a:lnTo>
                    <a:lnTo>
                      <a:pt x="270025" y="50491"/>
                    </a:lnTo>
                    <a:lnTo>
                      <a:pt x="269857" y="50365"/>
                    </a:lnTo>
                    <a:lnTo>
                      <a:pt x="269689" y="50281"/>
                    </a:lnTo>
                    <a:lnTo>
                      <a:pt x="266628" y="50029"/>
                    </a:lnTo>
                    <a:close/>
                    <a:moveTo>
                      <a:pt x="196386" y="50197"/>
                    </a:moveTo>
                    <a:lnTo>
                      <a:pt x="193366" y="50449"/>
                    </a:lnTo>
                    <a:lnTo>
                      <a:pt x="193157" y="50491"/>
                    </a:lnTo>
                    <a:lnTo>
                      <a:pt x="192989" y="50616"/>
                    </a:lnTo>
                    <a:lnTo>
                      <a:pt x="192905" y="50784"/>
                    </a:lnTo>
                    <a:lnTo>
                      <a:pt x="192905" y="50994"/>
                    </a:lnTo>
                    <a:lnTo>
                      <a:pt x="192947" y="51162"/>
                    </a:lnTo>
                    <a:lnTo>
                      <a:pt x="193031" y="51329"/>
                    </a:lnTo>
                    <a:lnTo>
                      <a:pt x="193199" y="51413"/>
                    </a:lnTo>
                    <a:lnTo>
                      <a:pt x="193408" y="51455"/>
                    </a:lnTo>
                    <a:lnTo>
                      <a:pt x="193450" y="51455"/>
                    </a:lnTo>
                    <a:lnTo>
                      <a:pt x="196470" y="51204"/>
                    </a:lnTo>
                    <a:lnTo>
                      <a:pt x="196679" y="51162"/>
                    </a:lnTo>
                    <a:lnTo>
                      <a:pt x="196847" y="51036"/>
                    </a:lnTo>
                    <a:lnTo>
                      <a:pt x="196931" y="50868"/>
                    </a:lnTo>
                    <a:lnTo>
                      <a:pt x="196931" y="50658"/>
                    </a:lnTo>
                    <a:lnTo>
                      <a:pt x="196889" y="50491"/>
                    </a:lnTo>
                    <a:lnTo>
                      <a:pt x="196805" y="50323"/>
                    </a:lnTo>
                    <a:lnTo>
                      <a:pt x="196637" y="50239"/>
                    </a:lnTo>
                    <a:lnTo>
                      <a:pt x="196428" y="50197"/>
                    </a:lnTo>
                    <a:close/>
                    <a:moveTo>
                      <a:pt x="272667" y="50575"/>
                    </a:moveTo>
                    <a:lnTo>
                      <a:pt x="272499" y="50616"/>
                    </a:lnTo>
                    <a:lnTo>
                      <a:pt x="272331" y="50700"/>
                    </a:lnTo>
                    <a:lnTo>
                      <a:pt x="272206" y="50868"/>
                    </a:lnTo>
                    <a:lnTo>
                      <a:pt x="272164" y="51036"/>
                    </a:lnTo>
                    <a:lnTo>
                      <a:pt x="272164" y="51246"/>
                    </a:lnTo>
                    <a:lnTo>
                      <a:pt x="272289" y="51413"/>
                    </a:lnTo>
                    <a:lnTo>
                      <a:pt x="272415" y="51539"/>
                    </a:lnTo>
                    <a:lnTo>
                      <a:pt x="272625" y="51581"/>
                    </a:lnTo>
                    <a:lnTo>
                      <a:pt x="275644" y="51916"/>
                    </a:lnTo>
                    <a:lnTo>
                      <a:pt x="275686" y="51916"/>
                    </a:lnTo>
                    <a:lnTo>
                      <a:pt x="275896" y="51875"/>
                    </a:lnTo>
                    <a:lnTo>
                      <a:pt x="276064" y="51749"/>
                    </a:lnTo>
                    <a:lnTo>
                      <a:pt x="276148" y="51623"/>
                    </a:lnTo>
                    <a:lnTo>
                      <a:pt x="276231" y="51455"/>
                    </a:lnTo>
                    <a:lnTo>
                      <a:pt x="276190" y="51246"/>
                    </a:lnTo>
                    <a:lnTo>
                      <a:pt x="276106" y="51078"/>
                    </a:lnTo>
                    <a:lnTo>
                      <a:pt x="275938" y="50952"/>
                    </a:lnTo>
                    <a:lnTo>
                      <a:pt x="275770" y="50868"/>
                    </a:lnTo>
                    <a:lnTo>
                      <a:pt x="272709" y="50575"/>
                    </a:lnTo>
                    <a:close/>
                    <a:moveTo>
                      <a:pt x="190347" y="50658"/>
                    </a:moveTo>
                    <a:lnTo>
                      <a:pt x="190305" y="50700"/>
                    </a:lnTo>
                    <a:lnTo>
                      <a:pt x="187244" y="50952"/>
                    </a:lnTo>
                    <a:lnTo>
                      <a:pt x="187076" y="50994"/>
                    </a:lnTo>
                    <a:lnTo>
                      <a:pt x="186908" y="51120"/>
                    </a:lnTo>
                    <a:lnTo>
                      <a:pt x="186824" y="51287"/>
                    </a:lnTo>
                    <a:lnTo>
                      <a:pt x="186783" y="51497"/>
                    </a:lnTo>
                    <a:lnTo>
                      <a:pt x="186866" y="51665"/>
                    </a:lnTo>
                    <a:lnTo>
                      <a:pt x="186950" y="51833"/>
                    </a:lnTo>
                    <a:lnTo>
                      <a:pt x="187118" y="51916"/>
                    </a:lnTo>
                    <a:lnTo>
                      <a:pt x="187286" y="51958"/>
                    </a:lnTo>
                    <a:lnTo>
                      <a:pt x="187370" y="51958"/>
                    </a:lnTo>
                    <a:lnTo>
                      <a:pt x="190389" y="51707"/>
                    </a:lnTo>
                    <a:lnTo>
                      <a:pt x="190599" y="51623"/>
                    </a:lnTo>
                    <a:lnTo>
                      <a:pt x="190724" y="51497"/>
                    </a:lnTo>
                    <a:lnTo>
                      <a:pt x="190850" y="51329"/>
                    </a:lnTo>
                    <a:lnTo>
                      <a:pt x="190850" y="51162"/>
                    </a:lnTo>
                    <a:lnTo>
                      <a:pt x="190808" y="50952"/>
                    </a:lnTo>
                    <a:lnTo>
                      <a:pt x="190683" y="50826"/>
                    </a:lnTo>
                    <a:lnTo>
                      <a:pt x="190557" y="50700"/>
                    </a:lnTo>
                    <a:lnTo>
                      <a:pt x="190347" y="50658"/>
                    </a:lnTo>
                    <a:close/>
                    <a:moveTo>
                      <a:pt x="184224" y="51204"/>
                    </a:moveTo>
                    <a:lnTo>
                      <a:pt x="181163" y="51497"/>
                    </a:lnTo>
                    <a:lnTo>
                      <a:pt x="180995" y="51539"/>
                    </a:lnTo>
                    <a:lnTo>
                      <a:pt x="180828" y="51665"/>
                    </a:lnTo>
                    <a:lnTo>
                      <a:pt x="180744" y="51833"/>
                    </a:lnTo>
                    <a:lnTo>
                      <a:pt x="180702" y="52042"/>
                    </a:lnTo>
                    <a:lnTo>
                      <a:pt x="180786" y="52252"/>
                    </a:lnTo>
                    <a:lnTo>
                      <a:pt x="180870" y="52378"/>
                    </a:lnTo>
                    <a:lnTo>
                      <a:pt x="181037" y="52462"/>
                    </a:lnTo>
                    <a:lnTo>
                      <a:pt x="181205" y="52504"/>
                    </a:lnTo>
                    <a:lnTo>
                      <a:pt x="181289" y="52504"/>
                    </a:lnTo>
                    <a:lnTo>
                      <a:pt x="184308" y="52210"/>
                    </a:lnTo>
                    <a:lnTo>
                      <a:pt x="184518" y="52168"/>
                    </a:lnTo>
                    <a:lnTo>
                      <a:pt x="184644" y="52042"/>
                    </a:lnTo>
                    <a:lnTo>
                      <a:pt x="184770" y="51875"/>
                    </a:lnTo>
                    <a:lnTo>
                      <a:pt x="184770" y="51665"/>
                    </a:lnTo>
                    <a:lnTo>
                      <a:pt x="184728" y="51497"/>
                    </a:lnTo>
                    <a:lnTo>
                      <a:pt x="184602" y="51329"/>
                    </a:lnTo>
                    <a:lnTo>
                      <a:pt x="184434" y="51246"/>
                    </a:lnTo>
                    <a:lnTo>
                      <a:pt x="184266" y="51204"/>
                    </a:lnTo>
                    <a:close/>
                    <a:moveTo>
                      <a:pt x="178144" y="51791"/>
                    </a:moveTo>
                    <a:lnTo>
                      <a:pt x="175082" y="52084"/>
                    </a:lnTo>
                    <a:lnTo>
                      <a:pt x="174915" y="52126"/>
                    </a:lnTo>
                    <a:lnTo>
                      <a:pt x="174747" y="52252"/>
                    </a:lnTo>
                    <a:lnTo>
                      <a:pt x="174663" y="52462"/>
                    </a:lnTo>
                    <a:lnTo>
                      <a:pt x="174621" y="52629"/>
                    </a:lnTo>
                    <a:lnTo>
                      <a:pt x="174705" y="52839"/>
                    </a:lnTo>
                    <a:lnTo>
                      <a:pt x="174789" y="52965"/>
                    </a:lnTo>
                    <a:lnTo>
                      <a:pt x="174957" y="53049"/>
                    </a:lnTo>
                    <a:lnTo>
                      <a:pt x="175124" y="53091"/>
                    </a:lnTo>
                    <a:lnTo>
                      <a:pt x="175208" y="53091"/>
                    </a:lnTo>
                    <a:lnTo>
                      <a:pt x="178228" y="52797"/>
                    </a:lnTo>
                    <a:lnTo>
                      <a:pt x="178437" y="52755"/>
                    </a:lnTo>
                    <a:lnTo>
                      <a:pt x="178563" y="52629"/>
                    </a:lnTo>
                    <a:lnTo>
                      <a:pt x="178689" y="52462"/>
                    </a:lnTo>
                    <a:lnTo>
                      <a:pt x="178689" y="52252"/>
                    </a:lnTo>
                    <a:lnTo>
                      <a:pt x="178647" y="52042"/>
                    </a:lnTo>
                    <a:lnTo>
                      <a:pt x="178521" y="51916"/>
                    </a:lnTo>
                    <a:lnTo>
                      <a:pt x="178353" y="51833"/>
                    </a:lnTo>
                    <a:lnTo>
                      <a:pt x="178186" y="51791"/>
                    </a:lnTo>
                    <a:close/>
                    <a:moveTo>
                      <a:pt x="3523" y="50533"/>
                    </a:moveTo>
                    <a:lnTo>
                      <a:pt x="3314" y="50575"/>
                    </a:lnTo>
                    <a:lnTo>
                      <a:pt x="3146" y="50700"/>
                    </a:lnTo>
                    <a:lnTo>
                      <a:pt x="1301" y="52671"/>
                    </a:lnTo>
                    <a:lnTo>
                      <a:pt x="1217" y="52755"/>
                    </a:lnTo>
                    <a:lnTo>
                      <a:pt x="1175" y="52881"/>
                    </a:lnTo>
                    <a:lnTo>
                      <a:pt x="1175" y="53049"/>
                    </a:lnTo>
                    <a:lnTo>
                      <a:pt x="1175" y="53175"/>
                    </a:lnTo>
                    <a:lnTo>
                      <a:pt x="1259" y="53300"/>
                    </a:lnTo>
                    <a:lnTo>
                      <a:pt x="1343" y="53384"/>
                    </a:lnTo>
                    <a:lnTo>
                      <a:pt x="1469" y="53468"/>
                    </a:lnTo>
                    <a:lnTo>
                      <a:pt x="1594" y="53510"/>
                    </a:lnTo>
                    <a:lnTo>
                      <a:pt x="1930" y="53552"/>
                    </a:lnTo>
                    <a:lnTo>
                      <a:pt x="2014" y="53594"/>
                    </a:lnTo>
                    <a:lnTo>
                      <a:pt x="2181" y="53552"/>
                    </a:lnTo>
                    <a:lnTo>
                      <a:pt x="2349" y="53468"/>
                    </a:lnTo>
                    <a:lnTo>
                      <a:pt x="2475" y="53342"/>
                    </a:lnTo>
                    <a:lnTo>
                      <a:pt x="2517" y="53175"/>
                    </a:lnTo>
                    <a:lnTo>
                      <a:pt x="2517" y="53007"/>
                    </a:lnTo>
                    <a:lnTo>
                      <a:pt x="2475" y="52881"/>
                    </a:lnTo>
                    <a:lnTo>
                      <a:pt x="3901" y="51371"/>
                    </a:lnTo>
                    <a:lnTo>
                      <a:pt x="3985" y="51204"/>
                    </a:lnTo>
                    <a:lnTo>
                      <a:pt x="4027" y="51036"/>
                    </a:lnTo>
                    <a:lnTo>
                      <a:pt x="3985" y="50826"/>
                    </a:lnTo>
                    <a:lnTo>
                      <a:pt x="3859" y="50658"/>
                    </a:lnTo>
                    <a:lnTo>
                      <a:pt x="3691" y="50575"/>
                    </a:lnTo>
                    <a:lnTo>
                      <a:pt x="3523" y="50533"/>
                    </a:lnTo>
                    <a:close/>
                    <a:moveTo>
                      <a:pt x="172063" y="52378"/>
                    </a:moveTo>
                    <a:lnTo>
                      <a:pt x="169002" y="52713"/>
                    </a:lnTo>
                    <a:lnTo>
                      <a:pt x="168834" y="52755"/>
                    </a:lnTo>
                    <a:lnTo>
                      <a:pt x="168666" y="52881"/>
                    </a:lnTo>
                    <a:lnTo>
                      <a:pt x="168582" y="53049"/>
                    </a:lnTo>
                    <a:lnTo>
                      <a:pt x="168540" y="53258"/>
                    </a:lnTo>
                    <a:lnTo>
                      <a:pt x="168624" y="53426"/>
                    </a:lnTo>
                    <a:lnTo>
                      <a:pt x="168708" y="53594"/>
                    </a:lnTo>
                    <a:lnTo>
                      <a:pt x="168876" y="53678"/>
                    </a:lnTo>
                    <a:lnTo>
                      <a:pt x="169086" y="53720"/>
                    </a:lnTo>
                    <a:lnTo>
                      <a:pt x="169128" y="53720"/>
                    </a:lnTo>
                    <a:lnTo>
                      <a:pt x="172147" y="53384"/>
                    </a:lnTo>
                    <a:lnTo>
                      <a:pt x="172357" y="53342"/>
                    </a:lnTo>
                    <a:lnTo>
                      <a:pt x="172482" y="53216"/>
                    </a:lnTo>
                    <a:lnTo>
                      <a:pt x="172608" y="53049"/>
                    </a:lnTo>
                    <a:lnTo>
                      <a:pt x="172608" y="52839"/>
                    </a:lnTo>
                    <a:lnTo>
                      <a:pt x="172566" y="52671"/>
                    </a:lnTo>
                    <a:lnTo>
                      <a:pt x="172441" y="52504"/>
                    </a:lnTo>
                    <a:lnTo>
                      <a:pt x="172315" y="52420"/>
                    </a:lnTo>
                    <a:lnTo>
                      <a:pt x="172105" y="52378"/>
                    </a:lnTo>
                    <a:close/>
                    <a:moveTo>
                      <a:pt x="165982" y="53007"/>
                    </a:moveTo>
                    <a:lnTo>
                      <a:pt x="162921" y="53342"/>
                    </a:lnTo>
                    <a:lnTo>
                      <a:pt x="162753" y="53384"/>
                    </a:lnTo>
                    <a:lnTo>
                      <a:pt x="162586" y="53510"/>
                    </a:lnTo>
                    <a:lnTo>
                      <a:pt x="162502" y="53678"/>
                    </a:lnTo>
                    <a:lnTo>
                      <a:pt x="162502" y="53887"/>
                    </a:lnTo>
                    <a:lnTo>
                      <a:pt x="162544" y="54097"/>
                    </a:lnTo>
                    <a:lnTo>
                      <a:pt x="162669" y="54223"/>
                    </a:lnTo>
                    <a:lnTo>
                      <a:pt x="162795" y="54307"/>
                    </a:lnTo>
                    <a:lnTo>
                      <a:pt x="163005" y="54349"/>
                    </a:lnTo>
                    <a:lnTo>
                      <a:pt x="163047" y="54349"/>
                    </a:lnTo>
                    <a:lnTo>
                      <a:pt x="166066" y="54013"/>
                    </a:lnTo>
                    <a:lnTo>
                      <a:pt x="166276" y="53971"/>
                    </a:lnTo>
                    <a:lnTo>
                      <a:pt x="166444" y="53846"/>
                    </a:lnTo>
                    <a:lnTo>
                      <a:pt x="166528" y="53678"/>
                    </a:lnTo>
                    <a:lnTo>
                      <a:pt x="166528" y="53468"/>
                    </a:lnTo>
                    <a:lnTo>
                      <a:pt x="166486" y="53300"/>
                    </a:lnTo>
                    <a:lnTo>
                      <a:pt x="166360" y="53133"/>
                    </a:lnTo>
                    <a:lnTo>
                      <a:pt x="166234" y="53049"/>
                    </a:lnTo>
                    <a:lnTo>
                      <a:pt x="166024" y="53007"/>
                    </a:lnTo>
                    <a:close/>
                    <a:moveTo>
                      <a:pt x="5033" y="53049"/>
                    </a:moveTo>
                    <a:lnTo>
                      <a:pt x="4865" y="53091"/>
                    </a:lnTo>
                    <a:lnTo>
                      <a:pt x="4698" y="53175"/>
                    </a:lnTo>
                    <a:lnTo>
                      <a:pt x="4572" y="53300"/>
                    </a:lnTo>
                    <a:lnTo>
                      <a:pt x="4530" y="53468"/>
                    </a:lnTo>
                    <a:lnTo>
                      <a:pt x="4530" y="53678"/>
                    </a:lnTo>
                    <a:lnTo>
                      <a:pt x="4614" y="53846"/>
                    </a:lnTo>
                    <a:lnTo>
                      <a:pt x="4740" y="54013"/>
                    </a:lnTo>
                    <a:lnTo>
                      <a:pt x="4949" y="54055"/>
                    </a:lnTo>
                    <a:lnTo>
                      <a:pt x="7969" y="54558"/>
                    </a:lnTo>
                    <a:lnTo>
                      <a:pt x="8052" y="54558"/>
                    </a:lnTo>
                    <a:lnTo>
                      <a:pt x="8220" y="54516"/>
                    </a:lnTo>
                    <a:lnTo>
                      <a:pt x="8346" y="54433"/>
                    </a:lnTo>
                    <a:lnTo>
                      <a:pt x="8472" y="54307"/>
                    </a:lnTo>
                    <a:lnTo>
                      <a:pt x="8556" y="54139"/>
                    </a:lnTo>
                    <a:lnTo>
                      <a:pt x="8514" y="53929"/>
                    </a:lnTo>
                    <a:lnTo>
                      <a:pt x="8430" y="53762"/>
                    </a:lnTo>
                    <a:lnTo>
                      <a:pt x="8304" y="53636"/>
                    </a:lnTo>
                    <a:lnTo>
                      <a:pt x="8136" y="53552"/>
                    </a:lnTo>
                    <a:lnTo>
                      <a:pt x="5117" y="53049"/>
                    </a:lnTo>
                    <a:close/>
                    <a:moveTo>
                      <a:pt x="159902" y="53678"/>
                    </a:moveTo>
                    <a:lnTo>
                      <a:pt x="156882" y="53971"/>
                    </a:lnTo>
                    <a:lnTo>
                      <a:pt x="156673" y="54055"/>
                    </a:lnTo>
                    <a:lnTo>
                      <a:pt x="156547" y="54181"/>
                    </a:lnTo>
                    <a:lnTo>
                      <a:pt x="156421" y="54349"/>
                    </a:lnTo>
                    <a:lnTo>
                      <a:pt x="156421" y="54558"/>
                    </a:lnTo>
                    <a:lnTo>
                      <a:pt x="156463" y="54726"/>
                    </a:lnTo>
                    <a:lnTo>
                      <a:pt x="156589" y="54852"/>
                    </a:lnTo>
                    <a:lnTo>
                      <a:pt x="156757" y="54978"/>
                    </a:lnTo>
                    <a:lnTo>
                      <a:pt x="156966" y="54978"/>
                    </a:lnTo>
                    <a:lnTo>
                      <a:pt x="160028" y="54684"/>
                    </a:lnTo>
                    <a:lnTo>
                      <a:pt x="160195" y="54600"/>
                    </a:lnTo>
                    <a:lnTo>
                      <a:pt x="160363" y="54475"/>
                    </a:lnTo>
                    <a:lnTo>
                      <a:pt x="160447" y="54307"/>
                    </a:lnTo>
                    <a:lnTo>
                      <a:pt x="160447" y="54097"/>
                    </a:lnTo>
                    <a:lnTo>
                      <a:pt x="160405" y="53929"/>
                    </a:lnTo>
                    <a:lnTo>
                      <a:pt x="160279" y="53804"/>
                    </a:lnTo>
                    <a:lnTo>
                      <a:pt x="160153" y="53678"/>
                    </a:lnTo>
                    <a:close/>
                    <a:moveTo>
                      <a:pt x="10862" y="54013"/>
                    </a:moveTo>
                    <a:lnTo>
                      <a:pt x="10736" y="54139"/>
                    </a:lnTo>
                    <a:lnTo>
                      <a:pt x="10611" y="54265"/>
                    </a:lnTo>
                    <a:lnTo>
                      <a:pt x="10527" y="54433"/>
                    </a:lnTo>
                    <a:lnTo>
                      <a:pt x="10569" y="54642"/>
                    </a:lnTo>
                    <a:lnTo>
                      <a:pt x="10653" y="54810"/>
                    </a:lnTo>
                    <a:lnTo>
                      <a:pt x="10778" y="54936"/>
                    </a:lnTo>
                    <a:lnTo>
                      <a:pt x="10988" y="55020"/>
                    </a:lnTo>
                    <a:lnTo>
                      <a:pt x="14007" y="55439"/>
                    </a:lnTo>
                    <a:lnTo>
                      <a:pt x="14049" y="55481"/>
                    </a:lnTo>
                    <a:lnTo>
                      <a:pt x="14259" y="55439"/>
                    </a:lnTo>
                    <a:lnTo>
                      <a:pt x="14385" y="55355"/>
                    </a:lnTo>
                    <a:lnTo>
                      <a:pt x="14511" y="55187"/>
                    </a:lnTo>
                    <a:lnTo>
                      <a:pt x="14553" y="55020"/>
                    </a:lnTo>
                    <a:lnTo>
                      <a:pt x="14553" y="54810"/>
                    </a:lnTo>
                    <a:lnTo>
                      <a:pt x="14469" y="54642"/>
                    </a:lnTo>
                    <a:lnTo>
                      <a:pt x="14343" y="54516"/>
                    </a:lnTo>
                    <a:lnTo>
                      <a:pt x="14133" y="54433"/>
                    </a:lnTo>
                    <a:lnTo>
                      <a:pt x="11114" y="54013"/>
                    </a:lnTo>
                    <a:close/>
                    <a:moveTo>
                      <a:pt x="153821" y="54307"/>
                    </a:moveTo>
                    <a:lnTo>
                      <a:pt x="150802" y="54642"/>
                    </a:lnTo>
                    <a:lnTo>
                      <a:pt x="150634" y="54684"/>
                    </a:lnTo>
                    <a:lnTo>
                      <a:pt x="150466" y="54810"/>
                    </a:lnTo>
                    <a:lnTo>
                      <a:pt x="150382" y="54978"/>
                    </a:lnTo>
                    <a:lnTo>
                      <a:pt x="150340" y="55187"/>
                    </a:lnTo>
                    <a:lnTo>
                      <a:pt x="150424" y="55355"/>
                    </a:lnTo>
                    <a:lnTo>
                      <a:pt x="150508" y="55523"/>
                    </a:lnTo>
                    <a:lnTo>
                      <a:pt x="150676" y="55607"/>
                    </a:lnTo>
                    <a:lnTo>
                      <a:pt x="150844" y="55649"/>
                    </a:lnTo>
                    <a:lnTo>
                      <a:pt x="150927" y="55649"/>
                    </a:lnTo>
                    <a:lnTo>
                      <a:pt x="153947" y="55313"/>
                    </a:lnTo>
                    <a:lnTo>
                      <a:pt x="154157" y="55271"/>
                    </a:lnTo>
                    <a:lnTo>
                      <a:pt x="154282" y="55146"/>
                    </a:lnTo>
                    <a:lnTo>
                      <a:pt x="154366" y="54978"/>
                    </a:lnTo>
                    <a:lnTo>
                      <a:pt x="154408" y="54768"/>
                    </a:lnTo>
                    <a:lnTo>
                      <a:pt x="154324" y="54558"/>
                    </a:lnTo>
                    <a:lnTo>
                      <a:pt x="154240" y="54433"/>
                    </a:lnTo>
                    <a:lnTo>
                      <a:pt x="154073" y="54349"/>
                    </a:lnTo>
                    <a:lnTo>
                      <a:pt x="153905" y="54307"/>
                    </a:lnTo>
                    <a:close/>
                    <a:moveTo>
                      <a:pt x="17069" y="54852"/>
                    </a:moveTo>
                    <a:lnTo>
                      <a:pt x="16901" y="54894"/>
                    </a:lnTo>
                    <a:lnTo>
                      <a:pt x="16733" y="54978"/>
                    </a:lnTo>
                    <a:lnTo>
                      <a:pt x="16649" y="55146"/>
                    </a:lnTo>
                    <a:lnTo>
                      <a:pt x="16565" y="55313"/>
                    </a:lnTo>
                    <a:lnTo>
                      <a:pt x="16607" y="55523"/>
                    </a:lnTo>
                    <a:lnTo>
                      <a:pt x="16691" y="55691"/>
                    </a:lnTo>
                    <a:lnTo>
                      <a:pt x="16817" y="55816"/>
                    </a:lnTo>
                    <a:lnTo>
                      <a:pt x="17027" y="55900"/>
                    </a:lnTo>
                    <a:lnTo>
                      <a:pt x="20046" y="56278"/>
                    </a:lnTo>
                    <a:lnTo>
                      <a:pt x="20298" y="56278"/>
                    </a:lnTo>
                    <a:lnTo>
                      <a:pt x="20424" y="56152"/>
                    </a:lnTo>
                    <a:lnTo>
                      <a:pt x="20549" y="56026"/>
                    </a:lnTo>
                    <a:lnTo>
                      <a:pt x="20591" y="55858"/>
                    </a:lnTo>
                    <a:lnTo>
                      <a:pt x="20591" y="55649"/>
                    </a:lnTo>
                    <a:lnTo>
                      <a:pt x="20507" y="55481"/>
                    </a:lnTo>
                    <a:lnTo>
                      <a:pt x="20340" y="55355"/>
                    </a:lnTo>
                    <a:lnTo>
                      <a:pt x="20172" y="55271"/>
                    </a:lnTo>
                    <a:lnTo>
                      <a:pt x="17153" y="54894"/>
                    </a:lnTo>
                    <a:lnTo>
                      <a:pt x="17069" y="54852"/>
                    </a:lnTo>
                    <a:close/>
                    <a:moveTo>
                      <a:pt x="147782" y="54936"/>
                    </a:moveTo>
                    <a:lnTo>
                      <a:pt x="144763" y="55271"/>
                    </a:lnTo>
                    <a:lnTo>
                      <a:pt x="144553" y="55313"/>
                    </a:lnTo>
                    <a:lnTo>
                      <a:pt x="144386" y="55439"/>
                    </a:lnTo>
                    <a:lnTo>
                      <a:pt x="144302" y="55607"/>
                    </a:lnTo>
                    <a:lnTo>
                      <a:pt x="144302" y="55816"/>
                    </a:lnTo>
                    <a:lnTo>
                      <a:pt x="144344" y="55984"/>
                    </a:lnTo>
                    <a:lnTo>
                      <a:pt x="144469" y="56152"/>
                    </a:lnTo>
                    <a:lnTo>
                      <a:pt x="144595" y="56236"/>
                    </a:lnTo>
                    <a:lnTo>
                      <a:pt x="144805" y="56278"/>
                    </a:lnTo>
                    <a:lnTo>
                      <a:pt x="144847" y="56278"/>
                    </a:lnTo>
                    <a:lnTo>
                      <a:pt x="147866" y="55942"/>
                    </a:lnTo>
                    <a:lnTo>
                      <a:pt x="148076" y="55900"/>
                    </a:lnTo>
                    <a:lnTo>
                      <a:pt x="148244" y="55775"/>
                    </a:lnTo>
                    <a:lnTo>
                      <a:pt x="148327" y="55607"/>
                    </a:lnTo>
                    <a:lnTo>
                      <a:pt x="148327" y="55397"/>
                    </a:lnTo>
                    <a:lnTo>
                      <a:pt x="148286" y="55229"/>
                    </a:lnTo>
                    <a:lnTo>
                      <a:pt x="148160" y="55062"/>
                    </a:lnTo>
                    <a:lnTo>
                      <a:pt x="148034" y="54978"/>
                    </a:lnTo>
                    <a:lnTo>
                      <a:pt x="147824" y="54936"/>
                    </a:lnTo>
                    <a:close/>
                    <a:moveTo>
                      <a:pt x="141702" y="55565"/>
                    </a:moveTo>
                    <a:lnTo>
                      <a:pt x="138682" y="55858"/>
                    </a:lnTo>
                    <a:lnTo>
                      <a:pt x="138473" y="55942"/>
                    </a:lnTo>
                    <a:lnTo>
                      <a:pt x="138347" y="56068"/>
                    </a:lnTo>
                    <a:lnTo>
                      <a:pt x="138263" y="56236"/>
                    </a:lnTo>
                    <a:lnTo>
                      <a:pt x="138221" y="56404"/>
                    </a:lnTo>
                    <a:lnTo>
                      <a:pt x="138263" y="56613"/>
                    </a:lnTo>
                    <a:lnTo>
                      <a:pt x="138389" y="56739"/>
                    </a:lnTo>
                    <a:lnTo>
                      <a:pt x="138556" y="56865"/>
                    </a:lnTo>
                    <a:lnTo>
                      <a:pt x="138766" y="56865"/>
                    </a:lnTo>
                    <a:lnTo>
                      <a:pt x="141827" y="56571"/>
                    </a:lnTo>
                    <a:lnTo>
                      <a:pt x="141995" y="56529"/>
                    </a:lnTo>
                    <a:lnTo>
                      <a:pt x="142163" y="56404"/>
                    </a:lnTo>
                    <a:lnTo>
                      <a:pt x="142247" y="56236"/>
                    </a:lnTo>
                    <a:lnTo>
                      <a:pt x="142289" y="56026"/>
                    </a:lnTo>
                    <a:lnTo>
                      <a:pt x="142205" y="55858"/>
                    </a:lnTo>
                    <a:lnTo>
                      <a:pt x="142121" y="55691"/>
                    </a:lnTo>
                    <a:lnTo>
                      <a:pt x="141953" y="55607"/>
                    </a:lnTo>
                    <a:lnTo>
                      <a:pt x="141786" y="55565"/>
                    </a:lnTo>
                    <a:close/>
                    <a:moveTo>
                      <a:pt x="23107" y="55649"/>
                    </a:moveTo>
                    <a:lnTo>
                      <a:pt x="22940" y="55691"/>
                    </a:lnTo>
                    <a:lnTo>
                      <a:pt x="22772" y="55775"/>
                    </a:lnTo>
                    <a:lnTo>
                      <a:pt x="22688" y="55942"/>
                    </a:lnTo>
                    <a:lnTo>
                      <a:pt x="22604" y="56110"/>
                    </a:lnTo>
                    <a:lnTo>
                      <a:pt x="22646" y="56320"/>
                    </a:lnTo>
                    <a:lnTo>
                      <a:pt x="22730" y="56487"/>
                    </a:lnTo>
                    <a:lnTo>
                      <a:pt x="22856" y="56613"/>
                    </a:lnTo>
                    <a:lnTo>
                      <a:pt x="23065" y="56697"/>
                    </a:lnTo>
                    <a:lnTo>
                      <a:pt x="26085" y="57033"/>
                    </a:lnTo>
                    <a:lnTo>
                      <a:pt x="26336" y="57033"/>
                    </a:lnTo>
                    <a:lnTo>
                      <a:pt x="26504" y="56907"/>
                    </a:lnTo>
                    <a:lnTo>
                      <a:pt x="26588" y="56781"/>
                    </a:lnTo>
                    <a:lnTo>
                      <a:pt x="26672" y="56613"/>
                    </a:lnTo>
                    <a:lnTo>
                      <a:pt x="26630" y="56404"/>
                    </a:lnTo>
                    <a:lnTo>
                      <a:pt x="26546" y="56236"/>
                    </a:lnTo>
                    <a:lnTo>
                      <a:pt x="26420" y="56110"/>
                    </a:lnTo>
                    <a:lnTo>
                      <a:pt x="26211" y="56026"/>
                    </a:lnTo>
                    <a:lnTo>
                      <a:pt x="23191" y="55649"/>
                    </a:lnTo>
                    <a:close/>
                    <a:moveTo>
                      <a:pt x="135663" y="56152"/>
                    </a:moveTo>
                    <a:lnTo>
                      <a:pt x="132602" y="56446"/>
                    </a:lnTo>
                    <a:lnTo>
                      <a:pt x="132434" y="56487"/>
                    </a:lnTo>
                    <a:lnTo>
                      <a:pt x="132266" y="56613"/>
                    </a:lnTo>
                    <a:lnTo>
                      <a:pt x="132182" y="56823"/>
                    </a:lnTo>
                    <a:lnTo>
                      <a:pt x="132140" y="56991"/>
                    </a:lnTo>
                    <a:lnTo>
                      <a:pt x="132224" y="57200"/>
                    </a:lnTo>
                    <a:lnTo>
                      <a:pt x="132308" y="57326"/>
                    </a:lnTo>
                    <a:lnTo>
                      <a:pt x="132476" y="57410"/>
                    </a:lnTo>
                    <a:lnTo>
                      <a:pt x="132685" y="57452"/>
                    </a:lnTo>
                    <a:lnTo>
                      <a:pt x="132727" y="57452"/>
                    </a:lnTo>
                    <a:lnTo>
                      <a:pt x="135747" y="57158"/>
                    </a:lnTo>
                    <a:lnTo>
                      <a:pt x="135956" y="57117"/>
                    </a:lnTo>
                    <a:lnTo>
                      <a:pt x="136082" y="56991"/>
                    </a:lnTo>
                    <a:lnTo>
                      <a:pt x="136166" y="56823"/>
                    </a:lnTo>
                    <a:lnTo>
                      <a:pt x="136208" y="56613"/>
                    </a:lnTo>
                    <a:lnTo>
                      <a:pt x="136166" y="56446"/>
                    </a:lnTo>
                    <a:lnTo>
                      <a:pt x="136040" y="56278"/>
                    </a:lnTo>
                    <a:lnTo>
                      <a:pt x="135873" y="56194"/>
                    </a:lnTo>
                    <a:lnTo>
                      <a:pt x="135705" y="56152"/>
                    </a:lnTo>
                    <a:close/>
                    <a:moveTo>
                      <a:pt x="29188" y="56362"/>
                    </a:moveTo>
                    <a:lnTo>
                      <a:pt x="28978" y="56404"/>
                    </a:lnTo>
                    <a:lnTo>
                      <a:pt x="28853" y="56529"/>
                    </a:lnTo>
                    <a:lnTo>
                      <a:pt x="28727" y="56655"/>
                    </a:lnTo>
                    <a:lnTo>
                      <a:pt x="28685" y="56823"/>
                    </a:lnTo>
                    <a:lnTo>
                      <a:pt x="28685" y="57033"/>
                    </a:lnTo>
                    <a:lnTo>
                      <a:pt x="28769" y="57200"/>
                    </a:lnTo>
                    <a:lnTo>
                      <a:pt x="28936" y="57326"/>
                    </a:lnTo>
                    <a:lnTo>
                      <a:pt x="29104" y="57410"/>
                    </a:lnTo>
                    <a:lnTo>
                      <a:pt x="32166" y="57746"/>
                    </a:lnTo>
                    <a:lnTo>
                      <a:pt x="32207" y="57746"/>
                    </a:lnTo>
                    <a:lnTo>
                      <a:pt x="32375" y="57704"/>
                    </a:lnTo>
                    <a:lnTo>
                      <a:pt x="32543" y="57620"/>
                    </a:lnTo>
                    <a:lnTo>
                      <a:pt x="32669" y="57452"/>
                    </a:lnTo>
                    <a:lnTo>
                      <a:pt x="32711" y="57284"/>
                    </a:lnTo>
                    <a:lnTo>
                      <a:pt x="32711" y="57075"/>
                    </a:lnTo>
                    <a:lnTo>
                      <a:pt x="32585" y="56907"/>
                    </a:lnTo>
                    <a:lnTo>
                      <a:pt x="32459" y="56781"/>
                    </a:lnTo>
                    <a:lnTo>
                      <a:pt x="32249" y="56697"/>
                    </a:lnTo>
                    <a:lnTo>
                      <a:pt x="29230" y="56404"/>
                    </a:lnTo>
                    <a:lnTo>
                      <a:pt x="29188" y="56362"/>
                    </a:lnTo>
                    <a:close/>
                    <a:moveTo>
                      <a:pt x="129582" y="56739"/>
                    </a:moveTo>
                    <a:lnTo>
                      <a:pt x="126563" y="56991"/>
                    </a:lnTo>
                    <a:lnTo>
                      <a:pt x="126353" y="57033"/>
                    </a:lnTo>
                    <a:lnTo>
                      <a:pt x="126227" y="57158"/>
                    </a:lnTo>
                    <a:lnTo>
                      <a:pt x="126102" y="57326"/>
                    </a:lnTo>
                    <a:lnTo>
                      <a:pt x="126102" y="57536"/>
                    </a:lnTo>
                    <a:lnTo>
                      <a:pt x="126143" y="57746"/>
                    </a:lnTo>
                    <a:lnTo>
                      <a:pt x="126269" y="57871"/>
                    </a:lnTo>
                    <a:lnTo>
                      <a:pt x="126395" y="57955"/>
                    </a:lnTo>
                    <a:lnTo>
                      <a:pt x="126605" y="57997"/>
                    </a:lnTo>
                    <a:lnTo>
                      <a:pt x="126647" y="57997"/>
                    </a:lnTo>
                    <a:lnTo>
                      <a:pt x="129666" y="57746"/>
                    </a:lnTo>
                    <a:lnTo>
                      <a:pt x="129876" y="57704"/>
                    </a:lnTo>
                    <a:lnTo>
                      <a:pt x="130002" y="57578"/>
                    </a:lnTo>
                    <a:lnTo>
                      <a:pt x="130127" y="57368"/>
                    </a:lnTo>
                    <a:lnTo>
                      <a:pt x="130127" y="57200"/>
                    </a:lnTo>
                    <a:lnTo>
                      <a:pt x="130085" y="56991"/>
                    </a:lnTo>
                    <a:lnTo>
                      <a:pt x="129960" y="56865"/>
                    </a:lnTo>
                    <a:lnTo>
                      <a:pt x="129834" y="56781"/>
                    </a:lnTo>
                    <a:lnTo>
                      <a:pt x="129624" y="56739"/>
                    </a:lnTo>
                    <a:close/>
                    <a:moveTo>
                      <a:pt x="35227" y="57033"/>
                    </a:moveTo>
                    <a:lnTo>
                      <a:pt x="35059" y="57075"/>
                    </a:lnTo>
                    <a:lnTo>
                      <a:pt x="34891" y="57158"/>
                    </a:lnTo>
                    <a:lnTo>
                      <a:pt x="34807" y="57284"/>
                    </a:lnTo>
                    <a:lnTo>
                      <a:pt x="34724" y="57494"/>
                    </a:lnTo>
                    <a:lnTo>
                      <a:pt x="34766" y="57662"/>
                    </a:lnTo>
                    <a:lnTo>
                      <a:pt x="34849" y="57871"/>
                    </a:lnTo>
                    <a:lnTo>
                      <a:pt x="35017" y="57997"/>
                    </a:lnTo>
                    <a:lnTo>
                      <a:pt x="35185" y="58039"/>
                    </a:lnTo>
                    <a:lnTo>
                      <a:pt x="38246" y="58333"/>
                    </a:lnTo>
                    <a:lnTo>
                      <a:pt x="38288" y="58333"/>
                    </a:lnTo>
                    <a:lnTo>
                      <a:pt x="38456" y="58291"/>
                    </a:lnTo>
                    <a:lnTo>
                      <a:pt x="38624" y="58207"/>
                    </a:lnTo>
                    <a:lnTo>
                      <a:pt x="38749" y="58039"/>
                    </a:lnTo>
                    <a:lnTo>
                      <a:pt x="38791" y="57871"/>
                    </a:lnTo>
                    <a:lnTo>
                      <a:pt x="38749" y="57662"/>
                    </a:lnTo>
                    <a:lnTo>
                      <a:pt x="38666" y="57494"/>
                    </a:lnTo>
                    <a:lnTo>
                      <a:pt x="38498" y="57368"/>
                    </a:lnTo>
                    <a:lnTo>
                      <a:pt x="38330" y="57326"/>
                    </a:lnTo>
                    <a:lnTo>
                      <a:pt x="35311" y="57033"/>
                    </a:lnTo>
                    <a:close/>
                    <a:moveTo>
                      <a:pt x="123502" y="57242"/>
                    </a:moveTo>
                    <a:lnTo>
                      <a:pt x="120482" y="57494"/>
                    </a:lnTo>
                    <a:lnTo>
                      <a:pt x="120272" y="57536"/>
                    </a:lnTo>
                    <a:lnTo>
                      <a:pt x="120147" y="57662"/>
                    </a:lnTo>
                    <a:lnTo>
                      <a:pt x="120021" y="57829"/>
                    </a:lnTo>
                    <a:lnTo>
                      <a:pt x="120021" y="58039"/>
                    </a:lnTo>
                    <a:lnTo>
                      <a:pt x="120063" y="58207"/>
                    </a:lnTo>
                    <a:lnTo>
                      <a:pt x="120189" y="58375"/>
                    </a:lnTo>
                    <a:lnTo>
                      <a:pt x="120356" y="58458"/>
                    </a:lnTo>
                    <a:lnTo>
                      <a:pt x="120524" y="58500"/>
                    </a:lnTo>
                    <a:lnTo>
                      <a:pt x="120566" y="58500"/>
                    </a:lnTo>
                    <a:lnTo>
                      <a:pt x="123585" y="58249"/>
                    </a:lnTo>
                    <a:lnTo>
                      <a:pt x="123795" y="58207"/>
                    </a:lnTo>
                    <a:lnTo>
                      <a:pt x="123963" y="58081"/>
                    </a:lnTo>
                    <a:lnTo>
                      <a:pt x="124047" y="57913"/>
                    </a:lnTo>
                    <a:lnTo>
                      <a:pt x="124089" y="57704"/>
                    </a:lnTo>
                    <a:lnTo>
                      <a:pt x="124005" y="57536"/>
                    </a:lnTo>
                    <a:lnTo>
                      <a:pt x="123921" y="57368"/>
                    </a:lnTo>
                    <a:lnTo>
                      <a:pt x="123753" y="57284"/>
                    </a:lnTo>
                    <a:lnTo>
                      <a:pt x="123585" y="57242"/>
                    </a:lnTo>
                    <a:close/>
                    <a:moveTo>
                      <a:pt x="41308" y="57578"/>
                    </a:moveTo>
                    <a:lnTo>
                      <a:pt x="41140" y="57620"/>
                    </a:lnTo>
                    <a:lnTo>
                      <a:pt x="40972" y="57704"/>
                    </a:lnTo>
                    <a:lnTo>
                      <a:pt x="40846" y="57871"/>
                    </a:lnTo>
                    <a:lnTo>
                      <a:pt x="40804" y="58039"/>
                    </a:lnTo>
                    <a:lnTo>
                      <a:pt x="40846" y="58249"/>
                    </a:lnTo>
                    <a:lnTo>
                      <a:pt x="40930" y="58417"/>
                    </a:lnTo>
                    <a:lnTo>
                      <a:pt x="41098" y="58542"/>
                    </a:lnTo>
                    <a:lnTo>
                      <a:pt x="41266" y="58584"/>
                    </a:lnTo>
                    <a:lnTo>
                      <a:pt x="44327" y="58836"/>
                    </a:lnTo>
                    <a:lnTo>
                      <a:pt x="44369" y="58836"/>
                    </a:lnTo>
                    <a:lnTo>
                      <a:pt x="44537" y="58794"/>
                    </a:lnTo>
                    <a:lnTo>
                      <a:pt x="44704" y="58710"/>
                    </a:lnTo>
                    <a:lnTo>
                      <a:pt x="44830" y="58584"/>
                    </a:lnTo>
                    <a:lnTo>
                      <a:pt x="44872" y="58375"/>
                    </a:lnTo>
                    <a:lnTo>
                      <a:pt x="44830" y="58165"/>
                    </a:lnTo>
                    <a:lnTo>
                      <a:pt x="44746" y="57997"/>
                    </a:lnTo>
                    <a:lnTo>
                      <a:pt x="44579" y="57871"/>
                    </a:lnTo>
                    <a:lnTo>
                      <a:pt x="44411" y="57829"/>
                    </a:lnTo>
                    <a:lnTo>
                      <a:pt x="41349" y="57578"/>
                    </a:lnTo>
                    <a:close/>
                    <a:moveTo>
                      <a:pt x="117463" y="57704"/>
                    </a:moveTo>
                    <a:lnTo>
                      <a:pt x="114401" y="57955"/>
                    </a:lnTo>
                    <a:lnTo>
                      <a:pt x="114234" y="57997"/>
                    </a:lnTo>
                    <a:lnTo>
                      <a:pt x="114066" y="58123"/>
                    </a:lnTo>
                    <a:lnTo>
                      <a:pt x="113982" y="58291"/>
                    </a:lnTo>
                    <a:lnTo>
                      <a:pt x="113940" y="58500"/>
                    </a:lnTo>
                    <a:lnTo>
                      <a:pt x="113982" y="58668"/>
                    </a:lnTo>
                    <a:lnTo>
                      <a:pt x="114108" y="58836"/>
                    </a:lnTo>
                    <a:lnTo>
                      <a:pt x="114276" y="58920"/>
                    </a:lnTo>
                    <a:lnTo>
                      <a:pt x="114443" y="58962"/>
                    </a:lnTo>
                    <a:lnTo>
                      <a:pt x="114485" y="58962"/>
                    </a:lnTo>
                    <a:lnTo>
                      <a:pt x="117505" y="58752"/>
                    </a:lnTo>
                    <a:lnTo>
                      <a:pt x="117714" y="58668"/>
                    </a:lnTo>
                    <a:lnTo>
                      <a:pt x="117882" y="58542"/>
                    </a:lnTo>
                    <a:lnTo>
                      <a:pt x="117966" y="58375"/>
                    </a:lnTo>
                    <a:lnTo>
                      <a:pt x="118008" y="58207"/>
                    </a:lnTo>
                    <a:lnTo>
                      <a:pt x="117924" y="57997"/>
                    </a:lnTo>
                    <a:lnTo>
                      <a:pt x="117840" y="57871"/>
                    </a:lnTo>
                    <a:lnTo>
                      <a:pt x="117672" y="57746"/>
                    </a:lnTo>
                    <a:lnTo>
                      <a:pt x="117505" y="57704"/>
                    </a:lnTo>
                    <a:close/>
                    <a:moveTo>
                      <a:pt x="47220" y="58081"/>
                    </a:moveTo>
                    <a:lnTo>
                      <a:pt x="47053" y="58207"/>
                    </a:lnTo>
                    <a:lnTo>
                      <a:pt x="46927" y="58333"/>
                    </a:lnTo>
                    <a:lnTo>
                      <a:pt x="46885" y="58542"/>
                    </a:lnTo>
                    <a:lnTo>
                      <a:pt x="46927" y="58752"/>
                    </a:lnTo>
                    <a:lnTo>
                      <a:pt x="47011" y="58920"/>
                    </a:lnTo>
                    <a:lnTo>
                      <a:pt x="47179" y="59004"/>
                    </a:lnTo>
                    <a:lnTo>
                      <a:pt x="47346" y="59087"/>
                    </a:lnTo>
                    <a:lnTo>
                      <a:pt x="50408" y="59297"/>
                    </a:lnTo>
                    <a:lnTo>
                      <a:pt x="50450" y="59297"/>
                    </a:lnTo>
                    <a:lnTo>
                      <a:pt x="50617" y="59255"/>
                    </a:lnTo>
                    <a:lnTo>
                      <a:pt x="50785" y="59129"/>
                    </a:lnTo>
                    <a:lnTo>
                      <a:pt x="50911" y="59004"/>
                    </a:lnTo>
                    <a:lnTo>
                      <a:pt x="50953" y="58794"/>
                    </a:lnTo>
                    <a:lnTo>
                      <a:pt x="50911" y="58626"/>
                    </a:lnTo>
                    <a:lnTo>
                      <a:pt x="50827" y="58458"/>
                    </a:lnTo>
                    <a:lnTo>
                      <a:pt x="50659" y="58333"/>
                    </a:lnTo>
                    <a:lnTo>
                      <a:pt x="50491" y="58291"/>
                    </a:lnTo>
                    <a:lnTo>
                      <a:pt x="47430" y="58081"/>
                    </a:lnTo>
                    <a:close/>
                    <a:moveTo>
                      <a:pt x="111382" y="58123"/>
                    </a:moveTo>
                    <a:lnTo>
                      <a:pt x="108321" y="58333"/>
                    </a:lnTo>
                    <a:lnTo>
                      <a:pt x="108153" y="58375"/>
                    </a:lnTo>
                    <a:lnTo>
                      <a:pt x="107985" y="58500"/>
                    </a:lnTo>
                    <a:lnTo>
                      <a:pt x="107901" y="58668"/>
                    </a:lnTo>
                    <a:lnTo>
                      <a:pt x="107860" y="58878"/>
                    </a:lnTo>
                    <a:lnTo>
                      <a:pt x="107901" y="59046"/>
                    </a:lnTo>
                    <a:lnTo>
                      <a:pt x="108027" y="59213"/>
                    </a:lnTo>
                    <a:lnTo>
                      <a:pt x="108195" y="59297"/>
                    </a:lnTo>
                    <a:lnTo>
                      <a:pt x="108363" y="59339"/>
                    </a:lnTo>
                    <a:lnTo>
                      <a:pt x="108405" y="59339"/>
                    </a:lnTo>
                    <a:lnTo>
                      <a:pt x="111424" y="59171"/>
                    </a:lnTo>
                    <a:lnTo>
                      <a:pt x="111634" y="59087"/>
                    </a:lnTo>
                    <a:lnTo>
                      <a:pt x="111801" y="59004"/>
                    </a:lnTo>
                    <a:lnTo>
                      <a:pt x="111885" y="58794"/>
                    </a:lnTo>
                    <a:lnTo>
                      <a:pt x="111927" y="58626"/>
                    </a:lnTo>
                    <a:lnTo>
                      <a:pt x="111885" y="58417"/>
                    </a:lnTo>
                    <a:lnTo>
                      <a:pt x="111760" y="58291"/>
                    </a:lnTo>
                    <a:lnTo>
                      <a:pt x="111592" y="58165"/>
                    </a:lnTo>
                    <a:lnTo>
                      <a:pt x="111424" y="58123"/>
                    </a:lnTo>
                    <a:close/>
                    <a:moveTo>
                      <a:pt x="53469" y="58458"/>
                    </a:moveTo>
                    <a:lnTo>
                      <a:pt x="53301" y="58500"/>
                    </a:lnTo>
                    <a:lnTo>
                      <a:pt x="53133" y="58584"/>
                    </a:lnTo>
                    <a:lnTo>
                      <a:pt x="53008" y="58752"/>
                    </a:lnTo>
                    <a:lnTo>
                      <a:pt x="52966" y="58920"/>
                    </a:lnTo>
                    <a:lnTo>
                      <a:pt x="53008" y="59129"/>
                    </a:lnTo>
                    <a:lnTo>
                      <a:pt x="53091" y="59297"/>
                    </a:lnTo>
                    <a:lnTo>
                      <a:pt x="53259" y="59423"/>
                    </a:lnTo>
                    <a:lnTo>
                      <a:pt x="53469" y="59465"/>
                    </a:lnTo>
                    <a:lnTo>
                      <a:pt x="56488" y="59633"/>
                    </a:lnTo>
                    <a:lnTo>
                      <a:pt x="56530" y="59633"/>
                    </a:lnTo>
                    <a:lnTo>
                      <a:pt x="56698" y="59591"/>
                    </a:lnTo>
                    <a:lnTo>
                      <a:pt x="56866" y="59507"/>
                    </a:lnTo>
                    <a:lnTo>
                      <a:pt x="56991" y="59339"/>
                    </a:lnTo>
                    <a:lnTo>
                      <a:pt x="57033" y="59171"/>
                    </a:lnTo>
                    <a:lnTo>
                      <a:pt x="56991" y="58962"/>
                    </a:lnTo>
                    <a:lnTo>
                      <a:pt x="56908" y="58794"/>
                    </a:lnTo>
                    <a:lnTo>
                      <a:pt x="56740" y="58668"/>
                    </a:lnTo>
                    <a:lnTo>
                      <a:pt x="56572" y="58626"/>
                    </a:lnTo>
                    <a:lnTo>
                      <a:pt x="53511" y="58458"/>
                    </a:lnTo>
                    <a:close/>
                    <a:moveTo>
                      <a:pt x="105301" y="58500"/>
                    </a:moveTo>
                    <a:lnTo>
                      <a:pt x="102240" y="58668"/>
                    </a:lnTo>
                    <a:lnTo>
                      <a:pt x="102072" y="58710"/>
                    </a:lnTo>
                    <a:lnTo>
                      <a:pt x="101905" y="58794"/>
                    </a:lnTo>
                    <a:lnTo>
                      <a:pt x="101779" y="58962"/>
                    </a:lnTo>
                    <a:lnTo>
                      <a:pt x="101779" y="59171"/>
                    </a:lnTo>
                    <a:lnTo>
                      <a:pt x="101821" y="59381"/>
                    </a:lnTo>
                    <a:lnTo>
                      <a:pt x="101905" y="59507"/>
                    </a:lnTo>
                    <a:lnTo>
                      <a:pt x="102072" y="59633"/>
                    </a:lnTo>
                    <a:lnTo>
                      <a:pt x="102282" y="59675"/>
                    </a:lnTo>
                    <a:lnTo>
                      <a:pt x="105343" y="59507"/>
                    </a:lnTo>
                    <a:lnTo>
                      <a:pt x="105553" y="59465"/>
                    </a:lnTo>
                    <a:lnTo>
                      <a:pt x="105679" y="59339"/>
                    </a:lnTo>
                    <a:lnTo>
                      <a:pt x="105805" y="59171"/>
                    </a:lnTo>
                    <a:lnTo>
                      <a:pt x="105847" y="58962"/>
                    </a:lnTo>
                    <a:lnTo>
                      <a:pt x="105763" y="58794"/>
                    </a:lnTo>
                    <a:lnTo>
                      <a:pt x="105679" y="58626"/>
                    </a:lnTo>
                    <a:lnTo>
                      <a:pt x="105511" y="58542"/>
                    </a:lnTo>
                    <a:lnTo>
                      <a:pt x="105301" y="58500"/>
                    </a:lnTo>
                    <a:close/>
                    <a:moveTo>
                      <a:pt x="59591" y="58752"/>
                    </a:moveTo>
                    <a:lnTo>
                      <a:pt x="59382" y="58794"/>
                    </a:lnTo>
                    <a:lnTo>
                      <a:pt x="59214" y="58920"/>
                    </a:lnTo>
                    <a:lnTo>
                      <a:pt x="59130" y="59046"/>
                    </a:lnTo>
                    <a:lnTo>
                      <a:pt x="59046" y="59255"/>
                    </a:lnTo>
                    <a:lnTo>
                      <a:pt x="59088" y="59465"/>
                    </a:lnTo>
                    <a:lnTo>
                      <a:pt x="59214" y="59633"/>
                    </a:lnTo>
                    <a:lnTo>
                      <a:pt x="59340" y="59758"/>
                    </a:lnTo>
                    <a:lnTo>
                      <a:pt x="59550" y="59800"/>
                    </a:lnTo>
                    <a:lnTo>
                      <a:pt x="62611" y="59926"/>
                    </a:lnTo>
                    <a:lnTo>
                      <a:pt x="62821" y="59884"/>
                    </a:lnTo>
                    <a:lnTo>
                      <a:pt x="62988" y="59758"/>
                    </a:lnTo>
                    <a:lnTo>
                      <a:pt x="63072" y="59633"/>
                    </a:lnTo>
                    <a:lnTo>
                      <a:pt x="63114" y="59423"/>
                    </a:lnTo>
                    <a:lnTo>
                      <a:pt x="63114" y="59213"/>
                    </a:lnTo>
                    <a:lnTo>
                      <a:pt x="62988" y="59046"/>
                    </a:lnTo>
                    <a:lnTo>
                      <a:pt x="62821" y="58962"/>
                    </a:lnTo>
                    <a:lnTo>
                      <a:pt x="62653" y="58878"/>
                    </a:lnTo>
                    <a:lnTo>
                      <a:pt x="59591" y="58752"/>
                    </a:lnTo>
                    <a:close/>
                    <a:moveTo>
                      <a:pt x="99221" y="58794"/>
                    </a:moveTo>
                    <a:lnTo>
                      <a:pt x="96159" y="58920"/>
                    </a:lnTo>
                    <a:lnTo>
                      <a:pt x="95950" y="58962"/>
                    </a:lnTo>
                    <a:lnTo>
                      <a:pt x="95782" y="59046"/>
                    </a:lnTo>
                    <a:lnTo>
                      <a:pt x="95698" y="59213"/>
                    </a:lnTo>
                    <a:lnTo>
                      <a:pt x="95656" y="59423"/>
                    </a:lnTo>
                    <a:lnTo>
                      <a:pt x="95698" y="59633"/>
                    </a:lnTo>
                    <a:lnTo>
                      <a:pt x="95824" y="59758"/>
                    </a:lnTo>
                    <a:lnTo>
                      <a:pt x="95992" y="59884"/>
                    </a:lnTo>
                    <a:lnTo>
                      <a:pt x="96159" y="59926"/>
                    </a:lnTo>
                    <a:lnTo>
                      <a:pt x="96201" y="59926"/>
                    </a:lnTo>
                    <a:lnTo>
                      <a:pt x="99263" y="59800"/>
                    </a:lnTo>
                    <a:lnTo>
                      <a:pt x="99430" y="59758"/>
                    </a:lnTo>
                    <a:lnTo>
                      <a:pt x="99598" y="59633"/>
                    </a:lnTo>
                    <a:lnTo>
                      <a:pt x="99682" y="59465"/>
                    </a:lnTo>
                    <a:lnTo>
                      <a:pt x="99724" y="59255"/>
                    </a:lnTo>
                    <a:lnTo>
                      <a:pt x="99682" y="59087"/>
                    </a:lnTo>
                    <a:lnTo>
                      <a:pt x="99598" y="58920"/>
                    </a:lnTo>
                    <a:lnTo>
                      <a:pt x="99430" y="58836"/>
                    </a:lnTo>
                    <a:lnTo>
                      <a:pt x="99221" y="58794"/>
                    </a:lnTo>
                    <a:close/>
                    <a:moveTo>
                      <a:pt x="65630" y="59004"/>
                    </a:moveTo>
                    <a:lnTo>
                      <a:pt x="65462" y="59046"/>
                    </a:lnTo>
                    <a:lnTo>
                      <a:pt x="65295" y="59129"/>
                    </a:lnTo>
                    <a:lnTo>
                      <a:pt x="65211" y="59297"/>
                    </a:lnTo>
                    <a:lnTo>
                      <a:pt x="65169" y="59507"/>
                    </a:lnTo>
                    <a:lnTo>
                      <a:pt x="65211" y="59675"/>
                    </a:lnTo>
                    <a:lnTo>
                      <a:pt x="65295" y="59842"/>
                    </a:lnTo>
                    <a:lnTo>
                      <a:pt x="65462" y="59968"/>
                    </a:lnTo>
                    <a:lnTo>
                      <a:pt x="65672" y="60010"/>
                    </a:lnTo>
                    <a:lnTo>
                      <a:pt x="68692" y="60094"/>
                    </a:lnTo>
                    <a:lnTo>
                      <a:pt x="68733" y="60094"/>
                    </a:lnTo>
                    <a:lnTo>
                      <a:pt x="68901" y="60052"/>
                    </a:lnTo>
                    <a:lnTo>
                      <a:pt x="69069" y="59968"/>
                    </a:lnTo>
                    <a:lnTo>
                      <a:pt x="69195" y="59800"/>
                    </a:lnTo>
                    <a:lnTo>
                      <a:pt x="69237" y="59591"/>
                    </a:lnTo>
                    <a:lnTo>
                      <a:pt x="69195" y="59423"/>
                    </a:lnTo>
                    <a:lnTo>
                      <a:pt x="69069" y="59255"/>
                    </a:lnTo>
                    <a:lnTo>
                      <a:pt x="68943" y="59129"/>
                    </a:lnTo>
                    <a:lnTo>
                      <a:pt x="68733" y="59087"/>
                    </a:lnTo>
                    <a:lnTo>
                      <a:pt x="65672" y="59004"/>
                    </a:lnTo>
                    <a:close/>
                    <a:moveTo>
                      <a:pt x="93098" y="59004"/>
                    </a:moveTo>
                    <a:lnTo>
                      <a:pt x="90079" y="59087"/>
                    </a:lnTo>
                    <a:lnTo>
                      <a:pt x="89869" y="59129"/>
                    </a:lnTo>
                    <a:lnTo>
                      <a:pt x="89701" y="59255"/>
                    </a:lnTo>
                    <a:lnTo>
                      <a:pt x="89617" y="59423"/>
                    </a:lnTo>
                    <a:lnTo>
                      <a:pt x="89576" y="59591"/>
                    </a:lnTo>
                    <a:lnTo>
                      <a:pt x="89617" y="59800"/>
                    </a:lnTo>
                    <a:lnTo>
                      <a:pt x="89701" y="59968"/>
                    </a:lnTo>
                    <a:lnTo>
                      <a:pt x="89869" y="60052"/>
                    </a:lnTo>
                    <a:lnTo>
                      <a:pt x="90079" y="60094"/>
                    </a:lnTo>
                    <a:lnTo>
                      <a:pt x="93140" y="60010"/>
                    </a:lnTo>
                    <a:lnTo>
                      <a:pt x="93350" y="59968"/>
                    </a:lnTo>
                    <a:lnTo>
                      <a:pt x="93476" y="59842"/>
                    </a:lnTo>
                    <a:lnTo>
                      <a:pt x="93601" y="59675"/>
                    </a:lnTo>
                    <a:lnTo>
                      <a:pt x="93643" y="59507"/>
                    </a:lnTo>
                    <a:lnTo>
                      <a:pt x="93601" y="59297"/>
                    </a:lnTo>
                    <a:lnTo>
                      <a:pt x="93476" y="59129"/>
                    </a:lnTo>
                    <a:lnTo>
                      <a:pt x="93350" y="59046"/>
                    </a:lnTo>
                    <a:lnTo>
                      <a:pt x="93140" y="59004"/>
                    </a:lnTo>
                    <a:close/>
                    <a:moveTo>
                      <a:pt x="71753" y="59129"/>
                    </a:moveTo>
                    <a:lnTo>
                      <a:pt x="71585" y="59171"/>
                    </a:lnTo>
                    <a:lnTo>
                      <a:pt x="71417" y="59297"/>
                    </a:lnTo>
                    <a:lnTo>
                      <a:pt x="71292" y="59465"/>
                    </a:lnTo>
                    <a:lnTo>
                      <a:pt x="71250" y="59633"/>
                    </a:lnTo>
                    <a:lnTo>
                      <a:pt x="71292" y="59842"/>
                    </a:lnTo>
                    <a:lnTo>
                      <a:pt x="71417" y="60010"/>
                    </a:lnTo>
                    <a:lnTo>
                      <a:pt x="71543" y="60136"/>
                    </a:lnTo>
                    <a:lnTo>
                      <a:pt x="71753" y="60178"/>
                    </a:lnTo>
                    <a:lnTo>
                      <a:pt x="74814" y="60220"/>
                    </a:lnTo>
                    <a:lnTo>
                      <a:pt x="75024" y="60178"/>
                    </a:lnTo>
                    <a:lnTo>
                      <a:pt x="75192" y="60052"/>
                    </a:lnTo>
                    <a:lnTo>
                      <a:pt x="75275" y="59884"/>
                    </a:lnTo>
                    <a:lnTo>
                      <a:pt x="75317" y="59717"/>
                    </a:lnTo>
                    <a:lnTo>
                      <a:pt x="75275" y="59507"/>
                    </a:lnTo>
                    <a:lnTo>
                      <a:pt x="75192" y="59339"/>
                    </a:lnTo>
                    <a:lnTo>
                      <a:pt x="75024" y="59213"/>
                    </a:lnTo>
                    <a:lnTo>
                      <a:pt x="74814" y="59171"/>
                    </a:lnTo>
                    <a:lnTo>
                      <a:pt x="71795" y="59129"/>
                    </a:lnTo>
                    <a:close/>
                    <a:moveTo>
                      <a:pt x="77875" y="59213"/>
                    </a:moveTo>
                    <a:lnTo>
                      <a:pt x="77666" y="59255"/>
                    </a:lnTo>
                    <a:lnTo>
                      <a:pt x="77498" y="59339"/>
                    </a:lnTo>
                    <a:lnTo>
                      <a:pt x="77414" y="59507"/>
                    </a:lnTo>
                    <a:lnTo>
                      <a:pt x="77372" y="59717"/>
                    </a:lnTo>
                    <a:lnTo>
                      <a:pt x="77414" y="59926"/>
                    </a:lnTo>
                    <a:lnTo>
                      <a:pt x="77498" y="60094"/>
                    </a:lnTo>
                    <a:lnTo>
                      <a:pt x="77666" y="60178"/>
                    </a:lnTo>
                    <a:lnTo>
                      <a:pt x="77875" y="60220"/>
                    </a:lnTo>
                    <a:lnTo>
                      <a:pt x="80937" y="60220"/>
                    </a:lnTo>
                    <a:lnTo>
                      <a:pt x="81105" y="60178"/>
                    </a:lnTo>
                    <a:lnTo>
                      <a:pt x="81272" y="60094"/>
                    </a:lnTo>
                    <a:lnTo>
                      <a:pt x="81398" y="59926"/>
                    </a:lnTo>
                    <a:lnTo>
                      <a:pt x="81440" y="59717"/>
                    </a:lnTo>
                    <a:lnTo>
                      <a:pt x="81398" y="59507"/>
                    </a:lnTo>
                    <a:lnTo>
                      <a:pt x="81272" y="59339"/>
                    </a:lnTo>
                    <a:lnTo>
                      <a:pt x="81105" y="59255"/>
                    </a:lnTo>
                    <a:lnTo>
                      <a:pt x="80937" y="59213"/>
                    </a:lnTo>
                    <a:close/>
                    <a:moveTo>
                      <a:pt x="87017" y="59129"/>
                    </a:moveTo>
                    <a:lnTo>
                      <a:pt x="83956" y="59171"/>
                    </a:lnTo>
                    <a:lnTo>
                      <a:pt x="83788" y="59213"/>
                    </a:lnTo>
                    <a:lnTo>
                      <a:pt x="83621" y="59339"/>
                    </a:lnTo>
                    <a:lnTo>
                      <a:pt x="83495" y="59507"/>
                    </a:lnTo>
                    <a:lnTo>
                      <a:pt x="83453" y="59717"/>
                    </a:lnTo>
                    <a:lnTo>
                      <a:pt x="83495" y="59884"/>
                    </a:lnTo>
                    <a:lnTo>
                      <a:pt x="83621" y="60052"/>
                    </a:lnTo>
                    <a:lnTo>
                      <a:pt x="83788" y="60178"/>
                    </a:lnTo>
                    <a:lnTo>
                      <a:pt x="83956" y="60220"/>
                    </a:lnTo>
                    <a:lnTo>
                      <a:pt x="83998" y="60220"/>
                    </a:lnTo>
                    <a:lnTo>
                      <a:pt x="87017" y="60178"/>
                    </a:lnTo>
                    <a:lnTo>
                      <a:pt x="87227" y="60136"/>
                    </a:lnTo>
                    <a:lnTo>
                      <a:pt x="87395" y="60010"/>
                    </a:lnTo>
                    <a:lnTo>
                      <a:pt x="87479" y="59842"/>
                    </a:lnTo>
                    <a:lnTo>
                      <a:pt x="87521" y="59633"/>
                    </a:lnTo>
                    <a:lnTo>
                      <a:pt x="87479" y="59465"/>
                    </a:lnTo>
                    <a:lnTo>
                      <a:pt x="87395" y="59297"/>
                    </a:lnTo>
                    <a:lnTo>
                      <a:pt x="87227" y="59171"/>
                    </a:lnTo>
                    <a:lnTo>
                      <a:pt x="87017" y="59129"/>
                    </a:lnTo>
                    <a:close/>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36;p17">
                <a:extLst>
                  <a:ext uri="{FF2B5EF4-FFF2-40B4-BE49-F238E27FC236}">
                    <a16:creationId xmlns:a16="http://schemas.microsoft.com/office/drawing/2014/main" id="{2E639750-4259-F972-15E0-43E2ADBB3195}"/>
                  </a:ext>
                </a:extLst>
              </p:cNvPr>
              <p:cNvSpPr/>
              <p:nvPr/>
            </p:nvSpPr>
            <p:spPr>
              <a:xfrm>
                <a:off x="3466677" y="4034635"/>
                <a:ext cx="79031" cy="19563"/>
              </a:xfrm>
              <a:custGeom>
                <a:avLst/>
                <a:gdLst/>
                <a:ahLst/>
                <a:cxnLst/>
                <a:rect l="l" t="t" r="r" b="b"/>
                <a:pathLst>
                  <a:path w="4068" h="1007" fill="none" extrusionOk="0">
                    <a:moveTo>
                      <a:pt x="3565" y="0"/>
                    </a:moveTo>
                    <a:lnTo>
                      <a:pt x="3565" y="0"/>
                    </a:lnTo>
                    <a:lnTo>
                      <a:pt x="3565" y="0"/>
                    </a:lnTo>
                    <a:lnTo>
                      <a:pt x="1929" y="0"/>
                    </a:lnTo>
                    <a:lnTo>
                      <a:pt x="1929" y="0"/>
                    </a:lnTo>
                    <a:lnTo>
                      <a:pt x="503" y="0"/>
                    </a:lnTo>
                    <a:lnTo>
                      <a:pt x="503" y="0"/>
                    </a:lnTo>
                    <a:lnTo>
                      <a:pt x="503" y="0"/>
                    </a:lnTo>
                    <a:lnTo>
                      <a:pt x="294" y="42"/>
                    </a:lnTo>
                    <a:lnTo>
                      <a:pt x="126" y="126"/>
                    </a:lnTo>
                    <a:lnTo>
                      <a:pt x="42" y="294"/>
                    </a:lnTo>
                    <a:lnTo>
                      <a:pt x="0" y="504"/>
                    </a:lnTo>
                    <a:lnTo>
                      <a:pt x="0" y="504"/>
                    </a:lnTo>
                    <a:lnTo>
                      <a:pt x="42" y="713"/>
                    </a:lnTo>
                    <a:lnTo>
                      <a:pt x="126" y="881"/>
                    </a:lnTo>
                    <a:lnTo>
                      <a:pt x="294" y="965"/>
                    </a:lnTo>
                    <a:lnTo>
                      <a:pt x="503" y="1007"/>
                    </a:lnTo>
                    <a:lnTo>
                      <a:pt x="503" y="1007"/>
                    </a:lnTo>
                    <a:lnTo>
                      <a:pt x="1971" y="1007"/>
                    </a:lnTo>
                    <a:lnTo>
                      <a:pt x="1971" y="1007"/>
                    </a:lnTo>
                    <a:lnTo>
                      <a:pt x="3565" y="1007"/>
                    </a:lnTo>
                    <a:lnTo>
                      <a:pt x="3565" y="1007"/>
                    </a:lnTo>
                    <a:lnTo>
                      <a:pt x="3733" y="965"/>
                    </a:lnTo>
                    <a:lnTo>
                      <a:pt x="3900" y="881"/>
                    </a:lnTo>
                    <a:lnTo>
                      <a:pt x="4026" y="713"/>
                    </a:lnTo>
                    <a:lnTo>
                      <a:pt x="4068" y="504"/>
                    </a:lnTo>
                    <a:lnTo>
                      <a:pt x="4068" y="504"/>
                    </a:lnTo>
                    <a:lnTo>
                      <a:pt x="4026" y="294"/>
                    </a:lnTo>
                    <a:lnTo>
                      <a:pt x="3900"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37;p17">
                <a:extLst>
                  <a:ext uri="{FF2B5EF4-FFF2-40B4-BE49-F238E27FC236}">
                    <a16:creationId xmlns:a16="http://schemas.microsoft.com/office/drawing/2014/main" id="{F9B7F8EB-AE5F-7F7F-0EF2-23DA4AFA54B0}"/>
                  </a:ext>
                </a:extLst>
              </p:cNvPr>
              <p:cNvSpPr/>
              <p:nvPr/>
            </p:nvSpPr>
            <p:spPr>
              <a:xfrm>
                <a:off x="3347726" y="4033003"/>
                <a:ext cx="79050" cy="21195"/>
              </a:xfrm>
              <a:custGeom>
                <a:avLst/>
                <a:gdLst/>
                <a:ahLst/>
                <a:cxnLst/>
                <a:rect l="l" t="t" r="r" b="b"/>
                <a:pathLst>
                  <a:path w="4069" h="1091" fill="none" extrusionOk="0">
                    <a:moveTo>
                      <a:pt x="546" y="0"/>
                    </a:moveTo>
                    <a:lnTo>
                      <a:pt x="504" y="0"/>
                    </a:lnTo>
                    <a:lnTo>
                      <a:pt x="504" y="0"/>
                    </a:lnTo>
                    <a:lnTo>
                      <a:pt x="336" y="42"/>
                    </a:lnTo>
                    <a:lnTo>
                      <a:pt x="168" y="168"/>
                    </a:lnTo>
                    <a:lnTo>
                      <a:pt x="43" y="336"/>
                    </a:lnTo>
                    <a:lnTo>
                      <a:pt x="1" y="504"/>
                    </a:lnTo>
                    <a:lnTo>
                      <a:pt x="1" y="504"/>
                    </a:lnTo>
                    <a:lnTo>
                      <a:pt x="43" y="713"/>
                    </a:lnTo>
                    <a:lnTo>
                      <a:pt x="168" y="881"/>
                    </a:lnTo>
                    <a:lnTo>
                      <a:pt x="294" y="1007"/>
                    </a:lnTo>
                    <a:lnTo>
                      <a:pt x="504" y="1049"/>
                    </a:lnTo>
                    <a:lnTo>
                      <a:pt x="504" y="1049"/>
                    </a:lnTo>
                    <a:lnTo>
                      <a:pt x="3565" y="1091"/>
                    </a:lnTo>
                    <a:lnTo>
                      <a:pt x="3565" y="1091"/>
                    </a:lnTo>
                    <a:lnTo>
                      <a:pt x="3565" y="1091"/>
                    </a:lnTo>
                    <a:lnTo>
                      <a:pt x="3775" y="1049"/>
                    </a:lnTo>
                    <a:lnTo>
                      <a:pt x="3943" y="923"/>
                    </a:lnTo>
                    <a:lnTo>
                      <a:pt x="4026" y="755"/>
                    </a:lnTo>
                    <a:lnTo>
                      <a:pt x="4068" y="588"/>
                    </a:lnTo>
                    <a:lnTo>
                      <a:pt x="4068" y="588"/>
                    </a:lnTo>
                    <a:lnTo>
                      <a:pt x="4026" y="378"/>
                    </a:lnTo>
                    <a:lnTo>
                      <a:pt x="3943" y="210"/>
                    </a:lnTo>
                    <a:lnTo>
                      <a:pt x="3775" y="84"/>
                    </a:lnTo>
                    <a:lnTo>
                      <a:pt x="3565" y="42"/>
                    </a:lnTo>
                    <a:lnTo>
                      <a:pt x="3565" y="42"/>
                    </a:lnTo>
                    <a:lnTo>
                      <a:pt x="54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38;p17">
                <a:extLst>
                  <a:ext uri="{FF2B5EF4-FFF2-40B4-BE49-F238E27FC236}">
                    <a16:creationId xmlns:a16="http://schemas.microsoft.com/office/drawing/2014/main" id="{3FBA6954-4EB2-D87D-160A-D25828D59866}"/>
                  </a:ext>
                </a:extLst>
              </p:cNvPr>
              <p:cNvSpPr/>
              <p:nvPr/>
            </p:nvSpPr>
            <p:spPr>
              <a:xfrm>
                <a:off x="3584794" y="4033003"/>
                <a:ext cx="79050" cy="21195"/>
              </a:xfrm>
              <a:custGeom>
                <a:avLst/>
                <a:gdLst/>
                <a:ahLst/>
                <a:cxnLst/>
                <a:rect l="l" t="t" r="r" b="b"/>
                <a:pathLst>
                  <a:path w="4069" h="1091" fill="none" extrusionOk="0">
                    <a:moveTo>
                      <a:pt x="3565" y="0"/>
                    </a:moveTo>
                    <a:lnTo>
                      <a:pt x="3565" y="0"/>
                    </a:lnTo>
                    <a:lnTo>
                      <a:pt x="3565" y="0"/>
                    </a:lnTo>
                    <a:lnTo>
                      <a:pt x="3565" y="0"/>
                    </a:lnTo>
                    <a:lnTo>
                      <a:pt x="504" y="42"/>
                    </a:lnTo>
                    <a:lnTo>
                      <a:pt x="504" y="42"/>
                    </a:lnTo>
                    <a:lnTo>
                      <a:pt x="336" y="84"/>
                    </a:lnTo>
                    <a:lnTo>
                      <a:pt x="169" y="210"/>
                    </a:lnTo>
                    <a:lnTo>
                      <a:pt x="43" y="378"/>
                    </a:lnTo>
                    <a:lnTo>
                      <a:pt x="1" y="588"/>
                    </a:lnTo>
                    <a:lnTo>
                      <a:pt x="1" y="588"/>
                    </a:lnTo>
                    <a:lnTo>
                      <a:pt x="43" y="755"/>
                    </a:lnTo>
                    <a:lnTo>
                      <a:pt x="169" y="923"/>
                    </a:lnTo>
                    <a:lnTo>
                      <a:pt x="336" y="1049"/>
                    </a:lnTo>
                    <a:lnTo>
                      <a:pt x="504" y="1091"/>
                    </a:lnTo>
                    <a:lnTo>
                      <a:pt x="546" y="1091"/>
                    </a:lnTo>
                    <a:lnTo>
                      <a:pt x="546" y="1091"/>
                    </a:lnTo>
                    <a:lnTo>
                      <a:pt x="3565" y="1049"/>
                    </a:lnTo>
                    <a:lnTo>
                      <a:pt x="3565" y="1049"/>
                    </a:lnTo>
                    <a:lnTo>
                      <a:pt x="3775" y="1007"/>
                    </a:lnTo>
                    <a:lnTo>
                      <a:pt x="3943" y="881"/>
                    </a:lnTo>
                    <a:lnTo>
                      <a:pt x="4027" y="713"/>
                    </a:lnTo>
                    <a:lnTo>
                      <a:pt x="4069" y="504"/>
                    </a:lnTo>
                    <a:lnTo>
                      <a:pt x="4069" y="504"/>
                    </a:lnTo>
                    <a:lnTo>
                      <a:pt x="4027" y="336"/>
                    </a:lnTo>
                    <a:lnTo>
                      <a:pt x="3943" y="168"/>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39;p17">
                <a:extLst>
                  <a:ext uri="{FF2B5EF4-FFF2-40B4-BE49-F238E27FC236}">
                    <a16:creationId xmlns:a16="http://schemas.microsoft.com/office/drawing/2014/main" id="{DA80DF00-C3BB-9025-A5B8-DD8F63774377}"/>
                  </a:ext>
                </a:extLst>
              </p:cNvPr>
              <p:cNvSpPr/>
              <p:nvPr/>
            </p:nvSpPr>
            <p:spPr>
              <a:xfrm>
                <a:off x="3703745" y="4030555"/>
                <a:ext cx="79050" cy="21195"/>
              </a:xfrm>
              <a:custGeom>
                <a:avLst/>
                <a:gdLst/>
                <a:ahLst/>
                <a:cxnLst/>
                <a:rect l="l" t="t" r="r" b="b"/>
                <a:pathLst>
                  <a:path w="4069" h="1091" fill="none" extrusionOk="0">
                    <a:moveTo>
                      <a:pt x="3565" y="1"/>
                    </a:moveTo>
                    <a:lnTo>
                      <a:pt x="3565" y="1"/>
                    </a:lnTo>
                    <a:lnTo>
                      <a:pt x="3523" y="1"/>
                    </a:lnTo>
                    <a:lnTo>
                      <a:pt x="3523" y="1"/>
                    </a:lnTo>
                    <a:lnTo>
                      <a:pt x="504" y="84"/>
                    </a:lnTo>
                    <a:lnTo>
                      <a:pt x="504" y="84"/>
                    </a:lnTo>
                    <a:lnTo>
                      <a:pt x="294" y="126"/>
                    </a:lnTo>
                    <a:lnTo>
                      <a:pt x="126" y="252"/>
                    </a:lnTo>
                    <a:lnTo>
                      <a:pt x="42" y="420"/>
                    </a:lnTo>
                    <a:lnTo>
                      <a:pt x="1" y="588"/>
                    </a:lnTo>
                    <a:lnTo>
                      <a:pt x="1" y="588"/>
                    </a:lnTo>
                    <a:lnTo>
                      <a:pt x="42" y="797"/>
                    </a:lnTo>
                    <a:lnTo>
                      <a:pt x="126" y="965"/>
                    </a:lnTo>
                    <a:lnTo>
                      <a:pt x="294" y="1049"/>
                    </a:lnTo>
                    <a:lnTo>
                      <a:pt x="504" y="1091"/>
                    </a:lnTo>
                    <a:lnTo>
                      <a:pt x="504" y="1091"/>
                    </a:lnTo>
                    <a:lnTo>
                      <a:pt x="504" y="1091"/>
                    </a:lnTo>
                    <a:lnTo>
                      <a:pt x="3565" y="1007"/>
                    </a:lnTo>
                    <a:lnTo>
                      <a:pt x="3565" y="1007"/>
                    </a:lnTo>
                    <a:lnTo>
                      <a:pt x="3775" y="965"/>
                    </a:lnTo>
                    <a:lnTo>
                      <a:pt x="3901" y="839"/>
                    </a:lnTo>
                    <a:lnTo>
                      <a:pt x="4026" y="672"/>
                    </a:lnTo>
                    <a:lnTo>
                      <a:pt x="4068" y="504"/>
                    </a:lnTo>
                    <a:lnTo>
                      <a:pt x="4068" y="504"/>
                    </a:lnTo>
                    <a:lnTo>
                      <a:pt x="4026" y="294"/>
                    </a:lnTo>
                    <a:lnTo>
                      <a:pt x="3901" y="126"/>
                    </a:lnTo>
                    <a:lnTo>
                      <a:pt x="3775"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240;p17">
                <a:extLst>
                  <a:ext uri="{FF2B5EF4-FFF2-40B4-BE49-F238E27FC236}">
                    <a16:creationId xmlns:a16="http://schemas.microsoft.com/office/drawing/2014/main" id="{AC7AC2DC-8D5A-8D36-2D20-9FDA699F81AF}"/>
                  </a:ext>
                </a:extLst>
              </p:cNvPr>
              <p:cNvSpPr/>
              <p:nvPr/>
            </p:nvSpPr>
            <p:spPr>
              <a:xfrm>
                <a:off x="3229590" y="4030555"/>
                <a:ext cx="79050" cy="21195"/>
              </a:xfrm>
              <a:custGeom>
                <a:avLst/>
                <a:gdLst/>
                <a:ahLst/>
                <a:cxnLst/>
                <a:rect l="l" t="t" r="r" b="b"/>
                <a:pathLst>
                  <a:path w="4069" h="1091" fill="none" extrusionOk="0">
                    <a:moveTo>
                      <a:pt x="462" y="1"/>
                    </a:moveTo>
                    <a:lnTo>
                      <a:pt x="462" y="1"/>
                    </a:lnTo>
                    <a:lnTo>
                      <a:pt x="294" y="43"/>
                    </a:lnTo>
                    <a:lnTo>
                      <a:pt x="127" y="126"/>
                    </a:lnTo>
                    <a:lnTo>
                      <a:pt x="43" y="294"/>
                    </a:lnTo>
                    <a:lnTo>
                      <a:pt x="1" y="504"/>
                    </a:lnTo>
                    <a:lnTo>
                      <a:pt x="1" y="504"/>
                    </a:lnTo>
                    <a:lnTo>
                      <a:pt x="43" y="672"/>
                    </a:lnTo>
                    <a:lnTo>
                      <a:pt x="127" y="839"/>
                    </a:lnTo>
                    <a:lnTo>
                      <a:pt x="294" y="965"/>
                    </a:lnTo>
                    <a:lnTo>
                      <a:pt x="504" y="1007"/>
                    </a:lnTo>
                    <a:lnTo>
                      <a:pt x="504" y="1007"/>
                    </a:lnTo>
                    <a:lnTo>
                      <a:pt x="3524" y="1091"/>
                    </a:lnTo>
                    <a:lnTo>
                      <a:pt x="3565" y="1091"/>
                    </a:lnTo>
                    <a:lnTo>
                      <a:pt x="3565" y="1091"/>
                    </a:lnTo>
                    <a:lnTo>
                      <a:pt x="3733" y="1049"/>
                    </a:lnTo>
                    <a:lnTo>
                      <a:pt x="3901" y="965"/>
                    </a:lnTo>
                    <a:lnTo>
                      <a:pt x="4027" y="797"/>
                    </a:lnTo>
                    <a:lnTo>
                      <a:pt x="4069" y="588"/>
                    </a:lnTo>
                    <a:lnTo>
                      <a:pt x="4069" y="588"/>
                    </a:lnTo>
                    <a:lnTo>
                      <a:pt x="4027" y="420"/>
                    </a:lnTo>
                    <a:lnTo>
                      <a:pt x="3901" y="252"/>
                    </a:lnTo>
                    <a:lnTo>
                      <a:pt x="3775" y="126"/>
                    </a:lnTo>
                    <a:lnTo>
                      <a:pt x="3565" y="84"/>
                    </a:lnTo>
                    <a:lnTo>
                      <a:pt x="3565" y="84"/>
                    </a:lnTo>
                    <a:lnTo>
                      <a:pt x="504" y="1"/>
                    </a:lnTo>
                    <a:lnTo>
                      <a:pt x="504" y="1"/>
                    </a:lnTo>
                    <a:lnTo>
                      <a:pt x="462"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41;p17">
                <a:extLst>
                  <a:ext uri="{FF2B5EF4-FFF2-40B4-BE49-F238E27FC236}">
                    <a16:creationId xmlns:a16="http://schemas.microsoft.com/office/drawing/2014/main" id="{85D64A95-F10A-3A75-FD72-6B08D9CCABEC}"/>
                  </a:ext>
                </a:extLst>
              </p:cNvPr>
              <p:cNvSpPr/>
              <p:nvPr/>
            </p:nvSpPr>
            <p:spPr>
              <a:xfrm>
                <a:off x="3821881" y="4026476"/>
                <a:ext cx="79031" cy="22031"/>
              </a:xfrm>
              <a:custGeom>
                <a:avLst/>
                <a:gdLst/>
                <a:ahLst/>
                <a:cxnLst/>
                <a:rect l="l" t="t" r="r" b="b"/>
                <a:pathLst>
                  <a:path w="4068" h="1134" fill="none" extrusionOk="0">
                    <a:moveTo>
                      <a:pt x="3565" y="1"/>
                    </a:moveTo>
                    <a:lnTo>
                      <a:pt x="3565" y="1"/>
                    </a:lnTo>
                    <a:lnTo>
                      <a:pt x="3565" y="1"/>
                    </a:lnTo>
                    <a:lnTo>
                      <a:pt x="3565" y="1"/>
                    </a:lnTo>
                    <a:lnTo>
                      <a:pt x="503" y="127"/>
                    </a:lnTo>
                    <a:lnTo>
                      <a:pt x="503" y="127"/>
                    </a:lnTo>
                    <a:lnTo>
                      <a:pt x="294" y="169"/>
                    </a:lnTo>
                    <a:lnTo>
                      <a:pt x="126" y="253"/>
                    </a:lnTo>
                    <a:lnTo>
                      <a:pt x="42" y="420"/>
                    </a:lnTo>
                    <a:lnTo>
                      <a:pt x="0" y="630"/>
                    </a:lnTo>
                    <a:lnTo>
                      <a:pt x="0" y="630"/>
                    </a:lnTo>
                    <a:lnTo>
                      <a:pt x="42" y="840"/>
                    </a:lnTo>
                    <a:lnTo>
                      <a:pt x="168" y="965"/>
                    </a:lnTo>
                    <a:lnTo>
                      <a:pt x="336" y="1091"/>
                    </a:lnTo>
                    <a:lnTo>
                      <a:pt x="503" y="1133"/>
                    </a:lnTo>
                    <a:lnTo>
                      <a:pt x="545" y="1133"/>
                    </a:lnTo>
                    <a:lnTo>
                      <a:pt x="545" y="1133"/>
                    </a:lnTo>
                    <a:lnTo>
                      <a:pt x="3607" y="1007"/>
                    </a:lnTo>
                    <a:lnTo>
                      <a:pt x="3607" y="1007"/>
                    </a:lnTo>
                    <a:lnTo>
                      <a:pt x="3774" y="965"/>
                    </a:lnTo>
                    <a:lnTo>
                      <a:pt x="3942" y="840"/>
                    </a:lnTo>
                    <a:lnTo>
                      <a:pt x="4026" y="672"/>
                    </a:lnTo>
                    <a:lnTo>
                      <a:pt x="4068" y="462"/>
                    </a:lnTo>
                    <a:lnTo>
                      <a:pt x="4068" y="462"/>
                    </a:lnTo>
                    <a:lnTo>
                      <a:pt x="4026" y="294"/>
                    </a:lnTo>
                    <a:lnTo>
                      <a:pt x="3942" y="127"/>
                    </a:lnTo>
                    <a:lnTo>
                      <a:pt x="3774"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42;p17">
                <a:extLst>
                  <a:ext uri="{FF2B5EF4-FFF2-40B4-BE49-F238E27FC236}">
                    <a16:creationId xmlns:a16="http://schemas.microsoft.com/office/drawing/2014/main" id="{45710FC5-D59D-CFD6-EB01-A4C6B74B5A0B}"/>
                  </a:ext>
                </a:extLst>
              </p:cNvPr>
              <p:cNvSpPr/>
              <p:nvPr/>
            </p:nvSpPr>
            <p:spPr>
              <a:xfrm>
                <a:off x="3110657" y="4025660"/>
                <a:ext cx="79050" cy="22847"/>
              </a:xfrm>
              <a:custGeom>
                <a:avLst/>
                <a:gdLst/>
                <a:ahLst/>
                <a:cxnLst/>
                <a:rect l="l" t="t" r="r" b="b"/>
                <a:pathLst>
                  <a:path w="4069" h="1176" fill="none" extrusionOk="0">
                    <a:moveTo>
                      <a:pt x="545" y="1"/>
                    </a:moveTo>
                    <a:lnTo>
                      <a:pt x="545" y="1"/>
                    </a:lnTo>
                    <a:lnTo>
                      <a:pt x="336" y="43"/>
                    </a:lnTo>
                    <a:lnTo>
                      <a:pt x="168" y="169"/>
                    </a:lnTo>
                    <a:lnTo>
                      <a:pt x="84" y="295"/>
                    </a:lnTo>
                    <a:lnTo>
                      <a:pt x="0" y="504"/>
                    </a:lnTo>
                    <a:lnTo>
                      <a:pt x="0" y="504"/>
                    </a:lnTo>
                    <a:lnTo>
                      <a:pt x="42" y="714"/>
                    </a:lnTo>
                    <a:lnTo>
                      <a:pt x="168" y="882"/>
                    </a:lnTo>
                    <a:lnTo>
                      <a:pt x="294" y="1007"/>
                    </a:lnTo>
                    <a:lnTo>
                      <a:pt x="504" y="1049"/>
                    </a:lnTo>
                    <a:lnTo>
                      <a:pt x="504" y="1049"/>
                    </a:lnTo>
                    <a:lnTo>
                      <a:pt x="3565" y="1175"/>
                    </a:lnTo>
                    <a:lnTo>
                      <a:pt x="3565" y="1175"/>
                    </a:lnTo>
                    <a:lnTo>
                      <a:pt x="3565" y="1175"/>
                    </a:lnTo>
                    <a:lnTo>
                      <a:pt x="3775" y="1133"/>
                    </a:lnTo>
                    <a:lnTo>
                      <a:pt x="3942" y="1007"/>
                    </a:lnTo>
                    <a:lnTo>
                      <a:pt x="4026" y="882"/>
                    </a:lnTo>
                    <a:lnTo>
                      <a:pt x="4068" y="672"/>
                    </a:lnTo>
                    <a:lnTo>
                      <a:pt x="4068" y="672"/>
                    </a:lnTo>
                    <a:lnTo>
                      <a:pt x="4068" y="462"/>
                    </a:lnTo>
                    <a:lnTo>
                      <a:pt x="3942" y="295"/>
                    </a:lnTo>
                    <a:lnTo>
                      <a:pt x="3775" y="211"/>
                    </a:lnTo>
                    <a:lnTo>
                      <a:pt x="3607" y="127"/>
                    </a:lnTo>
                    <a:lnTo>
                      <a:pt x="3607" y="127"/>
                    </a:lnTo>
                    <a:lnTo>
                      <a:pt x="545" y="1"/>
                    </a:lnTo>
                    <a:lnTo>
                      <a:pt x="545" y="1"/>
                    </a:lnTo>
                    <a:lnTo>
                      <a:pt x="54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43;p17">
                <a:extLst>
                  <a:ext uri="{FF2B5EF4-FFF2-40B4-BE49-F238E27FC236}">
                    <a16:creationId xmlns:a16="http://schemas.microsoft.com/office/drawing/2014/main" id="{BE3E5F0E-3BBD-2575-AB28-A385D5010BD7}"/>
                  </a:ext>
                </a:extLst>
              </p:cNvPr>
              <p:cNvSpPr/>
              <p:nvPr/>
            </p:nvSpPr>
            <p:spPr>
              <a:xfrm>
                <a:off x="3940813" y="4020784"/>
                <a:ext cx="79050" cy="22827"/>
              </a:xfrm>
              <a:custGeom>
                <a:avLst/>
                <a:gdLst/>
                <a:ahLst/>
                <a:cxnLst/>
                <a:rect l="l" t="t" r="r" b="b"/>
                <a:pathLst>
                  <a:path w="4069" h="1175" fill="none" extrusionOk="0">
                    <a:moveTo>
                      <a:pt x="3523" y="0"/>
                    </a:moveTo>
                    <a:lnTo>
                      <a:pt x="3523" y="0"/>
                    </a:lnTo>
                    <a:lnTo>
                      <a:pt x="3523" y="0"/>
                    </a:lnTo>
                    <a:lnTo>
                      <a:pt x="3523" y="0"/>
                    </a:lnTo>
                    <a:lnTo>
                      <a:pt x="462" y="168"/>
                    </a:lnTo>
                    <a:lnTo>
                      <a:pt x="462" y="168"/>
                    </a:lnTo>
                    <a:lnTo>
                      <a:pt x="294" y="210"/>
                    </a:lnTo>
                    <a:lnTo>
                      <a:pt x="127" y="294"/>
                    </a:lnTo>
                    <a:lnTo>
                      <a:pt x="1" y="462"/>
                    </a:lnTo>
                    <a:lnTo>
                      <a:pt x="1" y="671"/>
                    </a:lnTo>
                    <a:lnTo>
                      <a:pt x="1" y="671"/>
                    </a:lnTo>
                    <a:lnTo>
                      <a:pt x="43" y="881"/>
                    </a:lnTo>
                    <a:lnTo>
                      <a:pt x="127" y="1007"/>
                    </a:lnTo>
                    <a:lnTo>
                      <a:pt x="294" y="1133"/>
                    </a:lnTo>
                    <a:lnTo>
                      <a:pt x="504" y="1175"/>
                    </a:lnTo>
                    <a:lnTo>
                      <a:pt x="504" y="1175"/>
                    </a:lnTo>
                    <a:lnTo>
                      <a:pt x="504" y="1175"/>
                    </a:lnTo>
                    <a:lnTo>
                      <a:pt x="3565" y="1007"/>
                    </a:lnTo>
                    <a:lnTo>
                      <a:pt x="3565" y="1007"/>
                    </a:lnTo>
                    <a:lnTo>
                      <a:pt x="3775" y="965"/>
                    </a:lnTo>
                    <a:lnTo>
                      <a:pt x="3901" y="839"/>
                    </a:lnTo>
                    <a:lnTo>
                      <a:pt x="4027" y="671"/>
                    </a:lnTo>
                    <a:lnTo>
                      <a:pt x="4069" y="462"/>
                    </a:lnTo>
                    <a:lnTo>
                      <a:pt x="4069" y="462"/>
                    </a:lnTo>
                    <a:lnTo>
                      <a:pt x="3985" y="294"/>
                    </a:lnTo>
                    <a:lnTo>
                      <a:pt x="3901"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44;p17">
                <a:extLst>
                  <a:ext uri="{FF2B5EF4-FFF2-40B4-BE49-F238E27FC236}">
                    <a16:creationId xmlns:a16="http://schemas.microsoft.com/office/drawing/2014/main" id="{9BEEBE8E-F2E2-B1F6-8B9E-929C7D2BD9C0}"/>
                  </a:ext>
                </a:extLst>
              </p:cNvPr>
              <p:cNvSpPr/>
              <p:nvPr/>
            </p:nvSpPr>
            <p:spPr>
              <a:xfrm>
                <a:off x="2992522" y="4019968"/>
                <a:ext cx="79050" cy="22827"/>
              </a:xfrm>
              <a:custGeom>
                <a:avLst/>
                <a:gdLst/>
                <a:ahLst/>
                <a:cxnLst/>
                <a:rect l="l" t="t" r="r" b="b"/>
                <a:pathLst>
                  <a:path w="4069" h="1175" fill="none" extrusionOk="0">
                    <a:moveTo>
                      <a:pt x="504" y="0"/>
                    </a:moveTo>
                    <a:lnTo>
                      <a:pt x="504" y="0"/>
                    </a:lnTo>
                    <a:lnTo>
                      <a:pt x="336" y="42"/>
                    </a:lnTo>
                    <a:lnTo>
                      <a:pt x="168" y="126"/>
                    </a:lnTo>
                    <a:lnTo>
                      <a:pt x="43" y="294"/>
                    </a:lnTo>
                    <a:lnTo>
                      <a:pt x="1" y="462"/>
                    </a:lnTo>
                    <a:lnTo>
                      <a:pt x="1" y="462"/>
                    </a:lnTo>
                    <a:lnTo>
                      <a:pt x="43" y="671"/>
                    </a:lnTo>
                    <a:lnTo>
                      <a:pt x="126" y="839"/>
                    </a:lnTo>
                    <a:lnTo>
                      <a:pt x="294" y="965"/>
                    </a:lnTo>
                    <a:lnTo>
                      <a:pt x="504" y="1007"/>
                    </a:lnTo>
                    <a:lnTo>
                      <a:pt x="504" y="1007"/>
                    </a:lnTo>
                    <a:lnTo>
                      <a:pt x="3523" y="1175"/>
                    </a:lnTo>
                    <a:lnTo>
                      <a:pt x="3565" y="1175"/>
                    </a:lnTo>
                    <a:lnTo>
                      <a:pt x="3565" y="1175"/>
                    </a:lnTo>
                    <a:lnTo>
                      <a:pt x="3733" y="1133"/>
                    </a:lnTo>
                    <a:lnTo>
                      <a:pt x="3901" y="1049"/>
                    </a:lnTo>
                    <a:lnTo>
                      <a:pt x="4026" y="881"/>
                    </a:lnTo>
                    <a:lnTo>
                      <a:pt x="4068" y="713"/>
                    </a:lnTo>
                    <a:lnTo>
                      <a:pt x="4068" y="713"/>
                    </a:lnTo>
                    <a:lnTo>
                      <a:pt x="4026" y="504"/>
                    </a:lnTo>
                    <a:lnTo>
                      <a:pt x="3943" y="336"/>
                    </a:lnTo>
                    <a:lnTo>
                      <a:pt x="3775" y="210"/>
                    </a:lnTo>
                    <a:lnTo>
                      <a:pt x="3607" y="168"/>
                    </a:lnTo>
                    <a:lnTo>
                      <a:pt x="3607" y="168"/>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45;p17">
                <a:extLst>
                  <a:ext uri="{FF2B5EF4-FFF2-40B4-BE49-F238E27FC236}">
                    <a16:creationId xmlns:a16="http://schemas.microsoft.com/office/drawing/2014/main" id="{BCA3F435-C836-0A63-AE71-E74B03574D40}"/>
                  </a:ext>
                </a:extLst>
              </p:cNvPr>
              <p:cNvSpPr/>
              <p:nvPr/>
            </p:nvSpPr>
            <p:spPr>
              <a:xfrm>
                <a:off x="4058949" y="4013440"/>
                <a:ext cx="79050" cy="23663"/>
              </a:xfrm>
              <a:custGeom>
                <a:avLst/>
                <a:gdLst/>
                <a:ahLst/>
                <a:cxnLst/>
                <a:rect l="l" t="t" r="r" b="b"/>
                <a:pathLst>
                  <a:path w="4069" h="1218" fill="none" extrusionOk="0">
                    <a:moveTo>
                      <a:pt x="3565" y="1"/>
                    </a:moveTo>
                    <a:lnTo>
                      <a:pt x="3565" y="1"/>
                    </a:lnTo>
                    <a:lnTo>
                      <a:pt x="3523" y="1"/>
                    </a:lnTo>
                    <a:lnTo>
                      <a:pt x="3523" y="1"/>
                    </a:lnTo>
                    <a:lnTo>
                      <a:pt x="462" y="211"/>
                    </a:lnTo>
                    <a:lnTo>
                      <a:pt x="462" y="211"/>
                    </a:lnTo>
                    <a:lnTo>
                      <a:pt x="294" y="253"/>
                    </a:lnTo>
                    <a:lnTo>
                      <a:pt x="126" y="378"/>
                    </a:lnTo>
                    <a:lnTo>
                      <a:pt x="42" y="546"/>
                    </a:lnTo>
                    <a:lnTo>
                      <a:pt x="1" y="756"/>
                    </a:lnTo>
                    <a:lnTo>
                      <a:pt x="1" y="756"/>
                    </a:lnTo>
                    <a:lnTo>
                      <a:pt x="42" y="924"/>
                    </a:lnTo>
                    <a:lnTo>
                      <a:pt x="168" y="1091"/>
                    </a:lnTo>
                    <a:lnTo>
                      <a:pt x="336" y="1175"/>
                    </a:lnTo>
                    <a:lnTo>
                      <a:pt x="504" y="1217"/>
                    </a:lnTo>
                    <a:lnTo>
                      <a:pt x="546" y="1217"/>
                    </a:lnTo>
                    <a:lnTo>
                      <a:pt x="546" y="1217"/>
                    </a:lnTo>
                    <a:lnTo>
                      <a:pt x="3565" y="1049"/>
                    </a:lnTo>
                    <a:lnTo>
                      <a:pt x="3565" y="1049"/>
                    </a:lnTo>
                    <a:lnTo>
                      <a:pt x="3775" y="965"/>
                    </a:lnTo>
                    <a:lnTo>
                      <a:pt x="3942" y="882"/>
                    </a:lnTo>
                    <a:lnTo>
                      <a:pt x="4026" y="672"/>
                    </a:lnTo>
                    <a:lnTo>
                      <a:pt x="4068" y="504"/>
                    </a:lnTo>
                    <a:lnTo>
                      <a:pt x="4068" y="504"/>
                    </a:lnTo>
                    <a:lnTo>
                      <a:pt x="4026" y="295"/>
                    </a:lnTo>
                    <a:lnTo>
                      <a:pt x="3901" y="169"/>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46;p17">
                <a:extLst>
                  <a:ext uri="{FF2B5EF4-FFF2-40B4-BE49-F238E27FC236}">
                    <a16:creationId xmlns:a16="http://schemas.microsoft.com/office/drawing/2014/main" id="{9CE150AD-447B-4191-801F-3F03F154B2B0}"/>
                  </a:ext>
                </a:extLst>
              </p:cNvPr>
              <p:cNvSpPr/>
              <p:nvPr/>
            </p:nvSpPr>
            <p:spPr>
              <a:xfrm>
                <a:off x="2874386" y="4012644"/>
                <a:ext cx="79050" cy="23643"/>
              </a:xfrm>
              <a:custGeom>
                <a:avLst/>
                <a:gdLst/>
                <a:ahLst/>
                <a:cxnLst/>
                <a:rect l="l" t="t" r="r" b="b"/>
                <a:pathLst>
                  <a:path w="4069" h="1217" fill="none" extrusionOk="0">
                    <a:moveTo>
                      <a:pt x="504" y="0"/>
                    </a:moveTo>
                    <a:lnTo>
                      <a:pt x="504" y="0"/>
                    </a:lnTo>
                    <a:lnTo>
                      <a:pt x="336" y="0"/>
                    </a:lnTo>
                    <a:lnTo>
                      <a:pt x="169" y="126"/>
                    </a:lnTo>
                    <a:lnTo>
                      <a:pt x="43" y="252"/>
                    </a:lnTo>
                    <a:lnTo>
                      <a:pt x="1" y="461"/>
                    </a:lnTo>
                    <a:lnTo>
                      <a:pt x="1" y="461"/>
                    </a:lnTo>
                    <a:lnTo>
                      <a:pt x="43" y="671"/>
                    </a:lnTo>
                    <a:lnTo>
                      <a:pt x="127" y="839"/>
                    </a:lnTo>
                    <a:lnTo>
                      <a:pt x="295" y="923"/>
                    </a:lnTo>
                    <a:lnTo>
                      <a:pt x="462" y="1006"/>
                    </a:lnTo>
                    <a:lnTo>
                      <a:pt x="462" y="1006"/>
                    </a:lnTo>
                    <a:lnTo>
                      <a:pt x="3524" y="1216"/>
                    </a:lnTo>
                    <a:lnTo>
                      <a:pt x="3566" y="1216"/>
                    </a:lnTo>
                    <a:lnTo>
                      <a:pt x="3566" y="1216"/>
                    </a:lnTo>
                    <a:lnTo>
                      <a:pt x="3733" y="1174"/>
                    </a:lnTo>
                    <a:lnTo>
                      <a:pt x="3901" y="1048"/>
                    </a:lnTo>
                    <a:lnTo>
                      <a:pt x="4027" y="923"/>
                    </a:lnTo>
                    <a:lnTo>
                      <a:pt x="4069" y="713"/>
                    </a:lnTo>
                    <a:lnTo>
                      <a:pt x="4069" y="713"/>
                    </a:lnTo>
                    <a:lnTo>
                      <a:pt x="4027" y="545"/>
                    </a:lnTo>
                    <a:lnTo>
                      <a:pt x="3943" y="377"/>
                    </a:lnTo>
                    <a:lnTo>
                      <a:pt x="3775" y="252"/>
                    </a:lnTo>
                    <a:lnTo>
                      <a:pt x="3607" y="210"/>
                    </a:lnTo>
                    <a:lnTo>
                      <a:pt x="3607"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47;p17">
                <a:extLst>
                  <a:ext uri="{FF2B5EF4-FFF2-40B4-BE49-F238E27FC236}">
                    <a16:creationId xmlns:a16="http://schemas.microsoft.com/office/drawing/2014/main" id="{4BB30AAE-95E0-903A-DB95-5DB639A3EE72}"/>
                  </a:ext>
                </a:extLst>
              </p:cNvPr>
              <p:cNvSpPr/>
              <p:nvPr/>
            </p:nvSpPr>
            <p:spPr>
              <a:xfrm>
                <a:off x="4177085" y="4005300"/>
                <a:ext cx="79031" cy="24459"/>
              </a:xfrm>
              <a:custGeom>
                <a:avLst/>
                <a:gdLst/>
                <a:ahLst/>
                <a:cxnLst/>
                <a:rect l="l" t="t" r="r" b="b"/>
                <a:pathLst>
                  <a:path w="4068" h="1259" fill="none" extrusionOk="0">
                    <a:moveTo>
                      <a:pt x="3565" y="1"/>
                    </a:moveTo>
                    <a:lnTo>
                      <a:pt x="3565" y="1"/>
                    </a:lnTo>
                    <a:lnTo>
                      <a:pt x="3523" y="1"/>
                    </a:lnTo>
                    <a:lnTo>
                      <a:pt x="3523" y="1"/>
                    </a:lnTo>
                    <a:lnTo>
                      <a:pt x="461" y="252"/>
                    </a:lnTo>
                    <a:lnTo>
                      <a:pt x="461" y="252"/>
                    </a:lnTo>
                    <a:lnTo>
                      <a:pt x="294" y="294"/>
                    </a:lnTo>
                    <a:lnTo>
                      <a:pt x="126" y="420"/>
                    </a:lnTo>
                    <a:lnTo>
                      <a:pt x="42" y="588"/>
                    </a:lnTo>
                    <a:lnTo>
                      <a:pt x="0" y="797"/>
                    </a:lnTo>
                    <a:lnTo>
                      <a:pt x="0" y="797"/>
                    </a:lnTo>
                    <a:lnTo>
                      <a:pt x="42" y="965"/>
                    </a:lnTo>
                    <a:lnTo>
                      <a:pt x="168" y="1133"/>
                    </a:lnTo>
                    <a:lnTo>
                      <a:pt x="336" y="1217"/>
                    </a:lnTo>
                    <a:lnTo>
                      <a:pt x="503" y="1259"/>
                    </a:lnTo>
                    <a:lnTo>
                      <a:pt x="545" y="1259"/>
                    </a:lnTo>
                    <a:lnTo>
                      <a:pt x="545" y="1259"/>
                    </a:lnTo>
                    <a:lnTo>
                      <a:pt x="3565" y="1049"/>
                    </a:lnTo>
                    <a:lnTo>
                      <a:pt x="3565" y="1049"/>
                    </a:lnTo>
                    <a:lnTo>
                      <a:pt x="3774" y="965"/>
                    </a:lnTo>
                    <a:lnTo>
                      <a:pt x="3942" y="839"/>
                    </a:lnTo>
                    <a:lnTo>
                      <a:pt x="4026" y="672"/>
                    </a:lnTo>
                    <a:lnTo>
                      <a:pt x="4068" y="504"/>
                    </a:lnTo>
                    <a:lnTo>
                      <a:pt x="4068" y="504"/>
                    </a:lnTo>
                    <a:lnTo>
                      <a:pt x="3984" y="294"/>
                    </a:lnTo>
                    <a:lnTo>
                      <a:pt x="3900" y="168"/>
                    </a:lnTo>
                    <a:lnTo>
                      <a:pt x="3732"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48;p17">
                <a:extLst>
                  <a:ext uri="{FF2B5EF4-FFF2-40B4-BE49-F238E27FC236}">
                    <a16:creationId xmlns:a16="http://schemas.microsoft.com/office/drawing/2014/main" id="{04582191-2590-E15B-C46F-3E8AECC3E38F}"/>
                  </a:ext>
                </a:extLst>
              </p:cNvPr>
              <p:cNvSpPr/>
              <p:nvPr/>
            </p:nvSpPr>
            <p:spPr>
              <a:xfrm>
                <a:off x="2756270" y="4002852"/>
                <a:ext cx="79050" cy="24459"/>
              </a:xfrm>
              <a:custGeom>
                <a:avLst/>
                <a:gdLst/>
                <a:ahLst/>
                <a:cxnLst/>
                <a:rect l="l" t="t" r="r" b="b"/>
                <a:pathLst>
                  <a:path w="4069" h="1259" fill="none" extrusionOk="0">
                    <a:moveTo>
                      <a:pt x="504" y="1"/>
                    </a:moveTo>
                    <a:lnTo>
                      <a:pt x="504" y="1"/>
                    </a:lnTo>
                    <a:lnTo>
                      <a:pt x="336" y="43"/>
                    </a:lnTo>
                    <a:lnTo>
                      <a:pt x="168" y="127"/>
                    </a:lnTo>
                    <a:lnTo>
                      <a:pt x="42" y="294"/>
                    </a:lnTo>
                    <a:lnTo>
                      <a:pt x="0" y="462"/>
                    </a:lnTo>
                    <a:lnTo>
                      <a:pt x="0" y="462"/>
                    </a:lnTo>
                    <a:lnTo>
                      <a:pt x="42" y="672"/>
                    </a:lnTo>
                    <a:lnTo>
                      <a:pt x="126" y="840"/>
                    </a:lnTo>
                    <a:lnTo>
                      <a:pt x="294" y="965"/>
                    </a:lnTo>
                    <a:lnTo>
                      <a:pt x="462" y="1007"/>
                    </a:lnTo>
                    <a:lnTo>
                      <a:pt x="462" y="1007"/>
                    </a:lnTo>
                    <a:lnTo>
                      <a:pt x="3523" y="1259"/>
                    </a:lnTo>
                    <a:lnTo>
                      <a:pt x="3565" y="1259"/>
                    </a:lnTo>
                    <a:lnTo>
                      <a:pt x="3565" y="1259"/>
                    </a:lnTo>
                    <a:lnTo>
                      <a:pt x="3733" y="1217"/>
                    </a:lnTo>
                    <a:lnTo>
                      <a:pt x="3900" y="1133"/>
                    </a:lnTo>
                    <a:lnTo>
                      <a:pt x="4026" y="1007"/>
                    </a:lnTo>
                    <a:lnTo>
                      <a:pt x="4068" y="798"/>
                    </a:lnTo>
                    <a:lnTo>
                      <a:pt x="4068" y="798"/>
                    </a:lnTo>
                    <a:lnTo>
                      <a:pt x="4026" y="588"/>
                    </a:lnTo>
                    <a:lnTo>
                      <a:pt x="3942" y="420"/>
                    </a:lnTo>
                    <a:lnTo>
                      <a:pt x="3775" y="294"/>
                    </a:lnTo>
                    <a:lnTo>
                      <a:pt x="3607" y="252"/>
                    </a:lnTo>
                    <a:lnTo>
                      <a:pt x="3607" y="252"/>
                    </a:lnTo>
                    <a:lnTo>
                      <a:pt x="545" y="1"/>
                    </a:lnTo>
                    <a:lnTo>
                      <a:pt x="545"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49;p17">
                <a:extLst>
                  <a:ext uri="{FF2B5EF4-FFF2-40B4-BE49-F238E27FC236}">
                    <a16:creationId xmlns:a16="http://schemas.microsoft.com/office/drawing/2014/main" id="{1A1A8A0C-BDE1-83EC-7E0E-5D5290A7BA0C}"/>
                  </a:ext>
                </a:extLst>
              </p:cNvPr>
              <p:cNvSpPr/>
              <p:nvPr/>
            </p:nvSpPr>
            <p:spPr>
              <a:xfrm>
                <a:off x="4295201" y="3996344"/>
                <a:ext cx="79050" cy="24459"/>
              </a:xfrm>
              <a:custGeom>
                <a:avLst/>
                <a:gdLst/>
                <a:ahLst/>
                <a:cxnLst/>
                <a:rect l="l" t="t" r="r" b="b"/>
                <a:pathLst>
                  <a:path w="4069" h="1259" fill="none" extrusionOk="0">
                    <a:moveTo>
                      <a:pt x="3565" y="0"/>
                    </a:moveTo>
                    <a:lnTo>
                      <a:pt x="3565" y="0"/>
                    </a:lnTo>
                    <a:lnTo>
                      <a:pt x="3482" y="0"/>
                    </a:lnTo>
                    <a:lnTo>
                      <a:pt x="3482" y="0"/>
                    </a:lnTo>
                    <a:lnTo>
                      <a:pt x="462" y="252"/>
                    </a:lnTo>
                    <a:lnTo>
                      <a:pt x="462" y="252"/>
                    </a:lnTo>
                    <a:lnTo>
                      <a:pt x="252" y="294"/>
                    </a:lnTo>
                    <a:lnTo>
                      <a:pt x="127" y="420"/>
                    </a:lnTo>
                    <a:lnTo>
                      <a:pt x="1" y="587"/>
                    </a:lnTo>
                    <a:lnTo>
                      <a:pt x="1" y="797"/>
                    </a:lnTo>
                    <a:lnTo>
                      <a:pt x="1" y="797"/>
                    </a:lnTo>
                    <a:lnTo>
                      <a:pt x="43" y="965"/>
                    </a:lnTo>
                    <a:lnTo>
                      <a:pt x="169" y="1133"/>
                    </a:lnTo>
                    <a:lnTo>
                      <a:pt x="336" y="1216"/>
                    </a:lnTo>
                    <a:lnTo>
                      <a:pt x="504" y="1258"/>
                    </a:lnTo>
                    <a:lnTo>
                      <a:pt x="546" y="1258"/>
                    </a:lnTo>
                    <a:lnTo>
                      <a:pt x="546" y="1258"/>
                    </a:lnTo>
                    <a:lnTo>
                      <a:pt x="3565" y="1007"/>
                    </a:lnTo>
                    <a:lnTo>
                      <a:pt x="3565" y="1007"/>
                    </a:lnTo>
                    <a:lnTo>
                      <a:pt x="3775" y="965"/>
                    </a:lnTo>
                    <a:lnTo>
                      <a:pt x="3943" y="839"/>
                    </a:lnTo>
                    <a:lnTo>
                      <a:pt x="4027" y="671"/>
                    </a:lnTo>
                    <a:lnTo>
                      <a:pt x="4069" y="462"/>
                    </a:lnTo>
                    <a:lnTo>
                      <a:pt x="4069" y="462"/>
                    </a:lnTo>
                    <a:lnTo>
                      <a:pt x="3985" y="294"/>
                    </a:lnTo>
                    <a:lnTo>
                      <a:pt x="3901"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250;p17">
                <a:extLst>
                  <a:ext uri="{FF2B5EF4-FFF2-40B4-BE49-F238E27FC236}">
                    <a16:creationId xmlns:a16="http://schemas.microsoft.com/office/drawing/2014/main" id="{58AEE01D-5136-103D-CFB9-E5C931A67539}"/>
                  </a:ext>
                </a:extLst>
              </p:cNvPr>
              <p:cNvSpPr/>
              <p:nvPr/>
            </p:nvSpPr>
            <p:spPr>
              <a:xfrm>
                <a:off x="2638134" y="3992265"/>
                <a:ext cx="79050" cy="25275"/>
              </a:xfrm>
              <a:custGeom>
                <a:avLst/>
                <a:gdLst/>
                <a:ahLst/>
                <a:cxnLst/>
                <a:rect l="l" t="t" r="r" b="b"/>
                <a:pathLst>
                  <a:path w="4069" h="1301" fill="none" extrusionOk="0">
                    <a:moveTo>
                      <a:pt x="504" y="1"/>
                    </a:moveTo>
                    <a:lnTo>
                      <a:pt x="504" y="1"/>
                    </a:lnTo>
                    <a:lnTo>
                      <a:pt x="336" y="43"/>
                    </a:lnTo>
                    <a:lnTo>
                      <a:pt x="168" y="126"/>
                    </a:lnTo>
                    <a:lnTo>
                      <a:pt x="84" y="252"/>
                    </a:lnTo>
                    <a:lnTo>
                      <a:pt x="1" y="462"/>
                    </a:lnTo>
                    <a:lnTo>
                      <a:pt x="1" y="462"/>
                    </a:lnTo>
                    <a:lnTo>
                      <a:pt x="43" y="630"/>
                    </a:lnTo>
                    <a:lnTo>
                      <a:pt x="126" y="839"/>
                    </a:lnTo>
                    <a:lnTo>
                      <a:pt x="294" y="965"/>
                    </a:lnTo>
                    <a:lnTo>
                      <a:pt x="462" y="1007"/>
                    </a:lnTo>
                    <a:lnTo>
                      <a:pt x="462" y="1007"/>
                    </a:lnTo>
                    <a:lnTo>
                      <a:pt x="3523" y="1301"/>
                    </a:lnTo>
                    <a:lnTo>
                      <a:pt x="3523" y="1301"/>
                    </a:lnTo>
                    <a:lnTo>
                      <a:pt x="3565" y="1301"/>
                    </a:lnTo>
                    <a:lnTo>
                      <a:pt x="3565" y="1301"/>
                    </a:lnTo>
                    <a:lnTo>
                      <a:pt x="3733" y="1259"/>
                    </a:lnTo>
                    <a:lnTo>
                      <a:pt x="3901" y="1175"/>
                    </a:lnTo>
                    <a:lnTo>
                      <a:pt x="4026" y="1007"/>
                    </a:lnTo>
                    <a:lnTo>
                      <a:pt x="4068" y="839"/>
                    </a:lnTo>
                    <a:lnTo>
                      <a:pt x="4068" y="839"/>
                    </a:lnTo>
                    <a:lnTo>
                      <a:pt x="4026" y="630"/>
                    </a:lnTo>
                    <a:lnTo>
                      <a:pt x="3943" y="462"/>
                    </a:lnTo>
                    <a:lnTo>
                      <a:pt x="3775" y="336"/>
                    </a:lnTo>
                    <a:lnTo>
                      <a:pt x="3607" y="294"/>
                    </a:lnTo>
                    <a:lnTo>
                      <a:pt x="3607" y="294"/>
                    </a:lnTo>
                    <a:lnTo>
                      <a:pt x="588" y="1"/>
                    </a:lnTo>
                    <a:lnTo>
                      <a:pt x="588"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51;p17">
                <a:extLst>
                  <a:ext uri="{FF2B5EF4-FFF2-40B4-BE49-F238E27FC236}">
                    <a16:creationId xmlns:a16="http://schemas.microsoft.com/office/drawing/2014/main" id="{60D52A97-0054-C7D8-C1B7-FE3C496A7241}"/>
                  </a:ext>
                </a:extLst>
              </p:cNvPr>
              <p:cNvSpPr/>
              <p:nvPr/>
            </p:nvSpPr>
            <p:spPr>
              <a:xfrm>
                <a:off x="4413337" y="3986573"/>
                <a:ext cx="78235" cy="24459"/>
              </a:xfrm>
              <a:custGeom>
                <a:avLst/>
                <a:gdLst/>
                <a:ahLst/>
                <a:cxnLst/>
                <a:rect l="l" t="t" r="r" b="b"/>
                <a:pathLst>
                  <a:path w="4027" h="1259" fill="none" extrusionOk="0">
                    <a:moveTo>
                      <a:pt x="3523" y="0"/>
                    </a:moveTo>
                    <a:lnTo>
                      <a:pt x="3523" y="0"/>
                    </a:lnTo>
                    <a:lnTo>
                      <a:pt x="3481" y="0"/>
                    </a:lnTo>
                    <a:lnTo>
                      <a:pt x="3481" y="0"/>
                    </a:lnTo>
                    <a:lnTo>
                      <a:pt x="462" y="252"/>
                    </a:lnTo>
                    <a:lnTo>
                      <a:pt x="462" y="252"/>
                    </a:lnTo>
                    <a:lnTo>
                      <a:pt x="252" y="294"/>
                    </a:lnTo>
                    <a:lnTo>
                      <a:pt x="126" y="419"/>
                    </a:lnTo>
                    <a:lnTo>
                      <a:pt x="1" y="587"/>
                    </a:lnTo>
                    <a:lnTo>
                      <a:pt x="1" y="797"/>
                    </a:lnTo>
                    <a:lnTo>
                      <a:pt x="1" y="797"/>
                    </a:lnTo>
                    <a:lnTo>
                      <a:pt x="42" y="1007"/>
                    </a:lnTo>
                    <a:lnTo>
                      <a:pt x="168" y="1132"/>
                    </a:lnTo>
                    <a:lnTo>
                      <a:pt x="294" y="1216"/>
                    </a:lnTo>
                    <a:lnTo>
                      <a:pt x="504" y="1258"/>
                    </a:lnTo>
                    <a:lnTo>
                      <a:pt x="546" y="1258"/>
                    </a:lnTo>
                    <a:lnTo>
                      <a:pt x="546" y="1258"/>
                    </a:lnTo>
                    <a:lnTo>
                      <a:pt x="3565" y="1007"/>
                    </a:lnTo>
                    <a:lnTo>
                      <a:pt x="3565" y="1007"/>
                    </a:lnTo>
                    <a:lnTo>
                      <a:pt x="3775" y="965"/>
                    </a:lnTo>
                    <a:lnTo>
                      <a:pt x="3901" y="839"/>
                    </a:lnTo>
                    <a:lnTo>
                      <a:pt x="4026" y="629"/>
                    </a:lnTo>
                    <a:lnTo>
                      <a:pt x="4026" y="461"/>
                    </a:lnTo>
                    <a:lnTo>
                      <a:pt x="4026" y="461"/>
                    </a:lnTo>
                    <a:lnTo>
                      <a:pt x="3984" y="252"/>
                    </a:lnTo>
                    <a:lnTo>
                      <a:pt x="3859"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252;p17">
                <a:extLst>
                  <a:ext uri="{FF2B5EF4-FFF2-40B4-BE49-F238E27FC236}">
                    <a16:creationId xmlns:a16="http://schemas.microsoft.com/office/drawing/2014/main" id="{C53EF27B-71F8-BEB8-BC70-D1B00295DB98}"/>
                  </a:ext>
                </a:extLst>
              </p:cNvPr>
              <p:cNvSpPr/>
              <p:nvPr/>
            </p:nvSpPr>
            <p:spPr>
              <a:xfrm>
                <a:off x="2520814" y="3979229"/>
                <a:ext cx="78235" cy="26907"/>
              </a:xfrm>
              <a:custGeom>
                <a:avLst/>
                <a:gdLst/>
                <a:ahLst/>
                <a:cxnLst/>
                <a:rect l="l" t="t" r="r" b="b"/>
                <a:pathLst>
                  <a:path w="4027" h="1385" fill="none" extrusionOk="0">
                    <a:moveTo>
                      <a:pt x="504" y="1"/>
                    </a:moveTo>
                    <a:lnTo>
                      <a:pt x="504" y="1"/>
                    </a:lnTo>
                    <a:lnTo>
                      <a:pt x="294" y="43"/>
                    </a:lnTo>
                    <a:lnTo>
                      <a:pt x="169" y="168"/>
                    </a:lnTo>
                    <a:lnTo>
                      <a:pt x="43" y="294"/>
                    </a:lnTo>
                    <a:lnTo>
                      <a:pt x="1" y="462"/>
                    </a:lnTo>
                    <a:lnTo>
                      <a:pt x="1" y="462"/>
                    </a:lnTo>
                    <a:lnTo>
                      <a:pt x="1" y="672"/>
                    </a:lnTo>
                    <a:lnTo>
                      <a:pt x="85" y="839"/>
                    </a:lnTo>
                    <a:lnTo>
                      <a:pt x="252" y="965"/>
                    </a:lnTo>
                    <a:lnTo>
                      <a:pt x="420" y="1049"/>
                    </a:lnTo>
                    <a:lnTo>
                      <a:pt x="420" y="1049"/>
                    </a:lnTo>
                    <a:lnTo>
                      <a:pt x="3482" y="1385"/>
                    </a:lnTo>
                    <a:lnTo>
                      <a:pt x="3482" y="1385"/>
                    </a:lnTo>
                    <a:lnTo>
                      <a:pt x="3523" y="1385"/>
                    </a:lnTo>
                    <a:lnTo>
                      <a:pt x="3523" y="1385"/>
                    </a:lnTo>
                    <a:lnTo>
                      <a:pt x="3691" y="1343"/>
                    </a:lnTo>
                    <a:lnTo>
                      <a:pt x="3859" y="1259"/>
                    </a:lnTo>
                    <a:lnTo>
                      <a:pt x="3985" y="1091"/>
                    </a:lnTo>
                    <a:lnTo>
                      <a:pt x="4027" y="923"/>
                    </a:lnTo>
                    <a:lnTo>
                      <a:pt x="4027" y="923"/>
                    </a:lnTo>
                    <a:lnTo>
                      <a:pt x="4027" y="714"/>
                    </a:lnTo>
                    <a:lnTo>
                      <a:pt x="3901" y="546"/>
                    </a:lnTo>
                    <a:lnTo>
                      <a:pt x="3775" y="420"/>
                    </a:lnTo>
                    <a:lnTo>
                      <a:pt x="3565" y="336"/>
                    </a:lnTo>
                    <a:lnTo>
                      <a:pt x="3565" y="336"/>
                    </a:lnTo>
                    <a:lnTo>
                      <a:pt x="546" y="43"/>
                    </a:lnTo>
                    <a:lnTo>
                      <a:pt x="546"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253;p17">
                <a:extLst>
                  <a:ext uri="{FF2B5EF4-FFF2-40B4-BE49-F238E27FC236}">
                    <a16:creationId xmlns:a16="http://schemas.microsoft.com/office/drawing/2014/main" id="{613721BE-032C-8CC9-17AE-78E7C9CA2C24}"/>
                  </a:ext>
                </a:extLst>
              </p:cNvPr>
              <p:cNvSpPr/>
              <p:nvPr/>
            </p:nvSpPr>
            <p:spPr>
              <a:xfrm>
                <a:off x="4530657" y="3975149"/>
                <a:ext cx="79050" cy="25275"/>
              </a:xfrm>
              <a:custGeom>
                <a:avLst/>
                <a:gdLst/>
                <a:ahLst/>
                <a:cxnLst/>
                <a:rect l="l" t="t" r="r" b="b"/>
                <a:pathLst>
                  <a:path w="4069" h="1301" fill="none" extrusionOk="0">
                    <a:moveTo>
                      <a:pt x="3565" y="1"/>
                    </a:moveTo>
                    <a:lnTo>
                      <a:pt x="3565" y="1"/>
                    </a:lnTo>
                    <a:lnTo>
                      <a:pt x="3523" y="1"/>
                    </a:lnTo>
                    <a:lnTo>
                      <a:pt x="3523" y="1"/>
                    </a:lnTo>
                    <a:lnTo>
                      <a:pt x="462" y="295"/>
                    </a:lnTo>
                    <a:lnTo>
                      <a:pt x="462" y="295"/>
                    </a:lnTo>
                    <a:lnTo>
                      <a:pt x="294" y="336"/>
                    </a:lnTo>
                    <a:lnTo>
                      <a:pt x="126" y="462"/>
                    </a:lnTo>
                    <a:lnTo>
                      <a:pt x="42" y="672"/>
                    </a:lnTo>
                    <a:lnTo>
                      <a:pt x="0" y="840"/>
                    </a:lnTo>
                    <a:lnTo>
                      <a:pt x="0" y="840"/>
                    </a:lnTo>
                    <a:lnTo>
                      <a:pt x="84" y="1049"/>
                    </a:lnTo>
                    <a:lnTo>
                      <a:pt x="168" y="1175"/>
                    </a:lnTo>
                    <a:lnTo>
                      <a:pt x="336" y="1259"/>
                    </a:lnTo>
                    <a:lnTo>
                      <a:pt x="545" y="1301"/>
                    </a:lnTo>
                    <a:lnTo>
                      <a:pt x="545" y="1301"/>
                    </a:lnTo>
                    <a:lnTo>
                      <a:pt x="587" y="1301"/>
                    </a:lnTo>
                    <a:lnTo>
                      <a:pt x="587" y="1301"/>
                    </a:lnTo>
                    <a:lnTo>
                      <a:pt x="3607" y="1007"/>
                    </a:lnTo>
                    <a:lnTo>
                      <a:pt x="3607" y="1007"/>
                    </a:lnTo>
                    <a:lnTo>
                      <a:pt x="3816" y="966"/>
                    </a:lnTo>
                    <a:lnTo>
                      <a:pt x="3942" y="840"/>
                    </a:lnTo>
                    <a:lnTo>
                      <a:pt x="4026" y="672"/>
                    </a:lnTo>
                    <a:lnTo>
                      <a:pt x="4068" y="462"/>
                    </a:lnTo>
                    <a:lnTo>
                      <a:pt x="4068" y="462"/>
                    </a:lnTo>
                    <a:lnTo>
                      <a:pt x="4026" y="295"/>
                    </a:lnTo>
                    <a:lnTo>
                      <a:pt x="3900"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254;p17">
                <a:extLst>
                  <a:ext uri="{FF2B5EF4-FFF2-40B4-BE49-F238E27FC236}">
                    <a16:creationId xmlns:a16="http://schemas.microsoft.com/office/drawing/2014/main" id="{E9BE1F3F-1A55-44E1-6C74-0493757C78CD}"/>
                  </a:ext>
                </a:extLst>
              </p:cNvPr>
              <p:cNvSpPr/>
              <p:nvPr/>
            </p:nvSpPr>
            <p:spPr>
              <a:xfrm>
                <a:off x="2402697" y="3965378"/>
                <a:ext cx="79031" cy="26907"/>
              </a:xfrm>
              <a:custGeom>
                <a:avLst/>
                <a:gdLst/>
                <a:ahLst/>
                <a:cxnLst/>
                <a:rect l="l" t="t" r="r" b="b"/>
                <a:pathLst>
                  <a:path w="4068" h="1385" fill="none" extrusionOk="0">
                    <a:moveTo>
                      <a:pt x="503" y="1"/>
                    </a:moveTo>
                    <a:lnTo>
                      <a:pt x="503" y="1"/>
                    </a:lnTo>
                    <a:lnTo>
                      <a:pt x="336" y="43"/>
                    </a:lnTo>
                    <a:lnTo>
                      <a:pt x="168" y="127"/>
                    </a:lnTo>
                    <a:lnTo>
                      <a:pt x="84" y="294"/>
                    </a:lnTo>
                    <a:lnTo>
                      <a:pt x="0" y="462"/>
                    </a:lnTo>
                    <a:lnTo>
                      <a:pt x="0" y="462"/>
                    </a:lnTo>
                    <a:lnTo>
                      <a:pt x="42" y="672"/>
                    </a:lnTo>
                    <a:lnTo>
                      <a:pt x="126" y="839"/>
                    </a:lnTo>
                    <a:lnTo>
                      <a:pt x="252" y="965"/>
                    </a:lnTo>
                    <a:lnTo>
                      <a:pt x="461" y="1049"/>
                    </a:lnTo>
                    <a:lnTo>
                      <a:pt x="461" y="1049"/>
                    </a:lnTo>
                    <a:lnTo>
                      <a:pt x="3481" y="1385"/>
                    </a:lnTo>
                    <a:lnTo>
                      <a:pt x="3481" y="1385"/>
                    </a:lnTo>
                    <a:lnTo>
                      <a:pt x="3565" y="1385"/>
                    </a:lnTo>
                    <a:lnTo>
                      <a:pt x="3565" y="1385"/>
                    </a:lnTo>
                    <a:lnTo>
                      <a:pt x="3732" y="1385"/>
                    </a:lnTo>
                    <a:lnTo>
                      <a:pt x="3900" y="1259"/>
                    </a:lnTo>
                    <a:lnTo>
                      <a:pt x="3984" y="1133"/>
                    </a:lnTo>
                    <a:lnTo>
                      <a:pt x="4068" y="965"/>
                    </a:lnTo>
                    <a:lnTo>
                      <a:pt x="4068" y="965"/>
                    </a:lnTo>
                    <a:lnTo>
                      <a:pt x="4026" y="756"/>
                    </a:lnTo>
                    <a:lnTo>
                      <a:pt x="3942" y="588"/>
                    </a:lnTo>
                    <a:lnTo>
                      <a:pt x="3816" y="462"/>
                    </a:lnTo>
                    <a:lnTo>
                      <a:pt x="3607" y="378"/>
                    </a:lnTo>
                    <a:lnTo>
                      <a:pt x="3607" y="378"/>
                    </a:lnTo>
                    <a:lnTo>
                      <a:pt x="587" y="1"/>
                    </a:lnTo>
                    <a:lnTo>
                      <a:pt x="587"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255;p17">
                <a:extLst>
                  <a:ext uri="{FF2B5EF4-FFF2-40B4-BE49-F238E27FC236}">
                    <a16:creationId xmlns:a16="http://schemas.microsoft.com/office/drawing/2014/main" id="{41774A15-4A73-1F27-8EB5-E513C9E2CC93}"/>
                  </a:ext>
                </a:extLst>
              </p:cNvPr>
              <p:cNvSpPr/>
              <p:nvPr/>
            </p:nvSpPr>
            <p:spPr>
              <a:xfrm>
                <a:off x="4648773" y="3963746"/>
                <a:ext cx="79050" cy="25275"/>
              </a:xfrm>
              <a:custGeom>
                <a:avLst/>
                <a:gdLst/>
                <a:ahLst/>
                <a:cxnLst/>
                <a:rect l="l" t="t" r="r" b="b"/>
                <a:pathLst>
                  <a:path w="4069" h="1301" fill="none" extrusionOk="0">
                    <a:moveTo>
                      <a:pt x="3566" y="1"/>
                    </a:moveTo>
                    <a:lnTo>
                      <a:pt x="3566" y="1"/>
                    </a:lnTo>
                    <a:lnTo>
                      <a:pt x="3482" y="1"/>
                    </a:lnTo>
                    <a:lnTo>
                      <a:pt x="3482" y="1"/>
                    </a:lnTo>
                    <a:lnTo>
                      <a:pt x="462" y="294"/>
                    </a:lnTo>
                    <a:lnTo>
                      <a:pt x="462" y="294"/>
                    </a:lnTo>
                    <a:lnTo>
                      <a:pt x="253" y="378"/>
                    </a:lnTo>
                    <a:lnTo>
                      <a:pt x="127" y="504"/>
                    </a:lnTo>
                    <a:lnTo>
                      <a:pt x="43" y="672"/>
                    </a:lnTo>
                    <a:lnTo>
                      <a:pt x="1" y="840"/>
                    </a:lnTo>
                    <a:lnTo>
                      <a:pt x="1" y="840"/>
                    </a:lnTo>
                    <a:lnTo>
                      <a:pt x="43" y="1049"/>
                    </a:lnTo>
                    <a:lnTo>
                      <a:pt x="169" y="1175"/>
                    </a:lnTo>
                    <a:lnTo>
                      <a:pt x="336" y="1301"/>
                    </a:lnTo>
                    <a:lnTo>
                      <a:pt x="504" y="1301"/>
                    </a:lnTo>
                    <a:lnTo>
                      <a:pt x="504" y="1301"/>
                    </a:lnTo>
                    <a:lnTo>
                      <a:pt x="546" y="1301"/>
                    </a:lnTo>
                    <a:lnTo>
                      <a:pt x="546" y="1301"/>
                    </a:lnTo>
                    <a:lnTo>
                      <a:pt x="3607" y="1007"/>
                    </a:lnTo>
                    <a:lnTo>
                      <a:pt x="3607" y="1007"/>
                    </a:lnTo>
                    <a:lnTo>
                      <a:pt x="3775" y="965"/>
                    </a:lnTo>
                    <a:lnTo>
                      <a:pt x="3943" y="840"/>
                    </a:lnTo>
                    <a:lnTo>
                      <a:pt x="4027" y="672"/>
                    </a:lnTo>
                    <a:lnTo>
                      <a:pt x="4069" y="462"/>
                    </a:lnTo>
                    <a:lnTo>
                      <a:pt x="4069" y="462"/>
                    </a:lnTo>
                    <a:lnTo>
                      <a:pt x="3985" y="294"/>
                    </a:lnTo>
                    <a:lnTo>
                      <a:pt x="3901" y="127"/>
                    </a:lnTo>
                    <a:lnTo>
                      <a:pt x="3733" y="43"/>
                    </a:lnTo>
                    <a:lnTo>
                      <a:pt x="3566"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256;p17">
                <a:extLst>
                  <a:ext uri="{FF2B5EF4-FFF2-40B4-BE49-F238E27FC236}">
                    <a16:creationId xmlns:a16="http://schemas.microsoft.com/office/drawing/2014/main" id="{119FFA35-E277-842D-22B8-82E9192474D0}"/>
                  </a:ext>
                </a:extLst>
              </p:cNvPr>
              <p:cNvSpPr/>
              <p:nvPr/>
            </p:nvSpPr>
            <p:spPr>
              <a:xfrm>
                <a:off x="4766909" y="3951526"/>
                <a:ext cx="78235" cy="26091"/>
              </a:xfrm>
              <a:custGeom>
                <a:avLst/>
                <a:gdLst/>
                <a:ahLst/>
                <a:cxnLst/>
                <a:rect l="l" t="t" r="r" b="b"/>
                <a:pathLst>
                  <a:path w="4027" h="1343" fill="none" extrusionOk="0">
                    <a:moveTo>
                      <a:pt x="3523" y="1"/>
                    </a:moveTo>
                    <a:lnTo>
                      <a:pt x="3523" y="1"/>
                    </a:lnTo>
                    <a:lnTo>
                      <a:pt x="3481" y="1"/>
                    </a:lnTo>
                    <a:lnTo>
                      <a:pt x="462" y="336"/>
                    </a:lnTo>
                    <a:lnTo>
                      <a:pt x="462" y="336"/>
                    </a:lnTo>
                    <a:lnTo>
                      <a:pt x="252" y="378"/>
                    </a:lnTo>
                    <a:lnTo>
                      <a:pt x="85" y="504"/>
                    </a:lnTo>
                    <a:lnTo>
                      <a:pt x="1" y="672"/>
                    </a:lnTo>
                    <a:lnTo>
                      <a:pt x="1" y="881"/>
                    </a:lnTo>
                    <a:lnTo>
                      <a:pt x="1" y="881"/>
                    </a:lnTo>
                    <a:lnTo>
                      <a:pt x="43" y="1049"/>
                    </a:lnTo>
                    <a:lnTo>
                      <a:pt x="168" y="1217"/>
                    </a:lnTo>
                    <a:lnTo>
                      <a:pt x="294" y="1301"/>
                    </a:lnTo>
                    <a:lnTo>
                      <a:pt x="504" y="1343"/>
                    </a:lnTo>
                    <a:lnTo>
                      <a:pt x="504" y="1343"/>
                    </a:lnTo>
                    <a:lnTo>
                      <a:pt x="546" y="1343"/>
                    </a:lnTo>
                    <a:lnTo>
                      <a:pt x="3565" y="1007"/>
                    </a:lnTo>
                    <a:lnTo>
                      <a:pt x="3565" y="1007"/>
                    </a:lnTo>
                    <a:lnTo>
                      <a:pt x="3775" y="965"/>
                    </a:lnTo>
                    <a:lnTo>
                      <a:pt x="3943" y="840"/>
                    </a:lnTo>
                    <a:lnTo>
                      <a:pt x="4026" y="672"/>
                    </a:lnTo>
                    <a:lnTo>
                      <a:pt x="4026" y="462"/>
                    </a:lnTo>
                    <a:lnTo>
                      <a:pt x="4026" y="462"/>
                    </a:lnTo>
                    <a:lnTo>
                      <a:pt x="3985" y="294"/>
                    </a:lnTo>
                    <a:lnTo>
                      <a:pt x="3859"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257;p17">
                <a:extLst>
                  <a:ext uri="{FF2B5EF4-FFF2-40B4-BE49-F238E27FC236}">
                    <a16:creationId xmlns:a16="http://schemas.microsoft.com/office/drawing/2014/main" id="{0178F0C2-5EAC-3B94-EB0F-FF9A5F27C880}"/>
                  </a:ext>
                </a:extLst>
              </p:cNvPr>
              <p:cNvSpPr/>
              <p:nvPr/>
            </p:nvSpPr>
            <p:spPr>
              <a:xfrm>
                <a:off x="2285378" y="3949894"/>
                <a:ext cx="78235" cy="27723"/>
              </a:xfrm>
              <a:custGeom>
                <a:avLst/>
                <a:gdLst/>
                <a:ahLst/>
                <a:cxnLst/>
                <a:rect l="l" t="t" r="r" b="b"/>
                <a:pathLst>
                  <a:path w="4027" h="1427" fill="none" extrusionOk="0">
                    <a:moveTo>
                      <a:pt x="504" y="1"/>
                    </a:moveTo>
                    <a:lnTo>
                      <a:pt x="504" y="1"/>
                    </a:lnTo>
                    <a:lnTo>
                      <a:pt x="336" y="43"/>
                    </a:lnTo>
                    <a:lnTo>
                      <a:pt x="168" y="127"/>
                    </a:lnTo>
                    <a:lnTo>
                      <a:pt x="84" y="295"/>
                    </a:lnTo>
                    <a:lnTo>
                      <a:pt x="0" y="462"/>
                    </a:lnTo>
                    <a:lnTo>
                      <a:pt x="0" y="462"/>
                    </a:lnTo>
                    <a:lnTo>
                      <a:pt x="42" y="672"/>
                    </a:lnTo>
                    <a:lnTo>
                      <a:pt x="126" y="840"/>
                    </a:lnTo>
                    <a:lnTo>
                      <a:pt x="252" y="965"/>
                    </a:lnTo>
                    <a:lnTo>
                      <a:pt x="462" y="1049"/>
                    </a:lnTo>
                    <a:lnTo>
                      <a:pt x="462" y="1049"/>
                    </a:lnTo>
                    <a:lnTo>
                      <a:pt x="3481" y="1427"/>
                    </a:lnTo>
                    <a:lnTo>
                      <a:pt x="3481" y="1427"/>
                    </a:lnTo>
                    <a:lnTo>
                      <a:pt x="3523" y="1427"/>
                    </a:lnTo>
                    <a:lnTo>
                      <a:pt x="3523" y="1427"/>
                    </a:lnTo>
                    <a:lnTo>
                      <a:pt x="3733" y="1427"/>
                    </a:lnTo>
                    <a:lnTo>
                      <a:pt x="3859" y="1301"/>
                    </a:lnTo>
                    <a:lnTo>
                      <a:pt x="3984" y="1175"/>
                    </a:lnTo>
                    <a:lnTo>
                      <a:pt x="4026" y="1007"/>
                    </a:lnTo>
                    <a:lnTo>
                      <a:pt x="4026" y="1007"/>
                    </a:lnTo>
                    <a:lnTo>
                      <a:pt x="4026" y="798"/>
                    </a:lnTo>
                    <a:lnTo>
                      <a:pt x="3942" y="630"/>
                    </a:lnTo>
                    <a:lnTo>
                      <a:pt x="3775" y="504"/>
                    </a:lnTo>
                    <a:lnTo>
                      <a:pt x="3607" y="420"/>
                    </a:lnTo>
                    <a:lnTo>
                      <a:pt x="3607" y="420"/>
                    </a:lnTo>
                    <a:lnTo>
                      <a:pt x="588" y="43"/>
                    </a:lnTo>
                    <a:lnTo>
                      <a:pt x="588"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258;p17">
                <a:extLst>
                  <a:ext uri="{FF2B5EF4-FFF2-40B4-BE49-F238E27FC236}">
                    <a16:creationId xmlns:a16="http://schemas.microsoft.com/office/drawing/2014/main" id="{0BA0F501-6878-0BC1-B5FB-FE0DD218C009}"/>
                  </a:ext>
                </a:extLst>
              </p:cNvPr>
              <p:cNvSpPr/>
              <p:nvPr/>
            </p:nvSpPr>
            <p:spPr>
              <a:xfrm>
                <a:off x="4884229" y="3939306"/>
                <a:ext cx="79050" cy="26091"/>
              </a:xfrm>
              <a:custGeom>
                <a:avLst/>
                <a:gdLst/>
                <a:ahLst/>
                <a:cxnLst/>
                <a:rect l="l" t="t" r="r" b="b"/>
                <a:pathLst>
                  <a:path w="4069" h="1343" fill="none" extrusionOk="0">
                    <a:moveTo>
                      <a:pt x="3565" y="1"/>
                    </a:moveTo>
                    <a:lnTo>
                      <a:pt x="3565" y="1"/>
                    </a:lnTo>
                    <a:lnTo>
                      <a:pt x="3481" y="1"/>
                    </a:lnTo>
                    <a:lnTo>
                      <a:pt x="462" y="336"/>
                    </a:lnTo>
                    <a:lnTo>
                      <a:pt x="462" y="336"/>
                    </a:lnTo>
                    <a:lnTo>
                      <a:pt x="294" y="378"/>
                    </a:lnTo>
                    <a:lnTo>
                      <a:pt x="126" y="504"/>
                    </a:lnTo>
                    <a:lnTo>
                      <a:pt x="42" y="672"/>
                    </a:lnTo>
                    <a:lnTo>
                      <a:pt x="0" y="881"/>
                    </a:lnTo>
                    <a:lnTo>
                      <a:pt x="0" y="881"/>
                    </a:lnTo>
                    <a:lnTo>
                      <a:pt x="84" y="1049"/>
                    </a:lnTo>
                    <a:lnTo>
                      <a:pt x="168" y="1217"/>
                    </a:lnTo>
                    <a:lnTo>
                      <a:pt x="336" y="1301"/>
                    </a:lnTo>
                    <a:lnTo>
                      <a:pt x="504" y="1343"/>
                    </a:lnTo>
                    <a:lnTo>
                      <a:pt x="504" y="1343"/>
                    </a:lnTo>
                    <a:lnTo>
                      <a:pt x="587" y="1343"/>
                    </a:lnTo>
                    <a:lnTo>
                      <a:pt x="3607" y="1007"/>
                    </a:lnTo>
                    <a:lnTo>
                      <a:pt x="3607" y="1007"/>
                    </a:lnTo>
                    <a:lnTo>
                      <a:pt x="3817" y="965"/>
                    </a:lnTo>
                    <a:lnTo>
                      <a:pt x="3942" y="840"/>
                    </a:lnTo>
                    <a:lnTo>
                      <a:pt x="4026" y="672"/>
                    </a:lnTo>
                    <a:lnTo>
                      <a:pt x="4068" y="462"/>
                    </a:lnTo>
                    <a:lnTo>
                      <a:pt x="4068" y="462"/>
                    </a:lnTo>
                    <a:lnTo>
                      <a:pt x="3984" y="252"/>
                    </a:lnTo>
                    <a:lnTo>
                      <a:pt x="3900"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259;p17">
                <a:extLst>
                  <a:ext uri="{FF2B5EF4-FFF2-40B4-BE49-F238E27FC236}">
                    <a16:creationId xmlns:a16="http://schemas.microsoft.com/office/drawing/2014/main" id="{5CBC431B-A326-C67A-0FBD-B7BDECDB8E56}"/>
                  </a:ext>
                </a:extLst>
              </p:cNvPr>
              <p:cNvSpPr/>
              <p:nvPr/>
            </p:nvSpPr>
            <p:spPr>
              <a:xfrm>
                <a:off x="2168058" y="3933614"/>
                <a:ext cx="78235" cy="28520"/>
              </a:xfrm>
              <a:custGeom>
                <a:avLst/>
                <a:gdLst/>
                <a:ahLst/>
                <a:cxnLst/>
                <a:rect l="l" t="t" r="r" b="b"/>
                <a:pathLst>
                  <a:path w="4027" h="1468" fill="none" extrusionOk="0">
                    <a:moveTo>
                      <a:pt x="504" y="0"/>
                    </a:moveTo>
                    <a:lnTo>
                      <a:pt x="504" y="0"/>
                    </a:lnTo>
                    <a:lnTo>
                      <a:pt x="336" y="0"/>
                    </a:lnTo>
                    <a:lnTo>
                      <a:pt x="210" y="126"/>
                    </a:lnTo>
                    <a:lnTo>
                      <a:pt x="85" y="252"/>
                    </a:lnTo>
                    <a:lnTo>
                      <a:pt x="1" y="420"/>
                    </a:lnTo>
                    <a:lnTo>
                      <a:pt x="1" y="420"/>
                    </a:lnTo>
                    <a:lnTo>
                      <a:pt x="43" y="629"/>
                    </a:lnTo>
                    <a:lnTo>
                      <a:pt x="127" y="797"/>
                    </a:lnTo>
                    <a:lnTo>
                      <a:pt x="252" y="923"/>
                    </a:lnTo>
                    <a:lnTo>
                      <a:pt x="462" y="1007"/>
                    </a:lnTo>
                    <a:lnTo>
                      <a:pt x="462" y="1007"/>
                    </a:lnTo>
                    <a:lnTo>
                      <a:pt x="3481" y="1426"/>
                    </a:lnTo>
                    <a:lnTo>
                      <a:pt x="3481" y="1426"/>
                    </a:lnTo>
                    <a:lnTo>
                      <a:pt x="3523" y="1468"/>
                    </a:lnTo>
                    <a:lnTo>
                      <a:pt x="3523" y="1468"/>
                    </a:lnTo>
                    <a:lnTo>
                      <a:pt x="3733" y="1426"/>
                    </a:lnTo>
                    <a:lnTo>
                      <a:pt x="3859" y="1342"/>
                    </a:lnTo>
                    <a:lnTo>
                      <a:pt x="3985" y="1174"/>
                    </a:lnTo>
                    <a:lnTo>
                      <a:pt x="4027" y="1007"/>
                    </a:lnTo>
                    <a:lnTo>
                      <a:pt x="4027" y="1007"/>
                    </a:lnTo>
                    <a:lnTo>
                      <a:pt x="4027" y="797"/>
                    </a:lnTo>
                    <a:lnTo>
                      <a:pt x="3943" y="629"/>
                    </a:lnTo>
                    <a:lnTo>
                      <a:pt x="3817" y="503"/>
                    </a:lnTo>
                    <a:lnTo>
                      <a:pt x="3607" y="420"/>
                    </a:lnTo>
                    <a:lnTo>
                      <a:pt x="3607" y="420"/>
                    </a:lnTo>
                    <a:lnTo>
                      <a:pt x="588" y="0"/>
                    </a:lnTo>
                    <a:lnTo>
                      <a:pt x="588"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260;p17">
                <a:extLst>
                  <a:ext uri="{FF2B5EF4-FFF2-40B4-BE49-F238E27FC236}">
                    <a16:creationId xmlns:a16="http://schemas.microsoft.com/office/drawing/2014/main" id="{C72D4B9B-E27F-6252-2920-C3751E05A889}"/>
                  </a:ext>
                </a:extLst>
              </p:cNvPr>
              <p:cNvSpPr/>
              <p:nvPr/>
            </p:nvSpPr>
            <p:spPr>
              <a:xfrm>
                <a:off x="5002365" y="3927087"/>
                <a:ext cx="78215" cy="25275"/>
              </a:xfrm>
              <a:custGeom>
                <a:avLst/>
                <a:gdLst/>
                <a:ahLst/>
                <a:cxnLst/>
                <a:rect l="l" t="t" r="r" b="b"/>
                <a:pathLst>
                  <a:path w="4026" h="1301" fill="none" extrusionOk="0">
                    <a:moveTo>
                      <a:pt x="3523" y="1"/>
                    </a:moveTo>
                    <a:lnTo>
                      <a:pt x="3523" y="1"/>
                    </a:lnTo>
                    <a:lnTo>
                      <a:pt x="3481" y="1"/>
                    </a:lnTo>
                    <a:lnTo>
                      <a:pt x="461" y="294"/>
                    </a:lnTo>
                    <a:lnTo>
                      <a:pt x="461" y="294"/>
                    </a:lnTo>
                    <a:lnTo>
                      <a:pt x="252" y="378"/>
                    </a:lnTo>
                    <a:lnTo>
                      <a:pt x="126" y="504"/>
                    </a:lnTo>
                    <a:lnTo>
                      <a:pt x="0" y="672"/>
                    </a:lnTo>
                    <a:lnTo>
                      <a:pt x="0" y="881"/>
                    </a:lnTo>
                    <a:lnTo>
                      <a:pt x="0" y="881"/>
                    </a:lnTo>
                    <a:lnTo>
                      <a:pt x="42" y="1049"/>
                    </a:lnTo>
                    <a:lnTo>
                      <a:pt x="168" y="1175"/>
                    </a:lnTo>
                    <a:lnTo>
                      <a:pt x="336" y="1301"/>
                    </a:lnTo>
                    <a:lnTo>
                      <a:pt x="503" y="1301"/>
                    </a:lnTo>
                    <a:lnTo>
                      <a:pt x="503" y="1301"/>
                    </a:lnTo>
                    <a:lnTo>
                      <a:pt x="545" y="1301"/>
                    </a:lnTo>
                    <a:lnTo>
                      <a:pt x="3607" y="1007"/>
                    </a:lnTo>
                    <a:lnTo>
                      <a:pt x="3607" y="1007"/>
                    </a:lnTo>
                    <a:lnTo>
                      <a:pt x="3774" y="923"/>
                    </a:lnTo>
                    <a:lnTo>
                      <a:pt x="3942" y="798"/>
                    </a:lnTo>
                    <a:lnTo>
                      <a:pt x="4026" y="630"/>
                    </a:lnTo>
                    <a:lnTo>
                      <a:pt x="4026" y="420"/>
                    </a:lnTo>
                    <a:lnTo>
                      <a:pt x="4026" y="420"/>
                    </a:lnTo>
                    <a:lnTo>
                      <a:pt x="3984" y="252"/>
                    </a:lnTo>
                    <a:lnTo>
                      <a:pt x="3858" y="127"/>
                    </a:lnTo>
                    <a:lnTo>
                      <a:pt x="3732" y="1"/>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261;p17">
                <a:extLst>
                  <a:ext uri="{FF2B5EF4-FFF2-40B4-BE49-F238E27FC236}">
                    <a16:creationId xmlns:a16="http://schemas.microsoft.com/office/drawing/2014/main" id="{0219C6A7-A726-EB90-E1AA-F7D84CEE84EB}"/>
                  </a:ext>
                </a:extLst>
              </p:cNvPr>
              <p:cNvSpPr/>
              <p:nvPr/>
            </p:nvSpPr>
            <p:spPr>
              <a:xfrm>
                <a:off x="2051554" y="3914867"/>
                <a:ext cx="78235" cy="29355"/>
              </a:xfrm>
              <a:custGeom>
                <a:avLst/>
                <a:gdLst/>
                <a:ahLst/>
                <a:cxnLst/>
                <a:rect l="l" t="t" r="r" b="b"/>
                <a:pathLst>
                  <a:path w="4027" h="1511" fill="none" extrusionOk="0">
                    <a:moveTo>
                      <a:pt x="504" y="1"/>
                    </a:moveTo>
                    <a:lnTo>
                      <a:pt x="504" y="1"/>
                    </a:lnTo>
                    <a:lnTo>
                      <a:pt x="336" y="43"/>
                    </a:lnTo>
                    <a:lnTo>
                      <a:pt x="169" y="127"/>
                    </a:lnTo>
                    <a:lnTo>
                      <a:pt x="43" y="252"/>
                    </a:lnTo>
                    <a:lnTo>
                      <a:pt x="1" y="420"/>
                    </a:lnTo>
                    <a:lnTo>
                      <a:pt x="1" y="420"/>
                    </a:lnTo>
                    <a:lnTo>
                      <a:pt x="1" y="630"/>
                    </a:lnTo>
                    <a:lnTo>
                      <a:pt x="85" y="798"/>
                    </a:lnTo>
                    <a:lnTo>
                      <a:pt x="211" y="965"/>
                    </a:lnTo>
                    <a:lnTo>
                      <a:pt x="420" y="1007"/>
                    </a:lnTo>
                    <a:lnTo>
                      <a:pt x="420" y="1007"/>
                    </a:lnTo>
                    <a:lnTo>
                      <a:pt x="3440" y="1510"/>
                    </a:lnTo>
                    <a:lnTo>
                      <a:pt x="3440" y="1510"/>
                    </a:lnTo>
                    <a:lnTo>
                      <a:pt x="3523" y="1510"/>
                    </a:lnTo>
                    <a:lnTo>
                      <a:pt x="3523" y="1510"/>
                    </a:lnTo>
                    <a:lnTo>
                      <a:pt x="3691" y="1468"/>
                    </a:lnTo>
                    <a:lnTo>
                      <a:pt x="3817" y="1385"/>
                    </a:lnTo>
                    <a:lnTo>
                      <a:pt x="3943" y="1259"/>
                    </a:lnTo>
                    <a:lnTo>
                      <a:pt x="4027" y="1091"/>
                    </a:lnTo>
                    <a:lnTo>
                      <a:pt x="4027" y="1091"/>
                    </a:lnTo>
                    <a:lnTo>
                      <a:pt x="3985" y="881"/>
                    </a:lnTo>
                    <a:lnTo>
                      <a:pt x="3901" y="714"/>
                    </a:lnTo>
                    <a:lnTo>
                      <a:pt x="3775" y="588"/>
                    </a:lnTo>
                    <a:lnTo>
                      <a:pt x="3607" y="504"/>
                    </a:lnTo>
                    <a:lnTo>
                      <a:pt x="3607" y="504"/>
                    </a:lnTo>
                    <a:lnTo>
                      <a:pt x="588" y="1"/>
                    </a:lnTo>
                    <a:lnTo>
                      <a:pt x="588"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262;p17">
                <a:extLst>
                  <a:ext uri="{FF2B5EF4-FFF2-40B4-BE49-F238E27FC236}">
                    <a16:creationId xmlns:a16="http://schemas.microsoft.com/office/drawing/2014/main" id="{04AE3B88-6107-B5A5-6147-E52265F6E2E5}"/>
                  </a:ext>
                </a:extLst>
              </p:cNvPr>
              <p:cNvSpPr/>
              <p:nvPr/>
            </p:nvSpPr>
            <p:spPr>
              <a:xfrm>
                <a:off x="5120481" y="3914051"/>
                <a:ext cx="78235" cy="26091"/>
              </a:xfrm>
              <a:custGeom>
                <a:avLst/>
                <a:gdLst/>
                <a:ahLst/>
                <a:cxnLst/>
                <a:rect l="l" t="t" r="r" b="b"/>
                <a:pathLst>
                  <a:path w="4027" h="1343" fill="none" extrusionOk="0">
                    <a:moveTo>
                      <a:pt x="3523" y="1"/>
                    </a:moveTo>
                    <a:lnTo>
                      <a:pt x="3523" y="1"/>
                    </a:lnTo>
                    <a:lnTo>
                      <a:pt x="3481" y="1"/>
                    </a:lnTo>
                    <a:lnTo>
                      <a:pt x="420" y="336"/>
                    </a:lnTo>
                    <a:lnTo>
                      <a:pt x="420" y="336"/>
                    </a:lnTo>
                    <a:lnTo>
                      <a:pt x="252" y="378"/>
                    </a:lnTo>
                    <a:lnTo>
                      <a:pt x="85" y="504"/>
                    </a:lnTo>
                    <a:lnTo>
                      <a:pt x="1" y="672"/>
                    </a:lnTo>
                    <a:lnTo>
                      <a:pt x="1" y="881"/>
                    </a:lnTo>
                    <a:lnTo>
                      <a:pt x="1" y="881"/>
                    </a:lnTo>
                    <a:lnTo>
                      <a:pt x="43" y="1091"/>
                    </a:lnTo>
                    <a:lnTo>
                      <a:pt x="168" y="1217"/>
                    </a:lnTo>
                    <a:lnTo>
                      <a:pt x="294" y="1301"/>
                    </a:lnTo>
                    <a:lnTo>
                      <a:pt x="504" y="1343"/>
                    </a:lnTo>
                    <a:lnTo>
                      <a:pt x="504" y="1343"/>
                    </a:lnTo>
                    <a:lnTo>
                      <a:pt x="546" y="1343"/>
                    </a:lnTo>
                    <a:lnTo>
                      <a:pt x="3565" y="1007"/>
                    </a:lnTo>
                    <a:lnTo>
                      <a:pt x="3565" y="1007"/>
                    </a:lnTo>
                    <a:lnTo>
                      <a:pt x="3775" y="965"/>
                    </a:lnTo>
                    <a:lnTo>
                      <a:pt x="3943" y="840"/>
                    </a:lnTo>
                    <a:lnTo>
                      <a:pt x="4027" y="672"/>
                    </a:lnTo>
                    <a:lnTo>
                      <a:pt x="4027" y="462"/>
                    </a:lnTo>
                    <a:lnTo>
                      <a:pt x="4027" y="462"/>
                    </a:lnTo>
                    <a:lnTo>
                      <a:pt x="3985" y="294"/>
                    </a:lnTo>
                    <a:lnTo>
                      <a:pt x="3859"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263;p17">
                <a:extLst>
                  <a:ext uri="{FF2B5EF4-FFF2-40B4-BE49-F238E27FC236}">
                    <a16:creationId xmlns:a16="http://schemas.microsoft.com/office/drawing/2014/main" id="{7CAC7640-545A-AEFC-B0B7-733DC528550B}"/>
                  </a:ext>
                </a:extLst>
              </p:cNvPr>
              <p:cNvSpPr/>
              <p:nvPr/>
            </p:nvSpPr>
            <p:spPr>
              <a:xfrm>
                <a:off x="5237801" y="3901832"/>
                <a:ext cx="79050" cy="26091"/>
              </a:xfrm>
              <a:custGeom>
                <a:avLst/>
                <a:gdLst/>
                <a:ahLst/>
                <a:cxnLst/>
                <a:rect l="l" t="t" r="r" b="b"/>
                <a:pathLst>
                  <a:path w="4069" h="1343" fill="none" extrusionOk="0">
                    <a:moveTo>
                      <a:pt x="3565" y="1"/>
                    </a:moveTo>
                    <a:lnTo>
                      <a:pt x="3565" y="1"/>
                    </a:lnTo>
                    <a:lnTo>
                      <a:pt x="3523" y="1"/>
                    </a:lnTo>
                    <a:lnTo>
                      <a:pt x="462" y="336"/>
                    </a:lnTo>
                    <a:lnTo>
                      <a:pt x="462" y="336"/>
                    </a:lnTo>
                    <a:lnTo>
                      <a:pt x="294" y="378"/>
                    </a:lnTo>
                    <a:lnTo>
                      <a:pt x="126" y="504"/>
                    </a:lnTo>
                    <a:lnTo>
                      <a:pt x="42" y="672"/>
                    </a:lnTo>
                    <a:lnTo>
                      <a:pt x="0" y="881"/>
                    </a:lnTo>
                    <a:lnTo>
                      <a:pt x="0" y="881"/>
                    </a:lnTo>
                    <a:lnTo>
                      <a:pt x="84" y="1049"/>
                    </a:lnTo>
                    <a:lnTo>
                      <a:pt x="168" y="1217"/>
                    </a:lnTo>
                    <a:lnTo>
                      <a:pt x="336" y="1301"/>
                    </a:lnTo>
                    <a:lnTo>
                      <a:pt x="546" y="1343"/>
                    </a:lnTo>
                    <a:lnTo>
                      <a:pt x="546" y="1343"/>
                    </a:lnTo>
                    <a:lnTo>
                      <a:pt x="588" y="1343"/>
                    </a:lnTo>
                    <a:lnTo>
                      <a:pt x="3607" y="1007"/>
                    </a:lnTo>
                    <a:lnTo>
                      <a:pt x="3607" y="1007"/>
                    </a:lnTo>
                    <a:lnTo>
                      <a:pt x="3817" y="965"/>
                    </a:lnTo>
                    <a:lnTo>
                      <a:pt x="3942" y="839"/>
                    </a:lnTo>
                    <a:lnTo>
                      <a:pt x="4068" y="672"/>
                    </a:lnTo>
                    <a:lnTo>
                      <a:pt x="4068" y="462"/>
                    </a:lnTo>
                    <a:lnTo>
                      <a:pt x="4068" y="462"/>
                    </a:lnTo>
                    <a:lnTo>
                      <a:pt x="4026" y="294"/>
                    </a:lnTo>
                    <a:lnTo>
                      <a:pt x="3901" y="127"/>
                    </a:lnTo>
                    <a:lnTo>
                      <a:pt x="3775"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264;p17">
                <a:extLst>
                  <a:ext uri="{FF2B5EF4-FFF2-40B4-BE49-F238E27FC236}">
                    <a16:creationId xmlns:a16="http://schemas.microsoft.com/office/drawing/2014/main" id="{EB33AD8B-785F-E280-2C81-D90256437C80}"/>
                  </a:ext>
                </a:extLst>
              </p:cNvPr>
              <p:cNvSpPr/>
              <p:nvPr/>
            </p:nvSpPr>
            <p:spPr>
              <a:xfrm>
                <a:off x="5355937" y="3890428"/>
                <a:ext cx="79031" cy="25275"/>
              </a:xfrm>
              <a:custGeom>
                <a:avLst/>
                <a:gdLst/>
                <a:ahLst/>
                <a:cxnLst/>
                <a:rect l="l" t="t" r="r" b="b"/>
                <a:pathLst>
                  <a:path w="4068" h="1301" fill="none" extrusionOk="0">
                    <a:moveTo>
                      <a:pt x="3565" y="1"/>
                    </a:moveTo>
                    <a:lnTo>
                      <a:pt x="3565" y="1"/>
                    </a:lnTo>
                    <a:lnTo>
                      <a:pt x="3523" y="1"/>
                    </a:lnTo>
                    <a:lnTo>
                      <a:pt x="3523" y="1"/>
                    </a:lnTo>
                    <a:lnTo>
                      <a:pt x="461" y="294"/>
                    </a:lnTo>
                    <a:lnTo>
                      <a:pt x="461" y="294"/>
                    </a:lnTo>
                    <a:lnTo>
                      <a:pt x="294" y="336"/>
                    </a:lnTo>
                    <a:lnTo>
                      <a:pt x="126" y="462"/>
                    </a:lnTo>
                    <a:lnTo>
                      <a:pt x="42" y="672"/>
                    </a:lnTo>
                    <a:lnTo>
                      <a:pt x="0" y="839"/>
                    </a:lnTo>
                    <a:lnTo>
                      <a:pt x="0" y="839"/>
                    </a:lnTo>
                    <a:lnTo>
                      <a:pt x="84" y="1049"/>
                    </a:lnTo>
                    <a:lnTo>
                      <a:pt x="168" y="1175"/>
                    </a:lnTo>
                    <a:lnTo>
                      <a:pt x="336" y="1259"/>
                    </a:lnTo>
                    <a:lnTo>
                      <a:pt x="503" y="1301"/>
                    </a:lnTo>
                    <a:lnTo>
                      <a:pt x="503" y="1301"/>
                    </a:lnTo>
                    <a:lnTo>
                      <a:pt x="587" y="1301"/>
                    </a:lnTo>
                    <a:lnTo>
                      <a:pt x="587" y="1301"/>
                    </a:lnTo>
                    <a:lnTo>
                      <a:pt x="3607" y="1007"/>
                    </a:lnTo>
                    <a:lnTo>
                      <a:pt x="3607" y="1007"/>
                    </a:lnTo>
                    <a:lnTo>
                      <a:pt x="3816" y="965"/>
                    </a:lnTo>
                    <a:lnTo>
                      <a:pt x="3942" y="839"/>
                    </a:lnTo>
                    <a:lnTo>
                      <a:pt x="4068" y="672"/>
                    </a:lnTo>
                    <a:lnTo>
                      <a:pt x="4068" y="462"/>
                    </a:lnTo>
                    <a:lnTo>
                      <a:pt x="4068" y="462"/>
                    </a:lnTo>
                    <a:lnTo>
                      <a:pt x="4026" y="252"/>
                    </a:lnTo>
                    <a:lnTo>
                      <a:pt x="3900" y="126"/>
                    </a:lnTo>
                    <a:lnTo>
                      <a:pt x="3732"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265;p17">
                <a:extLst>
                  <a:ext uri="{FF2B5EF4-FFF2-40B4-BE49-F238E27FC236}">
                    <a16:creationId xmlns:a16="http://schemas.microsoft.com/office/drawing/2014/main" id="{EDD83A50-22DE-9D08-3029-1F31F570FB7E}"/>
                  </a:ext>
                </a:extLst>
              </p:cNvPr>
              <p:cNvSpPr/>
              <p:nvPr/>
            </p:nvSpPr>
            <p:spPr>
              <a:xfrm>
                <a:off x="5474053" y="3879024"/>
                <a:ext cx="79050" cy="25275"/>
              </a:xfrm>
              <a:custGeom>
                <a:avLst/>
                <a:gdLst/>
                <a:ahLst/>
                <a:cxnLst/>
                <a:rect l="l" t="t" r="r" b="b"/>
                <a:pathLst>
                  <a:path w="4069" h="1301" fill="none" extrusionOk="0">
                    <a:moveTo>
                      <a:pt x="3565" y="1"/>
                    </a:moveTo>
                    <a:lnTo>
                      <a:pt x="3565" y="1"/>
                    </a:lnTo>
                    <a:lnTo>
                      <a:pt x="3523" y="1"/>
                    </a:lnTo>
                    <a:lnTo>
                      <a:pt x="3523" y="1"/>
                    </a:lnTo>
                    <a:lnTo>
                      <a:pt x="462" y="294"/>
                    </a:lnTo>
                    <a:lnTo>
                      <a:pt x="462" y="294"/>
                    </a:lnTo>
                    <a:lnTo>
                      <a:pt x="294" y="336"/>
                    </a:lnTo>
                    <a:lnTo>
                      <a:pt x="127" y="462"/>
                    </a:lnTo>
                    <a:lnTo>
                      <a:pt x="43" y="630"/>
                    </a:lnTo>
                    <a:lnTo>
                      <a:pt x="1" y="839"/>
                    </a:lnTo>
                    <a:lnTo>
                      <a:pt x="1" y="839"/>
                    </a:lnTo>
                    <a:lnTo>
                      <a:pt x="85" y="1049"/>
                    </a:lnTo>
                    <a:lnTo>
                      <a:pt x="169" y="1175"/>
                    </a:lnTo>
                    <a:lnTo>
                      <a:pt x="336" y="1259"/>
                    </a:lnTo>
                    <a:lnTo>
                      <a:pt x="504" y="1301"/>
                    </a:lnTo>
                    <a:lnTo>
                      <a:pt x="504" y="1301"/>
                    </a:lnTo>
                    <a:lnTo>
                      <a:pt x="588" y="1301"/>
                    </a:lnTo>
                    <a:lnTo>
                      <a:pt x="588" y="1301"/>
                    </a:lnTo>
                    <a:lnTo>
                      <a:pt x="3607" y="1007"/>
                    </a:lnTo>
                    <a:lnTo>
                      <a:pt x="3607" y="1007"/>
                    </a:lnTo>
                    <a:lnTo>
                      <a:pt x="3817" y="965"/>
                    </a:lnTo>
                    <a:lnTo>
                      <a:pt x="3943" y="839"/>
                    </a:lnTo>
                    <a:lnTo>
                      <a:pt x="4069" y="672"/>
                    </a:lnTo>
                    <a:lnTo>
                      <a:pt x="4069" y="462"/>
                    </a:lnTo>
                    <a:lnTo>
                      <a:pt x="4069" y="462"/>
                    </a:lnTo>
                    <a:lnTo>
                      <a:pt x="4027" y="294"/>
                    </a:lnTo>
                    <a:lnTo>
                      <a:pt x="3901" y="126"/>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266;p17">
                <a:extLst>
                  <a:ext uri="{FF2B5EF4-FFF2-40B4-BE49-F238E27FC236}">
                    <a16:creationId xmlns:a16="http://schemas.microsoft.com/office/drawing/2014/main" id="{20CDD1F3-BD23-DDDA-918B-1C4E93939263}"/>
                  </a:ext>
                </a:extLst>
              </p:cNvPr>
              <p:cNvSpPr/>
              <p:nvPr/>
            </p:nvSpPr>
            <p:spPr>
              <a:xfrm>
                <a:off x="5592189" y="3868436"/>
                <a:ext cx="79050" cy="25275"/>
              </a:xfrm>
              <a:custGeom>
                <a:avLst/>
                <a:gdLst/>
                <a:ahLst/>
                <a:cxnLst/>
                <a:rect l="l" t="t" r="r" b="b"/>
                <a:pathLst>
                  <a:path w="4069" h="1301" fill="none" extrusionOk="0">
                    <a:moveTo>
                      <a:pt x="3565" y="0"/>
                    </a:moveTo>
                    <a:lnTo>
                      <a:pt x="3565" y="0"/>
                    </a:lnTo>
                    <a:lnTo>
                      <a:pt x="3523" y="42"/>
                    </a:lnTo>
                    <a:lnTo>
                      <a:pt x="3523" y="42"/>
                    </a:lnTo>
                    <a:lnTo>
                      <a:pt x="462" y="294"/>
                    </a:lnTo>
                    <a:lnTo>
                      <a:pt x="462" y="294"/>
                    </a:lnTo>
                    <a:lnTo>
                      <a:pt x="294" y="336"/>
                    </a:lnTo>
                    <a:lnTo>
                      <a:pt x="126" y="462"/>
                    </a:lnTo>
                    <a:lnTo>
                      <a:pt x="42" y="629"/>
                    </a:lnTo>
                    <a:lnTo>
                      <a:pt x="1" y="839"/>
                    </a:lnTo>
                    <a:lnTo>
                      <a:pt x="1" y="839"/>
                    </a:lnTo>
                    <a:lnTo>
                      <a:pt x="84" y="1007"/>
                    </a:lnTo>
                    <a:lnTo>
                      <a:pt x="168" y="1175"/>
                    </a:lnTo>
                    <a:lnTo>
                      <a:pt x="336" y="1258"/>
                    </a:lnTo>
                    <a:lnTo>
                      <a:pt x="504" y="1300"/>
                    </a:lnTo>
                    <a:lnTo>
                      <a:pt x="588" y="1300"/>
                    </a:lnTo>
                    <a:lnTo>
                      <a:pt x="588" y="1300"/>
                    </a:lnTo>
                    <a:lnTo>
                      <a:pt x="3607" y="1049"/>
                    </a:lnTo>
                    <a:lnTo>
                      <a:pt x="3607" y="1049"/>
                    </a:lnTo>
                    <a:lnTo>
                      <a:pt x="3817" y="965"/>
                    </a:lnTo>
                    <a:lnTo>
                      <a:pt x="3942" y="839"/>
                    </a:lnTo>
                    <a:lnTo>
                      <a:pt x="4068" y="671"/>
                    </a:lnTo>
                    <a:lnTo>
                      <a:pt x="4068" y="504"/>
                    </a:lnTo>
                    <a:lnTo>
                      <a:pt x="4068" y="504"/>
                    </a:lnTo>
                    <a:lnTo>
                      <a:pt x="4026" y="294"/>
                    </a:lnTo>
                    <a:lnTo>
                      <a:pt x="3901" y="168"/>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267;p17">
                <a:extLst>
                  <a:ext uri="{FF2B5EF4-FFF2-40B4-BE49-F238E27FC236}">
                    <a16:creationId xmlns:a16="http://schemas.microsoft.com/office/drawing/2014/main" id="{4C6C9337-FC71-C323-0BD4-EA7AFE123782}"/>
                  </a:ext>
                </a:extLst>
              </p:cNvPr>
              <p:cNvSpPr/>
              <p:nvPr/>
            </p:nvSpPr>
            <p:spPr>
              <a:xfrm>
                <a:off x="7250889" y="3866805"/>
                <a:ext cx="79050" cy="26091"/>
              </a:xfrm>
              <a:custGeom>
                <a:avLst/>
                <a:gdLst/>
                <a:ahLst/>
                <a:cxnLst/>
                <a:rect l="l" t="t" r="r" b="b"/>
                <a:pathLst>
                  <a:path w="4069" h="1343" fill="none" extrusionOk="0">
                    <a:moveTo>
                      <a:pt x="504" y="1"/>
                    </a:moveTo>
                    <a:lnTo>
                      <a:pt x="504" y="1"/>
                    </a:lnTo>
                    <a:lnTo>
                      <a:pt x="336" y="42"/>
                    </a:lnTo>
                    <a:lnTo>
                      <a:pt x="168" y="126"/>
                    </a:lnTo>
                    <a:lnTo>
                      <a:pt x="43" y="294"/>
                    </a:lnTo>
                    <a:lnTo>
                      <a:pt x="1" y="462"/>
                    </a:lnTo>
                    <a:lnTo>
                      <a:pt x="1" y="462"/>
                    </a:lnTo>
                    <a:lnTo>
                      <a:pt x="1" y="672"/>
                    </a:lnTo>
                    <a:lnTo>
                      <a:pt x="126" y="839"/>
                    </a:lnTo>
                    <a:lnTo>
                      <a:pt x="252" y="965"/>
                    </a:lnTo>
                    <a:lnTo>
                      <a:pt x="462" y="1007"/>
                    </a:lnTo>
                    <a:lnTo>
                      <a:pt x="462" y="1007"/>
                    </a:lnTo>
                    <a:lnTo>
                      <a:pt x="3481" y="1342"/>
                    </a:lnTo>
                    <a:lnTo>
                      <a:pt x="3481" y="1342"/>
                    </a:lnTo>
                    <a:lnTo>
                      <a:pt x="3523" y="1342"/>
                    </a:lnTo>
                    <a:lnTo>
                      <a:pt x="3523" y="1342"/>
                    </a:lnTo>
                    <a:lnTo>
                      <a:pt x="3733" y="1301"/>
                    </a:lnTo>
                    <a:lnTo>
                      <a:pt x="3901" y="1175"/>
                    </a:lnTo>
                    <a:lnTo>
                      <a:pt x="3985" y="1049"/>
                    </a:lnTo>
                    <a:lnTo>
                      <a:pt x="4068" y="881"/>
                    </a:lnTo>
                    <a:lnTo>
                      <a:pt x="4068" y="881"/>
                    </a:lnTo>
                    <a:lnTo>
                      <a:pt x="4027" y="672"/>
                    </a:lnTo>
                    <a:lnTo>
                      <a:pt x="3943" y="504"/>
                    </a:lnTo>
                    <a:lnTo>
                      <a:pt x="3775" y="378"/>
                    </a:lnTo>
                    <a:lnTo>
                      <a:pt x="3607" y="294"/>
                    </a:lnTo>
                    <a:lnTo>
                      <a:pt x="3607" y="294"/>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268;p17">
                <a:extLst>
                  <a:ext uri="{FF2B5EF4-FFF2-40B4-BE49-F238E27FC236}">
                    <a16:creationId xmlns:a16="http://schemas.microsoft.com/office/drawing/2014/main" id="{F5E45EBA-1D83-B524-4692-30CC3E389CD3}"/>
                  </a:ext>
                </a:extLst>
              </p:cNvPr>
              <p:cNvSpPr/>
              <p:nvPr/>
            </p:nvSpPr>
            <p:spPr>
              <a:xfrm>
                <a:off x="1986396" y="3865989"/>
                <a:ext cx="55407" cy="59487"/>
              </a:xfrm>
              <a:custGeom>
                <a:avLst/>
                <a:gdLst/>
                <a:ahLst/>
                <a:cxnLst/>
                <a:rect l="l" t="t" r="r" b="b"/>
                <a:pathLst>
                  <a:path w="2852" h="3062" fill="none" extrusionOk="0">
                    <a:moveTo>
                      <a:pt x="2348" y="1"/>
                    </a:moveTo>
                    <a:lnTo>
                      <a:pt x="2348" y="1"/>
                    </a:lnTo>
                    <a:lnTo>
                      <a:pt x="2139" y="43"/>
                    </a:lnTo>
                    <a:lnTo>
                      <a:pt x="1971" y="168"/>
                    </a:lnTo>
                    <a:lnTo>
                      <a:pt x="1971" y="168"/>
                    </a:lnTo>
                    <a:lnTo>
                      <a:pt x="126" y="2139"/>
                    </a:lnTo>
                    <a:lnTo>
                      <a:pt x="126" y="2139"/>
                    </a:lnTo>
                    <a:lnTo>
                      <a:pt x="42" y="2223"/>
                    </a:lnTo>
                    <a:lnTo>
                      <a:pt x="0" y="2349"/>
                    </a:lnTo>
                    <a:lnTo>
                      <a:pt x="0" y="2517"/>
                    </a:lnTo>
                    <a:lnTo>
                      <a:pt x="0" y="2643"/>
                    </a:lnTo>
                    <a:lnTo>
                      <a:pt x="0" y="2643"/>
                    </a:lnTo>
                    <a:lnTo>
                      <a:pt x="84" y="2768"/>
                    </a:lnTo>
                    <a:lnTo>
                      <a:pt x="168" y="2852"/>
                    </a:lnTo>
                    <a:lnTo>
                      <a:pt x="294" y="2936"/>
                    </a:lnTo>
                    <a:lnTo>
                      <a:pt x="419" y="2978"/>
                    </a:lnTo>
                    <a:lnTo>
                      <a:pt x="755" y="3020"/>
                    </a:lnTo>
                    <a:lnTo>
                      <a:pt x="755" y="3020"/>
                    </a:lnTo>
                    <a:lnTo>
                      <a:pt x="839" y="3062"/>
                    </a:lnTo>
                    <a:lnTo>
                      <a:pt x="839" y="3062"/>
                    </a:lnTo>
                    <a:lnTo>
                      <a:pt x="1006" y="3020"/>
                    </a:lnTo>
                    <a:lnTo>
                      <a:pt x="1174" y="2936"/>
                    </a:lnTo>
                    <a:lnTo>
                      <a:pt x="1300" y="2810"/>
                    </a:lnTo>
                    <a:lnTo>
                      <a:pt x="1342" y="2643"/>
                    </a:lnTo>
                    <a:lnTo>
                      <a:pt x="1342" y="2643"/>
                    </a:lnTo>
                    <a:lnTo>
                      <a:pt x="1342" y="2475"/>
                    </a:lnTo>
                    <a:lnTo>
                      <a:pt x="1300" y="2349"/>
                    </a:lnTo>
                    <a:lnTo>
                      <a:pt x="1300" y="2349"/>
                    </a:lnTo>
                    <a:lnTo>
                      <a:pt x="2726" y="839"/>
                    </a:lnTo>
                    <a:lnTo>
                      <a:pt x="2726" y="839"/>
                    </a:lnTo>
                    <a:lnTo>
                      <a:pt x="2810" y="672"/>
                    </a:lnTo>
                    <a:lnTo>
                      <a:pt x="2852" y="504"/>
                    </a:lnTo>
                    <a:lnTo>
                      <a:pt x="2810" y="294"/>
                    </a:lnTo>
                    <a:lnTo>
                      <a:pt x="2684" y="126"/>
                    </a:lnTo>
                    <a:lnTo>
                      <a:pt x="2684" y="126"/>
                    </a:lnTo>
                    <a:lnTo>
                      <a:pt x="2516" y="43"/>
                    </a:lnTo>
                    <a:lnTo>
                      <a:pt x="2348"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269;p17">
                <a:extLst>
                  <a:ext uri="{FF2B5EF4-FFF2-40B4-BE49-F238E27FC236}">
                    <a16:creationId xmlns:a16="http://schemas.microsoft.com/office/drawing/2014/main" id="{F3536BB9-2113-B108-9D07-16E7C92C33AB}"/>
                  </a:ext>
                </a:extLst>
              </p:cNvPr>
              <p:cNvSpPr/>
              <p:nvPr/>
            </p:nvSpPr>
            <p:spPr>
              <a:xfrm>
                <a:off x="5711141" y="3859481"/>
                <a:ext cx="78215" cy="24459"/>
              </a:xfrm>
              <a:custGeom>
                <a:avLst/>
                <a:gdLst/>
                <a:ahLst/>
                <a:cxnLst/>
                <a:rect l="l" t="t" r="r" b="b"/>
                <a:pathLst>
                  <a:path w="4026" h="1259" fill="none" extrusionOk="0">
                    <a:moveTo>
                      <a:pt x="3523" y="0"/>
                    </a:moveTo>
                    <a:lnTo>
                      <a:pt x="3523" y="0"/>
                    </a:lnTo>
                    <a:lnTo>
                      <a:pt x="3481" y="0"/>
                    </a:lnTo>
                    <a:lnTo>
                      <a:pt x="3481" y="0"/>
                    </a:lnTo>
                    <a:lnTo>
                      <a:pt x="461" y="252"/>
                    </a:lnTo>
                    <a:lnTo>
                      <a:pt x="461" y="252"/>
                    </a:lnTo>
                    <a:lnTo>
                      <a:pt x="252" y="294"/>
                    </a:lnTo>
                    <a:lnTo>
                      <a:pt x="84" y="419"/>
                    </a:lnTo>
                    <a:lnTo>
                      <a:pt x="0" y="587"/>
                    </a:lnTo>
                    <a:lnTo>
                      <a:pt x="0" y="797"/>
                    </a:lnTo>
                    <a:lnTo>
                      <a:pt x="0" y="797"/>
                    </a:lnTo>
                    <a:lnTo>
                      <a:pt x="42" y="965"/>
                    </a:lnTo>
                    <a:lnTo>
                      <a:pt x="126" y="1132"/>
                    </a:lnTo>
                    <a:lnTo>
                      <a:pt x="294" y="1216"/>
                    </a:lnTo>
                    <a:lnTo>
                      <a:pt x="503" y="1258"/>
                    </a:lnTo>
                    <a:lnTo>
                      <a:pt x="545" y="1258"/>
                    </a:lnTo>
                    <a:lnTo>
                      <a:pt x="545" y="1258"/>
                    </a:lnTo>
                    <a:lnTo>
                      <a:pt x="3565" y="1007"/>
                    </a:lnTo>
                    <a:lnTo>
                      <a:pt x="3565" y="1007"/>
                    </a:lnTo>
                    <a:lnTo>
                      <a:pt x="3774" y="965"/>
                    </a:lnTo>
                    <a:lnTo>
                      <a:pt x="3942" y="839"/>
                    </a:lnTo>
                    <a:lnTo>
                      <a:pt x="4026" y="671"/>
                    </a:lnTo>
                    <a:lnTo>
                      <a:pt x="4026" y="461"/>
                    </a:lnTo>
                    <a:lnTo>
                      <a:pt x="4026" y="461"/>
                    </a:lnTo>
                    <a:lnTo>
                      <a:pt x="3984" y="294"/>
                    </a:lnTo>
                    <a:lnTo>
                      <a:pt x="3900" y="126"/>
                    </a:lnTo>
                    <a:lnTo>
                      <a:pt x="3732"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270;p17">
                <a:extLst>
                  <a:ext uri="{FF2B5EF4-FFF2-40B4-BE49-F238E27FC236}">
                    <a16:creationId xmlns:a16="http://schemas.microsoft.com/office/drawing/2014/main" id="{8C2BE2D3-9E8C-8104-E3C1-08924B1A040B}"/>
                  </a:ext>
                </a:extLst>
              </p:cNvPr>
              <p:cNvSpPr/>
              <p:nvPr/>
            </p:nvSpPr>
            <p:spPr>
              <a:xfrm>
                <a:off x="7132753" y="3856217"/>
                <a:ext cx="79050" cy="25275"/>
              </a:xfrm>
              <a:custGeom>
                <a:avLst/>
                <a:gdLst/>
                <a:ahLst/>
                <a:cxnLst/>
                <a:rect l="l" t="t" r="r" b="b"/>
                <a:pathLst>
                  <a:path w="4069" h="1301" fill="none" extrusionOk="0">
                    <a:moveTo>
                      <a:pt x="504" y="0"/>
                    </a:moveTo>
                    <a:lnTo>
                      <a:pt x="504" y="0"/>
                    </a:lnTo>
                    <a:lnTo>
                      <a:pt x="336" y="42"/>
                    </a:lnTo>
                    <a:lnTo>
                      <a:pt x="169" y="126"/>
                    </a:lnTo>
                    <a:lnTo>
                      <a:pt x="43" y="294"/>
                    </a:lnTo>
                    <a:lnTo>
                      <a:pt x="1" y="462"/>
                    </a:lnTo>
                    <a:lnTo>
                      <a:pt x="1" y="462"/>
                    </a:lnTo>
                    <a:lnTo>
                      <a:pt x="43" y="671"/>
                    </a:lnTo>
                    <a:lnTo>
                      <a:pt x="127" y="839"/>
                    </a:lnTo>
                    <a:lnTo>
                      <a:pt x="253" y="965"/>
                    </a:lnTo>
                    <a:lnTo>
                      <a:pt x="462" y="1007"/>
                    </a:lnTo>
                    <a:lnTo>
                      <a:pt x="462" y="1007"/>
                    </a:lnTo>
                    <a:lnTo>
                      <a:pt x="3524" y="1300"/>
                    </a:lnTo>
                    <a:lnTo>
                      <a:pt x="3524" y="1300"/>
                    </a:lnTo>
                    <a:lnTo>
                      <a:pt x="3566" y="1300"/>
                    </a:lnTo>
                    <a:lnTo>
                      <a:pt x="3566" y="1300"/>
                    </a:lnTo>
                    <a:lnTo>
                      <a:pt x="3733" y="1258"/>
                    </a:lnTo>
                    <a:lnTo>
                      <a:pt x="3901" y="1133"/>
                    </a:lnTo>
                    <a:lnTo>
                      <a:pt x="3985" y="1007"/>
                    </a:lnTo>
                    <a:lnTo>
                      <a:pt x="4069" y="839"/>
                    </a:lnTo>
                    <a:lnTo>
                      <a:pt x="4069" y="839"/>
                    </a:lnTo>
                    <a:lnTo>
                      <a:pt x="4027" y="629"/>
                    </a:lnTo>
                    <a:lnTo>
                      <a:pt x="3943" y="462"/>
                    </a:lnTo>
                    <a:lnTo>
                      <a:pt x="3775" y="336"/>
                    </a:lnTo>
                    <a:lnTo>
                      <a:pt x="3607" y="252"/>
                    </a:lnTo>
                    <a:lnTo>
                      <a:pt x="3607" y="252"/>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271;p17">
                <a:extLst>
                  <a:ext uri="{FF2B5EF4-FFF2-40B4-BE49-F238E27FC236}">
                    <a16:creationId xmlns:a16="http://schemas.microsoft.com/office/drawing/2014/main" id="{01F39217-73EA-E90D-AA2A-B425A131D5E2}"/>
                  </a:ext>
                </a:extLst>
              </p:cNvPr>
              <p:cNvSpPr/>
              <p:nvPr/>
            </p:nvSpPr>
            <p:spPr>
              <a:xfrm>
                <a:off x="5829257" y="3851321"/>
                <a:ext cx="79050" cy="23643"/>
              </a:xfrm>
              <a:custGeom>
                <a:avLst/>
                <a:gdLst/>
                <a:ahLst/>
                <a:cxnLst/>
                <a:rect l="l" t="t" r="r" b="b"/>
                <a:pathLst>
                  <a:path w="4069" h="1217" fill="none" extrusionOk="0">
                    <a:moveTo>
                      <a:pt x="3565" y="1"/>
                    </a:moveTo>
                    <a:lnTo>
                      <a:pt x="3565" y="1"/>
                    </a:lnTo>
                    <a:lnTo>
                      <a:pt x="3523" y="1"/>
                    </a:lnTo>
                    <a:lnTo>
                      <a:pt x="3523" y="1"/>
                    </a:lnTo>
                    <a:lnTo>
                      <a:pt x="462" y="210"/>
                    </a:lnTo>
                    <a:lnTo>
                      <a:pt x="462" y="210"/>
                    </a:lnTo>
                    <a:lnTo>
                      <a:pt x="294" y="252"/>
                    </a:lnTo>
                    <a:lnTo>
                      <a:pt x="127" y="378"/>
                    </a:lnTo>
                    <a:lnTo>
                      <a:pt x="43" y="546"/>
                    </a:lnTo>
                    <a:lnTo>
                      <a:pt x="1" y="756"/>
                    </a:lnTo>
                    <a:lnTo>
                      <a:pt x="1" y="756"/>
                    </a:lnTo>
                    <a:lnTo>
                      <a:pt x="43" y="923"/>
                    </a:lnTo>
                    <a:lnTo>
                      <a:pt x="169" y="1091"/>
                    </a:lnTo>
                    <a:lnTo>
                      <a:pt x="294" y="1175"/>
                    </a:lnTo>
                    <a:lnTo>
                      <a:pt x="504" y="1217"/>
                    </a:lnTo>
                    <a:lnTo>
                      <a:pt x="546" y="1217"/>
                    </a:lnTo>
                    <a:lnTo>
                      <a:pt x="546" y="1217"/>
                    </a:lnTo>
                    <a:lnTo>
                      <a:pt x="3565" y="1007"/>
                    </a:lnTo>
                    <a:lnTo>
                      <a:pt x="3565" y="1007"/>
                    </a:lnTo>
                    <a:lnTo>
                      <a:pt x="3775" y="965"/>
                    </a:lnTo>
                    <a:lnTo>
                      <a:pt x="3943" y="839"/>
                    </a:lnTo>
                    <a:lnTo>
                      <a:pt x="4027" y="672"/>
                    </a:lnTo>
                    <a:lnTo>
                      <a:pt x="4069" y="462"/>
                    </a:lnTo>
                    <a:lnTo>
                      <a:pt x="4069" y="462"/>
                    </a:lnTo>
                    <a:lnTo>
                      <a:pt x="4027" y="294"/>
                    </a:lnTo>
                    <a:lnTo>
                      <a:pt x="3901"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272;p17">
                <a:extLst>
                  <a:ext uri="{FF2B5EF4-FFF2-40B4-BE49-F238E27FC236}">
                    <a16:creationId xmlns:a16="http://schemas.microsoft.com/office/drawing/2014/main" id="{1052D078-910C-A2E4-ADDC-A593DE0E116F}"/>
                  </a:ext>
                </a:extLst>
              </p:cNvPr>
              <p:cNvSpPr/>
              <p:nvPr/>
            </p:nvSpPr>
            <p:spPr>
              <a:xfrm>
                <a:off x="7014637" y="3847261"/>
                <a:ext cx="79050" cy="24459"/>
              </a:xfrm>
              <a:custGeom>
                <a:avLst/>
                <a:gdLst/>
                <a:ahLst/>
                <a:cxnLst/>
                <a:rect l="l" t="t" r="r" b="b"/>
                <a:pathLst>
                  <a:path w="4069" h="1259" fill="none" extrusionOk="0">
                    <a:moveTo>
                      <a:pt x="504" y="0"/>
                    </a:moveTo>
                    <a:lnTo>
                      <a:pt x="504" y="0"/>
                    </a:lnTo>
                    <a:lnTo>
                      <a:pt x="294" y="42"/>
                    </a:lnTo>
                    <a:lnTo>
                      <a:pt x="168" y="168"/>
                    </a:lnTo>
                    <a:lnTo>
                      <a:pt x="42" y="294"/>
                    </a:lnTo>
                    <a:lnTo>
                      <a:pt x="0" y="503"/>
                    </a:lnTo>
                    <a:lnTo>
                      <a:pt x="0" y="503"/>
                    </a:lnTo>
                    <a:lnTo>
                      <a:pt x="42" y="713"/>
                    </a:lnTo>
                    <a:lnTo>
                      <a:pt x="126" y="881"/>
                    </a:lnTo>
                    <a:lnTo>
                      <a:pt x="294" y="965"/>
                    </a:lnTo>
                    <a:lnTo>
                      <a:pt x="462" y="1048"/>
                    </a:lnTo>
                    <a:lnTo>
                      <a:pt x="462" y="1048"/>
                    </a:lnTo>
                    <a:lnTo>
                      <a:pt x="3523" y="1258"/>
                    </a:lnTo>
                    <a:lnTo>
                      <a:pt x="3565" y="1258"/>
                    </a:lnTo>
                    <a:lnTo>
                      <a:pt x="3565" y="1258"/>
                    </a:lnTo>
                    <a:lnTo>
                      <a:pt x="3733" y="1216"/>
                    </a:lnTo>
                    <a:lnTo>
                      <a:pt x="3900" y="1132"/>
                    </a:lnTo>
                    <a:lnTo>
                      <a:pt x="3984" y="965"/>
                    </a:lnTo>
                    <a:lnTo>
                      <a:pt x="4068" y="797"/>
                    </a:lnTo>
                    <a:lnTo>
                      <a:pt x="4068" y="797"/>
                    </a:lnTo>
                    <a:lnTo>
                      <a:pt x="4026" y="587"/>
                    </a:lnTo>
                    <a:lnTo>
                      <a:pt x="3942" y="419"/>
                    </a:lnTo>
                    <a:lnTo>
                      <a:pt x="3775" y="294"/>
                    </a:lnTo>
                    <a:lnTo>
                      <a:pt x="3565" y="252"/>
                    </a:lnTo>
                    <a:lnTo>
                      <a:pt x="3565" y="252"/>
                    </a:lnTo>
                    <a:lnTo>
                      <a:pt x="545" y="0"/>
                    </a:lnTo>
                    <a:lnTo>
                      <a:pt x="545"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273;p17">
                <a:extLst>
                  <a:ext uri="{FF2B5EF4-FFF2-40B4-BE49-F238E27FC236}">
                    <a16:creationId xmlns:a16="http://schemas.microsoft.com/office/drawing/2014/main" id="{44FD514C-CB17-4081-B0EA-6546D66A2C0A}"/>
                  </a:ext>
                </a:extLst>
              </p:cNvPr>
              <p:cNvSpPr/>
              <p:nvPr/>
            </p:nvSpPr>
            <p:spPr>
              <a:xfrm>
                <a:off x="5947393" y="3843997"/>
                <a:ext cx="79050" cy="22827"/>
              </a:xfrm>
              <a:custGeom>
                <a:avLst/>
                <a:gdLst/>
                <a:ahLst/>
                <a:cxnLst/>
                <a:rect l="l" t="t" r="r" b="b"/>
                <a:pathLst>
                  <a:path w="4069" h="1175" fill="none" extrusionOk="0">
                    <a:moveTo>
                      <a:pt x="3565" y="0"/>
                    </a:moveTo>
                    <a:lnTo>
                      <a:pt x="3565" y="0"/>
                    </a:lnTo>
                    <a:lnTo>
                      <a:pt x="3565" y="0"/>
                    </a:lnTo>
                    <a:lnTo>
                      <a:pt x="3565" y="0"/>
                    </a:lnTo>
                    <a:lnTo>
                      <a:pt x="504" y="168"/>
                    </a:lnTo>
                    <a:lnTo>
                      <a:pt x="504" y="168"/>
                    </a:lnTo>
                    <a:lnTo>
                      <a:pt x="294" y="210"/>
                    </a:lnTo>
                    <a:lnTo>
                      <a:pt x="126" y="336"/>
                    </a:lnTo>
                    <a:lnTo>
                      <a:pt x="42" y="504"/>
                    </a:lnTo>
                    <a:lnTo>
                      <a:pt x="1" y="713"/>
                    </a:lnTo>
                    <a:lnTo>
                      <a:pt x="1" y="713"/>
                    </a:lnTo>
                    <a:lnTo>
                      <a:pt x="42" y="923"/>
                    </a:lnTo>
                    <a:lnTo>
                      <a:pt x="168" y="1049"/>
                    </a:lnTo>
                    <a:lnTo>
                      <a:pt x="336" y="1175"/>
                    </a:lnTo>
                    <a:lnTo>
                      <a:pt x="504" y="1175"/>
                    </a:lnTo>
                    <a:lnTo>
                      <a:pt x="546" y="1175"/>
                    </a:lnTo>
                    <a:lnTo>
                      <a:pt x="546" y="1175"/>
                    </a:lnTo>
                    <a:lnTo>
                      <a:pt x="3607" y="1007"/>
                    </a:lnTo>
                    <a:lnTo>
                      <a:pt x="3607" y="1007"/>
                    </a:lnTo>
                    <a:lnTo>
                      <a:pt x="3775" y="965"/>
                    </a:lnTo>
                    <a:lnTo>
                      <a:pt x="3942" y="839"/>
                    </a:lnTo>
                    <a:lnTo>
                      <a:pt x="4068" y="671"/>
                    </a:lnTo>
                    <a:lnTo>
                      <a:pt x="4068" y="504"/>
                    </a:lnTo>
                    <a:lnTo>
                      <a:pt x="4068" y="504"/>
                    </a:lnTo>
                    <a:lnTo>
                      <a:pt x="4026" y="294"/>
                    </a:lnTo>
                    <a:lnTo>
                      <a:pt x="3901"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274;p17">
                <a:extLst>
                  <a:ext uri="{FF2B5EF4-FFF2-40B4-BE49-F238E27FC236}">
                    <a16:creationId xmlns:a16="http://schemas.microsoft.com/office/drawing/2014/main" id="{43E60C50-363A-6493-4680-A68E773F0011}"/>
                  </a:ext>
                </a:extLst>
              </p:cNvPr>
              <p:cNvSpPr/>
              <p:nvPr/>
            </p:nvSpPr>
            <p:spPr>
              <a:xfrm>
                <a:off x="6896501" y="3840733"/>
                <a:ext cx="78235" cy="22827"/>
              </a:xfrm>
              <a:custGeom>
                <a:avLst/>
                <a:gdLst/>
                <a:ahLst/>
                <a:cxnLst/>
                <a:rect l="l" t="t" r="r" b="b"/>
                <a:pathLst>
                  <a:path w="4027" h="1175" fill="none" extrusionOk="0">
                    <a:moveTo>
                      <a:pt x="504" y="1"/>
                    </a:moveTo>
                    <a:lnTo>
                      <a:pt x="504" y="1"/>
                    </a:lnTo>
                    <a:lnTo>
                      <a:pt x="294" y="43"/>
                    </a:lnTo>
                    <a:lnTo>
                      <a:pt x="126" y="126"/>
                    </a:lnTo>
                    <a:lnTo>
                      <a:pt x="43" y="294"/>
                    </a:lnTo>
                    <a:lnTo>
                      <a:pt x="1" y="462"/>
                    </a:lnTo>
                    <a:lnTo>
                      <a:pt x="1" y="462"/>
                    </a:lnTo>
                    <a:lnTo>
                      <a:pt x="1" y="672"/>
                    </a:lnTo>
                    <a:lnTo>
                      <a:pt x="126" y="839"/>
                    </a:lnTo>
                    <a:lnTo>
                      <a:pt x="252" y="965"/>
                    </a:lnTo>
                    <a:lnTo>
                      <a:pt x="462" y="1007"/>
                    </a:lnTo>
                    <a:lnTo>
                      <a:pt x="462" y="1007"/>
                    </a:lnTo>
                    <a:lnTo>
                      <a:pt x="3523" y="1175"/>
                    </a:lnTo>
                    <a:lnTo>
                      <a:pt x="3523" y="1175"/>
                    </a:lnTo>
                    <a:lnTo>
                      <a:pt x="3523" y="1175"/>
                    </a:lnTo>
                    <a:lnTo>
                      <a:pt x="3733" y="1133"/>
                    </a:lnTo>
                    <a:lnTo>
                      <a:pt x="3901" y="1049"/>
                    </a:lnTo>
                    <a:lnTo>
                      <a:pt x="3985" y="881"/>
                    </a:lnTo>
                    <a:lnTo>
                      <a:pt x="4026" y="714"/>
                    </a:lnTo>
                    <a:lnTo>
                      <a:pt x="4026" y="714"/>
                    </a:lnTo>
                    <a:lnTo>
                      <a:pt x="4026" y="504"/>
                    </a:lnTo>
                    <a:lnTo>
                      <a:pt x="3901" y="336"/>
                    </a:lnTo>
                    <a:lnTo>
                      <a:pt x="3775" y="210"/>
                    </a:lnTo>
                    <a:lnTo>
                      <a:pt x="3565" y="168"/>
                    </a:lnTo>
                    <a:lnTo>
                      <a:pt x="3565" y="168"/>
                    </a:lnTo>
                    <a:lnTo>
                      <a:pt x="504" y="1"/>
                    </a:lnTo>
                    <a:lnTo>
                      <a:pt x="504"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275;p17">
                <a:extLst>
                  <a:ext uri="{FF2B5EF4-FFF2-40B4-BE49-F238E27FC236}">
                    <a16:creationId xmlns:a16="http://schemas.microsoft.com/office/drawing/2014/main" id="{78573677-194A-236A-396F-FD0F6F887F93}"/>
                  </a:ext>
                </a:extLst>
              </p:cNvPr>
              <p:cNvSpPr/>
              <p:nvPr/>
            </p:nvSpPr>
            <p:spPr>
              <a:xfrm>
                <a:off x="6066345" y="3838286"/>
                <a:ext cx="79031" cy="22827"/>
              </a:xfrm>
              <a:custGeom>
                <a:avLst/>
                <a:gdLst/>
                <a:ahLst/>
                <a:cxnLst/>
                <a:rect l="l" t="t" r="r" b="b"/>
                <a:pathLst>
                  <a:path w="4068" h="1175" fill="none" extrusionOk="0">
                    <a:moveTo>
                      <a:pt x="3523" y="1"/>
                    </a:moveTo>
                    <a:lnTo>
                      <a:pt x="3523" y="1"/>
                    </a:lnTo>
                    <a:lnTo>
                      <a:pt x="3523" y="1"/>
                    </a:lnTo>
                    <a:lnTo>
                      <a:pt x="3523" y="1"/>
                    </a:lnTo>
                    <a:lnTo>
                      <a:pt x="461" y="127"/>
                    </a:lnTo>
                    <a:lnTo>
                      <a:pt x="461" y="127"/>
                    </a:lnTo>
                    <a:lnTo>
                      <a:pt x="294" y="210"/>
                    </a:lnTo>
                    <a:lnTo>
                      <a:pt x="126" y="294"/>
                    </a:lnTo>
                    <a:lnTo>
                      <a:pt x="42" y="462"/>
                    </a:lnTo>
                    <a:lnTo>
                      <a:pt x="0" y="672"/>
                    </a:lnTo>
                    <a:lnTo>
                      <a:pt x="0" y="672"/>
                    </a:lnTo>
                    <a:lnTo>
                      <a:pt x="42" y="881"/>
                    </a:lnTo>
                    <a:lnTo>
                      <a:pt x="168" y="1007"/>
                    </a:lnTo>
                    <a:lnTo>
                      <a:pt x="294" y="1133"/>
                    </a:lnTo>
                    <a:lnTo>
                      <a:pt x="503" y="1175"/>
                    </a:lnTo>
                    <a:lnTo>
                      <a:pt x="545" y="1175"/>
                    </a:lnTo>
                    <a:lnTo>
                      <a:pt x="545" y="1175"/>
                    </a:lnTo>
                    <a:lnTo>
                      <a:pt x="3565" y="1007"/>
                    </a:lnTo>
                    <a:lnTo>
                      <a:pt x="3565" y="1007"/>
                    </a:lnTo>
                    <a:lnTo>
                      <a:pt x="3774" y="965"/>
                    </a:lnTo>
                    <a:lnTo>
                      <a:pt x="3942" y="840"/>
                    </a:lnTo>
                    <a:lnTo>
                      <a:pt x="4026" y="672"/>
                    </a:lnTo>
                    <a:lnTo>
                      <a:pt x="4068" y="504"/>
                    </a:lnTo>
                    <a:lnTo>
                      <a:pt x="4068" y="504"/>
                    </a:lnTo>
                    <a:lnTo>
                      <a:pt x="4026" y="294"/>
                    </a:lnTo>
                    <a:lnTo>
                      <a:pt x="3900" y="127"/>
                    </a:lnTo>
                    <a:lnTo>
                      <a:pt x="3732"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276;p17">
                <a:extLst>
                  <a:ext uri="{FF2B5EF4-FFF2-40B4-BE49-F238E27FC236}">
                    <a16:creationId xmlns:a16="http://schemas.microsoft.com/office/drawing/2014/main" id="{8DDAB0C2-60A5-83CE-3198-D94B69740AEE}"/>
                  </a:ext>
                </a:extLst>
              </p:cNvPr>
              <p:cNvSpPr/>
              <p:nvPr/>
            </p:nvSpPr>
            <p:spPr>
              <a:xfrm>
                <a:off x="6777568" y="3835838"/>
                <a:ext cx="79031" cy="22031"/>
              </a:xfrm>
              <a:custGeom>
                <a:avLst/>
                <a:gdLst/>
                <a:ahLst/>
                <a:cxnLst/>
                <a:rect l="l" t="t" r="r" b="b"/>
                <a:pathLst>
                  <a:path w="4068" h="1134" fill="none" extrusionOk="0">
                    <a:moveTo>
                      <a:pt x="503" y="1"/>
                    </a:moveTo>
                    <a:lnTo>
                      <a:pt x="503" y="1"/>
                    </a:lnTo>
                    <a:lnTo>
                      <a:pt x="335" y="43"/>
                    </a:lnTo>
                    <a:lnTo>
                      <a:pt x="168" y="127"/>
                    </a:lnTo>
                    <a:lnTo>
                      <a:pt x="42" y="295"/>
                    </a:lnTo>
                    <a:lnTo>
                      <a:pt x="0" y="462"/>
                    </a:lnTo>
                    <a:lnTo>
                      <a:pt x="0" y="462"/>
                    </a:lnTo>
                    <a:lnTo>
                      <a:pt x="42" y="672"/>
                    </a:lnTo>
                    <a:lnTo>
                      <a:pt x="126" y="840"/>
                    </a:lnTo>
                    <a:lnTo>
                      <a:pt x="294" y="966"/>
                    </a:lnTo>
                    <a:lnTo>
                      <a:pt x="503" y="1007"/>
                    </a:lnTo>
                    <a:lnTo>
                      <a:pt x="503" y="1007"/>
                    </a:lnTo>
                    <a:lnTo>
                      <a:pt x="3565" y="1133"/>
                    </a:lnTo>
                    <a:lnTo>
                      <a:pt x="3565" y="1133"/>
                    </a:lnTo>
                    <a:lnTo>
                      <a:pt x="3565" y="1133"/>
                    </a:lnTo>
                    <a:lnTo>
                      <a:pt x="3774" y="1091"/>
                    </a:lnTo>
                    <a:lnTo>
                      <a:pt x="3900" y="966"/>
                    </a:lnTo>
                    <a:lnTo>
                      <a:pt x="4026" y="840"/>
                    </a:lnTo>
                    <a:lnTo>
                      <a:pt x="4068" y="630"/>
                    </a:lnTo>
                    <a:lnTo>
                      <a:pt x="4068" y="630"/>
                    </a:lnTo>
                    <a:lnTo>
                      <a:pt x="4026" y="420"/>
                    </a:lnTo>
                    <a:lnTo>
                      <a:pt x="3942" y="253"/>
                    </a:lnTo>
                    <a:lnTo>
                      <a:pt x="3774" y="169"/>
                    </a:lnTo>
                    <a:lnTo>
                      <a:pt x="3606" y="85"/>
                    </a:lnTo>
                    <a:lnTo>
                      <a:pt x="3606" y="85"/>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277;p17">
                <a:extLst>
                  <a:ext uri="{FF2B5EF4-FFF2-40B4-BE49-F238E27FC236}">
                    <a16:creationId xmlns:a16="http://schemas.microsoft.com/office/drawing/2014/main" id="{E56BD7F3-A540-C25E-5664-BE364A74D38C}"/>
                  </a:ext>
                </a:extLst>
              </p:cNvPr>
              <p:cNvSpPr/>
              <p:nvPr/>
            </p:nvSpPr>
            <p:spPr>
              <a:xfrm>
                <a:off x="6184461" y="3834225"/>
                <a:ext cx="79866" cy="21195"/>
              </a:xfrm>
              <a:custGeom>
                <a:avLst/>
                <a:gdLst/>
                <a:ahLst/>
                <a:cxnLst/>
                <a:rect l="l" t="t" r="r" b="b"/>
                <a:pathLst>
                  <a:path w="4111" h="1091" fill="none" extrusionOk="0">
                    <a:moveTo>
                      <a:pt x="3565" y="0"/>
                    </a:moveTo>
                    <a:lnTo>
                      <a:pt x="3565" y="0"/>
                    </a:lnTo>
                    <a:lnTo>
                      <a:pt x="3565" y="0"/>
                    </a:lnTo>
                    <a:lnTo>
                      <a:pt x="504" y="84"/>
                    </a:lnTo>
                    <a:lnTo>
                      <a:pt x="504" y="84"/>
                    </a:lnTo>
                    <a:lnTo>
                      <a:pt x="294" y="126"/>
                    </a:lnTo>
                    <a:lnTo>
                      <a:pt x="169" y="252"/>
                    </a:lnTo>
                    <a:lnTo>
                      <a:pt x="43" y="419"/>
                    </a:lnTo>
                    <a:lnTo>
                      <a:pt x="1" y="629"/>
                    </a:lnTo>
                    <a:lnTo>
                      <a:pt x="1" y="629"/>
                    </a:lnTo>
                    <a:lnTo>
                      <a:pt x="85" y="797"/>
                    </a:lnTo>
                    <a:lnTo>
                      <a:pt x="169" y="965"/>
                    </a:lnTo>
                    <a:lnTo>
                      <a:pt x="336" y="1090"/>
                    </a:lnTo>
                    <a:lnTo>
                      <a:pt x="546" y="1090"/>
                    </a:lnTo>
                    <a:lnTo>
                      <a:pt x="546" y="1090"/>
                    </a:lnTo>
                    <a:lnTo>
                      <a:pt x="546" y="1090"/>
                    </a:lnTo>
                    <a:lnTo>
                      <a:pt x="3607" y="1007"/>
                    </a:lnTo>
                    <a:lnTo>
                      <a:pt x="3607" y="1007"/>
                    </a:lnTo>
                    <a:lnTo>
                      <a:pt x="3775" y="965"/>
                    </a:lnTo>
                    <a:lnTo>
                      <a:pt x="3943" y="839"/>
                    </a:lnTo>
                    <a:lnTo>
                      <a:pt x="4069" y="671"/>
                    </a:lnTo>
                    <a:lnTo>
                      <a:pt x="4111" y="503"/>
                    </a:lnTo>
                    <a:lnTo>
                      <a:pt x="4111" y="503"/>
                    </a:lnTo>
                    <a:lnTo>
                      <a:pt x="4027" y="294"/>
                    </a:lnTo>
                    <a:lnTo>
                      <a:pt x="3943" y="126"/>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278;p17">
                <a:extLst>
                  <a:ext uri="{FF2B5EF4-FFF2-40B4-BE49-F238E27FC236}">
                    <a16:creationId xmlns:a16="http://schemas.microsoft.com/office/drawing/2014/main" id="{F8C9A4B3-4A31-4488-42C6-64668E5D1EB8}"/>
                  </a:ext>
                </a:extLst>
              </p:cNvPr>
              <p:cNvSpPr/>
              <p:nvPr/>
            </p:nvSpPr>
            <p:spPr>
              <a:xfrm>
                <a:off x="6659433" y="3832594"/>
                <a:ext cx="79050" cy="21195"/>
              </a:xfrm>
              <a:custGeom>
                <a:avLst/>
                <a:gdLst/>
                <a:ahLst/>
                <a:cxnLst/>
                <a:rect l="l" t="t" r="r" b="b"/>
                <a:pathLst>
                  <a:path w="4069" h="1091" fill="none" extrusionOk="0">
                    <a:moveTo>
                      <a:pt x="504" y="0"/>
                    </a:moveTo>
                    <a:lnTo>
                      <a:pt x="504" y="0"/>
                    </a:lnTo>
                    <a:lnTo>
                      <a:pt x="294" y="0"/>
                    </a:lnTo>
                    <a:lnTo>
                      <a:pt x="126" y="126"/>
                    </a:lnTo>
                    <a:lnTo>
                      <a:pt x="42" y="294"/>
                    </a:lnTo>
                    <a:lnTo>
                      <a:pt x="0" y="462"/>
                    </a:lnTo>
                    <a:lnTo>
                      <a:pt x="0" y="462"/>
                    </a:lnTo>
                    <a:lnTo>
                      <a:pt x="42" y="671"/>
                    </a:lnTo>
                    <a:lnTo>
                      <a:pt x="126" y="839"/>
                    </a:lnTo>
                    <a:lnTo>
                      <a:pt x="294" y="965"/>
                    </a:lnTo>
                    <a:lnTo>
                      <a:pt x="504" y="1007"/>
                    </a:lnTo>
                    <a:lnTo>
                      <a:pt x="504" y="1007"/>
                    </a:lnTo>
                    <a:lnTo>
                      <a:pt x="3523" y="1091"/>
                    </a:lnTo>
                    <a:lnTo>
                      <a:pt x="3565" y="1091"/>
                    </a:lnTo>
                    <a:lnTo>
                      <a:pt x="3565" y="1091"/>
                    </a:lnTo>
                    <a:lnTo>
                      <a:pt x="3733" y="1049"/>
                    </a:lnTo>
                    <a:lnTo>
                      <a:pt x="3900" y="923"/>
                    </a:lnTo>
                    <a:lnTo>
                      <a:pt x="4026" y="755"/>
                    </a:lnTo>
                    <a:lnTo>
                      <a:pt x="4068" y="587"/>
                    </a:lnTo>
                    <a:lnTo>
                      <a:pt x="4068" y="587"/>
                    </a:lnTo>
                    <a:lnTo>
                      <a:pt x="4026" y="378"/>
                    </a:lnTo>
                    <a:lnTo>
                      <a:pt x="3900" y="210"/>
                    </a:lnTo>
                    <a:lnTo>
                      <a:pt x="3775" y="84"/>
                    </a:lnTo>
                    <a:lnTo>
                      <a:pt x="3565" y="42"/>
                    </a:lnTo>
                    <a:lnTo>
                      <a:pt x="3565"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279;p17">
                <a:extLst>
                  <a:ext uri="{FF2B5EF4-FFF2-40B4-BE49-F238E27FC236}">
                    <a16:creationId xmlns:a16="http://schemas.microsoft.com/office/drawing/2014/main" id="{E57DA103-9A19-D926-E3C7-63B397A19C89}"/>
                  </a:ext>
                </a:extLst>
              </p:cNvPr>
              <p:cNvSpPr/>
              <p:nvPr/>
            </p:nvSpPr>
            <p:spPr>
              <a:xfrm>
                <a:off x="6303413" y="3831778"/>
                <a:ext cx="79050" cy="20379"/>
              </a:xfrm>
              <a:custGeom>
                <a:avLst/>
                <a:gdLst/>
                <a:ahLst/>
                <a:cxnLst/>
                <a:rect l="l" t="t" r="r" b="b"/>
                <a:pathLst>
                  <a:path w="4069" h="1049" fill="none" extrusionOk="0">
                    <a:moveTo>
                      <a:pt x="3565" y="0"/>
                    </a:moveTo>
                    <a:lnTo>
                      <a:pt x="3565" y="0"/>
                    </a:lnTo>
                    <a:lnTo>
                      <a:pt x="3565" y="0"/>
                    </a:lnTo>
                    <a:lnTo>
                      <a:pt x="504" y="42"/>
                    </a:lnTo>
                    <a:lnTo>
                      <a:pt x="504" y="42"/>
                    </a:lnTo>
                    <a:lnTo>
                      <a:pt x="294" y="84"/>
                    </a:lnTo>
                    <a:lnTo>
                      <a:pt x="168" y="210"/>
                    </a:lnTo>
                    <a:lnTo>
                      <a:pt x="42" y="378"/>
                    </a:lnTo>
                    <a:lnTo>
                      <a:pt x="0" y="545"/>
                    </a:lnTo>
                    <a:lnTo>
                      <a:pt x="0" y="545"/>
                    </a:lnTo>
                    <a:lnTo>
                      <a:pt x="42" y="755"/>
                    </a:lnTo>
                    <a:lnTo>
                      <a:pt x="168" y="923"/>
                    </a:lnTo>
                    <a:lnTo>
                      <a:pt x="336" y="1007"/>
                    </a:lnTo>
                    <a:lnTo>
                      <a:pt x="504" y="1049"/>
                    </a:lnTo>
                    <a:lnTo>
                      <a:pt x="546" y="1049"/>
                    </a:lnTo>
                    <a:lnTo>
                      <a:pt x="546" y="1049"/>
                    </a:lnTo>
                    <a:lnTo>
                      <a:pt x="3565" y="1007"/>
                    </a:lnTo>
                    <a:lnTo>
                      <a:pt x="3565" y="1007"/>
                    </a:lnTo>
                    <a:lnTo>
                      <a:pt x="3775" y="965"/>
                    </a:lnTo>
                    <a:lnTo>
                      <a:pt x="3942" y="839"/>
                    </a:lnTo>
                    <a:lnTo>
                      <a:pt x="4026" y="671"/>
                    </a:lnTo>
                    <a:lnTo>
                      <a:pt x="4068" y="504"/>
                    </a:lnTo>
                    <a:lnTo>
                      <a:pt x="4068" y="504"/>
                    </a:lnTo>
                    <a:lnTo>
                      <a:pt x="4026" y="294"/>
                    </a:lnTo>
                    <a:lnTo>
                      <a:pt x="3942" y="126"/>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280;p17">
                <a:extLst>
                  <a:ext uri="{FF2B5EF4-FFF2-40B4-BE49-F238E27FC236}">
                    <a16:creationId xmlns:a16="http://schemas.microsoft.com/office/drawing/2014/main" id="{3D8A9894-E79E-91E8-44A1-AA5155608300}"/>
                  </a:ext>
                </a:extLst>
              </p:cNvPr>
              <p:cNvSpPr/>
              <p:nvPr/>
            </p:nvSpPr>
            <p:spPr>
              <a:xfrm>
                <a:off x="6540481" y="3830962"/>
                <a:ext cx="79050" cy="20379"/>
              </a:xfrm>
              <a:custGeom>
                <a:avLst/>
                <a:gdLst/>
                <a:ahLst/>
                <a:cxnLst/>
                <a:rect l="l" t="t" r="r" b="b"/>
                <a:pathLst>
                  <a:path w="4069" h="1049" fill="none" extrusionOk="0">
                    <a:moveTo>
                      <a:pt x="504" y="0"/>
                    </a:moveTo>
                    <a:lnTo>
                      <a:pt x="504" y="0"/>
                    </a:lnTo>
                    <a:lnTo>
                      <a:pt x="504" y="0"/>
                    </a:lnTo>
                    <a:lnTo>
                      <a:pt x="336" y="42"/>
                    </a:lnTo>
                    <a:lnTo>
                      <a:pt x="168" y="126"/>
                    </a:lnTo>
                    <a:lnTo>
                      <a:pt x="43" y="294"/>
                    </a:lnTo>
                    <a:lnTo>
                      <a:pt x="1" y="504"/>
                    </a:lnTo>
                    <a:lnTo>
                      <a:pt x="1" y="504"/>
                    </a:lnTo>
                    <a:lnTo>
                      <a:pt x="43" y="671"/>
                    </a:lnTo>
                    <a:lnTo>
                      <a:pt x="168" y="839"/>
                    </a:lnTo>
                    <a:lnTo>
                      <a:pt x="336" y="965"/>
                    </a:lnTo>
                    <a:lnTo>
                      <a:pt x="504" y="1007"/>
                    </a:lnTo>
                    <a:lnTo>
                      <a:pt x="504" y="1007"/>
                    </a:lnTo>
                    <a:lnTo>
                      <a:pt x="3565" y="1049"/>
                    </a:lnTo>
                    <a:lnTo>
                      <a:pt x="3565" y="1049"/>
                    </a:lnTo>
                    <a:lnTo>
                      <a:pt x="3565" y="1049"/>
                    </a:lnTo>
                    <a:lnTo>
                      <a:pt x="3775" y="1007"/>
                    </a:lnTo>
                    <a:lnTo>
                      <a:pt x="3943" y="881"/>
                    </a:lnTo>
                    <a:lnTo>
                      <a:pt x="4027" y="713"/>
                    </a:lnTo>
                    <a:lnTo>
                      <a:pt x="4068" y="546"/>
                    </a:lnTo>
                    <a:lnTo>
                      <a:pt x="4068" y="546"/>
                    </a:lnTo>
                    <a:lnTo>
                      <a:pt x="4027" y="336"/>
                    </a:lnTo>
                    <a:lnTo>
                      <a:pt x="3943" y="168"/>
                    </a:lnTo>
                    <a:lnTo>
                      <a:pt x="3775" y="42"/>
                    </a:lnTo>
                    <a:lnTo>
                      <a:pt x="3565" y="0"/>
                    </a:lnTo>
                    <a:lnTo>
                      <a:pt x="3565"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281;p17">
                <a:extLst>
                  <a:ext uri="{FF2B5EF4-FFF2-40B4-BE49-F238E27FC236}">
                    <a16:creationId xmlns:a16="http://schemas.microsoft.com/office/drawing/2014/main" id="{82B78A2C-31C0-D184-9145-68DA090A5783}"/>
                  </a:ext>
                </a:extLst>
              </p:cNvPr>
              <p:cNvSpPr/>
              <p:nvPr/>
            </p:nvSpPr>
            <p:spPr>
              <a:xfrm>
                <a:off x="6422365" y="3830146"/>
                <a:ext cx="79031" cy="20379"/>
              </a:xfrm>
              <a:custGeom>
                <a:avLst/>
                <a:gdLst/>
                <a:ahLst/>
                <a:cxnLst/>
                <a:rect l="l" t="t" r="r" b="b"/>
                <a:pathLst>
                  <a:path w="4068" h="1049" fill="none" extrusionOk="0">
                    <a:moveTo>
                      <a:pt x="3565" y="0"/>
                    </a:moveTo>
                    <a:lnTo>
                      <a:pt x="3565" y="0"/>
                    </a:lnTo>
                    <a:lnTo>
                      <a:pt x="3565" y="0"/>
                    </a:lnTo>
                    <a:lnTo>
                      <a:pt x="503" y="42"/>
                    </a:lnTo>
                    <a:lnTo>
                      <a:pt x="503" y="42"/>
                    </a:lnTo>
                    <a:lnTo>
                      <a:pt x="294" y="84"/>
                    </a:lnTo>
                    <a:lnTo>
                      <a:pt x="126" y="168"/>
                    </a:lnTo>
                    <a:lnTo>
                      <a:pt x="42" y="336"/>
                    </a:lnTo>
                    <a:lnTo>
                      <a:pt x="0" y="546"/>
                    </a:lnTo>
                    <a:lnTo>
                      <a:pt x="0" y="546"/>
                    </a:lnTo>
                    <a:lnTo>
                      <a:pt x="42" y="755"/>
                    </a:lnTo>
                    <a:lnTo>
                      <a:pt x="126" y="881"/>
                    </a:lnTo>
                    <a:lnTo>
                      <a:pt x="294" y="1007"/>
                    </a:lnTo>
                    <a:lnTo>
                      <a:pt x="503" y="1049"/>
                    </a:lnTo>
                    <a:lnTo>
                      <a:pt x="503" y="1049"/>
                    </a:lnTo>
                    <a:lnTo>
                      <a:pt x="503" y="1049"/>
                    </a:lnTo>
                    <a:lnTo>
                      <a:pt x="3565" y="1049"/>
                    </a:lnTo>
                    <a:lnTo>
                      <a:pt x="3565" y="1049"/>
                    </a:lnTo>
                    <a:lnTo>
                      <a:pt x="3732" y="1007"/>
                    </a:lnTo>
                    <a:lnTo>
                      <a:pt x="3900" y="881"/>
                    </a:lnTo>
                    <a:lnTo>
                      <a:pt x="4026" y="713"/>
                    </a:lnTo>
                    <a:lnTo>
                      <a:pt x="4068" y="546"/>
                    </a:lnTo>
                    <a:lnTo>
                      <a:pt x="4068" y="546"/>
                    </a:lnTo>
                    <a:lnTo>
                      <a:pt x="4026" y="336"/>
                    </a:lnTo>
                    <a:lnTo>
                      <a:pt x="3900" y="168"/>
                    </a:lnTo>
                    <a:lnTo>
                      <a:pt x="3732"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282;p17">
                <a:extLst>
                  <a:ext uri="{FF2B5EF4-FFF2-40B4-BE49-F238E27FC236}">
                    <a16:creationId xmlns:a16="http://schemas.microsoft.com/office/drawing/2014/main" id="{1807F89A-97C6-347F-5AD9-7605697CCCE2}"/>
                  </a:ext>
                </a:extLst>
              </p:cNvPr>
              <p:cNvSpPr/>
              <p:nvPr/>
            </p:nvSpPr>
            <p:spPr>
              <a:xfrm>
                <a:off x="7347849" y="3796751"/>
                <a:ext cx="19563" cy="79031"/>
              </a:xfrm>
              <a:custGeom>
                <a:avLst/>
                <a:gdLst/>
                <a:ahLst/>
                <a:cxnLst/>
                <a:rect l="l" t="t" r="r" b="b"/>
                <a:pathLst>
                  <a:path w="1007" h="4068" fill="none" extrusionOk="0">
                    <a:moveTo>
                      <a:pt x="503" y="0"/>
                    </a:moveTo>
                    <a:lnTo>
                      <a:pt x="503" y="0"/>
                    </a:lnTo>
                    <a:lnTo>
                      <a:pt x="294" y="42"/>
                    </a:lnTo>
                    <a:lnTo>
                      <a:pt x="168" y="126"/>
                    </a:lnTo>
                    <a:lnTo>
                      <a:pt x="42" y="294"/>
                    </a:lnTo>
                    <a:lnTo>
                      <a:pt x="0" y="503"/>
                    </a:lnTo>
                    <a:lnTo>
                      <a:pt x="0" y="3565"/>
                    </a:lnTo>
                    <a:lnTo>
                      <a:pt x="0" y="3565"/>
                    </a:lnTo>
                    <a:lnTo>
                      <a:pt x="42" y="3732"/>
                    </a:lnTo>
                    <a:lnTo>
                      <a:pt x="168" y="3900"/>
                    </a:lnTo>
                    <a:lnTo>
                      <a:pt x="294" y="4026"/>
                    </a:lnTo>
                    <a:lnTo>
                      <a:pt x="503" y="4068"/>
                    </a:lnTo>
                    <a:lnTo>
                      <a:pt x="503" y="4068"/>
                    </a:lnTo>
                    <a:lnTo>
                      <a:pt x="713" y="4026"/>
                    </a:lnTo>
                    <a:lnTo>
                      <a:pt x="881" y="3900"/>
                    </a:lnTo>
                    <a:lnTo>
                      <a:pt x="965" y="3732"/>
                    </a:lnTo>
                    <a:lnTo>
                      <a:pt x="1006" y="3565"/>
                    </a:lnTo>
                    <a:lnTo>
                      <a:pt x="1006" y="503"/>
                    </a:lnTo>
                    <a:lnTo>
                      <a:pt x="1006" y="503"/>
                    </a:lnTo>
                    <a:lnTo>
                      <a:pt x="965" y="294"/>
                    </a:lnTo>
                    <a:lnTo>
                      <a:pt x="881" y="126"/>
                    </a:lnTo>
                    <a:lnTo>
                      <a:pt x="713" y="42"/>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283;p17">
                <a:extLst>
                  <a:ext uri="{FF2B5EF4-FFF2-40B4-BE49-F238E27FC236}">
                    <a16:creationId xmlns:a16="http://schemas.microsoft.com/office/drawing/2014/main" id="{3C0C0CF6-28A4-FCC7-6644-C452AED57910}"/>
                  </a:ext>
                </a:extLst>
              </p:cNvPr>
              <p:cNvSpPr/>
              <p:nvPr/>
            </p:nvSpPr>
            <p:spPr>
              <a:xfrm>
                <a:off x="2062161" y="3777187"/>
                <a:ext cx="57855" cy="64383"/>
              </a:xfrm>
              <a:custGeom>
                <a:avLst/>
                <a:gdLst/>
                <a:ahLst/>
                <a:cxnLst/>
                <a:rect l="l" t="t" r="r" b="b"/>
                <a:pathLst>
                  <a:path w="2978" h="3314" fill="none" extrusionOk="0">
                    <a:moveTo>
                      <a:pt x="2474" y="1"/>
                    </a:moveTo>
                    <a:lnTo>
                      <a:pt x="2474" y="1"/>
                    </a:lnTo>
                    <a:lnTo>
                      <a:pt x="2265" y="43"/>
                    </a:lnTo>
                    <a:lnTo>
                      <a:pt x="2181" y="84"/>
                    </a:lnTo>
                    <a:lnTo>
                      <a:pt x="2097" y="168"/>
                    </a:lnTo>
                    <a:lnTo>
                      <a:pt x="2097" y="168"/>
                    </a:lnTo>
                    <a:lnTo>
                      <a:pt x="126" y="2475"/>
                    </a:lnTo>
                    <a:lnTo>
                      <a:pt x="126" y="2475"/>
                    </a:lnTo>
                    <a:lnTo>
                      <a:pt x="0" y="2643"/>
                    </a:lnTo>
                    <a:lnTo>
                      <a:pt x="0" y="2852"/>
                    </a:lnTo>
                    <a:lnTo>
                      <a:pt x="42" y="3020"/>
                    </a:lnTo>
                    <a:lnTo>
                      <a:pt x="168" y="3188"/>
                    </a:lnTo>
                    <a:lnTo>
                      <a:pt x="168" y="3188"/>
                    </a:lnTo>
                    <a:lnTo>
                      <a:pt x="294" y="3272"/>
                    </a:lnTo>
                    <a:lnTo>
                      <a:pt x="503" y="3314"/>
                    </a:lnTo>
                    <a:lnTo>
                      <a:pt x="503" y="3314"/>
                    </a:lnTo>
                    <a:lnTo>
                      <a:pt x="713" y="3272"/>
                    </a:lnTo>
                    <a:lnTo>
                      <a:pt x="881" y="3146"/>
                    </a:lnTo>
                    <a:lnTo>
                      <a:pt x="881" y="3146"/>
                    </a:lnTo>
                    <a:lnTo>
                      <a:pt x="2894" y="839"/>
                    </a:lnTo>
                    <a:lnTo>
                      <a:pt x="2894" y="839"/>
                    </a:lnTo>
                    <a:lnTo>
                      <a:pt x="2977" y="672"/>
                    </a:lnTo>
                    <a:lnTo>
                      <a:pt x="2977" y="462"/>
                    </a:lnTo>
                    <a:lnTo>
                      <a:pt x="2936" y="294"/>
                    </a:lnTo>
                    <a:lnTo>
                      <a:pt x="2810" y="126"/>
                    </a:lnTo>
                    <a:lnTo>
                      <a:pt x="2810" y="126"/>
                    </a:lnTo>
                    <a:lnTo>
                      <a:pt x="2684" y="43"/>
                    </a:lnTo>
                    <a:lnTo>
                      <a:pt x="247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284;p17">
                <a:extLst>
                  <a:ext uri="{FF2B5EF4-FFF2-40B4-BE49-F238E27FC236}">
                    <a16:creationId xmlns:a16="http://schemas.microsoft.com/office/drawing/2014/main" id="{0096BEFB-8E2E-B62F-2314-EB4C26758F1B}"/>
                  </a:ext>
                </a:extLst>
              </p:cNvPr>
              <p:cNvSpPr/>
              <p:nvPr/>
            </p:nvSpPr>
            <p:spPr>
              <a:xfrm>
                <a:off x="2138742" y="3685939"/>
                <a:ext cx="57039" cy="65199"/>
              </a:xfrm>
              <a:custGeom>
                <a:avLst/>
                <a:gdLst/>
                <a:ahLst/>
                <a:cxnLst/>
                <a:rect l="l" t="t" r="r" b="b"/>
                <a:pathLst>
                  <a:path w="2936" h="3356" fill="none" extrusionOk="0">
                    <a:moveTo>
                      <a:pt x="2432" y="1"/>
                    </a:moveTo>
                    <a:lnTo>
                      <a:pt x="2432" y="1"/>
                    </a:lnTo>
                    <a:lnTo>
                      <a:pt x="2181" y="43"/>
                    </a:lnTo>
                    <a:lnTo>
                      <a:pt x="2097" y="85"/>
                    </a:lnTo>
                    <a:lnTo>
                      <a:pt x="2013" y="169"/>
                    </a:lnTo>
                    <a:lnTo>
                      <a:pt x="2013" y="169"/>
                    </a:lnTo>
                    <a:lnTo>
                      <a:pt x="126" y="2559"/>
                    </a:lnTo>
                    <a:lnTo>
                      <a:pt x="126" y="2559"/>
                    </a:lnTo>
                    <a:lnTo>
                      <a:pt x="0" y="2727"/>
                    </a:lnTo>
                    <a:lnTo>
                      <a:pt x="0" y="2936"/>
                    </a:lnTo>
                    <a:lnTo>
                      <a:pt x="42" y="3104"/>
                    </a:lnTo>
                    <a:lnTo>
                      <a:pt x="168" y="3272"/>
                    </a:lnTo>
                    <a:lnTo>
                      <a:pt x="168" y="3272"/>
                    </a:lnTo>
                    <a:lnTo>
                      <a:pt x="335" y="3356"/>
                    </a:lnTo>
                    <a:lnTo>
                      <a:pt x="503" y="3356"/>
                    </a:lnTo>
                    <a:lnTo>
                      <a:pt x="503" y="3356"/>
                    </a:lnTo>
                    <a:lnTo>
                      <a:pt x="713" y="3314"/>
                    </a:lnTo>
                    <a:lnTo>
                      <a:pt x="797" y="3272"/>
                    </a:lnTo>
                    <a:lnTo>
                      <a:pt x="881" y="3188"/>
                    </a:lnTo>
                    <a:lnTo>
                      <a:pt x="881" y="3188"/>
                    </a:lnTo>
                    <a:lnTo>
                      <a:pt x="2810" y="798"/>
                    </a:lnTo>
                    <a:lnTo>
                      <a:pt x="2810" y="798"/>
                    </a:lnTo>
                    <a:lnTo>
                      <a:pt x="2894" y="630"/>
                    </a:lnTo>
                    <a:lnTo>
                      <a:pt x="2936" y="420"/>
                    </a:lnTo>
                    <a:lnTo>
                      <a:pt x="2852" y="252"/>
                    </a:lnTo>
                    <a:lnTo>
                      <a:pt x="2726" y="85"/>
                    </a:lnTo>
                    <a:lnTo>
                      <a:pt x="2726" y="85"/>
                    </a:lnTo>
                    <a:lnTo>
                      <a:pt x="2600" y="1"/>
                    </a:lnTo>
                    <a:lnTo>
                      <a:pt x="2432"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285;p17">
                <a:extLst>
                  <a:ext uri="{FF2B5EF4-FFF2-40B4-BE49-F238E27FC236}">
                    <a16:creationId xmlns:a16="http://schemas.microsoft.com/office/drawing/2014/main" id="{207486AE-D273-DEF5-759D-E698B64D8376}"/>
                  </a:ext>
                </a:extLst>
              </p:cNvPr>
              <p:cNvSpPr/>
              <p:nvPr/>
            </p:nvSpPr>
            <p:spPr>
              <a:xfrm>
                <a:off x="7347849" y="3677799"/>
                <a:ext cx="19563" cy="79050"/>
              </a:xfrm>
              <a:custGeom>
                <a:avLst/>
                <a:gdLst/>
                <a:ahLst/>
                <a:cxnLst/>
                <a:rect l="l" t="t" r="r" b="b"/>
                <a:pathLst>
                  <a:path w="1007" h="4069" fill="none" extrusionOk="0">
                    <a:moveTo>
                      <a:pt x="503" y="0"/>
                    </a:moveTo>
                    <a:lnTo>
                      <a:pt x="503" y="0"/>
                    </a:lnTo>
                    <a:lnTo>
                      <a:pt x="294" y="42"/>
                    </a:lnTo>
                    <a:lnTo>
                      <a:pt x="168" y="168"/>
                    </a:lnTo>
                    <a:lnTo>
                      <a:pt x="42" y="336"/>
                    </a:lnTo>
                    <a:lnTo>
                      <a:pt x="0" y="504"/>
                    </a:lnTo>
                    <a:lnTo>
                      <a:pt x="0" y="3565"/>
                    </a:lnTo>
                    <a:lnTo>
                      <a:pt x="0" y="3565"/>
                    </a:lnTo>
                    <a:lnTo>
                      <a:pt x="42" y="3775"/>
                    </a:lnTo>
                    <a:lnTo>
                      <a:pt x="168" y="3942"/>
                    </a:lnTo>
                    <a:lnTo>
                      <a:pt x="294" y="4026"/>
                    </a:lnTo>
                    <a:lnTo>
                      <a:pt x="503" y="4068"/>
                    </a:lnTo>
                    <a:lnTo>
                      <a:pt x="503" y="4068"/>
                    </a:lnTo>
                    <a:lnTo>
                      <a:pt x="713" y="4026"/>
                    </a:lnTo>
                    <a:lnTo>
                      <a:pt x="881" y="3942"/>
                    </a:lnTo>
                    <a:lnTo>
                      <a:pt x="965" y="3775"/>
                    </a:lnTo>
                    <a:lnTo>
                      <a:pt x="1006" y="3565"/>
                    </a:lnTo>
                    <a:lnTo>
                      <a:pt x="1006" y="504"/>
                    </a:lnTo>
                    <a:lnTo>
                      <a:pt x="1006" y="504"/>
                    </a:lnTo>
                    <a:lnTo>
                      <a:pt x="965" y="336"/>
                    </a:lnTo>
                    <a:lnTo>
                      <a:pt x="881" y="168"/>
                    </a:lnTo>
                    <a:lnTo>
                      <a:pt x="713" y="42"/>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286;p17">
                <a:extLst>
                  <a:ext uri="{FF2B5EF4-FFF2-40B4-BE49-F238E27FC236}">
                    <a16:creationId xmlns:a16="http://schemas.microsoft.com/office/drawing/2014/main" id="{DF56815E-9142-F814-48EF-E4226F37A51A}"/>
                  </a:ext>
                </a:extLst>
              </p:cNvPr>
              <p:cNvSpPr/>
              <p:nvPr/>
            </p:nvSpPr>
            <p:spPr>
              <a:xfrm>
                <a:off x="2212060" y="3590629"/>
                <a:ext cx="54591" cy="67647"/>
              </a:xfrm>
              <a:custGeom>
                <a:avLst/>
                <a:gdLst/>
                <a:ahLst/>
                <a:cxnLst/>
                <a:rect l="l" t="t" r="r" b="b"/>
                <a:pathLst>
                  <a:path w="2810" h="3482" fill="none" extrusionOk="0">
                    <a:moveTo>
                      <a:pt x="2307" y="0"/>
                    </a:moveTo>
                    <a:lnTo>
                      <a:pt x="2307" y="0"/>
                    </a:lnTo>
                    <a:lnTo>
                      <a:pt x="2223" y="42"/>
                    </a:lnTo>
                    <a:lnTo>
                      <a:pt x="2097" y="84"/>
                    </a:lnTo>
                    <a:lnTo>
                      <a:pt x="2013" y="126"/>
                    </a:lnTo>
                    <a:lnTo>
                      <a:pt x="1929" y="210"/>
                    </a:lnTo>
                    <a:lnTo>
                      <a:pt x="1929" y="210"/>
                    </a:lnTo>
                    <a:lnTo>
                      <a:pt x="84" y="2684"/>
                    </a:lnTo>
                    <a:lnTo>
                      <a:pt x="84" y="2684"/>
                    </a:lnTo>
                    <a:lnTo>
                      <a:pt x="0" y="2852"/>
                    </a:lnTo>
                    <a:lnTo>
                      <a:pt x="0" y="3062"/>
                    </a:lnTo>
                    <a:lnTo>
                      <a:pt x="84" y="3229"/>
                    </a:lnTo>
                    <a:lnTo>
                      <a:pt x="210" y="3397"/>
                    </a:lnTo>
                    <a:lnTo>
                      <a:pt x="210" y="3397"/>
                    </a:lnTo>
                    <a:lnTo>
                      <a:pt x="336" y="3481"/>
                    </a:lnTo>
                    <a:lnTo>
                      <a:pt x="503" y="3481"/>
                    </a:lnTo>
                    <a:lnTo>
                      <a:pt x="503" y="3481"/>
                    </a:lnTo>
                    <a:lnTo>
                      <a:pt x="629" y="3481"/>
                    </a:lnTo>
                    <a:lnTo>
                      <a:pt x="713" y="3439"/>
                    </a:lnTo>
                    <a:lnTo>
                      <a:pt x="839" y="3355"/>
                    </a:lnTo>
                    <a:lnTo>
                      <a:pt x="923" y="3271"/>
                    </a:lnTo>
                    <a:lnTo>
                      <a:pt x="923" y="3271"/>
                    </a:lnTo>
                    <a:lnTo>
                      <a:pt x="2726" y="797"/>
                    </a:lnTo>
                    <a:lnTo>
                      <a:pt x="2726" y="797"/>
                    </a:lnTo>
                    <a:lnTo>
                      <a:pt x="2810" y="629"/>
                    </a:lnTo>
                    <a:lnTo>
                      <a:pt x="2810" y="420"/>
                    </a:lnTo>
                    <a:lnTo>
                      <a:pt x="2768" y="252"/>
                    </a:lnTo>
                    <a:lnTo>
                      <a:pt x="2600" y="126"/>
                    </a:lnTo>
                    <a:lnTo>
                      <a:pt x="2600" y="126"/>
                    </a:lnTo>
                    <a:lnTo>
                      <a:pt x="2474" y="42"/>
                    </a:lnTo>
                    <a:lnTo>
                      <a:pt x="2307"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287;p17">
                <a:extLst>
                  <a:ext uri="{FF2B5EF4-FFF2-40B4-BE49-F238E27FC236}">
                    <a16:creationId xmlns:a16="http://schemas.microsoft.com/office/drawing/2014/main" id="{2C96BA2B-5CDC-699F-EDF9-B4BA264A39C2}"/>
                  </a:ext>
                </a:extLst>
              </p:cNvPr>
              <p:cNvSpPr/>
              <p:nvPr/>
            </p:nvSpPr>
            <p:spPr>
              <a:xfrm>
                <a:off x="7347849" y="3559663"/>
                <a:ext cx="19563" cy="79050"/>
              </a:xfrm>
              <a:custGeom>
                <a:avLst/>
                <a:gdLst/>
                <a:ahLst/>
                <a:cxnLst/>
                <a:rect l="l" t="t" r="r" b="b"/>
                <a:pathLst>
                  <a:path w="1007" h="4069" fill="none" extrusionOk="0">
                    <a:moveTo>
                      <a:pt x="503" y="1"/>
                    </a:moveTo>
                    <a:lnTo>
                      <a:pt x="503" y="1"/>
                    </a:lnTo>
                    <a:lnTo>
                      <a:pt x="294" y="43"/>
                    </a:lnTo>
                    <a:lnTo>
                      <a:pt x="168" y="127"/>
                    </a:lnTo>
                    <a:lnTo>
                      <a:pt x="42" y="294"/>
                    </a:lnTo>
                    <a:lnTo>
                      <a:pt x="0" y="504"/>
                    </a:lnTo>
                    <a:lnTo>
                      <a:pt x="0" y="3565"/>
                    </a:lnTo>
                    <a:lnTo>
                      <a:pt x="0" y="3565"/>
                    </a:lnTo>
                    <a:lnTo>
                      <a:pt x="42" y="3733"/>
                    </a:lnTo>
                    <a:lnTo>
                      <a:pt x="168" y="3901"/>
                    </a:lnTo>
                    <a:lnTo>
                      <a:pt x="294" y="4027"/>
                    </a:lnTo>
                    <a:lnTo>
                      <a:pt x="503" y="4069"/>
                    </a:lnTo>
                    <a:lnTo>
                      <a:pt x="503" y="4069"/>
                    </a:lnTo>
                    <a:lnTo>
                      <a:pt x="713" y="4027"/>
                    </a:lnTo>
                    <a:lnTo>
                      <a:pt x="881" y="3901"/>
                    </a:lnTo>
                    <a:lnTo>
                      <a:pt x="965" y="3733"/>
                    </a:lnTo>
                    <a:lnTo>
                      <a:pt x="1006" y="3565"/>
                    </a:lnTo>
                    <a:lnTo>
                      <a:pt x="1006" y="504"/>
                    </a:lnTo>
                    <a:lnTo>
                      <a:pt x="1006" y="504"/>
                    </a:lnTo>
                    <a:lnTo>
                      <a:pt x="965" y="294"/>
                    </a:lnTo>
                    <a:lnTo>
                      <a:pt x="881" y="127"/>
                    </a:lnTo>
                    <a:lnTo>
                      <a:pt x="713"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288;p17">
                <a:extLst>
                  <a:ext uri="{FF2B5EF4-FFF2-40B4-BE49-F238E27FC236}">
                    <a16:creationId xmlns:a16="http://schemas.microsoft.com/office/drawing/2014/main" id="{974A6631-798F-2505-58D6-4D602A963D5F}"/>
                  </a:ext>
                </a:extLst>
              </p:cNvPr>
              <p:cNvSpPr/>
              <p:nvPr/>
            </p:nvSpPr>
            <p:spPr>
              <a:xfrm>
                <a:off x="2281298" y="3492872"/>
                <a:ext cx="52163" cy="69259"/>
              </a:xfrm>
              <a:custGeom>
                <a:avLst/>
                <a:gdLst/>
                <a:ahLst/>
                <a:cxnLst/>
                <a:rect l="l" t="t" r="r" b="b"/>
                <a:pathLst>
                  <a:path w="2685" h="3565" fill="none" extrusionOk="0">
                    <a:moveTo>
                      <a:pt x="2181" y="0"/>
                    </a:moveTo>
                    <a:lnTo>
                      <a:pt x="2181" y="0"/>
                    </a:lnTo>
                    <a:lnTo>
                      <a:pt x="2056" y="0"/>
                    </a:lnTo>
                    <a:lnTo>
                      <a:pt x="1930" y="42"/>
                    </a:lnTo>
                    <a:lnTo>
                      <a:pt x="1804" y="126"/>
                    </a:lnTo>
                    <a:lnTo>
                      <a:pt x="1720" y="210"/>
                    </a:lnTo>
                    <a:lnTo>
                      <a:pt x="1469" y="671"/>
                    </a:lnTo>
                    <a:lnTo>
                      <a:pt x="1469" y="671"/>
                    </a:lnTo>
                    <a:lnTo>
                      <a:pt x="1091" y="1216"/>
                    </a:lnTo>
                    <a:lnTo>
                      <a:pt x="85" y="2768"/>
                    </a:lnTo>
                    <a:lnTo>
                      <a:pt x="85" y="2768"/>
                    </a:lnTo>
                    <a:lnTo>
                      <a:pt x="1" y="2936"/>
                    </a:lnTo>
                    <a:lnTo>
                      <a:pt x="1" y="3145"/>
                    </a:lnTo>
                    <a:lnTo>
                      <a:pt x="85" y="3313"/>
                    </a:lnTo>
                    <a:lnTo>
                      <a:pt x="210" y="3481"/>
                    </a:lnTo>
                    <a:lnTo>
                      <a:pt x="210" y="3481"/>
                    </a:lnTo>
                    <a:lnTo>
                      <a:pt x="378" y="3523"/>
                    </a:lnTo>
                    <a:lnTo>
                      <a:pt x="504" y="3565"/>
                    </a:lnTo>
                    <a:lnTo>
                      <a:pt x="504" y="3565"/>
                    </a:lnTo>
                    <a:lnTo>
                      <a:pt x="630" y="3565"/>
                    </a:lnTo>
                    <a:lnTo>
                      <a:pt x="756" y="3523"/>
                    </a:lnTo>
                    <a:lnTo>
                      <a:pt x="839" y="3439"/>
                    </a:lnTo>
                    <a:lnTo>
                      <a:pt x="923" y="3355"/>
                    </a:lnTo>
                    <a:lnTo>
                      <a:pt x="923" y="3355"/>
                    </a:lnTo>
                    <a:lnTo>
                      <a:pt x="1972" y="1761"/>
                    </a:lnTo>
                    <a:lnTo>
                      <a:pt x="2349" y="1174"/>
                    </a:lnTo>
                    <a:lnTo>
                      <a:pt x="2601" y="755"/>
                    </a:lnTo>
                    <a:lnTo>
                      <a:pt x="2601" y="755"/>
                    </a:lnTo>
                    <a:lnTo>
                      <a:pt x="2685" y="587"/>
                    </a:lnTo>
                    <a:lnTo>
                      <a:pt x="2685" y="378"/>
                    </a:lnTo>
                    <a:lnTo>
                      <a:pt x="2601" y="210"/>
                    </a:lnTo>
                    <a:lnTo>
                      <a:pt x="2433" y="42"/>
                    </a:lnTo>
                    <a:lnTo>
                      <a:pt x="2433" y="42"/>
                    </a:lnTo>
                    <a:lnTo>
                      <a:pt x="2307" y="0"/>
                    </a:lnTo>
                    <a:lnTo>
                      <a:pt x="2181"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289;p17">
                <a:extLst>
                  <a:ext uri="{FF2B5EF4-FFF2-40B4-BE49-F238E27FC236}">
                    <a16:creationId xmlns:a16="http://schemas.microsoft.com/office/drawing/2014/main" id="{EF7F7F15-12A3-8476-6A3F-06E939EEF055}"/>
                  </a:ext>
                </a:extLst>
              </p:cNvPr>
              <p:cNvSpPr/>
              <p:nvPr/>
            </p:nvSpPr>
            <p:spPr>
              <a:xfrm>
                <a:off x="7347849" y="3440730"/>
                <a:ext cx="19563" cy="79031"/>
              </a:xfrm>
              <a:custGeom>
                <a:avLst/>
                <a:gdLst/>
                <a:ahLst/>
                <a:cxnLst/>
                <a:rect l="l" t="t" r="r" b="b"/>
                <a:pathLst>
                  <a:path w="1007" h="4068" fill="none" extrusionOk="0">
                    <a:moveTo>
                      <a:pt x="503" y="0"/>
                    </a:moveTo>
                    <a:lnTo>
                      <a:pt x="503" y="0"/>
                    </a:lnTo>
                    <a:lnTo>
                      <a:pt x="294" y="42"/>
                    </a:lnTo>
                    <a:lnTo>
                      <a:pt x="168" y="168"/>
                    </a:lnTo>
                    <a:lnTo>
                      <a:pt x="42" y="336"/>
                    </a:lnTo>
                    <a:lnTo>
                      <a:pt x="0" y="503"/>
                    </a:lnTo>
                    <a:lnTo>
                      <a:pt x="0" y="3565"/>
                    </a:lnTo>
                    <a:lnTo>
                      <a:pt x="0" y="3565"/>
                    </a:lnTo>
                    <a:lnTo>
                      <a:pt x="42" y="3774"/>
                    </a:lnTo>
                    <a:lnTo>
                      <a:pt x="168" y="3942"/>
                    </a:lnTo>
                    <a:lnTo>
                      <a:pt x="294" y="4026"/>
                    </a:lnTo>
                    <a:lnTo>
                      <a:pt x="503" y="4068"/>
                    </a:lnTo>
                    <a:lnTo>
                      <a:pt x="503" y="4068"/>
                    </a:lnTo>
                    <a:lnTo>
                      <a:pt x="713" y="4026"/>
                    </a:lnTo>
                    <a:lnTo>
                      <a:pt x="881" y="3942"/>
                    </a:lnTo>
                    <a:lnTo>
                      <a:pt x="965" y="3774"/>
                    </a:lnTo>
                    <a:lnTo>
                      <a:pt x="1006" y="3565"/>
                    </a:lnTo>
                    <a:lnTo>
                      <a:pt x="1006" y="503"/>
                    </a:lnTo>
                    <a:lnTo>
                      <a:pt x="1006" y="503"/>
                    </a:lnTo>
                    <a:lnTo>
                      <a:pt x="965" y="336"/>
                    </a:lnTo>
                    <a:lnTo>
                      <a:pt x="881" y="168"/>
                    </a:lnTo>
                    <a:lnTo>
                      <a:pt x="713" y="42"/>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290;p17">
                <a:extLst>
                  <a:ext uri="{FF2B5EF4-FFF2-40B4-BE49-F238E27FC236}">
                    <a16:creationId xmlns:a16="http://schemas.microsoft.com/office/drawing/2014/main" id="{1BF8B20B-424C-BAAF-7DE8-79BD0B33BD2E}"/>
                  </a:ext>
                </a:extLst>
              </p:cNvPr>
              <p:cNvSpPr/>
              <p:nvPr/>
            </p:nvSpPr>
            <p:spPr>
              <a:xfrm>
                <a:off x="2276422" y="3405684"/>
                <a:ext cx="63567" cy="59506"/>
              </a:xfrm>
              <a:custGeom>
                <a:avLst/>
                <a:gdLst/>
                <a:ahLst/>
                <a:cxnLst/>
                <a:rect l="l" t="t" r="r" b="b"/>
                <a:pathLst>
                  <a:path w="3272" h="3063" fill="none" extrusionOk="0">
                    <a:moveTo>
                      <a:pt x="503" y="1"/>
                    </a:moveTo>
                    <a:lnTo>
                      <a:pt x="503" y="1"/>
                    </a:lnTo>
                    <a:lnTo>
                      <a:pt x="336" y="43"/>
                    </a:lnTo>
                    <a:lnTo>
                      <a:pt x="168" y="127"/>
                    </a:lnTo>
                    <a:lnTo>
                      <a:pt x="168" y="127"/>
                    </a:lnTo>
                    <a:lnTo>
                      <a:pt x="42" y="295"/>
                    </a:lnTo>
                    <a:lnTo>
                      <a:pt x="0" y="504"/>
                    </a:lnTo>
                    <a:lnTo>
                      <a:pt x="42" y="672"/>
                    </a:lnTo>
                    <a:lnTo>
                      <a:pt x="168" y="840"/>
                    </a:lnTo>
                    <a:lnTo>
                      <a:pt x="168" y="840"/>
                    </a:lnTo>
                    <a:lnTo>
                      <a:pt x="965" y="1636"/>
                    </a:lnTo>
                    <a:lnTo>
                      <a:pt x="1258" y="1930"/>
                    </a:lnTo>
                    <a:lnTo>
                      <a:pt x="2432" y="2936"/>
                    </a:lnTo>
                    <a:lnTo>
                      <a:pt x="2432" y="2936"/>
                    </a:lnTo>
                    <a:lnTo>
                      <a:pt x="2558" y="3062"/>
                    </a:lnTo>
                    <a:lnTo>
                      <a:pt x="2768" y="3062"/>
                    </a:lnTo>
                    <a:lnTo>
                      <a:pt x="2768" y="3062"/>
                    </a:lnTo>
                    <a:lnTo>
                      <a:pt x="2978" y="3020"/>
                    </a:lnTo>
                    <a:lnTo>
                      <a:pt x="3145" y="2895"/>
                    </a:lnTo>
                    <a:lnTo>
                      <a:pt x="3145" y="2895"/>
                    </a:lnTo>
                    <a:lnTo>
                      <a:pt x="3229" y="2727"/>
                    </a:lnTo>
                    <a:lnTo>
                      <a:pt x="3271" y="2559"/>
                    </a:lnTo>
                    <a:lnTo>
                      <a:pt x="3229" y="2349"/>
                    </a:lnTo>
                    <a:lnTo>
                      <a:pt x="3103" y="2182"/>
                    </a:lnTo>
                    <a:lnTo>
                      <a:pt x="1929" y="1133"/>
                    </a:lnTo>
                    <a:lnTo>
                      <a:pt x="1929" y="1133"/>
                    </a:lnTo>
                    <a:lnTo>
                      <a:pt x="881" y="127"/>
                    </a:lnTo>
                    <a:lnTo>
                      <a:pt x="881" y="127"/>
                    </a:lnTo>
                    <a:lnTo>
                      <a:pt x="713"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291;p17">
                <a:extLst>
                  <a:ext uri="{FF2B5EF4-FFF2-40B4-BE49-F238E27FC236}">
                    <a16:creationId xmlns:a16="http://schemas.microsoft.com/office/drawing/2014/main" id="{14E6CF98-8F4D-205B-3FB9-F6861E6B465F}"/>
                  </a:ext>
                </a:extLst>
              </p:cNvPr>
              <p:cNvSpPr/>
              <p:nvPr/>
            </p:nvSpPr>
            <p:spPr>
              <a:xfrm>
                <a:off x="7347849" y="3322594"/>
                <a:ext cx="19563" cy="79050"/>
              </a:xfrm>
              <a:custGeom>
                <a:avLst/>
                <a:gdLst/>
                <a:ahLst/>
                <a:cxnLst/>
                <a:rect l="l" t="t" r="r" b="b"/>
                <a:pathLst>
                  <a:path w="1007" h="4069" fill="none" extrusionOk="0">
                    <a:moveTo>
                      <a:pt x="503" y="1"/>
                    </a:moveTo>
                    <a:lnTo>
                      <a:pt x="503" y="1"/>
                    </a:lnTo>
                    <a:lnTo>
                      <a:pt x="294" y="42"/>
                    </a:lnTo>
                    <a:lnTo>
                      <a:pt x="168" y="126"/>
                    </a:lnTo>
                    <a:lnTo>
                      <a:pt x="42" y="294"/>
                    </a:lnTo>
                    <a:lnTo>
                      <a:pt x="0" y="504"/>
                    </a:lnTo>
                    <a:lnTo>
                      <a:pt x="0" y="3565"/>
                    </a:lnTo>
                    <a:lnTo>
                      <a:pt x="0" y="3565"/>
                    </a:lnTo>
                    <a:lnTo>
                      <a:pt x="42" y="3733"/>
                    </a:lnTo>
                    <a:lnTo>
                      <a:pt x="168" y="3901"/>
                    </a:lnTo>
                    <a:lnTo>
                      <a:pt x="294" y="4026"/>
                    </a:lnTo>
                    <a:lnTo>
                      <a:pt x="503" y="4068"/>
                    </a:lnTo>
                    <a:lnTo>
                      <a:pt x="503" y="4068"/>
                    </a:lnTo>
                    <a:lnTo>
                      <a:pt x="713" y="4026"/>
                    </a:lnTo>
                    <a:lnTo>
                      <a:pt x="881" y="3901"/>
                    </a:lnTo>
                    <a:lnTo>
                      <a:pt x="965" y="3733"/>
                    </a:lnTo>
                    <a:lnTo>
                      <a:pt x="1006" y="3565"/>
                    </a:lnTo>
                    <a:lnTo>
                      <a:pt x="1006" y="504"/>
                    </a:lnTo>
                    <a:lnTo>
                      <a:pt x="1006" y="504"/>
                    </a:lnTo>
                    <a:lnTo>
                      <a:pt x="965" y="294"/>
                    </a:lnTo>
                    <a:lnTo>
                      <a:pt x="881" y="126"/>
                    </a:lnTo>
                    <a:lnTo>
                      <a:pt x="713" y="42"/>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292;p17">
                <a:extLst>
                  <a:ext uri="{FF2B5EF4-FFF2-40B4-BE49-F238E27FC236}">
                    <a16:creationId xmlns:a16="http://schemas.microsoft.com/office/drawing/2014/main" id="{4601A2EA-3B71-754D-DC9F-BCF19FFB88A7}"/>
                  </a:ext>
                </a:extLst>
              </p:cNvPr>
              <p:cNvSpPr/>
              <p:nvPr/>
            </p:nvSpPr>
            <p:spPr>
              <a:xfrm>
                <a:off x="2195761" y="3318514"/>
                <a:ext cx="59487" cy="63567"/>
              </a:xfrm>
              <a:custGeom>
                <a:avLst/>
                <a:gdLst/>
                <a:ahLst/>
                <a:cxnLst/>
                <a:rect l="l" t="t" r="r" b="b"/>
                <a:pathLst>
                  <a:path w="3062" h="3272" fill="none" extrusionOk="0">
                    <a:moveTo>
                      <a:pt x="546" y="1"/>
                    </a:moveTo>
                    <a:lnTo>
                      <a:pt x="546" y="1"/>
                    </a:lnTo>
                    <a:lnTo>
                      <a:pt x="336" y="1"/>
                    </a:lnTo>
                    <a:lnTo>
                      <a:pt x="210" y="85"/>
                    </a:lnTo>
                    <a:lnTo>
                      <a:pt x="210" y="85"/>
                    </a:lnTo>
                    <a:lnTo>
                      <a:pt x="84" y="252"/>
                    </a:lnTo>
                    <a:lnTo>
                      <a:pt x="1" y="462"/>
                    </a:lnTo>
                    <a:lnTo>
                      <a:pt x="42" y="630"/>
                    </a:lnTo>
                    <a:lnTo>
                      <a:pt x="126" y="840"/>
                    </a:lnTo>
                    <a:lnTo>
                      <a:pt x="126" y="840"/>
                    </a:lnTo>
                    <a:lnTo>
                      <a:pt x="1175" y="1972"/>
                    </a:lnTo>
                    <a:lnTo>
                      <a:pt x="2181" y="3104"/>
                    </a:lnTo>
                    <a:lnTo>
                      <a:pt x="2181" y="3104"/>
                    </a:lnTo>
                    <a:lnTo>
                      <a:pt x="2349" y="3230"/>
                    </a:lnTo>
                    <a:lnTo>
                      <a:pt x="2559" y="3272"/>
                    </a:lnTo>
                    <a:lnTo>
                      <a:pt x="2559" y="3272"/>
                    </a:lnTo>
                    <a:lnTo>
                      <a:pt x="2726" y="3272"/>
                    </a:lnTo>
                    <a:lnTo>
                      <a:pt x="2894" y="3146"/>
                    </a:lnTo>
                    <a:lnTo>
                      <a:pt x="2894" y="3146"/>
                    </a:lnTo>
                    <a:lnTo>
                      <a:pt x="3020" y="2978"/>
                    </a:lnTo>
                    <a:lnTo>
                      <a:pt x="3062" y="2811"/>
                    </a:lnTo>
                    <a:lnTo>
                      <a:pt x="3020" y="2601"/>
                    </a:lnTo>
                    <a:lnTo>
                      <a:pt x="2936" y="2433"/>
                    </a:lnTo>
                    <a:lnTo>
                      <a:pt x="2936" y="2433"/>
                    </a:lnTo>
                    <a:lnTo>
                      <a:pt x="1930" y="1301"/>
                    </a:lnTo>
                    <a:lnTo>
                      <a:pt x="923" y="169"/>
                    </a:lnTo>
                    <a:lnTo>
                      <a:pt x="923" y="169"/>
                    </a:lnTo>
                    <a:lnTo>
                      <a:pt x="839" y="85"/>
                    </a:lnTo>
                    <a:lnTo>
                      <a:pt x="755" y="43"/>
                    </a:lnTo>
                    <a:lnTo>
                      <a:pt x="546"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93;p17">
                <a:extLst>
                  <a:ext uri="{FF2B5EF4-FFF2-40B4-BE49-F238E27FC236}">
                    <a16:creationId xmlns:a16="http://schemas.microsoft.com/office/drawing/2014/main" id="{404F2A3E-0B64-71F9-0336-AEF4C9F802F5}"/>
                  </a:ext>
                </a:extLst>
              </p:cNvPr>
              <p:cNvSpPr/>
              <p:nvPr/>
            </p:nvSpPr>
            <p:spPr>
              <a:xfrm>
                <a:off x="2122443" y="3224837"/>
                <a:ext cx="55407" cy="67627"/>
              </a:xfrm>
              <a:custGeom>
                <a:avLst/>
                <a:gdLst/>
                <a:ahLst/>
                <a:cxnLst/>
                <a:rect l="l" t="t" r="r" b="b"/>
                <a:pathLst>
                  <a:path w="2852" h="3481" fill="none" extrusionOk="0">
                    <a:moveTo>
                      <a:pt x="504" y="0"/>
                    </a:moveTo>
                    <a:lnTo>
                      <a:pt x="504" y="0"/>
                    </a:lnTo>
                    <a:lnTo>
                      <a:pt x="336" y="42"/>
                    </a:lnTo>
                    <a:lnTo>
                      <a:pt x="210" y="126"/>
                    </a:lnTo>
                    <a:lnTo>
                      <a:pt x="210" y="126"/>
                    </a:lnTo>
                    <a:lnTo>
                      <a:pt x="84" y="252"/>
                    </a:lnTo>
                    <a:lnTo>
                      <a:pt x="0" y="462"/>
                    </a:lnTo>
                    <a:lnTo>
                      <a:pt x="0" y="629"/>
                    </a:lnTo>
                    <a:lnTo>
                      <a:pt x="84" y="839"/>
                    </a:lnTo>
                    <a:lnTo>
                      <a:pt x="84" y="839"/>
                    </a:lnTo>
                    <a:lnTo>
                      <a:pt x="1007" y="2055"/>
                    </a:lnTo>
                    <a:lnTo>
                      <a:pt x="1971" y="3271"/>
                    </a:lnTo>
                    <a:lnTo>
                      <a:pt x="1971" y="3271"/>
                    </a:lnTo>
                    <a:lnTo>
                      <a:pt x="2055" y="3355"/>
                    </a:lnTo>
                    <a:lnTo>
                      <a:pt x="2139" y="3397"/>
                    </a:lnTo>
                    <a:lnTo>
                      <a:pt x="2349" y="3481"/>
                    </a:lnTo>
                    <a:lnTo>
                      <a:pt x="2349" y="3481"/>
                    </a:lnTo>
                    <a:lnTo>
                      <a:pt x="2516" y="3439"/>
                    </a:lnTo>
                    <a:lnTo>
                      <a:pt x="2684" y="3355"/>
                    </a:lnTo>
                    <a:lnTo>
                      <a:pt x="2684" y="3355"/>
                    </a:lnTo>
                    <a:lnTo>
                      <a:pt x="2810" y="3187"/>
                    </a:lnTo>
                    <a:lnTo>
                      <a:pt x="2852" y="3020"/>
                    </a:lnTo>
                    <a:lnTo>
                      <a:pt x="2852" y="2810"/>
                    </a:lnTo>
                    <a:lnTo>
                      <a:pt x="2768" y="2642"/>
                    </a:lnTo>
                    <a:lnTo>
                      <a:pt x="2768" y="2642"/>
                    </a:lnTo>
                    <a:lnTo>
                      <a:pt x="1845" y="1426"/>
                    </a:lnTo>
                    <a:lnTo>
                      <a:pt x="923" y="210"/>
                    </a:lnTo>
                    <a:lnTo>
                      <a:pt x="923" y="210"/>
                    </a:lnTo>
                    <a:lnTo>
                      <a:pt x="839" y="126"/>
                    </a:lnTo>
                    <a:lnTo>
                      <a:pt x="713" y="84"/>
                    </a:lnTo>
                    <a:lnTo>
                      <a:pt x="629"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294;p17">
                <a:extLst>
                  <a:ext uri="{FF2B5EF4-FFF2-40B4-BE49-F238E27FC236}">
                    <a16:creationId xmlns:a16="http://schemas.microsoft.com/office/drawing/2014/main" id="{B80683C9-8B74-FC05-6BC0-A4B3EA5F32E3}"/>
                  </a:ext>
                </a:extLst>
              </p:cNvPr>
              <p:cNvSpPr/>
              <p:nvPr/>
            </p:nvSpPr>
            <p:spPr>
              <a:xfrm>
                <a:off x="7347849" y="3203642"/>
                <a:ext cx="19563" cy="79050"/>
              </a:xfrm>
              <a:custGeom>
                <a:avLst/>
                <a:gdLst/>
                <a:ahLst/>
                <a:cxnLst/>
                <a:rect l="l" t="t" r="r" b="b"/>
                <a:pathLst>
                  <a:path w="1007" h="4069" fill="none" extrusionOk="0">
                    <a:moveTo>
                      <a:pt x="503" y="1"/>
                    </a:moveTo>
                    <a:lnTo>
                      <a:pt x="503" y="1"/>
                    </a:lnTo>
                    <a:lnTo>
                      <a:pt x="294" y="43"/>
                    </a:lnTo>
                    <a:lnTo>
                      <a:pt x="168" y="169"/>
                    </a:lnTo>
                    <a:lnTo>
                      <a:pt x="42" y="336"/>
                    </a:lnTo>
                    <a:lnTo>
                      <a:pt x="0" y="504"/>
                    </a:lnTo>
                    <a:lnTo>
                      <a:pt x="0" y="3565"/>
                    </a:lnTo>
                    <a:lnTo>
                      <a:pt x="0" y="3565"/>
                    </a:lnTo>
                    <a:lnTo>
                      <a:pt x="42" y="3775"/>
                    </a:lnTo>
                    <a:lnTo>
                      <a:pt x="168" y="3943"/>
                    </a:lnTo>
                    <a:lnTo>
                      <a:pt x="294" y="4027"/>
                    </a:lnTo>
                    <a:lnTo>
                      <a:pt x="503" y="4069"/>
                    </a:lnTo>
                    <a:lnTo>
                      <a:pt x="503" y="4069"/>
                    </a:lnTo>
                    <a:lnTo>
                      <a:pt x="713" y="4027"/>
                    </a:lnTo>
                    <a:lnTo>
                      <a:pt x="881" y="3943"/>
                    </a:lnTo>
                    <a:lnTo>
                      <a:pt x="965" y="3775"/>
                    </a:lnTo>
                    <a:lnTo>
                      <a:pt x="1006" y="3565"/>
                    </a:lnTo>
                    <a:lnTo>
                      <a:pt x="1006" y="504"/>
                    </a:lnTo>
                    <a:lnTo>
                      <a:pt x="1006" y="504"/>
                    </a:lnTo>
                    <a:lnTo>
                      <a:pt x="965" y="336"/>
                    </a:lnTo>
                    <a:lnTo>
                      <a:pt x="881" y="169"/>
                    </a:lnTo>
                    <a:lnTo>
                      <a:pt x="713"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295;p17">
                <a:extLst>
                  <a:ext uri="{FF2B5EF4-FFF2-40B4-BE49-F238E27FC236}">
                    <a16:creationId xmlns:a16="http://schemas.microsoft.com/office/drawing/2014/main" id="{0C2C1266-D49D-1F1E-041A-DD3CD6D669EE}"/>
                  </a:ext>
                </a:extLst>
              </p:cNvPr>
              <p:cNvSpPr/>
              <p:nvPr/>
            </p:nvSpPr>
            <p:spPr>
              <a:xfrm>
                <a:off x="2055634" y="3127080"/>
                <a:ext cx="52163" cy="69259"/>
              </a:xfrm>
              <a:custGeom>
                <a:avLst/>
                <a:gdLst/>
                <a:ahLst/>
                <a:cxnLst/>
                <a:rect l="l" t="t" r="r" b="b"/>
                <a:pathLst>
                  <a:path w="2685" h="3565" fill="none" extrusionOk="0">
                    <a:moveTo>
                      <a:pt x="504" y="0"/>
                    </a:moveTo>
                    <a:lnTo>
                      <a:pt x="504" y="0"/>
                    </a:lnTo>
                    <a:lnTo>
                      <a:pt x="336" y="42"/>
                    </a:lnTo>
                    <a:lnTo>
                      <a:pt x="210" y="84"/>
                    </a:lnTo>
                    <a:lnTo>
                      <a:pt x="210" y="84"/>
                    </a:lnTo>
                    <a:lnTo>
                      <a:pt x="84" y="252"/>
                    </a:lnTo>
                    <a:lnTo>
                      <a:pt x="1" y="419"/>
                    </a:lnTo>
                    <a:lnTo>
                      <a:pt x="1" y="629"/>
                    </a:lnTo>
                    <a:lnTo>
                      <a:pt x="84" y="797"/>
                    </a:lnTo>
                    <a:lnTo>
                      <a:pt x="84" y="797"/>
                    </a:lnTo>
                    <a:lnTo>
                      <a:pt x="881" y="2097"/>
                    </a:lnTo>
                    <a:lnTo>
                      <a:pt x="1762" y="3355"/>
                    </a:lnTo>
                    <a:lnTo>
                      <a:pt x="1762" y="3355"/>
                    </a:lnTo>
                    <a:lnTo>
                      <a:pt x="1846" y="3439"/>
                    </a:lnTo>
                    <a:lnTo>
                      <a:pt x="1930" y="3523"/>
                    </a:lnTo>
                    <a:lnTo>
                      <a:pt x="2055" y="3565"/>
                    </a:lnTo>
                    <a:lnTo>
                      <a:pt x="2181" y="3565"/>
                    </a:lnTo>
                    <a:lnTo>
                      <a:pt x="2181" y="3565"/>
                    </a:lnTo>
                    <a:lnTo>
                      <a:pt x="2307" y="3565"/>
                    </a:lnTo>
                    <a:lnTo>
                      <a:pt x="2475" y="3481"/>
                    </a:lnTo>
                    <a:lnTo>
                      <a:pt x="2475" y="3481"/>
                    </a:lnTo>
                    <a:lnTo>
                      <a:pt x="2601" y="3355"/>
                    </a:lnTo>
                    <a:lnTo>
                      <a:pt x="2684" y="3187"/>
                    </a:lnTo>
                    <a:lnTo>
                      <a:pt x="2684" y="2977"/>
                    </a:lnTo>
                    <a:lnTo>
                      <a:pt x="2601" y="2768"/>
                    </a:lnTo>
                    <a:lnTo>
                      <a:pt x="2601" y="2768"/>
                    </a:lnTo>
                    <a:lnTo>
                      <a:pt x="1762" y="1510"/>
                    </a:lnTo>
                    <a:lnTo>
                      <a:pt x="923" y="252"/>
                    </a:lnTo>
                    <a:lnTo>
                      <a:pt x="923" y="252"/>
                    </a:lnTo>
                    <a:lnTo>
                      <a:pt x="839" y="168"/>
                    </a:lnTo>
                    <a:lnTo>
                      <a:pt x="713" y="84"/>
                    </a:lnTo>
                    <a:lnTo>
                      <a:pt x="630"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296;p17">
                <a:extLst>
                  <a:ext uri="{FF2B5EF4-FFF2-40B4-BE49-F238E27FC236}">
                    <a16:creationId xmlns:a16="http://schemas.microsoft.com/office/drawing/2014/main" id="{79BD43B7-4157-C9C5-C82C-E4BA4FC37ABF}"/>
                  </a:ext>
                </a:extLst>
              </p:cNvPr>
              <p:cNvSpPr/>
              <p:nvPr/>
            </p:nvSpPr>
            <p:spPr>
              <a:xfrm>
                <a:off x="3486221" y="3105885"/>
                <a:ext cx="79050" cy="19583"/>
              </a:xfrm>
              <a:custGeom>
                <a:avLst/>
                <a:gdLst/>
                <a:ahLst/>
                <a:cxnLst/>
                <a:rect l="l" t="t" r="r" b="b"/>
                <a:pathLst>
                  <a:path w="4069" h="1008" fill="none" extrusionOk="0">
                    <a:moveTo>
                      <a:pt x="504" y="1"/>
                    </a:moveTo>
                    <a:lnTo>
                      <a:pt x="504" y="1"/>
                    </a:lnTo>
                    <a:lnTo>
                      <a:pt x="294" y="43"/>
                    </a:lnTo>
                    <a:lnTo>
                      <a:pt x="168" y="126"/>
                    </a:lnTo>
                    <a:lnTo>
                      <a:pt x="43" y="294"/>
                    </a:lnTo>
                    <a:lnTo>
                      <a:pt x="1" y="504"/>
                    </a:lnTo>
                    <a:lnTo>
                      <a:pt x="1" y="504"/>
                    </a:lnTo>
                    <a:lnTo>
                      <a:pt x="43" y="672"/>
                    </a:lnTo>
                    <a:lnTo>
                      <a:pt x="127" y="839"/>
                    </a:lnTo>
                    <a:lnTo>
                      <a:pt x="294" y="965"/>
                    </a:lnTo>
                    <a:lnTo>
                      <a:pt x="504" y="1007"/>
                    </a:lnTo>
                    <a:lnTo>
                      <a:pt x="504" y="1007"/>
                    </a:lnTo>
                    <a:lnTo>
                      <a:pt x="2894" y="1007"/>
                    </a:lnTo>
                    <a:lnTo>
                      <a:pt x="2894" y="1007"/>
                    </a:lnTo>
                    <a:lnTo>
                      <a:pt x="3020" y="1007"/>
                    </a:lnTo>
                    <a:lnTo>
                      <a:pt x="3565" y="1007"/>
                    </a:lnTo>
                    <a:lnTo>
                      <a:pt x="3565" y="1007"/>
                    </a:lnTo>
                    <a:lnTo>
                      <a:pt x="3775" y="965"/>
                    </a:lnTo>
                    <a:lnTo>
                      <a:pt x="3901" y="839"/>
                    </a:lnTo>
                    <a:lnTo>
                      <a:pt x="4027" y="714"/>
                    </a:lnTo>
                    <a:lnTo>
                      <a:pt x="4068" y="504"/>
                    </a:lnTo>
                    <a:lnTo>
                      <a:pt x="4068" y="504"/>
                    </a:lnTo>
                    <a:lnTo>
                      <a:pt x="4027" y="294"/>
                    </a:lnTo>
                    <a:lnTo>
                      <a:pt x="3901" y="126"/>
                    </a:lnTo>
                    <a:lnTo>
                      <a:pt x="3775" y="43"/>
                    </a:lnTo>
                    <a:lnTo>
                      <a:pt x="3565" y="1"/>
                    </a:lnTo>
                    <a:lnTo>
                      <a:pt x="3565" y="1"/>
                    </a:lnTo>
                    <a:lnTo>
                      <a:pt x="3020" y="1"/>
                    </a:lnTo>
                    <a:lnTo>
                      <a:pt x="3020" y="1"/>
                    </a:lnTo>
                    <a:lnTo>
                      <a:pt x="2601" y="1"/>
                    </a:lnTo>
                    <a:lnTo>
                      <a:pt x="2601"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297;p17">
                <a:extLst>
                  <a:ext uri="{FF2B5EF4-FFF2-40B4-BE49-F238E27FC236}">
                    <a16:creationId xmlns:a16="http://schemas.microsoft.com/office/drawing/2014/main" id="{07279E24-EB48-53CB-9E88-E655F2C28D65}"/>
                  </a:ext>
                </a:extLst>
              </p:cNvPr>
              <p:cNvSpPr/>
              <p:nvPr/>
            </p:nvSpPr>
            <p:spPr>
              <a:xfrm>
                <a:off x="3604357" y="3104253"/>
                <a:ext cx="79050" cy="21215"/>
              </a:xfrm>
              <a:custGeom>
                <a:avLst/>
                <a:gdLst/>
                <a:ahLst/>
                <a:cxnLst/>
                <a:rect l="l" t="t" r="r" b="b"/>
                <a:pathLst>
                  <a:path w="4069" h="1092" fill="none" extrusionOk="0">
                    <a:moveTo>
                      <a:pt x="3565" y="1"/>
                    </a:moveTo>
                    <a:lnTo>
                      <a:pt x="3565" y="1"/>
                    </a:lnTo>
                    <a:lnTo>
                      <a:pt x="3565" y="1"/>
                    </a:lnTo>
                    <a:lnTo>
                      <a:pt x="504" y="43"/>
                    </a:lnTo>
                    <a:lnTo>
                      <a:pt x="504" y="43"/>
                    </a:lnTo>
                    <a:lnTo>
                      <a:pt x="336" y="85"/>
                    </a:lnTo>
                    <a:lnTo>
                      <a:pt x="168" y="210"/>
                    </a:lnTo>
                    <a:lnTo>
                      <a:pt x="42" y="378"/>
                    </a:lnTo>
                    <a:lnTo>
                      <a:pt x="0" y="588"/>
                    </a:lnTo>
                    <a:lnTo>
                      <a:pt x="0" y="588"/>
                    </a:lnTo>
                    <a:lnTo>
                      <a:pt x="42" y="756"/>
                    </a:lnTo>
                    <a:lnTo>
                      <a:pt x="168" y="923"/>
                    </a:lnTo>
                    <a:lnTo>
                      <a:pt x="336" y="1049"/>
                    </a:lnTo>
                    <a:lnTo>
                      <a:pt x="546" y="1091"/>
                    </a:lnTo>
                    <a:lnTo>
                      <a:pt x="546" y="1091"/>
                    </a:lnTo>
                    <a:lnTo>
                      <a:pt x="546" y="1091"/>
                    </a:lnTo>
                    <a:lnTo>
                      <a:pt x="3607" y="1049"/>
                    </a:lnTo>
                    <a:lnTo>
                      <a:pt x="3607" y="1049"/>
                    </a:lnTo>
                    <a:lnTo>
                      <a:pt x="3775" y="1007"/>
                    </a:lnTo>
                    <a:lnTo>
                      <a:pt x="3942" y="881"/>
                    </a:lnTo>
                    <a:lnTo>
                      <a:pt x="4068" y="714"/>
                    </a:lnTo>
                    <a:lnTo>
                      <a:pt x="4068" y="504"/>
                    </a:lnTo>
                    <a:lnTo>
                      <a:pt x="4068" y="504"/>
                    </a:lnTo>
                    <a:lnTo>
                      <a:pt x="4026" y="336"/>
                    </a:lnTo>
                    <a:lnTo>
                      <a:pt x="3942" y="169"/>
                    </a:lnTo>
                    <a:lnTo>
                      <a:pt x="3775"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298;p17">
                <a:extLst>
                  <a:ext uri="{FF2B5EF4-FFF2-40B4-BE49-F238E27FC236}">
                    <a16:creationId xmlns:a16="http://schemas.microsoft.com/office/drawing/2014/main" id="{CF4F2EB7-E35E-71A9-F1E0-D0719AB8AFBD}"/>
                  </a:ext>
                </a:extLst>
              </p:cNvPr>
              <p:cNvSpPr/>
              <p:nvPr/>
            </p:nvSpPr>
            <p:spPr>
              <a:xfrm>
                <a:off x="3367289" y="3104253"/>
                <a:ext cx="79031" cy="20399"/>
              </a:xfrm>
              <a:custGeom>
                <a:avLst/>
                <a:gdLst/>
                <a:ahLst/>
                <a:cxnLst/>
                <a:rect l="l" t="t" r="r" b="b"/>
                <a:pathLst>
                  <a:path w="4068" h="1050" fill="none" extrusionOk="0">
                    <a:moveTo>
                      <a:pt x="545" y="1"/>
                    </a:moveTo>
                    <a:lnTo>
                      <a:pt x="545" y="1"/>
                    </a:lnTo>
                    <a:lnTo>
                      <a:pt x="336" y="43"/>
                    </a:lnTo>
                    <a:lnTo>
                      <a:pt x="168" y="127"/>
                    </a:lnTo>
                    <a:lnTo>
                      <a:pt x="42" y="294"/>
                    </a:lnTo>
                    <a:lnTo>
                      <a:pt x="0" y="462"/>
                    </a:lnTo>
                    <a:lnTo>
                      <a:pt x="0" y="462"/>
                    </a:lnTo>
                    <a:lnTo>
                      <a:pt x="42" y="672"/>
                    </a:lnTo>
                    <a:lnTo>
                      <a:pt x="168" y="840"/>
                    </a:lnTo>
                    <a:lnTo>
                      <a:pt x="294" y="965"/>
                    </a:lnTo>
                    <a:lnTo>
                      <a:pt x="503" y="1007"/>
                    </a:lnTo>
                    <a:lnTo>
                      <a:pt x="503" y="1007"/>
                    </a:lnTo>
                    <a:lnTo>
                      <a:pt x="3565" y="1049"/>
                    </a:lnTo>
                    <a:lnTo>
                      <a:pt x="3565" y="1049"/>
                    </a:lnTo>
                    <a:lnTo>
                      <a:pt x="3565" y="1049"/>
                    </a:lnTo>
                    <a:lnTo>
                      <a:pt x="3774" y="1007"/>
                    </a:lnTo>
                    <a:lnTo>
                      <a:pt x="3942" y="923"/>
                    </a:lnTo>
                    <a:lnTo>
                      <a:pt x="4026" y="756"/>
                    </a:lnTo>
                    <a:lnTo>
                      <a:pt x="4068" y="546"/>
                    </a:lnTo>
                    <a:lnTo>
                      <a:pt x="4068" y="546"/>
                    </a:lnTo>
                    <a:lnTo>
                      <a:pt x="4026" y="336"/>
                    </a:lnTo>
                    <a:lnTo>
                      <a:pt x="3942" y="169"/>
                    </a:lnTo>
                    <a:lnTo>
                      <a:pt x="3774" y="85"/>
                    </a:lnTo>
                    <a:lnTo>
                      <a:pt x="3565" y="43"/>
                    </a:lnTo>
                    <a:lnTo>
                      <a:pt x="3565" y="43"/>
                    </a:lnTo>
                    <a:lnTo>
                      <a:pt x="54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299;p17">
                <a:extLst>
                  <a:ext uri="{FF2B5EF4-FFF2-40B4-BE49-F238E27FC236}">
                    <a16:creationId xmlns:a16="http://schemas.microsoft.com/office/drawing/2014/main" id="{9F6874B2-9B19-21FA-C39E-08B8925FD1F3}"/>
                  </a:ext>
                </a:extLst>
              </p:cNvPr>
              <p:cNvSpPr/>
              <p:nvPr/>
            </p:nvSpPr>
            <p:spPr>
              <a:xfrm>
                <a:off x="3723289" y="3101825"/>
                <a:ext cx="79050" cy="21195"/>
              </a:xfrm>
              <a:custGeom>
                <a:avLst/>
                <a:gdLst/>
                <a:ahLst/>
                <a:cxnLst/>
                <a:rect l="l" t="t" r="r" b="b"/>
                <a:pathLst>
                  <a:path w="4069" h="1091" fill="none" extrusionOk="0">
                    <a:moveTo>
                      <a:pt x="3566" y="0"/>
                    </a:moveTo>
                    <a:lnTo>
                      <a:pt x="3566" y="0"/>
                    </a:lnTo>
                    <a:lnTo>
                      <a:pt x="3524" y="0"/>
                    </a:lnTo>
                    <a:lnTo>
                      <a:pt x="3524" y="0"/>
                    </a:lnTo>
                    <a:lnTo>
                      <a:pt x="504" y="84"/>
                    </a:lnTo>
                    <a:lnTo>
                      <a:pt x="504" y="84"/>
                    </a:lnTo>
                    <a:lnTo>
                      <a:pt x="295" y="126"/>
                    </a:lnTo>
                    <a:lnTo>
                      <a:pt x="127" y="252"/>
                    </a:lnTo>
                    <a:lnTo>
                      <a:pt x="43" y="419"/>
                    </a:lnTo>
                    <a:lnTo>
                      <a:pt x="1" y="587"/>
                    </a:lnTo>
                    <a:lnTo>
                      <a:pt x="1" y="587"/>
                    </a:lnTo>
                    <a:lnTo>
                      <a:pt x="43" y="797"/>
                    </a:lnTo>
                    <a:lnTo>
                      <a:pt x="169" y="965"/>
                    </a:lnTo>
                    <a:lnTo>
                      <a:pt x="295" y="1048"/>
                    </a:lnTo>
                    <a:lnTo>
                      <a:pt x="504" y="1090"/>
                    </a:lnTo>
                    <a:lnTo>
                      <a:pt x="504" y="1090"/>
                    </a:lnTo>
                    <a:lnTo>
                      <a:pt x="504" y="1090"/>
                    </a:lnTo>
                    <a:lnTo>
                      <a:pt x="3566" y="1006"/>
                    </a:lnTo>
                    <a:lnTo>
                      <a:pt x="3566" y="1006"/>
                    </a:lnTo>
                    <a:lnTo>
                      <a:pt x="3775" y="965"/>
                    </a:lnTo>
                    <a:lnTo>
                      <a:pt x="3943" y="839"/>
                    </a:lnTo>
                    <a:lnTo>
                      <a:pt x="4027" y="671"/>
                    </a:lnTo>
                    <a:lnTo>
                      <a:pt x="4069" y="503"/>
                    </a:lnTo>
                    <a:lnTo>
                      <a:pt x="4069" y="503"/>
                    </a:lnTo>
                    <a:lnTo>
                      <a:pt x="4027" y="294"/>
                    </a:lnTo>
                    <a:lnTo>
                      <a:pt x="3901" y="126"/>
                    </a:lnTo>
                    <a:lnTo>
                      <a:pt x="3775" y="42"/>
                    </a:lnTo>
                    <a:lnTo>
                      <a:pt x="356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300;p17">
                <a:extLst>
                  <a:ext uri="{FF2B5EF4-FFF2-40B4-BE49-F238E27FC236}">
                    <a16:creationId xmlns:a16="http://schemas.microsoft.com/office/drawing/2014/main" id="{1FC13373-C747-F8E0-4532-5D1400608AE2}"/>
                  </a:ext>
                </a:extLst>
              </p:cNvPr>
              <p:cNvSpPr/>
              <p:nvPr/>
            </p:nvSpPr>
            <p:spPr>
              <a:xfrm>
                <a:off x="3249153" y="3100193"/>
                <a:ext cx="79050" cy="22011"/>
              </a:xfrm>
              <a:custGeom>
                <a:avLst/>
                <a:gdLst/>
                <a:ahLst/>
                <a:cxnLst/>
                <a:rect l="l" t="t" r="r" b="b"/>
                <a:pathLst>
                  <a:path w="4069" h="1133" fill="none" extrusionOk="0">
                    <a:moveTo>
                      <a:pt x="504" y="0"/>
                    </a:moveTo>
                    <a:lnTo>
                      <a:pt x="504" y="0"/>
                    </a:lnTo>
                    <a:lnTo>
                      <a:pt x="294" y="42"/>
                    </a:lnTo>
                    <a:lnTo>
                      <a:pt x="126" y="168"/>
                    </a:lnTo>
                    <a:lnTo>
                      <a:pt x="42" y="294"/>
                    </a:lnTo>
                    <a:lnTo>
                      <a:pt x="0" y="503"/>
                    </a:lnTo>
                    <a:lnTo>
                      <a:pt x="0" y="503"/>
                    </a:lnTo>
                    <a:lnTo>
                      <a:pt x="0" y="713"/>
                    </a:lnTo>
                    <a:lnTo>
                      <a:pt x="126" y="881"/>
                    </a:lnTo>
                    <a:lnTo>
                      <a:pt x="294" y="1007"/>
                    </a:lnTo>
                    <a:lnTo>
                      <a:pt x="462" y="1049"/>
                    </a:lnTo>
                    <a:lnTo>
                      <a:pt x="462" y="1049"/>
                    </a:lnTo>
                    <a:lnTo>
                      <a:pt x="3523" y="1132"/>
                    </a:lnTo>
                    <a:lnTo>
                      <a:pt x="3565" y="1132"/>
                    </a:lnTo>
                    <a:lnTo>
                      <a:pt x="3565" y="1132"/>
                    </a:lnTo>
                    <a:lnTo>
                      <a:pt x="3733" y="1090"/>
                    </a:lnTo>
                    <a:lnTo>
                      <a:pt x="3900" y="1007"/>
                    </a:lnTo>
                    <a:lnTo>
                      <a:pt x="4026" y="839"/>
                    </a:lnTo>
                    <a:lnTo>
                      <a:pt x="4068" y="629"/>
                    </a:lnTo>
                    <a:lnTo>
                      <a:pt x="4068" y="629"/>
                    </a:lnTo>
                    <a:lnTo>
                      <a:pt x="4026" y="419"/>
                    </a:lnTo>
                    <a:lnTo>
                      <a:pt x="3900" y="294"/>
                    </a:lnTo>
                    <a:lnTo>
                      <a:pt x="3775" y="168"/>
                    </a:lnTo>
                    <a:lnTo>
                      <a:pt x="3565" y="126"/>
                    </a:lnTo>
                    <a:lnTo>
                      <a:pt x="3565" y="126"/>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301;p17">
                <a:extLst>
                  <a:ext uri="{FF2B5EF4-FFF2-40B4-BE49-F238E27FC236}">
                    <a16:creationId xmlns:a16="http://schemas.microsoft.com/office/drawing/2014/main" id="{1207969A-3B60-38FD-5BB2-808BA9A3A450}"/>
                  </a:ext>
                </a:extLst>
              </p:cNvPr>
              <p:cNvSpPr/>
              <p:nvPr/>
            </p:nvSpPr>
            <p:spPr>
              <a:xfrm>
                <a:off x="3841425" y="3096929"/>
                <a:ext cx="79050" cy="22827"/>
              </a:xfrm>
              <a:custGeom>
                <a:avLst/>
                <a:gdLst/>
                <a:ahLst/>
                <a:cxnLst/>
                <a:rect l="l" t="t" r="r" b="b"/>
                <a:pathLst>
                  <a:path w="4069" h="1175" fill="none" extrusionOk="0">
                    <a:moveTo>
                      <a:pt x="3565" y="0"/>
                    </a:moveTo>
                    <a:lnTo>
                      <a:pt x="3565" y="0"/>
                    </a:lnTo>
                    <a:lnTo>
                      <a:pt x="3565" y="42"/>
                    </a:lnTo>
                    <a:lnTo>
                      <a:pt x="3565" y="42"/>
                    </a:lnTo>
                    <a:lnTo>
                      <a:pt x="504" y="126"/>
                    </a:lnTo>
                    <a:lnTo>
                      <a:pt x="504" y="126"/>
                    </a:lnTo>
                    <a:lnTo>
                      <a:pt x="294" y="210"/>
                    </a:lnTo>
                    <a:lnTo>
                      <a:pt x="168" y="294"/>
                    </a:lnTo>
                    <a:lnTo>
                      <a:pt x="43" y="462"/>
                    </a:lnTo>
                    <a:lnTo>
                      <a:pt x="1" y="671"/>
                    </a:lnTo>
                    <a:lnTo>
                      <a:pt x="1" y="671"/>
                    </a:lnTo>
                    <a:lnTo>
                      <a:pt x="43" y="881"/>
                    </a:lnTo>
                    <a:lnTo>
                      <a:pt x="168" y="1007"/>
                    </a:lnTo>
                    <a:lnTo>
                      <a:pt x="336" y="1133"/>
                    </a:lnTo>
                    <a:lnTo>
                      <a:pt x="546" y="1175"/>
                    </a:lnTo>
                    <a:lnTo>
                      <a:pt x="546" y="1175"/>
                    </a:lnTo>
                    <a:lnTo>
                      <a:pt x="546" y="1175"/>
                    </a:lnTo>
                    <a:lnTo>
                      <a:pt x="3607" y="1049"/>
                    </a:lnTo>
                    <a:lnTo>
                      <a:pt x="3607" y="1049"/>
                    </a:lnTo>
                    <a:lnTo>
                      <a:pt x="3775" y="1007"/>
                    </a:lnTo>
                    <a:lnTo>
                      <a:pt x="3943" y="881"/>
                    </a:lnTo>
                    <a:lnTo>
                      <a:pt x="4068" y="713"/>
                    </a:lnTo>
                    <a:lnTo>
                      <a:pt x="4068" y="504"/>
                    </a:lnTo>
                    <a:lnTo>
                      <a:pt x="4068" y="504"/>
                    </a:lnTo>
                    <a:lnTo>
                      <a:pt x="4026" y="336"/>
                    </a:lnTo>
                    <a:lnTo>
                      <a:pt x="3943" y="168"/>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302;p17">
                <a:extLst>
                  <a:ext uri="{FF2B5EF4-FFF2-40B4-BE49-F238E27FC236}">
                    <a16:creationId xmlns:a16="http://schemas.microsoft.com/office/drawing/2014/main" id="{0966CC9E-2413-0CE4-6B85-0FF81B32D489}"/>
                  </a:ext>
                </a:extLst>
              </p:cNvPr>
              <p:cNvSpPr/>
              <p:nvPr/>
            </p:nvSpPr>
            <p:spPr>
              <a:xfrm>
                <a:off x="3130201" y="3095297"/>
                <a:ext cx="79050" cy="22827"/>
              </a:xfrm>
              <a:custGeom>
                <a:avLst/>
                <a:gdLst/>
                <a:ahLst/>
                <a:cxnLst/>
                <a:rect l="l" t="t" r="r" b="b"/>
                <a:pathLst>
                  <a:path w="4069" h="1175" fill="none" extrusionOk="0">
                    <a:moveTo>
                      <a:pt x="504" y="1"/>
                    </a:moveTo>
                    <a:lnTo>
                      <a:pt x="504" y="1"/>
                    </a:lnTo>
                    <a:lnTo>
                      <a:pt x="336" y="42"/>
                    </a:lnTo>
                    <a:lnTo>
                      <a:pt x="169" y="126"/>
                    </a:lnTo>
                    <a:lnTo>
                      <a:pt x="43" y="294"/>
                    </a:lnTo>
                    <a:lnTo>
                      <a:pt x="1" y="504"/>
                    </a:lnTo>
                    <a:lnTo>
                      <a:pt x="1" y="504"/>
                    </a:lnTo>
                    <a:lnTo>
                      <a:pt x="43" y="671"/>
                    </a:lnTo>
                    <a:lnTo>
                      <a:pt x="127" y="839"/>
                    </a:lnTo>
                    <a:lnTo>
                      <a:pt x="294" y="965"/>
                    </a:lnTo>
                    <a:lnTo>
                      <a:pt x="504" y="1007"/>
                    </a:lnTo>
                    <a:lnTo>
                      <a:pt x="504" y="1007"/>
                    </a:lnTo>
                    <a:lnTo>
                      <a:pt x="3565" y="1175"/>
                    </a:lnTo>
                    <a:lnTo>
                      <a:pt x="3565" y="1175"/>
                    </a:lnTo>
                    <a:lnTo>
                      <a:pt x="3565" y="1175"/>
                    </a:lnTo>
                    <a:lnTo>
                      <a:pt x="3775" y="1133"/>
                    </a:lnTo>
                    <a:lnTo>
                      <a:pt x="3901" y="1007"/>
                    </a:lnTo>
                    <a:lnTo>
                      <a:pt x="4027" y="881"/>
                    </a:lnTo>
                    <a:lnTo>
                      <a:pt x="4069" y="671"/>
                    </a:lnTo>
                    <a:lnTo>
                      <a:pt x="4069" y="671"/>
                    </a:lnTo>
                    <a:lnTo>
                      <a:pt x="4027" y="462"/>
                    </a:lnTo>
                    <a:lnTo>
                      <a:pt x="3943" y="294"/>
                    </a:lnTo>
                    <a:lnTo>
                      <a:pt x="3775" y="210"/>
                    </a:lnTo>
                    <a:lnTo>
                      <a:pt x="3607" y="168"/>
                    </a:lnTo>
                    <a:lnTo>
                      <a:pt x="3607" y="168"/>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303;p17">
                <a:extLst>
                  <a:ext uri="{FF2B5EF4-FFF2-40B4-BE49-F238E27FC236}">
                    <a16:creationId xmlns:a16="http://schemas.microsoft.com/office/drawing/2014/main" id="{0A7F5386-775A-DD89-E999-4739FA88327C}"/>
                  </a:ext>
                </a:extLst>
              </p:cNvPr>
              <p:cNvSpPr/>
              <p:nvPr/>
            </p:nvSpPr>
            <p:spPr>
              <a:xfrm>
                <a:off x="3960377" y="3091217"/>
                <a:ext cx="79050" cy="22847"/>
              </a:xfrm>
              <a:custGeom>
                <a:avLst/>
                <a:gdLst/>
                <a:ahLst/>
                <a:cxnLst/>
                <a:rect l="l" t="t" r="r" b="b"/>
                <a:pathLst>
                  <a:path w="4069" h="1176" fill="none" extrusionOk="0">
                    <a:moveTo>
                      <a:pt x="3565" y="1"/>
                    </a:moveTo>
                    <a:lnTo>
                      <a:pt x="3565" y="1"/>
                    </a:lnTo>
                    <a:lnTo>
                      <a:pt x="3523" y="1"/>
                    </a:lnTo>
                    <a:lnTo>
                      <a:pt x="3523" y="1"/>
                    </a:lnTo>
                    <a:lnTo>
                      <a:pt x="462" y="169"/>
                    </a:lnTo>
                    <a:lnTo>
                      <a:pt x="462" y="169"/>
                    </a:lnTo>
                    <a:lnTo>
                      <a:pt x="294" y="211"/>
                    </a:lnTo>
                    <a:lnTo>
                      <a:pt x="126" y="336"/>
                    </a:lnTo>
                    <a:lnTo>
                      <a:pt x="0" y="504"/>
                    </a:lnTo>
                    <a:lnTo>
                      <a:pt x="0" y="714"/>
                    </a:lnTo>
                    <a:lnTo>
                      <a:pt x="0" y="714"/>
                    </a:lnTo>
                    <a:lnTo>
                      <a:pt x="42" y="881"/>
                    </a:lnTo>
                    <a:lnTo>
                      <a:pt x="168" y="1049"/>
                    </a:lnTo>
                    <a:lnTo>
                      <a:pt x="294" y="1133"/>
                    </a:lnTo>
                    <a:lnTo>
                      <a:pt x="504" y="1175"/>
                    </a:lnTo>
                    <a:lnTo>
                      <a:pt x="545" y="1175"/>
                    </a:lnTo>
                    <a:lnTo>
                      <a:pt x="545" y="1175"/>
                    </a:lnTo>
                    <a:lnTo>
                      <a:pt x="3565" y="1007"/>
                    </a:lnTo>
                    <a:lnTo>
                      <a:pt x="3565" y="1007"/>
                    </a:lnTo>
                    <a:lnTo>
                      <a:pt x="3774" y="965"/>
                    </a:lnTo>
                    <a:lnTo>
                      <a:pt x="3942" y="840"/>
                    </a:lnTo>
                    <a:lnTo>
                      <a:pt x="4026" y="672"/>
                    </a:lnTo>
                    <a:lnTo>
                      <a:pt x="4068" y="462"/>
                    </a:lnTo>
                    <a:lnTo>
                      <a:pt x="4068" y="462"/>
                    </a:lnTo>
                    <a:lnTo>
                      <a:pt x="4026" y="294"/>
                    </a:lnTo>
                    <a:lnTo>
                      <a:pt x="3900"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304;p17">
                <a:extLst>
                  <a:ext uri="{FF2B5EF4-FFF2-40B4-BE49-F238E27FC236}">
                    <a16:creationId xmlns:a16="http://schemas.microsoft.com/office/drawing/2014/main" id="{54F30E90-D0ED-67A7-8C3E-9E5EA2BF4F3F}"/>
                  </a:ext>
                </a:extLst>
              </p:cNvPr>
              <p:cNvSpPr/>
              <p:nvPr/>
            </p:nvSpPr>
            <p:spPr>
              <a:xfrm>
                <a:off x="3012085" y="3088789"/>
                <a:ext cx="79031" cy="23643"/>
              </a:xfrm>
              <a:custGeom>
                <a:avLst/>
                <a:gdLst/>
                <a:ahLst/>
                <a:cxnLst/>
                <a:rect l="l" t="t" r="r" b="b"/>
                <a:pathLst>
                  <a:path w="4068" h="1217" fill="none" extrusionOk="0">
                    <a:moveTo>
                      <a:pt x="503" y="0"/>
                    </a:moveTo>
                    <a:lnTo>
                      <a:pt x="503" y="0"/>
                    </a:lnTo>
                    <a:lnTo>
                      <a:pt x="294" y="42"/>
                    </a:lnTo>
                    <a:lnTo>
                      <a:pt x="168" y="126"/>
                    </a:lnTo>
                    <a:lnTo>
                      <a:pt x="42" y="294"/>
                    </a:lnTo>
                    <a:lnTo>
                      <a:pt x="0" y="461"/>
                    </a:lnTo>
                    <a:lnTo>
                      <a:pt x="0" y="461"/>
                    </a:lnTo>
                    <a:lnTo>
                      <a:pt x="0" y="671"/>
                    </a:lnTo>
                    <a:lnTo>
                      <a:pt x="126" y="839"/>
                    </a:lnTo>
                    <a:lnTo>
                      <a:pt x="252" y="965"/>
                    </a:lnTo>
                    <a:lnTo>
                      <a:pt x="461" y="1006"/>
                    </a:lnTo>
                    <a:lnTo>
                      <a:pt x="461" y="1006"/>
                    </a:lnTo>
                    <a:lnTo>
                      <a:pt x="3523" y="1216"/>
                    </a:lnTo>
                    <a:lnTo>
                      <a:pt x="3565" y="1216"/>
                    </a:lnTo>
                    <a:lnTo>
                      <a:pt x="3565" y="1216"/>
                    </a:lnTo>
                    <a:lnTo>
                      <a:pt x="3732" y="1174"/>
                    </a:lnTo>
                    <a:lnTo>
                      <a:pt x="3900" y="1048"/>
                    </a:lnTo>
                    <a:lnTo>
                      <a:pt x="3984" y="923"/>
                    </a:lnTo>
                    <a:lnTo>
                      <a:pt x="4068" y="713"/>
                    </a:lnTo>
                    <a:lnTo>
                      <a:pt x="4068" y="713"/>
                    </a:lnTo>
                    <a:lnTo>
                      <a:pt x="4026" y="503"/>
                    </a:lnTo>
                    <a:lnTo>
                      <a:pt x="3942" y="336"/>
                    </a:lnTo>
                    <a:lnTo>
                      <a:pt x="3774" y="252"/>
                    </a:lnTo>
                    <a:lnTo>
                      <a:pt x="3565" y="168"/>
                    </a:lnTo>
                    <a:lnTo>
                      <a:pt x="3565" y="168"/>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305;p17">
                <a:extLst>
                  <a:ext uri="{FF2B5EF4-FFF2-40B4-BE49-F238E27FC236}">
                    <a16:creationId xmlns:a16="http://schemas.microsoft.com/office/drawing/2014/main" id="{B3115787-E107-9757-7BD8-7FB22599148E}"/>
                  </a:ext>
                </a:extLst>
              </p:cNvPr>
              <p:cNvSpPr/>
              <p:nvPr/>
            </p:nvSpPr>
            <p:spPr>
              <a:xfrm>
                <a:off x="7347849" y="3085525"/>
                <a:ext cx="19563" cy="79050"/>
              </a:xfrm>
              <a:custGeom>
                <a:avLst/>
                <a:gdLst/>
                <a:ahLst/>
                <a:cxnLst/>
                <a:rect l="l" t="t" r="r" b="b"/>
                <a:pathLst>
                  <a:path w="1007" h="4069" fill="none" extrusionOk="0">
                    <a:moveTo>
                      <a:pt x="503" y="0"/>
                    </a:moveTo>
                    <a:lnTo>
                      <a:pt x="503" y="0"/>
                    </a:lnTo>
                    <a:lnTo>
                      <a:pt x="294" y="42"/>
                    </a:lnTo>
                    <a:lnTo>
                      <a:pt x="168" y="126"/>
                    </a:lnTo>
                    <a:lnTo>
                      <a:pt x="42" y="294"/>
                    </a:lnTo>
                    <a:lnTo>
                      <a:pt x="0" y="504"/>
                    </a:lnTo>
                    <a:lnTo>
                      <a:pt x="0" y="3523"/>
                    </a:lnTo>
                    <a:lnTo>
                      <a:pt x="0" y="3523"/>
                    </a:lnTo>
                    <a:lnTo>
                      <a:pt x="42" y="3733"/>
                    </a:lnTo>
                    <a:lnTo>
                      <a:pt x="168" y="3900"/>
                    </a:lnTo>
                    <a:lnTo>
                      <a:pt x="294" y="4026"/>
                    </a:lnTo>
                    <a:lnTo>
                      <a:pt x="503" y="4068"/>
                    </a:lnTo>
                    <a:lnTo>
                      <a:pt x="503" y="4068"/>
                    </a:lnTo>
                    <a:lnTo>
                      <a:pt x="713" y="4026"/>
                    </a:lnTo>
                    <a:lnTo>
                      <a:pt x="881" y="3900"/>
                    </a:lnTo>
                    <a:lnTo>
                      <a:pt x="965" y="3733"/>
                    </a:lnTo>
                    <a:lnTo>
                      <a:pt x="1006" y="3523"/>
                    </a:lnTo>
                    <a:lnTo>
                      <a:pt x="1006" y="504"/>
                    </a:lnTo>
                    <a:lnTo>
                      <a:pt x="1006" y="504"/>
                    </a:lnTo>
                    <a:lnTo>
                      <a:pt x="965" y="294"/>
                    </a:lnTo>
                    <a:lnTo>
                      <a:pt x="881" y="126"/>
                    </a:lnTo>
                    <a:lnTo>
                      <a:pt x="713" y="42"/>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306;p17">
                <a:extLst>
                  <a:ext uri="{FF2B5EF4-FFF2-40B4-BE49-F238E27FC236}">
                    <a16:creationId xmlns:a16="http://schemas.microsoft.com/office/drawing/2014/main" id="{5BDE703C-8880-506D-D381-D2F446197BEF}"/>
                  </a:ext>
                </a:extLst>
              </p:cNvPr>
              <p:cNvSpPr/>
              <p:nvPr/>
            </p:nvSpPr>
            <p:spPr>
              <a:xfrm>
                <a:off x="4078493" y="3083893"/>
                <a:ext cx="79050" cy="23643"/>
              </a:xfrm>
              <a:custGeom>
                <a:avLst/>
                <a:gdLst/>
                <a:ahLst/>
                <a:cxnLst/>
                <a:rect l="l" t="t" r="r" b="b"/>
                <a:pathLst>
                  <a:path w="4069" h="1217" fill="none" extrusionOk="0">
                    <a:moveTo>
                      <a:pt x="3565" y="0"/>
                    </a:moveTo>
                    <a:lnTo>
                      <a:pt x="3565" y="0"/>
                    </a:lnTo>
                    <a:lnTo>
                      <a:pt x="3524" y="0"/>
                    </a:lnTo>
                    <a:lnTo>
                      <a:pt x="3524" y="0"/>
                    </a:lnTo>
                    <a:lnTo>
                      <a:pt x="462" y="210"/>
                    </a:lnTo>
                    <a:lnTo>
                      <a:pt x="462" y="210"/>
                    </a:lnTo>
                    <a:lnTo>
                      <a:pt x="295" y="252"/>
                    </a:lnTo>
                    <a:lnTo>
                      <a:pt x="127" y="378"/>
                    </a:lnTo>
                    <a:lnTo>
                      <a:pt x="43" y="546"/>
                    </a:lnTo>
                    <a:lnTo>
                      <a:pt x="1" y="713"/>
                    </a:lnTo>
                    <a:lnTo>
                      <a:pt x="1" y="713"/>
                    </a:lnTo>
                    <a:lnTo>
                      <a:pt x="43" y="923"/>
                    </a:lnTo>
                    <a:lnTo>
                      <a:pt x="169" y="1091"/>
                    </a:lnTo>
                    <a:lnTo>
                      <a:pt x="336" y="1175"/>
                    </a:lnTo>
                    <a:lnTo>
                      <a:pt x="504" y="1217"/>
                    </a:lnTo>
                    <a:lnTo>
                      <a:pt x="546" y="1217"/>
                    </a:lnTo>
                    <a:lnTo>
                      <a:pt x="546" y="1217"/>
                    </a:lnTo>
                    <a:lnTo>
                      <a:pt x="3607" y="1007"/>
                    </a:lnTo>
                    <a:lnTo>
                      <a:pt x="3607" y="1007"/>
                    </a:lnTo>
                    <a:lnTo>
                      <a:pt x="3775" y="965"/>
                    </a:lnTo>
                    <a:lnTo>
                      <a:pt x="3943" y="839"/>
                    </a:lnTo>
                    <a:lnTo>
                      <a:pt x="4027" y="671"/>
                    </a:lnTo>
                    <a:lnTo>
                      <a:pt x="4069" y="462"/>
                    </a:lnTo>
                    <a:lnTo>
                      <a:pt x="4069" y="462"/>
                    </a:lnTo>
                    <a:lnTo>
                      <a:pt x="4027" y="252"/>
                    </a:lnTo>
                    <a:lnTo>
                      <a:pt x="3901" y="126"/>
                    </a:lnTo>
                    <a:lnTo>
                      <a:pt x="3733" y="0"/>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307;p17">
                <a:extLst>
                  <a:ext uri="{FF2B5EF4-FFF2-40B4-BE49-F238E27FC236}">
                    <a16:creationId xmlns:a16="http://schemas.microsoft.com/office/drawing/2014/main" id="{62043065-91E3-8402-97C5-C7B44B008930}"/>
                  </a:ext>
                </a:extLst>
              </p:cNvPr>
              <p:cNvSpPr/>
              <p:nvPr/>
            </p:nvSpPr>
            <p:spPr>
              <a:xfrm>
                <a:off x="2893133" y="3080630"/>
                <a:ext cx="79050" cy="23643"/>
              </a:xfrm>
              <a:custGeom>
                <a:avLst/>
                <a:gdLst/>
                <a:ahLst/>
                <a:cxnLst/>
                <a:rect l="l" t="t" r="r" b="b"/>
                <a:pathLst>
                  <a:path w="4069" h="1217" fill="none" extrusionOk="0">
                    <a:moveTo>
                      <a:pt x="546" y="1"/>
                    </a:moveTo>
                    <a:lnTo>
                      <a:pt x="546" y="1"/>
                    </a:lnTo>
                    <a:lnTo>
                      <a:pt x="336" y="1"/>
                    </a:lnTo>
                    <a:lnTo>
                      <a:pt x="168" y="126"/>
                    </a:lnTo>
                    <a:lnTo>
                      <a:pt x="84" y="252"/>
                    </a:lnTo>
                    <a:lnTo>
                      <a:pt x="0" y="462"/>
                    </a:lnTo>
                    <a:lnTo>
                      <a:pt x="0" y="462"/>
                    </a:lnTo>
                    <a:lnTo>
                      <a:pt x="42" y="672"/>
                    </a:lnTo>
                    <a:lnTo>
                      <a:pt x="126" y="839"/>
                    </a:lnTo>
                    <a:lnTo>
                      <a:pt x="294" y="923"/>
                    </a:lnTo>
                    <a:lnTo>
                      <a:pt x="462" y="1007"/>
                    </a:lnTo>
                    <a:lnTo>
                      <a:pt x="462" y="1007"/>
                    </a:lnTo>
                    <a:lnTo>
                      <a:pt x="3523" y="1217"/>
                    </a:lnTo>
                    <a:lnTo>
                      <a:pt x="3565" y="1217"/>
                    </a:lnTo>
                    <a:lnTo>
                      <a:pt x="3565" y="1217"/>
                    </a:lnTo>
                    <a:lnTo>
                      <a:pt x="3775" y="1175"/>
                    </a:lnTo>
                    <a:lnTo>
                      <a:pt x="3901" y="1091"/>
                    </a:lnTo>
                    <a:lnTo>
                      <a:pt x="4026" y="923"/>
                    </a:lnTo>
                    <a:lnTo>
                      <a:pt x="4068" y="756"/>
                    </a:lnTo>
                    <a:lnTo>
                      <a:pt x="4068" y="756"/>
                    </a:lnTo>
                    <a:lnTo>
                      <a:pt x="4068" y="546"/>
                    </a:lnTo>
                    <a:lnTo>
                      <a:pt x="3942" y="378"/>
                    </a:lnTo>
                    <a:lnTo>
                      <a:pt x="3817" y="252"/>
                    </a:lnTo>
                    <a:lnTo>
                      <a:pt x="3607" y="210"/>
                    </a:lnTo>
                    <a:lnTo>
                      <a:pt x="3607" y="210"/>
                    </a:lnTo>
                    <a:lnTo>
                      <a:pt x="546" y="1"/>
                    </a:lnTo>
                    <a:lnTo>
                      <a:pt x="546" y="1"/>
                    </a:lnTo>
                    <a:lnTo>
                      <a:pt x="546"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308;p17">
                <a:extLst>
                  <a:ext uri="{FF2B5EF4-FFF2-40B4-BE49-F238E27FC236}">
                    <a16:creationId xmlns:a16="http://schemas.microsoft.com/office/drawing/2014/main" id="{B6CF7811-C421-812D-932D-15A997B06C8C}"/>
                  </a:ext>
                </a:extLst>
              </p:cNvPr>
              <p:cNvSpPr/>
              <p:nvPr/>
            </p:nvSpPr>
            <p:spPr>
              <a:xfrm>
                <a:off x="4196629" y="3074122"/>
                <a:ext cx="79050" cy="24459"/>
              </a:xfrm>
              <a:custGeom>
                <a:avLst/>
                <a:gdLst/>
                <a:ahLst/>
                <a:cxnLst/>
                <a:rect l="l" t="t" r="r" b="b"/>
                <a:pathLst>
                  <a:path w="4069" h="1259" fill="none" extrusionOk="0">
                    <a:moveTo>
                      <a:pt x="3565" y="0"/>
                    </a:moveTo>
                    <a:lnTo>
                      <a:pt x="3565" y="0"/>
                    </a:lnTo>
                    <a:lnTo>
                      <a:pt x="3523" y="0"/>
                    </a:lnTo>
                    <a:lnTo>
                      <a:pt x="3523" y="0"/>
                    </a:lnTo>
                    <a:lnTo>
                      <a:pt x="462" y="252"/>
                    </a:lnTo>
                    <a:lnTo>
                      <a:pt x="462" y="252"/>
                    </a:lnTo>
                    <a:lnTo>
                      <a:pt x="294" y="336"/>
                    </a:lnTo>
                    <a:lnTo>
                      <a:pt x="126" y="420"/>
                    </a:lnTo>
                    <a:lnTo>
                      <a:pt x="43" y="587"/>
                    </a:lnTo>
                    <a:lnTo>
                      <a:pt x="1" y="797"/>
                    </a:lnTo>
                    <a:lnTo>
                      <a:pt x="1" y="797"/>
                    </a:lnTo>
                    <a:lnTo>
                      <a:pt x="43" y="1007"/>
                    </a:lnTo>
                    <a:lnTo>
                      <a:pt x="168" y="1132"/>
                    </a:lnTo>
                    <a:lnTo>
                      <a:pt x="336" y="1258"/>
                    </a:lnTo>
                    <a:lnTo>
                      <a:pt x="504" y="1258"/>
                    </a:lnTo>
                    <a:lnTo>
                      <a:pt x="546" y="1258"/>
                    </a:lnTo>
                    <a:lnTo>
                      <a:pt x="546" y="1258"/>
                    </a:lnTo>
                    <a:lnTo>
                      <a:pt x="3607" y="1049"/>
                    </a:lnTo>
                    <a:lnTo>
                      <a:pt x="3607" y="1049"/>
                    </a:lnTo>
                    <a:lnTo>
                      <a:pt x="3775" y="965"/>
                    </a:lnTo>
                    <a:lnTo>
                      <a:pt x="3943" y="839"/>
                    </a:lnTo>
                    <a:lnTo>
                      <a:pt x="4026" y="671"/>
                    </a:lnTo>
                    <a:lnTo>
                      <a:pt x="4068" y="503"/>
                    </a:lnTo>
                    <a:lnTo>
                      <a:pt x="4068" y="503"/>
                    </a:lnTo>
                    <a:lnTo>
                      <a:pt x="4026" y="294"/>
                    </a:lnTo>
                    <a:lnTo>
                      <a:pt x="3901"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309;p17">
                <a:extLst>
                  <a:ext uri="{FF2B5EF4-FFF2-40B4-BE49-F238E27FC236}">
                    <a16:creationId xmlns:a16="http://schemas.microsoft.com/office/drawing/2014/main" id="{82128E7B-E609-C585-E48E-F564E6F5B8A7}"/>
                  </a:ext>
                </a:extLst>
              </p:cNvPr>
              <p:cNvSpPr/>
              <p:nvPr/>
            </p:nvSpPr>
            <p:spPr>
              <a:xfrm>
                <a:off x="2774997" y="3070042"/>
                <a:ext cx="79050" cy="25275"/>
              </a:xfrm>
              <a:custGeom>
                <a:avLst/>
                <a:gdLst/>
                <a:ahLst/>
                <a:cxnLst/>
                <a:rect l="l" t="t" r="r" b="b"/>
                <a:pathLst>
                  <a:path w="4069" h="1301" fill="none" extrusionOk="0">
                    <a:moveTo>
                      <a:pt x="504" y="1"/>
                    </a:moveTo>
                    <a:lnTo>
                      <a:pt x="504" y="1"/>
                    </a:lnTo>
                    <a:lnTo>
                      <a:pt x="336" y="42"/>
                    </a:lnTo>
                    <a:lnTo>
                      <a:pt x="169" y="126"/>
                    </a:lnTo>
                    <a:lnTo>
                      <a:pt x="43" y="294"/>
                    </a:lnTo>
                    <a:lnTo>
                      <a:pt x="1" y="462"/>
                    </a:lnTo>
                    <a:lnTo>
                      <a:pt x="1" y="462"/>
                    </a:lnTo>
                    <a:lnTo>
                      <a:pt x="43" y="671"/>
                    </a:lnTo>
                    <a:lnTo>
                      <a:pt x="127" y="839"/>
                    </a:lnTo>
                    <a:lnTo>
                      <a:pt x="252" y="965"/>
                    </a:lnTo>
                    <a:lnTo>
                      <a:pt x="462" y="1049"/>
                    </a:lnTo>
                    <a:lnTo>
                      <a:pt x="462" y="1049"/>
                    </a:lnTo>
                    <a:lnTo>
                      <a:pt x="3523" y="1301"/>
                    </a:lnTo>
                    <a:lnTo>
                      <a:pt x="3565" y="1301"/>
                    </a:lnTo>
                    <a:lnTo>
                      <a:pt x="3565" y="1301"/>
                    </a:lnTo>
                    <a:lnTo>
                      <a:pt x="3733" y="1259"/>
                    </a:lnTo>
                    <a:lnTo>
                      <a:pt x="3901" y="1175"/>
                    </a:lnTo>
                    <a:lnTo>
                      <a:pt x="4027" y="1007"/>
                    </a:lnTo>
                    <a:lnTo>
                      <a:pt x="4069" y="839"/>
                    </a:lnTo>
                    <a:lnTo>
                      <a:pt x="4069" y="839"/>
                    </a:lnTo>
                    <a:lnTo>
                      <a:pt x="4027" y="630"/>
                    </a:lnTo>
                    <a:lnTo>
                      <a:pt x="3943" y="462"/>
                    </a:lnTo>
                    <a:lnTo>
                      <a:pt x="3775" y="336"/>
                    </a:lnTo>
                    <a:lnTo>
                      <a:pt x="3607" y="294"/>
                    </a:lnTo>
                    <a:lnTo>
                      <a:pt x="3607" y="294"/>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310;p17">
                <a:extLst>
                  <a:ext uri="{FF2B5EF4-FFF2-40B4-BE49-F238E27FC236}">
                    <a16:creationId xmlns:a16="http://schemas.microsoft.com/office/drawing/2014/main" id="{698D14FF-5618-F577-DD48-5BA7DE62F85A}"/>
                  </a:ext>
                </a:extLst>
              </p:cNvPr>
              <p:cNvSpPr/>
              <p:nvPr/>
            </p:nvSpPr>
            <p:spPr>
              <a:xfrm>
                <a:off x="4314764" y="3064330"/>
                <a:ext cx="79050" cy="24479"/>
              </a:xfrm>
              <a:custGeom>
                <a:avLst/>
                <a:gdLst/>
                <a:ahLst/>
                <a:cxnLst/>
                <a:rect l="l" t="t" r="r" b="b"/>
                <a:pathLst>
                  <a:path w="4069" h="1260" fill="none" extrusionOk="0">
                    <a:moveTo>
                      <a:pt x="3565" y="1"/>
                    </a:moveTo>
                    <a:lnTo>
                      <a:pt x="3565" y="1"/>
                    </a:lnTo>
                    <a:lnTo>
                      <a:pt x="3523" y="1"/>
                    </a:lnTo>
                    <a:lnTo>
                      <a:pt x="3523" y="1"/>
                    </a:lnTo>
                    <a:lnTo>
                      <a:pt x="462" y="253"/>
                    </a:lnTo>
                    <a:lnTo>
                      <a:pt x="462" y="253"/>
                    </a:lnTo>
                    <a:lnTo>
                      <a:pt x="294" y="336"/>
                    </a:lnTo>
                    <a:lnTo>
                      <a:pt x="126" y="462"/>
                    </a:lnTo>
                    <a:lnTo>
                      <a:pt x="42" y="630"/>
                    </a:lnTo>
                    <a:lnTo>
                      <a:pt x="0" y="798"/>
                    </a:lnTo>
                    <a:lnTo>
                      <a:pt x="0" y="798"/>
                    </a:lnTo>
                    <a:lnTo>
                      <a:pt x="42" y="1007"/>
                    </a:lnTo>
                    <a:lnTo>
                      <a:pt x="168" y="1133"/>
                    </a:lnTo>
                    <a:lnTo>
                      <a:pt x="336" y="1259"/>
                    </a:lnTo>
                    <a:lnTo>
                      <a:pt x="504" y="1259"/>
                    </a:lnTo>
                    <a:lnTo>
                      <a:pt x="504" y="1259"/>
                    </a:lnTo>
                    <a:lnTo>
                      <a:pt x="545" y="1259"/>
                    </a:lnTo>
                    <a:lnTo>
                      <a:pt x="545" y="1259"/>
                    </a:lnTo>
                    <a:lnTo>
                      <a:pt x="3607" y="1007"/>
                    </a:lnTo>
                    <a:lnTo>
                      <a:pt x="3607" y="1007"/>
                    </a:lnTo>
                    <a:lnTo>
                      <a:pt x="3816" y="924"/>
                    </a:lnTo>
                    <a:lnTo>
                      <a:pt x="3942" y="798"/>
                    </a:lnTo>
                    <a:lnTo>
                      <a:pt x="4026" y="630"/>
                    </a:lnTo>
                    <a:lnTo>
                      <a:pt x="4068" y="462"/>
                    </a:lnTo>
                    <a:lnTo>
                      <a:pt x="4068" y="462"/>
                    </a:lnTo>
                    <a:lnTo>
                      <a:pt x="4026" y="253"/>
                    </a:lnTo>
                    <a:lnTo>
                      <a:pt x="3900" y="127"/>
                    </a:lnTo>
                    <a:lnTo>
                      <a:pt x="3733" y="1"/>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311;p17">
                <a:extLst>
                  <a:ext uri="{FF2B5EF4-FFF2-40B4-BE49-F238E27FC236}">
                    <a16:creationId xmlns:a16="http://schemas.microsoft.com/office/drawing/2014/main" id="{0E050DA2-B3A6-6CFD-3580-CC9C3DA5820E}"/>
                  </a:ext>
                </a:extLst>
              </p:cNvPr>
              <p:cNvSpPr/>
              <p:nvPr/>
            </p:nvSpPr>
            <p:spPr>
              <a:xfrm>
                <a:off x="2656881" y="3058638"/>
                <a:ext cx="79031" cy="26091"/>
              </a:xfrm>
              <a:custGeom>
                <a:avLst/>
                <a:gdLst/>
                <a:ahLst/>
                <a:cxnLst/>
                <a:rect l="l" t="t" r="r" b="b"/>
                <a:pathLst>
                  <a:path w="4068" h="1343" fill="none" extrusionOk="0">
                    <a:moveTo>
                      <a:pt x="503" y="0"/>
                    </a:moveTo>
                    <a:lnTo>
                      <a:pt x="503" y="0"/>
                    </a:lnTo>
                    <a:lnTo>
                      <a:pt x="336" y="42"/>
                    </a:lnTo>
                    <a:lnTo>
                      <a:pt x="168" y="126"/>
                    </a:lnTo>
                    <a:lnTo>
                      <a:pt x="42" y="294"/>
                    </a:lnTo>
                    <a:lnTo>
                      <a:pt x="0" y="462"/>
                    </a:lnTo>
                    <a:lnTo>
                      <a:pt x="0" y="462"/>
                    </a:lnTo>
                    <a:lnTo>
                      <a:pt x="42" y="671"/>
                    </a:lnTo>
                    <a:lnTo>
                      <a:pt x="126" y="839"/>
                    </a:lnTo>
                    <a:lnTo>
                      <a:pt x="252" y="965"/>
                    </a:lnTo>
                    <a:lnTo>
                      <a:pt x="461" y="1007"/>
                    </a:lnTo>
                    <a:lnTo>
                      <a:pt x="461" y="1007"/>
                    </a:lnTo>
                    <a:lnTo>
                      <a:pt x="3481" y="1342"/>
                    </a:lnTo>
                    <a:lnTo>
                      <a:pt x="3481" y="1342"/>
                    </a:lnTo>
                    <a:lnTo>
                      <a:pt x="3565" y="1342"/>
                    </a:lnTo>
                    <a:lnTo>
                      <a:pt x="3565" y="1342"/>
                    </a:lnTo>
                    <a:lnTo>
                      <a:pt x="3732" y="1300"/>
                    </a:lnTo>
                    <a:lnTo>
                      <a:pt x="3900" y="1217"/>
                    </a:lnTo>
                    <a:lnTo>
                      <a:pt x="3984" y="1049"/>
                    </a:lnTo>
                    <a:lnTo>
                      <a:pt x="4068" y="881"/>
                    </a:lnTo>
                    <a:lnTo>
                      <a:pt x="4068" y="881"/>
                    </a:lnTo>
                    <a:lnTo>
                      <a:pt x="4026" y="671"/>
                    </a:lnTo>
                    <a:lnTo>
                      <a:pt x="3942" y="504"/>
                    </a:lnTo>
                    <a:lnTo>
                      <a:pt x="3774" y="378"/>
                    </a:lnTo>
                    <a:lnTo>
                      <a:pt x="3607" y="336"/>
                    </a:lnTo>
                    <a:lnTo>
                      <a:pt x="3607" y="336"/>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312;p17">
                <a:extLst>
                  <a:ext uri="{FF2B5EF4-FFF2-40B4-BE49-F238E27FC236}">
                    <a16:creationId xmlns:a16="http://schemas.microsoft.com/office/drawing/2014/main" id="{3C0B3EE5-51E5-B741-FC1A-B5A1B1324A4C}"/>
                  </a:ext>
                </a:extLst>
              </p:cNvPr>
              <p:cNvSpPr/>
              <p:nvPr/>
            </p:nvSpPr>
            <p:spPr>
              <a:xfrm>
                <a:off x="4432900" y="3052111"/>
                <a:ext cx="79031" cy="26091"/>
              </a:xfrm>
              <a:custGeom>
                <a:avLst/>
                <a:gdLst/>
                <a:ahLst/>
                <a:cxnLst/>
                <a:rect l="l" t="t" r="r" b="b"/>
                <a:pathLst>
                  <a:path w="4068" h="1343" fill="none" extrusionOk="0">
                    <a:moveTo>
                      <a:pt x="3565" y="1"/>
                    </a:moveTo>
                    <a:lnTo>
                      <a:pt x="3565" y="1"/>
                    </a:lnTo>
                    <a:lnTo>
                      <a:pt x="3481" y="1"/>
                    </a:lnTo>
                    <a:lnTo>
                      <a:pt x="3481" y="1"/>
                    </a:lnTo>
                    <a:lnTo>
                      <a:pt x="461" y="336"/>
                    </a:lnTo>
                    <a:lnTo>
                      <a:pt x="461" y="336"/>
                    </a:lnTo>
                    <a:lnTo>
                      <a:pt x="252" y="378"/>
                    </a:lnTo>
                    <a:lnTo>
                      <a:pt x="126" y="504"/>
                    </a:lnTo>
                    <a:lnTo>
                      <a:pt x="42" y="672"/>
                    </a:lnTo>
                    <a:lnTo>
                      <a:pt x="0" y="882"/>
                    </a:lnTo>
                    <a:lnTo>
                      <a:pt x="0" y="882"/>
                    </a:lnTo>
                    <a:lnTo>
                      <a:pt x="42" y="1049"/>
                    </a:lnTo>
                    <a:lnTo>
                      <a:pt x="168" y="1217"/>
                    </a:lnTo>
                    <a:lnTo>
                      <a:pt x="335" y="1301"/>
                    </a:lnTo>
                    <a:lnTo>
                      <a:pt x="503" y="1343"/>
                    </a:lnTo>
                    <a:lnTo>
                      <a:pt x="503" y="1343"/>
                    </a:lnTo>
                    <a:lnTo>
                      <a:pt x="545" y="1343"/>
                    </a:lnTo>
                    <a:lnTo>
                      <a:pt x="545" y="1343"/>
                    </a:lnTo>
                    <a:lnTo>
                      <a:pt x="3606" y="1049"/>
                    </a:lnTo>
                    <a:lnTo>
                      <a:pt x="3606" y="1049"/>
                    </a:lnTo>
                    <a:lnTo>
                      <a:pt x="3774" y="965"/>
                    </a:lnTo>
                    <a:lnTo>
                      <a:pt x="3942" y="840"/>
                    </a:lnTo>
                    <a:lnTo>
                      <a:pt x="4026" y="672"/>
                    </a:lnTo>
                    <a:lnTo>
                      <a:pt x="4068" y="462"/>
                    </a:lnTo>
                    <a:lnTo>
                      <a:pt x="4068" y="462"/>
                    </a:lnTo>
                    <a:lnTo>
                      <a:pt x="3984" y="294"/>
                    </a:lnTo>
                    <a:lnTo>
                      <a:pt x="3900" y="169"/>
                    </a:lnTo>
                    <a:lnTo>
                      <a:pt x="3732"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313;p17">
                <a:extLst>
                  <a:ext uri="{FF2B5EF4-FFF2-40B4-BE49-F238E27FC236}">
                    <a16:creationId xmlns:a16="http://schemas.microsoft.com/office/drawing/2014/main" id="{8ED9255F-BA71-E44A-246D-E80AB69F12BB}"/>
                  </a:ext>
                </a:extLst>
              </p:cNvPr>
              <p:cNvSpPr/>
              <p:nvPr/>
            </p:nvSpPr>
            <p:spPr>
              <a:xfrm>
                <a:off x="2538745" y="3045603"/>
                <a:ext cx="79050" cy="26907"/>
              </a:xfrm>
              <a:custGeom>
                <a:avLst/>
                <a:gdLst/>
                <a:ahLst/>
                <a:cxnLst/>
                <a:rect l="l" t="t" r="r" b="b"/>
                <a:pathLst>
                  <a:path w="4069" h="1385" fill="none" extrusionOk="0">
                    <a:moveTo>
                      <a:pt x="504" y="0"/>
                    </a:moveTo>
                    <a:lnTo>
                      <a:pt x="504" y="0"/>
                    </a:lnTo>
                    <a:lnTo>
                      <a:pt x="336" y="42"/>
                    </a:lnTo>
                    <a:lnTo>
                      <a:pt x="168" y="126"/>
                    </a:lnTo>
                    <a:lnTo>
                      <a:pt x="42" y="294"/>
                    </a:lnTo>
                    <a:lnTo>
                      <a:pt x="0" y="462"/>
                    </a:lnTo>
                    <a:lnTo>
                      <a:pt x="0" y="462"/>
                    </a:lnTo>
                    <a:lnTo>
                      <a:pt x="42" y="671"/>
                    </a:lnTo>
                    <a:lnTo>
                      <a:pt x="126" y="839"/>
                    </a:lnTo>
                    <a:lnTo>
                      <a:pt x="252" y="965"/>
                    </a:lnTo>
                    <a:lnTo>
                      <a:pt x="462" y="1007"/>
                    </a:lnTo>
                    <a:lnTo>
                      <a:pt x="462" y="1007"/>
                    </a:lnTo>
                    <a:lnTo>
                      <a:pt x="3481" y="1384"/>
                    </a:lnTo>
                    <a:lnTo>
                      <a:pt x="3481" y="1384"/>
                    </a:lnTo>
                    <a:lnTo>
                      <a:pt x="3565" y="1384"/>
                    </a:lnTo>
                    <a:lnTo>
                      <a:pt x="3565" y="1384"/>
                    </a:lnTo>
                    <a:lnTo>
                      <a:pt x="3733" y="1342"/>
                    </a:lnTo>
                    <a:lnTo>
                      <a:pt x="3900" y="1259"/>
                    </a:lnTo>
                    <a:lnTo>
                      <a:pt x="3984" y="1091"/>
                    </a:lnTo>
                    <a:lnTo>
                      <a:pt x="4068" y="923"/>
                    </a:lnTo>
                    <a:lnTo>
                      <a:pt x="4068" y="923"/>
                    </a:lnTo>
                    <a:lnTo>
                      <a:pt x="4026" y="713"/>
                    </a:lnTo>
                    <a:lnTo>
                      <a:pt x="3942" y="546"/>
                    </a:lnTo>
                    <a:lnTo>
                      <a:pt x="3817" y="420"/>
                    </a:lnTo>
                    <a:lnTo>
                      <a:pt x="3607" y="378"/>
                    </a:lnTo>
                    <a:lnTo>
                      <a:pt x="3607" y="378"/>
                    </a:lnTo>
                    <a:lnTo>
                      <a:pt x="588" y="0"/>
                    </a:lnTo>
                    <a:lnTo>
                      <a:pt x="588"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314;p17">
                <a:extLst>
                  <a:ext uri="{FF2B5EF4-FFF2-40B4-BE49-F238E27FC236}">
                    <a16:creationId xmlns:a16="http://schemas.microsoft.com/office/drawing/2014/main" id="{67634779-9548-F10B-6A1A-B0D6F55375EE}"/>
                  </a:ext>
                </a:extLst>
              </p:cNvPr>
              <p:cNvSpPr/>
              <p:nvPr/>
            </p:nvSpPr>
            <p:spPr>
              <a:xfrm>
                <a:off x="4551017" y="3039891"/>
                <a:ext cx="79050" cy="26091"/>
              </a:xfrm>
              <a:custGeom>
                <a:avLst/>
                <a:gdLst/>
                <a:ahLst/>
                <a:cxnLst/>
                <a:rect l="l" t="t" r="r" b="b"/>
                <a:pathLst>
                  <a:path w="4069" h="1343" fill="none" extrusionOk="0">
                    <a:moveTo>
                      <a:pt x="3523" y="1"/>
                    </a:moveTo>
                    <a:lnTo>
                      <a:pt x="3523" y="1"/>
                    </a:lnTo>
                    <a:lnTo>
                      <a:pt x="3481" y="1"/>
                    </a:lnTo>
                    <a:lnTo>
                      <a:pt x="3481" y="1"/>
                    </a:lnTo>
                    <a:lnTo>
                      <a:pt x="462" y="336"/>
                    </a:lnTo>
                    <a:lnTo>
                      <a:pt x="462" y="336"/>
                    </a:lnTo>
                    <a:lnTo>
                      <a:pt x="252" y="378"/>
                    </a:lnTo>
                    <a:lnTo>
                      <a:pt x="126" y="504"/>
                    </a:lnTo>
                    <a:lnTo>
                      <a:pt x="1" y="672"/>
                    </a:lnTo>
                    <a:lnTo>
                      <a:pt x="1" y="882"/>
                    </a:lnTo>
                    <a:lnTo>
                      <a:pt x="1" y="882"/>
                    </a:lnTo>
                    <a:lnTo>
                      <a:pt x="43" y="1091"/>
                    </a:lnTo>
                    <a:lnTo>
                      <a:pt x="168" y="1217"/>
                    </a:lnTo>
                    <a:lnTo>
                      <a:pt x="336" y="1301"/>
                    </a:lnTo>
                    <a:lnTo>
                      <a:pt x="504" y="1343"/>
                    </a:lnTo>
                    <a:lnTo>
                      <a:pt x="504" y="1343"/>
                    </a:lnTo>
                    <a:lnTo>
                      <a:pt x="546" y="1343"/>
                    </a:lnTo>
                    <a:lnTo>
                      <a:pt x="546" y="1343"/>
                    </a:lnTo>
                    <a:lnTo>
                      <a:pt x="3607" y="1007"/>
                    </a:lnTo>
                    <a:lnTo>
                      <a:pt x="3607" y="1007"/>
                    </a:lnTo>
                    <a:lnTo>
                      <a:pt x="3775" y="965"/>
                    </a:lnTo>
                    <a:lnTo>
                      <a:pt x="3943" y="840"/>
                    </a:lnTo>
                    <a:lnTo>
                      <a:pt x="4027" y="672"/>
                    </a:lnTo>
                    <a:lnTo>
                      <a:pt x="4068" y="462"/>
                    </a:lnTo>
                    <a:lnTo>
                      <a:pt x="4068" y="462"/>
                    </a:lnTo>
                    <a:lnTo>
                      <a:pt x="3985" y="253"/>
                    </a:lnTo>
                    <a:lnTo>
                      <a:pt x="3901"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315;p17">
                <a:extLst>
                  <a:ext uri="{FF2B5EF4-FFF2-40B4-BE49-F238E27FC236}">
                    <a16:creationId xmlns:a16="http://schemas.microsoft.com/office/drawing/2014/main" id="{102A73A0-A37C-2210-F03E-26D3E54E701F}"/>
                  </a:ext>
                </a:extLst>
              </p:cNvPr>
              <p:cNvSpPr/>
              <p:nvPr/>
            </p:nvSpPr>
            <p:spPr>
              <a:xfrm>
                <a:off x="2420609" y="3031751"/>
                <a:ext cx="79050" cy="26907"/>
              </a:xfrm>
              <a:custGeom>
                <a:avLst/>
                <a:gdLst/>
                <a:ahLst/>
                <a:cxnLst/>
                <a:rect l="l" t="t" r="r" b="b"/>
                <a:pathLst>
                  <a:path w="4069" h="1385" fill="none" extrusionOk="0">
                    <a:moveTo>
                      <a:pt x="504" y="1"/>
                    </a:moveTo>
                    <a:lnTo>
                      <a:pt x="504" y="1"/>
                    </a:lnTo>
                    <a:lnTo>
                      <a:pt x="336" y="1"/>
                    </a:lnTo>
                    <a:lnTo>
                      <a:pt x="169" y="126"/>
                    </a:lnTo>
                    <a:lnTo>
                      <a:pt x="85" y="252"/>
                    </a:lnTo>
                    <a:lnTo>
                      <a:pt x="1" y="420"/>
                    </a:lnTo>
                    <a:lnTo>
                      <a:pt x="1" y="420"/>
                    </a:lnTo>
                    <a:lnTo>
                      <a:pt x="43" y="630"/>
                    </a:lnTo>
                    <a:lnTo>
                      <a:pt x="127" y="797"/>
                    </a:lnTo>
                    <a:lnTo>
                      <a:pt x="252" y="923"/>
                    </a:lnTo>
                    <a:lnTo>
                      <a:pt x="462" y="1007"/>
                    </a:lnTo>
                    <a:lnTo>
                      <a:pt x="462" y="1007"/>
                    </a:lnTo>
                    <a:lnTo>
                      <a:pt x="3481" y="1384"/>
                    </a:lnTo>
                    <a:lnTo>
                      <a:pt x="3481" y="1384"/>
                    </a:lnTo>
                    <a:lnTo>
                      <a:pt x="3565" y="1384"/>
                    </a:lnTo>
                    <a:lnTo>
                      <a:pt x="3565" y="1384"/>
                    </a:lnTo>
                    <a:lnTo>
                      <a:pt x="3733" y="1342"/>
                    </a:lnTo>
                    <a:lnTo>
                      <a:pt x="3901" y="1259"/>
                    </a:lnTo>
                    <a:lnTo>
                      <a:pt x="3985" y="1091"/>
                    </a:lnTo>
                    <a:lnTo>
                      <a:pt x="4069" y="923"/>
                    </a:lnTo>
                    <a:lnTo>
                      <a:pt x="4069" y="923"/>
                    </a:lnTo>
                    <a:lnTo>
                      <a:pt x="4027" y="713"/>
                    </a:lnTo>
                    <a:lnTo>
                      <a:pt x="3943" y="546"/>
                    </a:lnTo>
                    <a:lnTo>
                      <a:pt x="3817" y="420"/>
                    </a:lnTo>
                    <a:lnTo>
                      <a:pt x="3607" y="378"/>
                    </a:lnTo>
                    <a:lnTo>
                      <a:pt x="3607" y="378"/>
                    </a:lnTo>
                    <a:lnTo>
                      <a:pt x="588" y="1"/>
                    </a:lnTo>
                    <a:lnTo>
                      <a:pt x="588"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316;p17">
                <a:extLst>
                  <a:ext uri="{FF2B5EF4-FFF2-40B4-BE49-F238E27FC236}">
                    <a16:creationId xmlns:a16="http://schemas.microsoft.com/office/drawing/2014/main" id="{2C619388-68F6-22D0-EE0B-02FB3BB8E6D0}"/>
                  </a:ext>
                </a:extLst>
              </p:cNvPr>
              <p:cNvSpPr/>
              <p:nvPr/>
            </p:nvSpPr>
            <p:spPr>
              <a:xfrm>
                <a:off x="4669152" y="3026856"/>
                <a:ext cx="78235" cy="26091"/>
              </a:xfrm>
              <a:custGeom>
                <a:avLst/>
                <a:gdLst/>
                <a:ahLst/>
                <a:cxnLst/>
                <a:rect l="l" t="t" r="r" b="b"/>
                <a:pathLst>
                  <a:path w="4027" h="1343" fill="none" extrusionOk="0">
                    <a:moveTo>
                      <a:pt x="3523" y="1"/>
                    </a:moveTo>
                    <a:lnTo>
                      <a:pt x="3523" y="1"/>
                    </a:lnTo>
                    <a:lnTo>
                      <a:pt x="3481" y="1"/>
                    </a:lnTo>
                    <a:lnTo>
                      <a:pt x="3481" y="1"/>
                    </a:lnTo>
                    <a:lnTo>
                      <a:pt x="462" y="336"/>
                    </a:lnTo>
                    <a:lnTo>
                      <a:pt x="462" y="336"/>
                    </a:lnTo>
                    <a:lnTo>
                      <a:pt x="252" y="378"/>
                    </a:lnTo>
                    <a:lnTo>
                      <a:pt x="84" y="504"/>
                    </a:lnTo>
                    <a:lnTo>
                      <a:pt x="0" y="714"/>
                    </a:lnTo>
                    <a:lnTo>
                      <a:pt x="0" y="882"/>
                    </a:lnTo>
                    <a:lnTo>
                      <a:pt x="0" y="882"/>
                    </a:lnTo>
                    <a:lnTo>
                      <a:pt x="42" y="1091"/>
                    </a:lnTo>
                    <a:lnTo>
                      <a:pt x="168" y="1217"/>
                    </a:lnTo>
                    <a:lnTo>
                      <a:pt x="336" y="1301"/>
                    </a:lnTo>
                    <a:lnTo>
                      <a:pt x="504" y="1343"/>
                    </a:lnTo>
                    <a:lnTo>
                      <a:pt x="504" y="1343"/>
                    </a:lnTo>
                    <a:lnTo>
                      <a:pt x="546" y="1343"/>
                    </a:lnTo>
                    <a:lnTo>
                      <a:pt x="546" y="1343"/>
                    </a:lnTo>
                    <a:lnTo>
                      <a:pt x="3607" y="1007"/>
                    </a:lnTo>
                    <a:lnTo>
                      <a:pt x="3607" y="1007"/>
                    </a:lnTo>
                    <a:lnTo>
                      <a:pt x="3775" y="924"/>
                    </a:lnTo>
                    <a:lnTo>
                      <a:pt x="3942" y="798"/>
                    </a:lnTo>
                    <a:lnTo>
                      <a:pt x="4026" y="630"/>
                    </a:lnTo>
                    <a:lnTo>
                      <a:pt x="4026" y="420"/>
                    </a:lnTo>
                    <a:lnTo>
                      <a:pt x="4026" y="420"/>
                    </a:lnTo>
                    <a:lnTo>
                      <a:pt x="3984" y="253"/>
                    </a:lnTo>
                    <a:lnTo>
                      <a:pt x="3858" y="127"/>
                    </a:lnTo>
                    <a:lnTo>
                      <a:pt x="3733" y="1"/>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317;p17">
                <a:extLst>
                  <a:ext uri="{FF2B5EF4-FFF2-40B4-BE49-F238E27FC236}">
                    <a16:creationId xmlns:a16="http://schemas.microsoft.com/office/drawing/2014/main" id="{D9D0D899-B427-AEA9-9020-80BD04B2A8D7}"/>
                  </a:ext>
                </a:extLst>
              </p:cNvPr>
              <p:cNvSpPr/>
              <p:nvPr/>
            </p:nvSpPr>
            <p:spPr>
              <a:xfrm>
                <a:off x="1995351" y="3025243"/>
                <a:ext cx="48899" cy="71707"/>
              </a:xfrm>
              <a:custGeom>
                <a:avLst/>
                <a:gdLst/>
                <a:ahLst/>
                <a:cxnLst/>
                <a:rect l="l" t="t" r="r" b="b"/>
                <a:pathLst>
                  <a:path w="2517" h="3691" fill="none" extrusionOk="0">
                    <a:moveTo>
                      <a:pt x="504" y="0"/>
                    </a:moveTo>
                    <a:lnTo>
                      <a:pt x="504" y="0"/>
                    </a:lnTo>
                    <a:lnTo>
                      <a:pt x="378" y="0"/>
                    </a:lnTo>
                    <a:lnTo>
                      <a:pt x="252" y="42"/>
                    </a:lnTo>
                    <a:lnTo>
                      <a:pt x="252" y="42"/>
                    </a:lnTo>
                    <a:lnTo>
                      <a:pt x="126" y="210"/>
                    </a:lnTo>
                    <a:lnTo>
                      <a:pt x="0" y="377"/>
                    </a:lnTo>
                    <a:lnTo>
                      <a:pt x="0" y="545"/>
                    </a:lnTo>
                    <a:lnTo>
                      <a:pt x="42" y="755"/>
                    </a:lnTo>
                    <a:lnTo>
                      <a:pt x="42" y="755"/>
                    </a:lnTo>
                    <a:lnTo>
                      <a:pt x="797" y="2097"/>
                    </a:lnTo>
                    <a:lnTo>
                      <a:pt x="1552" y="3439"/>
                    </a:lnTo>
                    <a:lnTo>
                      <a:pt x="1552" y="3439"/>
                    </a:lnTo>
                    <a:lnTo>
                      <a:pt x="1636" y="3523"/>
                    </a:lnTo>
                    <a:lnTo>
                      <a:pt x="1762" y="3607"/>
                    </a:lnTo>
                    <a:lnTo>
                      <a:pt x="1887" y="3648"/>
                    </a:lnTo>
                    <a:lnTo>
                      <a:pt x="2013" y="3690"/>
                    </a:lnTo>
                    <a:lnTo>
                      <a:pt x="2013" y="3690"/>
                    </a:lnTo>
                    <a:lnTo>
                      <a:pt x="2139" y="3648"/>
                    </a:lnTo>
                    <a:lnTo>
                      <a:pt x="2265" y="3607"/>
                    </a:lnTo>
                    <a:lnTo>
                      <a:pt x="2265" y="3607"/>
                    </a:lnTo>
                    <a:lnTo>
                      <a:pt x="2391" y="3481"/>
                    </a:lnTo>
                    <a:lnTo>
                      <a:pt x="2475" y="3313"/>
                    </a:lnTo>
                    <a:lnTo>
                      <a:pt x="2516" y="3103"/>
                    </a:lnTo>
                    <a:lnTo>
                      <a:pt x="2433" y="2894"/>
                    </a:lnTo>
                    <a:lnTo>
                      <a:pt x="2433" y="2894"/>
                    </a:lnTo>
                    <a:lnTo>
                      <a:pt x="1678" y="1594"/>
                    </a:lnTo>
                    <a:lnTo>
                      <a:pt x="965" y="252"/>
                    </a:lnTo>
                    <a:lnTo>
                      <a:pt x="965" y="252"/>
                    </a:lnTo>
                    <a:lnTo>
                      <a:pt x="881" y="168"/>
                    </a:lnTo>
                    <a:lnTo>
                      <a:pt x="755" y="84"/>
                    </a:lnTo>
                    <a:lnTo>
                      <a:pt x="629"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318;p17">
                <a:extLst>
                  <a:ext uri="{FF2B5EF4-FFF2-40B4-BE49-F238E27FC236}">
                    <a16:creationId xmlns:a16="http://schemas.microsoft.com/office/drawing/2014/main" id="{7E05B45D-5FD2-3985-D61B-3D49DE2A0DFA}"/>
                  </a:ext>
                </a:extLst>
              </p:cNvPr>
              <p:cNvSpPr/>
              <p:nvPr/>
            </p:nvSpPr>
            <p:spPr>
              <a:xfrm>
                <a:off x="2303309" y="3015452"/>
                <a:ext cx="78215" cy="27723"/>
              </a:xfrm>
              <a:custGeom>
                <a:avLst/>
                <a:gdLst/>
                <a:ahLst/>
                <a:cxnLst/>
                <a:rect l="l" t="t" r="r" b="b"/>
                <a:pathLst>
                  <a:path w="4026" h="1427" fill="none" extrusionOk="0">
                    <a:moveTo>
                      <a:pt x="503" y="1"/>
                    </a:moveTo>
                    <a:lnTo>
                      <a:pt x="503" y="1"/>
                    </a:lnTo>
                    <a:lnTo>
                      <a:pt x="336" y="43"/>
                    </a:lnTo>
                    <a:lnTo>
                      <a:pt x="168" y="127"/>
                    </a:lnTo>
                    <a:lnTo>
                      <a:pt x="84" y="252"/>
                    </a:lnTo>
                    <a:lnTo>
                      <a:pt x="0" y="462"/>
                    </a:lnTo>
                    <a:lnTo>
                      <a:pt x="0" y="462"/>
                    </a:lnTo>
                    <a:lnTo>
                      <a:pt x="42" y="630"/>
                    </a:lnTo>
                    <a:lnTo>
                      <a:pt x="126" y="840"/>
                    </a:lnTo>
                    <a:lnTo>
                      <a:pt x="252" y="965"/>
                    </a:lnTo>
                    <a:lnTo>
                      <a:pt x="461" y="1007"/>
                    </a:lnTo>
                    <a:lnTo>
                      <a:pt x="461" y="1007"/>
                    </a:lnTo>
                    <a:lnTo>
                      <a:pt x="3481" y="1427"/>
                    </a:lnTo>
                    <a:lnTo>
                      <a:pt x="3481" y="1427"/>
                    </a:lnTo>
                    <a:lnTo>
                      <a:pt x="3523" y="1427"/>
                    </a:lnTo>
                    <a:lnTo>
                      <a:pt x="3523" y="1427"/>
                    </a:lnTo>
                    <a:lnTo>
                      <a:pt x="3732" y="1427"/>
                    </a:lnTo>
                    <a:lnTo>
                      <a:pt x="3858" y="1301"/>
                    </a:lnTo>
                    <a:lnTo>
                      <a:pt x="3984" y="1175"/>
                    </a:lnTo>
                    <a:lnTo>
                      <a:pt x="4026" y="1007"/>
                    </a:lnTo>
                    <a:lnTo>
                      <a:pt x="4026" y="1007"/>
                    </a:lnTo>
                    <a:lnTo>
                      <a:pt x="4026" y="798"/>
                    </a:lnTo>
                    <a:lnTo>
                      <a:pt x="3942" y="630"/>
                    </a:lnTo>
                    <a:lnTo>
                      <a:pt x="3774" y="504"/>
                    </a:lnTo>
                    <a:lnTo>
                      <a:pt x="3606" y="420"/>
                    </a:lnTo>
                    <a:lnTo>
                      <a:pt x="3606" y="420"/>
                    </a:lnTo>
                    <a:lnTo>
                      <a:pt x="587" y="1"/>
                    </a:lnTo>
                    <a:lnTo>
                      <a:pt x="587"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319;p17">
                <a:extLst>
                  <a:ext uri="{FF2B5EF4-FFF2-40B4-BE49-F238E27FC236}">
                    <a16:creationId xmlns:a16="http://schemas.microsoft.com/office/drawing/2014/main" id="{30C58900-5503-E8FC-307D-BA0A487349C4}"/>
                  </a:ext>
                </a:extLst>
              </p:cNvPr>
              <p:cNvSpPr/>
              <p:nvPr/>
            </p:nvSpPr>
            <p:spPr>
              <a:xfrm>
                <a:off x="4787288" y="3012208"/>
                <a:ext cx="78215" cy="26888"/>
              </a:xfrm>
              <a:custGeom>
                <a:avLst/>
                <a:gdLst/>
                <a:ahLst/>
                <a:cxnLst/>
                <a:rect l="l" t="t" r="r" b="b"/>
                <a:pathLst>
                  <a:path w="4026" h="1384" fill="none" extrusionOk="0">
                    <a:moveTo>
                      <a:pt x="3523" y="0"/>
                    </a:moveTo>
                    <a:lnTo>
                      <a:pt x="3523" y="0"/>
                    </a:lnTo>
                    <a:lnTo>
                      <a:pt x="3439" y="42"/>
                    </a:lnTo>
                    <a:lnTo>
                      <a:pt x="3439" y="42"/>
                    </a:lnTo>
                    <a:lnTo>
                      <a:pt x="419" y="378"/>
                    </a:lnTo>
                    <a:lnTo>
                      <a:pt x="419" y="378"/>
                    </a:lnTo>
                    <a:lnTo>
                      <a:pt x="252" y="461"/>
                    </a:lnTo>
                    <a:lnTo>
                      <a:pt x="84" y="587"/>
                    </a:lnTo>
                    <a:lnTo>
                      <a:pt x="0" y="755"/>
                    </a:lnTo>
                    <a:lnTo>
                      <a:pt x="0" y="965"/>
                    </a:lnTo>
                    <a:lnTo>
                      <a:pt x="0" y="965"/>
                    </a:lnTo>
                    <a:lnTo>
                      <a:pt x="42" y="1132"/>
                    </a:lnTo>
                    <a:lnTo>
                      <a:pt x="168" y="1258"/>
                    </a:lnTo>
                    <a:lnTo>
                      <a:pt x="294" y="1384"/>
                    </a:lnTo>
                    <a:lnTo>
                      <a:pt x="503" y="1384"/>
                    </a:lnTo>
                    <a:lnTo>
                      <a:pt x="503" y="1384"/>
                    </a:lnTo>
                    <a:lnTo>
                      <a:pt x="545" y="1384"/>
                    </a:lnTo>
                    <a:lnTo>
                      <a:pt x="545" y="1384"/>
                    </a:lnTo>
                    <a:lnTo>
                      <a:pt x="3565" y="1048"/>
                    </a:lnTo>
                    <a:lnTo>
                      <a:pt x="3565" y="1048"/>
                    </a:lnTo>
                    <a:lnTo>
                      <a:pt x="3774" y="965"/>
                    </a:lnTo>
                    <a:lnTo>
                      <a:pt x="3900" y="839"/>
                    </a:lnTo>
                    <a:lnTo>
                      <a:pt x="4026" y="671"/>
                    </a:lnTo>
                    <a:lnTo>
                      <a:pt x="4026" y="461"/>
                    </a:lnTo>
                    <a:lnTo>
                      <a:pt x="4026" y="461"/>
                    </a:lnTo>
                    <a:lnTo>
                      <a:pt x="3984" y="294"/>
                    </a:lnTo>
                    <a:lnTo>
                      <a:pt x="3858" y="168"/>
                    </a:lnTo>
                    <a:lnTo>
                      <a:pt x="3690"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320;p17">
                <a:extLst>
                  <a:ext uri="{FF2B5EF4-FFF2-40B4-BE49-F238E27FC236}">
                    <a16:creationId xmlns:a16="http://schemas.microsoft.com/office/drawing/2014/main" id="{46A569A2-410D-66EF-7990-C251827B82DA}"/>
                  </a:ext>
                </a:extLst>
              </p:cNvPr>
              <p:cNvSpPr/>
              <p:nvPr/>
            </p:nvSpPr>
            <p:spPr>
              <a:xfrm>
                <a:off x="2185989" y="2998356"/>
                <a:ext cx="78235" cy="28520"/>
              </a:xfrm>
              <a:custGeom>
                <a:avLst/>
                <a:gdLst/>
                <a:ahLst/>
                <a:cxnLst/>
                <a:rect l="l" t="t" r="r" b="b"/>
                <a:pathLst>
                  <a:path w="4027" h="1468" fill="none" extrusionOk="0">
                    <a:moveTo>
                      <a:pt x="504" y="0"/>
                    </a:moveTo>
                    <a:lnTo>
                      <a:pt x="504" y="0"/>
                    </a:lnTo>
                    <a:lnTo>
                      <a:pt x="336" y="42"/>
                    </a:lnTo>
                    <a:lnTo>
                      <a:pt x="168" y="126"/>
                    </a:lnTo>
                    <a:lnTo>
                      <a:pt x="84" y="252"/>
                    </a:lnTo>
                    <a:lnTo>
                      <a:pt x="0" y="420"/>
                    </a:lnTo>
                    <a:lnTo>
                      <a:pt x="0" y="420"/>
                    </a:lnTo>
                    <a:lnTo>
                      <a:pt x="0" y="629"/>
                    </a:lnTo>
                    <a:lnTo>
                      <a:pt x="84" y="797"/>
                    </a:lnTo>
                    <a:lnTo>
                      <a:pt x="252" y="965"/>
                    </a:lnTo>
                    <a:lnTo>
                      <a:pt x="420" y="1007"/>
                    </a:lnTo>
                    <a:lnTo>
                      <a:pt x="420" y="1007"/>
                    </a:lnTo>
                    <a:lnTo>
                      <a:pt x="3439" y="1468"/>
                    </a:lnTo>
                    <a:lnTo>
                      <a:pt x="3439" y="1468"/>
                    </a:lnTo>
                    <a:lnTo>
                      <a:pt x="3523" y="1468"/>
                    </a:lnTo>
                    <a:lnTo>
                      <a:pt x="3523" y="1468"/>
                    </a:lnTo>
                    <a:lnTo>
                      <a:pt x="3691" y="1426"/>
                    </a:lnTo>
                    <a:lnTo>
                      <a:pt x="3858" y="1342"/>
                    </a:lnTo>
                    <a:lnTo>
                      <a:pt x="3984" y="1216"/>
                    </a:lnTo>
                    <a:lnTo>
                      <a:pt x="4026" y="1049"/>
                    </a:lnTo>
                    <a:lnTo>
                      <a:pt x="4026" y="1049"/>
                    </a:lnTo>
                    <a:lnTo>
                      <a:pt x="4026" y="839"/>
                    </a:lnTo>
                    <a:lnTo>
                      <a:pt x="3942" y="671"/>
                    </a:lnTo>
                    <a:lnTo>
                      <a:pt x="3816" y="545"/>
                    </a:lnTo>
                    <a:lnTo>
                      <a:pt x="3607" y="461"/>
                    </a:lnTo>
                    <a:lnTo>
                      <a:pt x="3607" y="461"/>
                    </a:lnTo>
                    <a:lnTo>
                      <a:pt x="587" y="0"/>
                    </a:lnTo>
                    <a:lnTo>
                      <a:pt x="587"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321;p17">
                <a:extLst>
                  <a:ext uri="{FF2B5EF4-FFF2-40B4-BE49-F238E27FC236}">
                    <a16:creationId xmlns:a16="http://schemas.microsoft.com/office/drawing/2014/main" id="{B2B4CC17-617B-C683-42DF-868D045C3DC4}"/>
                  </a:ext>
                </a:extLst>
              </p:cNvPr>
              <p:cNvSpPr/>
              <p:nvPr/>
            </p:nvSpPr>
            <p:spPr>
              <a:xfrm>
                <a:off x="4904589" y="2998356"/>
                <a:ext cx="79050" cy="26907"/>
              </a:xfrm>
              <a:custGeom>
                <a:avLst/>
                <a:gdLst/>
                <a:ahLst/>
                <a:cxnLst/>
                <a:rect l="l" t="t" r="r" b="b"/>
                <a:pathLst>
                  <a:path w="4069" h="1385" fill="none" extrusionOk="0">
                    <a:moveTo>
                      <a:pt x="3523" y="0"/>
                    </a:moveTo>
                    <a:lnTo>
                      <a:pt x="3523" y="0"/>
                    </a:lnTo>
                    <a:lnTo>
                      <a:pt x="3481" y="0"/>
                    </a:lnTo>
                    <a:lnTo>
                      <a:pt x="462" y="378"/>
                    </a:lnTo>
                    <a:lnTo>
                      <a:pt x="462" y="378"/>
                    </a:lnTo>
                    <a:lnTo>
                      <a:pt x="252" y="420"/>
                    </a:lnTo>
                    <a:lnTo>
                      <a:pt x="127" y="545"/>
                    </a:lnTo>
                    <a:lnTo>
                      <a:pt x="43" y="755"/>
                    </a:lnTo>
                    <a:lnTo>
                      <a:pt x="1" y="923"/>
                    </a:lnTo>
                    <a:lnTo>
                      <a:pt x="1" y="923"/>
                    </a:lnTo>
                    <a:lnTo>
                      <a:pt x="43" y="1132"/>
                    </a:lnTo>
                    <a:lnTo>
                      <a:pt x="169" y="1258"/>
                    </a:lnTo>
                    <a:lnTo>
                      <a:pt x="336" y="1342"/>
                    </a:lnTo>
                    <a:lnTo>
                      <a:pt x="504" y="1384"/>
                    </a:lnTo>
                    <a:lnTo>
                      <a:pt x="504" y="1384"/>
                    </a:lnTo>
                    <a:lnTo>
                      <a:pt x="588" y="1384"/>
                    </a:lnTo>
                    <a:lnTo>
                      <a:pt x="3607" y="1007"/>
                    </a:lnTo>
                    <a:lnTo>
                      <a:pt x="3607" y="1007"/>
                    </a:lnTo>
                    <a:lnTo>
                      <a:pt x="3817" y="965"/>
                    </a:lnTo>
                    <a:lnTo>
                      <a:pt x="3943" y="839"/>
                    </a:lnTo>
                    <a:lnTo>
                      <a:pt x="4027" y="629"/>
                    </a:lnTo>
                    <a:lnTo>
                      <a:pt x="4069" y="461"/>
                    </a:lnTo>
                    <a:lnTo>
                      <a:pt x="4069" y="461"/>
                    </a:lnTo>
                    <a:lnTo>
                      <a:pt x="3985" y="252"/>
                    </a:lnTo>
                    <a:lnTo>
                      <a:pt x="3859"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322;p17">
                <a:extLst>
                  <a:ext uri="{FF2B5EF4-FFF2-40B4-BE49-F238E27FC236}">
                    <a16:creationId xmlns:a16="http://schemas.microsoft.com/office/drawing/2014/main" id="{716E973E-7CD7-B64B-BDF8-FF11462CAB7E}"/>
                  </a:ext>
                </a:extLst>
              </p:cNvPr>
              <p:cNvSpPr/>
              <p:nvPr/>
            </p:nvSpPr>
            <p:spPr>
              <a:xfrm>
                <a:off x="5022724" y="2983689"/>
                <a:ext cx="78235" cy="26907"/>
              </a:xfrm>
              <a:custGeom>
                <a:avLst/>
                <a:gdLst/>
                <a:ahLst/>
                <a:cxnLst/>
                <a:rect l="l" t="t" r="r" b="b"/>
                <a:pathLst>
                  <a:path w="4027" h="1385" fill="none" extrusionOk="0">
                    <a:moveTo>
                      <a:pt x="3523" y="0"/>
                    </a:moveTo>
                    <a:lnTo>
                      <a:pt x="3523" y="0"/>
                    </a:lnTo>
                    <a:lnTo>
                      <a:pt x="3439" y="42"/>
                    </a:lnTo>
                    <a:lnTo>
                      <a:pt x="420" y="378"/>
                    </a:lnTo>
                    <a:lnTo>
                      <a:pt x="420" y="378"/>
                    </a:lnTo>
                    <a:lnTo>
                      <a:pt x="252" y="462"/>
                    </a:lnTo>
                    <a:lnTo>
                      <a:pt x="84" y="587"/>
                    </a:lnTo>
                    <a:lnTo>
                      <a:pt x="0" y="755"/>
                    </a:lnTo>
                    <a:lnTo>
                      <a:pt x="0" y="965"/>
                    </a:lnTo>
                    <a:lnTo>
                      <a:pt x="0" y="965"/>
                    </a:lnTo>
                    <a:lnTo>
                      <a:pt x="42" y="1133"/>
                    </a:lnTo>
                    <a:lnTo>
                      <a:pt x="168" y="1258"/>
                    </a:lnTo>
                    <a:lnTo>
                      <a:pt x="294" y="1384"/>
                    </a:lnTo>
                    <a:lnTo>
                      <a:pt x="504" y="1384"/>
                    </a:lnTo>
                    <a:lnTo>
                      <a:pt x="504" y="1384"/>
                    </a:lnTo>
                    <a:lnTo>
                      <a:pt x="546" y="1384"/>
                    </a:lnTo>
                    <a:lnTo>
                      <a:pt x="3565" y="1049"/>
                    </a:lnTo>
                    <a:lnTo>
                      <a:pt x="3565" y="1049"/>
                    </a:lnTo>
                    <a:lnTo>
                      <a:pt x="3775" y="965"/>
                    </a:lnTo>
                    <a:lnTo>
                      <a:pt x="3900" y="839"/>
                    </a:lnTo>
                    <a:lnTo>
                      <a:pt x="3984" y="671"/>
                    </a:lnTo>
                    <a:lnTo>
                      <a:pt x="4026" y="462"/>
                    </a:lnTo>
                    <a:lnTo>
                      <a:pt x="4026" y="462"/>
                    </a:lnTo>
                    <a:lnTo>
                      <a:pt x="3984" y="294"/>
                    </a:lnTo>
                    <a:lnTo>
                      <a:pt x="3859" y="126"/>
                    </a:lnTo>
                    <a:lnTo>
                      <a:pt x="3691"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323;p17">
                <a:extLst>
                  <a:ext uri="{FF2B5EF4-FFF2-40B4-BE49-F238E27FC236}">
                    <a16:creationId xmlns:a16="http://schemas.microsoft.com/office/drawing/2014/main" id="{BC3693F9-EA33-D461-356F-15350461C76F}"/>
                  </a:ext>
                </a:extLst>
              </p:cNvPr>
              <p:cNvSpPr/>
              <p:nvPr/>
            </p:nvSpPr>
            <p:spPr>
              <a:xfrm>
                <a:off x="2069485" y="2980425"/>
                <a:ext cx="77419" cy="28539"/>
              </a:xfrm>
              <a:custGeom>
                <a:avLst/>
                <a:gdLst/>
                <a:ahLst/>
                <a:cxnLst/>
                <a:rect l="l" t="t" r="r" b="b"/>
                <a:pathLst>
                  <a:path w="3985" h="1469" fill="none" extrusionOk="0">
                    <a:moveTo>
                      <a:pt x="462" y="1"/>
                    </a:moveTo>
                    <a:lnTo>
                      <a:pt x="462" y="1"/>
                    </a:lnTo>
                    <a:lnTo>
                      <a:pt x="294" y="1"/>
                    </a:lnTo>
                    <a:lnTo>
                      <a:pt x="168" y="84"/>
                    </a:lnTo>
                    <a:lnTo>
                      <a:pt x="42" y="252"/>
                    </a:lnTo>
                    <a:lnTo>
                      <a:pt x="0" y="420"/>
                    </a:lnTo>
                    <a:lnTo>
                      <a:pt x="0" y="420"/>
                    </a:lnTo>
                    <a:lnTo>
                      <a:pt x="0" y="630"/>
                    </a:lnTo>
                    <a:lnTo>
                      <a:pt x="84" y="797"/>
                    </a:lnTo>
                    <a:lnTo>
                      <a:pt x="210" y="923"/>
                    </a:lnTo>
                    <a:lnTo>
                      <a:pt x="420" y="1007"/>
                    </a:lnTo>
                    <a:lnTo>
                      <a:pt x="420" y="1007"/>
                    </a:lnTo>
                    <a:lnTo>
                      <a:pt x="3397" y="1468"/>
                    </a:lnTo>
                    <a:lnTo>
                      <a:pt x="3397" y="1468"/>
                    </a:lnTo>
                    <a:lnTo>
                      <a:pt x="3481" y="1468"/>
                    </a:lnTo>
                    <a:lnTo>
                      <a:pt x="3481" y="1468"/>
                    </a:lnTo>
                    <a:lnTo>
                      <a:pt x="3691" y="1468"/>
                    </a:lnTo>
                    <a:lnTo>
                      <a:pt x="3817" y="1343"/>
                    </a:lnTo>
                    <a:lnTo>
                      <a:pt x="3942" y="1217"/>
                    </a:lnTo>
                    <a:lnTo>
                      <a:pt x="3984" y="1049"/>
                    </a:lnTo>
                    <a:lnTo>
                      <a:pt x="3984" y="1049"/>
                    </a:lnTo>
                    <a:lnTo>
                      <a:pt x="3984" y="839"/>
                    </a:lnTo>
                    <a:lnTo>
                      <a:pt x="3900" y="672"/>
                    </a:lnTo>
                    <a:lnTo>
                      <a:pt x="3775" y="546"/>
                    </a:lnTo>
                    <a:lnTo>
                      <a:pt x="3565" y="462"/>
                    </a:lnTo>
                    <a:lnTo>
                      <a:pt x="3565" y="462"/>
                    </a:lnTo>
                    <a:lnTo>
                      <a:pt x="546" y="1"/>
                    </a:lnTo>
                    <a:lnTo>
                      <a:pt x="546" y="1"/>
                    </a:lnTo>
                    <a:lnTo>
                      <a:pt x="462"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324;p17">
                <a:extLst>
                  <a:ext uri="{FF2B5EF4-FFF2-40B4-BE49-F238E27FC236}">
                    <a16:creationId xmlns:a16="http://schemas.microsoft.com/office/drawing/2014/main" id="{47FBD436-E8BE-2060-52EB-85E0B5908B69}"/>
                  </a:ext>
                </a:extLst>
              </p:cNvPr>
              <p:cNvSpPr/>
              <p:nvPr/>
            </p:nvSpPr>
            <p:spPr>
              <a:xfrm>
                <a:off x="5140044" y="2969837"/>
                <a:ext cx="78235" cy="26907"/>
              </a:xfrm>
              <a:custGeom>
                <a:avLst/>
                <a:gdLst/>
                <a:ahLst/>
                <a:cxnLst/>
                <a:rect l="l" t="t" r="r" b="b"/>
                <a:pathLst>
                  <a:path w="4027" h="1385" fill="none" extrusionOk="0">
                    <a:moveTo>
                      <a:pt x="3523" y="0"/>
                    </a:moveTo>
                    <a:lnTo>
                      <a:pt x="3523" y="0"/>
                    </a:lnTo>
                    <a:lnTo>
                      <a:pt x="3481" y="0"/>
                    </a:lnTo>
                    <a:lnTo>
                      <a:pt x="462" y="378"/>
                    </a:lnTo>
                    <a:lnTo>
                      <a:pt x="462" y="378"/>
                    </a:lnTo>
                    <a:lnTo>
                      <a:pt x="252" y="420"/>
                    </a:lnTo>
                    <a:lnTo>
                      <a:pt x="84" y="546"/>
                    </a:lnTo>
                    <a:lnTo>
                      <a:pt x="0" y="713"/>
                    </a:lnTo>
                    <a:lnTo>
                      <a:pt x="0" y="923"/>
                    </a:lnTo>
                    <a:lnTo>
                      <a:pt x="0" y="923"/>
                    </a:lnTo>
                    <a:lnTo>
                      <a:pt x="42" y="1133"/>
                    </a:lnTo>
                    <a:lnTo>
                      <a:pt x="168" y="1258"/>
                    </a:lnTo>
                    <a:lnTo>
                      <a:pt x="336" y="1342"/>
                    </a:lnTo>
                    <a:lnTo>
                      <a:pt x="503" y="1384"/>
                    </a:lnTo>
                    <a:lnTo>
                      <a:pt x="503" y="1384"/>
                    </a:lnTo>
                    <a:lnTo>
                      <a:pt x="545" y="1384"/>
                    </a:lnTo>
                    <a:lnTo>
                      <a:pt x="3607" y="1007"/>
                    </a:lnTo>
                    <a:lnTo>
                      <a:pt x="3607" y="1007"/>
                    </a:lnTo>
                    <a:lnTo>
                      <a:pt x="3774" y="965"/>
                    </a:lnTo>
                    <a:lnTo>
                      <a:pt x="3942" y="839"/>
                    </a:lnTo>
                    <a:lnTo>
                      <a:pt x="4026" y="671"/>
                    </a:lnTo>
                    <a:lnTo>
                      <a:pt x="4026" y="462"/>
                    </a:lnTo>
                    <a:lnTo>
                      <a:pt x="4026" y="462"/>
                    </a:lnTo>
                    <a:lnTo>
                      <a:pt x="3984" y="294"/>
                    </a:lnTo>
                    <a:lnTo>
                      <a:pt x="3858" y="126"/>
                    </a:lnTo>
                    <a:lnTo>
                      <a:pt x="3732"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325;p17">
                <a:extLst>
                  <a:ext uri="{FF2B5EF4-FFF2-40B4-BE49-F238E27FC236}">
                    <a16:creationId xmlns:a16="http://schemas.microsoft.com/office/drawing/2014/main" id="{E82906AD-225A-3793-FA5B-228E3C4CDA91}"/>
                  </a:ext>
                </a:extLst>
              </p:cNvPr>
              <p:cNvSpPr/>
              <p:nvPr/>
            </p:nvSpPr>
            <p:spPr>
              <a:xfrm>
                <a:off x="7347849" y="2966573"/>
                <a:ext cx="19563" cy="79050"/>
              </a:xfrm>
              <a:custGeom>
                <a:avLst/>
                <a:gdLst/>
                <a:ahLst/>
                <a:cxnLst/>
                <a:rect l="l" t="t" r="r" b="b"/>
                <a:pathLst>
                  <a:path w="1007" h="4069" fill="none" extrusionOk="0">
                    <a:moveTo>
                      <a:pt x="503" y="1"/>
                    </a:moveTo>
                    <a:lnTo>
                      <a:pt x="503" y="1"/>
                    </a:lnTo>
                    <a:lnTo>
                      <a:pt x="294" y="43"/>
                    </a:lnTo>
                    <a:lnTo>
                      <a:pt x="168" y="168"/>
                    </a:lnTo>
                    <a:lnTo>
                      <a:pt x="42" y="294"/>
                    </a:lnTo>
                    <a:lnTo>
                      <a:pt x="0" y="504"/>
                    </a:lnTo>
                    <a:lnTo>
                      <a:pt x="0" y="3565"/>
                    </a:lnTo>
                    <a:lnTo>
                      <a:pt x="0" y="3565"/>
                    </a:lnTo>
                    <a:lnTo>
                      <a:pt x="42" y="3775"/>
                    </a:lnTo>
                    <a:lnTo>
                      <a:pt x="168" y="3943"/>
                    </a:lnTo>
                    <a:lnTo>
                      <a:pt x="294" y="4027"/>
                    </a:lnTo>
                    <a:lnTo>
                      <a:pt x="503" y="4068"/>
                    </a:lnTo>
                    <a:lnTo>
                      <a:pt x="503" y="4068"/>
                    </a:lnTo>
                    <a:lnTo>
                      <a:pt x="713" y="4027"/>
                    </a:lnTo>
                    <a:lnTo>
                      <a:pt x="881" y="3943"/>
                    </a:lnTo>
                    <a:lnTo>
                      <a:pt x="965" y="3775"/>
                    </a:lnTo>
                    <a:lnTo>
                      <a:pt x="1006" y="3565"/>
                    </a:lnTo>
                    <a:lnTo>
                      <a:pt x="1006" y="504"/>
                    </a:lnTo>
                    <a:lnTo>
                      <a:pt x="1006" y="504"/>
                    </a:lnTo>
                    <a:lnTo>
                      <a:pt x="965" y="294"/>
                    </a:lnTo>
                    <a:lnTo>
                      <a:pt x="881" y="168"/>
                    </a:lnTo>
                    <a:lnTo>
                      <a:pt x="713"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326;p17">
                <a:extLst>
                  <a:ext uri="{FF2B5EF4-FFF2-40B4-BE49-F238E27FC236}">
                    <a16:creationId xmlns:a16="http://schemas.microsoft.com/office/drawing/2014/main" id="{E25D9E05-8D0B-EB05-6266-8DCDCE2681B9}"/>
                  </a:ext>
                </a:extLst>
              </p:cNvPr>
              <p:cNvSpPr/>
              <p:nvPr/>
            </p:nvSpPr>
            <p:spPr>
              <a:xfrm>
                <a:off x="1963569" y="2962513"/>
                <a:ext cx="66831" cy="30151"/>
              </a:xfrm>
              <a:custGeom>
                <a:avLst/>
                <a:gdLst/>
                <a:ahLst/>
                <a:cxnLst/>
                <a:rect l="l" t="t" r="r" b="b"/>
                <a:pathLst>
                  <a:path w="3440" h="1552" fill="none" extrusionOk="0">
                    <a:moveTo>
                      <a:pt x="504" y="0"/>
                    </a:moveTo>
                    <a:lnTo>
                      <a:pt x="504" y="0"/>
                    </a:lnTo>
                    <a:lnTo>
                      <a:pt x="378" y="0"/>
                    </a:lnTo>
                    <a:lnTo>
                      <a:pt x="252" y="42"/>
                    </a:lnTo>
                    <a:lnTo>
                      <a:pt x="169" y="126"/>
                    </a:lnTo>
                    <a:lnTo>
                      <a:pt x="85" y="210"/>
                    </a:lnTo>
                    <a:lnTo>
                      <a:pt x="85" y="210"/>
                    </a:lnTo>
                    <a:lnTo>
                      <a:pt x="1" y="335"/>
                    </a:lnTo>
                    <a:lnTo>
                      <a:pt x="1" y="461"/>
                    </a:lnTo>
                    <a:lnTo>
                      <a:pt x="1" y="587"/>
                    </a:lnTo>
                    <a:lnTo>
                      <a:pt x="43" y="713"/>
                    </a:lnTo>
                    <a:lnTo>
                      <a:pt x="294" y="1258"/>
                    </a:lnTo>
                    <a:lnTo>
                      <a:pt x="294" y="1258"/>
                    </a:lnTo>
                    <a:lnTo>
                      <a:pt x="378" y="1384"/>
                    </a:lnTo>
                    <a:lnTo>
                      <a:pt x="462" y="1468"/>
                    </a:lnTo>
                    <a:lnTo>
                      <a:pt x="588" y="1510"/>
                    </a:lnTo>
                    <a:lnTo>
                      <a:pt x="756" y="1552"/>
                    </a:lnTo>
                    <a:lnTo>
                      <a:pt x="756" y="1552"/>
                    </a:lnTo>
                    <a:lnTo>
                      <a:pt x="840" y="1510"/>
                    </a:lnTo>
                    <a:lnTo>
                      <a:pt x="965" y="1468"/>
                    </a:lnTo>
                    <a:lnTo>
                      <a:pt x="965" y="1468"/>
                    </a:lnTo>
                    <a:lnTo>
                      <a:pt x="1049" y="1426"/>
                    </a:lnTo>
                    <a:lnTo>
                      <a:pt x="1133" y="1342"/>
                    </a:lnTo>
                    <a:lnTo>
                      <a:pt x="1259" y="1132"/>
                    </a:lnTo>
                    <a:lnTo>
                      <a:pt x="1259" y="1132"/>
                    </a:lnTo>
                    <a:lnTo>
                      <a:pt x="2852" y="1426"/>
                    </a:lnTo>
                    <a:lnTo>
                      <a:pt x="2852" y="1426"/>
                    </a:lnTo>
                    <a:lnTo>
                      <a:pt x="2936" y="1426"/>
                    </a:lnTo>
                    <a:lnTo>
                      <a:pt x="2936" y="1426"/>
                    </a:lnTo>
                    <a:lnTo>
                      <a:pt x="3104" y="1384"/>
                    </a:lnTo>
                    <a:lnTo>
                      <a:pt x="3230" y="1300"/>
                    </a:lnTo>
                    <a:lnTo>
                      <a:pt x="3356" y="1174"/>
                    </a:lnTo>
                    <a:lnTo>
                      <a:pt x="3440" y="1006"/>
                    </a:lnTo>
                    <a:lnTo>
                      <a:pt x="3440" y="1006"/>
                    </a:lnTo>
                    <a:lnTo>
                      <a:pt x="3440" y="797"/>
                    </a:lnTo>
                    <a:lnTo>
                      <a:pt x="3356" y="629"/>
                    </a:lnTo>
                    <a:lnTo>
                      <a:pt x="3188" y="503"/>
                    </a:lnTo>
                    <a:lnTo>
                      <a:pt x="3020" y="419"/>
                    </a:lnTo>
                    <a:lnTo>
                      <a:pt x="3020" y="419"/>
                    </a:lnTo>
                    <a:lnTo>
                      <a:pt x="588" y="0"/>
                    </a:lnTo>
                    <a:lnTo>
                      <a:pt x="588"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327;p17">
                <a:extLst>
                  <a:ext uri="{FF2B5EF4-FFF2-40B4-BE49-F238E27FC236}">
                    <a16:creationId xmlns:a16="http://schemas.microsoft.com/office/drawing/2014/main" id="{A3429114-2EFA-CDD9-975E-10E934176DE3}"/>
                  </a:ext>
                </a:extLst>
              </p:cNvPr>
              <p:cNvSpPr/>
              <p:nvPr/>
            </p:nvSpPr>
            <p:spPr>
              <a:xfrm>
                <a:off x="5257345" y="2955986"/>
                <a:ext cx="79050" cy="26907"/>
              </a:xfrm>
              <a:custGeom>
                <a:avLst/>
                <a:gdLst/>
                <a:ahLst/>
                <a:cxnLst/>
                <a:rect l="l" t="t" r="r" b="b"/>
                <a:pathLst>
                  <a:path w="4069" h="1385" fill="none" extrusionOk="0">
                    <a:moveTo>
                      <a:pt x="3565" y="1"/>
                    </a:moveTo>
                    <a:lnTo>
                      <a:pt x="3565" y="1"/>
                    </a:lnTo>
                    <a:lnTo>
                      <a:pt x="3482" y="1"/>
                    </a:lnTo>
                    <a:lnTo>
                      <a:pt x="3482" y="1"/>
                    </a:lnTo>
                    <a:lnTo>
                      <a:pt x="462" y="378"/>
                    </a:lnTo>
                    <a:lnTo>
                      <a:pt x="462" y="378"/>
                    </a:lnTo>
                    <a:lnTo>
                      <a:pt x="253" y="420"/>
                    </a:lnTo>
                    <a:lnTo>
                      <a:pt x="127" y="546"/>
                    </a:lnTo>
                    <a:lnTo>
                      <a:pt x="43" y="713"/>
                    </a:lnTo>
                    <a:lnTo>
                      <a:pt x="1" y="923"/>
                    </a:lnTo>
                    <a:lnTo>
                      <a:pt x="1" y="923"/>
                    </a:lnTo>
                    <a:lnTo>
                      <a:pt x="85" y="1091"/>
                    </a:lnTo>
                    <a:lnTo>
                      <a:pt x="169" y="1259"/>
                    </a:lnTo>
                    <a:lnTo>
                      <a:pt x="336" y="1342"/>
                    </a:lnTo>
                    <a:lnTo>
                      <a:pt x="504" y="1384"/>
                    </a:lnTo>
                    <a:lnTo>
                      <a:pt x="504" y="1384"/>
                    </a:lnTo>
                    <a:lnTo>
                      <a:pt x="588" y="1384"/>
                    </a:lnTo>
                    <a:lnTo>
                      <a:pt x="588" y="1384"/>
                    </a:lnTo>
                    <a:lnTo>
                      <a:pt x="3607" y="1007"/>
                    </a:lnTo>
                    <a:lnTo>
                      <a:pt x="3607" y="1007"/>
                    </a:lnTo>
                    <a:lnTo>
                      <a:pt x="3817" y="965"/>
                    </a:lnTo>
                    <a:lnTo>
                      <a:pt x="3943" y="839"/>
                    </a:lnTo>
                    <a:lnTo>
                      <a:pt x="4027" y="671"/>
                    </a:lnTo>
                    <a:lnTo>
                      <a:pt x="4069" y="462"/>
                    </a:lnTo>
                    <a:lnTo>
                      <a:pt x="4069" y="462"/>
                    </a:lnTo>
                    <a:lnTo>
                      <a:pt x="3985" y="294"/>
                    </a:lnTo>
                    <a:lnTo>
                      <a:pt x="3901" y="126"/>
                    </a:lnTo>
                    <a:lnTo>
                      <a:pt x="3733" y="42"/>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328;p17">
                <a:extLst>
                  <a:ext uri="{FF2B5EF4-FFF2-40B4-BE49-F238E27FC236}">
                    <a16:creationId xmlns:a16="http://schemas.microsoft.com/office/drawing/2014/main" id="{0E23F471-8FC2-929F-CDD8-4B34362C8F10}"/>
                  </a:ext>
                </a:extLst>
              </p:cNvPr>
              <p:cNvSpPr/>
              <p:nvPr/>
            </p:nvSpPr>
            <p:spPr>
              <a:xfrm>
                <a:off x="5375481" y="2942950"/>
                <a:ext cx="78235" cy="26091"/>
              </a:xfrm>
              <a:custGeom>
                <a:avLst/>
                <a:gdLst/>
                <a:ahLst/>
                <a:cxnLst/>
                <a:rect l="l" t="t" r="r" b="b"/>
                <a:pathLst>
                  <a:path w="4027" h="1343" fill="none" extrusionOk="0">
                    <a:moveTo>
                      <a:pt x="3523" y="1"/>
                    </a:moveTo>
                    <a:lnTo>
                      <a:pt x="3523" y="1"/>
                    </a:lnTo>
                    <a:lnTo>
                      <a:pt x="3481" y="1"/>
                    </a:lnTo>
                    <a:lnTo>
                      <a:pt x="3481" y="1"/>
                    </a:lnTo>
                    <a:lnTo>
                      <a:pt x="420" y="336"/>
                    </a:lnTo>
                    <a:lnTo>
                      <a:pt x="420" y="336"/>
                    </a:lnTo>
                    <a:lnTo>
                      <a:pt x="252" y="420"/>
                    </a:lnTo>
                    <a:lnTo>
                      <a:pt x="85" y="546"/>
                    </a:lnTo>
                    <a:lnTo>
                      <a:pt x="1" y="713"/>
                    </a:lnTo>
                    <a:lnTo>
                      <a:pt x="1" y="923"/>
                    </a:lnTo>
                    <a:lnTo>
                      <a:pt x="1" y="923"/>
                    </a:lnTo>
                    <a:lnTo>
                      <a:pt x="43" y="1091"/>
                    </a:lnTo>
                    <a:lnTo>
                      <a:pt x="168" y="1217"/>
                    </a:lnTo>
                    <a:lnTo>
                      <a:pt x="294" y="1342"/>
                    </a:lnTo>
                    <a:lnTo>
                      <a:pt x="504" y="1342"/>
                    </a:lnTo>
                    <a:lnTo>
                      <a:pt x="504" y="1342"/>
                    </a:lnTo>
                    <a:lnTo>
                      <a:pt x="546" y="1342"/>
                    </a:lnTo>
                    <a:lnTo>
                      <a:pt x="546" y="1342"/>
                    </a:lnTo>
                    <a:lnTo>
                      <a:pt x="3565" y="1049"/>
                    </a:lnTo>
                    <a:lnTo>
                      <a:pt x="3565" y="1049"/>
                    </a:lnTo>
                    <a:lnTo>
                      <a:pt x="3775" y="965"/>
                    </a:lnTo>
                    <a:lnTo>
                      <a:pt x="3901" y="839"/>
                    </a:lnTo>
                    <a:lnTo>
                      <a:pt x="4026" y="672"/>
                    </a:lnTo>
                    <a:lnTo>
                      <a:pt x="4026" y="462"/>
                    </a:lnTo>
                    <a:lnTo>
                      <a:pt x="4026" y="462"/>
                    </a:lnTo>
                    <a:lnTo>
                      <a:pt x="3985" y="294"/>
                    </a:lnTo>
                    <a:lnTo>
                      <a:pt x="3859" y="126"/>
                    </a:lnTo>
                    <a:lnTo>
                      <a:pt x="3691" y="42"/>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329;p17">
                <a:extLst>
                  <a:ext uri="{FF2B5EF4-FFF2-40B4-BE49-F238E27FC236}">
                    <a16:creationId xmlns:a16="http://schemas.microsoft.com/office/drawing/2014/main" id="{813A6484-CF08-CDA4-5D26-2B63FBB3BEF2}"/>
                  </a:ext>
                </a:extLst>
              </p:cNvPr>
              <p:cNvSpPr/>
              <p:nvPr/>
            </p:nvSpPr>
            <p:spPr>
              <a:xfrm>
                <a:off x="5492800" y="2930730"/>
                <a:ext cx="79050" cy="26091"/>
              </a:xfrm>
              <a:custGeom>
                <a:avLst/>
                <a:gdLst/>
                <a:ahLst/>
                <a:cxnLst/>
                <a:rect l="l" t="t" r="r" b="b"/>
                <a:pathLst>
                  <a:path w="4069" h="1343" fill="none" extrusionOk="0">
                    <a:moveTo>
                      <a:pt x="3565" y="1"/>
                    </a:moveTo>
                    <a:lnTo>
                      <a:pt x="3565" y="1"/>
                    </a:lnTo>
                    <a:lnTo>
                      <a:pt x="3481" y="1"/>
                    </a:lnTo>
                    <a:lnTo>
                      <a:pt x="3481" y="1"/>
                    </a:lnTo>
                    <a:lnTo>
                      <a:pt x="462" y="336"/>
                    </a:lnTo>
                    <a:lnTo>
                      <a:pt x="462" y="336"/>
                    </a:lnTo>
                    <a:lnTo>
                      <a:pt x="252" y="378"/>
                    </a:lnTo>
                    <a:lnTo>
                      <a:pt x="126" y="504"/>
                    </a:lnTo>
                    <a:lnTo>
                      <a:pt x="42" y="671"/>
                    </a:lnTo>
                    <a:lnTo>
                      <a:pt x="0" y="881"/>
                    </a:lnTo>
                    <a:lnTo>
                      <a:pt x="0" y="881"/>
                    </a:lnTo>
                    <a:lnTo>
                      <a:pt x="42" y="1049"/>
                    </a:lnTo>
                    <a:lnTo>
                      <a:pt x="168" y="1217"/>
                    </a:lnTo>
                    <a:lnTo>
                      <a:pt x="336" y="1301"/>
                    </a:lnTo>
                    <a:lnTo>
                      <a:pt x="504" y="1342"/>
                    </a:lnTo>
                    <a:lnTo>
                      <a:pt x="504" y="1342"/>
                    </a:lnTo>
                    <a:lnTo>
                      <a:pt x="546" y="1342"/>
                    </a:lnTo>
                    <a:lnTo>
                      <a:pt x="546" y="1342"/>
                    </a:lnTo>
                    <a:lnTo>
                      <a:pt x="3607" y="1049"/>
                    </a:lnTo>
                    <a:lnTo>
                      <a:pt x="3607" y="1049"/>
                    </a:lnTo>
                    <a:lnTo>
                      <a:pt x="3775" y="965"/>
                    </a:lnTo>
                    <a:lnTo>
                      <a:pt x="3942" y="839"/>
                    </a:lnTo>
                    <a:lnTo>
                      <a:pt x="4026" y="671"/>
                    </a:lnTo>
                    <a:lnTo>
                      <a:pt x="4068" y="462"/>
                    </a:lnTo>
                    <a:lnTo>
                      <a:pt x="4068" y="462"/>
                    </a:lnTo>
                    <a:lnTo>
                      <a:pt x="3984" y="294"/>
                    </a:lnTo>
                    <a:lnTo>
                      <a:pt x="3900" y="168"/>
                    </a:lnTo>
                    <a:lnTo>
                      <a:pt x="3733" y="42"/>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330;p17">
                <a:extLst>
                  <a:ext uri="{FF2B5EF4-FFF2-40B4-BE49-F238E27FC236}">
                    <a16:creationId xmlns:a16="http://schemas.microsoft.com/office/drawing/2014/main" id="{ECA6F039-739C-836D-BF94-751C77F39048}"/>
                  </a:ext>
                </a:extLst>
              </p:cNvPr>
              <p:cNvSpPr/>
              <p:nvPr/>
            </p:nvSpPr>
            <p:spPr>
              <a:xfrm>
                <a:off x="7259048" y="2928283"/>
                <a:ext cx="78215" cy="25275"/>
              </a:xfrm>
              <a:custGeom>
                <a:avLst/>
                <a:gdLst/>
                <a:ahLst/>
                <a:cxnLst/>
                <a:rect l="l" t="t" r="r" b="b"/>
                <a:pathLst>
                  <a:path w="4026" h="1301" fill="none" extrusionOk="0">
                    <a:moveTo>
                      <a:pt x="503" y="1"/>
                    </a:moveTo>
                    <a:lnTo>
                      <a:pt x="503" y="1"/>
                    </a:lnTo>
                    <a:lnTo>
                      <a:pt x="336" y="1"/>
                    </a:lnTo>
                    <a:lnTo>
                      <a:pt x="168" y="127"/>
                    </a:lnTo>
                    <a:lnTo>
                      <a:pt x="42" y="252"/>
                    </a:lnTo>
                    <a:lnTo>
                      <a:pt x="0" y="420"/>
                    </a:lnTo>
                    <a:lnTo>
                      <a:pt x="0" y="420"/>
                    </a:lnTo>
                    <a:lnTo>
                      <a:pt x="0" y="630"/>
                    </a:lnTo>
                    <a:lnTo>
                      <a:pt x="126" y="797"/>
                    </a:lnTo>
                    <a:lnTo>
                      <a:pt x="252" y="923"/>
                    </a:lnTo>
                    <a:lnTo>
                      <a:pt x="461" y="1007"/>
                    </a:lnTo>
                    <a:lnTo>
                      <a:pt x="461" y="1007"/>
                    </a:lnTo>
                    <a:lnTo>
                      <a:pt x="3481" y="1301"/>
                    </a:lnTo>
                    <a:lnTo>
                      <a:pt x="3481" y="1301"/>
                    </a:lnTo>
                    <a:lnTo>
                      <a:pt x="3523" y="1301"/>
                    </a:lnTo>
                    <a:lnTo>
                      <a:pt x="3523" y="1301"/>
                    </a:lnTo>
                    <a:lnTo>
                      <a:pt x="3732" y="1301"/>
                    </a:lnTo>
                    <a:lnTo>
                      <a:pt x="3858" y="1175"/>
                    </a:lnTo>
                    <a:lnTo>
                      <a:pt x="3984" y="1049"/>
                    </a:lnTo>
                    <a:lnTo>
                      <a:pt x="4026" y="881"/>
                    </a:lnTo>
                    <a:lnTo>
                      <a:pt x="4026" y="881"/>
                    </a:lnTo>
                    <a:lnTo>
                      <a:pt x="4026" y="672"/>
                    </a:lnTo>
                    <a:lnTo>
                      <a:pt x="3942" y="504"/>
                    </a:lnTo>
                    <a:lnTo>
                      <a:pt x="3774" y="378"/>
                    </a:lnTo>
                    <a:lnTo>
                      <a:pt x="3607" y="294"/>
                    </a:lnTo>
                    <a:lnTo>
                      <a:pt x="3607" y="294"/>
                    </a:lnTo>
                    <a:lnTo>
                      <a:pt x="545" y="1"/>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331;p17">
                <a:extLst>
                  <a:ext uri="{FF2B5EF4-FFF2-40B4-BE49-F238E27FC236}">
                    <a16:creationId xmlns:a16="http://schemas.microsoft.com/office/drawing/2014/main" id="{5072B226-D271-5F7E-E71D-5D76CBCF90DF}"/>
                  </a:ext>
                </a:extLst>
              </p:cNvPr>
              <p:cNvSpPr/>
              <p:nvPr/>
            </p:nvSpPr>
            <p:spPr>
              <a:xfrm>
                <a:off x="5610936" y="2920143"/>
                <a:ext cx="78215" cy="25275"/>
              </a:xfrm>
              <a:custGeom>
                <a:avLst/>
                <a:gdLst/>
                <a:ahLst/>
                <a:cxnLst/>
                <a:rect l="l" t="t" r="r" b="b"/>
                <a:pathLst>
                  <a:path w="4026" h="1301" fill="none" extrusionOk="0">
                    <a:moveTo>
                      <a:pt x="3523" y="0"/>
                    </a:moveTo>
                    <a:lnTo>
                      <a:pt x="3523" y="0"/>
                    </a:lnTo>
                    <a:lnTo>
                      <a:pt x="3481" y="0"/>
                    </a:lnTo>
                    <a:lnTo>
                      <a:pt x="3481" y="0"/>
                    </a:lnTo>
                    <a:lnTo>
                      <a:pt x="461" y="294"/>
                    </a:lnTo>
                    <a:lnTo>
                      <a:pt x="461" y="294"/>
                    </a:lnTo>
                    <a:lnTo>
                      <a:pt x="252" y="336"/>
                    </a:lnTo>
                    <a:lnTo>
                      <a:pt x="126" y="462"/>
                    </a:lnTo>
                    <a:lnTo>
                      <a:pt x="0" y="629"/>
                    </a:lnTo>
                    <a:lnTo>
                      <a:pt x="0" y="839"/>
                    </a:lnTo>
                    <a:lnTo>
                      <a:pt x="0" y="839"/>
                    </a:lnTo>
                    <a:lnTo>
                      <a:pt x="42" y="1007"/>
                    </a:lnTo>
                    <a:lnTo>
                      <a:pt x="168" y="1175"/>
                    </a:lnTo>
                    <a:lnTo>
                      <a:pt x="336" y="1258"/>
                    </a:lnTo>
                    <a:lnTo>
                      <a:pt x="503" y="1300"/>
                    </a:lnTo>
                    <a:lnTo>
                      <a:pt x="503" y="1300"/>
                    </a:lnTo>
                    <a:lnTo>
                      <a:pt x="545" y="1300"/>
                    </a:lnTo>
                    <a:lnTo>
                      <a:pt x="545" y="1300"/>
                    </a:lnTo>
                    <a:lnTo>
                      <a:pt x="3565" y="1007"/>
                    </a:lnTo>
                    <a:lnTo>
                      <a:pt x="3565" y="1007"/>
                    </a:lnTo>
                    <a:lnTo>
                      <a:pt x="3774" y="965"/>
                    </a:lnTo>
                    <a:lnTo>
                      <a:pt x="3942" y="839"/>
                    </a:lnTo>
                    <a:lnTo>
                      <a:pt x="4026" y="671"/>
                    </a:lnTo>
                    <a:lnTo>
                      <a:pt x="4026" y="462"/>
                    </a:lnTo>
                    <a:lnTo>
                      <a:pt x="4026" y="462"/>
                    </a:lnTo>
                    <a:lnTo>
                      <a:pt x="3984" y="294"/>
                    </a:lnTo>
                    <a:lnTo>
                      <a:pt x="3900" y="126"/>
                    </a:lnTo>
                    <a:lnTo>
                      <a:pt x="3732"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332;p17">
                <a:extLst>
                  <a:ext uri="{FF2B5EF4-FFF2-40B4-BE49-F238E27FC236}">
                    <a16:creationId xmlns:a16="http://schemas.microsoft.com/office/drawing/2014/main" id="{4226EB56-73BA-3FCA-B1AC-DBADCFE0D558}"/>
                  </a:ext>
                </a:extLst>
              </p:cNvPr>
              <p:cNvSpPr/>
              <p:nvPr/>
            </p:nvSpPr>
            <p:spPr>
              <a:xfrm>
                <a:off x="7140912" y="2916879"/>
                <a:ext cx="79050" cy="25275"/>
              </a:xfrm>
              <a:custGeom>
                <a:avLst/>
                <a:gdLst/>
                <a:ahLst/>
                <a:cxnLst/>
                <a:rect l="l" t="t" r="r" b="b"/>
                <a:pathLst>
                  <a:path w="4069" h="1301" fill="none" extrusionOk="0">
                    <a:moveTo>
                      <a:pt x="504" y="1"/>
                    </a:moveTo>
                    <a:lnTo>
                      <a:pt x="504" y="1"/>
                    </a:lnTo>
                    <a:lnTo>
                      <a:pt x="336" y="1"/>
                    </a:lnTo>
                    <a:lnTo>
                      <a:pt x="168" y="126"/>
                    </a:lnTo>
                    <a:lnTo>
                      <a:pt x="42" y="252"/>
                    </a:lnTo>
                    <a:lnTo>
                      <a:pt x="0" y="462"/>
                    </a:lnTo>
                    <a:lnTo>
                      <a:pt x="0" y="462"/>
                    </a:lnTo>
                    <a:lnTo>
                      <a:pt x="42" y="630"/>
                    </a:lnTo>
                    <a:lnTo>
                      <a:pt x="126" y="839"/>
                    </a:lnTo>
                    <a:lnTo>
                      <a:pt x="294" y="923"/>
                    </a:lnTo>
                    <a:lnTo>
                      <a:pt x="462" y="1007"/>
                    </a:lnTo>
                    <a:lnTo>
                      <a:pt x="462" y="1007"/>
                    </a:lnTo>
                    <a:lnTo>
                      <a:pt x="3481" y="1301"/>
                    </a:lnTo>
                    <a:lnTo>
                      <a:pt x="3481" y="1301"/>
                    </a:lnTo>
                    <a:lnTo>
                      <a:pt x="3565" y="1301"/>
                    </a:lnTo>
                    <a:lnTo>
                      <a:pt x="3565" y="1301"/>
                    </a:lnTo>
                    <a:lnTo>
                      <a:pt x="3733" y="1259"/>
                    </a:lnTo>
                    <a:lnTo>
                      <a:pt x="3900" y="1133"/>
                    </a:lnTo>
                    <a:lnTo>
                      <a:pt x="3984" y="1007"/>
                    </a:lnTo>
                    <a:lnTo>
                      <a:pt x="4068" y="839"/>
                    </a:lnTo>
                    <a:lnTo>
                      <a:pt x="4068" y="839"/>
                    </a:lnTo>
                    <a:lnTo>
                      <a:pt x="4026" y="630"/>
                    </a:lnTo>
                    <a:lnTo>
                      <a:pt x="3942" y="462"/>
                    </a:lnTo>
                    <a:lnTo>
                      <a:pt x="3775" y="336"/>
                    </a:lnTo>
                    <a:lnTo>
                      <a:pt x="3607" y="252"/>
                    </a:lnTo>
                    <a:lnTo>
                      <a:pt x="3607" y="252"/>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333;p17">
                <a:extLst>
                  <a:ext uri="{FF2B5EF4-FFF2-40B4-BE49-F238E27FC236}">
                    <a16:creationId xmlns:a16="http://schemas.microsoft.com/office/drawing/2014/main" id="{83FE7D8A-9F4F-EAF0-02A0-342B85D83BF5}"/>
                  </a:ext>
                </a:extLst>
              </p:cNvPr>
              <p:cNvSpPr/>
              <p:nvPr/>
            </p:nvSpPr>
            <p:spPr>
              <a:xfrm>
                <a:off x="5729053" y="2910371"/>
                <a:ext cx="79050" cy="24459"/>
              </a:xfrm>
              <a:custGeom>
                <a:avLst/>
                <a:gdLst/>
                <a:ahLst/>
                <a:cxnLst/>
                <a:rect l="l" t="t" r="r" b="b"/>
                <a:pathLst>
                  <a:path w="4069" h="1259" fill="none" extrusionOk="0">
                    <a:moveTo>
                      <a:pt x="3523" y="0"/>
                    </a:moveTo>
                    <a:lnTo>
                      <a:pt x="3523" y="0"/>
                    </a:lnTo>
                    <a:lnTo>
                      <a:pt x="3481" y="0"/>
                    </a:lnTo>
                    <a:lnTo>
                      <a:pt x="3481" y="0"/>
                    </a:lnTo>
                    <a:lnTo>
                      <a:pt x="462" y="252"/>
                    </a:lnTo>
                    <a:lnTo>
                      <a:pt x="462" y="252"/>
                    </a:lnTo>
                    <a:lnTo>
                      <a:pt x="252" y="294"/>
                    </a:lnTo>
                    <a:lnTo>
                      <a:pt x="127" y="419"/>
                    </a:lnTo>
                    <a:lnTo>
                      <a:pt x="1" y="587"/>
                    </a:lnTo>
                    <a:lnTo>
                      <a:pt x="1" y="797"/>
                    </a:lnTo>
                    <a:lnTo>
                      <a:pt x="1" y="797"/>
                    </a:lnTo>
                    <a:lnTo>
                      <a:pt x="43" y="965"/>
                    </a:lnTo>
                    <a:lnTo>
                      <a:pt x="168" y="1132"/>
                    </a:lnTo>
                    <a:lnTo>
                      <a:pt x="294" y="1216"/>
                    </a:lnTo>
                    <a:lnTo>
                      <a:pt x="504" y="1258"/>
                    </a:lnTo>
                    <a:lnTo>
                      <a:pt x="546" y="1258"/>
                    </a:lnTo>
                    <a:lnTo>
                      <a:pt x="546" y="1258"/>
                    </a:lnTo>
                    <a:lnTo>
                      <a:pt x="3565" y="1007"/>
                    </a:lnTo>
                    <a:lnTo>
                      <a:pt x="3565" y="1007"/>
                    </a:lnTo>
                    <a:lnTo>
                      <a:pt x="3775" y="965"/>
                    </a:lnTo>
                    <a:lnTo>
                      <a:pt x="3943" y="839"/>
                    </a:lnTo>
                    <a:lnTo>
                      <a:pt x="4027" y="671"/>
                    </a:lnTo>
                    <a:lnTo>
                      <a:pt x="4069" y="461"/>
                    </a:lnTo>
                    <a:lnTo>
                      <a:pt x="4069" y="461"/>
                    </a:lnTo>
                    <a:lnTo>
                      <a:pt x="3985" y="294"/>
                    </a:lnTo>
                    <a:lnTo>
                      <a:pt x="3901"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334;p17">
                <a:extLst>
                  <a:ext uri="{FF2B5EF4-FFF2-40B4-BE49-F238E27FC236}">
                    <a16:creationId xmlns:a16="http://schemas.microsoft.com/office/drawing/2014/main" id="{7FF29A36-A242-4B9A-A5A3-0A556CF06012}"/>
                  </a:ext>
                </a:extLst>
              </p:cNvPr>
              <p:cNvSpPr/>
              <p:nvPr/>
            </p:nvSpPr>
            <p:spPr>
              <a:xfrm>
                <a:off x="7022776" y="2907107"/>
                <a:ext cx="79050" cy="24459"/>
              </a:xfrm>
              <a:custGeom>
                <a:avLst/>
                <a:gdLst/>
                <a:ahLst/>
                <a:cxnLst/>
                <a:rect l="l" t="t" r="r" b="b"/>
                <a:pathLst>
                  <a:path w="4069" h="1259" fill="none" extrusionOk="0">
                    <a:moveTo>
                      <a:pt x="504" y="0"/>
                    </a:moveTo>
                    <a:lnTo>
                      <a:pt x="504" y="0"/>
                    </a:lnTo>
                    <a:lnTo>
                      <a:pt x="336" y="42"/>
                    </a:lnTo>
                    <a:lnTo>
                      <a:pt x="168" y="126"/>
                    </a:lnTo>
                    <a:lnTo>
                      <a:pt x="43" y="252"/>
                    </a:lnTo>
                    <a:lnTo>
                      <a:pt x="1" y="462"/>
                    </a:lnTo>
                    <a:lnTo>
                      <a:pt x="1" y="462"/>
                    </a:lnTo>
                    <a:lnTo>
                      <a:pt x="43" y="671"/>
                    </a:lnTo>
                    <a:lnTo>
                      <a:pt x="126" y="839"/>
                    </a:lnTo>
                    <a:lnTo>
                      <a:pt x="294" y="965"/>
                    </a:lnTo>
                    <a:lnTo>
                      <a:pt x="462" y="1007"/>
                    </a:lnTo>
                    <a:lnTo>
                      <a:pt x="462" y="1007"/>
                    </a:lnTo>
                    <a:lnTo>
                      <a:pt x="3523" y="1258"/>
                    </a:lnTo>
                    <a:lnTo>
                      <a:pt x="3565" y="1258"/>
                    </a:lnTo>
                    <a:lnTo>
                      <a:pt x="3565" y="1258"/>
                    </a:lnTo>
                    <a:lnTo>
                      <a:pt x="3733" y="1217"/>
                    </a:lnTo>
                    <a:lnTo>
                      <a:pt x="3901" y="1091"/>
                    </a:lnTo>
                    <a:lnTo>
                      <a:pt x="4026" y="965"/>
                    </a:lnTo>
                    <a:lnTo>
                      <a:pt x="4068" y="755"/>
                    </a:lnTo>
                    <a:lnTo>
                      <a:pt x="4068" y="755"/>
                    </a:lnTo>
                    <a:lnTo>
                      <a:pt x="4026" y="587"/>
                    </a:lnTo>
                    <a:lnTo>
                      <a:pt x="3943" y="420"/>
                    </a:lnTo>
                    <a:lnTo>
                      <a:pt x="3775" y="294"/>
                    </a:lnTo>
                    <a:lnTo>
                      <a:pt x="3607" y="210"/>
                    </a:lnTo>
                    <a:lnTo>
                      <a:pt x="3607"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335;p17">
                <a:extLst>
                  <a:ext uri="{FF2B5EF4-FFF2-40B4-BE49-F238E27FC236}">
                    <a16:creationId xmlns:a16="http://schemas.microsoft.com/office/drawing/2014/main" id="{87A66094-FEA9-9E03-5470-725CCFD09F24}"/>
                  </a:ext>
                </a:extLst>
              </p:cNvPr>
              <p:cNvSpPr/>
              <p:nvPr/>
            </p:nvSpPr>
            <p:spPr>
              <a:xfrm>
                <a:off x="5847188" y="2902211"/>
                <a:ext cx="79050" cy="23643"/>
              </a:xfrm>
              <a:custGeom>
                <a:avLst/>
                <a:gdLst/>
                <a:ahLst/>
                <a:cxnLst/>
                <a:rect l="l" t="t" r="r" b="b"/>
                <a:pathLst>
                  <a:path w="4069" h="1217" fill="none" extrusionOk="0">
                    <a:moveTo>
                      <a:pt x="3523" y="1"/>
                    </a:moveTo>
                    <a:lnTo>
                      <a:pt x="3523" y="1"/>
                    </a:lnTo>
                    <a:lnTo>
                      <a:pt x="3523" y="1"/>
                    </a:lnTo>
                    <a:lnTo>
                      <a:pt x="3523" y="1"/>
                    </a:lnTo>
                    <a:lnTo>
                      <a:pt x="462" y="169"/>
                    </a:lnTo>
                    <a:lnTo>
                      <a:pt x="462" y="169"/>
                    </a:lnTo>
                    <a:lnTo>
                      <a:pt x="252" y="252"/>
                    </a:lnTo>
                    <a:lnTo>
                      <a:pt x="126" y="378"/>
                    </a:lnTo>
                    <a:lnTo>
                      <a:pt x="42" y="546"/>
                    </a:lnTo>
                    <a:lnTo>
                      <a:pt x="0" y="714"/>
                    </a:lnTo>
                    <a:lnTo>
                      <a:pt x="0" y="714"/>
                    </a:lnTo>
                    <a:lnTo>
                      <a:pt x="42" y="923"/>
                    </a:lnTo>
                    <a:lnTo>
                      <a:pt x="168" y="1049"/>
                    </a:lnTo>
                    <a:lnTo>
                      <a:pt x="294" y="1175"/>
                    </a:lnTo>
                    <a:lnTo>
                      <a:pt x="504" y="1217"/>
                    </a:lnTo>
                    <a:lnTo>
                      <a:pt x="546" y="1217"/>
                    </a:lnTo>
                    <a:lnTo>
                      <a:pt x="546" y="1217"/>
                    </a:lnTo>
                    <a:lnTo>
                      <a:pt x="3565" y="1007"/>
                    </a:lnTo>
                    <a:lnTo>
                      <a:pt x="3565" y="1007"/>
                    </a:lnTo>
                    <a:lnTo>
                      <a:pt x="3775" y="923"/>
                    </a:lnTo>
                    <a:lnTo>
                      <a:pt x="3942" y="839"/>
                    </a:lnTo>
                    <a:lnTo>
                      <a:pt x="4026" y="672"/>
                    </a:lnTo>
                    <a:lnTo>
                      <a:pt x="4068" y="462"/>
                    </a:lnTo>
                    <a:lnTo>
                      <a:pt x="4068" y="462"/>
                    </a:lnTo>
                    <a:lnTo>
                      <a:pt x="3984" y="252"/>
                    </a:lnTo>
                    <a:lnTo>
                      <a:pt x="3900" y="127"/>
                    </a:lnTo>
                    <a:lnTo>
                      <a:pt x="3733" y="1"/>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336;p17">
                <a:extLst>
                  <a:ext uri="{FF2B5EF4-FFF2-40B4-BE49-F238E27FC236}">
                    <a16:creationId xmlns:a16="http://schemas.microsoft.com/office/drawing/2014/main" id="{2E471CED-121D-D9DF-0BFC-4710933AE261}"/>
                  </a:ext>
                </a:extLst>
              </p:cNvPr>
              <p:cNvSpPr/>
              <p:nvPr/>
            </p:nvSpPr>
            <p:spPr>
              <a:xfrm>
                <a:off x="6904641" y="2898967"/>
                <a:ext cx="79050" cy="23643"/>
              </a:xfrm>
              <a:custGeom>
                <a:avLst/>
                <a:gdLst/>
                <a:ahLst/>
                <a:cxnLst/>
                <a:rect l="l" t="t" r="r" b="b"/>
                <a:pathLst>
                  <a:path w="4069" h="1217" fill="none" extrusionOk="0">
                    <a:moveTo>
                      <a:pt x="504" y="0"/>
                    </a:moveTo>
                    <a:lnTo>
                      <a:pt x="504" y="0"/>
                    </a:lnTo>
                    <a:lnTo>
                      <a:pt x="336" y="42"/>
                    </a:lnTo>
                    <a:lnTo>
                      <a:pt x="169" y="126"/>
                    </a:lnTo>
                    <a:lnTo>
                      <a:pt x="43" y="294"/>
                    </a:lnTo>
                    <a:lnTo>
                      <a:pt x="1" y="461"/>
                    </a:lnTo>
                    <a:lnTo>
                      <a:pt x="1" y="461"/>
                    </a:lnTo>
                    <a:lnTo>
                      <a:pt x="43" y="671"/>
                    </a:lnTo>
                    <a:lnTo>
                      <a:pt x="127" y="839"/>
                    </a:lnTo>
                    <a:lnTo>
                      <a:pt x="295" y="965"/>
                    </a:lnTo>
                    <a:lnTo>
                      <a:pt x="462" y="1006"/>
                    </a:lnTo>
                    <a:lnTo>
                      <a:pt x="462" y="1006"/>
                    </a:lnTo>
                    <a:lnTo>
                      <a:pt x="3524" y="1216"/>
                    </a:lnTo>
                    <a:lnTo>
                      <a:pt x="3566" y="1216"/>
                    </a:lnTo>
                    <a:lnTo>
                      <a:pt x="3566" y="1216"/>
                    </a:lnTo>
                    <a:lnTo>
                      <a:pt x="3733" y="1174"/>
                    </a:lnTo>
                    <a:lnTo>
                      <a:pt x="3901" y="1048"/>
                    </a:lnTo>
                    <a:lnTo>
                      <a:pt x="4027" y="923"/>
                    </a:lnTo>
                    <a:lnTo>
                      <a:pt x="4069" y="713"/>
                    </a:lnTo>
                    <a:lnTo>
                      <a:pt x="4069" y="713"/>
                    </a:lnTo>
                    <a:lnTo>
                      <a:pt x="4027" y="545"/>
                    </a:lnTo>
                    <a:lnTo>
                      <a:pt x="3943" y="377"/>
                    </a:lnTo>
                    <a:lnTo>
                      <a:pt x="3775" y="252"/>
                    </a:lnTo>
                    <a:lnTo>
                      <a:pt x="3566" y="168"/>
                    </a:lnTo>
                    <a:lnTo>
                      <a:pt x="3566" y="168"/>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337;p17">
                <a:extLst>
                  <a:ext uri="{FF2B5EF4-FFF2-40B4-BE49-F238E27FC236}">
                    <a16:creationId xmlns:a16="http://schemas.microsoft.com/office/drawing/2014/main" id="{D755BC88-C0A2-A9A0-091A-E69095EE2B81}"/>
                  </a:ext>
                </a:extLst>
              </p:cNvPr>
              <p:cNvSpPr/>
              <p:nvPr/>
            </p:nvSpPr>
            <p:spPr>
              <a:xfrm>
                <a:off x="5965324" y="2894887"/>
                <a:ext cx="79031" cy="22827"/>
              </a:xfrm>
              <a:custGeom>
                <a:avLst/>
                <a:gdLst/>
                <a:ahLst/>
                <a:cxnLst/>
                <a:rect l="l" t="t" r="r" b="b"/>
                <a:pathLst>
                  <a:path w="4068" h="1175" fill="none" extrusionOk="0">
                    <a:moveTo>
                      <a:pt x="3565" y="0"/>
                    </a:moveTo>
                    <a:lnTo>
                      <a:pt x="3565" y="0"/>
                    </a:lnTo>
                    <a:lnTo>
                      <a:pt x="3523" y="0"/>
                    </a:lnTo>
                    <a:lnTo>
                      <a:pt x="3523" y="0"/>
                    </a:lnTo>
                    <a:lnTo>
                      <a:pt x="461" y="168"/>
                    </a:lnTo>
                    <a:lnTo>
                      <a:pt x="461" y="168"/>
                    </a:lnTo>
                    <a:lnTo>
                      <a:pt x="294" y="210"/>
                    </a:lnTo>
                    <a:lnTo>
                      <a:pt x="126" y="336"/>
                    </a:lnTo>
                    <a:lnTo>
                      <a:pt x="42" y="504"/>
                    </a:lnTo>
                    <a:lnTo>
                      <a:pt x="0" y="713"/>
                    </a:lnTo>
                    <a:lnTo>
                      <a:pt x="0" y="713"/>
                    </a:lnTo>
                    <a:lnTo>
                      <a:pt x="42" y="881"/>
                    </a:lnTo>
                    <a:lnTo>
                      <a:pt x="168" y="1049"/>
                    </a:lnTo>
                    <a:lnTo>
                      <a:pt x="336" y="1133"/>
                    </a:lnTo>
                    <a:lnTo>
                      <a:pt x="503" y="1175"/>
                    </a:lnTo>
                    <a:lnTo>
                      <a:pt x="545" y="1175"/>
                    </a:lnTo>
                    <a:lnTo>
                      <a:pt x="545" y="1175"/>
                    </a:lnTo>
                    <a:lnTo>
                      <a:pt x="3565" y="1007"/>
                    </a:lnTo>
                    <a:lnTo>
                      <a:pt x="3565" y="1007"/>
                    </a:lnTo>
                    <a:lnTo>
                      <a:pt x="3774" y="965"/>
                    </a:lnTo>
                    <a:lnTo>
                      <a:pt x="3942" y="839"/>
                    </a:lnTo>
                    <a:lnTo>
                      <a:pt x="4026" y="671"/>
                    </a:lnTo>
                    <a:lnTo>
                      <a:pt x="4068" y="504"/>
                    </a:lnTo>
                    <a:lnTo>
                      <a:pt x="4068" y="504"/>
                    </a:lnTo>
                    <a:lnTo>
                      <a:pt x="4026" y="294"/>
                    </a:lnTo>
                    <a:lnTo>
                      <a:pt x="3900" y="126"/>
                    </a:lnTo>
                    <a:lnTo>
                      <a:pt x="3732"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338;p17">
                <a:extLst>
                  <a:ext uri="{FF2B5EF4-FFF2-40B4-BE49-F238E27FC236}">
                    <a16:creationId xmlns:a16="http://schemas.microsoft.com/office/drawing/2014/main" id="{C2413BB2-2184-4F13-1189-13168B1A50A9}"/>
                  </a:ext>
                </a:extLst>
              </p:cNvPr>
              <p:cNvSpPr/>
              <p:nvPr/>
            </p:nvSpPr>
            <p:spPr>
              <a:xfrm>
                <a:off x="6786524" y="2892440"/>
                <a:ext cx="78235" cy="22827"/>
              </a:xfrm>
              <a:custGeom>
                <a:avLst/>
                <a:gdLst/>
                <a:ahLst/>
                <a:cxnLst/>
                <a:rect l="l" t="t" r="r" b="b"/>
                <a:pathLst>
                  <a:path w="4027" h="1175" fill="none" extrusionOk="0">
                    <a:moveTo>
                      <a:pt x="504" y="1"/>
                    </a:moveTo>
                    <a:lnTo>
                      <a:pt x="504" y="1"/>
                    </a:lnTo>
                    <a:lnTo>
                      <a:pt x="294" y="42"/>
                    </a:lnTo>
                    <a:lnTo>
                      <a:pt x="126" y="126"/>
                    </a:lnTo>
                    <a:lnTo>
                      <a:pt x="42" y="294"/>
                    </a:lnTo>
                    <a:lnTo>
                      <a:pt x="0" y="504"/>
                    </a:lnTo>
                    <a:lnTo>
                      <a:pt x="0" y="504"/>
                    </a:lnTo>
                    <a:lnTo>
                      <a:pt x="0" y="672"/>
                    </a:lnTo>
                    <a:lnTo>
                      <a:pt x="126" y="839"/>
                    </a:lnTo>
                    <a:lnTo>
                      <a:pt x="252" y="965"/>
                    </a:lnTo>
                    <a:lnTo>
                      <a:pt x="462" y="1007"/>
                    </a:lnTo>
                    <a:lnTo>
                      <a:pt x="462" y="1007"/>
                    </a:lnTo>
                    <a:lnTo>
                      <a:pt x="3523" y="1175"/>
                    </a:lnTo>
                    <a:lnTo>
                      <a:pt x="3523" y="1175"/>
                    </a:lnTo>
                    <a:lnTo>
                      <a:pt x="3523" y="1175"/>
                    </a:lnTo>
                    <a:lnTo>
                      <a:pt x="3733" y="1133"/>
                    </a:lnTo>
                    <a:lnTo>
                      <a:pt x="3900" y="1049"/>
                    </a:lnTo>
                    <a:lnTo>
                      <a:pt x="3984" y="881"/>
                    </a:lnTo>
                    <a:lnTo>
                      <a:pt x="4026" y="672"/>
                    </a:lnTo>
                    <a:lnTo>
                      <a:pt x="4026" y="672"/>
                    </a:lnTo>
                    <a:lnTo>
                      <a:pt x="4026" y="504"/>
                    </a:lnTo>
                    <a:lnTo>
                      <a:pt x="3900" y="336"/>
                    </a:lnTo>
                    <a:lnTo>
                      <a:pt x="3775" y="210"/>
                    </a:lnTo>
                    <a:lnTo>
                      <a:pt x="3565" y="168"/>
                    </a:lnTo>
                    <a:lnTo>
                      <a:pt x="3565" y="168"/>
                    </a:lnTo>
                    <a:lnTo>
                      <a:pt x="504" y="1"/>
                    </a:lnTo>
                    <a:lnTo>
                      <a:pt x="504"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339;p17">
                <a:extLst>
                  <a:ext uri="{FF2B5EF4-FFF2-40B4-BE49-F238E27FC236}">
                    <a16:creationId xmlns:a16="http://schemas.microsoft.com/office/drawing/2014/main" id="{4671B188-74C6-799F-58E2-AAE21B2F8DFE}"/>
                  </a:ext>
                </a:extLst>
              </p:cNvPr>
              <p:cNvSpPr/>
              <p:nvPr/>
            </p:nvSpPr>
            <p:spPr>
              <a:xfrm>
                <a:off x="6083441" y="2889992"/>
                <a:ext cx="79050" cy="22011"/>
              </a:xfrm>
              <a:custGeom>
                <a:avLst/>
                <a:gdLst/>
                <a:ahLst/>
                <a:cxnLst/>
                <a:rect l="l" t="t" r="r" b="b"/>
                <a:pathLst>
                  <a:path w="4069" h="1133" fill="none" extrusionOk="0">
                    <a:moveTo>
                      <a:pt x="3565" y="1"/>
                    </a:moveTo>
                    <a:lnTo>
                      <a:pt x="3565" y="1"/>
                    </a:lnTo>
                    <a:lnTo>
                      <a:pt x="3565" y="1"/>
                    </a:lnTo>
                    <a:lnTo>
                      <a:pt x="3565" y="1"/>
                    </a:lnTo>
                    <a:lnTo>
                      <a:pt x="504" y="127"/>
                    </a:lnTo>
                    <a:lnTo>
                      <a:pt x="504" y="127"/>
                    </a:lnTo>
                    <a:lnTo>
                      <a:pt x="294" y="168"/>
                    </a:lnTo>
                    <a:lnTo>
                      <a:pt x="169" y="294"/>
                    </a:lnTo>
                    <a:lnTo>
                      <a:pt x="43" y="462"/>
                    </a:lnTo>
                    <a:lnTo>
                      <a:pt x="1" y="630"/>
                    </a:lnTo>
                    <a:lnTo>
                      <a:pt x="1" y="630"/>
                    </a:lnTo>
                    <a:lnTo>
                      <a:pt x="43" y="839"/>
                    </a:lnTo>
                    <a:lnTo>
                      <a:pt x="169" y="1007"/>
                    </a:lnTo>
                    <a:lnTo>
                      <a:pt x="336" y="1091"/>
                    </a:lnTo>
                    <a:lnTo>
                      <a:pt x="504" y="1133"/>
                    </a:lnTo>
                    <a:lnTo>
                      <a:pt x="546" y="1133"/>
                    </a:lnTo>
                    <a:lnTo>
                      <a:pt x="546" y="1133"/>
                    </a:lnTo>
                    <a:lnTo>
                      <a:pt x="3607" y="1007"/>
                    </a:lnTo>
                    <a:lnTo>
                      <a:pt x="3607" y="1007"/>
                    </a:lnTo>
                    <a:lnTo>
                      <a:pt x="3775" y="965"/>
                    </a:lnTo>
                    <a:lnTo>
                      <a:pt x="3943" y="839"/>
                    </a:lnTo>
                    <a:lnTo>
                      <a:pt x="4069" y="672"/>
                    </a:lnTo>
                    <a:lnTo>
                      <a:pt x="4069" y="462"/>
                    </a:lnTo>
                    <a:lnTo>
                      <a:pt x="4069" y="462"/>
                    </a:lnTo>
                    <a:lnTo>
                      <a:pt x="4027" y="294"/>
                    </a:lnTo>
                    <a:lnTo>
                      <a:pt x="3943" y="127"/>
                    </a:lnTo>
                    <a:lnTo>
                      <a:pt x="3775"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340;p17">
                <a:extLst>
                  <a:ext uri="{FF2B5EF4-FFF2-40B4-BE49-F238E27FC236}">
                    <a16:creationId xmlns:a16="http://schemas.microsoft.com/office/drawing/2014/main" id="{5B435602-7A57-44ED-1191-C394EF3C02A6}"/>
                  </a:ext>
                </a:extLst>
              </p:cNvPr>
              <p:cNvSpPr/>
              <p:nvPr/>
            </p:nvSpPr>
            <p:spPr>
              <a:xfrm>
                <a:off x="6667573" y="2888360"/>
                <a:ext cx="79050" cy="21215"/>
              </a:xfrm>
              <a:custGeom>
                <a:avLst/>
                <a:gdLst/>
                <a:ahLst/>
                <a:cxnLst/>
                <a:rect l="l" t="t" r="r" b="b"/>
                <a:pathLst>
                  <a:path w="4069" h="1092" fill="none" extrusionOk="0">
                    <a:moveTo>
                      <a:pt x="504" y="1"/>
                    </a:moveTo>
                    <a:lnTo>
                      <a:pt x="504" y="1"/>
                    </a:lnTo>
                    <a:lnTo>
                      <a:pt x="336" y="1"/>
                    </a:lnTo>
                    <a:lnTo>
                      <a:pt x="168" y="127"/>
                    </a:lnTo>
                    <a:lnTo>
                      <a:pt x="43" y="294"/>
                    </a:lnTo>
                    <a:lnTo>
                      <a:pt x="1" y="462"/>
                    </a:lnTo>
                    <a:lnTo>
                      <a:pt x="1" y="462"/>
                    </a:lnTo>
                    <a:lnTo>
                      <a:pt x="43" y="672"/>
                    </a:lnTo>
                    <a:lnTo>
                      <a:pt x="126" y="840"/>
                    </a:lnTo>
                    <a:lnTo>
                      <a:pt x="294" y="965"/>
                    </a:lnTo>
                    <a:lnTo>
                      <a:pt x="504" y="1007"/>
                    </a:lnTo>
                    <a:lnTo>
                      <a:pt x="504" y="1007"/>
                    </a:lnTo>
                    <a:lnTo>
                      <a:pt x="3565" y="1091"/>
                    </a:lnTo>
                    <a:lnTo>
                      <a:pt x="3565" y="1091"/>
                    </a:lnTo>
                    <a:lnTo>
                      <a:pt x="3565" y="1091"/>
                    </a:lnTo>
                    <a:lnTo>
                      <a:pt x="3775" y="1049"/>
                    </a:lnTo>
                    <a:lnTo>
                      <a:pt x="3901" y="965"/>
                    </a:lnTo>
                    <a:lnTo>
                      <a:pt x="4027" y="798"/>
                    </a:lnTo>
                    <a:lnTo>
                      <a:pt x="4068" y="630"/>
                    </a:lnTo>
                    <a:lnTo>
                      <a:pt x="4068" y="630"/>
                    </a:lnTo>
                    <a:lnTo>
                      <a:pt x="4027" y="420"/>
                    </a:lnTo>
                    <a:lnTo>
                      <a:pt x="3943" y="252"/>
                    </a:lnTo>
                    <a:lnTo>
                      <a:pt x="3775" y="127"/>
                    </a:lnTo>
                    <a:lnTo>
                      <a:pt x="3607" y="85"/>
                    </a:lnTo>
                    <a:lnTo>
                      <a:pt x="3607" y="85"/>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341;p17">
                <a:extLst>
                  <a:ext uri="{FF2B5EF4-FFF2-40B4-BE49-F238E27FC236}">
                    <a16:creationId xmlns:a16="http://schemas.microsoft.com/office/drawing/2014/main" id="{548A4C1C-CD30-DCC7-EA21-52A05FCA358B}"/>
                  </a:ext>
                </a:extLst>
              </p:cNvPr>
              <p:cNvSpPr/>
              <p:nvPr/>
            </p:nvSpPr>
            <p:spPr>
              <a:xfrm>
                <a:off x="6202392" y="2885932"/>
                <a:ext cx="79050" cy="22011"/>
              </a:xfrm>
              <a:custGeom>
                <a:avLst/>
                <a:gdLst/>
                <a:ahLst/>
                <a:cxnLst/>
                <a:rect l="l" t="t" r="r" b="b"/>
                <a:pathLst>
                  <a:path w="4069" h="1133" fill="none" extrusionOk="0">
                    <a:moveTo>
                      <a:pt x="3565" y="0"/>
                    </a:moveTo>
                    <a:lnTo>
                      <a:pt x="3523" y="0"/>
                    </a:lnTo>
                    <a:lnTo>
                      <a:pt x="3523" y="0"/>
                    </a:lnTo>
                    <a:lnTo>
                      <a:pt x="504" y="84"/>
                    </a:lnTo>
                    <a:lnTo>
                      <a:pt x="504" y="84"/>
                    </a:lnTo>
                    <a:lnTo>
                      <a:pt x="294" y="126"/>
                    </a:lnTo>
                    <a:lnTo>
                      <a:pt x="126" y="252"/>
                    </a:lnTo>
                    <a:lnTo>
                      <a:pt x="42" y="419"/>
                    </a:lnTo>
                    <a:lnTo>
                      <a:pt x="0" y="629"/>
                    </a:lnTo>
                    <a:lnTo>
                      <a:pt x="0" y="629"/>
                    </a:lnTo>
                    <a:lnTo>
                      <a:pt x="42" y="797"/>
                    </a:lnTo>
                    <a:lnTo>
                      <a:pt x="126" y="965"/>
                    </a:lnTo>
                    <a:lnTo>
                      <a:pt x="294" y="1090"/>
                    </a:lnTo>
                    <a:lnTo>
                      <a:pt x="504" y="1132"/>
                    </a:lnTo>
                    <a:lnTo>
                      <a:pt x="504" y="1132"/>
                    </a:lnTo>
                    <a:lnTo>
                      <a:pt x="504" y="1132"/>
                    </a:lnTo>
                    <a:lnTo>
                      <a:pt x="3565" y="1048"/>
                    </a:lnTo>
                    <a:lnTo>
                      <a:pt x="3565" y="1048"/>
                    </a:lnTo>
                    <a:lnTo>
                      <a:pt x="3775" y="1007"/>
                    </a:lnTo>
                    <a:lnTo>
                      <a:pt x="3900" y="881"/>
                    </a:lnTo>
                    <a:lnTo>
                      <a:pt x="4026" y="713"/>
                    </a:lnTo>
                    <a:lnTo>
                      <a:pt x="4068" y="503"/>
                    </a:lnTo>
                    <a:lnTo>
                      <a:pt x="4068" y="503"/>
                    </a:lnTo>
                    <a:lnTo>
                      <a:pt x="4026" y="336"/>
                    </a:lnTo>
                    <a:lnTo>
                      <a:pt x="3900"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342;p17">
                <a:extLst>
                  <a:ext uri="{FF2B5EF4-FFF2-40B4-BE49-F238E27FC236}">
                    <a16:creationId xmlns:a16="http://schemas.microsoft.com/office/drawing/2014/main" id="{988A81E4-E1E3-66CF-FA88-BF544BF65F8C}"/>
                  </a:ext>
                </a:extLst>
              </p:cNvPr>
              <p:cNvSpPr/>
              <p:nvPr/>
            </p:nvSpPr>
            <p:spPr>
              <a:xfrm>
                <a:off x="6549456" y="2885116"/>
                <a:ext cx="79031" cy="21195"/>
              </a:xfrm>
              <a:custGeom>
                <a:avLst/>
                <a:gdLst/>
                <a:ahLst/>
                <a:cxnLst/>
                <a:rect l="l" t="t" r="r" b="b"/>
                <a:pathLst>
                  <a:path w="4068" h="1091" fill="none" extrusionOk="0">
                    <a:moveTo>
                      <a:pt x="461" y="0"/>
                    </a:moveTo>
                    <a:lnTo>
                      <a:pt x="461" y="0"/>
                    </a:lnTo>
                    <a:lnTo>
                      <a:pt x="294" y="42"/>
                    </a:lnTo>
                    <a:lnTo>
                      <a:pt x="126" y="168"/>
                    </a:lnTo>
                    <a:lnTo>
                      <a:pt x="42" y="336"/>
                    </a:lnTo>
                    <a:lnTo>
                      <a:pt x="0" y="503"/>
                    </a:lnTo>
                    <a:lnTo>
                      <a:pt x="0" y="503"/>
                    </a:lnTo>
                    <a:lnTo>
                      <a:pt x="42" y="713"/>
                    </a:lnTo>
                    <a:lnTo>
                      <a:pt x="126" y="881"/>
                    </a:lnTo>
                    <a:lnTo>
                      <a:pt x="294" y="965"/>
                    </a:lnTo>
                    <a:lnTo>
                      <a:pt x="503" y="1007"/>
                    </a:lnTo>
                    <a:lnTo>
                      <a:pt x="503" y="1007"/>
                    </a:lnTo>
                    <a:lnTo>
                      <a:pt x="3523" y="1090"/>
                    </a:lnTo>
                    <a:lnTo>
                      <a:pt x="3565" y="1090"/>
                    </a:lnTo>
                    <a:lnTo>
                      <a:pt x="3565" y="1090"/>
                    </a:lnTo>
                    <a:lnTo>
                      <a:pt x="3732" y="1049"/>
                    </a:lnTo>
                    <a:lnTo>
                      <a:pt x="3900" y="923"/>
                    </a:lnTo>
                    <a:lnTo>
                      <a:pt x="4026" y="797"/>
                    </a:lnTo>
                    <a:lnTo>
                      <a:pt x="4068" y="587"/>
                    </a:lnTo>
                    <a:lnTo>
                      <a:pt x="4068" y="587"/>
                    </a:lnTo>
                    <a:lnTo>
                      <a:pt x="4026" y="378"/>
                    </a:lnTo>
                    <a:lnTo>
                      <a:pt x="3900" y="210"/>
                    </a:lnTo>
                    <a:lnTo>
                      <a:pt x="3774" y="126"/>
                    </a:lnTo>
                    <a:lnTo>
                      <a:pt x="3565" y="84"/>
                    </a:lnTo>
                    <a:lnTo>
                      <a:pt x="3565" y="84"/>
                    </a:lnTo>
                    <a:lnTo>
                      <a:pt x="503" y="0"/>
                    </a:lnTo>
                    <a:lnTo>
                      <a:pt x="503" y="0"/>
                    </a:lnTo>
                    <a:lnTo>
                      <a:pt x="461"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343;p17">
                <a:extLst>
                  <a:ext uri="{FF2B5EF4-FFF2-40B4-BE49-F238E27FC236}">
                    <a16:creationId xmlns:a16="http://schemas.microsoft.com/office/drawing/2014/main" id="{E3DFCE81-69EE-CD91-E6ED-E2367936448C}"/>
                  </a:ext>
                </a:extLst>
              </p:cNvPr>
              <p:cNvSpPr/>
              <p:nvPr/>
            </p:nvSpPr>
            <p:spPr>
              <a:xfrm>
                <a:off x="6320528" y="2884300"/>
                <a:ext cx="79031" cy="20379"/>
              </a:xfrm>
              <a:custGeom>
                <a:avLst/>
                <a:gdLst/>
                <a:ahLst/>
                <a:cxnLst/>
                <a:rect l="l" t="t" r="r" b="b"/>
                <a:pathLst>
                  <a:path w="4068" h="1049" fill="none" extrusionOk="0">
                    <a:moveTo>
                      <a:pt x="3565" y="0"/>
                    </a:moveTo>
                    <a:lnTo>
                      <a:pt x="3565" y="0"/>
                    </a:lnTo>
                    <a:lnTo>
                      <a:pt x="3565" y="0"/>
                    </a:lnTo>
                    <a:lnTo>
                      <a:pt x="503" y="42"/>
                    </a:lnTo>
                    <a:lnTo>
                      <a:pt x="503" y="42"/>
                    </a:lnTo>
                    <a:lnTo>
                      <a:pt x="294" y="84"/>
                    </a:lnTo>
                    <a:lnTo>
                      <a:pt x="168" y="210"/>
                    </a:lnTo>
                    <a:lnTo>
                      <a:pt x="42" y="378"/>
                    </a:lnTo>
                    <a:lnTo>
                      <a:pt x="0" y="545"/>
                    </a:lnTo>
                    <a:lnTo>
                      <a:pt x="0" y="545"/>
                    </a:lnTo>
                    <a:lnTo>
                      <a:pt x="42" y="755"/>
                    </a:lnTo>
                    <a:lnTo>
                      <a:pt x="168" y="923"/>
                    </a:lnTo>
                    <a:lnTo>
                      <a:pt x="336" y="1007"/>
                    </a:lnTo>
                    <a:lnTo>
                      <a:pt x="503" y="1049"/>
                    </a:lnTo>
                    <a:lnTo>
                      <a:pt x="545" y="1049"/>
                    </a:lnTo>
                    <a:lnTo>
                      <a:pt x="545" y="1049"/>
                    </a:lnTo>
                    <a:lnTo>
                      <a:pt x="3565" y="1049"/>
                    </a:lnTo>
                    <a:lnTo>
                      <a:pt x="3565" y="1049"/>
                    </a:lnTo>
                    <a:lnTo>
                      <a:pt x="3774" y="1007"/>
                    </a:lnTo>
                    <a:lnTo>
                      <a:pt x="3942" y="881"/>
                    </a:lnTo>
                    <a:lnTo>
                      <a:pt x="4026" y="713"/>
                    </a:lnTo>
                    <a:lnTo>
                      <a:pt x="4068" y="503"/>
                    </a:lnTo>
                    <a:lnTo>
                      <a:pt x="4068" y="503"/>
                    </a:lnTo>
                    <a:lnTo>
                      <a:pt x="4026" y="336"/>
                    </a:lnTo>
                    <a:lnTo>
                      <a:pt x="3942" y="168"/>
                    </a:lnTo>
                    <a:lnTo>
                      <a:pt x="3774"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344;p17">
                <a:extLst>
                  <a:ext uri="{FF2B5EF4-FFF2-40B4-BE49-F238E27FC236}">
                    <a16:creationId xmlns:a16="http://schemas.microsoft.com/office/drawing/2014/main" id="{E73AF6FD-B716-2A11-5766-05D86A7BA7FC}"/>
                  </a:ext>
                </a:extLst>
              </p:cNvPr>
              <p:cNvSpPr/>
              <p:nvPr/>
            </p:nvSpPr>
            <p:spPr>
              <a:xfrm>
                <a:off x="6430504" y="2884300"/>
                <a:ext cx="79050" cy="20379"/>
              </a:xfrm>
              <a:custGeom>
                <a:avLst/>
                <a:gdLst/>
                <a:ahLst/>
                <a:cxnLst/>
                <a:rect l="l" t="t" r="r" b="b"/>
                <a:pathLst>
                  <a:path w="4069" h="1049" fill="none" extrusionOk="0">
                    <a:moveTo>
                      <a:pt x="504" y="0"/>
                    </a:moveTo>
                    <a:lnTo>
                      <a:pt x="504" y="0"/>
                    </a:lnTo>
                    <a:lnTo>
                      <a:pt x="336" y="42"/>
                    </a:lnTo>
                    <a:lnTo>
                      <a:pt x="168" y="168"/>
                    </a:lnTo>
                    <a:lnTo>
                      <a:pt x="42" y="336"/>
                    </a:lnTo>
                    <a:lnTo>
                      <a:pt x="0" y="503"/>
                    </a:lnTo>
                    <a:lnTo>
                      <a:pt x="0" y="503"/>
                    </a:lnTo>
                    <a:lnTo>
                      <a:pt x="42" y="713"/>
                    </a:lnTo>
                    <a:lnTo>
                      <a:pt x="168" y="881"/>
                    </a:lnTo>
                    <a:lnTo>
                      <a:pt x="336" y="965"/>
                    </a:lnTo>
                    <a:lnTo>
                      <a:pt x="504" y="1007"/>
                    </a:lnTo>
                    <a:lnTo>
                      <a:pt x="504" y="1007"/>
                    </a:lnTo>
                    <a:lnTo>
                      <a:pt x="3565" y="1049"/>
                    </a:lnTo>
                    <a:lnTo>
                      <a:pt x="3565" y="1049"/>
                    </a:lnTo>
                    <a:lnTo>
                      <a:pt x="3565" y="1049"/>
                    </a:lnTo>
                    <a:lnTo>
                      <a:pt x="3775" y="1007"/>
                    </a:lnTo>
                    <a:lnTo>
                      <a:pt x="3942" y="881"/>
                    </a:lnTo>
                    <a:lnTo>
                      <a:pt x="4026" y="713"/>
                    </a:lnTo>
                    <a:lnTo>
                      <a:pt x="4068" y="545"/>
                    </a:lnTo>
                    <a:lnTo>
                      <a:pt x="4068" y="545"/>
                    </a:lnTo>
                    <a:lnTo>
                      <a:pt x="4026" y="336"/>
                    </a:lnTo>
                    <a:lnTo>
                      <a:pt x="3942" y="168"/>
                    </a:lnTo>
                    <a:lnTo>
                      <a:pt x="3775" y="42"/>
                    </a:lnTo>
                    <a:lnTo>
                      <a:pt x="3565" y="0"/>
                    </a:lnTo>
                    <a:lnTo>
                      <a:pt x="3565"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 name="Google Shape;349;p17">
              <a:extLst>
                <a:ext uri="{FF2B5EF4-FFF2-40B4-BE49-F238E27FC236}">
                  <a16:creationId xmlns:a16="http://schemas.microsoft.com/office/drawing/2014/main" id="{723D5287-84F8-EF39-F7C5-7D422B0886C5}"/>
                </a:ext>
              </a:extLst>
            </p:cNvPr>
            <p:cNvSpPr/>
            <p:nvPr/>
          </p:nvSpPr>
          <p:spPr>
            <a:xfrm>
              <a:off x="5716939" y="2339601"/>
              <a:ext cx="1097400" cy="1097400"/>
            </a:xfrm>
            <a:prstGeom prst="ellipse">
              <a:avLst/>
            </a:prstGeom>
            <a:solidFill>
              <a:srgbClr val="B3043E"/>
            </a:solidFill>
            <a:ln w="38100" cap="flat" cmpd="sng">
              <a:solidFill>
                <a:schemeClr val="lt1"/>
              </a:solidFill>
              <a:prstDash val="solid"/>
              <a:round/>
              <a:headEnd type="none" w="sm" len="sm"/>
              <a:tailEnd type="none" w="sm" len="sm"/>
            </a:ln>
            <a:effectLst>
              <a:outerShdw blurRad="57150" dist="28575" dir="54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350;p17">
              <a:extLst>
                <a:ext uri="{FF2B5EF4-FFF2-40B4-BE49-F238E27FC236}">
                  <a16:creationId xmlns:a16="http://schemas.microsoft.com/office/drawing/2014/main" id="{B92002B8-C939-62F1-F763-51346C2A33D9}"/>
                </a:ext>
              </a:extLst>
            </p:cNvPr>
            <p:cNvSpPr txBox="1"/>
            <p:nvPr/>
          </p:nvSpPr>
          <p:spPr>
            <a:xfrm>
              <a:off x="5864388" y="2629419"/>
              <a:ext cx="802500" cy="53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b="1">
                  <a:solidFill>
                    <a:schemeClr val="lt1"/>
                  </a:solidFill>
                  <a:latin typeface="Fira Sans Extra Condensed"/>
                  <a:ea typeface="Fira Sans Extra Condensed"/>
                  <a:cs typeface="Fira Sans Extra Condensed"/>
                  <a:sym typeface="Fira Sans Extra Condensed"/>
                </a:rPr>
                <a:t>02</a:t>
              </a:r>
              <a:endParaRPr sz="4000" b="1">
                <a:solidFill>
                  <a:schemeClr val="lt1"/>
                </a:solidFill>
                <a:latin typeface="Fira Sans Extra Condensed"/>
                <a:ea typeface="Fira Sans Extra Condensed"/>
                <a:cs typeface="Fira Sans Extra Condensed"/>
                <a:sym typeface="Fira Sans Extra Condensed"/>
              </a:endParaRPr>
            </a:p>
          </p:txBody>
        </p:sp>
        <p:sp>
          <p:nvSpPr>
            <p:cNvPr id="243" name="Google Shape;351;p17">
              <a:extLst>
                <a:ext uri="{FF2B5EF4-FFF2-40B4-BE49-F238E27FC236}">
                  <a16:creationId xmlns:a16="http://schemas.microsoft.com/office/drawing/2014/main" id="{C6EE366A-F372-5E95-2BE3-D862BB5F22D5}"/>
                </a:ext>
              </a:extLst>
            </p:cNvPr>
            <p:cNvSpPr txBox="1"/>
            <p:nvPr/>
          </p:nvSpPr>
          <p:spPr>
            <a:xfrm>
              <a:off x="2538722" y="2895519"/>
              <a:ext cx="2981419" cy="326100"/>
            </a:xfrm>
            <a:prstGeom prst="rect">
              <a:avLst/>
            </a:prstGeom>
            <a:noFill/>
            <a:ln>
              <a:noFill/>
            </a:ln>
          </p:spPr>
          <p:txBody>
            <a:bodyPr spcFirstLastPara="1" wrap="square" lIns="91425" tIns="91425" rIns="91425" bIns="91425" anchor="ctr" anchorCtr="0">
              <a:noAutofit/>
            </a:bodyPr>
            <a:lstStyle/>
            <a:p>
              <a:r>
                <a:rPr lang="es-ES_tradnl" sz="3000" b="1" dirty="0" err="1">
                  <a:solidFill>
                    <a:schemeClr val="bg1"/>
                  </a:solidFill>
                </a:rPr>
                <a:t>Modeling</a:t>
              </a:r>
              <a:r>
                <a:rPr lang="es-ES_tradnl" sz="3000" b="1" dirty="0">
                  <a:solidFill>
                    <a:schemeClr val="bg1"/>
                  </a:solidFill>
                </a:rPr>
                <a:t> </a:t>
              </a:r>
              <a:r>
                <a:rPr lang="es-ES_tradnl" sz="3000" b="1" dirty="0" err="1">
                  <a:solidFill>
                    <a:schemeClr val="bg1"/>
                  </a:solidFill>
                </a:rPr>
                <a:t>of</a:t>
              </a:r>
              <a:r>
                <a:rPr lang="es-ES_tradnl" sz="3000" b="1" dirty="0">
                  <a:solidFill>
                    <a:schemeClr val="bg1"/>
                  </a:solidFill>
                </a:rPr>
                <a:t> </a:t>
              </a:r>
              <a:r>
                <a:rPr lang="es-ES_tradnl" sz="3000" b="1" dirty="0" err="1">
                  <a:solidFill>
                    <a:schemeClr val="bg1"/>
                  </a:solidFill>
                </a:rPr>
                <a:t>inter-addons</a:t>
              </a:r>
              <a:r>
                <a:rPr lang="es-ES_tradnl" sz="3000" b="1" dirty="0">
                  <a:solidFill>
                    <a:schemeClr val="bg1"/>
                  </a:solidFill>
                </a:rPr>
                <a:t> </a:t>
              </a:r>
              <a:r>
                <a:rPr lang="es-ES_tradnl" sz="3000" b="1" dirty="0" err="1">
                  <a:solidFill>
                    <a:schemeClr val="bg1"/>
                  </a:solidFill>
                </a:rPr>
                <a:t>constraints</a:t>
              </a:r>
              <a:endParaRPr lang="es-ES_tradnl" sz="3000" b="1" dirty="0">
                <a:solidFill>
                  <a:schemeClr val="bg1"/>
                </a:solidFill>
              </a:endParaRPr>
            </a:p>
          </p:txBody>
        </p:sp>
      </p:grpSp>
      <p:grpSp>
        <p:nvGrpSpPr>
          <p:cNvPr id="363" name="Grupo 362">
            <a:extLst>
              <a:ext uri="{FF2B5EF4-FFF2-40B4-BE49-F238E27FC236}">
                <a16:creationId xmlns:a16="http://schemas.microsoft.com/office/drawing/2014/main" id="{556F8394-419A-75B0-F38C-03DF8261105C}"/>
              </a:ext>
            </a:extLst>
          </p:cNvPr>
          <p:cNvGrpSpPr/>
          <p:nvPr/>
        </p:nvGrpSpPr>
        <p:grpSpPr>
          <a:xfrm>
            <a:off x="3645465" y="4593389"/>
            <a:ext cx="8377200" cy="1605600"/>
            <a:chOff x="1885375" y="3630633"/>
            <a:chExt cx="5551408" cy="1143400"/>
          </a:xfrm>
        </p:grpSpPr>
        <p:sp>
          <p:nvSpPr>
            <p:cNvPr id="245" name="Google Shape;353;p17">
              <a:extLst>
                <a:ext uri="{FF2B5EF4-FFF2-40B4-BE49-F238E27FC236}">
                  <a16:creationId xmlns:a16="http://schemas.microsoft.com/office/drawing/2014/main" id="{FE50D18B-CE0A-A496-4A0E-BD1DB497E618}"/>
                </a:ext>
              </a:extLst>
            </p:cNvPr>
            <p:cNvSpPr/>
            <p:nvPr/>
          </p:nvSpPr>
          <p:spPr>
            <a:xfrm>
              <a:off x="1885375" y="3630633"/>
              <a:ext cx="5551408" cy="1078983"/>
            </a:xfrm>
            <a:custGeom>
              <a:avLst/>
              <a:gdLst/>
              <a:ahLst/>
              <a:cxnLst/>
              <a:rect l="l" t="t" r="r" b="b"/>
              <a:pathLst>
                <a:path w="285750" h="65294" extrusionOk="0">
                  <a:moveTo>
                    <a:pt x="201375" y="0"/>
                  </a:moveTo>
                  <a:lnTo>
                    <a:pt x="196427" y="42"/>
                  </a:lnTo>
                  <a:lnTo>
                    <a:pt x="191562" y="126"/>
                  </a:lnTo>
                  <a:lnTo>
                    <a:pt x="186740" y="252"/>
                  </a:lnTo>
                  <a:lnTo>
                    <a:pt x="182001" y="419"/>
                  </a:lnTo>
                  <a:lnTo>
                    <a:pt x="177262" y="629"/>
                  </a:lnTo>
                  <a:lnTo>
                    <a:pt x="172607" y="881"/>
                  </a:lnTo>
                  <a:lnTo>
                    <a:pt x="168036" y="1174"/>
                  </a:lnTo>
                  <a:lnTo>
                    <a:pt x="163465" y="1468"/>
                  </a:lnTo>
                  <a:lnTo>
                    <a:pt x="158936" y="1845"/>
                  </a:lnTo>
                  <a:lnTo>
                    <a:pt x="154449" y="2181"/>
                  </a:lnTo>
                  <a:lnTo>
                    <a:pt x="149962" y="2600"/>
                  </a:lnTo>
                  <a:lnTo>
                    <a:pt x="141156" y="3439"/>
                  </a:lnTo>
                  <a:lnTo>
                    <a:pt x="132391" y="4319"/>
                  </a:lnTo>
                  <a:lnTo>
                    <a:pt x="123668" y="5242"/>
                  </a:lnTo>
                  <a:lnTo>
                    <a:pt x="109368" y="6752"/>
                  </a:lnTo>
                  <a:lnTo>
                    <a:pt x="102197" y="7465"/>
                  </a:lnTo>
                  <a:lnTo>
                    <a:pt x="95026" y="8136"/>
                  </a:lnTo>
                  <a:lnTo>
                    <a:pt x="87771" y="8765"/>
                  </a:lnTo>
                  <a:lnTo>
                    <a:pt x="80433" y="9310"/>
                  </a:lnTo>
                  <a:lnTo>
                    <a:pt x="73052" y="9771"/>
                  </a:lnTo>
                  <a:lnTo>
                    <a:pt x="69320" y="9939"/>
                  </a:lnTo>
                  <a:lnTo>
                    <a:pt x="65546" y="10106"/>
                  </a:lnTo>
                  <a:lnTo>
                    <a:pt x="61729" y="10274"/>
                  </a:lnTo>
                  <a:lnTo>
                    <a:pt x="57913" y="10358"/>
                  </a:lnTo>
                  <a:lnTo>
                    <a:pt x="54055" y="10442"/>
                  </a:lnTo>
                  <a:lnTo>
                    <a:pt x="50197" y="10484"/>
                  </a:lnTo>
                  <a:lnTo>
                    <a:pt x="42271" y="10484"/>
                  </a:lnTo>
                  <a:lnTo>
                    <a:pt x="38287" y="10400"/>
                  </a:lnTo>
                  <a:lnTo>
                    <a:pt x="34220" y="10274"/>
                  </a:lnTo>
                  <a:lnTo>
                    <a:pt x="30110" y="10148"/>
                  </a:lnTo>
                  <a:lnTo>
                    <a:pt x="26000" y="9939"/>
                  </a:lnTo>
                  <a:lnTo>
                    <a:pt x="21807" y="9687"/>
                  </a:lnTo>
                  <a:lnTo>
                    <a:pt x="17529" y="9436"/>
                  </a:lnTo>
                  <a:lnTo>
                    <a:pt x="13252" y="9100"/>
                  </a:lnTo>
                  <a:lnTo>
                    <a:pt x="8890" y="8681"/>
                  </a:lnTo>
                  <a:lnTo>
                    <a:pt x="4487" y="8261"/>
                  </a:lnTo>
                  <a:lnTo>
                    <a:pt x="0" y="7758"/>
                  </a:lnTo>
                  <a:lnTo>
                    <a:pt x="0" y="62232"/>
                  </a:lnTo>
                  <a:lnTo>
                    <a:pt x="4865" y="62778"/>
                  </a:lnTo>
                  <a:lnTo>
                    <a:pt x="9645" y="63281"/>
                  </a:lnTo>
                  <a:lnTo>
                    <a:pt x="14300" y="63700"/>
                  </a:lnTo>
                  <a:lnTo>
                    <a:pt x="18913" y="64078"/>
                  </a:lnTo>
                  <a:lnTo>
                    <a:pt x="23442" y="64413"/>
                  </a:lnTo>
                  <a:lnTo>
                    <a:pt x="27845" y="64665"/>
                  </a:lnTo>
                  <a:lnTo>
                    <a:pt x="32207" y="64874"/>
                  </a:lnTo>
                  <a:lnTo>
                    <a:pt x="36484" y="65042"/>
                  </a:lnTo>
                  <a:lnTo>
                    <a:pt x="40720" y="65168"/>
                  </a:lnTo>
                  <a:lnTo>
                    <a:pt x="44829" y="65252"/>
                  </a:lnTo>
                  <a:lnTo>
                    <a:pt x="48897" y="65294"/>
                  </a:lnTo>
                  <a:lnTo>
                    <a:pt x="52923" y="65294"/>
                  </a:lnTo>
                  <a:lnTo>
                    <a:pt x="56865" y="65252"/>
                  </a:lnTo>
                  <a:lnTo>
                    <a:pt x="60765" y="65168"/>
                  </a:lnTo>
                  <a:lnTo>
                    <a:pt x="64623" y="65042"/>
                  </a:lnTo>
                  <a:lnTo>
                    <a:pt x="68439" y="64916"/>
                  </a:lnTo>
                  <a:lnTo>
                    <a:pt x="72171" y="64707"/>
                  </a:lnTo>
                  <a:lnTo>
                    <a:pt x="75904" y="64497"/>
                  </a:lnTo>
                  <a:lnTo>
                    <a:pt x="79552" y="64287"/>
                  </a:lnTo>
                  <a:lnTo>
                    <a:pt x="83159" y="64036"/>
                  </a:lnTo>
                  <a:lnTo>
                    <a:pt x="90330" y="63407"/>
                  </a:lnTo>
                  <a:lnTo>
                    <a:pt x="97375" y="62736"/>
                  </a:lnTo>
                  <a:lnTo>
                    <a:pt x="104294" y="62023"/>
                  </a:lnTo>
                  <a:lnTo>
                    <a:pt x="111172" y="61226"/>
                  </a:lnTo>
                  <a:lnTo>
                    <a:pt x="124843" y="59591"/>
                  </a:lnTo>
                  <a:lnTo>
                    <a:pt x="133062" y="58626"/>
                  </a:lnTo>
                  <a:lnTo>
                    <a:pt x="141323" y="57661"/>
                  </a:lnTo>
                  <a:lnTo>
                    <a:pt x="149669" y="56739"/>
                  </a:lnTo>
                  <a:lnTo>
                    <a:pt x="153904" y="56320"/>
                  </a:lnTo>
                  <a:lnTo>
                    <a:pt x="158182" y="55900"/>
                  </a:lnTo>
                  <a:lnTo>
                    <a:pt x="162501" y="55523"/>
                  </a:lnTo>
                  <a:lnTo>
                    <a:pt x="166820" y="55187"/>
                  </a:lnTo>
                  <a:lnTo>
                    <a:pt x="171265" y="54894"/>
                  </a:lnTo>
                  <a:lnTo>
                    <a:pt x="175711" y="54600"/>
                  </a:lnTo>
                  <a:lnTo>
                    <a:pt x="180240" y="54349"/>
                  </a:lnTo>
                  <a:lnTo>
                    <a:pt x="184853" y="54181"/>
                  </a:lnTo>
                  <a:lnTo>
                    <a:pt x="189549" y="54055"/>
                  </a:lnTo>
                  <a:lnTo>
                    <a:pt x="194330" y="53929"/>
                  </a:lnTo>
                  <a:lnTo>
                    <a:pt x="204101" y="53929"/>
                  </a:lnTo>
                  <a:lnTo>
                    <a:pt x="209133" y="54013"/>
                  </a:lnTo>
                  <a:lnTo>
                    <a:pt x="214292" y="54181"/>
                  </a:lnTo>
                  <a:lnTo>
                    <a:pt x="219534" y="54390"/>
                  </a:lnTo>
                  <a:lnTo>
                    <a:pt x="224859" y="54684"/>
                  </a:lnTo>
                  <a:lnTo>
                    <a:pt x="230353" y="55020"/>
                  </a:lnTo>
                  <a:lnTo>
                    <a:pt x="235930" y="55481"/>
                  </a:lnTo>
                  <a:lnTo>
                    <a:pt x="241676" y="55984"/>
                  </a:lnTo>
                  <a:lnTo>
                    <a:pt x="247505" y="56613"/>
                  </a:lnTo>
                  <a:lnTo>
                    <a:pt x="253501" y="57284"/>
                  </a:lnTo>
                  <a:lnTo>
                    <a:pt x="259666" y="58081"/>
                  </a:lnTo>
                  <a:lnTo>
                    <a:pt x="265956" y="58961"/>
                  </a:lnTo>
                  <a:lnTo>
                    <a:pt x="272373" y="59968"/>
                  </a:lnTo>
                  <a:lnTo>
                    <a:pt x="278998" y="61058"/>
                  </a:lnTo>
                  <a:lnTo>
                    <a:pt x="285750" y="62232"/>
                  </a:lnTo>
                  <a:lnTo>
                    <a:pt x="285750" y="62232"/>
                  </a:lnTo>
                  <a:lnTo>
                    <a:pt x="285037" y="60513"/>
                  </a:lnTo>
                  <a:lnTo>
                    <a:pt x="284324" y="58836"/>
                  </a:lnTo>
                  <a:lnTo>
                    <a:pt x="283569" y="57200"/>
                  </a:lnTo>
                  <a:lnTo>
                    <a:pt x="282773" y="55607"/>
                  </a:lnTo>
                  <a:lnTo>
                    <a:pt x="281976" y="54055"/>
                  </a:lnTo>
                  <a:lnTo>
                    <a:pt x="281179" y="52545"/>
                  </a:lnTo>
                  <a:lnTo>
                    <a:pt x="280340" y="51078"/>
                  </a:lnTo>
                  <a:lnTo>
                    <a:pt x="279502" y="49694"/>
                  </a:lnTo>
                  <a:lnTo>
                    <a:pt x="278663" y="48310"/>
                  </a:lnTo>
                  <a:lnTo>
                    <a:pt x="277824" y="47010"/>
                  </a:lnTo>
                  <a:lnTo>
                    <a:pt x="276985" y="45752"/>
                  </a:lnTo>
                  <a:lnTo>
                    <a:pt x="276147" y="44536"/>
                  </a:lnTo>
                  <a:lnTo>
                    <a:pt x="274469" y="42271"/>
                  </a:lnTo>
                  <a:lnTo>
                    <a:pt x="272876" y="40216"/>
                  </a:lnTo>
                  <a:lnTo>
                    <a:pt x="271366" y="38371"/>
                  </a:lnTo>
                  <a:lnTo>
                    <a:pt x="269982" y="36736"/>
                  </a:lnTo>
                  <a:lnTo>
                    <a:pt x="268724" y="35352"/>
                  </a:lnTo>
                  <a:lnTo>
                    <a:pt x="267634" y="34219"/>
                  </a:lnTo>
                  <a:lnTo>
                    <a:pt x="266753" y="33297"/>
                  </a:lnTo>
                  <a:lnTo>
                    <a:pt x="266082" y="32668"/>
                  </a:lnTo>
                  <a:lnTo>
                    <a:pt x="265495" y="32123"/>
                  </a:lnTo>
                  <a:lnTo>
                    <a:pt x="265831" y="31578"/>
                  </a:lnTo>
                  <a:lnTo>
                    <a:pt x="266837" y="30110"/>
                  </a:lnTo>
                  <a:lnTo>
                    <a:pt x="268472" y="27761"/>
                  </a:lnTo>
                  <a:lnTo>
                    <a:pt x="269521" y="26336"/>
                  </a:lnTo>
                  <a:lnTo>
                    <a:pt x="270695" y="24742"/>
                  </a:lnTo>
                  <a:lnTo>
                    <a:pt x="272079" y="22981"/>
                  </a:lnTo>
                  <a:lnTo>
                    <a:pt x="273589" y="21052"/>
                  </a:lnTo>
                  <a:lnTo>
                    <a:pt x="275266" y="19039"/>
                  </a:lnTo>
                  <a:lnTo>
                    <a:pt x="277069" y="16942"/>
                  </a:lnTo>
                  <a:lnTo>
                    <a:pt x="279040" y="14761"/>
                  </a:lnTo>
                  <a:lnTo>
                    <a:pt x="281137" y="12455"/>
                  </a:lnTo>
                  <a:lnTo>
                    <a:pt x="283360" y="10148"/>
                  </a:lnTo>
                  <a:lnTo>
                    <a:pt x="285750" y="7758"/>
                  </a:lnTo>
                  <a:lnTo>
                    <a:pt x="279418" y="6626"/>
                  </a:lnTo>
                  <a:lnTo>
                    <a:pt x="273169" y="5619"/>
                  </a:lnTo>
                  <a:lnTo>
                    <a:pt x="267047" y="4739"/>
                  </a:lnTo>
                  <a:lnTo>
                    <a:pt x="261050" y="3900"/>
                  </a:lnTo>
                  <a:lnTo>
                    <a:pt x="255137" y="3145"/>
                  </a:lnTo>
                  <a:lnTo>
                    <a:pt x="249350" y="2516"/>
                  </a:lnTo>
                  <a:lnTo>
                    <a:pt x="243688" y="1929"/>
                  </a:lnTo>
                  <a:lnTo>
                    <a:pt x="238069" y="1468"/>
                  </a:lnTo>
                  <a:lnTo>
                    <a:pt x="232576" y="1048"/>
                  </a:lnTo>
                  <a:lnTo>
                    <a:pt x="227166" y="713"/>
                  </a:lnTo>
                  <a:lnTo>
                    <a:pt x="221840" y="461"/>
                  </a:lnTo>
                  <a:lnTo>
                    <a:pt x="216640" y="252"/>
                  </a:lnTo>
                  <a:lnTo>
                    <a:pt x="211482" y="84"/>
                  </a:lnTo>
                  <a:lnTo>
                    <a:pt x="206366" y="0"/>
                  </a:lnTo>
                  <a:close/>
                </a:path>
              </a:pathLst>
            </a:custGeom>
            <a:solidFill>
              <a:srgbClr val="7E0029"/>
            </a:solidFill>
            <a:ln>
              <a:noFill/>
            </a:ln>
            <a:effectLst>
              <a:outerShdw blurRad="57150" dist="28575" dir="5400000" algn="bl" rotWithShape="0">
                <a:srgbClr val="000000">
                  <a:alpha val="23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6" name="Google Shape;354;p17">
              <a:extLst>
                <a:ext uri="{FF2B5EF4-FFF2-40B4-BE49-F238E27FC236}">
                  <a16:creationId xmlns:a16="http://schemas.microsoft.com/office/drawing/2014/main" id="{229F8D7C-58F4-358A-74FB-6A11313B4722}"/>
                </a:ext>
              </a:extLst>
            </p:cNvPr>
            <p:cNvGrpSpPr/>
            <p:nvPr/>
          </p:nvGrpSpPr>
          <p:grpSpPr>
            <a:xfrm>
              <a:off x="1923652" y="3662073"/>
              <a:ext cx="5408869" cy="995154"/>
              <a:chOff x="1923646" y="1205218"/>
              <a:chExt cx="5408869" cy="1169943"/>
            </a:xfrm>
          </p:grpSpPr>
          <p:sp>
            <p:nvSpPr>
              <p:cNvPr id="247" name="Google Shape;355;p17">
                <a:extLst>
                  <a:ext uri="{FF2B5EF4-FFF2-40B4-BE49-F238E27FC236}">
                    <a16:creationId xmlns:a16="http://schemas.microsoft.com/office/drawing/2014/main" id="{7733BD1B-CC04-569D-391D-129AD5E3505D}"/>
                  </a:ext>
                </a:extLst>
              </p:cNvPr>
              <p:cNvSpPr/>
              <p:nvPr/>
            </p:nvSpPr>
            <p:spPr>
              <a:xfrm>
                <a:off x="1923646" y="1205218"/>
                <a:ext cx="5408869" cy="1169943"/>
              </a:xfrm>
              <a:custGeom>
                <a:avLst/>
                <a:gdLst/>
                <a:ahLst/>
                <a:cxnLst/>
                <a:rect l="l" t="t" r="r" b="b"/>
                <a:pathLst>
                  <a:path w="278413" h="60221" extrusionOk="0">
                    <a:moveTo>
                      <a:pt x="197183" y="1"/>
                    </a:moveTo>
                    <a:lnTo>
                      <a:pt x="196973" y="43"/>
                    </a:lnTo>
                    <a:lnTo>
                      <a:pt x="196805" y="127"/>
                    </a:lnTo>
                    <a:lnTo>
                      <a:pt x="196721" y="294"/>
                    </a:lnTo>
                    <a:lnTo>
                      <a:pt x="196680" y="504"/>
                    </a:lnTo>
                    <a:lnTo>
                      <a:pt x="196721" y="714"/>
                    </a:lnTo>
                    <a:lnTo>
                      <a:pt x="196805" y="840"/>
                    </a:lnTo>
                    <a:lnTo>
                      <a:pt x="196973" y="965"/>
                    </a:lnTo>
                    <a:lnTo>
                      <a:pt x="197183" y="1007"/>
                    </a:lnTo>
                    <a:lnTo>
                      <a:pt x="200244" y="1007"/>
                    </a:lnTo>
                    <a:lnTo>
                      <a:pt x="200412" y="965"/>
                    </a:lnTo>
                    <a:lnTo>
                      <a:pt x="200580" y="840"/>
                    </a:lnTo>
                    <a:lnTo>
                      <a:pt x="200705" y="672"/>
                    </a:lnTo>
                    <a:lnTo>
                      <a:pt x="200747" y="504"/>
                    </a:lnTo>
                    <a:lnTo>
                      <a:pt x="200705" y="294"/>
                    </a:lnTo>
                    <a:lnTo>
                      <a:pt x="200580" y="127"/>
                    </a:lnTo>
                    <a:lnTo>
                      <a:pt x="200454" y="43"/>
                    </a:lnTo>
                    <a:lnTo>
                      <a:pt x="200244" y="1"/>
                    </a:lnTo>
                    <a:close/>
                    <a:moveTo>
                      <a:pt x="194121" y="1"/>
                    </a:moveTo>
                    <a:lnTo>
                      <a:pt x="191060" y="43"/>
                    </a:lnTo>
                    <a:lnTo>
                      <a:pt x="190892" y="85"/>
                    </a:lnTo>
                    <a:lnTo>
                      <a:pt x="190725" y="211"/>
                    </a:lnTo>
                    <a:lnTo>
                      <a:pt x="190599" y="378"/>
                    </a:lnTo>
                    <a:lnTo>
                      <a:pt x="190557" y="588"/>
                    </a:lnTo>
                    <a:lnTo>
                      <a:pt x="190599" y="756"/>
                    </a:lnTo>
                    <a:lnTo>
                      <a:pt x="190725" y="923"/>
                    </a:lnTo>
                    <a:lnTo>
                      <a:pt x="190892" y="1049"/>
                    </a:lnTo>
                    <a:lnTo>
                      <a:pt x="191102" y="1049"/>
                    </a:lnTo>
                    <a:lnTo>
                      <a:pt x="194121" y="1007"/>
                    </a:lnTo>
                    <a:lnTo>
                      <a:pt x="194331" y="965"/>
                    </a:lnTo>
                    <a:lnTo>
                      <a:pt x="194499" y="882"/>
                    </a:lnTo>
                    <a:lnTo>
                      <a:pt x="194583" y="714"/>
                    </a:lnTo>
                    <a:lnTo>
                      <a:pt x="194625" y="504"/>
                    </a:lnTo>
                    <a:lnTo>
                      <a:pt x="194583" y="294"/>
                    </a:lnTo>
                    <a:lnTo>
                      <a:pt x="194499" y="169"/>
                    </a:lnTo>
                    <a:lnTo>
                      <a:pt x="194331" y="43"/>
                    </a:lnTo>
                    <a:lnTo>
                      <a:pt x="194121" y="1"/>
                    </a:lnTo>
                    <a:close/>
                    <a:moveTo>
                      <a:pt x="203305" y="1"/>
                    </a:moveTo>
                    <a:lnTo>
                      <a:pt x="203096" y="43"/>
                    </a:lnTo>
                    <a:lnTo>
                      <a:pt x="202928" y="169"/>
                    </a:lnTo>
                    <a:lnTo>
                      <a:pt x="202802" y="294"/>
                    </a:lnTo>
                    <a:lnTo>
                      <a:pt x="202760" y="504"/>
                    </a:lnTo>
                    <a:lnTo>
                      <a:pt x="202802" y="714"/>
                    </a:lnTo>
                    <a:lnTo>
                      <a:pt x="202928" y="882"/>
                    </a:lnTo>
                    <a:lnTo>
                      <a:pt x="203096" y="965"/>
                    </a:lnTo>
                    <a:lnTo>
                      <a:pt x="203263" y="1007"/>
                    </a:lnTo>
                    <a:lnTo>
                      <a:pt x="206325" y="1049"/>
                    </a:lnTo>
                    <a:lnTo>
                      <a:pt x="206534" y="1007"/>
                    </a:lnTo>
                    <a:lnTo>
                      <a:pt x="206702" y="923"/>
                    </a:lnTo>
                    <a:lnTo>
                      <a:pt x="206786" y="756"/>
                    </a:lnTo>
                    <a:lnTo>
                      <a:pt x="206828" y="546"/>
                    </a:lnTo>
                    <a:lnTo>
                      <a:pt x="206828" y="378"/>
                    </a:lnTo>
                    <a:lnTo>
                      <a:pt x="206702" y="211"/>
                    </a:lnTo>
                    <a:lnTo>
                      <a:pt x="206534" y="85"/>
                    </a:lnTo>
                    <a:lnTo>
                      <a:pt x="206325" y="43"/>
                    </a:lnTo>
                    <a:lnTo>
                      <a:pt x="203305" y="1"/>
                    </a:lnTo>
                    <a:close/>
                    <a:moveTo>
                      <a:pt x="187999" y="127"/>
                    </a:moveTo>
                    <a:lnTo>
                      <a:pt x="184979" y="211"/>
                    </a:lnTo>
                    <a:lnTo>
                      <a:pt x="184770" y="252"/>
                    </a:lnTo>
                    <a:lnTo>
                      <a:pt x="184602" y="336"/>
                    </a:lnTo>
                    <a:lnTo>
                      <a:pt x="184518" y="504"/>
                    </a:lnTo>
                    <a:lnTo>
                      <a:pt x="184476" y="714"/>
                    </a:lnTo>
                    <a:lnTo>
                      <a:pt x="184518" y="923"/>
                    </a:lnTo>
                    <a:lnTo>
                      <a:pt x="184644" y="1049"/>
                    </a:lnTo>
                    <a:lnTo>
                      <a:pt x="184770" y="1175"/>
                    </a:lnTo>
                    <a:lnTo>
                      <a:pt x="184979" y="1217"/>
                    </a:lnTo>
                    <a:lnTo>
                      <a:pt x="188041" y="1133"/>
                    </a:lnTo>
                    <a:lnTo>
                      <a:pt x="188250" y="1091"/>
                    </a:lnTo>
                    <a:lnTo>
                      <a:pt x="188418" y="965"/>
                    </a:lnTo>
                    <a:lnTo>
                      <a:pt x="188502" y="798"/>
                    </a:lnTo>
                    <a:lnTo>
                      <a:pt x="188544" y="630"/>
                    </a:lnTo>
                    <a:lnTo>
                      <a:pt x="188502" y="420"/>
                    </a:lnTo>
                    <a:lnTo>
                      <a:pt x="188376" y="252"/>
                    </a:lnTo>
                    <a:lnTo>
                      <a:pt x="188209" y="169"/>
                    </a:lnTo>
                    <a:lnTo>
                      <a:pt x="188041" y="127"/>
                    </a:lnTo>
                    <a:close/>
                    <a:moveTo>
                      <a:pt x="209386" y="85"/>
                    </a:moveTo>
                    <a:lnTo>
                      <a:pt x="209176" y="127"/>
                    </a:lnTo>
                    <a:lnTo>
                      <a:pt x="209051" y="252"/>
                    </a:lnTo>
                    <a:lnTo>
                      <a:pt x="208925" y="420"/>
                    </a:lnTo>
                    <a:lnTo>
                      <a:pt x="208883" y="588"/>
                    </a:lnTo>
                    <a:lnTo>
                      <a:pt x="208925" y="798"/>
                    </a:lnTo>
                    <a:lnTo>
                      <a:pt x="209009" y="965"/>
                    </a:lnTo>
                    <a:lnTo>
                      <a:pt x="209176" y="1091"/>
                    </a:lnTo>
                    <a:lnTo>
                      <a:pt x="209386" y="1133"/>
                    </a:lnTo>
                    <a:lnTo>
                      <a:pt x="212405" y="1217"/>
                    </a:lnTo>
                    <a:lnTo>
                      <a:pt x="212447" y="1217"/>
                    </a:lnTo>
                    <a:lnTo>
                      <a:pt x="212615" y="1175"/>
                    </a:lnTo>
                    <a:lnTo>
                      <a:pt x="212783" y="1049"/>
                    </a:lnTo>
                    <a:lnTo>
                      <a:pt x="212909" y="882"/>
                    </a:lnTo>
                    <a:lnTo>
                      <a:pt x="212951" y="714"/>
                    </a:lnTo>
                    <a:lnTo>
                      <a:pt x="212909" y="504"/>
                    </a:lnTo>
                    <a:lnTo>
                      <a:pt x="212825" y="336"/>
                    </a:lnTo>
                    <a:lnTo>
                      <a:pt x="212657" y="211"/>
                    </a:lnTo>
                    <a:lnTo>
                      <a:pt x="212447" y="169"/>
                    </a:lnTo>
                    <a:lnTo>
                      <a:pt x="209386" y="85"/>
                    </a:lnTo>
                    <a:close/>
                    <a:moveTo>
                      <a:pt x="181918" y="294"/>
                    </a:moveTo>
                    <a:lnTo>
                      <a:pt x="178857" y="420"/>
                    </a:lnTo>
                    <a:lnTo>
                      <a:pt x="178647" y="462"/>
                    </a:lnTo>
                    <a:lnTo>
                      <a:pt x="178521" y="588"/>
                    </a:lnTo>
                    <a:lnTo>
                      <a:pt x="178396" y="756"/>
                    </a:lnTo>
                    <a:lnTo>
                      <a:pt x="178354" y="965"/>
                    </a:lnTo>
                    <a:lnTo>
                      <a:pt x="178437" y="1133"/>
                    </a:lnTo>
                    <a:lnTo>
                      <a:pt x="178521" y="1301"/>
                    </a:lnTo>
                    <a:lnTo>
                      <a:pt x="178689" y="1385"/>
                    </a:lnTo>
                    <a:lnTo>
                      <a:pt x="178899" y="1427"/>
                    </a:lnTo>
                    <a:lnTo>
                      <a:pt x="181960" y="1301"/>
                    </a:lnTo>
                    <a:lnTo>
                      <a:pt x="182128" y="1259"/>
                    </a:lnTo>
                    <a:lnTo>
                      <a:pt x="182296" y="1133"/>
                    </a:lnTo>
                    <a:lnTo>
                      <a:pt x="182421" y="965"/>
                    </a:lnTo>
                    <a:lnTo>
                      <a:pt x="182421" y="798"/>
                    </a:lnTo>
                    <a:lnTo>
                      <a:pt x="182379" y="588"/>
                    </a:lnTo>
                    <a:lnTo>
                      <a:pt x="182296" y="420"/>
                    </a:lnTo>
                    <a:lnTo>
                      <a:pt x="182128" y="336"/>
                    </a:lnTo>
                    <a:lnTo>
                      <a:pt x="181918" y="294"/>
                    </a:lnTo>
                    <a:close/>
                    <a:moveTo>
                      <a:pt x="215467" y="294"/>
                    </a:moveTo>
                    <a:lnTo>
                      <a:pt x="215299" y="336"/>
                    </a:lnTo>
                    <a:lnTo>
                      <a:pt x="215131" y="420"/>
                    </a:lnTo>
                    <a:lnTo>
                      <a:pt x="215005" y="588"/>
                    </a:lnTo>
                    <a:lnTo>
                      <a:pt x="214963" y="756"/>
                    </a:lnTo>
                    <a:lnTo>
                      <a:pt x="215005" y="965"/>
                    </a:lnTo>
                    <a:lnTo>
                      <a:pt x="215131" y="1133"/>
                    </a:lnTo>
                    <a:lnTo>
                      <a:pt x="215257" y="1259"/>
                    </a:lnTo>
                    <a:lnTo>
                      <a:pt x="215467" y="1301"/>
                    </a:lnTo>
                    <a:lnTo>
                      <a:pt x="218528" y="1427"/>
                    </a:lnTo>
                    <a:lnTo>
                      <a:pt x="218738" y="1385"/>
                    </a:lnTo>
                    <a:lnTo>
                      <a:pt x="218864" y="1301"/>
                    </a:lnTo>
                    <a:lnTo>
                      <a:pt x="218989" y="1133"/>
                    </a:lnTo>
                    <a:lnTo>
                      <a:pt x="219031" y="923"/>
                    </a:lnTo>
                    <a:lnTo>
                      <a:pt x="218989" y="756"/>
                    </a:lnTo>
                    <a:lnTo>
                      <a:pt x="218905" y="588"/>
                    </a:lnTo>
                    <a:lnTo>
                      <a:pt x="218738" y="462"/>
                    </a:lnTo>
                    <a:lnTo>
                      <a:pt x="218570" y="420"/>
                    </a:lnTo>
                    <a:lnTo>
                      <a:pt x="215509" y="294"/>
                    </a:lnTo>
                    <a:close/>
                    <a:moveTo>
                      <a:pt x="175796" y="546"/>
                    </a:moveTo>
                    <a:lnTo>
                      <a:pt x="172776" y="714"/>
                    </a:lnTo>
                    <a:lnTo>
                      <a:pt x="172566" y="756"/>
                    </a:lnTo>
                    <a:lnTo>
                      <a:pt x="172399" y="882"/>
                    </a:lnTo>
                    <a:lnTo>
                      <a:pt x="172315" y="1049"/>
                    </a:lnTo>
                    <a:lnTo>
                      <a:pt x="172273" y="1259"/>
                    </a:lnTo>
                    <a:lnTo>
                      <a:pt x="172315" y="1427"/>
                    </a:lnTo>
                    <a:lnTo>
                      <a:pt x="172441" y="1594"/>
                    </a:lnTo>
                    <a:lnTo>
                      <a:pt x="172608" y="1678"/>
                    </a:lnTo>
                    <a:lnTo>
                      <a:pt x="172776" y="1720"/>
                    </a:lnTo>
                    <a:lnTo>
                      <a:pt x="172818" y="1720"/>
                    </a:lnTo>
                    <a:lnTo>
                      <a:pt x="175837" y="1552"/>
                    </a:lnTo>
                    <a:lnTo>
                      <a:pt x="176047" y="1511"/>
                    </a:lnTo>
                    <a:lnTo>
                      <a:pt x="176215" y="1385"/>
                    </a:lnTo>
                    <a:lnTo>
                      <a:pt x="176299" y="1217"/>
                    </a:lnTo>
                    <a:lnTo>
                      <a:pt x="176341" y="1049"/>
                    </a:lnTo>
                    <a:lnTo>
                      <a:pt x="176299" y="840"/>
                    </a:lnTo>
                    <a:lnTo>
                      <a:pt x="176173" y="714"/>
                    </a:lnTo>
                    <a:lnTo>
                      <a:pt x="176005" y="588"/>
                    </a:lnTo>
                    <a:lnTo>
                      <a:pt x="175837" y="546"/>
                    </a:lnTo>
                    <a:close/>
                    <a:moveTo>
                      <a:pt x="221589" y="546"/>
                    </a:moveTo>
                    <a:lnTo>
                      <a:pt x="221380" y="588"/>
                    </a:lnTo>
                    <a:lnTo>
                      <a:pt x="221212" y="714"/>
                    </a:lnTo>
                    <a:lnTo>
                      <a:pt x="221128" y="840"/>
                    </a:lnTo>
                    <a:lnTo>
                      <a:pt x="221086" y="1049"/>
                    </a:lnTo>
                    <a:lnTo>
                      <a:pt x="221086" y="1217"/>
                    </a:lnTo>
                    <a:lnTo>
                      <a:pt x="221212" y="1385"/>
                    </a:lnTo>
                    <a:lnTo>
                      <a:pt x="221338" y="1511"/>
                    </a:lnTo>
                    <a:lnTo>
                      <a:pt x="221547" y="1552"/>
                    </a:lnTo>
                    <a:lnTo>
                      <a:pt x="224609" y="1720"/>
                    </a:lnTo>
                    <a:lnTo>
                      <a:pt x="224818" y="1720"/>
                    </a:lnTo>
                    <a:lnTo>
                      <a:pt x="224986" y="1594"/>
                    </a:lnTo>
                    <a:lnTo>
                      <a:pt x="225070" y="1427"/>
                    </a:lnTo>
                    <a:lnTo>
                      <a:pt x="225112" y="1259"/>
                    </a:lnTo>
                    <a:lnTo>
                      <a:pt x="225112" y="1049"/>
                    </a:lnTo>
                    <a:lnTo>
                      <a:pt x="224986" y="882"/>
                    </a:lnTo>
                    <a:lnTo>
                      <a:pt x="224860" y="756"/>
                    </a:lnTo>
                    <a:lnTo>
                      <a:pt x="224651" y="714"/>
                    </a:lnTo>
                    <a:lnTo>
                      <a:pt x="221589" y="546"/>
                    </a:lnTo>
                    <a:close/>
                    <a:moveTo>
                      <a:pt x="169715" y="882"/>
                    </a:moveTo>
                    <a:lnTo>
                      <a:pt x="166654" y="1049"/>
                    </a:lnTo>
                    <a:lnTo>
                      <a:pt x="166486" y="1133"/>
                    </a:lnTo>
                    <a:lnTo>
                      <a:pt x="166318" y="1259"/>
                    </a:lnTo>
                    <a:lnTo>
                      <a:pt x="166234" y="1427"/>
                    </a:lnTo>
                    <a:lnTo>
                      <a:pt x="166192" y="1594"/>
                    </a:lnTo>
                    <a:lnTo>
                      <a:pt x="166234" y="1804"/>
                    </a:lnTo>
                    <a:lnTo>
                      <a:pt x="166360" y="1930"/>
                    </a:lnTo>
                    <a:lnTo>
                      <a:pt x="166486" y="2056"/>
                    </a:lnTo>
                    <a:lnTo>
                      <a:pt x="166695" y="2098"/>
                    </a:lnTo>
                    <a:lnTo>
                      <a:pt x="166737" y="2098"/>
                    </a:lnTo>
                    <a:lnTo>
                      <a:pt x="169757" y="1888"/>
                    </a:lnTo>
                    <a:lnTo>
                      <a:pt x="169966" y="1846"/>
                    </a:lnTo>
                    <a:lnTo>
                      <a:pt x="170134" y="1720"/>
                    </a:lnTo>
                    <a:lnTo>
                      <a:pt x="170218" y="1552"/>
                    </a:lnTo>
                    <a:lnTo>
                      <a:pt x="170260" y="1343"/>
                    </a:lnTo>
                    <a:lnTo>
                      <a:pt x="170218" y="1175"/>
                    </a:lnTo>
                    <a:lnTo>
                      <a:pt x="170092" y="1007"/>
                    </a:lnTo>
                    <a:lnTo>
                      <a:pt x="169925" y="923"/>
                    </a:lnTo>
                    <a:lnTo>
                      <a:pt x="169757" y="882"/>
                    </a:lnTo>
                    <a:close/>
                    <a:moveTo>
                      <a:pt x="227460" y="923"/>
                    </a:moveTo>
                    <a:lnTo>
                      <a:pt x="227335" y="1049"/>
                    </a:lnTo>
                    <a:lnTo>
                      <a:pt x="227209" y="1175"/>
                    </a:lnTo>
                    <a:lnTo>
                      <a:pt x="227167" y="1385"/>
                    </a:lnTo>
                    <a:lnTo>
                      <a:pt x="227167" y="1594"/>
                    </a:lnTo>
                    <a:lnTo>
                      <a:pt x="227293" y="1762"/>
                    </a:lnTo>
                    <a:lnTo>
                      <a:pt x="227460" y="1888"/>
                    </a:lnTo>
                    <a:lnTo>
                      <a:pt x="227628" y="1930"/>
                    </a:lnTo>
                    <a:lnTo>
                      <a:pt x="230689" y="2140"/>
                    </a:lnTo>
                    <a:lnTo>
                      <a:pt x="230731" y="2140"/>
                    </a:lnTo>
                    <a:lnTo>
                      <a:pt x="230899" y="2098"/>
                    </a:lnTo>
                    <a:lnTo>
                      <a:pt x="231067" y="2014"/>
                    </a:lnTo>
                    <a:lnTo>
                      <a:pt x="231151" y="1846"/>
                    </a:lnTo>
                    <a:lnTo>
                      <a:pt x="231235" y="1636"/>
                    </a:lnTo>
                    <a:lnTo>
                      <a:pt x="231193" y="1469"/>
                    </a:lnTo>
                    <a:lnTo>
                      <a:pt x="231109" y="1301"/>
                    </a:lnTo>
                    <a:lnTo>
                      <a:pt x="230941" y="1175"/>
                    </a:lnTo>
                    <a:lnTo>
                      <a:pt x="230731" y="1133"/>
                    </a:lnTo>
                    <a:lnTo>
                      <a:pt x="227712" y="923"/>
                    </a:lnTo>
                    <a:close/>
                    <a:moveTo>
                      <a:pt x="163634" y="1259"/>
                    </a:moveTo>
                    <a:lnTo>
                      <a:pt x="160573" y="1469"/>
                    </a:lnTo>
                    <a:lnTo>
                      <a:pt x="160405" y="1552"/>
                    </a:lnTo>
                    <a:lnTo>
                      <a:pt x="160237" y="1678"/>
                    </a:lnTo>
                    <a:lnTo>
                      <a:pt x="160154" y="1846"/>
                    </a:lnTo>
                    <a:lnTo>
                      <a:pt x="160112" y="2014"/>
                    </a:lnTo>
                    <a:lnTo>
                      <a:pt x="160154" y="2223"/>
                    </a:lnTo>
                    <a:lnTo>
                      <a:pt x="160279" y="2349"/>
                    </a:lnTo>
                    <a:lnTo>
                      <a:pt x="160447" y="2475"/>
                    </a:lnTo>
                    <a:lnTo>
                      <a:pt x="160615" y="2517"/>
                    </a:lnTo>
                    <a:lnTo>
                      <a:pt x="160657" y="2517"/>
                    </a:lnTo>
                    <a:lnTo>
                      <a:pt x="163676" y="2265"/>
                    </a:lnTo>
                    <a:lnTo>
                      <a:pt x="163886" y="2223"/>
                    </a:lnTo>
                    <a:lnTo>
                      <a:pt x="164054" y="2098"/>
                    </a:lnTo>
                    <a:lnTo>
                      <a:pt x="164137" y="1930"/>
                    </a:lnTo>
                    <a:lnTo>
                      <a:pt x="164179" y="1762"/>
                    </a:lnTo>
                    <a:lnTo>
                      <a:pt x="164095" y="1552"/>
                    </a:lnTo>
                    <a:lnTo>
                      <a:pt x="164012" y="1427"/>
                    </a:lnTo>
                    <a:lnTo>
                      <a:pt x="163844" y="1301"/>
                    </a:lnTo>
                    <a:lnTo>
                      <a:pt x="163676" y="1259"/>
                    </a:lnTo>
                    <a:close/>
                    <a:moveTo>
                      <a:pt x="233751" y="1343"/>
                    </a:moveTo>
                    <a:lnTo>
                      <a:pt x="233583" y="1385"/>
                    </a:lnTo>
                    <a:lnTo>
                      <a:pt x="233415" y="1469"/>
                    </a:lnTo>
                    <a:lnTo>
                      <a:pt x="233289" y="1636"/>
                    </a:lnTo>
                    <a:lnTo>
                      <a:pt x="233247" y="1804"/>
                    </a:lnTo>
                    <a:lnTo>
                      <a:pt x="233247" y="2014"/>
                    </a:lnTo>
                    <a:lnTo>
                      <a:pt x="233373" y="2182"/>
                    </a:lnTo>
                    <a:lnTo>
                      <a:pt x="233499" y="2307"/>
                    </a:lnTo>
                    <a:lnTo>
                      <a:pt x="233709" y="2349"/>
                    </a:lnTo>
                    <a:lnTo>
                      <a:pt x="236728" y="2601"/>
                    </a:lnTo>
                    <a:lnTo>
                      <a:pt x="236770" y="2601"/>
                    </a:lnTo>
                    <a:lnTo>
                      <a:pt x="236980" y="2559"/>
                    </a:lnTo>
                    <a:lnTo>
                      <a:pt x="237147" y="2475"/>
                    </a:lnTo>
                    <a:lnTo>
                      <a:pt x="237231" y="2307"/>
                    </a:lnTo>
                    <a:lnTo>
                      <a:pt x="237315" y="2140"/>
                    </a:lnTo>
                    <a:lnTo>
                      <a:pt x="237273" y="1930"/>
                    </a:lnTo>
                    <a:lnTo>
                      <a:pt x="237189" y="1762"/>
                    </a:lnTo>
                    <a:lnTo>
                      <a:pt x="237022" y="1636"/>
                    </a:lnTo>
                    <a:lnTo>
                      <a:pt x="236854" y="1594"/>
                    </a:lnTo>
                    <a:lnTo>
                      <a:pt x="233793" y="1343"/>
                    </a:lnTo>
                    <a:close/>
                    <a:moveTo>
                      <a:pt x="157553" y="1720"/>
                    </a:moveTo>
                    <a:lnTo>
                      <a:pt x="154492" y="1972"/>
                    </a:lnTo>
                    <a:lnTo>
                      <a:pt x="154324" y="2014"/>
                    </a:lnTo>
                    <a:lnTo>
                      <a:pt x="154157" y="2140"/>
                    </a:lnTo>
                    <a:lnTo>
                      <a:pt x="154073" y="2307"/>
                    </a:lnTo>
                    <a:lnTo>
                      <a:pt x="154031" y="2517"/>
                    </a:lnTo>
                    <a:lnTo>
                      <a:pt x="154073" y="2685"/>
                    </a:lnTo>
                    <a:lnTo>
                      <a:pt x="154199" y="2852"/>
                    </a:lnTo>
                    <a:lnTo>
                      <a:pt x="154366" y="2936"/>
                    </a:lnTo>
                    <a:lnTo>
                      <a:pt x="154534" y="2978"/>
                    </a:lnTo>
                    <a:lnTo>
                      <a:pt x="154576" y="2978"/>
                    </a:lnTo>
                    <a:lnTo>
                      <a:pt x="157637" y="2727"/>
                    </a:lnTo>
                    <a:lnTo>
                      <a:pt x="157805" y="2685"/>
                    </a:lnTo>
                    <a:lnTo>
                      <a:pt x="157973" y="2559"/>
                    </a:lnTo>
                    <a:lnTo>
                      <a:pt x="158057" y="2391"/>
                    </a:lnTo>
                    <a:lnTo>
                      <a:pt x="158099" y="2182"/>
                    </a:lnTo>
                    <a:lnTo>
                      <a:pt x="158057" y="2014"/>
                    </a:lnTo>
                    <a:lnTo>
                      <a:pt x="157931" y="1846"/>
                    </a:lnTo>
                    <a:lnTo>
                      <a:pt x="157763" y="1762"/>
                    </a:lnTo>
                    <a:lnTo>
                      <a:pt x="157595" y="1720"/>
                    </a:lnTo>
                    <a:close/>
                    <a:moveTo>
                      <a:pt x="239831" y="1846"/>
                    </a:moveTo>
                    <a:lnTo>
                      <a:pt x="239622" y="1888"/>
                    </a:lnTo>
                    <a:lnTo>
                      <a:pt x="239496" y="1972"/>
                    </a:lnTo>
                    <a:lnTo>
                      <a:pt x="239370" y="2140"/>
                    </a:lnTo>
                    <a:lnTo>
                      <a:pt x="239328" y="2307"/>
                    </a:lnTo>
                    <a:lnTo>
                      <a:pt x="239328" y="2517"/>
                    </a:lnTo>
                    <a:lnTo>
                      <a:pt x="239454" y="2685"/>
                    </a:lnTo>
                    <a:lnTo>
                      <a:pt x="239580" y="2811"/>
                    </a:lnTo>
                    <a:lnTo>
                      <a:pt x="239789" y="2852"/>
                    </a:lnTo>
                    <a:lnTo>
                      <a:pt x="242809" y="3146"/>
                    </a:lnTo>
                    <a:lnTo>
                      <a:pt x="243060" y="3146"/>
                    </a:lnTo>
                    <a:lnTo>
                      <a:pt x="243186" y="3020"/>
                    </a:lnTo>
                    <a:lnTo>
                      <a:pt x="243312" y="2894"/>
                    </a:lnTo>
                    <a:lnTo>
                      <a:pt x="243354" y="2685"/>
                    </a:lnTo>
                    <a:lnTo>
                      <a:pt x="243354" y="2517"/>
                    </a:lnTo>
                    <a:lnTo>
                      <a:pt x="243270" y="2349"/>
                    </a:lnTo>
                    <a:lnTo>
                      <a:pt x="243102" y="2223"/>
                    </a:lnTo>
                    <a:lnTo>
                      <a:pt x="242893" y="2140"/>
                    </a:lnTo>
                    <a:lnTo>
                      <a:pt x="239873" y="1846"/>
                    </a:lnTo>
                    <a:close/>
                    <a:moveTo>
                      <a:pt x="151473" y="2223"/>
                    </a:moveTo>
                    <a:lnTo>
                      <a:pt x="148412" y="2475"/>
                    </a:lnTo>
                    <a:lnTo>
                      <a:pt x="148244" y="2559"/>
                    </a:lnTo>
                    <a:lnTo>
                      <a:pt x="148076" y="2685"/>
                    </a:lnTo>
                    <a:lnTo>
                      <a:pt x="147992" y="2852"/>
                    </a:lnTo>
                    <a:lnTo>
                      <a:pt x="147950" y="3020"/>
                    </a:lnTo>
                    <a:lnTo>
                      <a:pt x="148034" y="3230"/>
                    </a:lnTo>
                    <a:lnTo>
                      <a:pt x="148118" y="3356"/>
                    </a:lnTo>
                    <a:lnTo>
                      <a:pt x="148286" y="3482"/>
                    </a:lnTo>
                    <a:lnTo>
                      <a:pt x="148453" y="3523"/>
                    </a:lnTo>
                    <a:lnTo>
                      <a:pt x="148537" y="3482"/>
                    </a:lnTo>
                    <a:lnTo>
                      <a:pt x="151557" y="3230"/>
                    </a:lnTo>
                    <a:lnTo>
                      <a:pt x="151766" y="3188"/>
                    </a:lnTo>
                    <a:lnTo>
                      <a:pt x="151892" y="3062"/>
                    </a:lnTo>
                    <a:lnTo>
                      <a:pt x="151976" y="2894"/>
                    </a:lnTo>
                    <a:lnTo>
                      <a:pt x="152018" y="2685"/>
                    </a:lnTo>
                    <a:lnTo>
                      <a:pt x="151976" y="2517"/>
                    </a:lnTo>
                    <a:lnTo>
                      <a:pt x="151850" y="2349"/>
                    </a:lnTo>
                    <a:lnTo>
                      <a:pt x="151682" y="2265"/>
                    </a:lnTo>
                    <a:lnTo>
                      <a:pt x="151515" y="2223"/>
                    </a:lnTo>
                    <a:close/>
                    <a:moveTo>
                      <a:pt x="245912" y="2433"/>
                    </a:moveTo>
                    <a:lnTo>
                      <a:pt x="245702" y="2475"/>
                    </a:lnTo>
                    <a:lnTo>
                      <a:pt x="245535" y="2601"/>
                    </a:lnTo>
                    <a:lnTo>
                      <a:pt x="245451" y="2727"/>
                    </a:lnTo>
                    <a:lnTo>
                      <a:pt x="245409" y="2894"/>
                    </a:lnTo>
                    <a:lnTo>
                      <a:pt x="245409" y="3104"/>
                    </a:lnTo>
                    <a:lnTo>
                      <a:pt x="245493" y="3272"/>
                    </a:lnTo>
                    <a:lnTo>
                      <a:pt x="245660" y="3398"/>
                    </a:lnTo>
                    <a:lnTo>
                      <a:pt x="245828" y="3482"/>
                    </a:lnTo>
                    <a:lnTo>
                      <a:pt x="248889" y="3775"/>
                    </a:lnTo>
                    <a:lnTo>
                      <a:pt x="248931" y="3817"/>
                    </a:lnTo>
                    <a:lnTo>
                      <a:pt x="249099" y="3775"/>
                    </a:lnTo>
                    <a:lnTo>
                      <a:pt x="249267" y="3649"/>
                    </a:lnTo>
                    <a:lnTo>
                      <a:pt x="249393" y="3523"/>
                    </a:lnTo>
                    <a:lnTo>
                      <a:pt x="249435" y="3356"/>
                    </a:lnTo>
                    <a:lnTo>
                      <a:pt x="249435" y="3146"/>
                    </a:lnTo>
                    <a:lnTo>
                      <a:pt x="249309" y="2978"/>
                    </a:lnTo>
                    <a:lnTo>
                      <a:pt x="249183" y="2852"/>
                    </a:lnTo>
                    <a:lnTo>
                      <a:pt x="248973" y="2769"/>
                    </a:lnTo>
                    <a:lnTo>
                      <a:pt x="245954" y="2475"/>
                    </a:lnTo>
                    <a:lnTo>
                      <a:pt x="245912" y="2433"/>
                    </a:lnTo>
                    <a:close/>
                    <a:moveTo>
                      <a:pt x="145392" y="2769"/>
                    </a:moveTo>
                    <a:lnTo>
                      <a:pt x="142373" y="3062"/>
                    </a:lnTo>
                    <a:lnTo>
                      <a:pt x="142163" y="3104"/>
                    </a:lnTo>
                    <a:lnTo>
                      <a:pt x="141995" y="3230"/>
                    </a:lnTo>
                    <a:lnTo>
                      <a:pt x="141911" y="3398"/>
                    </a:lnTo>
                    <a:lnTo>
                      <a:pt x="141911" y="3607"/>
                    </a:lnTo>
                    <a:lnTo>
                      <a:pt x="141953" y="3775"/>
                    </a:lnTo>
                    <a:lnTo>
                      <a:pt x="142079" y="3943"/>
                    </a:lnTo>
                    <a:lnTo>
                      <a:pt x="142205" y="4027"/>
                    </a:lnTo>
                    <a:lnTo>
                      <a:pt x="142415" y="4069"/>
                    </a:lnTo>
                    <a:lnTo>
                      <a:pt x="142457" y="4069"/>
                    </a:lnTo>
                    <a:lnTo>
                      <a:pt x="145476" y="3775"/>
                    </a:lnTo>
                    <a:lnTo>
                      <a:pt x="145686" y="3733"/>
                    </a:lnTo>
                    <a:lnTo>
                      <a:pt x="145811" y="3607"/>
                    </a:lnTo>
                    <a:lnTo>
                      <a:pt x="145937" y="3440"/>
                    </a:lnTo>
                    <a:lnTo>
                      <a:pt x="145937" y="3230"/>
                    </a:lnTo>
                    <a:lnTo>
                      <a:pt x="145895" y="3062"/>
                    </a:lnTo>
                    <a:lnTo>
                      <a:pt x="145770" y="2894"/>
                    </a:lnTo>
                    <a:lnTo>
                      <a:pt x="145602" y="2811"/>
                    </a:lnTo>
                    <a:lnTo>
                      <a:pt x="145434" y="2769"/>
                    </a:lnTo>
                    <a:close/>
                    <a:moveTo>
                      <a:pt x="251783" y="3146"/>
                    </a:moveTo>
                    <a:lnTo>
                      <a:pt x="251615" y="3272"/>
                    </a:lnTo>
                    <a:lnTo>
                      <a:pt x="251490" y="3398"/>
                    </a:lnTo>
                    <a:lnTo>
                      <a:pt x="251448" y="3565"/>
                    </a:lnTo>
                    <a:lnTo>
                      <a:pt x="251448" y="3775"/>
                    </a:lnTo>
                    <a:lnTo>
                      <a:pt x="251573" y="3943"/>
                    </a:lnTo>
                    <a:lnTo>
                      <a:pt x="251699" y="4069"/>
                    </a:lnTo>
                    <a:lnTo>
                      <a:pt x="251909" y="4153"/>
                    </a:lnTo>
                    <a:lnTo>
                      <a:pt x="254928" y="4488"/>
                    </a:lnTo>
                    <a:lnTo>
                      <a:pt x="254970" y="4530"/>
                    </a:lnTo>
                    <a:lnTo>
                      <a:pt x="255180" y="4488"/>
                    </a:lnTo>
                    <a:lnTo>
                      <a:pt x="255306" y="4404"/>
                    </a:lnTo>
                    <a:lnTo>
                      <a:pt x="255431" y="4236"/>
                    </a:lnTo>
                    <a:lnTo>
                      <a:pt x="255473" y="4069"/>
                    </a:lnTo>
                    <a:lnTo>
                      <a:pt x="255473" y="3859"/>
                    </a:lnTo>
                    <a:lnTo>
                      <a:pt x="255390" y="3691"/>
                    </a:lnTo>
                    <a:lnTo>
                      <a:pt x="255222" y="3565"/>
                    </a:lnTo>
                    <a:lnTo>
                      <a:pt x="255054" y="3482"/>
                    </a:lnTo>
                    <a:lnTo>
                      <a:pt x="252035" y="3146"/>
                    </a:lnTo>
                    <a:close/>
                    <a:moveTo>
                      <a:pt x="139311" y="3356"/>
                    </a:moveTo>
                    <a:lnTo>
                      <a:pt x="136292" y="3649"/>
                    </a:lnTo>
                    <a:lnTo>
                      <a:pt x="136082" y="3691"/>
                    </a:lnTo>
                    <a:lnTo>
                      <a:pt x="135957" y="3817"/>
                    </a:lnTo>
                    <a:lnTo>
                      <a:pt x="135873" y="4027"/>
                    </a:lnTo>
                    <a:lnTo>
                      <a:pt x="135831" y="4194"/>
                    </a:lnTo>
                    <a:lnTo>
                      <a:pt x="135873" y="4404"/>
                    </a:lnTo>
                    <a:lnTo>
                      <a:pt x="135999" y="4530"/>
                    </a:lnTo>
                    <a:lnTo>
                      <a:pt x="136166" y="4614"/>
                    </a:lnTo>
                    <a:lnTo>
                      <a:pt x="136334" y="4656"/>
                    </a:lnTo>
                    <a:lnTo>
                      <a:pt x="136376" y="4656"/>
                    </a:lnTo>
                    <a:lnTo>
                      <a:pt x="139437" y="4362"/>
                    </a:lnTo>
                    <a:lnTo>
                      <a:pt x="139605" y="4320"/>
                    </a:lnTo>
                    <a:lnTo>
                      <a:pt x="139773" y="4194"/>
                    </a:lnTo>
                    <a:lnTo>
                      <a:pt x="139857" y="4027"/>
                    </a:lnTo>
                    <a:lnTo>
                      <a:pt x="139899" y="3817"/>
                    </a:lnTo>
                    <a:lnTo>
                      <a:pt x="139815" y="3607"/>
                    </a:lnTo>
                    <a:lnTo>
                      <a:pt x="139731" y="3482"/>
                    </a:lnTo>
                    <a:lnTo>
                      <a:pt x="139563" y="3398"/>
                    </a:lnTo>
                    <a:lnTo>
                      <a:pt x="139353" y="3356"/>
                    </a:lnTo>
                    <a:close/>
                    <a:moveTo>
                      <a:pt x="133273" y="3943"/>
                    </a:moveTo>
                    <a:lnTo>
                      <a:pt x="130211" y="4278"/>
                    </a:lnTo>
                    <a:lnTo>
                      <a:pt x="130044" y="4320"/>
                    </a:lnTo>
                    <a:lnTo>
                      <a:pt x="129876" y="4446"/>
                    </a:lnTo>
                    <a:lnTo>
                      <a:pt x="129792" y="4614"/>
                    </a:lnTo>
                    <a:lnTo>
                      <a:pt x="129750" y="4823"/>
                    </a:lnTo>
                    <a:lnTo>
                      <a:pt x="129834" y="5033"/>
                    </a:lnTo>
                    <a:lnTo>
                      <a:pt x="129918" y="5159"/>
                    </a:lnTo>
                    <a:lnTo>
                      <a:pt x="130086" y="5243"/>
                    </a:lnTo>
                    <a:lnTo>
                      <a:pt x="130295" y="5285"/>
                    </a:lnTo>
                    <a:lnTo>
                      <a:pt x="130337" y="5285"/>
                    </a:lnTo>
                    <a:lnTo>
                      <a:pt x="133357" y="4991"/>
                    </a:lnTo>
                    <a:lnTo>
                      <a:pt x="133566" y="4907"/>
                    </a:lnTo>
                    <a:lnTo>
                      <a:pt x="133692" y="4782"/>
                    </a:lnTo>
                    <a:lnTo>
                      <a:pt x="133776" y="4614"/>
                    </a:lnTo>
                    <a:lnTo>
                      <a:pt x="133818" y="4404"/>
                    </a:lnTo>
                    <a:lnTo>
                      <a:pt x="133776" y="4236"/>
                    </a:lnTo>
                    <a:lnTo>
                      <a:pt x="133650" y="4069"/>
                    </a:lnTo>
                    <a:lnTo>
                      <a:pt x="133482" y="3985"/>
                    </a:lnTo>
                    <a:lnTo>
                      <a:pt x="133315" y="3943"/>
                    </a:lnTo>
                    <a:close/>
                    <a:moveTo>
                      <a:pt x="257990" y="3859"/>
                    </a:moveTo>
                    <a:lnTo>
                      <a:pt x="257822" y="3901"/>
                    </a:lnTo>
                    <a:lnTo>
                      <a:pt x="257654" y="3985"/>
                    </a:lnTo>
                    <a:lnTo>
                      <a:pt x="257570" y="4153"/>
                    </a:lnTo>
                    <a:lnTo>
                      <a:pt x="257486" y="4320"/>
                    </a:lnTo>
                    <a:lnTo>
                      <a:pt x="257528" y="4530"/>
                    </a:lnTo>
                    <a:lnTo>
                      <a:pt x="257612" y="4698"/>
                    </a:lnTo>
                    <a:lnTo>
                      <a:pt x="257738" y="4823"/>
                    </a:lnTo>
                    <a:lnTo>
                      <a:pt x="257948" y="4907"/>
                    </a:lnTo>
                    <a:lnTo>
                      <a:pt x="260967" y="5285"/>
                    </a:lnTo>
                    <a:lnTo>
                      <a:pt x="261219" y="5285"/>
                    </a:lnTo>
                    <a:lnTo>
                      <a:pt x="261344" y="5159"/>
                    </a:lnTo>
                    <a:lnTo>
                      <a:pt x="261470" y="5033"/>
                    </a:lnTo>
                    <a:lnTo>
                      <a:pt x="261512" y="4865"/>
                    </a:lnTo>
                    <a:lnTo>
                      <a:pt x="261512" y="4656"/>
                    </a:lnTo>
                    <a:lnTo>
                      <a:pt x="261428" y="4488"/>
                    </a:lnTo>
                    <a:lnTo>
                      <a:pt x="261302" y="4362"/>
                    </a:lnTo>
                    <a:lnTo>
                      <a:pt x="261093" y="4278"/>
                    </a:lnTo>
                    <a:lnTo>
                      <a:pt x="258073" y="3901"/>
                    </a:lnTo>
                    <a:lnTo>
                      <a:pt x="257990" y="3859"/>
                    </a:lnTo>
                    <a:close/>
                    <a:moveTo>
                      <a:pt x="127192" y="4572"/>
                    </a:moveTo>
                    <a:lnTo>
                      <a:pt x="124173" y="4907"/>
                    </a:lnTo>
                    <a:lnTo>
                      <a:pt x="123963" y="4991"/>
                    </a:lnTo>
                    <a:lnTo>
                      <a:pt x="123837" y="5117"/>
                    </a:lnTo>
                    <a:lnTo>
                      <a:pt x="123711" y="5285"/>
                    </a:lnTo>
                    <a:lnTo>
                      <a:pt x="123711" y="5453"/>
                    </a:lnTo>
                    <a:lnTo>
                      <a:pt x="123753" y="5662"/>
                    </a:lnTo>
                    <a:lnTo>
                      <a:pt x="123879" y="5788"/>
                    </a:lnTo>
                    <a:lnTo>
                      <a:pt x="124047" y="5914"/>
                    </a:lnTo>
                    <a:lnTo>
                      <a:pt x="124257" y="5914"/>
                    </a:lnTo>
                    <a:lnTo>
                      <a:pt x="127318" y="5620"/>
                    </a:lnTo>
                    <a:lnTo>
                      <a:pt x="127486" y="5536"/>
                    </a:lnTo>
                    <a:lnTo>
                      <a:pt x="127653" y="5411"/>
                    </a:lnTo>
                    <a:lnTo>
                      <a:pt x="127737" y="5243"/>
                    </a:lnTo>
                    <a:lnTo>
                      <a:pt x="127737" y="5033"/>
                    </a:lnTo>
                    <a:lnTo>
                      <a:pt x="127695" y="4865"/>
                    </a:lnTo>
                    <a:lnTo>
                      <a:pt x="127569" y="4740"/>
                    </a:lnTo>
                    <a:lnTo>
                      <a:pt x="127444" y="4614"/>
                    </a:lnTo>
                    <a:lnTo>
                      <a:pt x="127234" y="4572"/>
                    </a:lnTo>
                    <a:close/>
                    <a:moveTo>
                      <a:pt x="264028" y="4698"/>
                    </a:moveTo>
                    <a:lnTo>
                      <a:pt x="263861" y="4740"/>
                    </a:lnTo>
                    <a:lnTo>
                      <a:pt x="263693" y="4823"/>
                    </a:lnTo>
                    <a:lnTo>
                      <a:pt x="263609" y="4949"/>
                    </a:lnTo>
                    <a:lnTo>
                      <a:pt x="263525" y="5159"/>
                    </a:lnTo>
                    <a:lnTo>
                      <a:pt x="263567" y="5327"/>
                    </a:lnTo>
                    <a:lnTo>
                      <a:pt x="263651" y="5536"/>
                    </a:lnTo>
                    <a:lnTo>
                      <a:pt x="263777" y="5662"/>
                    </a:lnTo>
                    <a:lnTo>
                      <a:pt x="263986" y="5704"/>
                    </a:lnTo>
                    <a:lnTo>
                      <a:pt x="266964" y="6165"/>
                    </a:lnTo>
                    <a:lnTo>
                      <a:pt x="267048" y="6165"/>
                    </a:lnTo>
                    <a:lnTo>
                      <a:pt x="267257" y="6123"/>
                    </a:lnTo>
                    <a:lnTo>
                      <a:pt x="267383" y="6040"/>
                    </a:lnTo>
                    <a:lnTo>
                      <a:pt x="267509" y="5914"/>
                    </a:lnTo>
                    <a:lnTo>
                      <a:pt x="267551" y="5746"/>
                    </a:lnTo>
                    <a:lnTo>
                      <a:pt x="267551" y="5536"/>
                    </a:lnTo>
                    <a:lnTo>
                      <a:pt x="267467" y="5369"/>
                    </a:lnTo>
                    <a:lnTo>
                      <a:pt x="267341" y="5243"/>
                    </a:lnTo>
                    <a:lnTo>
                      <a:pt x="267132" y="5159"/>
                    </a:lnTo>
                    <a:lnTo>
                      <a:pt x="264112" y="4698"/>
                    </a:lnTo>
                    <a:close/>
                    <a:moveTo>
                      <a:pt x="121111" y="5243"/>
                    </a:moveTo>
                    <a:lnTo>
                      <a:pt x="118092" y="5578"/>
                    </a:lnTo>
                    <a:lnTo>
                      <a:pt x="117882" y="5620"/>
                    </a:lnTo>
                    <a:lnTo>
                      <a:pt x="117756" y="5746"/>
                    </a:lnTo>
                    <a:lnTo>
                      <a:pt x="117673" y="5914"/>
                    </a:lnTo>
                    <a:lnTo>
                      <a:pt x="117631" y="6123"/>
                    </a:lnTo>
                    <a:lnTo>
                      <a:pt x="117715" y="6291"/>
                    </a:lnTo>
                    <a:lnTo>
                      <a:pt x="117798" y="6459"/>
                    </a:lnTo>
                    <a:lnTo>
                      <a:pt x="117966" y="6543"/>
                    </a:lnTo>
                    <a:lnTo>
                      <a:pt x="118134" y="6585"/>
                    </a:lnTo>
                    <a:lnTo>
                      <a:pt x="118218" y="6585"/>
                    </a:lnTo>
                    <a:lnTo>
                      <a:pt x="121237" y="6249"/>
                    </a:lnTo>
                    <a:lnTo>
                      <a:pt x="121447" y="6165"/>
                    </a:lnTo>
                    <a:lnTo>
                      <a:pt x="121573" y="6082"/>
                    </a:lnTo>
                    <a:lnTo>
                      <a:pt x="121657" y="5872"/>
                    </a:lnTo>
                    <a:lnTo>
                      <a:pt x="121698" y="5704"/>
                    </a:lnTo>
                    <a:lnTo>
                      <a:pt x="121615" y="5494"/>
                    </a:lnTo>
                    <a:lnTo>
                      <a:pt x="121531" y="5369"/>
                    </a:lnTo>
                    <a:lnTo>
                      <a:pt x="121363" y="5285"/>
                    </a:lnTo>
                    <a:lnTo>
                      <a:pt x="121195" y="5243"/>
                    </a:lnTo>
                    <a:close/>
                    <a:moveTo>
                      <a:pt x="270067" y="5620"/>
                    </a:moveTo>
                    <a:lnTo>
                      <a:pt x="269899" y="5662"/>
                    </a:lnTo>
                    <a:lnTo>
                      <a:pt x="269732" y="5746"/>
                    </a:lnTo>
                    <a:lnTo>
                      <a:pt x="269648" y="5872"/>
                    </a:lnTo>
                    <a:lnTo>
                      <a:pt x="269564" y="6040"/>
                    </a:lnTo>
                    <a:lnTo>
                      <a:pt x="269564" y="6249"/>
                    </a:lnTo>
                    <a:lnTo>
                      <a:pt x="269648" y="6417"/>
                    </a:lnTo>
                    <a:lnTo>
                      <a:pt x="269815" y="6543"/>
                    </a:lnTo>
                    <a:lnTo>
                      <a:pt x="269983" y="6627"/>
                    </a:lnTo>
                    <a:lnTo>
                      <a:pt x="273003" y="7088"/>
                    </a:lnTo>
                    <a:lnTo>
                      <a:pt x="273254" y="7088"/>
                    </a:lnTo>
                    <a:lnTo>
                      <a:pt x="273422" y="7004"/>
                    </a:lnTo>
                    <a:lnTo>
                      <a:pt x="273506" y="6836"/>
                    </a:lnTo>
                    <a:lnTo>
                      <a:pt x="273590" y="6669"/>
                    </a:lnTo>
                    <a:lnTo>
                      <a:pt x="273590" y="6459"/>
                    </a:lnTo>
                    <a:lnTo>
                      <a:pt x="273506" y="6291"/>
                    </a:lnTo>
                    <a:lnTo>
                      <a:pt x="273338" y="6165"/>
                    </a:lnTo>
                    <a:lnTo>
                      <a:pt x="273170" y="6082"/>
                    </a:lnTo>
                    <a:lnTo>
                      <a:pt x="270151" y="5620"/>
                    </a:lnTo>
                    <a:close/>
                    <a:moveTo>
                      <a:pt x="115073" y="5872"/>
                    </a:moveTo>
                    <a:lnTo>
                      <a:pt x="112011" y="6207"/>
                    </a:lnTo>
                    <a:lnTo>
                      <a:pt x="111844" y="6249"/>
                    </a:lnTo>
                    <a:lnTo>
                      <a:pt x="111676" y="6375"/>
                    </a:lnTo>
                    <a:lnTo>
                      <a:pt x="111592" y="6543"/>
                    </a:lnTo>
                    <a:lnTo>
                      <a:pt x="111550" y="6753"/>
                    </a:lnTo>
                    <a:lnTo>
                      <a:pt x="111634" y="6920"/>
                    </a:lnTo>
                    <a:lnTo>
                      <a:pt x="111718" y="7088"/>
                    </a:lnTo>
                    <a:lnTo>
                      <a:pt x="111885" y="7172"/>
                    </a:lnTo>
                    <a:lnTo>
                      <a:pt x="112095" y="7214"/>
                    </a:lnTo>
                    <a:lnTo>
                      <a:pt x="112137" y="7214"/>
                    </a:lnTo>
                    <a:lnTo>
                      <a:pt x="115156" y="6878"/>
                    </a:lnTo>
                    <a:lnTo>
                      <a:pt x="115366" y="6836"/>
                    </a:lnTo>
                    <a:lnTo>
                      <a:pt x="115492" y="6711"/>
                    </a:lnTo>
                    <a:lnTo>
                      <a:pt x="115618" y="6543"/>
                    </a:lnTo>
                    <a:lnTo>
                      <a:pt x="115618" y="6333"/>
                    </a:lnTo>
                    <a:lnTo>
                      <a:pt x="115576" y="6165"/>
                    </a:lnTo>
                    <a:lnTo>
                      <a:pt x="115450" y="5998"/>
                    </a:lnTo>
                    <a:lnTo>
                      <a:pt x="115282" y="5914"/>
                    </a:lnTo>
                    <a:lnTo>
                      <a:pt x="115115" y="5872"/>
                    </a:lnTo>
                    <a:close/>
                    <a:moveTo>
                      <a:pt x="108992" y="6501"/>
                    </a:moveTo>
                    <a:lnTo>
                      <a:pt x="105931" y="6836"/>
                    </a:lnTo>
                    <a:lnTo>
                      <a:pt x="105763" y="6878"/>
                    </a:lnTo>
                    <a:lnTo>
                      <a:pt x="105595" y="7004"/>
                    </a:lnTo>
                    <a:lnTo>
                      <a:pt x="105511" y="7172"/>
                    </a:lnTo>
                    <a:lnTo>
                      <a:pt x="105511" y="7382"/>
                    </a:lnTo>
                    <a:lnTo>
                      <a:pt x="105553" y="7549"/>
                    </a:lnTo>
                    <a:lnTo>
                      <a:pt x="105679" y="7717"/>
                    </a:lnTo>
                    <a:lnTo>
                      <a:pt x="105805" y="7801"/>
                    </a:lnTo>
                    <a:lnTo>
                      <a:pt x="106014" y="7843"/>
                    </a:lnTo>
                    <a:lnTo>
                      <a:pt x="106056" y="7843"/>
                    </a:lnTo>
                    <a:lnTo>
                      <a:pt x="109076" y="7507"/>
                    </a:lnTo>
                    <a:lnTo>
                      <a:pt x="109285" y="7465"/>
                    </a:lnTo>
                    <a:lnTo>
                      <a:pt x="109453" y="7340"/>
                    </a:lnTo>
                    <a:lnTo>
                      <a:pt x="109537" y="7172"/>
                    </a:lnTo>
                    <a:lnTo>
                      <a:pt x="109537" y="6962"/>
                    </a:lnTo>
                    <a:lnTo>
                      <a:pt x="109495" y="6794"/>
                    </a:lnTo>
                    <a:lnTo>
                      <a:pt x="109369" y="6627"/>
                    </a:lnTo>
                    <a:lnTo>
                      <a:pt x="109244" y="6543"/>
                    </a:lnTo>
                    <a:lnTo>
                      <a:pt x="109034" y="6501"/>
                    </a:lnTo>
                    <a:close/>
                    <a:moveTo>
                      <a:pt x="102911" y="7130"/>
                    </a:moveTo>
                    <a:lnTo>
                      <a:pt x="99892" y="7423"/>
                    </a:lnTo>
                    <a:lnTo>
                      <a:pt x="99682" y="7507"/>
                    </a:lnTo>
                    <a:lnTo>
                      <a:pt x="99514" y="7633"/>
                    </a:lnTo>
                    <a:lnTo>
                      <a:pt x="99431" y="7801"/>
                    </a:lnTo>
                    <a:lnTo>
                      <a:pt x="99431" y="7969"/>
                    </a:lnTo>
                    <a:lnTo>
                      <a:pt x="99473" y="8178"/>
                    </a:lnTo>
                    <a:lnTo>
                      <a:pt x="99598" y="8304"/>
                    </a:lnTo>
                    <a:lnTo>
                      <a:pt x="99724" y="8430"/>
                    </a:lnTo>
                    <a:lnTo>
                      <a:pt x="99976" y="8430"/>
                    </a:lnTo>
                    <a:lnTo>
                      <a:pt x="102995" y="8136"/>
                    </a:lnTo>
                    <a:lnTo>
                      <a:pt x="103205" y="8094"/>
                    </a:lnTo>
                    <a:lnTo>
                      <a:pt x="103373" y="7969"/>
                    </a:lnTo>
                    <a:lnTo>
                      <a:pt x="103456" y="7801"/>
                    </a:lnTo>
                    <a:lnTo>
                      <a:pt x="103456" y="7591"/>
                    </a:lnTo>
                    <a:lnTo>
                      <a:pt x="103414" y="7423"/>
                    </a:lnTo>
                    <a:lnTo>
                      <a:pt x="103289" y="7256"/>
                    </a:lnTo>
                    <a:lnTo>
                      <a:pt x="103163" y="7172"/>
                    </a:lnTo>
                    <a:lnTo>
                      <a:pt x="102953" y="7130"/>
                    </a:lnTo>
                    <a:close/>
                    <a:moveTo>
                      <a:pt x="96831" y="7717"/>
                    </a:moveTo>
                    <a:lnTo>
                      <a:pt x="93811" y="8011"/>
                    </a:lnTo>
                    <a:lnTo>
                      <a:pt x="93602" y="8053"/>
                    </a:lnTo>
                    <a:lnTo>
                      <a:pt x="93434" y="8178"/>
                    </a:lnTo>
                    <a:lnTo>
                      <a:pt x="93350" y="8346"/>
                    </a:lnTo>
                    <a:lnTo>
                      <a:pt x="93350" y="8556"/>
                    </a:lnTo>
                    <a:lnTo>
                      <a:pt x="93392" y="8723"/>
                    </a:lnTo>
                    <a:lnTo>
                      <a:pt x="93518" y="8891"/>
                    </a:lnTo>
                    <a:lnTo>
                      <a:pt x="93643" y="8975"/>
                    </a:lnTo>
                    <a:lnTo>
                      <a:pt x="93853" y="9017"/>
                    </a:lnTo>
                    <a:lnTo>
                      <a:pt x="93895" y="9017"/>
                    </a:lnTo>
                    <a:lnTo>
                      <a:pt x="96914" y="8723"/>
                    </a:lnTo>
                    <a:lnTo>
                      <a:pt x="97124" y="8682"/>
                    </a:lnTo>
                    <a:lnTo>
                      <a:pt x="97292" y="8556"/>
                    </a:lnTo>
                    <a:lnTo>
                      <a:pt x="97376" y="8388"/>
                    </a:lnTo>
                    <a:lnTo>
                      <a:pt x="97376" y="8178"/>
                    </a:lnTo>
                    <a:lnTo>
                      <a:pt x="97334" y="8011"/>
                    </a:lnTo>
                    <a:lnTo>
                      <a:pt x="97208" y="7843"/>
                    </a:lnTo>
                    <a:lnTo>
                      <a:pt x="97082" y="7759"/>
                    </a:lnTo>
                    <a:lnTo>
                      <a:pt x="96872" y="7717"/>
                    </a:lnTo>
                    <a:close/>
                    <a:moveTo>
                      <a:pt x="276106" y="6585"/>
                    </a:moveTo>
                    <a:lnTo>
                      <a:pt x="275896" y="6627"/>
                    </a:lnTo>
                    <a:lnTo>
                      <a:pt x="275770" y="6711"/>
                    </a:lnTo>
                    <a:lnTo>
                      <a:pt x="275644" y="6836"/>
                    </a:lnTo>
                    <a:lnTo>
                      <a:pt x="275603" y="7004"/>
                    </a:lnTo>
                    <a:lnTo>
                      <a:pt x="275603" y="7130"/>
                    </a:lnTo>
                    <a:lnTo>
                      <a:pt x="275603" y="7256"/>
                    </a:lnTo>
                    <a:lnTo>
                      <a:pt x="275644" y="7382"/>
                    </a:lnTo>
                    <a:lnTo>
                      <a:pt x="275728" y="7465"/>
                    </a:lnTo>
                    <a:lnTo>
                      <a:pt x="274638" y="8640"/>
                    </a:lnTo>
                    <a:lnTo>
                      <a:pt x="274554" y="8807"/>
                    </a:lnTo>
                    <a:lnTo>
                      <a:pt x="274512" y="9017"/>
                    </a:lnTo>
                    <a:lnTo>
                      <a:pt x="274554" y="9185"/>
                    </a:lnTo>
                    <a:lnTo>
                      <a:pt x="274680" y="9353"/>
                    </a:lnTo>
                    <a:lnTo>
                      <a:pt x="274848" y="9436"/>
                    </a:lnTo>
                    <a:lnTo>
                      <a:pt x="275015" y="9478"/>
                    </a:lnTo>
                    <a:lnTo>
                      <a:pt x="275225" y="9436"/>
                    </a:lnTo>
                    <a:lnTo>
                      <a:pt x="275393" y="9311"/>
                    </a:lnTo>
                    <a:lnTo>
                      <a:pt x="277070" y="7549"/>
                    </a:lnTo>
                    <a:lnTo>
                      <a:pt x="277154" y="7423"/>
                    </a:lnTo>
                    <a:lnTo>
                      <a:pt x="277196" y="7298"/>
                    </a:lnTo>
                    <a:lnTo>
                      <a:pt x="277196" y="7172"/>
                    </a:lnTo>
                    <a:lnTo>
                      <a:pt x="277196" y="7046"/>
                    </a:lnTo>
                    <a:lnTo>
                      <a:pt x="277112" y="6920"/>
                    </a:lnTo>
                    <a:lnTo>
                      <a:pt x="277028" y="6794"/>
                    </a:lnTo>
                    <a:lnTo>
                      <a:pt x="276903" y="6753"/>
                    </a:lnTo>
                    <a:lnTo>
                      <a:pt x="276777" y="6711"/>
                    </a:lnTo>
                    <a:lnTo>
                      <a:pt x="276190" y="6585"/>
                    </a:lnTo>
                    <a:close/>
                    <a:moveTo>
                      <a:pt x="90750" y="8262"/>
                    </a:moveTo>
                    <a:lnTo>
                      <a:pt x="87731" y="8514"/>
                    </a:lnTo>
                    <a:lnTo>
                      <a:pt x="87521" y="8598"/>
                    </a:lnTo>
                    <a:lnTo>
                      <a:pt x="87353" y="8723"/>
                    </a:lnTo>
                    <a:lnTo>
                      <a:pt x="87269" y="8891"/>
                    </a:lnTo>
                    <a:lnTo>
                      <a:pt x="87227" y="9101"/>
                    </a:lnTo>
                    <a:lnTo>
                      <a:pt x="87311" y="9269"/>
                    </a:lnTo>
                    <a:lnTo>
                      <a:pt x="87395" y="9394"/>
                    </a:lnTo>
                    <a:lnTo>
                      <a:pt x="87563" y="9520"/>
                    </a:lnTo>
                    <a:lnTo>
                      <a:pt x="87772" y="9562"/>
                    </a:lnTo>
                    <a:lnTo>
                      <a:pt x="87814" y="9562"/>
                    </a:lnTo>
                    <a:lnTo>
                      <a:pt x="90834" y="9269"/>
                    </a:lnTo>
                    <a:lnTo>
                      <a:pt x="91043" y="9227"/>
                    </a:lnTo>
                    <a:lnTo>
                      <a:pt x="91169" y="9101"/>
                    </a:lnTo>
                    <a:lnTo>
                      <a:pt x="91295" y="8933"/>
                    </a:lnTo>
                    <a:lnTo>
                      <a:pt x="91295" y="8723"/>
                    </a:lnTo>
                    <a:lnTo>
                      <a:pt x="91253" y="8556"/>
                    </a:lnTo>
                    <a:lnTo>
                      <a:pt x="91127" y="8388"/>
                    </a:lnTo>
                    <a:lnTo>
                      <a:pt x="91001" y="8304"/>
                    </a:lnTo>
                    <a:lnTo>
                      <a:pt x="90792" y="8262"/>
                    </a:lnTo>
                    <a:close/>
                    <a:moveTo>
                      <a:pt x="2391" y="8304"/>
                    </a:moveTo>
                    <a:lnTo>
                      <a:pt x="2224" y="8346"/>
                    </a:lnTo>
                    <a:lnTo>
                      <a:pt x="2056" y="8430"/>
                    </a:lnTo>
                    <a:lnTo>
                      <a:pt x="1930" y="8556"/>
                    </a:lnTo>
                    <a:lnTo>
                      <a:pt x="1888" y="8765"/>
                    </a:lnTo>
                    <a:lnTo>
                      <a:pt x="1888" y="8975"/>
                    </a:lnTo>
                    <a:lnTo>
                      <a:pt x="2014" y="9143"/>
                    </a:lnTo>
                    <a:lnTo>
                      <a:pt x="2140" y="9269"/>
                    </a:lnTo>
                    <a:lnTo>
                      <a:pt x="2349" y="9311"/>
                    </a:lnTo>
                    <a:lnTo>
                      <a:pt x="5369" y="9604"/>
                    </a:lnTo>
                    <a:lnTo>
                      <a:pt x="5620" y="9604"/>
                    </a:lnTo>
                    <a:lnTo>
                      <a:pt x="5788" y="9478"/>
                    </a:lnTo>
                    <a:lnTo>
                      <a:pt x="5872" y="9353"/>
                    </a:lnTo>
                    <a:lnTo>
                      <a:pt x="5914" y="9143"/>
                    </a:lnTo>
                    <a:lnTo>
                      <a:pt x="5914" y="8975"/>
                    </a:lnTo>
                    <a:lnTo>
                      <a:pt x="5830" y="8807"/>
                    </a:lnTo>
                    <a:lnTo>
                      <a:pt x="5662" y="8682"/>
                    </a:lnTo>
                    <a:lnTo>
                      <a:pt x="5495" y="8598"/>
                    </a:lnTo>
                    <a:lnTo>
                      <a:pt x="2433" y="8304"/>
                    </a:lnTo>
                    <a:close/>
                    <a:moveTo>
                      <a:pt x="84669" y="8765"/>
                    </a:moveTo>
                    <a:lnTo>
                      <a:pt x="81608" y="9017"/>
                    </a:lnTo>
                    <a:lnTo>
                      <a:pt x="81440" y="9059"/>
                    </a:lnTo>
                    <a:lnTo>
                      <a:pt x="81272" y="9185"/>
                    </a:lnTo>
                    <a:lnTo>
                      <a:pt x="81189" y="9353"/>
                    </a:lnTo>
                    <a:lnTo>
                      <a:pt x="81147" y="9562"/>
                    </a:lnTo>
                    <a:lnTo>
                      <a:pt x="81189" y="9730"/>
                    </a:lnTo>
                    <a:lnTo>
                      <a:pt x="81314" y="9898"/>
                    </a:lnTo>
                    <a:lnTo>
                      <a:pt x="81482" y="9982"/>
                    </a:lnTo>
                    <a:lnTo>
                      <a:pt x="81650" y="10023"/>
                    </a:lnTo>
                    <a:lnTo>
                      <a:pt x="81692" y="10023"/>
                    </a:lnTo>
                    <a:lnTo>
                      <a:pt x="84753" y="9814"/>
                    </a:lnTo>
                    <a:lnTo>
                      <a:pt x="84963" y="9730"/>
                    </a:lnTo>
                    <a:lnTo>
                      <a:pt x="85089" y="9604"/>
                    </a:lnTo>
                    <a:lnTo>
                      <a:pt x="85172" y="9436"/>
                    </a:lnTo>
                    <a:lnTo>
                      <a:pt x="85214" y="9227"/>
                    </a:lnTo>
                    <a:lnTo>
                      <a:pt x="85172" y="9059"/>
                    </a:lnTo>
                    <a:lnTo>
                      <a:pt x="85047" y="8891"/>
                    </a:lnTo>
                    <a:lnTo>
                      <a:pt x="84879" y="8807"/>
                    </a:lnTo>
                    <a:lnTo>
                      <a:pt x="84711" y="8765"/>
                    </a:lnTo>
                    <a:close/>
                    <a:moveTo>
                      <a:pt x="8472" y="8891"/>
                    </a:moveTo>
                    <a:lnTo>
                      <a:pt x="8304" y="8933"/>
                    </a:lnTo>
                    <a:lnTo>
                      <a:pt x="8137" y="9017"/>
                    </a:lnTo>
                    <a:lnTo>
                      <a:pt x="8011" y="9185"/>
                    </a:lnTo>
                    <a:lnTo>
                      <a:pt x="7969" y="9353"/>
                    </a:lnTo>
                    <a:lnTo>
                      <a:pt x="7969" y="9562"/>
                    </a:lnTo>
                    <a:lnTo>
                      <a:pt x="8095" y="9730"/>
                    </a:lnTo>
                    <a:lnTo>
                      <a:pt x="8220" y="9856"/>
                    </a:lnTo>
                    <a:lnTo>
                      <a:pt x="8430" y="9898"/>
                    </a:lnTo>
                    <a:lnTo>
                      <a:pt x="11449" y="10149"/>
                    </a:lnTo>
                    <a:lnTo>
                      <a:pt x="11491" y="10149"/>
                    </a:lnTo>
                    <a:lnTo>
                      <a:pt x="11701" y="10107"/>
                    </a:lnTo>
                    <a:lnTo>
                      <a:pt x="11869" y="10023"/>
                    </a:lnTo>
                    <a:lnTo>
                      <a:pt x="11953" y="9898"/>
                    </a:lnTo>
                    <a:lnTo>
                      <a:pt x="11995" y="9688"/>
                    </a:lnTo>
                    <a:lnTo>
                      <a:pt x="11995" y="9478"/>
                    </a:lnTo>
                    <a:lnTo>
                      <a:pt x="11911" y="9311"/>
                    </a:lnTo>
                    <a:lnTo>
                      <a:pt x="11743" y="9185"/>
                    </a:lnTo>
                    <a:lnTo>
                      <a:pt x="11533" y="9143"/>
                    </a:lnTo>
                    <a:lnTo>
                      <a:pt x="8514" y="8891"/>
                    </a:lnTo>
                    <a:close/>
                    <a:moveTo>
                      <a:pt x="78589" y="9227"/>
                    </a:moveTo>
                    <a:lnTo>
                      <a:pt x="75527" y="9436"/>
                    </a:lnTo>
                    <a:lnTo>
                      <a:pt x="75359" y="9478"/>
                    </a:lnTo>
                    <a:lnTo>
                      <a:pt x="75192" y="9604"/>
                    </a:lnTo>
                    <a:lnTo>
                      <a:pt x="75066" y="9772"/>
                    </a:lnTo>
                    <a:lnTo>
                      <a:pt x="75066" y="9982"/>
                    </a:lnTo>
                    <a:lnTo>
                      <a:pt x="75108" y="10149"/>
                    </a:lnTo>
                    <a:lnTo>
                      <a:pt x="75234" y="10317"/>
                    </a:lnTo>
                    <a:lnTo>
                      <a:pt x="75359" y="10401"/>
                    </a:lnTo>
                    <a:lnTo>
                      <a:pt x="75569" y="10443"/>
                    </a:lnTo>
                    <a:lnTo>
                      <a:pt x="75611" y="10443"/>
                    </a:lnTo>
                    <a:lnTo>
                      <a:pt x="78630" y="10233"/>
                    </a:lnTo>
                    <a:lnTo>
                      <a:pt x="78840" y="10191"/>
                    </a:lnTo>
                    <a:lnTo>
                      <a:pt x="79008" y="10065"/>
                    </a:lnTo>
                    <a:lnTo>
                      <a:pt x="79092" y="9898"/>
                    </a:lnTo>
                    <a:lnTo>
                      <a:pt x="79134" y="9688"/>
                    </a:lnTo>
                    <a:lnTo>
                      <a:pt x="79092" y="9520"/>
                    </a:lnTo>
                    <a:lnTo>
                      <a:pt x="78966" y="9353"/>
                    </a:lnTo>
                    <a:lnTo>
                      <a:pt x="78798" y="9269"/>
                    </a:lnTo>
                    <a:lnTo>
                      <a:pt x="78589" y="9227"/>
                    </a:lnTo>
                    <a:close/>
                    <a:moveTo>
                      <a:pt x="14553" y="9394"/>
                    </a:moveTo>
                    <a:lnTo>
                      <a:pt x="14343" y="9436"/>
                    </a:lnTo>
                    <a:lnTo>
                      <a:pt x="14217" y="9520"/>
                    </a:lnTo>
                    <a:lnTo>
                      <a:pt x="14091" y="9688"/>
                    </a:lnTo>
                    <a:lnTo>
                      <a:pt x="14049" y="9856"/>
                    </a:lnTo>
                    <a:lnTo>
                      <a:pt x="14049" y="10065"/>
                    </a:lnTo>
                    <a:lnTo>
                      <a:pt x="14175" y="10233"/>
                    </a:lnTo>
                    <a:lnTo>
                      <a:pt x="14301" y="10359"/>
                    </a:lnTo>
                    <a:lnTo>
                      <a:pt x="14511" y="10401"/>
                    </a:lnTo>
                    <a:lnTo>
                      <a:pt x="17572" y="10611"/>
                    </a:lnTo>
                    <a:lnTo>
                      <a:pt x="17614" y="10611"/>
                    </a:lnTo>
                    <a:lnTo>
                      <a:pt x="17782" y="10569"/>
                    </a:lnTo>
                    <a:lnTo>
                      <a:pt x="17949" y="10485"/>
                    </a:lnTo>
                    <a:lnTo>
                      <a:pt x="18033" y="10317"/>
                    </a:lnTo>
                    <a:lnTo>
                      <a:pt x="18117" y="10149"/>
                    </a:lnTo>
                    <a:lnTo>
                      <a:pt x="18075" y="9940"/>
                    </a:lnTo>
                    <a:lnTo>
                      <a:pt x="17991" y="9772"/>
                    </a:lnTo>
                    <a:lnTo>
                      <a:pt x="17824" y="9646"/>
                    </a:lnTo>
                    <a:lnTo>
                      <a:pt x="17614" y="9604"/>
                    </a:lnTo>
                    <a:lnTo>
                      <a:pt x="14595" y="9394"/>
                    </a:lnTo>
                    <a:close/>
                    <a:moveTo>
                      <a:pt x="72508" y="9646"/>
                    </a:moveTo>
                    <a:lnTo>
                      <a:pt x="69447" y="9814"/>
                    </a:lnTo>
                    <a:lnTo>
                      <a:pt x="69237" y="9856"/>
                    </a:lnTo>
                    <a:lnTo>
                      <a:pt x="69069" y="9982"/>
                    </a:lnTo>
                    <a:lnTo>
                      <a:pt x="68985" y="10149"/>
                    </a:lnTo>
                    <a:lnTo>
                      <a:pt x="68943" y="10317"/>
                    </a:lnTo>
                    <a:lnTo>
                      <a:pt x="68985" y="10527"/>
                    </a:lnTo>
                    <a:lnTo>
                      <a:pt x="69111" y="10694"/>
                    </a:lnTo>
                    <a:lnTo>
                      <a:pt x="69279" y="10778"/>
                    </a:lnTo>
                    <a:lnTo>
                      <a:pt x="69447" y="10820"/>
                    </a:lnTo>
                    <a:lnTo>
                      <a:pt x="69488" y="10820"/>
                    </a:lnTo>
                    <a:lnTo>
                      <a:pt x="72550" y="10653"/>
                    </a:lnTo>
                    <a:lnTo>
                      <a:pt x="72759" y="10611"/>
                    </a:lnTo>
                    <a:lnTo>
                      <a:pt x="72885" y="10485"/>
                    </a:lnTo>
                    <a:lnTo>
                      <a:pt x="73011" y="10317"/>
                    </a:lnTo>
                    <a:lnTo>
                      <a:pt x="73011" y="10107"/>
                    </a:lnTo>
                    <a:lnTo>
                      <a:pt x="72969" y="9898"/>
                    </a:lnTo>
                    <a:lnTo>
                      <a:pt x="72885" y="9772"/>
                    </a:lnTo>
                    <a:lnTo>
                      <a:pt x="72718" y="9646"/>
                    </a:lnTo>
                    <a:close/>
                    <a:moveTo>
                      <a:pt x="20633" y="9772"/>
                    </a:moveTo>
                    <a:lnTo>
                      <a:pt x="20424" y="9814"/>
                    </a:lnTo>
                    <a:lnTo>
                      <a:pt x="20298" y="9940"/>
                    </a:lnTo>
                    <a:lnTo>
                      <a:pt x="20172" y="10065"/>
                    </a:lnTo>
                    <a:lnTo>
                      <a:pt x="20130" y="10275"/>
                    </a:lnTo>
                    <a:lnTo>
                      <a:pt x="20172" y="10485"/>
                    </a:lnTo>
                    <a:lnTo>
                      <a:pt x="20256" y="10653"/>
                    </a:lnTo>
                    <a:lnTo>
                      <a:pt x="20424" y="10736"/>
                    </a:lnTo>
                    <a:lnTo>
                      <a:pt x="20591" y="10820"/>
                    </a:lnTo>
                    <a:lnTo>
                      <a:pt x="23653" y="10988"/>
                    </a:lnTo>
                    <a:lnTo>
                      <a:pt x="23695" y="10988"/>
                    </a:lnTo>
                    <a:lnTo>
                      <a:pt x="23862" y="10946"/>
                    </a:lnTo>
                    <a:lnTo>
                      <a:pt x="24030" y="10820"/>
                    </a:lnTo>
                    <a:lnTo>
                      <a:pt x="24156" y="10694"/>
                    </a:lnTo>
                    <a:lnTo>
                      <a:pt x="24198" y="10485"/>
                    </a:lnTo>
                    <a:lnTo>
                      <a:pt x="24156" y="10275"/>
                    </a:lnTo>
                    <a:lnTo>
                      <a:pt x="24072" y="10107"/>
                    </a:lnTo>
                    <a:lnTo>
                      <a:pt x="23904" y="10023"/>
                    </a:lnTo>
                    <a:lnTo>
                      <a:pt x="23695" y="9940"/>
                    </a:lnTo>
                    <a:lnTo>
                      <a:pt x="20675" y="9772"/>
                    </a:lnTo>
                    <a:close/>
                    <a:moveTo>
                      <a:pt x="66385" y="9940"/>
                    </a:moveTo>
                    <a:lnTo>
                      <a:pt x="63324" y="10107"/>
                    </a:lnTo>
                    <a:lnTo>
                      <a:pt x="63156" y="10149"/>
                    </a:lnTo>
                    <a:lnTo>
                      <a:pt x="62988" y="10233"/>
                    </a:lnTo>
                    <a:lnTo>
                      <a:pt x="62905" y="10401"/>
                    </a:lnTo>
                    <a:lnTo>
                      <a:pt x="62863" y="10611"/>
                    </a:lnTo>
                    <a:lnTo>
                      <a:pt x="62905" y="10820"/>
                    </a:lnTo>
                    <a:lnTo>
                      <a:pt x="63030" y="10946"/>
                    </a:lnTo>
                    <a:lnTo>
                      <a:pt x="63156" y="11072"/>
                    </a:lnTo>
                    <a:lnTo>
                      <a:pt x="63366" y="11114"/>
                    </a:lnTo>
                    <a:lnTo>
                      <a:pt x="66427" y="10988"/>
                    </a:lnTo>
                    <a:lnTo>
                      <a:pt x="66637" y="10904"/>
                    </a:lnTo>
                    <a:lnTo>
                      <a:pt x="66805" y="10820"/>
                    </a:lnTo>
                    <a:lnTo>
                      <a:pt x="66888" y="10653"/>
                    </a:lnTo>
                    <a:lnTo>
                      <a:pt x="66930" y="10443"/>
                    </a:lnTo>
                    <a:lnTo>
                      <a:pt x="66888" y="10233"/>
                    </a:lnTo>
                    <a:lnTo>
                      <a:pt x="66763" y="10107"/>
                    </a:lnTo>
                    <a:lnTo>
                      <a:pt x="66595" y="9982"/>
                    </a:lnTo>
                    <a:lnTo>
                      <a:pt x="66427" y="9940"/>
                    </a:lnTo>
                    <a:close/>
                    <a:moveTo>
                      <a:pt x="26756" y="10107"/>
                    </a:moveTo>
                    <a:lnTo>
                      <a:pt x="26546" y="10149"/>
                    </a:lnTo>
                    <a:lnTo>
                      <a:pt x="26379" y="10233"/>
                    </a:lnTo>
                    <a:lnTo>
                      <a:pt x="26253" y="10401"/>
                    </a:lnTo>
                    <a:lnTo>
                      <a:pt x="26211" y="10569"/>
                    </a:lnTo>
                    <a:lnTo>
                      <a:pt x="26253" y="10778"/>
                    </a:lnTo>
                    <a:lnTo>
                      <a:pt x="26337" y="10946"/>
                    </a:lnTo>
                    <a:lnTo>
                      <a:pt x="26504" y="11072"/>
                    </a:lnTo>
                    <a:lnTo>
                      <a:pt x="26714" y="11114"/>
                    </a:lnTo>
                    <a:lnTo>
                      <a:pt x="29775" y="11240"/>
                    </a:lnTo>
                    <a:lnTo>
                      <a:pt x="29985" y="11198"/>
                    </a:lnTo>
                    <a:lnTo>
                      <a:pt x="30153" y="11114"/>
                    </a:lnTo>
                    <a:lnTo>
                      <a:pt x="30237" y="10946"/>
                    </a:lnTo>
                    <a:lnTo>
                      <a:pt x="30279" y="10736"/>
                    </a:lnTo>
                    <a:lnTo>
                      <a:pt x="30237" y="10569"/>
                    </a:lnTo>
                    <a:lnTo>
                      <a:pt x="30153" y="10401"/>
                    </a:lnTo>
                    <a:lnTo>
                      <a:pt x="29985" y="10275"/>
                    </a:lnTo>
                    <a:lnTo>
                      <a:pt x="29817" y="10233"/>
                    </a:lnTo>
                    <a:lnTo>
                      <a:pt x="26756" y="10107"/>
                    </a:lnTo>
                    <a:close/>
                    <a:moveTo>
                      <a:pt x="60305" y="10191"/>
                    </a:moveTo>
                    <a:lnTo>
                      <a:pt x="57243" y="10317"/>
                    </a:lnTo>
                    <a:lnTo>
                      <a:pt x="57034" y="10359"/>
                    </a:lnTo>
                    <a:lnTo>
                      <a:pt x="56866" y="10443"/>
                    </a:lnTo>
                    <a:lnTo>
                      <a:pt x="56782" y="10611"/>
                    </a:lnTo>
                    <a:lnTo>
                      <a:pt x="56740" y="10820"/>
                    </a:lnTo>
                    <a:lnTo>
                      <a:pt x="56782" y="11030"/>
                    </a:lnTo>
                    <a:lnTo>
                      <a:pt x="56908" y="11198"/>
                    </a:lnTo>
                    <a:lnTo>
                      <a:pt x="57075" y="11282"/>
                    </a:lnTo>
                    <a:lnTo>
                      <a:pt x="57243" y="11323"/>
                    </a:lnTo>
                    <a:lnTo>
                      <a:pt x="57285" y="11323"/>
                    </a:lnTo>
                    <a:lnTo>
                      <a:pt x="60305" y="11240"/>
                    </a:lnTo>
                    <a:lnTo>
                      <a:pt x="60514" y="11156"/>
                    </a:lnTo>
                    <a:lnTo>
                      <a:pt x="60682" y="11072"/>
                    </a:lnTo>
                    <a:lnTo>
                      <a:pt x="60766" y="10904"/>
                    </a:lnTo>
                    <a:lnTo>
                      <a:pt x="60808" y="10694"/>
                    </a:lnTo>
                    <a:lnTo>
                      <a:pt x="60766" y="10485"/>
                    </a:lnTo>
                    <a:lnTo>
                      <a:pt x="60682" y="10359"/>
                    </a:lnTo>
                    <a:lnTo>
                      <a:pt x="60514" y="10233"/>
                    </a:lnTo>
                    <a:lnTo>
                      <a:pt x="60305" y="10191"/>
                    </a:lnTo>
                    <a:close/>
                    <a:moveTo>
                      <a:pt x="32837" y="10317"/>
                    </a:moveTo>
                    <a:lnTo>
                      <a:pt x="32627" y="10359"/>
                    </a:lnTo>
                    <a:lnTo>
                      <a:pt x="32459" y="10443"/>
                    </a:lnTo>
                    <a:lnTo>
                      <a:pt x="32375" y="10611"/>
                    </a:lnTo>
                    <a:lnTo>
                      <a:pt x="32333" y="10820"/>
                    </a:lnTo>
                    <a:lnTo>
                      <a:pt x="32375" y="11030"/>
                    </a:lnTo>
                    <a:lnTo>
                      <a:pt x="32459" y="11156"/>
                    </a:lnTo>
                    <a:lnTo>
                      <a:pt x="32627" y="11282"/>
                    </a:lnTo>
                    <a:lnTo>
                      <a:pt x="32795" y="11323"/>
                    </a:lnTo>
                    <a:lnTo>
                      <a:pt x="35856" y="11407"/>
                    </a:lnTo>
                    <a:lnTo>
                      <a:pt x="35898" y="11407"/>
                    </a:lnTo>
                    <a:lnTo>
                      <a:pt x="36066" y="11365"/>
                    </a:lnTo>
                    <a:lnTo>
                      <a:pt x="36233" y="11282"/>
                    </a:lnTo>
                    <a:lnTo>
                      <a:pt x="36359" y="11114"/>
                    </a:lnTo>
                    <a:lnTo>
                      <a:pt x="36401" y="10904"/>
                    </a:lnTo>
                    <a:lnTo>
                      <a:pt x="36359" y="10694"/>
                    </a:lnTo>
                    <a:lnTo>
                      <a:pt x="36233" y="10569"/>
                    </a:lnTo>
                    <a:lnTo>
                      <a:pt x="36108" y="10443"/>
                    </a:lnTo>
                    <a:lnTo>
                      <a:pt x="35898" y="10401"/>
                    </a:lnTo>
                    <a:lnTo>
                      <a:pt x="32837" y="10317"/>
                    </a:lnTo>
                    <a:close/>
                    <a:moveTo>
                      <a:pt x="54224" y="10359"/>
                    </a:moveTo>
                    <a:lnTo>
                      <a:pt x="54182" y="10401"/>
                    </a:lnTo>
                    <a:lnTo>
                      <a:pt x="51121" y="10443"/>
                    </a:lnTo>
                    <a:lnTo>
                      <a:pt x="50953" y="10485"/>
                    </a:lnTo>
                    <a:lnTo>
                      <a:pt x="50785" y="10611"/>
                    </a:lnTo>
                    <a:lnTo>
                      <a:pt x="50659" y="10736"/>
                    </a:lnTo>
                    <a:lnTo>
                      <a:pt x="50617" y="10946"/>
                    </a:lnTo>
                    <a:lnTo>
                      <a:pt x="50659" y="11156"/>
                    </a:lnTo>
                    <a:lnTo>
                      <a:pt x="50785" y="11323"/>
                    </a:lnTo>
                    <a:lnTo>
                      <a:pt x="50953" y="11407"/>
                    </a:lnTo>
                    <a:lnTo>
                      <a:pt x="51121" y="11449"/>
                    </a:lnTo>
                    <a:lnTo>
                      <a:pt x="51163" y="11449"/>
                    </a:lnTo>
                    <a:lnTo>
                      <a:pt x="54224" y="11407"/>
                    </a:lnTo>
                    <a:lnTo>
                      <a:pt x="54392" y="11365"/>
                    </a:lnTo>
                    <a:lnTo>
                      <a:pt x="54559" y="11240"/>
                    </a:lnTo>
                    <a:lnTo>
                      <a:pt x="54685" y="11072"/>
                    </a:lnTo>
                    <a:lnTo>
                      <a:pt x="54685" y="10862"/>
                    </a:lnTo>
                    <a:lnTo>
                      <a:pt x="54685" y="10694"/>
                    </a:lnTo>
                    <a:lnTo>
                      <a:pt x="54559" y="10527"/>
                    </a:lnTo>
                    <a:lnTo>
                      <a:pt x="54434" y="10401"/>
                    </a:lnTo>
                    <a:lnTo>
                      <a:pt x="54224" y="10359"/>
                    </a:lnTo>
                    <a:close/>
                    <a:moveTo>
                      <a:pt x="38917" y="10443"/>
                    </a:moveTo>
                    <a:lnTo>
                      <a:pt x="38750" y="10485"/>
                    </a:lnTo>
                    <a:lnTo>
                      <a:pt x="38582" y="10611"/>
                    </a:lnTo>
                    <a:lnTo>
                      <a:pt x="38456" y="10736"/>
                    </a:lnTo>
                    <a:lnTo>
                      <a:pt x="38414" y="10946"/>
                    </a:lnTo>
                    <a:lnTo>
                      <a:pt x="38456" y="11156"/>
                    </a:lnTo>
                    <a:lnTo>
                      <a:pt x="38582" y="11323"/>
                    </a:lnTo>
                    <a:lnTo>
                      <a:pt x="38708" y="11407"/>
                    </a:lnTo>
                    <a:lnTo>
                      <a:pt x="38917" y="11449"/>
                    </a:lnTo>
                    <a:lnTo>
                      <a:pt x="41979" y="11491"/>
                    </a:lnTo>
                    <a:lnTo>
                      <a:pt x="42188" y="11449"/>
                    </a:lnTo>
                    <a:lnTo>
                      <a:pt x="42356" y="11365"/>
                    </a:lnTo>
                    <a:lnTo>
                      <a:pt x="42440" y="11198"/>
                    </a:lnTo>
                    <a:lnTo>
                      <a:pt x="42482" y="10988"/>
                    </a:lnTo>
                    <a:lnTo>
                      <a:pt x="42440" y="10778"/>
                    </a:lnTo>
                    <a:lnTo>
                      <a:pt x="42356" y="10611"/>
                    </a:lnTo>
                    <a:lnTo>
                      <a:pt x="42188" y="10527"/>
                    </a:lnTo>
                    <a:lnTo>
                      <a:pt x="41979" y="10485"/>
                    </a:lnTo>
                    <a:lnTo>
                      <a:pt x="38917" y="10443"/>
                    </a:lnTo>
                    <a:close/>
                    <a:moveTo>
                      <a:pt x="45040" y="10485"/>
                    </a:moveTo>
                    <a:lnTo>
                      <a:pt x="44830" y="10527"/>
                    </a:lnTo>
                    <a:lnTo>
                      <a:pt x="44663" y="10653"/>
                    </a:lnTo>
                    <a:lnTo>
                      <a:pt x="44579" y="10778"/>
                    </a:lnTo>
                    <a:lnTo>
                      <a:pt x="44537" y="10988"/>
                    </a:lnTo>
                    <a:lnTo>
                      <a:pt x="44579" y="11198"/>
                    </a:lnTo>
                    <a:lnTo>
                      <a:pt x="44663" y="11365"/>
                    </a:lnTo>
                    <a:lnTo>
                      <a:pt x="44830" y="11449"/>
                    </a:lnTo>
                    <a:lnTo>
                      <a:pt x="45040" y="11491"/>
                    </a:lnTo>
                    <a:lnTo>
                      <a:pt x="48101" y="11491"/>
                    </a:lnTo>
                    <a:lnTo>
                      <a:pt x="48269" y="11449"/>
                    </a:lnTo>
                    <a:lnTo>
                      <a:pt x="48437" y="11323"/>
                    </a:lnTo>
                    <a:lnTo>
                      <a:pt x="48563" y="11198"/>
                    </a:lnTo>
                    <a:lnTo>
                      <a:pt x="48604" y="10988"/>
                    </a:lnTo>
                    <a:lnTo>
                      <a:pt x="48563" y="10778"/>
                    </a:lnTo>
                    <a:lnTo>
                      <a:pt x="48437" y="10611"/>
                    </a:lnTo>
                    <a:lnTo>
                      <a:pt x="48269" y="10527"/>
                    </a:lnTo>
                    <a:lnTo>
                      <a:pt x="48101" y="10485"/>
                    </a:lnTo>
                    <a:close/>
                    <a:moveTo>
                      <a:pt x="504" y="9269"/>
                    </a:moveTo>
                    <a:lnTo>
                      <a:pt x="336" y="9311"/>
                    </a:lnTo>
                    <a:lnTo>
                      <a:pt x="169" y="9436"/>
                    </a:lnTo>
                    <a:lnTo>
                      <a:pt x="43" y="9604"/>
                    </a:lnTo>
                    <a:lnTo>
                      <a:pt x="1" y="9772"/>
                    </a:lnTo>
                    <a:lnTo>
                      <a:pt x="1" y="12833"/>
                    </a:lnTo>
                    <a:lnTo>
                      <a:pt x="43" y="13043"/>
                    </a:lnTo>
                    <a:lnTo>
                      <a:pt x="169" y="13211"/>
                    </a:lnTo>
                    <a:lnTo>
                      <a:pt x="336" y="13294"/>
                    </a:lnTo>
                    <a:lnTo>
                      <a:pt x="504" y="13336"/>
                    </a:lnTo>
                    <a:lnTo>
                      <a:pt x="714" y="13294"/>
                    </a:lnTo>
                    <a:lnTo>
                      <a:pt x="882" y="13211"/>
                    </a:lnTo>
                    <a:lnTo>
                      <a:pt x="1007" y="13043"/>
                    </a:lnTo>
                    <a:lnTo>
                      <a:pt x="1049" y="12833"/>
                    </a:lnTo>
                    <a:lnTo>
                      <a:pt x="1049" y="9772"/>
                    </a:lnTo>
                    <a:lnTo>
                      <a:pt x="1007" y="9604"/>
                    </a:lnTo>
                    <a:lnTo>
                      <a:pt x="882" y="9436"/>
                    </a:lnTo>
                    <a:lnTo>
                      <a:pt x="714" y="9311"/>
                    </a:lnTo>
                    <a:lnTo>
                      <a:pt x="504" y="9269"/>
                    </a:lnTo>
                    <a:close/>
                    <a:moveTo>
                      <a:pt x="272961" y="10736"/>
                    </a:moveTo>
                    <a:lnTo>
                      <a:pt x="272751" y="10778"/>
                    </a:lnTo>
                    <a:lnTo>
                      <a:pt x="272583" y="10904"/>
                    </a:lnTo>
                    <a:lnTo>
                      <a:pt x="270570" y="13211"/>
                    </a:lnTo>
                    <a:lnTo>
                      <a:pt x="270486" y="13378"/>
                    </a:lnTo>
                    <a:lnTo>
                      <a:pt x="270444" y="13588"/>
                    </a:lnTo>
                    <a:lnTo>
                      <a:pt x="270528" y="13756"/>
                    </a:lnTo>
                    <a:lnTo>
                      <a:pt x="270654" y="13924"/>
                    </a:lnTo>
                    <a:lnTo>
                      <a:pt x="270780" y="14007"/>
                    </a:lnTo>
                    <a:lnTo>
                      <a:pt x="270948" y="14049"/>
                    </a:lnTo>
                    <a:lnTo>
                      <a:pt x="271157" y="14007"/>
                    </a:lnTo>
                    <a:lnTo>
                      <a:pt x="271283" y="13965"/>
                    </a:lnTo>
                    <a:lnTo>
                      <a:pt x="271367" y="13882"/>
                    </a:lnTo>
                    <a:lnTo>
                      <a:pt x="273338" y="11575"/>
                    </a:lnTo>
                    <a:lnTo>
                      <a:pt x="273464" y="11407"/>
                    </a:lnTo>
                    <a:lnTo>
                      <a:pt x="273464" y="11198"/>
                    </a:lnTo>
                    <a:lnTo>
                      <a:pt x="273422" y="11030"/>
                    </a:lnTo>
                    <a:lnTo>
                      <a:pt x="273296" y="10862"/>
                    </a:lnTo>
                    <a:lnTo>
                      <a:pt x="273170" y="10778"/>
                    </a:lnTo>
                    <a:lnTo>
                      <a:pt x="272961" y="10736"/>
                    </a:lnTo>
                    <a:close/>
                    <a:moveTo>
                      <a:pt x="269019" y="15349"/>
                    </a:moveTo>
                    <a:lnTo>
                      <a:pt x="268809" y="15433"/>
                    </a:lnTo>
                    <a:lnTo>
                      <a:pt x="268683" y="15475"/>
                    </a:lnTo>
                    <a:lnTo>
                      <a:pt x="268599" y="15559"/>
                    </a:lnTo>
                    <a:lnTo>
                      <a:pt x="266712" y="17949"/>
                    </a:lnTo>
                    <a:lnTo>
                      <a:pt x="266586" y="18117"/>
                    </a:lnTo>
                    <a:lnTo>
                      <a:pt x="266586" y="18327"/>
                    </a:lnTo>
                    <a:lnTo>
                      <a:pt x="266628" y="18494"/>
                    </a:lnTo>
                    <a:lnTo>
                      <a:pt x="266796" y="18662"/>
                    </a:lnTo>
                    <a:lnTo>
                      <a:pt x="266922" y="18746"/>
                    </a:lnTo>
                    <a:lnTo>
                      <a:pt x="267090" y="18746"/>
                    </a:lnTo>
                    <a:lnTo>
                      <a:pt x="267299" y="18704"/>
                    </a:lnTo>
                    <a:lnTo>
                      <a:pt x="267425" y="18662"/>
                    </a:lnTo>
                    <a:lnTo>
                      <a:pt x="267509" y="18578"/>
                    </a:lnTo>
                    <a:lnTo>
                      <a:pt x="269396" y="16188"/>
                    </a:lnTo>
                    <a:lnTo>
                      <a:pt x="269480" y="16020"/>
                    </a:lnTo>
                    <a:lnTo>
                      <a:pt x="269522" y="15811"/>
                    </a:lnTo>
                    <a:lnTo>
                      <a:pt x="269438" y="15643"/>
                    </a:lnTo>
                    <a:lnTo>
                      <a:pt x="269312" y="15475"/>
                    </a:lnTo>
                    <a:lnTo>
                      <a:pt x="269186" y="15391"/>
                    </a:lnTo>
                    <a:lnTo>
                      <a:pt x="269019" y="15349"/>
                    </a:lnTo>
                    <a:close/>
                    <a:moveTo>
                      <a:pt x="504" y="15391"/>
                    </a:moveTo>
                    <a:lnTo>
                      <a:pt x="336" y="15433"/>
                    </a:lnTo>
                    <a:lnTo>
                      <a:pt x="169" y="15517"/>
                    </a:lnTo>
                    <a:lnTo>
                      <a:pt x="43" y="15685"/>
                    </a:lnTo>
                    <a:lnTo>
                      <a:pt x="1" y="15894"/>
                    </a:lnTo>
                    <a:lnTo>
                      <a:pt x="1" y="18956"/>
                    </a:lnTo>
                    <a:lnTo>
                      <a:pt x="43" y="19124"/>
                    </a:lnTo>
                    <a:lnTo>
                      <a:pt x="169" y="19291"/>
                    </a:lnTo>
                    <a:lnTo>
                      <a:pt x="336" y="19417"/>
                    </a:lnTo>
                    <a:lnTo>
                      <a:pt x="504" y="19459"/>
                    </a:lnTo>
                    <a:lnTo>
                      <a:pt x="714" y="19417"/>
                    </a:lnTo>
                    <a:lnTo>
                      <a:pt x="882" y="19291"/>
                    </a:lnTo>
                    <a:lnTo>
                      <a:pt x="1007" y="19124"/>
                    </a:lnTo>
                    <a:lnTo>
                      <a:pt x="1049" y="18956"/>
                    </a:lnTo>
                    <a:lnTo>
                      <a:pt x="1049" y="15894"/>
                    </a:lnTo>
                    <a:lnTo>
                      <a:pt x="1007" y="15685"/>
                    </a:lnTo>
                    <a:lnTo>
                      <a:pt x="882" y="15517"/>
                    </a:lnTo>
                    <a:lnTo>
                      <a:pt x="714" y="15433"/>
                    </a:lnTo>
                    <a:lnTo>
                      <a:pt x="504" y="15391"/>
                    </a:lnTo>
                    <a:close/>
                    <a:moveTo>
                      <a:pt x="265119" y="20172"/>
                    </a:moveTo>
                    <a:lnTo>
                      <a:pt x="264993" y="20214"/>
                    </a:lnTo>
                    <a:lnTo>
                      <a:pt x="264909" y="20256"/>
                    </a:lnTo>
                    <a:lnTo>
                      <a:pt x="264825" y="20340"/>
                    </a:lnTo>
                    <a:lnTo>
                      <a:pt x="262980" y="22814"/>
                    </a:lnTo>
                    <a:lnTo>
                      <a:pt x="262896" y="23024"/>
                    </a:lnTo>
                    <a:lnTo>
                      <a:pt x="262896" y="23191"/>
                    </a:lnTo>
                    <a:lnTo>
                      <a:pt x="262980" y="23401"/>
                    </a:lnTo>
                    <a:lnTo>
                      <a:pt x="263106" y="23527"/>
                    </a:lnTo>
                    <a:lnTo>
                      <a:pt x="263273" y="23611"/>
                    </a:lnTo>
                    <a:lnTo>
                      <a:pt x="263525" y="23611"/>
                    </a:lnTo>
                    <a:lnTo>
                      <a:pt x="263651" y="23569"/>
                    </a:lnTo>
                    <a:lnTo>
                      <a:pt x="263735" y="23527"/>
                    </a:lnTo>
                    <a:lnTo>
                      <a:pt x="263819" y="23401"/>
                    </a:lnTo>
                    <a:lnTo>
                      <a:pt x="265622" y="20969"/>
                    </a:lnTo>
                    <a:lnTo>
                      <a:pt x="265706" y="20801"/>
                    </a:lnTo>
                    <a:lnTo>
                      <a:pt x="265706" y="20591"/>
                    </a:lnTo>
                    <a:lnTo>
                      <a:pt x="265664" y="20424"/>
                    </a:lnTo>
                    <a:lnTo>
                      <a:pt x="265538" y="20256"/>
                    </a:lnTo>
                    <a:lnTo>
                      <a:pt x="265370" y="20172"/>
                    </a:lnTo>
                    <a:close/>
                    <a:moveTo>
                      <a:pt x="504" y="21472"/>
                    </a:moveTo>
                    <a:lnTo>
                      <a:pt x="336" y="21514"/>
                    </a:lnTo>
                    <a:lnTo>
                      <a:pt x="169" y="21640"/>
                    </a:lnTo>
                    <a:lnTo>
                      <a:pt x="43" y="21807"/>
                    </a:lnTo>
                    <a:lnTo>
                      <a:pt x="1" y="21975"/>
                    </a:lnTo>
                    <a:lnTo>
                      <a:pt x="1" y="25036"/>
                    </a:lnTo>
                    <a:lnTo>
                      <a:pt x="43" y="25246"/>
                    </a:lnTo>
                    <a:lnTo>
                      <a:pt x="169" y="25414"/>
                    </a:lnTo>
                    <a:lnTo>
                      <a:pt x="336" y="25498"/>
                    </a:lnTo>
                    <a:lnTo>
                      <a:pt x="504" y="25540"/>
                    </a:lnTo>
                    <a:lnTo>
                      <a:pt x="714" y="25498"/>
                    </a:lnTo>
                    <a:lnTo>
                      <a:pt x="882" y="25414"/>
                    </a:lnTo>
                    <a:lnTo>
                      <a:pt x="1007" y="25246"/>
                    </a:lnTo>
                    <a:lnTo>
                      <a:pt x="1049" y="25036"/>
                    </a:lnTo>
                    <a:lnTo>
                      <a:pt x="1049" y="21975"/>
                    </a:lnTo>
                    <a:lnTo>
                      <a:pt x="1007" y="21807"/>
                    </a:lnTo>
                    <a:lnTo>
                      <a:pt x="882" y="21640"/>
                    </a:lnTo>
                    <a:lnTo>
                      <a:pt x="714" y="21514"/>
                    </a:lnTo>
                    <a:lnTo>
                      <a:pt x="504" y="21472"/>
                    </a:lnTo>
                    <a:close/>
                    <a:moveTo>
                      <a:pt x="261512" y="25120"/>
                    </a:moveTo>
                    <a:lnTo>
                      <a:pt x="261428" y="25162"/>
                    </a:lnTo>
                    <a:lnTo>
                      <a:pt x="261302" y="25246"/>
                    </a:lnTo>
                    <a:lnTo>
                      <a:pt x="261219" y="25330"/>
                    </a:lnTo>
                    <a:lnTo>
                      <a:pt x="260128" y="26965"/>
                    </a:lnTo>
                    <a:lnTo>
                      <a:pt x="259667" y="27678"/>
                    </a:lnTo>
                    <a:lnTo>
                      <a:pt x="259541" y="27888"/>
                    </a:lnTo>
                    <a:lnTo>
                      <a:pt x="259457" y="28098"/>
                    </a:lnTo>
                    <a:lnTo>
                      <a:pt x="259499" y="28307"/>
                    </a:lnTo>
                    <a:lnTo>
                      <a:pt x="259583" y="28475"/>
                    </a:lnTo>
                    <a:lnTo>
                      <a:pt x="259709" y="28601"/>
                    </a:lnTo>
                    <a:lnTo>
                      <a:pt x="259835" y="28643"/>
                    </a:lnTo>
                    <a:lnTo>
                      <a:pt x="259961" y="28685"/>
                    </a:lnTo>
                    <a:lnTo>
                      <a:pt x="260086" y="28685"/>
                    </a:lnTo>
                    <a:lnTo>
                      <a:pt x="260212" y="28601"/>
                    </a:lnTo>
                    <a:lnTo>
                      <a:pt x="260338" y="28559"/>
                    </a:lnTo>
                    <a:lnTo>
                      <a:pt x="260422" y="28433"/>
                    </a:lnTo>
                    <a:lnTo>
                      <a:pt x="260548" y="28224"/>
                    </a:lnTo>
                    <a:lnTo>
                      <a:pt x="261009" y="27511"/>
                    </a:lnTo>
                    <a:lnTo>
                      <a:pt x="262057" y="25917"/>
                    </a:lnTo>
                    <a:lnTo>
                      <a:pt x="262141" y="25707"/>
                    </a:lnTo>
                    <a:lnTo>
                      <a:pt x="262141" y="25540"/>
                    </a:lnTo>
                    <a:lnTo>
                      <a:pt x="262099" y="25330"/>
                    </a:lnTo>
                    <a:lnTo>
                      <a:pt x="261932" y="25204"/>
                    </a:lnTo>
                    <a:lnTo>
                      <a:pt x="261806" y="25120"/>
                    </a:lnTo>
                    <a:close/>
                    <a:moveTo>
                      <a:pt x="504" y="27595"/>
                    </a:moveTo>
                    <a:lnTo>
                      <a:pt x="336" y="27636"/>
                    </a:lnTo>
                    <a:lnTo>
                      <a:pt x="169" y="27720"/>
                    </a:lnTo>
                    <a:lnTo>
                      <a:pt x="43" y="27888"/>
                    </a:lnTo>
                    <a:lnTo>
                      <a:pt x="1" y="28098"/>
                    </a:lnTo>
                    <a:lnTo>
                      <a:pt x="1" y="31159"/>
                    </a:lnTo>
                    <a:lnTo>
                      <a:pt x="43" y="31327"/>
                    </a:lnTo>
                    <a:lnTo>
                      <a:pt x="169" y="31495"/>
                    </a:lnTo>
                    <a:lnTo>
                      <a:pt x="336" y="31620"/>
                    </a:lnTo>
                    <a:lnTo>
                      <a:pt x="504" y="31662"/>
                    </a:lnTo>
                    <a:lnTo>
                      <a:pt x="714" y="31620"/>
                    </a:lnTo>
                    <a:lnTo>
                      <a:pt x="882" y="31495"/>
                    </a:lnTo>
                    <a:lnTo>
                      <a:pt x="1007" y="31327"/>
                    </a:lnTo>
                    <a:lnTo>
                      <a:pt x="1049" y="31159"/>
                    </a:lnTo>
                    <a:lnTo>
                      <a:pt x="1049" y="28098"/>
                    </a:lnTo>
                    <a:lnTo>
                      <a:pt x="1007" y="27888"/>
                    </a:lnTo>
                    <a:lnTo>
                      <a:pt x="882" y="27720"/>
                    </a:lnTo>
                    <a:lnTo>
                      <a:pt x="714" y="27636"/>
                    </a:lnTo>
                    <a:lnTo>
                      <a:pt x="504" y="27595"/>
                    </a:lnTo>
                    <a:close/>
                    <a:moveTo>
                      <a:pt x="259331" y="30111"/>
                    </a:moveTo>
                    <a:lnTo>
                      <a:pt x="259122" y="30153"/>
                    </a:lnTo>
                    <a:lnTo>
                      <a:pt x="258954" y="30278"/>
                    </a:lnTo>
                    <a:lnTo>
                      <a:pt x="258828" y="30488"/>
                    </a:lnTo>
                    <a:lnTo>
                      <a:pt x="258828" y="30656"/>
                    </a:lnTo>
                    <a:lnTo>
                      <a:pt x="258870" y="30865"/>
                    </a:lnTo>
                    <a:lnTo>
                      <a:pt x="258996" y="30991"/>
                    </a:lnTo>
                    <a:lnTo>
                      <a:pt x="260338" y="32207"/>
                    </a:lnTo>
                    <a:lnTo>
                      <a:pt x="261219" y="33046"/>
                    </a:lnTo>
                    <a:lnTo>
                      <a:pt x="261386" y="33172"/>
                    </a:lnTo>
                    <a:lnTo>
                      <a:pt x="261596" y="33214"/>
                    </a:lnTo>
                    <a:lnTo>
                      <a:pt x="261764" y="33172"/>
                    </a:lnTo>
                    <a:lnTo>
                      <a:pt x="261932" y="33046"/>
                    </a:lnTo>
                    <a:lnTo>
                      <a:pt x="262057" y="32878"/>
                    </a:lnTo>
                    <a:lnTo>
                      <a:pt x="262099" y="32669"/>
                    </a:lnTo>
                    <a:lnTo>
                      <a:pt x="262057" y="32501"/>
                    </a:lnTo>
                    <a:lnTo>
                      <a:pt x="261932" y="32333"/>
                    </a:lnTo>
                    <a:lnTo>
                      <a:pt x="261009" y="31453"/>
                    </a:lnTo>
                    <a:lnTo>
                      <a:pt x="259667" y="30236"/>
                    </a:lnTo>
                    <a:lnTo>
                      <a:pt x="259499" y="30153"/>
                    </a:lnTo>
                    <a:lnTo>
                      <a:pt x="259331" y="30111"/>
                    </a:lnTo>
                    <a:close/>
                    <a:moveTo>
                      <a:pt x="263693" y="34388"/>
                    </a:moveTo>
                    <a:lnTo>
                      <a:pt x="263525" y="34430"/>
                    </a:lnTo>
                    <a:lnTo>
                      <a:pt x="263357" y="34514"/>
                    </a:lnTo>
                    <a:lnTo>
                      <a:pt x="263232" y="34682"/>
                    </a:lnTo>
                    <a:lnTo>
                      <a:pt x="263190" y="34849"/>
                    </a:lnTo>
                    <a:lnTo>
                      <a:pt x="263232" y="35059"/>
                    </a:lnTo>
                    <a:lnTo>
                      <a:pt x="263315" y="35227"/>
                    </a:lnTo>
                    <a:lnTo>
                      <a:pt x="264322" y="36359"/>
                    </a:lnTo>
                    <a:lnTo>
                      <a:pt x="265328" y="37491"/>
                    </a:lnTo>
                    <a:lnTo>
                      <a:pt x="265412" y="37575"/>
                    </a:lnTo>
                    <a:lnTo>
                      <a:pt x="265538" y="37617"/>
                    </a:lnTo>
                    <a:lnTo>
                      <a:pt x="265748" y="37659"/>
                    </a:lnTo>
                    <a:lnTo>
                      <a:pt x="265915" y="37659"/>
                    </a:lnTo>
                    <a:lnTo>
                      <a:pt x="266041" y="37575"/>
                    </a:lnTo>
                    <a:lnTo>
                      <a:pt x="266167" y="37407"/>
                    </a:lnTo>
                    <a:lnTo>
                      <a:pt x="266251" y="37198"/>
                    </a:lnTo>
                    <a:lnTo>
                      <a:pt x="266209" y="37030"/>
                    </a:lnTo>
                    <a:lnTo>
                      <a:pt x="266125" y="36820"/>
                    </a:lnTo>
                    <a:lnTo>
                      <a:pt x="265077" y="35688"/>
                    </a:lnTo>
                    <a:lnTo>
                      <a:pt x="264070" y="34556"/>
                    </a:lnTo>
                    <a:lnTo>
                      <a:pt x="263902" y="34430"/>
                    </a:lnTo>
                    <a:lnTo>
                      <a:pt x="263693" y="34388"/>
                    </a:lnTo>
                    <a:close/>
                    <a:moveTo>
                      <a:pt x="504" y="33675"/>
                    </a:moveTo>
                    <a:lnTo>
                      <a:pt x="336" y="33717"/>
                    </a:lnTo>
                    <a:lnTo>
                      <a:pt x="169" y="33843"/>
                    </a:lnTo>
                    <a:lnTo>
                      <a:pt x="43" y="34011"/>
                    </a:lnTo>
                    <a:lnTo>
                      <a:pt x="1" y="34178"/>
                    </a:lnTo>
                    <a:lnTo>
                      <a:pt x="1" y="37240"/>
                    </a:lnTo>
                    <a:lnTo>
                      <a:pt x="43" y="37449"/>
                    </a:lnTo>
                    <a:lnTo>
                      <a:pt x="169" y="37617"/>
                    </a:lnTo>
                    <a:lnTo>
                      <a:pt x="336" y="37701"/>
                    </a:lnTo>
                    <a:lnTo>
                      <a:pt x="504" y="37743"/>
                    </a:lnTo>
                    <a:lnTo>
                      <a:pt x="714" y="37701"/>
                    </a:lnTo>
                    <a:lnTo>
                      <a:pt x="882" y="37617"/>
                    </a:lnTo>
                    <a:lnTo>
                      <a:pt x="1007" y="37449"/>
                    </a:lnTo>
                    <a:lnTo>
                      <a:pt x="1049" y="37240"/>
                    </a:lnTo>
                    <a:lnTo>
                      <a:pt x="1049" y="34178"/>
                    </a:lnTo>
                    <a:lnTo>
                      <a:pt x="1007" y="34011"/>
                    </a:lnTo>
                    <a:lnTo>
                      <a:pt x="882" y="33843"/>
                    </a:lnTo>
                    <a:lnTo>
                      <a:pt x="714" y="33717"/>
                    </a:lnTo>
                    <a:lnTo>
                      <a:pt x="504" y="33675"/>
                    </a:lnTo>
                    <a:close/>
                    <a:moveTo>
                      <a:pt x="267677" y="39001"/>
                    </a:moveTo>
                    <a:lnTo>
                      <a:pt x="267509" y="39043"/>
                    </a:lnTo>
                    <a:lnTo>
                      <a:pt x="267341" y="39127"/>
                    </a:lnTo>
                    <a:lnTo>
                      <a:pt x="267215" y="39295"/>
                    </a:lnTo>
                    <a:lnTo>
                      <a:pt x="267173" y="39462"/>
                    </a:lnTo>
                    <a:lnTo>
                      <a:pt x="267173" y="39672"/>
                    </a:lnTo>
                    <a:lnTo>
                      <a:pt x="267257" y="39840"/>
                    </a:lnTo>
                    <a:lnTo>
                      <a:pt x="268222" y="41014"/>
                    </a:lnTo>
                    <a:lnTo>
                      <a:pt x="269144" y="42230"/>
                    </a:lnTo>
                    <a:lnTo>
                      <a:pt x="269228" y="42356"/>
                    </a:lnTo>
                    <a:lnTo>
                      <a:pt x="269312" y="42398"/>
                    </a:lnTo>
                    <a:lnTo>
                      <a:pt x="269438" y="42440"/>
                    </a:lnTo>
                    <a:lnTo>
                      <a:pt x="269690" y="42440"/>
                    </a:lnTo>
                    <a:lnTo>
                      <a:pt x="269857" y="42356"/>
                    </a:lnTo>
                    <a:lnTo>
                      <a:pt x="269983" y="42188"/>
                    </a:lnTo>
                    <a:lnTo>
                      <a:pt x="270025" y="42020"/>
                    </a:lnTo>
                    <a:lnTo>
                      <a:pt x="270025" y="41811"/>
                    </a:lnTo>
                    <a:lnTo>
                      <a:pt x="269941" y="41643"/>
                    </a:lnTo>
                    <a:lnTo>
                      <a:pt x="269019" y="40427"/>
                    </a:lnTo>
                    <a:lnTo>
                      <a:pt x="268054" y="39211"/>
                    </a:lnTo>
                    <a:lnTo>
                      <a:pt x="267970" y="39127"/>
                    </a:lnTo>
                    <a:lnTo>
                      <a:pt x="267886" y="39085"/>
                    </a:lnTo>
                    <a:lnTo>
                      <a:pt x="267677" y="39001"/>
                    </a:lnTo>
                    <a:close/>
                    <a:moveTo>
                      <a:pt x="504" y="39798"/>
                    </a:moveTo>
                    <a:lnTo>
                      <a:pt x="336" y="39840"/>
                    </a:lnTo>
                    <a:lnTo>
                      <a:pt x="169" y="39924"/>
                    </a:lnTo>
                    <a:lnTo>
                      <a:pt x="43" y="40091"/>
                    </a:lnTo>
                    <a:lnTo>
                      <a:pt x="1" y="40301"/>
                    </a:lnTo>
                    <a:lnTo>
                      <a:pt x="1" y="43362"/>
                    </a:lnTo>
                    <a:lnTo>
                      <a:pt x="43" y="43530"/>
                    </a:lnTo>
                    <a:lnTo>
                      <a:pt x="169" y="43698"/>
                    </a:lnTo>
                    <a:lnTo>
                      <a:pt x="336" y="43824"/>
                    </a:lnTo>
                    <a:lnTo>
                      <a:pt x="504" y="43866"/>
                    </a:lnTo>
                    <a:lnTo>
                      <a:pt x="714" y="43824"/>
                    </a:lnTo>
                    <a:lnTo>
                      <a:pt x="882" y="43698"/>
                    </a:lnTo>
                    <a:lnTo>
                      <a:pt x="1007" y="43530"/>
                    </a:lnTo>
                    <a:lnTo>
                      <a:pt x="1049" y="43362"/>
                    </a:lnTo>
                    <a:lnTo>
                      <a:pt x="1049" y="40301"/>
                    </a:lnTo>
                    <a:lnTo>
                      <a:pt x="1007" y="40091"/>
                    </a:lnTo>
                    <a:lnTo>
                      <a:pt x="882" y="39924"/>
                    </a:lnTo>
                    <a:lnTo>
                      <a:pt x="714" y="39840"/>
                    </a:lnTo>
                    <a:lnTo>
                      <a:pt x="504" y="39798"/>
                    </a:lnTo>
                    <a:close/>
                    <a:moveTo>
                      <a:pt x="271325" y="43907"/>
                    </a:moveTo>
                    <a:lnTo>
                      <a:pt x="271157" y="43949"/>
                    </a:lnTo>
                    <a:lnTo>
                      <a:pt x="271032" y="43991"/>
                    </a:lnTo>
                    <a:lnTo>
                      <a:pt x="270906" y="44159"/>
                    </a:lnTo>
                    <a:lnTo>
                      <a:pt x="270822" y="44327"/>
                    </a:lnTo>
                    <a:lnTo>
                      <a:pt x="270822" y="44537"/>
                    </a:lnTo>
                    <a:lnTo>
                      <a:pt x="270906" y="44704"/>
                    </a:lnTo>
                    <a:lnTo>
                      <a:pt x="271744" y="45962"/>
                    </a:lnTo>
                    <a:lnTo>
                      <a:pt x="272583" y="47220"/>
                    </a:lnTo>
                    <a:lnTo>
                      <a:pt x="272667" y="47346"/>
                    </a:lnTo>
                    <a:lnTo>
                      <a:pt x="272751" y="47430"/>
                    </a:lnTo>
                    <a:lnTo>
                      <a:pt x="272877" y="47472"/>
                    </a:lnTo>
                    <a:lnTo>
                      <a:pt x="273128" y="47472"/>
                    </a:lnTo>
                    <a:lnTo>
                      <a:pt x="273296" y="47388"/>
                    </a:lnTo>
                    <a:lnTo>
                      <a:pt x="273422" y="47262"/>
                    </a:lnTo>
                    <a:lnTo>
                      <a:pt x="273506" y="47095"/>
                    </a:lnTo>
                    <a:lnTo>
                      <a:pt x="273506" y="46885"/>
                    </a:lnTo>
                    <a:lnTo>
                      <a:pt x="273422" y="46675"/>
                    </a:lnTo>
                    <a:lnTo>
                      <a:pt x="272583" y="45417"/>
                    </a:lnTo>
                    <a:lnTo>
                      <a:pt x="271744" y="44117"/>
                    </a:lnTo>
                    <a:lnTo>
                      <a:pt x="271661" y="44033"/>
                    </a:lnTo>
                    <a:lnTo>
                      <a:pt x="271535" y="43991"/>
                    </a:lnTo>
                    <a:lnTo>
                      <a:pt x="271451" y="43949"/>
                    </a:lnTo>
                    <a:lnTo>
                      <a:pt x="271325" y="43907"/>
                    </a:lnTo>
                    <a:close/>
                    <a:moveTo>
                      <a:pt x="196680" y="47807"/>
                    </a:moveTo>
                    <a:lnTo>
                      <a:pt x="196512" y="47849"/>
                    </a:lnTo>
                    <a:lnTo>
                      <a:pt x="196344" y="47933"/>
                    </a:lnTo>
                    <a:lnTo>
                      <a:pt x="196218" y="48101"/>
                    </a:lnTo>
                    <a:lnTo>
                      <a:pt x="196176" y="48311"/>
                    </a:lnTo>
                    <a:lnTo>
                      <a:pt x="196218" y="48520"/>
                    </a:lnTo>
                    <a:lnTo>
                      <a:pt x="196344" y="48646"/>
                    </a:lnTo>
                    <a:lnTo>
                      <a:pt x="196512" y="48772"/>
                    </a:lnTo>
                    <a:lnTo>
                      <a:pt x="196680" y="48814"/>
                    </a:lnTo>
                    <a:lnTo>
                      <a:pt x="199741" y="48814"/>
                    </a:lnTo>
                    <a:lnTo>
                      <a:pt x="199951" y="48772"/>
                    </a:lnTo>
                    <a:lnTo>
                      <a:pt x="200118" y="48688"/>
                    </a:lnTo>
                    <a:lnTo>
                      <a:pt x="200202" y="48520"/>
                    </a:lnTo>
                    <a:lnTo>
                      <a:pt x="200244" y="48311"/>
                    </a:lnTo>
                    <a:lnTo>
                      <a:pt x="200202" y="48101"/>
                    </a:lnTo>
                    <a:lnTo>
                      <a:pt x="200118" y="47975"/>
                    </a:lnTo>
                    <a:lnTo>
                      <a:pt x="199951" y="47849"/>
                    </a:lnTo>
                    <a:lnTo>
                      <a:pt x="199741" y="47807"/>
                    </a:lnTo>
                    <a:close/>
                    <a:moveTo>
                      <a:pt x="193660" y="47807"/>
                    </a:moveTo>
                    <a:lnTo>
                      <a:pt x="190599" y="47849"/>
                    </a:lnTo>
                    <a:lnTo>
                      <a:pt x="190389" y="47891"/>
                    </a:lnTo>
                    <a:lnTo>
                      <a:pt x="190221" y="48017"/>
                    </a:lnTo>
                    <a:lnTo>
                      <a:pt x="190138" y="48185"/>
                    </a:lnTo>
                    <a:lnTo>
                      <a:pt x="190096" y="48353"/>
                    </a:lnTo>
                    <a:lnTo>
                      <a:pt x="190138" y="48562"/>
                    </a:lnTo>
                    <a:lnTo>
                      <a:pt x="190221" y="48730"/>
                    </a:lnTo>
                    <a:lnTo>
                      <a:pt x="190389" y="48814"/>
                    </a:lnTo>
                    <a:lnTo>
                      <a:pt x="190599" y="48856"/>
                    </a:lnTo>
                    <a:lnTo>
                      <a:pt x="193660" y="48814"/>
                    </a:lnTo>
                    <a:lnTo>
                      <a:pt x="193828" y="48772"/>
                    </a:lnTo>
                    <a:lnTo>
                      <a:pt x="193996" y="48688"/>
                    </a:lnTo>
                    <a:lnTo>
                      <a:pt x="194121" y="48520"/>
                    </a:lnTo>
                    <a:lnTo>
                      <a:pt x="194163" y="48311"/>
                    </a:lnTo>
                    <a:lnTo>
                      <a:pt x="194121" y="48101"/>
                    </a:lnTo>
                    <a:lnTo>
                      <a:pt x="193996" y="47975"/>
                    </a:lnTo>
                    <a:lnTo>
                      <a:pt x="193828" y="47849"/>
                    </a:lnTo>
                    <a:lnTo>
                      <a:pt x="193660" y="47807"/>
                    </a:lnTo>
                    <a:close/>
                    <a:moveTo>
                      <a:pt x="202802" y="47849"/>
                    </a:moveTo>
                    <a:lnTo>
                      <a:pt x="202592" y="47891"/>
                    </a:lnTo>
                    <a:lnTo>
                      <a:pt x="202467" y="47975"/>
                    </a:lnTo>
                    <a:lnTo>
                      <a:pt x="202341" y="48143"/>
                    </a:lnTo>
                    <a:lnTo>
                      <a:pt x="202299" y="48353"/>
                    </a:lnTo>
                    <a:lnTo>
                      <a:pt x="202341" y="48520"/>
                    </a:lnTo>
                    <a:lnTo>
                      <a:pt x="202425" y="48688"/>
                    </a:lnTo>
                    <a:lnTo>
                      <a:pt x="202592" y="48814"/>
                    </a:lnTo>
                    <a:lnTo>
                      <a:pt x="202802" y="48856"/>
                    </a:lnTo>
                    <a:lnTo>
                      <a:pt x="205863" y="48898"/>
                    </a:lnTo>
                    <a:lnTo>
                      <a:pt x="206031" y="48856"/>
                    </a:lnTo>
                    <a:lnTo>
                      <a:pt x="206199" y="48772"/>
                    </a:lnTo>
                    <a:lnTo>
                      <a:pt x="206325" y="48604"/>
                    </a:lnTo>
                    <a:lnTo>
                      <a:pt x="206367" y="48395"/>
                    </a:lnTo>
                    <a:lnTo>
                      <a:pt x="206325" y="48227"/>
                    </a:lnTo>
                    <a:lnTo>
                      <a:pt x="206241" y="48059"/>
                    </a:lnTo>
                    <a:lnTo>
                      <a:pt x="206073" y="47933"/>
                    </a:lnTo>
                    <a:lnTo>
                      <a:pt x="205863" y="47891"/>
                    </a:lnTo>
                    <a:lnTo>
                      <a:pt x="202802" y="47849"/>
                    </a:lnTo>
                    <a:close/>
                    <a:moveTo>
                      <a:pt x="187538" y="47891"/>
                    </a:moveTo>
                    <a:lnTo>
                      <a:pt x="184476" y="47975"/>
                    </a:lnTo>
                    <a:lnTo>
                      <a:pt x="184267" y="48017"/>
                    </a:lnTo>
                    <a:lnTo>
                      <a:pt x="184141" y="48143"/>
                    </a:lnTo>
                    <a:lnTo>
                      <a:pt x="184015" y="48311"/>
                    </a:lnTo>
                    <a:lnTo>
                      <a:pt x="183973" y="48520"/>
                    </a:lnTo>
                    <a:lnTo>
                      <a:pt x="184015" y="48688"/>
                    </a:lnTo>
                    <a:lnTo>
                      <a:pt x="184141" y="48856"/>
                    </a:lnTo>
                    <a:lnTo>
                      <a:pt x="184308" y="48982"/>
                    </a:lnTo>
                    <a:lnTo>
                      <a:pt x="184476" y="49024"/>
                    </a:lnTo>
                    <a:lnTo>
                      <a:pt x="184518" y="49024"/>
                    </a:lnTo>
                    <a:lnTo>
                      <a:pt x="187538" y="48940"/>
                    </a:lnTo>
                    <a:lnTo>
                      <a:pt x="187747" y="48898"/>
                    </a:lnTo>
                    <a:lnTo>
                      <a:pt x="187915" y="48772"/>
                    </a:lnTo>
                    <a:lnTo>
                      <a:pt x="187999" y="48604"/>
                    </a:lnTo>
                    <a:lnTo>
                      <a:pt x="188041" y="48395"/>
                    </a:lnTo>
                    <a:lnTo>
                      <a:pt x="187999" y="48227"/>
                    </a:lnTo>
                    <a:lnTo>
                      <a:pt x="187915" y="48059"/>
                    </a:lnTo>
                    <a:lnTo>
                      <a:pt x="187747" y="47933"/>
                    </a:lnTo>
                    <a:lnTo>
                      <a:pt x="187538" y="47891"/>
                    </a:lnTo>
                    <a:close/>
                    <a:moveTo>
                      <a:pt x="208925" y="47975"/>
                    </a:moveTo>
                    <a:lnTo>
                      <a:pt x="208715" y="48017"/>
                    </a:lnTo>
                    <a:lnTo>
                      <a:pt x="208547" y="48101"/>
                    </a:lnTo>
                    <a:lnTo>
                      <a:pt x="208463" y="48269"/>
                    </a:lnTo>
                    <a:lnTo>
                      <a:pt x="208380" y="48478"/>
                    </a:lnTo>
                    <a:lnTo>
                      <a:pt x="208422" y="48646"/>
                    </a:lnTo>
                    <a:lnTo>
                      <a:pt x="208547" y="48814"/>
                    </a:lnTo>
                    <a:lnTo>
                      <a:pt x="208715" y="48940"/>
                    </a:lnTo>
                    <a:lnTo>
                      <a:pt x="208883" y="48982"/>
                    </a:lnTo>
                    <a:lnTo>
                      <a:pt x="211944" y="49107"/>
                    </a:lnTo>
                    <a:lnTo>
                      <a:pt x="212154" y="49066"/>
                    </a:lnTo>
                    <a:lnTo>
                      <a:pt x="212322" y="48940"/>
                    </a:lnTo>
                    <a:lnTo>
                      <a:pt x="212405" y="48772"/>
                    </a:lnTo>
                    <a:lnTo>
                      <a:pt x="212489" y="48604"/>
                    </a:lnTo>
                    <a:lnTo>
                      <a:pt x="212447" y="48395"/>
                    </a:lnTo>
                    <a:lnTo>
                      <a:pt x="212322" y="48227"/>
                    </a:lnTo>
                    <a:lnTo>
                      <a:pt x="212196" y="48101"/>
                    </a:lnTo>
                    <a:lnTo>
                      <a:pt x="211986" y="48059"/>
                    </a:lnTo>
                    <a:lnTo>
                      <a:pt x="208925" y="47975"/>
                    </a:lnTo>
                    <a:close/>
                    <a:moveTo>
                      <a:pt x="181415" y="48101"/>
                    </a:moveTo>
                    <a:lnTo>
                      <a:pt x="178354" y="48227"/>
                    </a:lnTo>
                    <a:lnTo>
                      <a:pt x="178186" y="48269"/>
                    </a:lnTo>
                    <a:lnTo>
                      <a:pt x="178018" y="48395"/>
                    </a:lnTo>
                    <a:lnTo>
                      <a:pt x="177934" y="48562"/>
                    </a:lnTo>
                    <a:lnTo>
                      <a:pt x="177892" y="48730"/>
                    </a:lnTo>
                    <a:lnTo>
                      <a:pt x="177934" y="48940"/>
                    </a:lnTo>
                    <a:lnTo>
                      <a:pt x="178060" y="49107"/>
                    </a:lnTo>
                    <a:lnTo>
                      <a:pt x="178186" y="49191"/>
                    </a:lnTo>
                    <a:lnTo>
                      <a:pt x="178396" y="49233"/>
                    </a:lnTo>
                    <a:lnTo>
                      <a:pt x="178437" y="49233"/>
                    </a:lnTo>
                    <a:lnTo>
                      <a:pt x="181457" y="49107"/>
                    </a:lnTo>
                    <a:lnTo>
                      <a:pt x="181667" y="49066"/>
                    </a:lnTo>
                    <a:lnTo>
                      <a:pt x="181834" y="48940"/>
                    </a:lnTo>
                    <a:lnTo>
                      <a:pt x="181918" y="48772"/>
                    </a:lnTo>
                    <a:lnTo>
                      <a:pt x="181960" y="48562"/>
                    </a:lnTo>
                    <a:lnTo>
                      <a:pt x="181918" y="48395"/>
                    </a:lnTo>
                    <a:lnTo>
                      <a:pt x="181792" y="48227"/>
                    </a:lnTo>
                    <a:lnTo>
                      <a:pt x="181625" y="48143"/>
                    </a:lnTo>
                    <a:lnTo>
                      <a:pt x="181457" y="48101"/>
                    </a:lnTo>
                    <a:close/>
                    <a:moveTo>
                      <a:pt x="215005" y="48185"/>
                    </a:moveTo>
                    <a:lnTo>
                      <a:pt x="214838" y="48227"/>
                    </a:lnTo>
                    <a:lnTo>
                      <a:pt x="214670" y="48353"/>
                    </a:lnTo>
                    <a:lnTo>
                      <a:pt x="214544" y="48478"/>
                    </a:lnTo>
                    <a:lnTo>
                      <a:pt x="214502" y="48688"/>
                    </a:lnTo>
                    <a:lnTo>
                      <a:pt x="214544" y="48898"/>
                    </a:lnTo>
                    <a:lnTo>
                      <a:pt x="214628" y="49024"/>
                    </a:lnTo>
                    <a:lnTo>
                      <a:pt x="214796" y="49149"/>
                    </a:lnTo>
                    <a:lnTo>
                      <a:pt x="215005" y="49191"/>
                    </a:lnTo>
                    <a:lnTo>
                      <a:pt x="218025" y="49359"/>
                    </a:lnTo>
                    <a:lnTo>
                      <a:pt x="218067" y="49359"/>
                    </a:lnTo>
                    <a:lnTo>
                      <a:pt x="218276" y="49317"/>
                    </a:lnTo>
                    <a:lnTo>
                      <a:pt x="218402" y="49233"/>
                    </a:lnTo>
                    <a:lnTo>
                      <a:pt x="218528" y="49066"/>
                    </a:lnTo>
                    <a:lnTo>
                      <a:pt x="218570" y="48856"/>
                    </a:lnTo>
                    <a:lnTo>
                      <a:pt x="218528" y="48688"/>
                    </a:lnTo>
                    <a:lnTo>
                      <a:pt x="218444" y="48520"/>
                    </a:lnTo>
                    <a:lnTo>
                      <a:pt x="218276" y="48395"/>
                    </a:lnTo>
                    <a:lnTo>
                      <a:pt x="218109" y="48353"/>
                    </a:lnTo>
                    <a:lnTo>
                      <a:pt x="215047" y="48185"/>
                    </a:lnTo>
                    <a:close/>
                    <a:moveTo>
                      <a:pt x="175334" y="48353"/>
                    </a:moveTo>
                    <a:lnTo>
                      <a:pt x="172273" y="48520"/>
                    </a:lnTo>
                    <a:lnTo>
                      <a:pt x="172063" y="48562"/>
                    </a:lnTo>
                    <a:lnTo>
                      <a:pt x="171937" y="48688"/>
                    </a:lnTo>
                    <a:lnTo>
                      <a:pt x="171812" y="48856"/>
                    </a:lnTo>
                    <a:lnTo>
                      <a:pt x="171812" y="49066"/>
                    </a:lnTo>
                    <a:lnTo>
                      <a:pt x="171854" y="49233"/>
                    </a:lnTo>
                    <a:lnTo>
                      <a:pt x="171937" y="49401"/>
                    </a:lnTo>
                    <a:lnTo>
                      <a:pt x="172105" y="49485"/>
                    </a:lnTo>
                    <a:lnTo>
                      <a:pt x="172315" y="49527"/>
                    </a:lnTo>
                    <a:lnTo>
                      <a:pt x="175376" y="49359"/>
                    </a:lnTo>
                    <a:lnTo>
                      <a:pt x="175586" y="49317"/>
                    </a:lnTo>
                    <a:lnTo>
                      <a:pt x="175712" y="49191"/>
                    </a:lnTo>
                    <a:lnTo>
                      <a:pt x="175837" y="49024"/>
                    </a:lnTo>
                    <a:lnTo>
                      <a:pt x="175837" y="48856"/>
                    </a:lnTo>
                    <a:lnTo>
                      <a:pt x="175796" y="48646"/>
                    </a:lnTo>
                    <a:lnTo>
                      <a:pt x="175712" y="48478"/>
                    </a:lnTo>
                    <a:lnTo>
                      <a:pt x="175544" y="48395"/>
                    </a:lnTo>
                    <a:lnTo>
                      <a:pt x="175376" y="48353"/>
                    </a:lnTo>
                    <a:close/>
                    <a:moveTo>
                      <a:pt x="220918" y="48520"/>
                    </a:moveTo>
                    <a:lnTo>
                      <a:pt x="220751" y="48646"/>
                    </a:lnTo>
                    <a:lnTo>
                      <a:pt x="220667" y="48772"/>
                    </a:lnTo>
                    <a:lnTo>
                      <a:pt x="220625" y="48982"/>
                    </a:lnTo>
                    <a:lnTo>
                      <a:pt x="220625" y="49191"/>
                    </a:lnTo>
                    <a:lnTo>
                      <a:pt x="220751" y="49359"/>
                    </a:lnTo>
                    <a:lnTo>
                      <a:pt x="220876" y="49485"/>
                    </a:lnTo>
                    <a:lnTo>
                      <a:pt x="221086" y="49527"/>
                    </a:lnTo>
                    <a:lnTo>
                      <a:pt x="224147" y="49695"/>
                    </a:lnTo>
                    <a:lnTo>
                      <a:pt x="224357" y="49653"/>
                    </a:lnTo>
                    <a:lnTo>
                      <a:pt x="224525" y="49569"/>
                    </a:lnTo>
                    <a:lnTo>
                      <a:pt x="224609" y="49401"/>
                    </a:lnTo>
                    <a:lnTo>
                      <a:pt x="224693" y="49233"/>
                    </a:lnTo>
                    <a:lnTo>
                      <a:pt x="224651" y="49024"/>
                    </a:lnTo>
                    <a:lnTo>
                      <a:pt x="224567" y="48856"/>
                    </a:lnTo>
                    <a:lnTo>
                      <a:pt x="224399" y="48730"/>
                    </a:lnTo>
                    <a:lnTo>
                      <a:pt x="224189" y="48688"/>
                    </a:lnTo>
                    <a:lnTo>
                      <a:pt x="221128" y="48520"/>
                    </a:lnTo>
                    <a:close/>
                    <a:moveTo>
                      <a:pt x="504" y="45878"/>
                    </a:moveTo>
                    <a:lnTo>
                      <a:pt x="336" y="45920"/>
                    </a:lnTo>
                    <a:lnTo>
                      <a:pt x="169" y="46046"/>
                    </a:lnTo>
                    <a:lnTo>
                      <a:pt x="43" y="46214"/>
                    </a:lnTo>
                    <a:lnTo>
                      <a:pt x="1" y="46382"/>
                    </a:lnTo>
                    <a:lnTo>
                      <a:pt x="1" y="49443"/>
                    </a:lnTo>
                    <a:lnTo>
                      <a:pt x="43" y="49653"/>
                    </a:lnTo>
                    <a:lnTo>
                      <a:pt x="169" y="49820"/>
                    </a:lnTo>
                    <a:lnTo>
                      <a:pt x="336" y="49904"/>
                    </a:lnTo>
                    <a:lnTo>
                      <a:pt x="504" y="49946"/>
                    </a:lnTo>
                    <a:lnTo>
                      <a:pt x="714" y="49904"/>
                    </a:lnTo>
                    <a:lnTo>
                      <a:pt x="882" y="49820"/>
                    </a:lnTo>
                    <a:lnTo>
                      <a:pt x="1007" y="49653"/>
                    </a:lnTo>
                    <a:lnTo>
                      <a:pt x="1049" y="49443"/>
                    </a:lnTo>
                    <a:lnTo>
                      <a:pt x="1049" y="46382"/>
                    </a:lnTo>
                    <a:lnTo>
                      <a:pt x="1007" y="46214"/>
                    </a:lnTo>
                    <a:lnTo>
                      <a:pt x="882" y="46046"/>
                    </a:lnTo>
                    <a:lnTo>
                      <a:pt x="714" y="45920"/>
                    </a:lnTo>
                    <a:lnTo>
                      <a:pt x="504" y="45878"/>
                    </a:lnTo>
                    <a:close/>
                    <a:moveTo>
                      <a:pt x="169254" y="48688"/>
                    </a:moveTo>
                    <a:lnTo>
                      <a:pt x="169212" y="48730"/>
                    </a:lnTo>
                    <a:lnTo>
                      <a:pt x="166192" y="48898"/>
                    </a:lnTo>
                    <a:lnTo>
                      <a:pt x="165983" y="48982"/>
                    </a:lnTo>
                    <a:lnTo>
                      <a:pt x="165815" y="49107"/>
                    </a:lnTo>
                    <a:lnTo>
                      <a:pt x="165731" y="49275"/>
                    </a:lnTo>
                    <a:lnTo>
                      <a:pt x="165689" y="49443"/>
                    </a:lnTo>
                    <a:lnTo>
                      <a:pt x="165773" y="49653"/>
                    </a:lnTo>
                    <a:lnTo>
                      <a:pt x="165857" y="49778"/>
                    </a:lnTo>
                    <a:lnTo>
                      <a:pt x="166025" y="49904"/>
                    </a:lnTo>
                    <a:lnTo>
                      <a:pt x="166192" y="49946"/>
                    </a:lnTo>
                    <a:lnTo>
                      <a:pt x="166234" y="49946"/>
                    </a:lnTo>
                    <a:lnTo>
                      <a:pt x="169295" y="49737"/>
                    </a:lnTo>
                    <a:lnTo>
                      <a:pt x="169463" y="49653"/>
                    </a:lnTo>
                    <a:lnTo>
                      <a:pt x="169631" y="49569"/>
                    </a:lnTo>
                    <a:lnTo>
                      <a:pt x="169757" y="49401"/>
                    </a:lnTo>
                    <a:lnTo>
                      <a:pt x="169757" y="49191"/>
                    </a:lnTo>
                    <a:lnTo>
                      <a:pt x="169715" y="48982"/>
                    </a:lnTo>
                    <a:lnTo>
                      <a:pt x="169589" y="48856"/>
                    </a:lnTo>
                    <a:lnTo>
                      <a:pt x="169463" y="48730"/>
                    </a:lnTo>
                    <a:lnTo>
                      <a:pt x="169254" y="48688"/>
                    </a:lnTo>
                    <a:close/>
                    <a:moveTo>
                      <a:pt x="227209" y="48898"/>
                    </a:moveTo>
                    <a:lnTo>
                      <a:pt x="227041" y="48940"/>
                    </a:lnTo>
                    <a:lnTo>
                      <a:pt x="226873" y="49024"/>
                    </a:lnTo>
                    <a:lnTo>
                      <a:pt x="226747" y="49191"/>
                    </a:lnTo>
                    <a:lnTo>
                      <a:pt x="226705" y="49359"/>
                    </a:lnTo>
                    <a:lnTo>
                      <a:pt x="226747" y="49569"/>
                    </a:lnTo>
                    <a:lnTo>
                      <a:pt x="226831" y="49737"/>
                    </a:lnTo>
                    <a:lnTo>
                      <a:pt x="226999" y="49862"/>
                    </a:lnTo>
                    <a:lnTo>
                      <a:pt x="227167" y="49904"/>
                    </a:lnTo>
                    <a:lnTo>
                      <a:pt x="230228" y="50156"/>
                    </a:lnTo>
                    <a:lnTo>
                      <a:pt x="230270" y="50156"/>
                    </a:lnTo>
                    <a:lnTo>
                      <a:pt x="230438" y="50114"/>
                    </a:lnTo>
                    <a:lnTo>
                      <a:pt x="230606" y="49988"/>
                    </a:lnTo>
                    <a:lnTo>
                      <a:pt x="230731" y="49862"/>
                    </a:lnTo>
                    <a:lnTo>
                      <a:pt x="230773" y="49653"/>
                    </a:lnTo>
                    <a:lnTo>
                      <a:pt x="230731" y="49485"/>
                    </a:lnTo>
                    <a:lnTo>
                      <a:pt x="230647" y="49317"/>
                    </a:lnTo>
                    <a:lnTo>
                      <a:pt x="230480" y="49191"/>
                    </a:lnTo>
                    <a:lnTo>
                      <a:pt x="230312" y="49107"/>
                    </a:lnTo>
                    <a:lnTo>
                      <a:pt x="227251" y="48898"/>
                    </a:lnTo>
                    <a:close/>
                    <a:moveTo>
                      <a:pt x="163131" y="49149"/>
                    </a:moveTo>
                    <a:lnTo>
                      <a:pt x="160070" y="49401"/>
                    </a:lnTo>
                    <a:lnTo>
                      <a:pt x="159902" y="49443"/>
                    </a:lnTo>
                    <a:lnTo>
                      <a:pt x="159734" y="49569"/>
                    </a:lnTo>
                    <a:lnTo>
                      <a:pt x="159650" y="49737"/>
                    </a:lnTo>
                    <a:lnTo>
                      <a:pt x="159608" y="49946"/>
                    </a:lnTo>
                    <a:lnTo>
                      <a:pt x="159692" y="50114"/>
                    </a:lnTo>
                    <a:lnTo>
                      <a:pt x="159776" y="50282"/>
                    </a:lnTo>
                    <a:lnTo>
                      <a:pt x="159944" y="50366"/>
                    </a:lnTo>
                    <a:lnTo>
                      <a:pt x="160112" y="50407"/>
                    </a:lnTo>
                    <a:lnTo>
                      <a:pt x="160154" y="50407"/>
                    </a:lnTo>
                    <a:lnTo>
                      <a:pt x="163215" y="50156"/>
                    </a:lnTo>
                    <a:lnTo>
                      <a:pt x="163383" y="50114"/>
                    </a:lnTo>
                    <a:lnTo>
                      <a:pt x="163550" y="49988"/>
                    </a:lnTo>
                    <a:lnTo>
                      <a:pt x="163634" y="49820"/>
                    </a:lnTo>
                    <a:lnTo>
                      <a:pt x="163676" y="49611"/>
                    </a:lnTo>
                    <a:lnTo>
                      <a:pt x="163634" y="49401"/>
                    </a:lnTo>
                    <a:lnTo>
                      <a:pt x="163508" y="49275"/>
                    </a:lnTo>
                    <a:lnTo>
                      <a:pt x="163341" y="49191"/>
                    </a:lnTo>
                    <a:lnTo>
                      <a:pt x="163173" y="49149"/>
                    </a:lnTo>
                    <a:close/>
                    <a:moveTo>
                      <a:pt x="233289" y="49359"/>
                    </a:moveTo>
                    <a:lnTo>
                      <a:pt x="233122" y="49401"/>
                    </a:lnTo>
                    <a:lnTo>
                      <a:pt x="232954" y="49485"/>
                    </a:lnTo>
                    <a:lnTo>
                      <a:pt x="232870" y="49653"/>
                    </a:lnTo>
                    <a:lnTo>
                      <a:pt x="232786" y="49820"/>
                    </a:lnTo>
                    <a:lnTo>
                      <a:pt x="232828" y="50030"/>
                    </a:lnTo>
                    <a:lnTo>
                      <a:pt x="232912" y="50198"/>
                    </a:lnTo>
                    <a:lnTo>
                      <a:pt x="233080" y="50324"/>
                    </a:lnTo>
                    <a:lnTo>
                      <a:pt x="233247" y="50366"/>
                    </a:lnTo>
                    <a:lnTo>
                      <a:pt x="236309" y="50659"/>
                    </a:lnTo>
                    <a:lnTo>
                      <a:pt x="236351" y="50659"/>
                    </a:lnTo>
                    <a:lnTo>
                      <a:pt x="236518" y="50617"/>
                    </a:lnTo>
                    <a:lnTo>
                      <a:pt x="236686" y="50533"/>
                    </a:lnTo>
                    <a:lnTo>
                      <a:pt x="236812" y="50366"/>
                    </a:lnTo>
                    <a:lnTo>
                      <a:pt x="236854" y="50198"/>
                    </a:lnTo>
                    <a:lnTo>
                      <a:pt x="236854" y="49988"/>
                    </a:lnTo>
                    <a:lnTo>
                      <a:pt x="236728" y="49820"/>
                    </a:lnTo>
                    <a:lnTo>
                      <a:pt x="236602" y="49695"/>
                    </a:lnTo>
                    <a:lnTo>
                      <a:pt x="236393" y="49653"/>
                    </a:lnTo>
                    <a:lnTo>
                      <a:pt x="233331" y="49359"/>
                    </a:lnTo>
                    <a:close/>
                    <a:moveTo>
                      <a:pt x="157050" y="49653"/>
                    </a:moveTo>
                    <a:lnTo>
                      <a:pt x="153989" y="49904"/>
                    </a:lnTo>
                    <a:lnTo>
                      <a:pt x="153821" y="49988"/>
                    </a:lnTo>
                    <a:lnTo>
                      <a:pt x="153653" y="50114"/>
                    </a:lnTo>
                    <a:lnTo>
                      <a:pt x="153570" y="50282"/>
                    </a:lnTo>
                    <a:lnTo>
                      <a:pt x="153528" y="50449"/>
                    </a:lnTo>
                    <a:lnTo>
                      <a:pt x="153612" y="50659"/>
                    </a:lnTo>
                    <a:lnTo>
                      <a:pt x="153695" y="50785"/>
                    </a:lnTo>
                    <a:lnTo>
                      <a:pt x="153863" y="50911"/>
                    </a:lnTo>
                    <a:lnTo>
                      <a:pt x="154115" y="50911"/>
                    </a:lnTo>
                    <a:lnTo>
                      <a:pt x="157134" y="50659"/>
                    </a:lnTo>
                    <a:lnTo>
                      <a:pt x="157344" y="50575"/>
                    </a:lnTo>
                    <a:lnTo>
                      <a:pt x="157470" y="50491"/>
                    </a:lnTo>
                    <a:lnTo>
                      <a:pt x="157553" y="50282"/>
                    </a:lnTo>
                    <a:lnTo>
                      <a:pt x="157595" y="50114"/>
                    </a:lnTo>
                    <a:lnTo>
                      <a:pt x="157553" y="49904"/>
                    </a:lnTo>
                    <a:lnTo>
                      <a:pt x="157428" y="49778"/>
                    </a:lnTo>
                    <a:lnTo>
                      <a:pt x="157260" y="49653"/>
                    </a:lnTo>
                    <a:close/>
                    <a:moveTo>
                      <a:pt x="239202" y="49946"/>
                    </a:moveTo>
                    <a:lnTo>
                      <a:pt x="239035" y="50072"/>
                    </a:lnTo>
                    <a:lnTo>
                      <a:pt x="238951" y="50198"/>
                    </a:lnTo>
                    <a:lnTo>
                      <a:pt x="238909" y="50366"/>
                    </a:lnTo>
                    <a:lnTo>
                      <a:pt x="238909" y="50575"/>
                    </a:lnTo>
                    <a:lnTo>
                      <a:pt x="238993" y="50743"/>
                    </a:lnTo>
                    <a:lnTo>
                      <a:pt x="239160" y="50869"/>
                    </a:lnTo>
                    <a:lnTo>
                      <a:pt x="239328" y="50953"/>
                    </a:lnTo>
                    <a:lnTo>
                      <a:pt x="242389" y="51246"/>
                    </a:lnTo>
                    <a:lnTo>
                      <a:pt x="242431" y="51246"/>
                    </a:lnTo>
                    <a:lnTo>
                      <a:pt x="242599" y="51204"/>
                    </a:lnTo>
                    <a:lnTo>
                      <a:pt x="242767" y="51120"/>
                    </a:lnTo>
                    <a:lnTo>
                      <a:pt x="242893" y="50995"/>
                    </a:lnTo>
                    <a:lnTo>
                      <a:pt x="242935" y="50785"/>
                    </a:lnTo>
                    <a:lnTo>
                      <a:pt x="242935" y="50575"/>
                    </a:lnTo>
                    <a:lnTo>
                      <a:pt x="242851" y="50407"/>
                    </a:lnTo>
                    <a:lnTo>
                      <a:pt x="242683" y="50282"/>
                    </a:lnTo>
                    <a:lnTo>
                      <a:pt x="242473" y="50240"/>
                    </a:lnTo>
                    <a:lnTo>
                      <a:pt x="239454" y="49946"/>
                    </a:lnTo>
                    <a:close/>
                    <a:moveTo>
                      <a:pt x="150970" y="50198"/>
                    </a:moveTo>
                    <a:lnTo>
                      <a:pt x="147908" y="50491"/>
                    </a:lnTo>
                    <a:lnTo>
                      <a:pt x="147741" y="50575"/>
                    </a:lnTo>
                    <a:lnTo>
                      <a:pt x="147573" y="50701"/>
                    </a:lnTo>
                    <a:lnTo>
                      <a:pt x="147489" y="50869"/>
                    </a:lnTo>
                    <a:lnTo>
                      <a:pt x="147489" y="51078"/>
                    </a:lnTo>
                    <a:lnTo>
                      <a:pt x="147531" y="51246"/>
                    </a:lnTo>
                    <a:lnTo>
                      <a:pt x="147657" y="51372"/>
                    </a:lnTo>
                    <a:lnTo>
                      <a:pt x="147782" y="51498"/>
                    </a:lnTo>
                    <a:lnTo>
                      <a:pt x="147992" y="51540"/>
                    </a:lnTo>
                    <a:lnTo>
                      <a:pt x="148034" y="51540"/>
                    </a:lnTo>
                    <a:lnTo>
                      <a:pt x="151053" y="51204"/>
                    </a:lnTo>
                    <a:lnTo>
                      <a:pt x="151263" y="51162"/>
                    </a:lnTo>
                    <a:lnTo>
                      <a:pt x="151389" y="51037"/>
                    </a:lnTo>
                    <a:lnTo>
                      <a:pt x="151515" y="50869"/>
                    </a:lnTo>
                    <a:lnTo>
                      <a:pt x="151515" y="50659"/>
                    </a:lnTo>
                    <a:lnTo>
                      <a:pt x="151473" y="50491"/>
                    </a:lnTo>
                    <a:lnTo>
                      <a:pt x="151347" y="50324"/>
                    </a:lnTo>
                    <a:lnTo>
                      <a:pt x="151221" y="50240"/>
                    </a:lnTo>
                    <a:lnTo>
                      <a:pt x="151012" y="50198"/>
                    </a:lnTo>
                    <a:close/>
                    <a:moveTo>
                      <a:pt x="245283" y="50575"/>
                    </a:moveTo>
                    <a:lnTo>
                      <a:pt x="245115" y="50701"/>
                    </a:lnTo>
                    <a:lnTo>
                      <a:pt x="245031" y="50827"/>
                    </a:lnTo>
                    <a:lnTo>
                      <a:pt x="244989" y="50995"/>
                    </a:lnTo>
                    <a:lnTo>
                      <a:pt x="244989" y="51204"/>
                    </a:lnTo>
                    <a:lnTo>
                      <a:pt x="245073" y="51372"/>
                    </a:lnTo>
                    <a:lnTo>
                      <a:pt x="245241" y="51498"/>
                    </a:lnTo>
                    <a:lnTo>
                      <a:pt x="245409" y="51582"/>
                    </a:lnTo>
                    <a:lnTo>
                      <a:pt x="248470" y="51917"/>
                    </a:lnTo>
                    <a:lnTo>
                      <a:pt x="248512" y="51917"/>
                    </a:lnTo>
                    <a:lnTo>
                      <a:pt x="248680" y="51875"/>
                    </a:lnTo>
                    <a:lnTo>
                      <a:pt x="248848" y="51791"/>
                    </a:lnTo>
                    <a:lnTo>
                      <a:pt x="248973" y="51666"/>
                    </a:lnTo>
                    <a:lnTo>
                      <a:pt x="249015" y="51456"/>
                    </a:lnTo>
                    <a:lnTo>
                      <a:pt x="249015" y="51288"/>
                    </a:lnTo>
                    <a:lnTo>
                      <a:pt x="248931" y="51078"/>
                    </a:lnTo>
                    <a:lnTo>
                      <a:pt x="248764" y="50953"/>
                    </a:lnTo>
                    <a:lnTo>
                      <a:pt x="248554" y="50911"/>
                    </a:lnTo>
                    <a:lnTo>
                      <a:pt x="245535" y="50575"/>
                    </a:lnTo>
                    <a:close/>
                    <a:moveTo>
                      <a:pt x="144889" y="50827"/>
                    </a:moveTo>
                    <a:lnTo>
                      <a:pt x="141828" y="51162"/>
                    </a:lnTo>
                    <a:lnTo>
                      <a:pt x="141660" y="51204"/>
                    </a:lnTo>
                    <a:lnTo>
                      <a:pt x="141492" y="51330"/>
                    </a:lnTo>
                    <a:lnTo>
                      <a:pt x="141408" y="51498"/>
                    </a:lnTo>
                    <a:lnTo>
                      <a:pt x="141408" y="51707"/>
                    </a:lnTo>
                    <a:lnTo>
                      <a:pt x="141450" y="51875"/>
                    </a:lnTo>
                    <a:lnTo>
                      <a:pt x="141576" y="52043"/>
                    </a:lnTo>
                    <a:lnTo>
                      <a:pt x="141702" y="52127"/>
                    </a:lnTo>
                    <a:lnTo>
                      <a:pt x="141911" y="52169"/>
                    </a:lnTo>
                    <a:lnTo>
                      <a:pt x="141953" y="52169"/>
                    </a:lnTo>
                    <a:lnTo>
                      <a:pt x="144973" y="51833"/>
                    </a:lnTo>
                    <a:lnTo>
                      <a:pt x="145182" y="51791"/>
                    </a:lnTo>
                    <a:lnTo>
                      <a:pt x="145350" y="51666"/>
                    </a:lnTo>
                    <a:lnTo>
                      <a:pt x="145434" y="51498"/>
                    </a:lnTo>
                    <a:lnTo>
                      <a:pt x="145434" y="51288"/>
                    </a:lnTo>
                    <a:lnTo>
                      <a:pt x="145392" y="51078"/>
                    </a:lnTo>
                    <a:lnTo>
                      <a:pt x="145266" y="50953"/>
                    </a:lnTo>
                    <a:lnTo>
                      <a:pt x="145099" y="50869"/>
                    </a:lnTo>
                    <a:lnTo>
                      <a:pt x="144931" y="50827"/>
                    </a:lnTo>
                    <a:close/>
                    <a:moveTo>
                      <a:pt x="251364" y="51288"/>
                    </a:moveTo>
                    <a:lnTo>
                      <a:pt x="251196" y="51414"/>
                    </a:lnTo>
                    <a:lnTo>
                      <a:pt x="251112" y="51540"/>
                    </a:lnTo>
                    <a:lnTo>
                      <a:pt x="251028" y="51707"/>
                    </a:lnTo>
                    <a:lnTo>
                      <a:pt x="251070" y="51917"/>
                    </a:lnTo>
                    <a:lnTo>
                      <a:pt x="251154" y="52085"/>
                    </a:lnTo>
                    <a:lnTo>
                      <a:pt x="251280" y="52211"/>
                    </a:lnTo>
                    <a:lnTo>
                      <a:pt x="251490" y="52295"/>
                    </a:lnTo>
                    <a:lnTo>
                      <a:pt x="254509" y="52672"/>
                    </a:lnTo>
                    <a:lnTo>
                      <a:pt x="254593" y="52672"/>
                    </a:lnTo>
                    <a:lnTo>
                      <a:pt x="254760" y="52630"/>
                    </a:lnTo>
                    <a:lnTo>
                      <a:pt x="254928" y="52546"/>
                    </a:lnTo>
                    <a:lnTo>
                      <a:pt x="255012" y="52420"/>
                    </a:lnTo>
                    <a:lnTo>
                      <a:pt x="255096" y="52211"/>
                    </a:lnTo>
                    <a:lnTo>
                      <a:pt x="255054" y="52043"/>
                    </a:lnTo>
                    <a:lnTo>
                      <a:pt x="254970" y="51833"/>
                    </a:lnTo>
                    <a:lnTo>
                      <a:pt x="254844" y="51707"/>
                    </a:lnTo>
                    <a:lnTo>
                      <a:pt x="254635" y="51666"/>
                    </a:lnTo>
                    <a:lnTo>
                      <a:pt x="251615" y="51288"/>
                    </a:lnTo>
                    <a:close/>
                    <a:moveTo>
                      <a:pt x="274470" y="49066"/>
                    </a:moveTo>
                    <a:lnTo>
                      <a:pt x="274344" y="49107"/>
                    </a:lnTo>
                    <a:lnTo>
                      <a:pt x="274177" y="49275"/>
                    </a:lnTo>
                    <a:lnTo>
                      <a:pt x="274135" y="49443"/>
                    </a:lnTo>
                    <a:lnTo>
                      <a:pt x="274093" y="49653"/>
                    </a:lnTo>
                    <a:lnTo>
                      <a:pt x="274177" y="49820"/>
                    </a:lnTo>
                    <a:lnTo>
                      <a:pt x="274932" y="51120"/>
                    </a:lnTo>
                    <a:lnTo>
                      <a:pt x="275686" y="52462"/>
                    </a:lnTo>
                    <a:lnTo>
                      <a:pt x="275728" y="52588"/>
                    </a:lnTo>
                    <a:lnTo>
                      <a:pt x="275854" y="52672"/>
                    </a:lnTo>
                    <a:lnTo>
                      <a:pt x="275980" y="52714"/>
                    </a:lnTo>
                    <a:lnTo>
                      <a:pt x="276232" y="52714"/>
                    </a:lnTo>
                    <a:lnTo>
                      <a:pt x="276357" y="52672"/>
                    </a:lnTo>
                    <a:lnTo>
                      <a:pt x="276525" y="52546"/>
                    </a:lnTo>
                    <a:lnTo>
                      <a:pt x="276609" y="52378"/>
                    </a:lnTo>
                    <a:lnTo>
                      <a:pt x="276609" y="52169"/>
                    </a:lnTo>
                    <a:lnTo>
                      <a:pt x="276567" y="51959"/>
                    </a:lnTo>
                    <a:lnTo>
                      <a:pt x="275812" y="50617"/>
                    </a:lnTo>
                    <a:lnTo>
                      <a:pt x="275057" y="49317"/>
                    </a:lnTo>
                    <a:lnTo>
                      <a:pt x="274974" y="49191"/>
                    </a:lnTo>
                    <a:lnTo>
                      <a:pt x="274848" y="49107"/>
                    </a:lnTo>
                    <a:lnTo>
                      <a:pt x="274722" y="49066"/>
                    </a:lnTo>
                    <a:close/>
                    <a:moveTo>
                      <a:pt x="138808" y="51498"/>
                    </a:moveTo>
                    <a:lnTo>
                      <a:pt x="135789" y="51833"/>
                    </a:lnTo>
                    <a:lnTo>
                      <a:pt x="135579" y="51917"/>
                    </a:lnTo>
                    <a:lnTo>
                      <a:pt x="135411" y="52043"/>
                    </a:lnTo>
                    <a:lnTo>
                      <a:pt x="135328" y="52211"/>
                    </a:lnTo>
                    <a:lnTo>
                      <a:pt x="135328" y="52420"/>
                    </a:lnTo>
                    <a:lnTo>
                      <a:pt x="135369" y="52588"/>
                    </a:lnTo>
                    <a:lnTo>
                      <a:pt x="135495" y="52714"/>
                    </a:lnTo>
                    <a:lnTo>
                      <a:pt x="135663" y="52840"/>
                    </a:lnTo>
                    <a:lnTo>
                      <a:pt x="135873" y="52840"/>
                    </a:lnTo>
                    <a:lnTo>
                      <a:pt x="138934" y="52504"/>
                    </a:lnTo>
                    <a:lnTo>
                      <a:pt x="139102" y="52420"/>
                    </a:lnTo>
                    <a:lnTo>
                      <a:pt x="139270" y="52295"/>
                    </a:lnTo>
                    <a:lnTo>
                      <a:pt x="139353" y="52127"/>
                    </a:lnTo>
                    <a:lnTo>
                      <a:pt x="139353" y="51959"/>
                    </a:lnTo>
                    <a:lnTo>
                      <a:pt x="139311" y="51749"/>
                    </a:lnTo>
                    <a:lnTo>
                      <a:pt x="139186" y="51624"/>
                    </a:lnTo>
                    <a:lnTo>
                      <a:pt x="139060" y="51540"/>
                    </a:lnTo>
                    <a:lnTo>
                      <a:pt x="138850" y="51498"/>
                    </a:lnTo>
                    <a:close/>
                    <a:moveTo>
                      <a:pt x="257612" y="52043"/>
                    </a:moveTo>
                    <a:lnTo>
                      <a:pt x="257444" y="52085"/>
                    </a:lnTo>
                    <a:lnTo>
                      <a:pt x="257277" y="52169"/>
                    </a:lnTo>
                    <a:lnTo>
                      <a:pt x="257151" y="52337"/>
                    </a:lnTo>
                    <a:lnTo>
                      <a:pt x="257109" y="52504"/>
                    </a:lnTo>
                    <a:lnTo>
                      <a:pt x="257109" y="52714"/>
                    </a:lnTo>
                    <a:lnTo>
                      <a:pt x="257193" y="52882"/>
                    </a:lnTo>
                    <a:lnTo>
                      <a:pt x="257361" y="53007"/>
                    </a:lnTo>
                    <a:lnTo>
                      <a:pt x="257528" y="53049"/>
                    </a:lnTo>
                    <a:lnTo>
                      <a:pt x="260548" y="53469"/>
                    </a:lnTo>
                    <a:lnTo>
                      <a:pt x="260799" y="53469"/>
                    </a:lnTo>
                    <a:lnTo>
                      <a:pt x="260967" y="53343"/>
                    </a:lnTo>
                    <a:lnTo>
                      <a:pt x="261093" y="53217"/>
                    </a:lnTo>
                    <a:lnTo>
                      <a:pt x="261135" y="53049"/>
                    </a:lnTo>
                    <a:lnTo>
                      <a:pt x="261135" y="52840"/>
                    </a:lnTo>
                    <a:lnTo>
                      <a:pt x="261051" y="52672"/>
                    </a:lnTo>
                    <a:lnTo>
                      <a:pt x="260883" y="52546"/>
                    </a:lnTo>
                    <a:lnTo>
                      <a:pt x="260715" y="52462"/>
                    </a:lnTo>
                    <a:lnTo>
                      <a:pt x="257654" y="52043"/>
                    </a:lnTo>
                    <a:close/>
                    <a:moveTo>
                      <a:pt x="132728" y="52211"/>
                    </a:moveTo>
                    <a:lnTo>
                      <a:pt x="129708" y="52546"/>
                    </a:lnTo>
                    <a:lnTo>
                      <a:pt x="129498" y="52630"/>
                    </a:lnTo>
                    <a:lnTo>
                      <a:pt x="129373" y="52756"/>
                    </a:lnTo>
                    <a:lnTo>
                      <a:pt x="129289" y="52924"/>
                    </a:lnTo>
                    <a:lnTo>
                      <a:pt x="129247" y="53133"/>
                    </a:lnTo>
                    <a:lnTo>
                      <a:pt x="129331" y="53301"/>
                    </a:lnTo>
                    <a:lnTo>
                      <a:pt x="129415" y="53427"/>
                    </a:lnTo>
                    <a:lnTo>
                      <a:pt x="129582" y="53553"/>
                    </a:lnTo>
                    <a:lnTo>
                      <a:pt x="129834" y="53553"/>
                    </a:lnTo>
                    <a:lnTo>
                      <a:pt x="132853" y="53217"/>
                    </a:lnTo>
                    <a:lnTo>
                      <a:pt x="133063" y="53133"/>
                    </a:lnTo>
                    <a:lnTo>
                      <a:pt x="133189" y="53007"/>
                    </a:lnTo>
                    <a:lnTo>
                      <a:pt x="133273" y="52840"/>
                    </a:lnTo>
                    <a:lnTo>
                      <a:pt x="133315" y="52630"/>
                    </a:lnTo>
                    <a:lnTo>
                      <a:pt x="133231" y="52462"/>
                    </a:lnTo>
                    <a:lnTo>
                      <a:pt x="133147" y="52337"/>
                    </a:lnTo>
                    <a:lnTo>
                      <a:pt x="132979" y="52211"/>
                    </a:lnTo>
                    <a:close/>
                    <a:moveTo>
                      <a:pt x="126689" y="52924"/>
                    </a:moveTo>
                    <a:lnTo>
                      <a:pt x="123627" y="53301"/>
                    </a:lnTo>
                    <a:lnTo>
                      <a:pt x="123460" y="53343"/>
                    </a:lnTo>
                    <a:lnTo>
                      <a:pt x="123292" y="53469"/>
                    </a:lnTo>
                    <a:lnTo>
                      <a:pt x="123208" y="53637"/>
                    </a:lnTo>
                    <a:lnTo>
                      <a:pt x="123208" y="53846"/>
                    </a:lnTo>
                    <a:lnTo>
                      <a:pt x="123250" y="54014"/>
                    </a:lnTo>
                    <a:lnTo>
                      <a:pt x="123376" y="54182"/>
                    </a:lnTo>
                    <a:lnTo>
                      <a:pt x="123502" y="54266"/>
                    </a:lnTo>
                    <a:lnTo>
                      <a:pt x="123711" y="54308"/>
                    </a:lnTo>
                    <a:lnTo>
                      <a:pt x="123753" y="54308"/>
                    </a:lnTo>
                    <a:lnTo>
                      <a:pt x="126773" y="53930"/>
                    </a:lnTo>
                    <a:lnTo>
                      <a:pt x="126982" y="53846"/>
                    </a:lnTo>
                    <a:lnTo>
                      <a:pt x="127150" y="53720"/>
                    </a:lnTo>
                    <a:lnTo>
                      <a:pt x="127234" y="53553"/>
                    </a:lnTo>
                    <a:lnTo>
                      <a:pt x="127234" y="53343"/>
                    </a:lnTo>
                    <a:lnTo>
                      <a:pt x="127192" y="53175"/>
                    </a:lnTo>
                    <a:lnTo>
                      <a:pt x="127066" y="53049"/>
                    </a:lnTo>
                    <a:lnTo>
                      <a:pt x="126898" y="52966"/>
                    </a:lnTo>
                    <a:lnTo>
                      <a:pt x="126731" y="52924"/>
                    </a:lnTo>
                    <a:close/>
                    <a:moveTo>
                      <a:pt x="263651" y="52882"/>
                    </a:moveTo>
                    <a:lnTo>
                      <a:pt x="263483" y="52924"/>
                    </a:lnTo>
                    <a:lnTo>
                      <a:pt x="263315" y="53007"/>
                    </a:lnTo>
                    <a:lnTo>
                      <a:pt x="263190" y="53175"/>
                    </a:lnTo>
                    <a:lnTo>
                      <a:pt x="263148" y="53343"/>
                    </a:lnTo>
                    <a:lnTo>
                      <a:pt x="263148" y="53553"/>
                    </a:lnTo>
                    <a:lnTo>
                      <a:pt x="263232" y="53720"/>
                    </a:lnTo>
                    <a:lnTo>
                      <a:pt x="263399" y="53846"/>
                    </a:lnTo>
                    <a:lnTo>
                      <a:pt x="263567" y="53930"/>
                    </a:lnTo>
                    <a:lnTo>
                      <a:pt x="266586" y="54349"/>
                    </a:lnTo>
                    <a:lnTo>
                      <a:pt x="266838" y="54349"/>
                    </a:lnTo>
                    <a:lnTo>
                      <a:pt x="267006" y="54266"/>
                    </a:lnTo>
                    <a:lnTo>
                      <a:pt x="267090" y="54098"/>
                    </a:lnTo>
                    <a:lnTo>
                      <a:pt x="267173" y="53930"/>
                    </a:lnTo>
                    <a:lnTo>
                      <a:pt x="267173" y="53720"/>
                    </a:lnTo>
                    <a:lnTo>
                      <a:pt x="267090" y="53553"/>
                    </a:lnTo>
                    <a:lnTo>
                      <a:pt x="266922" y="53427"/>
                    </a:lnTo>
                    <a:lnTo>
                      <a:pt x="266754" y="53343"/>
                    </a:lnTo>
                    <a:lnTo>
                      <a:pt x="263735" y="52924"/>
                    </a:lnTo>
                    <a:lnTo>
                      <a:pt x="263651" y="52882"/>
                    </a:lnTo>
                    <a:close/>
                    <a:moveTo>
                      <a:pt x="120608" y="53637"/>
                    </a:moveTo>
                    <a:lnTo>
                      <a:pt x="117589" y="54014"/>
                    </a:lnTo>
                    <a:lnTo>
                      <a:pt x="117379" y="54098"/>
                    </a:lnTo>
                    <a:lnTo>
                      <a:pt x="117253" y="54224"/>
                    </a:lnTo>
                    <a:lnTo>
                      <a:pt x="117169" y="54391"/>
                    </a:lnTo>
                    <a:lnTo>
                      <a:pt x="117127" y="54601"/>
                    </a:lnTo>
                    <a:lnTo>
                      <a:pt x="117211" y="54769"/>
                    </a:lnTo>
                    <a:lnTo>
                      <a:pt x="117295" y="54895"/>
                    </a:lnTo>
                    <a:lnTo>
                      <a:pt x="117463" y="55020"/>
                    </a:lnTo>
                    <a:lnTo>
                      <a:pt x="117715" y="55020"/>
                    </a:lnTo>
                    <a:lnTo>
                      <a:pt x="120734" y="54685"/>
                    </a:lnTo>
                    <a:lnTo>
                      <a:pt x="120944" y="54601"/>
                    </a:lnTo>
                    <a:lnTo>
                      <a:pt x="121069" y="54475"/>
                    </a:lnTo>
                    <a:lnTo>
                      <a:pt x="121153" y="54308"/>
                    </a:lnTo>
                    <a:lnTo>
                      <a:pt x="121195" y="54098"/>
                    </a:lnTo>
                    <a:lnTo>
                      <a:pt x="121111" y="53930"/>
                    </a:lnTo>
                    <a:lnTo>
                      <a:pt x="121027" y="53762"/>
                    </a:lnTo>
                    <a:lnTo>
                      <a:pt x="120860" y="53678"/>
                    </a:lnTo>
                    <a:lnTo>
                      <a:pt x="120692" y="53637"/>
                    </a:lnTo>
                    <a:close/>
                    <a:moveTo>
                      <a:pt x="269690" y="53804"/>
                    </a:moveTo>
                    <a:lnTo>
                      <a:pt x="269522" y="53846"/>
                    </a:lnTo>
                    <a:lnTo>
                      <a:pt x="269354" y="53930"/>
                    </a:lnTo>
                    <a:lnTo>
                      <a:pt x="269228" y="54056"/>
                    </a:lnTo>
                    <a:lnTo>
                      <a:pt x="269186" y="54266"/>
                    </a:lnTo>
                    <a:lnTo>
                      <a:pt x="269186" y="54433"/>
                    </a:lnTo>
                    <a:lnTo>
                      <a:pt x="269270" y="54643"/>
                    </a:lnTo>
                    <a:lnTo>
                      <a:pt x="269396" y="54769"/>
                    </a:lnTo>
                    <a:lnTo>
                      <a:pt x="269606" y="54811"/>
                    </a:lnTo>
                    <a:lnTo>
                      <a:pt x="272625" y="55314"/>
                    </a:lnTo>
                    <a:lnTo>
                      <a:pt x="272709" y="55314"/>
                    </a:lnTo>
                    <a:lnTo>
                      <a:pt x="272877" y="55272"/>
                    </a:lnTo>
                    <a:lnTo>
                      <a:pt x="273003" y="55188"/>
                    </a:lnTo>
                    <a:lnTo>
                      <a:pt x="273128" y="55062"/>
                    </a:lnTo>
                    <a:lnTo>
                      <a:pt x="273212" y="54895"/>
                    </a:lnTo>
                    <a:lnTo>
                      <a:pt x="273170" y="54685"/>
                    </a:lnTo>
                    <a:lnTo>
                      <a:pt x="273128" y="54517"/>
                    </a:lnTo>
                    <a:lnTo>
                      <a:pt x="272961" y="54391"/>
                    </a:lnTo>
                    <a:lnTo>
                      <a:pt x="272793" y="54308"/>
                    </a:lnTo>
                    <a:lnTo>
                      <a:pt x="269773" y="53846"/>
                    </a:lnTo>
                    <a:lnTo>
                      <a:pt x="269690" y="53804"/>
                    </a:lnTo>
                    <a:close/>
                    <a:moveTo>
                      <a:pt x="114569" y="54391"/>
                    </a:moveTo>
                    <a:lnTo>
                      <a:pt x="111550" y="54769"/>
                    </a:lnTo>
                    <a:lnTo>
                      <a:pt x="111340" y="54811"/>
                    </a:lnTo>
                    <a:lnTo>
                      <a:pt x="111173" y="54937"/>
                    </a:lnTo>
                    <a:lnTo>
                      <a:pt x="111089" y="55104"/>
                    </a:lnTo>
                    <a:lnTo>
                      <a:pt x="111089" y="55314"/>
                    </a:lnTo>
                    <a:lnTo>
                      <a:pt x="111131" y="55482"/>
                    </a:lnTo>
                    <a:lnTo>
                      <a:pt x="111256" y="55649"/>
                    </a:lnTo>
                    <a:lnTo>
                      <a:pt x="111424" y="55733"/>
                    </a:lnTo>
                    <a:lnTo>
                      <a:pt x="111592" y="55775"/>
                    </a:lnTo>
                    <a:lnTo>
                      <a:pt x="111634" y="55775"/>
                    </a:lnTo>
                    <a:lnTo>
                      <a:pt x="114695" y="55398"/>
                    </a:lnTo>
                    <a:lnTo>
                      <a:pt x="114863" y="55356"/>
                    </a:lnTo>
                    <a:lnTo>
                      <a:pt x="115031" y="55188"/>
                    </a:lnTo>
                    <a:lnTo>
                      <a:pt x="115115" y="55020"/>
                    </a:lnTo>
                    <a:lnTo>
                      <a:pt x="115115" y="54853"/>
                    </a:lnTo>
                    <a:lnTo>
                      <a:pt x="115073" y="54643"/>
                    </a:lnTo>
                    <a:lnTo>
                      <a:pt x="114947" y="54517"/>
                    </a:lnTo>
                    <a:lnTo>
                      <a:pt x="114779" y="54433"/>
                    </a:lnTo>
                    <a:lnTo>
                      <a:pt x="114611" y="54391"/>
                    </a:lnTo>
                    <a:close/>
                    <a:moveTo>
                      <a:pt x="504" y="52001"/>
                    </a:moveTo>
                    <a:lnTo>
                      <a:pt x="336" y="52043"/>
                    </a:lnTo>
                    <a:lnTo>
                      <a:pt x="169" y="52127"/>
                    </a:lnTo>
                    <a:lnTo>
                      <a:pt x="43" y="52295"/>
                    </a:lnTo>
                    <a:lnTo>
                      <a:pt x="1" y="52504"/>
                    </a:lnTo>
                    <a:lnTo>
                      <a:pt x="1" y="55566"/>
                    </a:lnTo>
                    <a:lnTo>
                      <a:pt x="43" y="55733"/>
                    </a:lnTo>
                    <a:lnTo>
                      <a:pt x="169" y="55901"/>
                    </a:lnTo>
                    <a:lnTo>
                      <a:pt x="336" y="56027"/>
                    </a:lnTo>
                    <a:lnTo>
                      <a:pt x="504" y="56069"/>
                    </a:lnTo>
                    <a:lnTo>
                      <a:pt x="714" y="56027"/>
                    </a:lnTo>
                    <a:lnTo>
                      <a:pt x="882" y="55901"/>
                    </a:lnTo>
                    <a:lnTo>
                      <a:pt x="1007" y="55733"/>
                    </a:lnTo>
                    <a:lnTo>
                      <a:pt x="1049" y="55566"/>
                    </a:lnTo>
                    <a:lnTo>
                      <a:pt x="1049" y="52504"/>
                    </a:lnTo>
                    <a:lnTo>
                      <a:pt x="1007" y="52295"/>
                    </a:lnTo>
                    <a:lnTo>
                      <a:pt x="882" y="52127"/>
                    </a:lnTo>
                    <a:lnTo>
                      <a:pt x="714" y="52043"/>
                    </a:lnTo>
                    <a:lnTo>
                      <a:pt x="504" y="52001"/>
                    </a:lnTo>
                    <a:close/>
                    <a:moveTo>
                      <a:pt x="277406" y="54433"/>
                    </a:moveTo>
                    <a:lnTo>
                      <a:pt x="277280" y="54475"/>
                    </a:lnTo>
                    <a:lnTo>
                      <a:pt x="277154" y="54559"/>
                    </a:lnTo>
                    <a:lnTo>
                      <a:pt x="277070" y="54685"/>
                    </a:lnTo>
                    <a:lnTo>
                      <a:pt x="277028" y="54853"/>
                    </a:lnTo>
                    <a:lnTo>
                      <a:pt x="277028" y="55020"/>
                    </a:lnTo>
                    <a:lnTo>
                      <a:pt x="275770" y="54811"/>
                    </a:lnTo>
                    <a:lnTo>
                      <a:pt x="275686" y="54811"/>
                    </a:lnTo>
                    <a:lnTo>
                      <a:pt x="275519" y="54853"/>
                    </a:lnTo>
                    <a:lnTo>
                      <a:pt x="275393" y="54937"/>
                    </a:lnTo>
                    <a:lnTo>
                      <a:pt x="275267" y="55062"/>
                    </a:lnTo>
                    <a:lnTo>
                      <a:pt x="275183" y="55230"/>
                    </a:lnTo>
                    <a:lnTo>
                      <a:pt x="275225" y="55440"/>
                    </a:lnTo>
                    <a:lnTo>
                      <a:pt x="275309" y="55608"/>
                    </a:lnTo>
                    <a:lnTo>
                      <a:pt x="275435" y="55733"/>
                    </a:lnTo>
                    <a:lnTo>
                      <a:pt x="275603" y="55817"/>
                    </a:lnTo>
                    <a:lnTo>
                      <a:pt x="277783" y="56195"/>
                    </a:lnTo>
                    <a:lnTo>
                      <a:pt x="277993" y="56195"/>
                    </a:lnTo>
                    <a:lnTo>
                      <a:pt x="278119" y="56153"/>
                    </a:lnTo>
                    <a:lnTo>
                      <a:pt x="278203" y="56069"/>
                    </a:lnTo>
                    <a:lnTo>
                      <a:pt x="278286" y="55985"/>
                    </a:lnTo>
                    <a:lnTo>
                      <a:pt x="278370" y="55859"/>
                    </a:lnTo>
                    <a:lnTo>
                      <a:pt x="278412" y="55733"/>
                    </a:lnTo>
                    <a:lnTo>
                      <a:pt x="278370" y="55608"/>
                    </a:lnTo>
                    <a:lnTo>
                      <a:pt x="278328" y="55482"/>
                    </a:lnTo>
                    <a:lnTo>
                      <a:pt x="277993" y="54685"/>
                    </a:lnTo>
                    <a:lnTo>
                      <a:pt x="277909" y="54601"/>
                    </a:lnTo>
                    <a:lnTo>
                      <a:pt x="277783" y="54475"/>
                    </a:lnTo>
                    <a:lnTo>
                      <a:pt x="277657" y="54433"/>
                    </a:lnTo>
                    <a:close/>
                    <a:moveTo>
                      <a:pt x="108489" y="55104"/>
                    </a:moveTo>
                    <a:lnTo>
                      <a:pt x="105469" y="55440"/>
                    </a:lnTo>
                    <a:lnTo>
                      <a:pt x="105302" y="55524"/>
                    </a:lnTo>
                    <a:lnTo>
                      <a:pt x="105134" y="55649"/>
                    </a:lnTo>
                    <a:lnTo>
                      <a:pt x="105050" y="55817"/>
                    </a:lnTo>
                    <a:lnTo>
                      <a:pt x="105050" y="56027"/>
                    </a:lnTo>
                    <a:lnTo>
                      <a:pt x="105092" y="56195"/>
                    </a:lnTo>
                    <a:lnTo>
                      <a:pt x="105218" y="56320"/>
                    </a:lnTo>
                    <a:lnTo>
                      <a:pt x="105344" y="56446"/>
                    </a:lnTo>
                    <a:lnTo>
                      <a:pt x="105553" y="56488"/>
                    </a:lnTo>
                    <a:lnTo>
                      <a:pt x="105595" y="56446"/>
                    </a:lnTo>
                    <a:lnTo>
                      <a:pt x="108614" y="56111"/>
                    </a:lnTo>
                    <a:lnTo>
                      <a:pt x="108824" y="56069"/>
                    </a:lnTo>
                    <a:lnTo>
                      <a:pt x="108950" y="55943"/>
                    </a:lnTo>
                    <a:lnTo>
                      <a:pt x="109034" y="55733"/>
                    </a:lnTo>
                    <a:lnTo>
                      <a:pt x="109076" y="55566"/>
                    </a:lnTo>
                    <a:lnTo>
                      <a:pt x="109034" y="55356"/>
                    </a:lnTo>
                    <a:lnTo>
                      <a:pt x="108908" y="55230"/>
                    </a:lnTo>
                    <a:lnTo>
                      <a:pt x="108740" y="55146"/>
                    </a:lnTo>
                    <a:lnTo>
                      <a:pt x="108573" y="55104"/>
                    </a:lnTo>
                    <a:close/>
                    <a:moveTo>
                      <a:pt x="102450" y="55775"/>
                    </a:moveTo>
                    <a:lnTo>
                      <a:pt x="99431" y="56111"/>
                    </a:lnTo>
                    <a:lnTo>
                      <a:pt x="99221" y="56195"/>
                    </a:lnTo>
                    <a:lnTo>
                      <a:pt x="99095" y="56320"/>
                    </a:lnTo>
                    <a:lnTo>
                      <a:pt x="99011" y="56488"/>
                    </a:lnTo>
                    <a:lnTo>
                      <a:pt x="98969" y="56698"/>
                    </a:lnTo>
                    <a:lnTo>
                      <a:pt x="99011" y="56866"/>
                    </a:lnTo>
                    <a:lnTo>
                      <a:pt x="99137" y="56991"/>
                    </a:lnTo>
                    <a:lnTo>
                      <a:pt x="99305" y="57117"/>
                    </a:lnTo>
                    <a:lnTo>
                      <a:pt x="99473" y="57159"/>
                    </a:lnTo>
                    <a:lnTo>
                      <a:pt x="99514" y="57117"/>
                    </a:lnTo>
                    <a:lnTo>
                      <a:pt x="102576" y="56824"/>
                    </a:lnTo>
                    <a:lnTo>
                      <a:pt x="102743" y="56740"/>
                    </a:lnTo>
                    <a:lnTo>
                      <a:pt x="102911" y="56614"/>
                    </a:lnTo>
                    <a:lnTo>
                      <a:pt x="102995" y="56446"/>
                    </a:lnTo>
                    <a:lnTo>
                      <a:pt x="102995" y="56237"/>
                    </a:lnTo>
                    <a:lnTo>
                      <a:pt x="102953" y="56069"/>
                    </a:lnTo>
                    <a:lnTo>
                      <a:pt x="102827" y="55901"/>
                    </a:lnTo>
                    <a:lnTo>
                      <a:pt x="102702" y="55817"/>
                    </a:lnTo>
                    <a:lnTo>
                      <a:pt x="102492" y="55775"/>
                    </a:lnTo>
                    <a:close/>
                    <a:moveTo>
                      <a:pt x="96411" y="56446"/>
                    </a:moveTo>
                    <a:lnTo>
                      <a:pt x="93350" y="56740"/>
                    </a:lnTo>
                    <a:lnTo>
                      <a:pt x="93182" y="56824"/>
                    </a:lnTo>
                    <a:lnTo>
                      <a:pt x="93014" y="56949"/>
                    </a:lnTo>
                    <a:lnTo>
                      <a:pt x="92931" y="57117"/>
                    </a:lnTo>
                    <a:lnTo>
                      <a:pt x="92931" y="57327"/>
                    </a:lnTo>
                    <a:lnTo>
                      <a:pt x="92972" y="57495"/>
                    </a:lnTo>
                    <a:lnTo>
                      <a:pt x="93098" y="57620"/>
                    </a:lnTo>
                    <a:lnTo>
                      <a:pt x="93224" y="57746"/>
                    </a:lnTo>
                    <a:lnTo>
                      <a:pt x="93434" y="57788"/>
                    </a:lnTo>
                    <a:lnTo>
                      <a:pt x="93476" y="57746"/>
                    </a:lnTo>
                    <a:lnTo>
                      <a:pt x="96495" y="57453"/>
                    </a:lnTo>
                    <a:lnTo>
                      <a:pt x="96705" y="57411"/>
                    </a:lnTo>
                    <a:lnTo>
                      <a:pt x="96831" y="57285"/>
                    </a:lnTo>
                    <a:lnTo>
                      <a:pt x="96956" y="57117"/>
                    </a:lnTo>
                    <a:lnTo>
                      <a:pt x="96956" y="56908"/>
                    </a:lnTo>
                    <a:lnTo>
                      <a:pt x="96914" y="56698"/>
                    </a:lnTo>
                    <a:lnTo>
                      <a:pt x="96789" y="56572"/>
                    </a:lnTo>
                    <a:lnTo>
                      <a:pt x="96621" y="56488"/>
                    </a:lnTo>
                    <a:lnTo>
                      <a:pt x="96453" y="56446"/>
                    </a:lnTo>
                    <a:close/>
                    <a:moveTo>
                      <a:pt x="2140" y="56614"/>
                    </a:moveTo>
                    <a:lnTo>
                      <a:pt x="1972" y="56656"/>
                    </a:lnTo>
                    <a:lnTo>
                      <a:pt x="1804" y="56782"/>
                    </a:lnTo>
                    <a:lnTo>
                      <a:pt x="1720" y="56908"/>
                    </a:lnTo>
                    <a:lnTo>
                      <a:pt x="1636" y="57075"/>
                    </a:lnTo>
                    <a:lnTo>
                      <a:pt x="1678" y="57285"/>
                    </a:lnTo>
                    <a:lnTo>
                      <a:pt x="1762" y="57453"/>
                    </a:lnTo>
                    <a:lnTo>
                      <a:pt x="1930" y="57578"/>
                    </a:lnTo>
                    <a:lnTo>
                      <a:pt x="2098" y="57662"/>
                    </a:lnTo>
                    <a:lnTo>
                      <a:pt x="5159" y="57956"/>
                    </a:lnTo>
                    <a:lnTo>
                      <a:pt x="5369" y="57956"/>
                    </a:lnTo>
                    <a:lnTo>
                      <a:pt x="5536" y="57830"/>
                    </a:lnTo>
                    <a:lnTo>
                      <a:pt x="5662" y="57704"/>
                    </a:lnTo>
                    <a:lnTo>
                      <a:pt x="5704" y="57495"/>
                    </a:lnTo>
                    <a:lnTo>
                      <a:pt x="5662" y="57327"/>
                    </a:lnTo>
                    <a:lnTo>
                      <a:pt x="5578" y="57159"/>
                    </a:lnTo>
                    <a:lnTo>
                      <a:pt x="5453" y="57033"/>
                    </a:lnTo>
                    <a:lnTo>
                      <a:pt x="5243" y="56949"/>
                    </a:lnTo>
                    <a:lnTo>
                      <a:pt x="2224" y="56656"/>
                    </a:lnTo>
                    <a:lnTo>
                      <a:pt x="2140" y="56614"/>
                    </a:lnTo>
                    <a:close/>
                    <a:moveTo>
                      <a:pt x="90331" y="57033"/>
                    </a:moveTo>
                    <a:lnTo>
                      <a:pt x="87311" y="57327"/>
                    </a:lnTo>
                    <a:lnTo>
                      <a:pt x="87101" y="57369"/>
                    </a:lnTo>
                    <a:lnTo>
                      <a:pt x="86934" y="57495"/>
                    </a:lnTo>
                    <a:lnTo>
                      <a:pt x="86850" y="57662"/>
                    </a:lnTo>
                    <a:lnTo>
                      <a:pt x="86850" y="57872"/>
                    </a:lnTo>
                    <a:lnTo>
                      <a:pt x="86892" y="58040"/>
                    </a:lnTo>
                    <a:lnTo>
                      <a:pt x="87018" y="58208"/>
                    </a:lnTo>
                    <a:lnTo>
                      <a:pt x="87143" y="58291"/>
                    </a:lnTo>
                    <a:lnTo>
                      <a:pt x="87353" y="58333"/>
                    </a:lnTo>
                    <a:lnTo>
                      <a:pt x="87395" y="58333"/>
                    </a:lnTo>
                    <a:lnTo>
                      <a:pt x="90414" y="58040"/>
                    </a:lnTo>
                    <a:lnTo>
                      <a:pt x="90624" y="57998"/>
                    </a:lnTo>
                    <a:lnTo>
                      <a:pt x="90792" y="57872"/>
                    </a:lnTo>
                    <a:lnTo>
                      <a:pt x="90876" y="57704"/>
                    </a:lnTo>
                    <a:lnTo>
                      <a:pt x="90876" y="57495"/>
                    </a:lnTo>
                    <a:lnTo>
                      <a:pt x="90834" y="57327"/>
                    </a:lnTo>
                    <a:lnTo>
                      <a:pt x="90708" y="57159"/>
                    </a:lnTo>
                    <a:lnTo>
                      <a:pt x="90582" y="57075"/>
                    </a:lnTo>
                    <a:lnTo>
                      <a:pt x="90372" y="57033"/>
                    </a:lnTo>
                    <a:close/>
                    <a:moveTo>
                      <a:pt x="8220" y="57243"/>
                    </a:moveTo>
                    <a:lnTo>
                      <a:pt x="8053" y="57285"/>
                    </a:lnTo>
                    <a:lnTo>
                      <a:pt x="7885" y="57369"/>
                    </a:lnTo>
                    <a:lnTo>
                      <a:pt x="7759" y="57537"/>
                    </a:lnTo>
                    <a:lnTo>
                      <a:pt x="7717" y="57704"/>
                    </a:lnTo>
                    <a:lnTo>
                      <a:pt x="7759" y="57914"/>
                    </a:lnTo>
                    <a:lnTo>
                      <a:pt x="7843" y="58082"/>
                    </a:lnTo>
                    <a:lnTo>
                      <a:pt x="7969" y="58208"/>
                    </a:lnTo>
                    <a:lnTo>
                      <a:pt x="8178" y="58249"/>
                    </a:lnTo>
                    <a:lnTo>
                      <a:pt x="11240" y="58543"/>
                    </a:lnTo>
                    <a:lnTo>
                      <a:pt x="11282" y="58543"/>
                    </a:lnTo>
                    <a:lnTo>
                      <a:pt x="11449" y="58501"/>
                    </a:lnTo>
                    <a:lnTo>
                      <a:pt x="11617" y="58417"/>
                    </a:lnTo>
                    <a:lnTo>
                      <a:pt x="11743" y="58291"/>
                    </a:lnTo>
                    <a:lnTo>
                      <a:pt x="11785" y="58082"/>
                    </a:lnTo>
                    <a:lnTo>
                      <a:pt x="11743" y="57872"/>
                    </a:lnTo>
                    <a:lnTo>
                      <a:pt x="11659" y="57704"/>
                    </a:lnTo>
                    <a:lnTo>
                      <a:pt x="11491" y="57578"/>
                    </a:lnTo>
                    <a:lnTo>
                      <a:pt x="11324" y="57537"/>
                    </a:lnTo>
                    <a:lnTo>
                      <a:pt x="8262" y="57243"/>
                    </a:lnTo>
                    <a:close/>
                    <a:moveTo>
                      <a:pt x="84250" y="57578"/>
                    </a:moveTo>
                    <a:lnTo>
                      <a:pt x="81230" y="57830"/>
                    </a:lnTo>
                    <a:lnTo>
                      <a:pt x="81021" y="57872"/>
                    </a:lnTo>
                    <a:lnTo>
                      <a:pt x="80895" y="57998"/>
                    </a:lnTo>
                    <a:lnTo>
                      <a:pt x="80769" y="58166"/>
                    </a:lnTo>
                    <a:lnTo>
                      <a:pt x="80769" y="58375"/>
                    </a:lnTo>
                    <a:lnTo>
                      <a:pt x="80811" y="58585"/>
                    </a:lnTo>
                    <a:lnTo>
                      <a:pt x="80937" y="58711"/>
                    </a:lnTo>
                    <a:lnTo>
                      <a:pt x="81063" y="58795"/>
                    </a:lnTo>
                    <a:lnTo>
                      <a:pt x="81272" y="58837"/>
                    </a:lnTo>
                    <a:lnTo>
                      <a:pt x="81314" y="58837"/>
                    </a:lnTo>
                    <a:lnTo>
                      <a:pt x="84334" y="58585"/>
                    </a:lnTo>
                    <a:lnTo>
                      <a:pt x="84543" y="58543"/>
                    </a:lnTo>
                    <a:lnTo>
                      <a:pt x="84711" y="58417"/>
                    </a:lnTo>
                    <a:lnTo>
                      <a:pt x="84795" y="58249"/>
                    </a:lnTo>
                    <a:lnTo>
                      <a:pt x="84795" y="58040"/>
                    </a:lnTo>
                    <a:lnTo>
                      <a:pt x="84753" y="57872"/>
                    </a:lnTo>
                    <a:lnTo>
                      <a:pt x="84627" y="57704"/>
                    </a:lnTo>
                    <a:lnTo>
                      <a:pt x="84501" y="57620"/>
                    </a:lnTo>
                    <a:lnTo>
                      <a:pt x="84292" y="57578"/>
                    </a:lnTo>
                    <a:close/>
                    <a:moveTo>
                      <a:pt x="14301" y="57788"/>
                    </a:moveTo>
                    <a:lnTo>
                      <a:pt x="14133" y="57830"/>
                    </a:lnTo>
                    <a:lnTo>
                      <a:pt x="13966" y="57914"/>
                    </a:lnTo>
                    <a:lnTo>
                      <a:pt x="13840" y="58082"/>
                    </a:lnTo>
                    <a:lnTo>
                      <a:pt x="13798" y="58249"/>
                    </a:lnTo>
                    <a:lnTo>
                      <a:pt x="13840" y="58459"/>
                    </a:lnTo>
                    <a:lnTo>
                      <a:pt x="13924" y="58627"/>
                    </a:lnTo>
                    <a:lnTo>
                      <a:pt x="14091" y="58753"/>
                    </a:lnTo>
                    <a:lnTo>
                      <a:pt x="14259" y="58795"/>
                    </a:lnTo>
                    <a:lnTo>
                      <a:pt x="17320" y="59046"/>
                    </a:lnTo>
                    <a:lnTo>
                      <a:pt x="17362" y="59046"/>
                    </a:lnTo>
                    <a:lnTo>
                      <a:pt x="17530" y="59004"/>
                    </a:lnTo>
                    <a:lnTo>
                      <a:pt x="17698" y="58920"/>
                    </a:lnTo>
                    <a:lnTo>
                      <a:pt x="17824" y="58753"/>
                    </a:lnTo>
                    <a:lnTo>
                      <a:pt x="17866" y="58585"/>
                    </a:lnTo>
                    <a:lnTo>
                      <a:pt x="17824" y="58375"/>
                    </a:lnTo>
                    <a:lnTo>
                      <a:pt x="17740" y="58208"/>
                    </a:lnTo>
                    <a:lnTo>
                      <a:pt x="17572" y="58082"/>
                    </a:lnTo>
                    <a:lnTo>
                      <a:pt x="17404" y="58040"/>
                    </a:lnTo>
                    <a:lnTo>
                      <a:pt x="14343" y="57788"/>
                    </a:lnTo>
                    <a:close/>
                    <a:moveTo>
                      <a:pt x="78169" y="58040"/>
                    </a:moveTo>
                    <a:lnTo>
                      <a:pt x="75150" y="58249"/>
                    </a:lnTo>
                    <a:lnTo>
                      <a:pt x="74940" y="58333"/>
                    </a:lnTo>
                    <a:lnTo>
                      <a:pt x="74814" y="58459"/>
                    </a:lnTo>
                    <a:lnTo>
                      <a:pt x="74689" y="58627"/>
                    </a:lnTo>
                    <a:lnTo>
                      <a:pt x="74689" y="58795"/>
                    </a:lnTo>
                    <a:lnTo>
                      <a:pt x="74730" y="59004"/>
                    </a:lnTo>
                    <a:lnTo>
                      <a:pt x="74814" y="59130"/>
                    </a:lnTo>
                    <a:lnTo>
                      <a:pt x="74982" y="59256"/>
                    </a:lnTo>
                    <a:lnTo>
                      <a:pt x="75192" y="59298"/>
                    </a:lnTo>
                    <a:lnTo>
                      <a:pt x="78253" y="59088"/>
                    </a:lnTo>
                    <a:lnTo>
                      <a:pt x="78463" y="59004"/>
                    </a:lnTo>
                    <a:lnTo>
                      <a:pt x="78589" y="58920"/>
                    </a:lnTo>
                    <a:lnTo>
                      <a:pt x="78714" y="58711"/>
                    </a:lnTo>
                    <a:lnTo>
                      <a:pt x="78714" y="58543"/>
                    </a:lnTo>
                    <a:lnTo>
                      <a:pt x="78672" y="58333"/>
                    </a:lnTo>
                    <a:lnTo>
                      <a:pt x="78547" y="58208"/>
                    </a:lnTo>
                    <a:lnTo>
                      <a:pt x="78421" y="58082"/>
                    </a:lnTo>
                    <a:lnTo>
                      <a:pt x="78211" y="58040"/>
                    </a:lnTo>
                    <a:close/>
                    <a:moveTo>
                      <a:pt x="20382" y="58249"/>
                    </a:moveTo>
                    <a:lnTo>
                      <a:pt x="20214" y="58291"/>
                    </a:lnTo>
                    <a:lnTo>
                      <a:pt x="20046" y="58375"/>
                    </a:lnTo>
                    <a:lnTo>
                      <a:pt x="19920" y="58543"/>
                    </a:lnTo>
                    <a:lnTo>
                      <a:pt x="19879" y="58711"/>
                    </a:lnTo>
                    <a:lnTo>
                      <a:pt x="19920" y="58920"/>
                    </a:lnTo>
                    <a:lnTo>
                      <a:pt x="20004" y="59088"/>
                    </a:lnTo>
                    <a:lnTo>
                      <a:pt x="20172" y="59214"/>
                    </a:lnTo>
                    <a:lnTo>
                      <a:pt x="20340" y="59256"/>
                    </a:lnTo>
                    <a:lnTo>
                      <a:pt x="23401" y="59466"/>
                    </a:lnTo>
                    <a:lnTo>
                      <a:pt x="23443" y="59466"/>
                    </a:lnTo>
                    <a:lnTo>
                      <a:pt x="23611" y="59424"/>
                    </a:lnTo>
                    <a:lnTo>
                      <a:pt x="23779" y="59340"/>
                    </a:lnTo>
                    <a:lnTo>
                      <a:pt x="23904" y="59172"/>
                    </a:lnTo>
                    <a:lnTo>
                      <a:pt x="23946" y="59004"/>
                    </a:lnTo>
                    <a:lnTo>
                      <a:pt x="23904" y="58795"/>
                    </a:lnTo>
                    <a:lnTo>
                      <a:pt x="23820" y="58627"/>
                    </a:lnTo>
                    <a:lnTo>
                      <a:pt x="23653" y="58501"/>
                    </a:lnTo>
                    <a:lnTo>
                      <a:pt x="23485" y="58459"/>
                    </a:lnTo>
                    <a:lnTo>
                      <a:pt x="20424" y="58249"/>
                    </a:lnTo>
                    <a:close/>
                    <a:moveTo>
                      <a:pt x="72088" y="58459"/>
                    </a:moveTo>
                    <a:lnTo>
                      <a:pt x="69069" y="58627"/>
                    </a:lnTo>
                    <a:lnTo>
                      <a:pt x="68859" y="58669"/>
                    </a:lnTo>
                    <a:lnTo>
                      <a:pt x="68692" y="58795"/>
                    </a:lnTo>
                    <a:lnTo>
                      <a:pt x="68608" y="58962"/>
                    </a:lnTo>
                    <a:lnTo>
                      <a:pt x="68566" y="59172"/>
                    </a:lnTo>
                    <a:lnTo>
                      <a:pt x="68608" y="59340"/>
                    </a:lnTo>
                    <a:lnTo>
                      <a:pt x="68734" y="59508"/>
                    </a:lnTo>
                    <a:lnTo>
                      <a:pt x="68901" y="59591"/>
                    </a:lnTo>
                    <a:lnTo>
                      <a:pt x="69069" y="59633"/>
                    </a:lnTo>
                    <a:lnTo>
                      <a:pt x="69111" y="59633"/>
                    </a:lnTo>
                    <a:lnTo>
                      <a:pt x="72172" y="59466"/>
                    </a:lnTo>
                    <a:lnTo>
                      <a:pt x="72340" y="59424"/>
                    </a:lnTo>
                    <a:lnTo>
                      <a:pt x="72508" y="59298"/>
                    </a:lnTo>
                    <a:lnTo>
                      <a:pt x="72592" y="59130"/>
                    </a:lnTo>
                    <a:lnTo>
                      <a:pt x="72634" y="58920"/>
                    </a:lnTo>
                    <a:lnTo>
                      <a:pt x="72592" y="58753"/>
                    </a:lnTo>
                    <a:lnTo>
                      <a:pt x="72466" y="58585"/>
                    </a:lnTo>
                    <a:lnTo>
                      <a:pt x="72340" y="58501"/>
                    </a:lnTo>
                    <a:lnTo>
                      <a:pt x="72130" y="58459"/>
                    </a:lnTo>
                    <a:close/>
                    <a:moveTo>
                      <a:pt x="26504" y="58627"/>
                    </a:moveTo>
                    <a:lnTo>
                      <a:pt x="26295" y="58669"/>
                    </a:lnTo>
                    <a:lnTo>
                      <a:pt x="26127" y="58753"/>
                    </a:lnTo>
                    <a:lnTo>
                      <a:pt x="26043" y="58920"/>
                    </a:lnTo>
                    <a:lnTo>
                      <a:pt x="25959" y="59088"/>
                    </a:lnTo>
                    <a:lnTo>
                      <a:pt x="26001" y="59298"/>
                    </a:lnTo>
                    <a:lnTo>
                      <a:pt x="26085" y="59466"/>
                    </a:lnTo>
                    <a:lnTo>
                      <a:pt x="26253" y="59591"/>
                    </a:lnTo>
                    <a:lnTo>
                      <a:pt x="26462" y="59633"/>
                    </a:lnTo>
                    <a:lnTo>
                      <a:pt x="29524" y="59801"/>
                    </a:lnTo>
                    <a:lnTo>
                      <a:pt x="29733" y="59759"/>
                    </a:lnTo>
                    <a:lnTo>
                      <a:pt x="29901" y="59633"/>
                    </a:lnTo>
                    <a:lnTo>
                      <a:pt x="29985" y="59508"/>
                    </a:lnTo>
                    <a:lnTo>
                      <a:pt x="30027" y="59298"/>
                    </a:lnTo>
                    <a:lnTo>
                      <a:pt x="30027" y="59088"/>
                    </a:lnTo>
                    <a:lnTo>
                      <a:pt x="29901" y="58920"/>
                    </a:lnTo>
                    <a:lnTo>
                      <a:pt x="29733" y="58837"/>
                    </a:lnTo>
                    <a:lnTo>
                      <a:pt x="29566" y="58753"/>
                    </a:lnTo>
                    <a:lnTo>
                      <a:pt x="26504" y="58627"/>
                    </a:lnTo>
                    <a:close/>
                    <a:moveTo>
                      <a:pt x="66008" y="58753"/>
                    </a:moveTo>
                    <a:lnTo>
                      <a:pt x="62988" y="58878"/>
                    </a:lnTo>
                    <a:lnTo>
                      <a:pt x="62779" y="58962"/>
                    </a:lnTo>
                    <a:lnTo>
                      <a:pt x="62611" y="59046"/>
                    </a:lnTo>
                    <a:lnTo>
                      <a:pt x="62527" y="59214"/>
                    </a:lnTo>
                    <a:lnTo>
                      <a:pt x="62485" y="59424"/>
                    </a:lnTo>
                    <a:lnTo>
                      <a:pt x="62527" y="59633"/>
                    </a:lnTo>
                    <a:lnTo>
                      <a:pt x="62653" y="59759"/>
                    </a:lnTo>
                    <a:lnTo>
                      <a:pt x="62779" y="59885"/>
                    </a:lnTo>
                    <a:lnTo>
                      <a:pt x="62988" y="59927"/>
                    </a:lnTo>
                    <a:lnTo>
                      <a:pt x="66050" y="59801"/>
                    </a:lnTo>
                    <a:lnTo>
                      <a:pt x="66259" y="59759"/>
                    </a:lnTo>
                    <a:lnTo>
                      <a:pt x="66427" y="59633"/>
                    </a:lnTo>
                    <a:lnTo>
                      <a:pt x="66511" y="59466"/>
                    </a:lnTo>
                    <a:lnTo>
                      <a:pt x="66553" y="59256"/>
                    </a:lnTo>
                    <a:lnTo>
                      <a:pt x="66511" y="59046"/>
                    </a:lnTo>
                    <a:lnTo>
                      <a:pt x="66385" y="58920"/>
                    </a:lnTo>
                    <a:lnTo>
                      <a:pt x="66217" y="58795"/>
                    </a:lnTo>
                    <a:lnTo>
                      <a:pt x="66050" y="58753"/>
                    </a:lnTo>
                    <a:close/>
                    <a:moveTo>
                      <a:pt x="32585" y="58878"/>
                    </a:moveTo>
                    <a:lnTo>
                      <a:pt x="32417" y="58920"/>
                    </a:lnTo>
                    <a:lnTo>
                      <a:pt x="32250" y="59046"/>
                    </a:lnTo>
                    <a:lnTo>
                      <a:pt x="32124" y="59172"/>
                    </a:lnTo>
                    <a:lnTo>
                      <a:pt x="32082" y="59382"/>
                    </a:lnTo>
                    <a:lnTo>
                      <a:pt x="32124" y="59591"/>
                    </a:lnTo>
                    <a:lnTo>
                      <a:pt x="32208" y="59759"/>
                    </a:lnTo>
                    <a:lnTo>
                      <a:pt x="32375" y="59885"/>
                    </a:lnTo>
                    <a:lnTo>
                      <a:pt x="32543" y="59927"/>
                    </a:lnTo>
                    <a:lnTo>
                      <a:pt x="35604" y="60011"/>
                    </a:lnTo>
                    <a:lnTo>
                      <a:pt x="35646" y="60011"/>
                    </a:lnTo>
                    <a:lnTo>
                      <a:pt x="35814" y="59969"/>
                    </a:lnTo>
                    <a:lnTo>
                      <a:pt x="35982" y="59885"/>
                    </a:lnTo>
                    <a:lnTo>
                      <a:pt x="36108" y="59717"/>
                    </a:lnTo>
                    <a:lnTo>
                      <a:pt x="36150" y="59508"/>
                    </a:lnTo>
                    <a:lnTo>
                      <a:pt x="36108" y="59340"/>
                    </a:lnTo>
                    <a:lnTo>
                      <a:pt x="35982" y="59172"/>
                    </a:lnTo>
                    <a:lnTo>
                      <a:pt x="35856" y="59046"/>
                    </a:lnTo>
                    <a:lnTo>
                      <a:pt x="35646" y="59004"/>
                    </a:lnTo>
                    <a:lnTo>
                      <a:pt x="32585" y="58878"/>
                    </a:lnTo>
                    <a:close/>
                    <a:moveTo>
                      <a:pt x="59927" y="59004"/>
                    </a:moveTo>
                    <a:lnTo>
                      <a:pt x="56866" y="59088"/>
                    </a:lnTo>
                    <a:lnTo>
                      <a:pt x="56698" y="59130"/>
                    </a:lnTo>
                    <a:lnTo>
                      <a:pt x="56530" y="59256"/>
                    </a:lnTo>
                    <a:lnTo>
                      <a:pt x="56405" y="59424"/>
                    </a:lnTo>
                    <a:lnTo>
                      <a:pt x="56363" y="59591"/>
                    </a:lnTo>
                    <a:lnTo>
                      <a:pt x="56405" y="59801"/>
                    </a:lnTo>
                    <a:lnTo>
                      <a:pt x="56530" y="59969"/>
                    </a:lnTo>
                    <a:lnTo>
                      <a:pt x="56698" y="60053"/>
                    </a:lnTo>
                    <a:lnTo>
                      <a:pt x="56908" y="60095"/>
                    </a:lnTo>
                    <a:lnTo>
                      <a:pt x="59969" y="60011"/>
                    </a:lnTo>
                    <a:lnTo>
                      <a:pt x="60137" y="59969"/>
                    </a:lnTo>
                    <a:lnTo>
                      <a:pt x="60305" y="59843"/>
                    </a:lnTo>
                    <a:lnTo>
                      <a:pt x="60430" y="59675"/>
                    </a:lnTo>
                    <a:lnTo>
                      <a:pt x="60430" y="59508"/>
                    </a:lnTo>
                    <a:lnTo>
                      <a:pt x="60388" y="59298"/>
                    </a:lnTo>
                    <a:lnTo>
                      <a:pt x="60305" y="59130"/>
                    </a:lnTo>
                    <a:lnTo>
                      <a:pt x="60137" y="59046"/>
                    </a:lnTo>
                    <a:lnTo>
                      <a:pt x="59969" y="59004"/>
                    </a:lnTo>
                    <a:close/>
                    <a:moveTo>
                      <a:pt x="38708" y="59088"/>
                    </a:moveTo>
                    <a:lnTo>
                      <a:pt x="38498" y="59130"/>
                    </a:lnTo>
                    <a:lnTo>
                      <a:pt x="38330" y="59214"/>
                    </a:lnTo>
                    <a:lnTo>
                      <a:pt x="38204" y="59382"/>
                    </a:lnTo>
                    <a:lnTo>
                      <a:pt x="38162" y="59591"/>
                    </a:lnTo>
                    <a:lnTo>
                      <a:pt x="38204" y="59759"/>
                    </a:lnTo>
                    <a:lnTo>
                      <a:pt x="38330" y="59927"/>
                    </a:lnTo>
                    <a:lnTo>
                      <a:pt x="38456" y="60053"/>
                    </a:lnTo>
                    <a:lnTo>
                      <a:pt x="38666" y="60095"/>
                    </a:lnTo>
                    <a:lnTo>
                      <a:pt x="41727" y="60137"/>
                    </a:lnTo>
                    <a:lnTo>
                      <a:pt x="41937" y="60137"/>
                    </a:lnTo>
                    <a:lnTo>
                      <a:pt x="42104" y="60011"/>
                    </a:lnTo>
                    <a:lnTo>
                      <a:pt x="42188" y="59843"/>
                    </a:lnTo>
                    <a:lnTo>
                      <a:pt x="42230" y="59675"/>
                    </a:lnTo>
                    <a:lnTo>
                      <a:pt x="42188" y="59466"/>
                    </a:lnTo>
                    <a:lnTo>
                      <a:pt x="42104" y="59298"/>
                    </a:lnTo>
                    <a:lnTo>
                      <a:pt x="41937" y="59172"/>
                    </a:lnTo>
                    <a:lnTo>
                      <a:pt x="41727" y="59130"/>
                    </a:lnTo>
                    <a:lnTo>
                      <a:pt x="38708" y="59088"/>
                    </a:lnTo>
                    <a:close/>
                    <a:moveTo>
                      <a:pt x="53846" y="59130"/>
                    </a:moveTo>
                    <a:lnTo>
                      <a:pt x="50785" y="59172"/>
                    </a:lnTo>
                    <a:lnTo>
                      <a:pt x="50575" y="59214"/>
                    </a:lnTo>
                    <a:lnTo>
                      <a:pt x="50408" y="59340"/>
                    </a:lnTo>
                    <a:lnTo>
                      <a:pt x="50324" y="59508"/>
                    </a:lnTo>
                    <a:lnTo>
                      <a:pt x="50282" y="59675"/>
                    </a:lnTo>
                    <a:lnTo>
                      <a:pt x="50324" y="59885"/>
                    </a:lnTo>
                    <a:lnTo>
                      <a:pt x="50450" y="60053"/>
                    </a:lnTo>
                    <a:lnTo>
                      <a:pt x="50575" y="60137"/>
                    </a:lnTo>
                    <a:lnTo>
                      <a:pt x="50785" y="60178"/>
                    </a:lnTo>
                    <a:lnTo>
                      <a:pt x="53846" y="60137"/>
                    </a:lnTo>
                    <a:lnTo>
                      <a:pt x="54056" y="60095"/>
                    </a:lnTo>
                    <a:lnTo>
                      <a:pt x="54224" y="60011"/>
                    </a:lnTo>
                    <a:lnTo>
                      <a:pt x="54308" y="59843"/>
                    </a:lnTo>
                    <a:lnTo>
                      <a:pt x="54350" y="59633"/>
                    </a:lnTo>
                    <a:lnTo>
                      <a:pt x="54308" y="59466"/>
                    </a:lnTo>
                    <a:lnTo>
                      <a:pt x="54182" y="59298"/>
                    </a:lnTo>
                    <a:lnTo>
                      <a:pt x="54014" y="59172"/>
                    </a:lnTo>
                    <a:lnTo>
                      <a:pt x="53846" y="59130"/>
                    </a:lnTo>
                    <a:close/>
                    <a:moveTo>
                      <a:pt x="44788" y="59172"/>
                    </a:moveTo>
                    <a:lnTo>
                      <a:pt x="44579" y="59214"/>
                    </a:lnTo>
                    <a:lnTo>
                      <a:pt x="44411" y="59340"/>
                    </a:lnTo>
                    <a:lnTo>
                      <a:pt x="44327" y="59466"/>
                    </a:lnTo>
                    <a:lnTo>
                      <a:pt x="44285" y="59675"/>
                    </a:lnTo>
                    <a:lnTo>
                      <a:pt x="44327" y="59885"/>
                    </a:lnTo>
                    <a:lnTo>
                      <a:pt x="44411" y="60053"/>
                    </a:lnTo>
                    <a:lnTo>
                      <a:pt x="44579" y="60137"/>
                    </a:lnTo>
                    <a:lnTo>
                      <a:pt x="44788" y="60178"/>
                    </a:lnTo>
                    <a:lnTo>
                      <a:pt x="47850" y="60220"/>
                    </a:lnTo>
                    <a:lnTo>
                      <a:pt x="48017" y="60178"/>
                    </a:lnTo>
                    <a:lnTo>
                      <a:pt x="48185" y="60053"/>
                    </a:lnTo>
                    <a:lnTo>
                      <a:pt x="48311" y="59885"/>
                    </a:lnTo>
                    <a:lnTo>
                      <a:pt x="48353" y="59675"/>
                    </a:lnTo>
                    <a:lnTo>
                      <a:pt x="48311" y="59508"/>
                    </a:lnTo>
                    <a:lnTo>
                      <a:pt x="48185" y="59340"/>
                    </a:lnTo>
                    <a:lnTo>
                      <a:pt x="48017" y="59214"/>
                    </a:lnTo>
                    <a:lnTo>
                      <a:pt x="47850" y="59172"/>
                    </a:lnTo>
                    <a:close/>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356;p17">
                <a:extLst>
                  <a:ext uri="{FF2B5EF4-FFF2-40B4-BE49-F238E27FC236}">
                    <a16:creationId xmlns:a16="http://schemas.microsoft.com/office/drawing/2014/main" id="{67B7C8AB-BD65-CB69-0557-E5C76D6982DB}"/>
                  </a:ext>
                </a:extLst>
              </p:cNvPr>
              <p:cNvSpPr/>
              <p:nvPr/>
            </p:nvSpPr>
            <p:spPr>
              <a:xfrm>
                <a:off x="2783972" y="2354757"/>
                <a:ext cx="79031" cy="20379"/>
              </a:xfrm>
              <a:custGeom>
                <a:avLst/>
                <a:gdLst/>
                <a:ahLst/>
                <a:cxnLst/>
                <a:rect l="l" t="t" r="r" b="b"/>
                <a:pathLst>
                  <a:path w="4068" h="1049" fill="none" extrusionOk="0">
                    <a:moveTo>
                      <a:pt x="503" y="0"/>
                    </a:moveTo>
                    <a:lnTo>
                      <a:pt x="503" y="0"/>
                    </a:lnTo>
                    <a:lnTo>
                      <a:pt x="503" y="0"/>
                    </a:lnTo>
                    <a:lnTo>
                      <a:pt x="294" y="42"/>
                    </a:lnTo>
                    <a:lnTo>
                      <a:pt x="126" y="168"/>
                    </a:lnTo>
                    <a:lnTo>
                      <a:pt x="42" y="294"/>
                    </a:lnTo>
                    <a:lnTo>
                      <a:pt x="0" y="503"/>
                    </a:lnTo>
                    <a:lnTo>
                      <a:pt x="0" y="503"/>
                    </a:lnTo>
                    <a:lnTo>
                      <a:pt x="42" y="713"/>
                    </a:lnTo>
                    <a:lnTo>
                      <a:pt x="126" y="881"/>
                    </a:lnTo>
                    <a:lnTo>
                      <a:pt x="294" y="965"/>
                    </a:lnTo>
                    <a:lnTo>
                      <a:pt x="503" y="1006"/>
                    </a:lnTo>
                    <a:lnTo>
                      <a:pt x="503" y="1006"/>
                    </a:lnTo>
                    <a:lnTo>
                      <a:pt x="3565" y="1048"/>
                    </a:lnTo>
                    <a:lnTo>
                      <a:pt x="3565" y="1048"/>
                    </a:lnTo>
                    <a:lnTo>
                      <a:pt x="3732" y="1006"/>
                    </a:lnTo>
                    <a:lnTo>
                      <a:pt x="3900" y="881"/>
                    </a:lnTo>
                    <a:lnTo>
                      <a:pt x="4026" y="713"/>
                    </a:lnTo>
                    <a:lnTo>
                      <a:pt x="4068" y="503"/>
                    </a:lnTo>
                    <a:lnTo>
                      <a:pt x="4068" y="503"/>
                    </a:lnTo>
                    <a:lnTo>
                      <a:pt x="4026" y="336"/>
                    </a:lnTo>
                    <a:lnTo>
                      <a:pt x="3900" y="168"/>
                    </a:lnTo>
                    <a:lnTo>
                      <a:pt x="3732" y="42"/>
                    </a:lnTo>
                    <a:lnTo>
                      <a:pt x="3565" y="0"/>
                    </a:lnTo>
                    <a:lnTo>
                      <a:pt x="356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357;p17">
                <a:extLst>
                  <a:ext uri="{FF2B5EF4-FFF2-40B4-BE49-F238E27FC236}">
                    <a16:creationId xmlns:a16="http://schemas.microsoft.com/office/drawing/2014/main" id="{A8C650E5-250C-AD8D-9122-AA078FA3CE12}"/>
                  </a:ext>
                </a:extLst>
              </p:cNvPr>
              <p:cNvSpPr/>
              <p:nvPr/>
            </p:nvSpPr>
            <p:spPr>
              <a:xfrm>
                <a:off x="2900457" y="2353941"/>
                <a:ext cx="79050" cy="20379"/>
              </a:xfrm>
              <a:custGeom>
                <a:avLst/>
                <a:gdLst/>
                <a:ahLst/>
                <a:cxnLst/>
                <a:rect l="l" t="t" r="r" b="b"/>
                <a:pathLst>
                  <a:path w="4069" h="1049" fill="none" extrusionOk="0">
                    <a:moveTo>
                      <a:pt x="3565" y="0"/>
                    </a:moveTo>
                    <a:lnTo>
                      <a:pt x="3565" y="0"/>
                    </a:lnTo>
                    <a:lnTo>
                      <a:pt x="3565" y="0"/>
                    </a:lnTo>
                    <a:lnTo>
                      <a:pt x="504" y="42"/>
                    </a:lnTo>
                    <a:lnTo>
                      <a:pt x="504" y="42"/>
                    </a:lnTo>
                    <a:lnTo>
                      <a:pt x="294" y="84"/>
                    </a:lnTo>
                    <a:lnTo>
                      <a:pt x="127" y="210"/>
                    </a:lnTo>
                    <a:lnTo>
                      <a:pt x="43" y="378"/>
                    </a:lnTo>
                    <a:lnTo>
                      <a:pt x="1" y="545"/>
                    </a:lnTo>
                    <a:lnTo>
                      <a:pt x="1" y="545"/>
                    </a:lnTo>
                    <a:lnTo>
                      <a:pt x="43" y="755"/>
                    </a:lnTo>
                    <a:lnTo>
                      <a:pt x="169" y="923"/>
                    </a:lnTo>
                    <a:lnTo>
                      <a:pt x="294" y="1007"/>
                    </a:lnTo>
                    <a:lnTo>
                      <a:pt x="504" y="1048"/>
                    </a:lnTo>
                    <a:lnTo>
                      <a:pt x="504" y="1048"/>
                    </a:lnTo>
                    <a:lnTo>
                      <a:pt x="504" y="1048"/>
                    </a:lnTo>
                    <a:lnTo>
                      <a:pt x="3565" y="1007"/>
                    </a:lnTo>
                    <a:lnTo>
                      <a:pt x="3565" y="1007"/>
                    </a:lnTo>
                    <a:lnTo>
                      <a:pt x="3775" y="965"/>
                    </a:lnTo>
                    <a:lnTo>
                      <a:pt x="3943" y="881"/>
                    </a:lnTo>
                    <a:lnTo>
                      <a:pt x="4027" y="713"/>
                    </a:lnTo>
                    <a:lnTo>
                      <a:pt x="4069" y="503"/>
                    </a:lnTo>
                    <a:lnTo>
                      <a:pt x="4069" y="503"/>
                    </a:lnTo>
                    <a:lnTo>
                      <a:pt x="4027" y="336"/>
                    </a:lnTo>
                    <a:lnTo>
                      <a:pt x="3901"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358;p17">
                <a:extLst>
                  <a:ext uri="{FF2B5EF4-FFF2-40B4-BE49-F238E27FC236}">
                    <a16:creationId xmlns:a16="http://schemas.microsoft.com/office/drawing/2014/main" id="{7C8BA16F-B268-806A-FE1C-9D824936FD6E}"/>
                  </a:ext>
                </a:extLst>
              </p:cNvPr>
              <p:cNvSpPr/>
              <p:nvPr/>
            </p:nvSpPr>
            <p:spPr>
              <a:xfrm>
                <a:off x="2665021" y="2353125"/>
                <a:ext cx="79050" cy="20379"/>
              </a:xfrm>
              <a:custGeom>
                <a:avLst/>
                <a:gdLst/>
                <a:ahLst/>
                <a:cxnLst/>
                <a:rect l="l" t="t" r="r" b="b"/>
                <a:pathLst>
                  <a:path w="4069" h="1049" fill="none" extrusionOk="0">
                    <a:moveTo>
                      <a:pt x="546" y="0"/>
                    </a:moveTo>
                    <a:lnTo>
                      <a:pt x="546" y="0"/>
                    </a:lnTo>
                    <a:lnTo>
                      <a:pt x="336" y="42"/>
                    </a:lnTo>
                    <a:lnTo>
                      <a:pt x="168" y="126"/>
                    </a:lnTo>
                    <a:lnTo>
                      <a:pt x="42" y="294"/>
                    </a:lnTo>
                    <a:lnTo>
                      <a:pt x="0" y="503"/>
                    </a:lnTo>
                    <a:lnTo>
                      <a:pt x="0" y="503"/>
                    </a:lnTo>
                    <a:lnTo>
                      <a:pt x="42" y="671"/>
                    </a:lnTo>
                    <a:lnTo>
                      <a:pt x="168" y="839"/>
                    </a:lnTo>
                    <a:lnTo>
                      <a:pt x="294" y="965"/>
                    </a:lnTo>
                    <a:lnTo>
                      <a:pt x="504" y="1007"/>
                    </a:lnTo>
                    <a:lnTo>
                      <a:pt x="504" y="1007"/>
                    </a:lnTo>
                    <a:lnTo>
                      <a:pt x="3565" y="1049"/>
                    </a:lnTo>
                    <a:lnTo>
                      <a:pt x="3565" y="1049"/>
                    </a:lnTo>
                    <a:lnTo>
                      <a:pt x="3565" y="1049"/>
                    </a:lnTo>
                    <a:lnTo>
                      <a:pt x="3775" y="1049"/>
                    </a:lnTo>
                    <a:lnTo>
                      <a:pt x="3942" y="923"/>
                    </a:lnTo>
                    <a:lnTo>
                      <a:pt x="4026" y="755"/>
                    </a:lnTo>
                    <a:lnTo>
                      <a:pt x="4068" y="587"/>
                    </a:lnTo>
                    <a:lnTo>
                      <a:pt x="4068" y="587"/>
                    </a:lnTo>
                    <a:lnTo>
                      <a:pt x="4026" y="378"/>
                    </a:lnTo>
                    <a:lnTo>
                      <a:pt x="3942" y="210"/>
                    </a:lnTo>
                    <a:lnTo>
                      <a:pt x="3775" y="84"/>
                    </a:lnTo>
                    <a:lnTo>
                      <a:pt x="3565" y="42"/>
                    </a:lnTo>
                    <a:lnTo>
                      <a:pt x="3565" y="42"/>
                    </a:lnTo>
                    <a:lnTo>
                      <a:pt x="546" y="0"/>
                    </a:lnTo>
                    <a:lnTo>
                      <a:pt x="546" y="0"/>
                    </a:lnTo>
                    <a:lnTo>
                      <a:pt x="54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359;p17">
                <a:extLst>
                  <a:ext uri="{FF2B5EF4-FFF2-40B4-BE49-F238E27FC236}">
                    <a16:creationId xmlns:a16="http://schemas.microsoft.com/office/drawing/2014/main" id="{FED17DFD-93EC-59FA-187D-FD246105A7F7}"/>
                  </a:ext>
                </a:extLst>
              </p:cNvPr>
              <p:cNvSpPr/>
              <p:nvPr/>
            </p:nvSpPr>
            <p:spPr>
              <a:xfrm>
                <a:off x="3018593" y="2351493"/>
                <a:ext cx="79050" cy="21195"/>
              </a:xfrm>
              <a:custGeom>
                <a:avLst/>
                <a:gdLst/>
                <a:ahLst/>
                <a:cxnLst/>
                <a:rect l="l" t="t" r="r" b="b"/>
                <a:pathLst>
                  <a:path w="4069" h="1091" fill="none" extrusionOk="0">
                    <a:moveTo>
                      <a:pt x="3607" y="0"/>
                    </a:moveTo>
                    <a:lnTo>
                      <a:pt x="3607" y="0"/>
                    </a:lnTo>
                    <a:lnTo>
                      <a:pt x="3565" y="0"/>
                    </a:lnTo>
                    <a:lnTo>
                      <a:pt x="3565" y="0"/>
                    </a:lnTo>
                    <a:lnTo>
                      <a:pt x="504" y="84"/>
                    </a:lnTo>
                    <a:lnTo>
                      <a:pt x="504" y="84"/>
                    </a:lnTo>
                    <a:lnTo>
                      <a:pt x="336" y="126"/>
                    </a:lnTo>
                    <a:lnTo>
                      <a:pt x="168" y="252"/>
                    </a:lnTo>
                    <a:lnTo>
                      <a:pt x="43" y="420"/>
                    </a:lnTo>
                    <a:lnTo>
                      <a:pt x="1" y="587"/>
                    </a:lnTo>
                    <a:lnTo>
                      <a:pt x="1" y="587"/>
                    </a:lnTo>
                    <a:lnTo>
                      <a:pt x="43" y="797"/>
                    </a:lnTo>
                    <a:lnTo>
                      <a:pt x="168" y="965"/>
                    </a:lnTo>
                    <a:lnTo>
                      <a:pt x="336" y="1049"/>
                    </a:lnTo>
                    <a:lnTo>
                      <a:pt x="546" y="1091"/>
                    </a:lnTo>
                    <a:lnTo>
                      <a:pt x="546" y="1091"/>
                    </a:lnTo>
                    <a:lnTo>
                      <a:pt x="546" y="1091"/>
                    </a:lnTo>
                    <a:lnTo>
                      <a:pt x="3607" y="1007"/>
                    </a:lnTo>
                    <a:lnTo>
                      <a:pt x="3607" y="1007"/>
                    </a:lnTo>
                    <a:lnTo>
                      <a:pt x="3775" y="965"/>
                    </a:lnTo>
                    <a:lnTo>
                      <a:pt x="3943" y="839"/>
                    </a:lnTo>
                    <a:lnTo>
                      <a:pt x="4068" y="671"/>
                    </a:lnTo>
                    <a:lnTo>
                      <a:pt x="4068" y="504"/>
                    </a:lnTo>
                    <a:lnTo>
                      <a:pt x="4068" y="504"/>
                    </a:lnTo>
                    <a:lnTo>
                      <a:pt x="4026" y="294"/>
                    </a:lnTo>
                    <a:lnTo>
                      <a:pt x="3943" y="126"/>
                    </a:lnTo>
                    <a:lnTo>
                      <a:pt x="3775" y="42"/>
                    </a:lnTo>
                    <a:lnTo>
                      <a:pt x="3607"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360;p17">
                <a:extLst>
                  <a:ext uri="{FF2B5EF4-FFF2-40B4-BE49-F238E27FC236}">
                    <a16:creationId xmlns:a16="http://schemas.microsoft.com/office/drawing/2014/main" id="{2A8388CD-A3DE-1E09-F1F9-D7A48754945E}"/>
                  </a:ext>
                </a:extLst>
              </p:cNvPr>
              <p:cNvSpPr/>
              <p:nvPr/>
            </p:nvSpPr>
            <p:spPr>
              <a:xfrm>
                <a:off x="2546885" y="2349045"/>
                <a:ext cx="79050" cy="22011"/>
              </a:xfrm>
              <a:custGeom>
                <a:avLst/>
                <a:gdLst/>
                <a:ahLst/>
                <a:cxnLst/>
                <a:rect l="l" t="t" r="r" b="b"/>
                <a:pathLst>
                  <a:path w="4069" h="1133" fill="none" extrusionOk="0">
                    <a:moveTo>
                      <a:pt x="504" y="0"/>
                    </a:moveTo>
                    <a:lnTo>
                      <a:pt x="504" y="0"/>
                    </a:lnTo>
                    <a:lnTo>
                      <a:pt x="336" y="42"/>
                    </a:lnTo>
                    <a:lnTo>
                      <a:pt x="169" y="168"/>
                    </a:lnTo>
                    <a:lnTo>
                      <a:pt x="43" y="294"/>
                    </a:lnTo>
                    <a:lnTo>
                      <a:pt x="1" y="504"/>
                    </a:lnTo>
                    <a:lnTo>
                      <a:pt x="1" y="504"/>
                    </a:lnTo>
                    <a:lnTo>
                      <a:pt x="43" y="713"/>
                    </a:lnTo>
                    <a:lnTo>
                      <a:pt x="127" y="881"/>
                    </a:lnTo>
                    <a:lnTo>
                      <a:pt x="294" y="1007"/>
                    </a:lnTo>
                    <a:lnTo>
                      <a:pt x="462" y="1049"/>
                    </a:lnTo>
                    <a:lnTo>
                      <a:pt x="462" y="1049"/>
                    </a:lnTo>
                    <a:lnTo>
                      <a:pt x="3523" y="1133"/>
                    </a:lnTo>
                    <a:lnTo>
                      <a:pt x="3565" y="1133"/>
                    </a:lnTo>
                    <a:lnTo>
                      <a:pt x="3565" y="1133"/>
                    </a:lnTo>
                    <a:lnTo>
                      <a:pt x="3733" y="1091"/>
                    </a:lnTo>
                    <a:lnTo>
                      <a:pt x="3901" y="1007"/>
                    </a:lnTo>
                    <a:lnTo>
                      <a:pt x="4027" y="839"/>
                    </a:lnTo>
                    <a:lnTo>
                      <a:pt x="4069" y="630"/>
                    </a:lnTo>
                    <a:lnTo>
                      <a:pt x="4069" y="630"/>
                    </a:lnTo>
                    <a:lnTo>
                      <a:pt x="4027" y="462"/>
                    </a:lnTo>
                    <a:lnTo>
                      <a:pt x="3901" y="294"/>
                    </a:lnTo>
                    <a:lnTo>
                      <a:pt x="3775" y="168"/>
                    </a:lnTo>
                    <a:lnTo>
                      <a:pt x="3565" y="126"/>
                    </a:lnTo>
                    <a:lnTo>
                      <a:pt x="3565" y="126"/>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361;p17">
                <a:extLst>
                  <a:ext uri="{FF2B5EF4-FFF2-40B4-BE49-F238E27FC236}">
                    <a16:creationId xmlns:a16="http://schemas.microsoft.com/office/drawing/2014/main" id="{6F52A727-C045-A2BA-3C61-2641F7218BB1}"/>
                  </a:ext>
                </a:extLst>
              </p:cNvPr>
              <p:cNvSpPr/>
              <p:nvPr/>
            </p:nvSpPr>
            <p:spPr>
              <a:xfrm>
                <a:off x="3137544" y="2346597"/>
                <a:ext cx="79031" cy="22827"/>
              </a:xfrm>
              <a:custGeom>
                <a:avLst/>
                <a:gdLst/>
                <a:ahLst/>
                <a:cxnLst/>
                <a:rect l="l" t="t" r="r" b="b"/>
                <a:pathLst>
                  <a:path w="4068" h="1175" fill="none" extrusionOk="0">
                    <a:moveTo>
                      <a:pt x="3565" y="1"/>
                    </a:moveTo>
                    <a:lnTo>
                      <a:pt x="3565" y="1"/>
                    </a:lnTo>
                    <a:lnTo>
                      <a:pt x="3523" y="1"/>
                    </a:lnTo>
                    <a:lnTo>
                      <a:pt x="3523" y="1"/>
                    </a:lnTo>
                    <a:lnTo>
                      <a:pt x="503" y="126"/>
                    </a:lnTo>
                    <a:lnTo>
                      <a:pt x="503" y="126"/>
                    </a:lnTo>
                    <a:lnTo>
                      <a:pt x="294" y="210"/>
                    </a:lnTo>
                    <a:lnTo>
                      <a:pt x="126" y="294"/>
                    </a:lnTo>
                    <a:lnTo>
                      <a:pt x="42" y="462"/>
                    </a:lnTo>
                    <a:lnTo>
                      <a:pt x="0" y="672"/>
                    </a:lnTo>
                    <a:lnTo>
                      <a:pt x="0" y="672"/>
                    </a:lnTo>
                    <a:lnTo>
                      <a:pt x="42" y="881"/>
                    </a:lnTo>
                    <a:lnTo>
                      <a:pt x="168" y="1007"/>
                    </a:lnTo>
                    <a:lnTo>
                      <a:pt x="294" y="1133"/>
                    </a:lnTo>
                    <a:lnTo>
                      <a:pt x="503" y="1175"/>
                    </a:lnTo>
                    <a:lnTo>
                      <a:pt x="503" y="1175"/>
                    </a:lnTo>
                    <a:lnTo>
                      <a:pt x="503" y="1175"/>
                    </a:lnTo>
                    <a:lnTo>
                      <a:pt x="3565" y="1049"/>
                    </a:lnTo>
                    <a:lnTo>
                      <a:pt x="3565" y="1049"/>
                    </a:lnTo>
                    <a:lnTo>
                      <a:pt x="3774" y="1007"/>
                    </a:lnTo>
                    <a:lnTo>
                      <a:pt x="3942" y="881"/>
                    </a:lnTo>
                    <a:lnTo>
                      <a:pt x="4026" y="714"/>
                    </a:lnTo>
                    <a:lnTo>
                      <a:pt x="4068" y="504"/>
                    </a:lnTo>
                    <a:lnTo>
                      <a:pt x="4068" y="504"/>
                    </a:lnTo>
                    <a:lnTo>
                      <a:pt x="4026" y="294"/>
                    </a:lnTo>
                    <a:lnTo>
                      <a:pt x="3900" y="168"/>
                    </a:lnTo>
                    <a:lnTo>
                      <a:pt x="3732"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362;p17">
                <a:extLst>
                  <a:ext uri="{FF2B5EF4-FFF2-40B4-BE49-F238E27FC236}">
                    <a16:creationId xmlns:a16="http://schemas.microsoft.com/office/drawing/2014/main" id="{82D68552-F193-8945-5349-415650EC6A59}"/>
                  </a:ext>
                </a:extLst>
              </p:cNvPr>
              <p:cNvSpPr/>
              <p:nvPr/>
            </p:nvSpPr>
            <p:spPr>
              <a:xfrm>
                <a:off x="2427953" y="2344149"/>
                <a:ext cx="79031" cy="22847"/>
              </a:xfrm>
              <a:custGeom>
                <a:avLst/>
                <a:gdLst/>
                <a:ahLst/>
                <a:cxnLst/>
                <a:rect l="l" t="t" r="r" b="b"/>
                <a:pathLst>
                  <a:path w="4068" h="1176" fill="none" extrusionOk="0">
                    <a:moveTo>
                      <a:pt x="545" y="1"/>
                    </a:moveTo>
                    <a:lnTo>
                      <a:pt x="545" y="1"/>
                    </a:lnTo>
                    <a:lnTo>
                      <a:pt x="336" y="43"/>
                    </a:lnTo>
                    <a:lnTo>
                      <a:pt x="168" y="127"/>
                    </a:lnTo>
                    <a:lnTo>
                      <a:pt x="84" y="294"/>
                    </a:lnTo>
                    <a:lnTo>
                      <a:pt x="0" y="462"/>
                    </a:lnTo>
                    <a:lnTo>
                      <a:pt x="0" y="462"/>
                    </a:lnTo>
                    <a:lnTo>
                      <a:pt x="42" y="672"/>
                    </a:lnTo>
                    <a:lnTo>
                      <a:pt x="126" y="840"/>
                    </a:lnTo>
                    <a:lnTo>
                      <a:pt x="294" y="965"/>
                    </a:lnTo>
                    <a:lnTo>
                      <a:pt x="503" y="1007"/>
                    </a:lnTo>
                    <a:lnTo>
                      <a:pt x="503" y="1007"/>
                    </a:lnTo>
                    <a:lnTo>
                      <a:pt x="3565" y="1175"/>
                    </a:lnTo>
                    <a:lnTo>
                      <a:pt x="3565" y="1175"/>
                    </a:lnTo>
                    <a:lnTo>
                      <a:pt x="3565" y="1175"/>
                    </a:lnTo>
                    <a:lnTo>
                      <a:pt x="3774" y="1133"/>
                    </a:lnTo>
                    <a:lnTo>
                      <a:pt x="3942" y="1007"/>
                    </a:lnTo>
                    <a:lnTo>
                      <a:pt x="4026" y="882"/>
                    </a:lnTo>
                    <a:lnTo>
                      <a:pt x="4068" y="672"/>
                    </a:lnTo>
                    <a:lnTo>
                      <a:pt x="4068" y="672"/>
                    </a:lnTo>
                    <a:lnTo>
                      <a:pt x="4068" y="462"/>
                    </a:lnTo>
                    <a:lnTo>
                      <a:pt x="3942" y="294"/>
                    </a:lnTo>
                    <a:lnTo>
                      <a:pt x="3774" y="211"/>
                    </a:lnTo>
                    <a:lnTo>
                      <a:pt x="3607" y="127"/>
                    </a:lnTo>
                    <a:lnTo>
                      <a:pt x="3607" y="127"/>
                    </a:lnTo>
                    <a:lnTo>
                      <a:pt x="545" y="1"/>
                    </a:lnTo>
                    <a:lnTo>
                      <a:pt x="545" y="1"/>
                    </a:lnTo>
                    <a:lnTo>
                      <a:pt x="54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363;p17">
                <a:extLst>
                  <a:ext uri="{FF2B5EF4-FFF2-40B4-BE49-F238E27FC236}">
                    <a16:creationId xmlns:a16="http://schemas.microsoft.com/office/drawing/2014/main" id="{B9A33934-A94B-C627-AD40-D100334395A6}"/>
                  </a:ext>
                </a:extLst>
              </p:cNvPr>
              <p:cNvSpPr/>
              <p:nvPr/>
            </p:nvSpPr>
            <p:spPr>
              <a:xfrm>
                <a:off x="3255661" y="2340905"/>
                <a:ext cx="79050" cy="22827"/>
              </a:xfrm>
              <a:custGeom>
                <a:avLst/>
                <a:gdLst/>
                <a:ahLst/>
                <a:cxnLst/>
                <a:rect l="l" t="t" r="r" b="b"/>
                <a:pathLst>
                  <a:path w="4069" h="1175" fill="none" extrusionOk="0">
                    <a:moveTo>
                      <a:pt x="3565" y="0"/>
                    </a:moveTo>
                    <a:lnTo>
                      <a:pt x="3565" y="0"/>
                    </a:lnTo>
                    <a:lnTo>
                      <a:pt x="3523" y="0"/>
                    </a:lnTo>
                    <a:lnTo>
                      <a:pt x="3523" y="0"/>
                    </a:lnTo>
                    <a:lnTo>
                      <a:pt x="504" y="168"/>
                    </a:lnTo>
                    <a:lnTo>
                      <a:pt x="504" y="168"/>
                    </a:lnTo>
                    <a:lnTo>
                      <a:pt x="294" y="210"/>
                    </a:lnTo>
                    <a:lnTo>
                      <a:pt x="127" y="336"/>
                    </a:lnTo>
                    <a:lnTo>
                      <a:pt x="43" y="503"/>
                    </a:lnTo>
                    <a:lnTo>
                      <a:pt x="1" y="713"/>
                    </a:lnTo>
                    <a:lnTo>
                      <a:pt x="1" y="713"/>
                    </a:lnTo>
                    <a:lnTo>
                      <a:pt x="43" y="881"/>
                    </a:lnTo>
                    <a:lnTo>
                      <a:pt x="169" y="1049"/>
                    </a:lnTo>
                    <a:lnTo>
                      <a:pt x="336" y="1132"/>
                    </a:lnTo>
                    <a:lnTo>
                      <a:pt x="504" y="1174"/>
                    </a:lnTo>
                    <a:lnTo>
                      <a:pt x="546" y="1174"/>
                    </a:lnTo>
                    <a:lnTo>
                      <a:pt x="546" y="1174"/>
                    </a:lnTo>
                    <a:lnTo>
                      <a:pt x="3607" y="1007"/>
                    </a:lnTo>
                    <a:lnTo>
                      <a:pt x="3607" y="1007"/>
                    </a:lnTo>
                    <a:lnTo>
                      <a:pt x="3775" y="965"/>
                    </a:lnTo>
                    <a:lnTo>
                      <a:pt x="3943" y="839"/>
                    </a:lnTo>
                    <a:lnTo>
                      <a:pt x="4027" y="671"/>
                    </a:lnTo>
                    <a:lnTo>
                      <a:pt x="4069" y="461"/>
                    </a:lnTo>
                    <a:lnTo>
                      <a:pt x="4069" y="461"/>
                    </a:lnTo>
                    <a:lnTo>
                      <a:pt x="4027" y="294"/>
                    </a:lnTo>
                    <a:lnTo>
                      <a:pt x="3901" y="126"/>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364;p17">
                <a:extLst>
                  <a:ext uri="{FF2B5EF4-FFF2-40B4-BE49-F238E27FC236}">
                    <a16:creationId xmlns:a16="http://schemas.microsoft.com/office/drawing/2014/main" id="{8EC72C77-14AB-FE61-F69C-158227EF0B9E}"/>
                  </a:ext>
                </a:extLst>
              </p:cNvPr>
              <p:cNvSpPr/>
              <p:nvPr/>
            </p:nvSpPr>
            <p:spPr>
              <a:xfrm>
                <a:off x="2309817" y="2336825"/>
                <a:ext cx="79050" cy="23643"/>
              </a:xfrm>
              <a:custGeom>
                <a:avLst/>
                <a:gdLst/>
                <a:ahLst/>
                <a:cxnLst/>
                <a:rect l="l" t="t" r="r" b="b"/>
                <a:pathLst>
                  <a:path w="4069" h="1217" fill="none" extrusionOk="0">
                    <a:moveTo>
                      <a:pt x="504" y="0"/>
                    </a:moveTo>
                    <a:lnTo>
                      <a:pt x="504" y="0"/>
                    </a:lnTo>
                    <a:lnTo>
                      <a:pt x="336" y="42"/>
                    </a:lnTo>
                    <a:lnTo>
                      <a:pt x="168" y="126"/>
                    </a:lnTo>
                    <a:lnTo>
                      <a:pt x="42" y="294"/>
                    </a:lnTo>
                    <a:lnTo>
                      <a:pt x="1" y="462"/>
                    </a:lnTo>
                    <a:lnTo>
                      <a:pt x="1" y="462"/>
                    </a:lnTo>
                    <a:lnTo>
                      <a:pt x="42" y="671"/>
                    </a:lnTo>
                    <a:lnTo>
                      <a:pt x="126" y="839"/>
                    </a:lnTo>
                    <a:lnTo>
                      <a:pt x="294" y="965"/>
                    </a:lnTo>
                    <a:lnTo>
                      <a:pt x="462" y="1007"/>
                    </a:lnTo>
                    <a:lnTo>
                      <a:pt x="462" y="1007"/>
                    </a:lnTo>
                    <a:lnTo>
                      <a:pt x="3523" y="1217"/>
                    </a:lnTo>
                    <a:lnTo>
                      <a:pt x="3565" y="1217"/>
                    </a:lnTo>
                    <a:lnTo>
                      <a:pt x="3565" y="1217"/>
                    </a:lnTo>
                    <a:lnTo>
                      <a:pt x="3733" y="1175"/>
                    </a:lnTo>
                    <a:lnTo>
                      <a:pt x="3901" y="1091"/>
                    </a:lnTo>
                    <a:lnTo>
                      <a:pt x="4026" y="923"/>
                    </a:lnTo>
                    <a:lnTo>
                      <a:pt x="4068" y="755"/>
                    </a:lnTo>
                    <a:lnTo>
                      <a:pt x="4068" y="755"/>
                    </a:lnTo>
                    <a:lnTo>
                      <a:pt x="4026" y="546"/>
                    </a:lnTo>
                    <a:lnTo>
                      <a:pt x="3942" y="378"/>
                    </a:lnTo>
                    <a:lnTo>
                      <a:pt x="3775" y="252"/>
                    </a:lnTo>
                    <a:lnTo>
                      <a:pt x="3607" y="210"/>
                    </a:lnTo>
                    <a:lnTo>
                      <a:pt x="3607"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365;p17">
                <a:extLst>
                  <a:ext uri="{FF2B5EF4-FFF2-40B4-BE49-F238E27FC236}">
                    <a16:creationId xmlns:a16="http://schemas.microsoft.com/office/drawing/2014/main" id="{EDDFD7BF-6A20-9177-AE36-B34DFC2A4A6A}"/>
                  </a:ext>
                </a:extLst>
              </p:cNvPr>
              <p:cNvSpPr/>
              <p:nvPr/>
            </p:nvSpPr>
            <p:spPr>
              <a:xfrm>
                <a:off x="3374613" y="2332746"/>
                <a:ext cx="78235" cy="24459"/>
              </a:xfrm>
              <a:custGeom>
                <a:avLst/>
                <a:gdLst/>
                <a:ahLst/>
                <a:cxnLst/>
                <a:rect l="l" t="t" r="r" b="b"/>
                <a:pathLst>
                  <a:path w="4027" h="1259" fill="none" extrusionOk="0">
                    <a:moveTo>
                      <a:pt x="3523" y="1"/>
                    </a:moveTo>
                    <a:lnTo>
                      <a:pt x="3523" y="1"/>
                    </a:lnTo>
                    <a:lnTo>
                      <a:pt x="3481" y="1"/>
                    </a:lnTo>
                    <a:lnTo>
                      <a:pt x="3481" y="1"/>
                    </a:lnTo>
                    <a:lnTo>
                      <a:pt x="462" y="210"/>
                    </a:lnTo>
                    <a:lnTo>
                      <a:pt x="462" y="210"/>
                    </a:lnTo>
                    <a:lnTo>
                      <a:pt x="252" y="294"/>
                    </a:lnTo>
                    <a:lnTo>
                      <a:pt x="126" y="420"/>
                    </a:lnTo>
                    <a:lnTo>
                      <a:pt x="1" y="588"/>
                    </a:lnTo>
                    <a:lnTo>
                      <a:pt x="1" y="756"/>
                    </a:lnTo>
                    <a:lnTo>
                      <a:pt x="1" y="756"/>
                    </a:lnTo>
                    <a:lnTo>
                      <a:pt x="42" y="965"/>
                    </a:lnTo>
                    <a:lnTo>
                      <a:pt x="126" y="1091"/>
                    </a:lnTo>
                    <a:lnTo>
                      <a:pt x="294" y="1217"/>
                    </a:lnTo>
                    <a:lnTo>
                      <a:pt x="504" y="1259"/>
                    </a:lnTo>
                    <a:lnTo>
                      <a:pt x="504" y="1259"/>
                    </a:lnTo>
                    <a:lnTo>
                      <a:pt x="504" y="1259"/>
                    </a:lnTo>
                    <a:lnTo>
                      <a:pt x="3565" y="1049"/>
                    </a:lnTo>
                    <a:lnTo>
                      <a:pt x="3565" y="1049"/>
                    </a:lnTo>
                    <a:lnTo>
                      <a:pt x="3775" y="965"/>
                    </a:lnTo>
                    <a:lnTo>
                      <a:pt x="3901" y="881"/>
                    </a:lnTo>
                    <a:lnTo>
                      <a:pt x="4026" y="672"/>
                    </a:lnTo>
                    <a:lnTo>
                      <a:pt x="4026" y="504"/>
                    </a:lnTo>
                    <a:lnTo>
                      <a:pt x="4026" y="504"/>
                    </a:lnTo>
                    <a:lnTo>
                      <a:pt x="3984" y="294"/>
                    </a:lnTo>
                    <a:lnTo>
                      <a:pt x="3859" y="169"/>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366;p17">
                <a:extLst>
                  <a:ext uri="{FF2B5EF4-FFF2-40B4-BE49-F238E27FC236}">
                    <a16:creationId xmlns:a16="http://schemas.microsoft.com/office/drawing/2014/main" id="{1D1826FE-EB66-5CF7-0819-55D35013596C}"/>
                  </a:ext>
                </a:extLst>
              </p:cNvPr>
              <p:cNvSpPr/>
              <p:nvPr/>
            </p:nvSpPr>
            <p:spPr>
              <a:xfrm>
                <a:off x="2191681" y="2327869"/>
                <a:ext cx="79050" cy="24459"/>
              </a:xfrm>
              <a:custGeom>
                <a:avLst/>
                <a:gdLst/>
                <a:ahLst/>
                <a:cxnLst/>
                <a:rect l="l" t="t" r="r" b="b"/>
                <a:pathLst>
                  <a:path w="4069" h="1259" fill="none" extrusionOk="0">
                    <a:moveTo>
                      <a:pt x="504" y="0"/>
                    </a:moveTo>
                    <a:lnTo>
                      <a:pt x="504" y="0"/>
                    </a:lnTo>
                    <a:lnTo>
                      <a:pt x="336" y="42"/>
                    </a:lnTo>
                    <a:lnTo>
                      <a:pt x="169" y="126"/>
                    </a:lnTo>
                    <a:lnTo>
                      <a:pt x="43" y="294"/>
                    </a:lnTo>
                    <a:lnTo>
                      <a:pt x="1" y="461"/>
                    </a:lnTo>
                    <a:lnTo>
                      <a:pt x="1" y="461"/>
                    </a:lnTo>
                    <a:lnTo>
                      <a:pt x="43" y="671"/>
                    </a:lnTo>
                    <a:lnTo>
                      <a:pt x="127" y="839"/>
                    </a:lnTo>
                    <a:lnTo>
                      <a:pt x="294" y="965"/>
                    </a:lnTo>
                    <a:lnTo>
                      <a:pt x="462" y="1007"/>
                    </a:lnTo>
                    <a:lnTo>
                      <a:pt x="462" y="1007"/>
                    </a:lnTo>
                    <a:lnTo>
                      <a:pt x="3523" y="1258"/>
                    </a:lnTo>
                    <a:lnTo>
                      <a:pt x="3565" y="1258"/>
                    </a:lnTo>
                    <a:lnTo>
                      <a:pt x="3565" y="1258"/>
                    </a:lnTo>
                    <a:lnTo>
                      <a:pt x="3733" y="1216"/>
                    </a:lnTo>
                    <a:lnTo>
                      <a:pt x="3901" y="1132"/>
                    </a:lnTo>
                    <a:lnTo>
                      <a:pt x="4027" y="965"/>
                    </a:lnTo>
                    <a:lnTo>
                      <a:pt x="4069" y="797"/>
                    </a:lnTo>
                    <a:lnTo>
                      <a:pt x="4069" y="797"/>
                    </a:lnTo>
                    <a:lnTo>
                      <a:pt x="4027" y="587"/>
                    </a:lnTo>
                    <a:lnTo>
                      <a:pt x="3943" y="420"/>
                    </a:lnTo>
                    <a:lnTo>
                      <a:pt x="3775" y="294"/>
                    </a:lnTo>
                    <a:lnTo>
                      <a:pt x="3607" y="252"/>
                    </a:lnTo>
                    <a:lnTo>
                      <a:pt x="3607" y="252"/>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367;p17">
                <a:extLst>
                  <a:ext uri="{FF2B5EF4-FFF2-40B4-BE49-F238E27FC236}">
                    <a16:creationId xmlns:a16="http://schemas.microsoft.com/office/drawing/2014/main" id="{AD9DA6E2-9771-1BD2-76A4-343CC28BC50C}"/>
                  </a:ext>
                </a:extLst>
              </p:cNvPr>
              <p:cNvSpPr/>
              <p:nvPr/>
            </p:nvSpPr>
            <p:spPr>
              <a:xfrm>
                <a:off x="3492748" y="2323790"/>
                <a:ext cx="78235" cy="24459"/>
              </a:xfrm>
              <a:custGeom>
                <a:avLst/>
                <a:gdLst/>
                <a:ahLst/>
                <a:cxnLst/>
                <a:rect l="l" t="t" r="r" b="b"/>
                <a:pathLst>
                  <a:path w="4027" h="1259" fill="none" extrusionOk="0">
                    <a:moveTo>
                      <a:pt x="3523" y="0"/>
                    </a:moveTo>
                    <a:lnTo>
                      <a:pt x="3523" y="0"/>
                    </a:lnTo>
                    <a:lnTo>
                      <a:pt x="3481" y="0"/>
                    </a:lnTo>
                    <a:lnTo>
                      <a:pt x="3481" y="0"/>
                    </a:lnTo>
                    <a:lnTo>
                      <a:pt x="461" y="252"/>
                    </a:lnTo>
                    <a:lnTo>
                      <a:pt x="461" y="252"/>
                    </a:lnTo>
                    <a:lnTo>
                      <a:pt x="252" y="294"/>
                    </a:lnTo>
                    <a:lnTo>
                      <a:pt x="126" y="420"/>
                    </a:lnTo>
                    <a:lnTo>
                      <a:pt x="0" y="588"/>
                    </a:lnTo>
                    <a:lnTo>
                      <a:pt x="0" y="797"/>
                    </a:lnTo>
                    <a:lnTo>
                      <a:pt x="0" y="797"/>
                    </a:lnTo>
                    <a:lnTo>
                      <a:pt x="42" y="1007"/>
                    </a:lnTo>
                    <a:lnTo>
                      <a:pt x="168" y="1133"/>
                    </a:lnTo>
                    <a:lnTo>
                      <a:pt x="294" y="1217"/>
                    </a:lnTo>
                    <a:lnTo>
                      <a:pt x="503" y="1259"/>
                    </a:lnTo>
                    <a:lnTo>
                      <a:pt x="545" y="1259"/>
                    </a:lnTo>
                    <a:lnTo>
                      <a:pt x="545" y="1259"/>
                    </a:lnTo>
                    <a:lnTo>
                      <a:pt x="3565" y="1007"/>
                    </a:lnTo>
                    <a:lnTo>
                      <a:pt x="3565" y="1007"/>
                    </a:lnTo>
                    <a:lnTo>
                      <a:pt x="3774" y="965"/>
                    </a:lnTo>
                    <a:lnTo>
                      <a:pt x="3942" y="839"/>
                    </a:lnTo>
                    <a:lnTo>
                      <a:pt x="4026" y="671"/>
                    </a:lnTo>
                    <a:lnTo>
                      <a:pt x="4026" y="462"/>
                    </a:lnTo>
                    <a:lnTo>
                      <a:pt x="4026" y="462"/>
                    </a:lnTo>
                    <a:lnTo>
                      <a:pt x="3984" y="294"/>
                    </a:lnTo>
                    <a:lnTo>
                      <a:pt x="3858" y="126"/>
                    </a:lnTo>
                    <a:lnTo>
                      <a:pt x="3732"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368;p17">
                <a:extLst>
                  <a:ext uri="{FF2B5EF4-FFF2-40B4-BE49-F238E27FC236}">
                    <a16:creationId xmlns:a16="http://schemas.microsoft.com/office/drawing/2014/main" id="{CEEC43FC-2A9D-0F3E-C358-C92F68FC03A4}"/>
                  </a:ext>
                </a:extLst>
              </p:cNvPr>
              <p:cNvSpPr/>
              <p:nvPr/>
            </p:nvSpPr>
            <p:spPr>
              <a:xfrm>
                <a:off x="2073565" y="2317262"/>
                <a:ext cx="79031" cy="25275"/>
              </a:xfrm>
              <a:custGeom>
                <a:avLst/>
                <a:gdLst/>
                <a:ahLst/>
                <a:cxnLst/>
                <a:rect l="l" t="t" r="r" b="b"/>
                <a:pathLst>
                  <a:path w="4068" h="1301" fill="none" extrusionOk="0">
                    <a:moveTo>
                      <a:pt x="503" y="1"/>
                    </a:moveTo>
                    <a:lnTo>
                      <a:pt x="503" y="1"/>
                    </a:lnTo>
                    <a:lnTo>
                      <a:pt x="336" y="43"/>
                    </a:lnTo>
                    <a:lnTo>
                      <a:pt x="168" y="127"/>
                    </a:lnTo>
                    <a:lnTo>
                      <a:pt x="42" y="295"/>
                    </a:lnTo>
                    <a:lnTo>
                      <a:pt x="0" y="462"/>
                    </a:lnTo>
                    <a:lnTo>
                      <a:pt x="0" y="462"/>
                    </a:lnTo>
                    <a:lnTo>
                      <a:pt x="42" y="672"/>
                    </a:lnTo>
                    <a:lnTo>
                      <a:pt x="126" y="840"/>
                    </a:lnTo>
                    <a:lnTo>
                      <a:pt x="252" y="966"/>
                    </a:lnTo>
                    <a:lnTo>
                      <a:pt x="461" y="1007"/>
                    </a:lnTo>
                    <a:lnTo>
                      <a:pt x="461" y="1007"/>
                    </a:lnTo>
                    <a:lnTo>
                      <a:pt x="3523" y="1301"/>
                    </a:lnTo>
                    <a:lnTo>
                      <a:pt x="3523" y="1301"/>
                    </a:lnTo>
                    <a:lnTo>
                      <a:pt x="3565" y="1301"/>
                    </a:lnTo>
                    <a:lnTo>
                      <a:pt x="3565" y="1301"/>
                    </a:lnTo>
                    <a:lnTo>
                      <a:pt x="3732" y="1259"/>
                    </a:lnTo>
                    <a:lnTo>
                      <a:pt x="3900" y="1175"/>
                    </a:lnTo>
                    <a:lnTo>
                      <a:pt x="4026" y="1049"/>
                    </a:lnTo>
                    <a:lnTo>
                      <a:pt x="4068" y="840"/>
                    </a:lnTo>
                    <a:lnTo>
                      <a:pt x="4068" y="840"/>
                    </a:lnTo>
                    <a:lnTo>
                      <a:pt x="4026" y="630"/>
                    </a:lnTo>
                    <a:lnTo>
                      <a:pt x="3942" y="462"/>
                    </a:lnTo>
                    <a:lnTo>
                      <a:pt x="3774" y="336"/>
                    </a:lnTo>
                    <a:lnTo>
                      <a:pt x="3607" y="295"/>
                    </a:lnTo>
                    <a:lnTo>
                      <a:pt x="3607" y="295"/>
                    </a:lnTo>
                    <a:lnTo>
                      <a:pt x="545" y="1"/>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369;p17">
                <a:extLst>
                  <a:ext uri="{FF2B5EF4-FFF2-40B4-BE49-F238E27FC236}">
                    <a16:creationId xmlns:a16="http://schemas.microsoft.com/office/drawing/2014/main" id="{77C9CE0F-7478-778F-3F64-73CC8C380AEB}"/>
                  </a:ext>
                </a:extLst>
              </p:cNvPr>
              <p:cNvSpPr/>
              <p:nvPr/>
            </p:nvSpPr>
            <p:spPr>
              <a:xfrm>
                <a:off x="3610865" y="2313202"/>
                <a:ext cx="78235" cy="25275"/>
              </a:xfrm>
              <a:custGeom>
                <a:avLst/>
                <a:gdLst/>
                <a:ahLst/>
                <a:cxnLst/>
                <a:rect l="l" t="t" r="r" b="b"/>
                <a:pathLst>
                  <a:path w="4027" h="1301" fill="none" extrusionOk="0">
                    <a:moveTo>
                      <a:pt x="3523" y="0"/>
                    </a:moveTo>
                    <a:lnTo>
                      <a:pt x="3523" y="0"/>
                    </a:lnTo>
                    <a:lnTo>
                      <a:pt x="3482" y="0"/>
                    </a:lnTo>
                    <a:lnTo>
                      <a:pt x="3482" y="0"/>
                    </a:lnTo>
                    <a:lnTo>
                      <a:pt x="462" y="294"/>
                    </a:lnTo>
                    <a:lnTo>
                      <a:pt x="462" y="294"/>
                    </a:lnTo>
                    <a:lnTo>
                      <a:pt x="252" y="336"/>
                    </a:lnTo>
                    <a:lnTo>
                      <a:pt x="85" y="462"/>
                    </a:lnTo>
                    <a:lnTo>
                      <a:pt x="1" y="629"/>
                    </a:lnTo>
                    <a:lnTo>
                      <a:pt x="1" y="839"/>
                    </a:lnTo>
                    <a:lnTo>
                      <a:pt x="1" y="839"/>
                    </a:lnTo>
                    <a:lnTo>
                      <a:pt x="43" y="1007"/>
                    </a:lnTo>
                    <a:lnTo>
                      <a:pt x="169" y="1175"/>
                    </a:lnTo>
                    <a:lnTo>
                      <a:pt x="294" y="1258"/>
                    </a:lnTo>
                    <a:lnTo>
                      <a:pt x="504" y="1300"/>
                    </a:lnTo>
                    <a:lnTo>
                      <a:pt x="504" y="1300"/>
                    </a:lnTo>
                    <a:lnTo>
                      <a:pt x="546" y="1300"/>
                    </a:lnTo>
                    <a:lnTo>
                      <a:pt x="546" y="1300"/>
                    </a:lnTo>
                    <a:lnTo>
                      <a:pt x="3565" y="1007"/>
                    </a:lnTo>
                    <a:lnTo>
                      <a:pt x="3565" y="1007"/>
                    </a:lnTo>
                    <a:lnTo>
                      <a:pt x="3775" y="965"/>
                    </a:lnTo>
                    <a:lnTo>
                      <a:pt x="3943" y="839"/>
                    </a:lnTo>
                    <a:lnTo>
                      <a:pt x="4027" y="671"/>
                    </a:lnTo>
                    <a:lnTo>
                      <a:pt x="4027" y="462"/>
                    </a:lnTo>
                    <a:lnTo>
                      <a:pt x="4027" y="462"/>
                    </a:lnTo>
                    <a:lnTo>
                      <a:pt x="3985" y="294"/>
                    </a:lnTo>
                    <a:lnTo>
                      <a:pt x="3859"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370;p17">
                <a:extLst>
                  <a:ext uri="{FF2B5EF4-FFF2-40B4-BE49-F238E27FC236}">
                    <a16:creationId xmlns:a16="http://schemas.microsoft.com/office/drawing/2014/main" id="{7CBC3DB1-6100-B889-52FE-28EB2589A4A2}"/>
                  </a:ext>
                </a:extLst>
              </p:cNvPr>
              <p:cNvSpPr/>
              <p:nvPr/>
            </p:nvSpPr>
            <p:spPr>
              <a:xfrm>
                <a:off x="1955429" y="2305043"/>
                <a:ext cx="79050" cy="26091"/>
              </a:xfrm>
              <a:custGeom>
                <a:avLst/>
                <a:gdLst/>
                <a:ahLst/>
                <a:cxnLst/>
                <a:rect l="l" t="t" r="r" b="b"/>
                <a:pathLst>
                  <a:path w="4069" h="1343" fill="none" extrusionOk="0">
                    <a:moveTo>
                      <a:pt x="504" y="1"/>
                    </a:moveTo>
                    <a:lnTo>
                      <a:pt x="504" y="1"/>
                    </a:lnTo>
                    <a:lnTo>
                      <a:pt x="336" y="43"/>
                    </a:lnTo>
                    <a:lnTo>
                      <a:pt x="168" y="169"/>
                    </a:lnTo>
                    <a:lnTo>
                      <a:pt x="84" y="295"/>
                    </a:lnTo>
                    <a:lnTo>
                      <a:pt x="0" y="462"/>
                    </a:lnTo>
                    <a:lnTo>
                      <a:pt x="0" y="462"/>
                    </a:lnTo>
                    <a:lnTo>
                      <a:pt x="42" y="672"/>
                    </a:lnTo>
                    <a:lnTo>
                      <a:pt x="126" y="840"/>
                    </a:lnTo>
                    <a:lnTo>
                      <a:pt x="294" y="965"/>
                    </a:lnTo>
                    <a:lnTo>
                      <a:pt x="462" y="1049"/>
                    </a:lnTo>
                    <a:lnTo>
                      <a:pt x="462" y="1049"/>
                    </a:lnTo>
                    <a:lnTo>
                      <a:pt x="3523" y="1343"/>
                    </a:lnTo>
                    <a:lnTo>
                      <a:pt x="3523" y="1343"/>
                    </a:lnTo>
                    <a:lnTo>
                      <a:pt x="3565" y="1343"/>
                    </a:lnTo>
                    <a:lnTo>
                      <a:pt x="3565" y="1343"/>
                    </a:lnTo>
                    <a:lnTo>
                      <a:pt x="3733" y="1343"/>
                    </a:lnTo>
                    <a:lnTo>
                      <a:pt x="3900" y="1217"/>
                    </a:lnTo>
                    <a:lnTo>
                      <a:pt x="4026" y="1091"/>
                    </a:lnTo>
                    <a:lnTo>
                      <a:pt x="4068" y="882"/>
                    </a:lnTo>
                    <a:lnTo>
                      <a:pt x="4068" y="882"/>
                    </a:lnTo>
                    <a:lnTo>
                      <a:pt x="4026" y="714"/>
                    </a:lnTo>
                    <a:lnTo>
                      <a:pt x="3942" y="546"/>
                    </a:lnTo>
                    <a:lnTo>
                      <a:pt x="3817" y="420"/>
                    </a:lnTo>
                    <a:lnTo>
                      <a:pt x="3607" y="336"/>
                    </a:lnTo>
                    <a:lnTo>
                      <a:pt x="3607" y="336"/>
                    </a:lnTo>
                    <a:lnTo>
                      <a:pt x="588" y="43"/>
                    </a:lnTo>
                    <a:lnTo>
                      <a:pt x="588"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371;p17">
                <a:extLst>
                  <a:ext uri="{FF2B5EF4-FFF2-40B4-BE49-F238E27FC236}">
                    <a16:creationId xmlns:a16="http://schemas.microsoft.com/office/drawing/2014/main" id="{D5158511-BF73-1557-DCC6-8343B36BF330}"/>
                  </a:ext>
                </a:extLst>
              </p:cNvPr>
              <p:cNvSpPr/>
              <p:nvPr/>
            </p:nvSpPr>
            <p:spPr>
              <a:xfrm>
                <a:off x="3729001" y="2301798"/>
                <a:ext cx="78235" cy="26091"/>
              </a:xfrm>
              <a:custGeom>
                <a:avLst/>
                <a:gdLst/>
                <a:ahLst/>
                <a:cxnLst/>
                <a:rect l="l" t="t" r="r" b="b"/>
                <a:pathLst>
                  <a:path w="4027" h="1343" fill="none" extrusionOk="0">
                    <a:moveTo>
                      <a:pt x="3523" y="0"/>
                    </a:moveTo>
                    <a:lnTo>
                      <a:pt x="3523" y="0"/>
                    </a:lnTo>
                    <a:lnTo>
                      <a:pt x="3481" y="0"/>
                    </a:lnTo>
                    <a:lnTo>
                      <a:pt x="3481" y="0"/>
                    </a:lnTo>
                    <a:lnTo>
                      <a:pt x="420" y="294"/>
                    </a:lnTo>
                    <a:lnTo>
                      <a:pt x="420" y="294"/>
                    </a:lnTo>
                    <a:lnTo>
                      <a:pt x="252" y="378"/>
                    </a:lnTo>
                    <a:lnTo>
                      <a:pt x="84" y="503"/>
                    </a:lnTo>
                    <a:lnTo>
                      <a:pt x="1" y="671"/>
                    </a:lnTo>
                    <a:lnTo>
                      <a:pt x="1" y="881"/>
                    </a:lnTo>
                    <a:lnTo>
                      <a:pt x="1" y="881"/>
                    </a:lnTo>
                    <a:lnTo>
                      <a:pt x="42" y="1049"/>
                    </a:lnTo>
                    <a:lnTo>
                      <a:pt x="168" y="1174"/>
                    </a:lnTo>
                    <a:lnTo>
                      <a:pt x="294" y="1300"/>
                    </a:lnTo>
                    <a:lnTo>
                      <a:pt x="504" y="1342"/>
                    </a:lnTo>
                    <a:lnTo>
                      <a:pt x="504" y="1342"/>
                    </a:lnTo>
                    <a:lnTo>
                      <a:pt x="546" y="1300"/>
                    </a:lnTo>
                    <a:lnTo>
                      <a:pt x="546" y="1300"/>
                    </a:lnTo>
                    <a:lnTo>
                      <a:pt x="3565" y="1007"/>
                    </a:lnTo>
                    <a:lnTo>
                      <a:pt x="3565" y="1007"/>
                    </a:lnTo>
                    <a:lnTo>
                      <a:pt x="3775" y="965"/>
                    </a:lnTo>
                    <a:lnTo>
                      <a:pt x="3901" y="839"/>
                    </a:lnTo>
                    <a:lnTo>
                      <a:pt x="4026" y="671"/>
                    </a:lnTo>
                    <a:lnTo>
                      <a:pt x="4026" y="462"/>
                    </a:lnTo>
                    <a:lnTo>
                      <a:pt x="4026" y="462"/>
                    </a:lnTo>
                    <a:lnTo>
                      <a:pt x="3984" y="252"/>
                    </a:lnTo>
                    <a:lnTo>
                      <a:pt x="3859" y="126"/>
                    </a:lnTo>
                    <a:lnTo>
                      <a:pt x="3691"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372;p17">
                <a:extLst>
                  <a:ext uri="{FF2B5EF4-FFF2-40B4-BE49-F238E27FC236}">
                    <a16:creationId xmlns:a16="http://schemas.microsoft.com/office/drawing/2014/main" id="{DA9F1B30-93A0-B2AB-C7A7-09ACC3812FAC}"/>
                  </a:ext>
                </a:extLst>
              </p:cNvPr>
              <p:cNvSpPr/>
              <p:nvPr/>
            </p:nvSpPr>
            <p:spPr>
              <a:xfrm>
                <a:off x="3846320" y="2288763"/>
                <a:ext cx="78235" cy="26907"/>
              </a:xfrm>
              <a:custGeom>
                <a:avLst/>
                <a:gdLst/>
                <a:ahLst/>
                <a:cxnLst/>
                <a:rect l="l" t="t" r="r" b="b"/>
                <a:pathLst>
                  <a:path w="4027" h="1385" fill="none" extrusionOk="0">
                    <a:moveTo>
                      <a:pt x="3523" y="0"/>
                    </a:moveTo>
                    <a:lnTo>
                      <a:pt x="3523" y="0"/>
                    </a:lnTo>
                    <a:lnTo>
                      <a:pt x="3481" y="0"/>
                    </a:lnTo>
                    <a:lnTo>
                      <a:pt x="3481" y="0"/>
                    </a:lnTo>
                    <a:lnTo>
                      <a:pt x="462" y="336"/>
                    </a:lnTo>
                    <a:lnTo>
                      <a:pt x="462" y="336"/>
                    </a:lnTo>
                    <a:lnTo>
                      <a:pt x="252" y="420"/>
                    </a:lnTo>
                    <a:lnTo>
                      <a:pt x="126" y="545"/>
                    </a:lnTo>
                    <a:lnTo>
                      <a:pt x="42" y="713"/>
                    </a:lnTo>
                    <a:lnTo>
                      <a:pt x="0" y="923"/>
                    </a:lnTo>
                    <a:lnTo>
                      <a:pt x="0" y="923"/>
                    </a:lnTo>
                    <a:lnTo>
                      <a:pt x="42" y="1091"/>
                    </a:lnTo>
                    <a:lnTo>
                      <a:pt x="168" y="1216"/>
                    </a:lnTo>
                    <a:lnTo>
                      <a:pt x="336" y="1342"/>
                    </a:lnTo>
                    <a:lnTo>
                      <a:pt x="504" y="1384"/>
                    </a:lnTo>
                    <a:lnTo>
                      <a:pt x="504" y="1384"/>
                    </a:lnTo>
                    <a:lnTo>
                      <a:pt x="545" y="1342"/>
                    </a:lnTo>
                    <a:lnTo>
                      <a:pt x="545" y="1342"/>
                    </a:lnTo>
                    <a:lnTo>
                      <a:pt x="3607" y="1049"/>
                    </a:lnTo>
                    <a:lnTo>
                      <a:pt x="3607" y="1049"/>
                    </a:lnTo>
                    <a:lnTo>
                      <a:pt x="3774" y="965"/>
                    </a:lnTo>
                    <a:lnTo>
                      <a:pt x="3942" y="839"/>
                    </a:lnTo>
                    <a:lnTo>
                      <a:pt x="4026" y="671"/>
                    </a:lnTo>
                    <a:lnTo>
                      <a:pt x="4026" y="462"/>
                    </a:lnTo>
                    <a:lnTo>
                      <a:pt x="4026" y="462"/>
                    </a:lnTo>
                    <a:lnTo>
                      <a:pt x="3984" y="294"/>
                    </a:lnTo>
                    <a:lnTo>
                      <a:pt x="3858"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373;p17">
                <a:extLst>
                  <a:ext uri="{FF2B5EF4-FFF2-40B4-BE49-F238E27FC236}">
                    <a16:creationId xmlns:a16="http://schemas.microsoft.com/office/drawing/2014/main" id="{AA544CFD-A263-7F02-F442-FAA0C8404A32}"/>
                  </a:ext>
                </a:extLst>
              </p:cNvPr>
              <p:cNvSpPr/>
              <p:nvPr/>
            </p:nvSpPr>
            <p:spPr>
              <a:xfrm>
                <a:off x="3964437" y="2275727"/>
                <a:ext cx="78235" cy="26907"/>
              </a:xfrm>
              <a:custGeom>
                <a:avLst/>
                <a:gdLst/>
                <a:ahLst/>
                <a:cxnLst/>
                <a:rect l="l" t="t" r="r" b="b"/>
                <a:pathLst>
                  <a:path w="4027" h="1385" fill="none" extrusionOk="0">
                    <a:moveTo>
                      <a:pt x="3524" y="0"/>
                    </a:moveTo>
                    <a:lnTo>
                      <a:pt x="3524" y="0"/>
                    </a:lnTo>
                    <a:lnTo>
                      <a:pt x="3440" y="0"/>
                    </a:lnTo>
                    <a:lnTo>
                      <a:pt x="3440" y="0"/>
                    </a:lnTo>
                    <a:lnTo>
                      <a:pt x="420" y="336"/>
                    </a:lnTo>
                    <a:lnTo>
                      <a:pt x="420" y="336"/>
                    </a:lnTo>
                    <a:lnTo>
                      <a:pt x="253" y="420"/>
                    </a:lnTo>
                    <a:lnTo>
                      <a:pt x="85" y="545"/>
                    </a:lnTo>
                    <a:lnTo>
                      <a:pt x="1" y="713"/>
                    </a:lnTo>
                    <a:lnTo>
                      <a:pt x="1" y="923"/>
                    </a:lnTo>
                    <a:lnTo>
                      <a:pt x="1" y="923"/>
                    </a:lnTo>
                    <a:lnTo>
                      <a:pt x="43" y="1091"/>
                    </a:lnTo>
                    <a:lnTo>
                      <a:pt x="169" y="1216"/>
                    </a:lnTo>
                    <a:lnTo>
                      <a:pt x="295" y="1342"/>
                    </a:lnTo>
                    <a:lnTo>
                      <a:pt x="504" y="1384"/>
                    </a:lnTo>
                    <a:lnTo>
                      <a:pt x="504" y="1384"/>
                    </a:lnTo>
                    <a:lnTo>
                      <a:pt x="546" y="1342"/>
                    </a:lnTo>
                    <a:lnTo>
                      <a:pt x="546" y="1342"/>
                    </a:lnTo>
                    <a:lnTo>
                      <a:pt x="3565" y="1007"/>
                    </a:lnTo>
                    <a:lnTo>
                      <a:pt x="3565" y="1007"/>
                    </a:lnTo>
                    <a:lnTo>
                      <a:pt x="3775" y="965"/>
                    </a:lnTo>
                    <a:lnTo>
                      <a:pt x="3901" y="839"/>
                    </a:lnTo>
                    <a:lnTo>
                      <a:pt x="3985" y="629"/>
                    </a:lnTo>
                    <a:lnTo>
                      <a:pt x="4027" y="462"/>
                    </a:lnTo>
                    <a:lnTo>
                      <a:pt x="4027" y="462"/>
                    </a:lnTo>
                    <a:lnTo>
                      <a:pt x="3985" y="252"/>
                    </a:lnTo>
                    <a:lnTo>
                      <a:pt x="3859" y="126"/>
                    </a:lnTo>
                    <a:lnTo>
                      <a:pt x="3691" y="42"/>
                    </a:lnTo>
                    <a:lnTo>
                      <a:pt x="352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374;p17">
                <a:extLst>
                  <a:ext uri="{FF2B5EF4-FFF2-40B4-BE49-F238E27FC236}">
                    <a16:creationId xmlns:a16="http://schemas.microsoft.com/office/drawing/2014/main" id="{59FB2827-04B5-0DDE-1668-BE79606DA8E2}"/>
                  </a:ext>
                </a:extLst>
              </p:cNvPr>
              <p:cNvSpPr/>
              <p:nvPr/>
            </p:nvSpPr>
            <p:spPr>
              <a:xfrm>
                <a:off x="7269636" y="2262692"/>
                <a:ext cx="62751" cy="34231"/>
              </a:xfrm>
              <a:custGeom>
                <a:avLst/>
                <a:gdLst/>
                <a:ahLst/>
                <a:cxnLst/>
                <a:rect l="l" t="t" r="r" b="b"/>
                <a:pathLst>
                  <a:path w="3230" h="1762" fill="none" extrusionOk="0">
                    <a:moveTo>
                      <a:pt x="2349" y="0"/>
                    </a:moveTo>
                    <a:lnTo>
                      <a:pt x="2349" y="0"/>
                    </a:lnTo>
                    <a:lnTo>
                      <a:pt x="2223" y="0"/>
                    </a:lnTo>
                    <a:lnTo>
                      <a:pt x="2097" y="42"/>
                    </a:lnTo>
                    <a:lnTo>
                      <a:pt x="2097" y="42"/>
                    </a:lnTo>
                    <a:lnTo>
                      <a:pt x="1971" y="126"/>
                    </a:lnTo>
                    <a:lnTo>
                      <a:pt x="1887" y="252"/>
                    </a:lnTo>
                    <a:lnTo>
                      <a:pt x="1845" y="420"/>
                    </a:lnTo>
                    <a:lnTo>
                      <a:pt x="1845" y="587"/>
                    </a:lnTo>
                    <a:lnTo>
                      <a:pt x="1845" y="587"/>
                    </a:lnTo>
                    <a:lnTo>
                      <a:pt x="587" y="378"/>
                    </a:lnTo>
                    <a:lnTo>
                      <a:pt x="587" y="378"/>
                    </a:lnTo>
                    <a:lnTo>
                      <a:pt x="503" y="378"/>
                    </a:lnTo>
                    <a:lnTo>
                      <a:pt x="503" y="378"/>
                    </a:lnTo>
                    <a:lnTo>
                      <a:pt x="336" y="420"/>
                    </a:lnTo>
                    <a:lnTo>
                      <a:pt x="210" y="504"/>
                    </a:lnTo>
                    <a:lnTo>
                      <a:pt x="84" y="629"/>
                    </a:lnTo>
                    <a:lnTo>
                      <a:pt x="0" y="797"/>
                    </a:lnTo>
                    <a:lnTo>
                      <a:pt x="0" y="797"/>
                    </a:lnTo>
                    <a:lnTo>
                      <a:pt x="42" y="1007"/>
                    </a:lnTo>
                    <a:lnTo>
                      <a:pt x="126" y="1175"/>
                    </a:lnTo>
                    <a:lnTo>
                      <a:pt x="252" y="1300"/>
                    </a:lnTo>
                    <a:lnTo>
                      <a:pt x="420" y="1384"/>
                    </a:lnTo>
                    <a:lnTo>
                      <a:pt x="420" y="1384"/>
                    </a:lnTo>
                    <a:lnTo>
                      <a:pt x="2600" y="1762"/>
                    </a:lnTo>
                    <a:lnTo>
                      <a:pt x="2600" y="1762"/>
                    </a:lnTo>
                    <a:lnTo>
                      <a:pt x="2684" y="1762"/>
                    </a:lnTo>
                    <a:lnTo>
                      <a:pt x="2684" y="1762"/>
                    </a:lnTo>
                    <a:lnTo>
                      <a:pt x="2810" y="1762"/>
                    </a:lnTo>
                    <a:lnTo>
                      <a:pt x="2936" y="1720"/>
                    </a:lnTo>
                    <a:lnTo>
                      <a:pt x="3020" y="1636"/>
                    </a:lnTo>
                    <a:lnTo>
                      <a:pt x="3103" y="1552"/>
                    </a:lnTo>
                    <a:lnTo>
                      <a:pt x="3103" y="1552"/>
                    </a:lnTo>
                    <a:lnTo>
                      <a:pt x="3187" y="1426"/>
                    </a:lnTo>
                    <a:lnTo>
                      <a:pt x="3229" y="1300"/>
                    </a:lnTo>
                    <a:lnTo>
                      <a:pt x="3187" y="1175"/>
                    </a:lnTo>
                    <a:lnTo>
                      <a:pt x="3145" y="1049"/>
                    </a:lnTo>
                    <a:lnTo>
                      <a:pt x="3145" y="1049"/>
                    </a:lnTo>
                    <a:lnTo>
                      <a:pt x="2810" y="252"/>
                    </a:lnTo>
                    <a:lnTo>
                      <a:pt x="2810" y="252"/>
                    </a:lnTo>
                    <a:lnTo>
                      <a:pt x="2726" y="168"/>
                    </a:lnTo>
                    <a:lnTo>
                      <a:pt x="2600" y="42"/>
                    </a:lnTo>
                    <a:lnTo>
                      <a:pt x="2474" y="0"/>
                    </a:lnTo>
                    <a:lnTo>
                      <a:pt x="2349"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375;p17">
                <a:extLst>
                  <a:ext uri="{FF2B5EF4-FFF2-40B4-BE49-F238E27FC236}">
                    <a16:creationId xmlns:a16="http://schemas.microsoft.com/office/drawing/2014/main" id="{A2979BAC-D26E-D6CD-28C9-E040CC81762C}"/>
                  </a:ext>
                </a:extLst>
              </p:cNvPr>
              <p:cNvSpPr/>
              <p:nvPr/>
            </p:nvSpPr>
            <p:spPr>
              <a:xfrm>
                <a:off x="4081757" y="2261876"/>
                <a:ext cx="78235" cy="26907"/>
              </a:xfrm>
              <a:custGeom>
                <a:avLst/>
                <a:gdLst/>
                <a:ahLst/>
                <a:cxnLst/>
                <a:rect l="l" t="t" r="r" b="b"/>
                <a:pathLst>
                  <a:path w="4027" h="1385" fill="none" extrusionOk="0">
                    <a:moveTo>
                      <a:pt x="3523" y="0"/>
                    </a:moveTo>
                    <a:lnTo>
                      <a:pt x="3523" y="0"/>
                    </a:lnTo>
                    <a:lnTo>
                      <a:pt x="3481" y="0"/>
                    </a:lnTo>
                    <a:lnTo>
                      <a:pt x="462" y="378"/>
                    </a:lnTo>
                    <a:lnTo>
                      <a:pt x="462" y="378"/>
                    </a:lnTo>
                    <a:lnTo>
                      <a:pt x="252" y="420"/>
                    </a:lnTo>
                    <a:lnTo>
                      <a:pt x="85" y="546"/>
                    </a:lnTo>
                    <a:lnTo>
                      <a:pt x="1" y="713"/>
                    </a:lnTo>
                    <a:lnTo>
                      <a:pt x="1" y="923"/>
                    </a:lnTo>
                    <a:lnTo>
                      <a:pt x="1" y="923"/>
                    </a:lnTo>
                    <a:lnTo>
                      <a:pt x="43" y="1091"/>
                    </a:lnTo>
                    <a:lnTo>
                      <a:pt x="168" y="1258"/>
                    </a:lnTo>
                    <a:lnTo>
                      <a:pt x="336" y="1342"/>
                    </a:lnTo>
                    <a:lnTo>
                      <a:pt x="504" y="1384"/>
                    </a:lnTo>
                    <a:lnTo>
                      <a:pt x="504" y="1384"/>
                    </a:lnTo>
                    <a:lnTo>
                      <a:pt x="546" y="1384"/>
                    </a:lnTo>
                    <a:lnTo>
                      <a:pt x="3607" y="1007"/>
                    </a:lnTo>
                    <a:lnTo>
                      <a:pt x="3607" y="1007"/>
                    </a:lnTo>
                    <a:lnTo>
                      <a:pt x="3775" y="965"/>
                    </a:lnTo>
                    <a:lnTo>
                      <a:pt x="3943" y="797"/>
                    </a:lnTo>
                    <a:lnTo>
                      <a:pt x="4027" y="629"/>
                    </a:lnTo>
                    <a:lnTo>
                      <a:pt x="4027" y="462"/>
                    </a:lnTo>
                    <a:lnTo>
                      <a:pt x="4027" y="462"/>
                    </a:lnTo>
                    <a:lnTo>
                      <a:pt x="3985" y="252"/>
                    </a:lnTo>
                    <a:lnTo>
                      <a:pt x="3859" y="126"/>
                    </a:lnTo>
                    <a:lnTo>
                      <a:pt x="3691"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376;p17">
                <a:extLst>
                  <a:ext uri="{FF2B5EF4-FFF2-40B4-BE49-F238E27FC236}">
                    <a16:creationId xmlns:a16="http://schemas.microsoft.com/office/drawing/2014/main" id="{881A0F44-9D74-4501-B249-A648F856FBB9}"/>
                  </a:ext>
                </a:extLst>
              </p:cNvPr>
              <p:cNvSpPr/>
              <p:nvPr/>
            </p:nvSpPr>
            <p:spPr>
              <a:xfrm>
                <a:off x="7153132" y="2250472"/>
                <a:ext cx="78235" cy="29336"/>
              </a:xfrm>
              <a:custGeom>
                <a:avLst/>
                <a:gdLst/>
                <a:ahLst/>
                <a:cxnLst/>
                <a:rect l="l" t="t" r="r" b="b"/>
                <a:pathLst>
                  <a:path w="4027" h="1510" fill="none" extrusionOk="0">
                    <a:moveTo>
                      <a:pt x="504" y="0"/>
                    </a:moveTo>
                    <a:lnTo>
                      <a:pt x="504" y="0"/>
                    </a:lnTo>
                    <a:lnTo>
                      <a:pt x="336" y="42"/>
                    </a:lnTo>
                    <a:lnTo>
                      <a:pt x="168" y="126"/>
                    </a:lnTo>
                    <a:lnTo>
                      <a:pt x="42" y="252"/>
                    </a:lnTo>
                    <a:lnTo>
                      <a:pt x="0" y="462"/>
                    </a:lnTo>
                    <a:lnTo>
                      <a:pt x="0" y="462"/>
                    </a:lnTo>
                    <a:lnTo>
                      <a:pt x="0" y="629"/>
                    </a:lnTo>
                    <a:lnTo>
                      <a:pt x="84" y="839"/>
                    </a:lnTo>
                    <a:lnTo>
                      <a:pt x="210" y="965"/>
                    </a:lnTo>
                    <a:lnTo>
                      <a:pt x="420" y="1007"/>
                    </a:lnTo>
                    <a:lnTo>
                      <a:pt x="420" y="1007"/>
                    </a:lnTo>
                    <a:lnTo>
                      <a:pt x="3439" y="1510"/>
                    </a:lnTo>
                    <a:lnTo>
                      <a:pt x="3439" y="1510"/>
                    </a:lnTo>
                    <a:lnTo>
                      <a:pt x="3523" y="1510"/>
                    </a:lnTo>
                    <a:lnTo>
                      <a:pt x="3523" y="1510"/>
                    </a:lnTo>
                    <a:lnTo>
                      <a:pt x="3691" y="1468"/>
                    </a:lnTo>
                    <a:lnTo>
                      <a:pt x="3817" y="1384"/>
                    </a:lnTo>
                    <a:lnTo>
                      <a:pt x="3942" y="1258"/>
                    </a:lnTo>
                    <a:lnTo>
                      <a:pt x="4026" y="1091"/>
                    </a:lnTo>
                    <a:lnTo>
                      <a:pt x="4026" y="1091"/>
                    </a:lnTo>
                    <a:lnTo>
                      <a:pt x="3984" y="881"/>
                    </a:lnTo>
                    <a:lnTo>
                      <a:pt x="3942" y="713"/>
                    </a:lnTo>
                    <a:lnTo>
                      <a:pt x="3775" y="587"/>
                    </a:lnTo>
                    <a:lnTo>
                      <a:pt x="3607" y="504"/>
                    </a:lnTo>
                    <a:lnTo>
                      <a:pt x="3607" y="504"/>
                    </a:lnTo>
                    <a:lnTo>
                      <a:pt x="587" y="42"/>
                    </a:lnTo>
                    <a:lnTo>
                      <a:pt x="587"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377;p17">
                <a:extLst>
                  <a:ext uri="{FF2B5EF4-FFF2-40B4-BE49-F238E27FC236}">
                    <a16:creationId xmlns:a16="http://schemas.microsoft.com/office/drawing/2014/main" id="{5F34B0EC-8ACA-BFD6-CF43-2C6933265493}"/>
                  </a:ext>
                </a:extLst>
              </p:cNvPr>
              <p:cNvSpPr/>
              <p:nvPr/>
            </p:nvSpPr>
            <p:spPr>
              <a:xfrm>
                <a:off x="4199076" y="2247208"/>
                <a:ext cx="79050" cy="26907"/>
              </a:xfrm>
              <a:custGeom>
                <a:avLst/>
                <a:gdLst/>
                <a:ahLst/>
                <a:cxnLst/>
                <a:rect l="l" t="t" r="r" b="b"/>
                <a:pathLst>
                  <a:path w="4069" h="1385" fill="none" extrusionOk="0">
                    <a:moveTo>
                      <a:pt x="3565" y="1"/>
                    </a:moveTo>
                    <a:lnTo>
                      <a:pt x="3565" y="1"/>
                    </a:lnTo>
                    <a:lnTo>
                      <a:pt x="3481" y="1"/>
                    </a:lnTo>
                    <a:lnTo>
                      <a:pt x="462" y="378"/>
                    </a:lnTo>
                    <a:lnTo>
                      <a:pt x="462" y="378"/>
                    </a:lnTo>
                    <a:lnTo>
                      <a:pt x="252" y="462"/>
                    </a:lnTo>
                    <a:lnTo>
                      <a:pt x="126" y="588"/>
                    </a:lnTo>
                    <a:lnTo>
                      <a:pt x="42" y="755"/>
                    </a:lnTo>
                    <a:lnTo>
                      <a:pt x="0" y="965"/>
                    </a:lnTo>
                    <a:lnTo>
                      <a:pt x="0" y="965"/>
                    </a:lnTo>
                    <a:lnTo>
                      <a:pt x="84" y="1133"/>
                    </a:lnTo>
                    <a:lnTo>
                      <a:pt x="168" y="1259"/>
                    </a:lnTo>
                    <a:lnTo>
                      <a:pt x="336" y="1384"/>
                    </a:lnTo>
                    <a:lnTo>
                      <a:pt x="504" y="1384"/>
                    </a:lnTo>
                    <a:lnTo>
                      <a:pt x="504" y="1384"/>
                    </a:lnTo>
                    <a:lnTo>
                      <a:pt x="588" y="1384"/>
                    </a:lnTo>
                    <a:lnTo>
                      <a:pt x="3607" y="1049"/>
                    </a:lnTo>
                    <a:lnTo>
                      <a:pt x="3607" y="1049"/>
                    </a:lnTo>
                    <a:lnTo>
                      <a:pt x="3817" y="965"/>
                    </a:lnTo>
                    <a:lnTo>
                      <a:pt x="3942" y="839"/>
                    </a:lnTo>
                    <a:lnTo>
                      <a:pt x="4026" y="672"/>
                    </a:lnTo>
                    <a:lnTo>
                      <a:pt x="4068" y="462"/>
                    </a:lnTo>
                    <a:lnTo>
                      <a:pt x="4068" y="462"/>
                    </a:lnTo>
                    <a:lnTo>
                      <a:pt x="3984" y="294"/>
                    </a:lnTo>
                    <a:lnTo>
                      <a:pt x="3900" y="126"/>
                    </a:lnTo>
                    <a:lnTo>
                      <a:pt x="3733" y="42"/>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378;p17">
                <a:extLst>
                  <a:ext uri="{FF2B5EF4-FFF2-40B4-BE49-F238E27FC236}">
                    <a16:creationId xmlns:a16="http://schemas.microsoft.com/office/drawing/2014/main" id="{1E5072E7-4BC8-5085-4CC9-789C6C6746E3}"/>
                  </a:ext>
                </a:extLst>
              </p:cNvPr>
              <p:cNvSpPr/>
              <p:nvPr/>
            </p:nvSpPr>
            <p:spPr>
              <a:xfrm>
                <a:off x="4317212" y="2233357"/>
                <a:ext cx="78215" cy="26907"/>
              </a:xfrm>
              <a:custGeom>
                <a:avLst/>
                <a:gdLst/>
                <a:ahLst/>
                <a:cxnLst/>
                <a:rect l="l" t="t" r="r" b="b"/>
                <a:pathLst>
                  <a:path w="4026" h="1385" fill="none" extrusionOk="0">
                    <a:moveTo>
                      <a:pt x="3523" y="1"/>
                    </a:moveTo>
                    <a:lnTo>
                      <a:pt x="3523" y="1"/>
                    </a:lnTo>
                    <a:lnTo>
                      <a:pt x="3481" y="1"/>
                    </a:lnTo>
                    <a:lnTo>
                      <a:pt x="419" y="378"/>
                    </a:lnTo>
                    <a:lnTo>
                      <a:pt x="419" y="378"/>
                    </a:lnTo>
                    <a:lnTo>
                      <a:pt x="252" y="420"/>
                    </a:lnTo>
                    <a:lnTo>
                      <a:pt x="84" y="546"/>
                    </a:lnTo>
                    <a:lnTo>
                      <a:pt x="0" y="714"/>
                    </a:lnTo>
                    <a:lnTo>
                      <a:pt x="0" y="923"/>
                    </a:lnTo>
                    <a:lnTo>
                      <a:pt x="0" y="923"/>
                    </a:lnTo>
                    <a:lnTo>
                      <a:pt x="42" y="1091"/>
                    </a:lnTo>
                    <a:lnTo>
                      <a:pt x="168" y="1259"/>
                    </a:lnTo>
                    <a:lnTo>
                      <a:pt x="294" y="1343"/>
                    </a:lnTo>
                    <a:lnTo>
                      <a:pt x="503" y="1385"/>
                    </a:lnTo>
                    <a:lnTo>
                      <a:pt x="503" y="1385"/>
                    </a:lnTo>
                    <a:lnTo>
                      <a:pt x="545" y="1385"/>
                    </a:lnTo>
                    <a:lnTo>
                      <a:pt x="3565" y="1007"/>
                    </a:lnTo>
                    <a:lnTo>
                      <a:pt x="3565" y="1007"/>
                    </a:lnTo>
                    <a:lnTo>
                      <a:pt x="3774" y="923"/>
                    </a:lnTo>
                    <a:lnTo>
                      <a:pt x="3942" y="797"/>
                    </a:lnTo>
                    <a:lnTo>
                      <a:pt x="4026" y="630"/>
                    </a:lnTo>
                    <a:lnTo>
                      <a:pt x="4026" y="420"/>
                    </a:lnTo>
                    <a:lnTo>
                      <a:pt x="4026" y="420"/>
                    </a:lnTo>
                    <a:lnTo>
                      <a:pt x="3984" y="252"/>
                    </a:lnTo>
                    <a:lnTo>
                      <a:pt x="3858" y="126"/>
                    </a:lnTo>
                    <a:lnTo>
                      <a:pt x="3690"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379;p17">
                <a:extLst>
                  <a:ext uri="{FF2B5EF4-FFF2-40B4-BE49-F238E27FC236}">
                    <a16:creationId xmlns:a16="http://schemas.microsoft.com/office/drawing/2014/main" id="{7858F6D3-9836-579C-EA18-F1F7E3E0F488}"/>
                  </a:ext>
                </a:extLst>
              </p:cNvPr>
              <p:cNvSpPr/>
              <p:nvPr/>
            </p:nvSpPr>
            <p:spPr>
              <a:xfrm>
                <a:off x="7035812" y="2232541"/>
                <a:ext cx="78235" cy="28539"/>
              </a:xfrm>
              <a:custGeom>
                <a:avLst/>
                <a:gdLst/>
                <a:ahLst/>
                <a:cxnLst/>
                <a:rect l="l" t="t" r="r" b="b"/>
                <a:pathLst>
                  <a:path w="4027" h="1469" fill="none" extrusionOk="0">
                    <a:moveTo>
                      <a:pt x="504" y="1"/>
                    </a:moveTo>
                    <a:lnTo>
                      <a:pt x="504" y="1"/>
                    </a:lnTo>
                    <a:lnTo>
                      <a:pt x="336" y="43"/>
                    </a:lnTo>
                    <a:lnTo>
                      <a:pt x="168" y="126"/>
                    </a:lnTo>
                    <a:lnTo>
                      <a:pt x="43" y="294"/>
                    </a:lnTo>
                    <a:lnTo>
                      <a:pt x="1" y="462"/>
                    </a:lnTo>
                    <a:lnTo>
                      <a:pt x="1" y="462"/>
                    </a:lnTo>
                    <a:lnTo>
                      <a:pt x="1" y="672"/>
                    </a:lnTo>
                    <a:lnTo>
                      <a:pt x="85" y="839"/>
                    </a:lnTo>
                    <a:lnTo>
                      <a:pt x="252" y="965"/>
                    </a:lnTo>
                    <a:lnTo>
                      <a:pt x="420" y="1049"/>
                    </a:lnTo>
                    <a:lnTo>
                      <a:pt x="420" y="1049"/>
                    </a:lnTo>
                    <a:lnTo>
                      <a:pt x="3439" y="1468"/>
                    </a:lnTo>
                    <a:lnTo>
                      <a:pt x="3439" y="1468"/>
                    </a:lnTo>
                    <a:lnTo>
                      <a:pt x="3523" y="1468"/>
                    </a:lnTo>
                    <a:lnTo>
                      <a:pt x="3523" y="1468"/>
                    </a:lnTo>
                    <a:lnTo>
                      <a:pt x="3691" y="1468"/>
                    </a:lnTo>
                    <a:lnTo>
                      <a:pt x="3859" y="1385"/>
                    </a:lnTo>
                    <a:lnTo>
                      <a:pt x="3943" y="1217"/>
                    </a:lnTo>
                    <a:lnTo>
                      <a:pt x="4026" y="1049"/>
                    </a:lnTo>
                    <a:lnTo>
                      <a:pt x="4026" y="1049"/>
                    </a:lnTo>
                    <a:lnTo>
                      <a:pt x="4026" y="839"/>
                    </a:lnTo>
                    <a:lnTo>
                      <a:pt x="3943" y="672"/>
                    </a:lnTo>
                    <a:lnTo>
                      <a:pt x="3775" y="546"/>
                    </a:lnTo>
                    <a:lnTo>
                      <a:pt x="3607" y="462"/>
                    </a:lnTo>
                    <a:lnTo>
                      <a:pt x="3607" y="462"/>
                    </a:lnTo>
                    <a:lnTo>
                      <a:pt x="588" y="43"/>
                    </a:lnTo>
                    <a:lnTo>
                      <a:pt x="588"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380;p17">
                <a:extLst>
                  <a:ext uri="{FF2B5EF4-FFF2-40B4-BE49-F238E27FC236}">
                    <a16:creationId xmlns:a16="http://schemas.microsoft.com/office/drawing/2014/main" id="{103B3AE6-3645-0B31-EA8B-15CB1655843D}"/>
                  </a:ext>
                </a:extLst>
              </p:cNvPr>
              <p:cNvSpPr/>
              <p:nvPr/>
            </p:nvSpPr>
            <p:spPr>
              <a:xfrm>
                <a:off x="4434513" y="2219505"/>
                <a:ext cx="79050" cy="26091"/>
              </a:xfrm>
              <a:custGeom>
                <a:avLst/>
                <a:gdLst/>
                <a:ahLst/>
                <a:cxnLst/>
                <a:rect l="l" t="t" r="r" b="b"/>
                <a:pathLst>
                  <a:path w="4069" h="1343" fill="none" extrusionOk="0">
                    <a:moveTo>
                      <a:pt x="3565" y="1"/>
                    </a:moveTo>
                    <a:lnTo>
                      <a:pt x="3565" y="1"/>
                    </a:lnTo>
                    <a:lnTo>
                      <a:pt x="3482" y="1"/>
                    </a:lnTo>
                    <a:lnTo>
                      <a:pt x="3482" y="1"/>
                    </a:lnTo>
                    <a:lnTo>
                      <a:pt x="462" y="336"/>
                    </a:lnTo>
                    <a:lnTo>
                      <a:pt x="462" y="336"/>
                    </a:lnTo>
                    <a:lnTo>
                      <a:pt x="252" y="420"/>
                    </a:lnTo>
                    <a:lnTo>
                      <a:pt x="127" y="546"/>
                    </a:lnTo>
                    <a:lnTo>
                      <a:pt x="43" y="714"/>
                    </a:lnTo>
                    <a:lnTo>
                      <a:pt x="1" y="923"/>
                    </a:lnTo>
                    <a:lnTo>
                      <a:pt x="1" y="923"/>
                    </a:lnTo>
                    <a:lnTo>
                      <a:pt x="85" y="1091"/>
                    </a:lnTo>
                    <a:lnTo>
                      <a:pt x="169" y="1217"/>
                    </a:lnTo>
                    <a:lnTo>
                      <a:pt x="336" y="1343"/>
                    </a:lnTo>
                    <a:lnTo>
                      <a:pt x="504" y="1343"/>
                    </a:lnTo>
                    <a:lnTo>
                      <a:pt x="504" y="1343"/>
                    </a:lnTo>
                    <a:lnTo>
                      <a:pt x="588" y="1343"/>
                    </a:lnTo>
                    <a:lnTo>
                      <a:pt x="588" y="1343"/>
                    </a:lnTo>
                    <a:lnTo>
                      <a:pt x="3607" y="1007"/>
                    </a:lnTo>
                    <a:lnTo>
                      <a:pt x="3607" y="1007"/>
                    </a:lnTo>
                    <a:lnTo>
                      <a:pt x="3817" y="923"/>
                    </a:lnTo>
                    <a:lnTo>
                      <a:pt x="3943" y="797"/>
                    </a:lnTo>
                    <a:lnTo>
                      <a:pt x="4027" y="630"/>
                    </a:lnTo>
                    <a:lnTo>
                      <a:pt x="4069" y="420"/>
                    </a:lnTo>
                    <a:lnTo>
                      <a:pt x="4069" y="420"/>
                    </a:lnTo>
                    <a:lnTo>
                      <a:pt x="3985" y="252"/>
                    </a:lnTo>
                    <a:lnTo>
                      <a:pt x="3901" y="127"/>
                    </a:lnTo>
                    <a:lnTo>
                      <a:pt x="3733" y="1"/>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381;p17">
                <a:extLst>
                  <a:ext uri="{FF2B5EF4-FFF2-40B4-BE49-F238E27FC236}">
                    <a16:creationId xmlns:a16="http://schemas.microsoft.com/office/drawing/2014/main" id="{D7BBA090-C09C-0AA6-0AFD-8B5D766D1F77}"/>
                  </a:ext>
                </a:extLst>
              </p:cNvPr>
              <p:cNvSpPr/>
              <p:nvPr/>
            </p:nvSpPr>
            <p:spPr>
              <a:xfrm>
                <a:off x="6918492" y="2216241"/>
                <a:ext cx="78235" cy="27723"/>
              </a:xfrm>
              <a:custGeom>
                <a:avLst/>
                <a:gdLst/>
                <a:ahLst/>
                <a:cxnLst/>
                <a:rect l="l" t="t" r="r" b="b"/>
                <a:pathLst>
                  <a:path w="4027" h="1427" fill="none" extrusionOk="0">
                    <a:moveTo>
                      <a:pt x="504" y="1"/>
                    </a:moveTo>
                    <a:lnTo>
                      <a:pt x="504" y="1"/>
                    </a:lnTo>
                    <a:lnTo>
                      <a:pt x="336" y="43"/>
                    </a:lnTo>
                    <a:lnTo>
                      <a:pt x="169" y="127"/>
                    </a:lnTo>
                    <a:lnTo>
                      <a:pt x="43" y="295"/>
                    </a:lnTo>
                    <a:lnTo>
                      <a:pt x="1" y="462"/>
                    </a:lnTo>
                    <a:lnTo>
                      <a:pt x="1" y="462"/>
                    </a:lnTo>
                    <a:lnTo>
                      <a:pt x="1" y="672"/>
                    </a:lnTo>
                    <a:lnTo>
                      <a:pt x="85" y="840"/>
                    </a:lnTo>
                    <a:lnTo>
                      <a:pt x="253" y="965"/>
                    </a:lnTo>
                    <a:lnTo>
                      <a:pt x="420" y="1007"/>
                    </a:lnTo>
                    <a:lnTo>
                      <a:pt x="420" y="1007"/>
                    </a:lnTo>
                    <a:lnTo>
                      <a:pt x="3440" y="1427"/>
                    </a:lnTo>
                    <a:lnTo>
                      <a:pt x="3440" y="1427"/>
                    </a:lnTo>
                    <a:lnTo>
                      <a:pt x="3523" y="1427"/>
                    </a:lnTo>
                    <a:lnTo>
                      <a:pt x="3523" y="1427"/>
                    </a:lnTo>
                    <a:lnTo>
                      <a:pt x="3691" y="1427"/>
                    </a:lnTo>
                    <a:lnTo>
                      <a:pt x="3859" y="1301"/>
                    </a:lnTo>
                    <a:lnTo>
                      <a:pt x="3985" y="1175"/>
                    </a:lnTo>
                    <a:lnTo>
                      <a:pt x="4027" y="1007"/>
                    </a:lnTo>
                    <a:lnTo>
                      <a:pt x="4027" y="1007"/>
                    </a:lnTo>
                    <a:lnTo>
                      <a:pt x="4027" y="798"/>
                    </a:lnTo>
                    <a:lnTo>
                      <a:pt x="3943" y="630"/>
                    </a:lnTo>
                    <a:lnTo>
                      <a:pt x="3775" y="504"/>
                    </a:lnTo>
                    <a:lnTo>
                      <a:pt x="3607" y="420"/>
                    </a:lnTo>
                    <a:lnTo>
                      <a:pt x="3607" y="420"/>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382;p17">
                <a:extLst>
                  <a:ext uri="{FF2B5EF4-FFF2-40B4-BE49-F238E27FC236}">
                    <a16:creationId xmlns:a16="http://schemas.microsoft.com/office/drawing/2014/main" id="{9B083E47-EFE9-2F2A-0613-2DAA938CC6EA}"/>
                  </a:ext>
                </a:extLst>
              </p:cNvPr>
              <p:cNvSpPr/>
              <p:nvPr/>
            </p:nvSpPr>
            <p:spPr>
              <a:xfrm>
                <a:off x="1923646" y="2215445"/>
                <a:ext cx="20399" cy="79031"/>
              </a:xfrm>
              <a:custGeom>
                <a:avLst/>
                <a:gdLst/>
                <a:ahLst/>
                <a:cxnLst/>
                <a:rect l="l" t="t" r="r" b="b"/>
                <a:pathLst>
                  <a:path w="1050" h="4068" fill="none" extrusionOk="0">
                    <a:moveTo>
                      <a:pt x="504" y="0"/>
                    </a:moveTo>
                    <a:lnTo>
                      <a:pt x="504" y="0"/>
                    </a:lnTo>
                    <a:lnTo>
                      <a:pt x="336" y="42"/>
                    </a:lnTo>
                    <a:lnTo>
                      <a:pt x="169" y="126"/>
                    </a:lnTo>
                    <a:lnTo>
                      <a:pt x="43" y="294"/>
                    </a:lnTo>
                    <a:lnTo>
                      <a:pt x="1" y="503"/>
                    </a:lnTo>
                    <a:lnTo>
                      <a:pt x="1" y="3565"/>
                    </a:lnTo>
                    <a:lnTo>
                      <a:pt x="1" y="3565"/>
                    </a:lnTo>
                    <a:lnTo>
                      <a:pt x="43" y="3732"/>
                    </a:lnTo>
                    <a:lnTo>
                      <a:pt x="169" y="3900"/>
                    </a:lnTo>
                    <a:lnTo>
                      <a:pt x="336" y="4026"/>
                    </a:lnTo>
                    <a:lnTo>
                      <a:pt x="504" y="4068"/>
                    </a:lnTo>
                    <a:lnTo>
                      <a:pt x="504" y="4068"/>
                    </a:lnTo>
                    <a:lnTo>
                      <a:pt x="714" y="4026"/>
                    </a:lnTo>
                    <a:lnTo>
                      <a:pt x="882" y="3900"/>
                    </a:lnTo>
                    <a:lnTo>
                      <a:pt x="1007" y="3732"/>
                    </a:lnTo>
                    <a:lnTo>
                      <a:pt x="1049" y="3565"/>
                    </a:lnTo>
                    <a:lnTo>
                      <a:pt x="1049" y="503"/>
                    </a:lnTo>
                    <a:lnTo>
                      <a:pt x="1049" y="503"/>
                    </a:lnTo>
                    <a:lnTo>
                      <a:pt x="1007" y="294"/>
                    </a:lnTo>
                    <a:lnTo>
                      <a:pt x="882" y="126"/>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383;p17">
                <a:extLst>
                  <a:ext uri="{FF2B5EF4-FFF2-40B4-BE49-F238E27FC236}">
                    <a16:creationId xmlns:a16="http://schemas.microsoft.com/office/drawing/2014/main" id="{C43E24CE-4CE6-7BCB-931A-6DA692B24627}"/>
                  </a:ext>
                </a:extLst>
              </p:cNvPr>
              <p:cNvSpPr/>
              <p:nvPr/>
            </p:nvSpPr>
            <p:spPr>
              <a:xfrm>
                <a:off x="4552649" y="2205654"/>
                <a:ext cx="78235" cy="26091"/>
              </a:xfrm>
              <a:custGeom>
                <a:avLst/>
                <a:gdLst/>
                <a:ahLst/>
                <a:cxnLst/>
                <a:rect l="l" t="t" r="r" b="b"/>
                <a:pathLst>
                  <a:path w="4027" h="1343" fill="none" extrusionOk="0">
                    <a:moveTo>
                      <a:pt x="3523" y="1"/>
                    </a:moveTo>
                    <a:lnTo>
                      <a:pt x="3523" y="1"/>
                    </a:lnTo>
                    <a:lnTo>
                      <a:pt x="3481" y="1"/>
                    </a:lnTo>
                    <a:lnTo>
                      <a:pt x="3481" y="1"/>
                    </a:lnTo>
                    <a:lnTo>
                      <a:pt x="462" y="336"/>
                    </a:lnTo>
                    <a:lnTo>
                      <a:pt x="462" y="336"/>
                    </a:lnTo>
                    <a:lnTo>
                      <a:pt x="252" y="420"/>
                    </a:lnTo>
                    <a:lnTo>
                      <a:pt x="84" y="546"/>
                    </a:lnTo>
                    <a:lnTo>
                      <a:pt x="1" y="714"/>
                    </a:lnTo>
                    <a:lnTo>
                      <a:pt x="1" y="923"/>
                    </a:lnTo>
                    <a:lnTo>
                      <a:pt x="1" y="923"/>
                    </a:lnTo>
                    <a:lnTo>
                      <a:pt x="42" y="1091"/>
                    </a:lnTo>
                    <a:lnTo>
                      <a:pt x="168" y="1217"/>
                    </a:lnTo>
                    <a:lnTo>
                      <a:pt x="336" y="1343"/>
                    </a:lnTo>
                    <a:lnTo>
                      <a:pt x="504" y="1343"/>
                    </a:lnTo>
                    <a:lnTo>
                      <a:pt x="504" y="1343"/>
                    </a:lnTo>
                    <a:lnTo>
                      <a:pt x="546" y="1343"/>
                    </a:lnTo>
                    <a:lnTo>
                      <a:pt x="546" y="1343"/>
                    </a:lnTo>
                    <a:lnTo>
                      <a:pt x="3607" y="1007"/>
                    </a:lnTo>
                    <a:lnTo>
                      <a:pt x="3607" y="1007"/>
                    </a:lnTo>
                    <a:lnTo>
                      <a:pt x="3775" y="923"/>
                    </a:lnTo>
                    <a:lnTo>
                      <a:pt x="3943" y="798"/>
                    </a:lnTo>
                    <a:lnTo>
                      <a:pt x="4026" y="630"/>
                    </a:lnTo>
                    <a:lnTo>
                      <a:pt x="4026" y="462"/>
                    </a:lnTo>
                    <a:lnTo>
                      <a:pt x="4026" y="462"/>
                    </a:lnTo>
                    <a:lnTo>
                      <a:pt x="3984" y="252"/>
                    </a:lnTo>
                    <a:lnTo>
                      <a:pt x="3859"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384;p17">
                <a:extLst>
                  <a:ext uri="{FF2B5EF4-FFF2-40B4-BE49-F238E27FC236}">
                    <a16:creationId xmlns:a16="http://schemas.microsoft.com/office/drawing/2014/main" id="{A3C12066-86F6-6E63-0CE4-B7795BCF1D4B}"/>
                  </a:ext>
                </a:extLst>
              </p:cNvPr>
              <p:cNvSpPr/>
              <p:nvPr/>
            </p:nvSpPr>
            <p:spPr>
              <a:xfrm>
                <a:off x="6800376" y="2201593"/>
                <a:ext cx="79031" cy="26907"/>
              </a:xfrm>
              <a:custGeom>
                <a:avLst/>
                <a:gdLst/>
                <a:ahLst/>
                <a:cxnLst/>
                <a:rect l="l" t="t" r="r" b="b"/>
                <a:pathLst>
                  <a:path w="4068" h="1385" fill="none" extrusionOk="0">
                    <a:moveTo>
                      <a:pt x="545" y="0"/>
                    </a:moveTo>
                    <a:lnTo>
                      <a:pt x="545" y="0"/>
                    </a:lnTo>
                    <a:lnTo>
                      <a:pt x="336" y="0"/>
                    </a:lnTo>
                    <a:lnTo>
                      <a:pt x="168" y="126"/>
                    </a:lnTo>
                    <a:lnTo>
                      <a:pt x="84" y="252"/>
                    </a:lnTo>
                    <a:lnTo>
                      <a:pt x="0" y="419"/>
                    </a:lnTo>
                    <a:lnTo>
                      <a:pt x="0" y="419"/>
                    </a:lnTo>
                    <a:lnTo>
                      <a:pt x="42" y="629"/>
                    </a:lnTo>
                    <a:lnTo>
                      <a:pt x="126" y="797"/>
                    </a:lnTo>
                    <a:lnTo>
                      <a:pt x="252" y="923"/>
                    </a:lnTo>
                    <a:lnTo>
                      <a:pt x="462" y="1007"/>
                    </a:lnTo>
                    <a:lnTo>
                      <a:pt x="462" y="1007"/>
                    </a:lnTo>
                    <a:lnTo>
                      <a:pt x="3481" y="1384"/>
                    </a:lnTo>
                    <a:lnTo>
                      <a:pt x="3481" y="1384"/>
                    </a:lnTo>
                    <a:lnTo>
                      <a:pt x="3565" y="1384"/>
                    </a:lnTo>
                    <a:lnTo>
                      <a:pt x="3565" y="1384"/>
                    </a:lnTo>
                    <a:lnTo>
                      <a:pt x="3732" y="1342"/>
                    </a:lnTo>
                    <a:lnTo>
                      <a:pt x="3900" y="1258"/>
                    </a:lnTo>
                    <a:lnTo>
                      <a:pt x="3984" y="1132"/>
                    </a:lnTo>
                    <a:lnTo>
                      <a:pt x="4068" y="923"/>
                    </a:lnTo>
                    <a:lnTo>
                      <a:pt x="4068" y="923"/>
                    </a:lnTo>
                    <a:lnTo>
                      <a:pt x="4026" y="755"/>
                    </a:lnTo>
                    <a:lnTo>
                      <a:pt x="3942" y="545"/>
                    </a:lnTo>
                    <a:lnTo>
                      <a:pt x="3816" y="419"/>
                    </a:lnTo>
                    <a:lnTo>
                      <a:pt x="3607" y="378"/>
                    </a:lnTo>
                    <a:lnTo>
                      <a:pt x="3607" y="378"/>
                    </a:lnTo>
                    <a:lnTo>
                      <a:pt x="587" y="0"/>
                    </a:lnTo>
                    <a:lnTo>
                      <a:pt x="587" y="0"/>
                    </a:lnTo>
                    <a:lnTo>
                      <a:pt x="54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385;p17">
                <a:extLst>
                  <a:ext uri="{FF2B5EF4-FFF2-40B4-BE49-F238E27FC236}">
                    <a16:creationId xmlns:a16="http://schemas.microsoft.com/office/drawing/2014/main" id="{655934D3-9AE0-D2F9-3B87-7D86AF5EFA3A}"/>
                  </a:ext>
                </a:extLst>
              </p:cNvPr>
              <p:cNvSpPr/>
              <p:nvPr/>
            </p:nvSpPr>
            <p:spPr>
              <a:xfrm>
                <a:off x="4670784" y="2192618"/>
                <a:ext cx="78235" cy="26091"/>
              </a:xfrm>
              <a:custGeom>
                <a:avLst/>
                <a:gdLst/>
                <a:ahLst/>
                <a:cxnLst/>
                <a:rect l="l" t="t" r="r" b="b"/>
                <a:pathLst>
                  <a:path w="4027" h="1343" fill="none" extrusionOk="0">
                    <a:moveTo>
                      <a:pt x="3523" y="1"/>
                    </a:moveTo>
                    <a:lnTo>
                      <a:pt x="3523" y="1"/>
                    </a:lnTo>
                    <a:lnTo>
                      <a:pt x="3481" y="1"/>
                    </a:lnTo>
                    <a:lnTo>
                      <a:pt x="3481" y="1"/>
                    </a:lnTo>
                    <a:lnTo>
                      <a:pt x="420" y="336"/>
                    </a:lnTo>
                    <a:lnTo>
                      <a:pt x="420" y="336"/>
                    </a:lnTo>
                    <a:lnTo>
                      <a:pt x="252" y="378"/>
                    </a:lnTo>
                    <a:lnTo>
                      <a:pt x="84" y="504"/>
                    </a:lnTo>
                    <a:lnTo>
                      <a:pt x="0" y="672"/>
                    </a:lnTo>
                    <a:lnTo>
                      <a:pt x="0" y="881"/>
                    </a:lnTo>
                    <a:lnTo>
                      <a:pt x="0" y="881"/>
                    </a:lnTo>
                    <a:lnTo>
                      <a:pt x="42" y="1049"/>
                    </a:lnTo>
                    <a:lnTo>
                      <a:pt x="168" y="1217"/>
                    </a:lnTo>
                    <a:lnTo>
                      <a:pt x="294" y="1301"/>
                    </a:lnTo>
                    <a:lnTo>
                      <a:pt x="503" y="1343"/>
                    </a:lnTo>
                    <a:lnTo>
                      <a:pt x="503" y="1343"/>
                    </a:lnTo>
                    <a:lnTo>
                      <a:pt x="545" y="1343"/>
                    </a:lnTo>
                    <a:lnTo>
                      <a:pt x="545" y="1343"/>
                    </a:lnTo>
                    <a:lnTo>
                      <a:pt x="3565" y="1007"/>
                    </a:lnTo>
                    <a:lnTo>
                      <a:pt x="3565" y="1007"/>
                    </a:lnTo>
                    <a:lnTo>
                      <a:pt x="3774" y="965"/>
                    </a:lnTo>
                    <a:lnTo>
                      <a:pt x="3942" y="840"/>
                    </a:lnTo>
                    <a:lnTo>
                      <a:pt x="4026" y="672"/>
                    </a:lnTo>
                    <a:lnTo>
                      <a:pt x="4026" y="462"/>
                    </a:lnTo>
                    <a:lnTo>
                      <a:pt x="4026" y="462"/>
                    </a:lnTo>
                    <a:lnTo>
                      <a:pt x="3984" y="252"/>
                    </a:lnTo>
                    <a:lnTo>
                      <a:pt x="3858" y="127"/>
                    </a:lnTo>
                    <a:lnTo>
                      <a:pt x="3691"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386;p17">
                <a:extLst>
                  <a:ext uri="{FF2B5EF4-FFF2-40B4-BE49-F238E27FC236}">
                    <a16:creationId xmlns:a16="http://schemas.microsoft.com/office/drawing/2014/main" id="{05932449-EC8E-4CAD-749B-2A88BF439268}"/>
                  </a:ext>
                </a:extLst>
              </p:cNvPr>
              <p:cNvSpPr/>
              <p:nvPr/>
            </p:nvSpPr>
            <p:spPr>
              <a:xfrm>
                <a:off x="6683056" y="2187742"/>
                <a:ext cx="78235" cy="26091"/>
              </a:xfrm>
              <a:custGeom>
                <a:avLst/>
                <a:gdLst/>
                <a:ahLst/>
                <a:cxnLst/>
                <a:rect l="l" t="t" r="r" b="b"/>
                <a:pathLst>
                  <a:path w="4027" h="1343" fill="none" extrusionOk="0">
                    <a:moveTo>
                      <a:pt x="504" y="0"/>
                    </a:moveTo>
                    <a:lnTo>
                      <a:pt x="504" y="0"/>
                    </a:lnTo>
                    <a:lnTo>
                      <a:pt x="294" y="0"/>
                    </a:lnTo>
                    <a:lnTo>
                      <a:pt x="126" y="126"/>
                    </a:lnTo>
                    <a:lnTo>
                      <a:pt x="42" y="252"/>
                    </a:lnTo>
                    <a:lnTo>
                      <a:pt x="0" y="420"/>
                    </a:lnTo>
                    <a:lnTo>
                      <a:pt x="0" y="420"/>
                    </a:lnTo>
                    <a:lnTo>
                      <a:pt x="0" y="629"/>
                    </a:lnTo>
                    <a:lnTo>
                      <a:pt x="84" y="797"/>
                    </a:lnTo>
                    <a:lnTo>
                      <a:pt x="252" y="923"/>
                    </a:lnTo>
                    <a:lnTo>
                      <a:pt x="420" y="1007"/>
                    </a:lnTo>
                    <a:lnTo>
                      <a:pt x="420" y="1007"/>
                    </a:lnTo>
                    <a:lnTo>
                      <a:pt x="3481" y="1342"/>
                    </a:lnTo>
                    <a:lnTo>
                      <a:pt x="3481" y="1342"/>
                    </a:lnTo>
                    <a:lnTo>
                      <a:pt x="3523" y="1342"/>
                    </a:lnTo>
                    <a:lnTo>
                      <a:pt x="3523" y="1342"/>
                    </a:lnTo>
                    <a:lnTo>
                      <a:pt x="3691" y="1300"/>
                    </a:lnTo>
                    <a:lnTo>
                      <a:pt x="3859" y="1216"/>
                    </a:lnTo>
                    <a:lnTo>
                      <a:pt x="3984" y="1091"/>
                    </a:lnTo>
                    <a:lnTo>
                      <a:pt x="4026" y="881"/>
                    </a:lnTo>
                    <a:lnTo>
                      <a:pt x="4026" y="881"/>
                    </a:lnTo>
                    <a:lnTo>
                      <a:pt x="4026" y="713"/>
                    </a:lnTo>
                    <a:lnTo>
                      <a:pt x="3942" y="503"/>
                    </a:lnTo>
                    <a:lnTo>
                      <a:pt x="3775" y="378"/>
                    </a:lnTo>
                    <a:lnTo>
                      <a:pt x="3565" y="336"/>
                    </a:lnTo>
                    <a:lnTo>
                      <a:pt x="3565" y="336"/>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387;p17">
                <a:extLst>
                  <a:ext uri="{FF2B5EF4-FFF2-40B4-BE49-F238E27FC236}">
                    <a16:creationId xmlns:a16="http://schemas.microsoft.com/office/drawing/2014/main" id="{2976A1FD-5599-A3DB-EBE3-2C14F55E2DDD}"/>
                  </a:ext>
                </a:extLst>
              </p:cNvPr>
              <p:cNvSpPr/>
              <p:nvPr/>
            </p:nvSpPr>
            <p:spPr>
              <a:xfrm>
                <a:off x="4788901" y="2180399"/>
                <a:ext cx="78235" cy="26091"/>
              </a:xfrm>
              <a:custGeom>
                <a:avLst/>
                <a:gdLst/>
                <a:ahLst/>
                <a:cxnLst/>
                <a:rect l="l" t="t" r="r" b="b"/>
                <a:pathLst>
                  <a:path w="4027" h="1343" fill="none" extrusionOk="0">
                    <a:moveTo>
                      <a:pt x="3524" y="1"/>
                    </a:moveTo>
                    <a:lnTo>
                      <a:pt x="3524" y="1"/>
                    </a:lnTo>
                    <a:lnTo>
                      <a:pt x="3482" y="1"/>
                    </a:lnTo>
                    <a:lnTo>
                      <a:pt x="3482" y="1"/>
                    </a:lnTo>
                    <a:lnTo>
                      <a:pt x="420" y="294"/>
                    </a:lnTo>
                    <a:lnTo>
                      <a:pt x="420" y="294"/>
                    </a:lnTo>
                    <a:lnTo>
                      <a:pt x="253" y="378"/>
                    </a:lnTo>
                    <a:lnTo>
                      <a:pt x="85" y="504"/>
                    </a:lnTo>
                    <a:lnTo>
                      <a:pt x="1" y="672"/>
                    </a:lnTo>
                    <a:lnTo>
                      <a:pt x="1" y="881"/>
                    </a:lnTo>
                    <a:lnTo>
                      <a:pt x="1" y="881"/>
                    </a:lnTo>
                    <a:lnTo>
                      <a:pt x="43" y="1049"/>
                    </a:lnTo>
                    <a:lnTo>
                      <a:pt x="169" y="1175"/>
                    </a:lnTo>
                    <a:lnTo>
                      <a:pt x="294" y="1301"/>
                    </a:lnTo>
                    <a:lnTo>
                      <a:pt x="504" y="1343"/>
                    </a:lnTo>
                    <a:lnTo>
                      <a:pt x="504" y="1343"/>
                    </a:lnTo>
                    <a:lnTo>
                      <a:pt x="546" y="1343"/>
                    </a:lnTo>
                    <a:lnTo>
                      <a:pt x="546" y="1343"/>
                    </a:lnTo>
                    <a:lnTo>
                      <a:pt x="3565" y="1007"/>
                    </a:lnTo>
                    <a:lnTo>
                      <a:pt x="3565" y="1007"/>
                    </a:lnTo>
                    <a:lnTo>
                      <a:pt x="3775" y="965"/>
                    </a:lnTo>
                    <a:lnTo>
                      <a:pt x="3901" y="840"/>
                    </a:lnTo>
                    <a:lnTo>
                      <a:pt x="4027" y="672"/>
                    </a:lnTo>
                    <a:lnTo>
                      <a:pt x="4027" y="462"/>
                    </a:lnTo>
                    <a:lnTo>
                      <a:pt x="4027" y="462"/>
                    </a:lnTo>
                    <a:lnTo>
                      <a:pt x="3985" y="294"/>
                    </a:lnTo>
                    <a:lnTo>
                      <a:pt x="3859" y="127"/>
                    </a:lnTo>
                    <a:lnTo>
                      <a:pt x="3733" y="43"/>
                    </a:lnTo>
                    <a:lnTo>
                      <a:pt x="352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388;p17">
                <a:extLst>
                  <a:ext uri="{FF2B5EF4-FFF2-40B4-BE49-F238E27FC236}">
                    <a16:creationId xmlns:a16="http://schemas.microsoft.com/office/drawing/2014/main" id="{72607503-3948-340E-D4D2-16E45EDBB5FE}"/>
                  </a:ext>
                </a:extLst>
              </p:cNvPr>
              <p:cNvSpPr/>
              <p:nvPr/>
            </p:nvSpPr>
            <p:spPr>
              <a:xfrm>
                <a:off x="6564920" y="2175522"/>
                <a:ext cx="78235" cy="25275"/>
              </a:xfrm>
              <a:custGeom>
                <a:avLst/>
                <a:gdLst/>
                <a:ahLst/>
                <a:cxnLst/>
                <a:rect l="l" t="t" r="r" b="b"/>
                <a:pathLst>
                  <a:path w="4027" h="1301" fill="none" extrusionOk="0">
                    <a:moveTo>
                      <a:pt x="462" y="0"/>
                    </a:moveTo>
                    <a:lnTo>
                      <a:pt x="462" y="0"/>
                    </a:lnTo>
                    <a:lnTo>
                      <a:pt x="294" y="0"/>
                    </a:lnTo>
                    <a:lnTo>
                      <a:pt x="127" y="126"/>
                    </a:lnTo>
                    <a:lnTo>
                      <a:pt x="43" y="252"/>
                    </a:lnTo>
                    <a:lnTo>
                      <a:pt x="1" y="420"/>
                    </a:lnTo>
                    <a:lnTo>
                      <a:pt x="1" y="420"/>
                    </a:lnTo>
                    <a:lnTo>
                      <a:pt x="1" y="629"/>
                    </a:lnTo>
                    <a:lnTo>
                      <a:pt x="85" y="797"/>
                    </a:lnTo>
                    <a:lnTo>
                      <a:pt x="252" y="923"/>
                    </a:lnTo>
                    <a:lnTo>
                      <a:pt x="420" y="1007"/>
                    </a:lnTo>
                    <a:lnTo>
                      <a:pt x="420" y="1007"/>
                    </a:lnTo>
                    <a:lnTo>
                      <a:pt x="3481" y="1300"/>
                    </a:lnTo>
                    <a:lnTo>
                      <a:pt x="3481" y="1300"/>
                    </a:lnTo>
                    <a:lnTo>
                      <a:pt x="3523" y="1300"/>
                    </a:lnTo>
                    <a:lnTo>
                      <a:pt x="3523" y="1300"/>
                    </a:lnTo>
                    <a:lnTo>
                      <a:pt x="3691" y="1258"/>
                    </a:lnTo>
                    <a:lnTo>
                      <a:pt x="3859" y="1174"/>
                    </a:lnTo>
                    <a:lnTo>
                      <a:pt x="3985" y="1049"/>
                    </a:lnTo>
                    <a:lnTo>
                      <a:pt x="4027" y="839"/>
                    </a:lnTo>
                    <a:lnTo>
                      <a:pt x="4027" y="839"/>
                    </a:lnTo>
                    <a:lnTo>
                      <a:pt x="4027" y="629"/>
                    </a:lnTo>
                    <a:lnTo>
                      <a:pt x="3943" y="461"/>
                    </a:lnTo>
                    <a:lnTo>
                      <a:pt x="3775" y="336"/>
                    </a:lnTo>
                    <a:lnTo>
                      <a:pt x="3565" y="294"/>
                    </a:lnTo>
                    <a:lnTo>
                      <a:pt x="3565" y="294"/>
                    </a:lnTo>
                    <a:lnTo>
                      <a:pt x="546" y="0"/>
                    </a:lnTo>
                    <a:lnTo>
                      <a:pt x="546" y="0"/>
                    </a:lnTo>
                    <a:lnTo>
                      <a:pt x="462"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389;p17">
                <a:extLst>
                  <a:ext uri="{FF2B5EF4-FFF2-40B4-BE49-F238E27FC236}">
                    <a16:creationId xmlns:a16="http://schemas.microsoft.com/office/drawing/2014/main" id="{67F9898B-B1FF-31CC-8A09-E8234E19A93A}"/>
                  </a:ext>
                </a:extLst>
              </p:cNvPr>
              <p:cNvSpPr/>
              <p:nvPr/>
            </p:nvSpPr>
            <p:spPr>
              <a:xfrm>
                <a:off x="4906221" y="2169811"/>
                <a:ext cx="79050" cy="24459"/>
              </a:xfrm>
              <a:custGeom>
                <a:avLst/>
                <a:gdLst/>
                <a:ahLst/>
                <a:cxnLst/>
                <a:rect l="l" t="t" r="r" b="b"/>
                <a:pathLst>
                  <a:path w="4069" h="1259" fill="none" extrusionOk="0">
                    <a:moveTo>
                      <a:pt x="3565" y="1"/>
                    </a:moveTo>
                    <a:lnTo>
                      <a:pt x="3565" y="1"/>
                    </a:lnTo>
                    <a:lnTo>
                      <a:pt x="3523" y="1"/>
                    </a:lnTo>
                    <a:lnTo>
                      <a:pt x="3523" y="1"/>
                    </a:lnTo>
                    <a:lnTo>
                      <a:pt x="462" y="252"/>
                    </a:lnTo>
                    <a:lnTo>
                      <a:pt x="462" y="252"/>
                    </a:lnTo>
                    <a:lnTo>
                      <a:pt x="294" y="336"/>
                    </a:lnTo>
                    <a:lnTo>
                      <a:pt x="126" y="462"/>
                    </a:lnTo>
                    <a:lnTo>
                      <a:pt x="43" y="630"/>
                    </a:lnTo>
                    <a:lnTo>
                      <a:pt x="1" y="797"/>
                    </a:lnTo>
                    <a:lnTo>
                      <a:pt x="1" y="797"/>
                    </a:lnTo>
                    <a:lnTo>
                      <a:pt x="85" y="1007"/>
                    </a:lnTo>
                    <a:lnTo>
                      <a:pt x="168" y="1133"/>
                    </a:lnTo>
                    <a:lnTo>
                      <a:pt x="336" y="1259"/>
                    </a:lnTo>
                    <a:lnTo>
                      <a:pt x="504" y="1259"/>
                    </a:lnTo>
                    <a:lnTo>
                      <a:pt x="504" y="1259"/>
                    </a:lnTo>
                    <a:lnTo>
                      <a:pt x="588" y="1259"/>
                    </a:lnTo>
                    <a:lnTo>
                      <a:pt x="588" y="1259"/>
                    </a:lnTo>
                    <a:lnTo>
                      <a:pt x="3607" y="1007"/>
                    </a:lnTo>
                    <a:lnTo>
                      <a:pt x="3607" y="1007"/>
                    </a:lnTo>
                    <a:lnTo>
                      <a:pt x="3817" y="923"/>
                    </a:lnTo>
                    <a:lnTo>
                      <a:pt x="3943" y="839"/>
                    </a:lnTo>
                    <a:lnTo>
                      <a:pt x="4026" y="630"/>
                    </a:lnTo>
                    <a:lnTo>
                      <a:pt x="4068" y="462"/>
                    </a:lnTo>
                    <a:lnTo>
                      <a:pt x="4068" y="462"/>
                    </a:lnTo>
                    <a:lnTo>
                      <a:pt x="4026" y="252"/>
                    </a:lnTo>
                    <a:lnTo>
                      <a:pt x="3901" y="126"/>
                    </a:lnTo>
                    <a:lnTo>
                      <a:pt x="3733" y="1"/>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390;p17">
                <a:extLst>
                  <a:ext uri="{FF2B5EF4-FFF2-40B4-BE49-F238E27FC236}">
                    <a16:creationId xmlns:a16="http://schemas.microsoft.com/office/drawing/2014/main" id="{43572A58-DD01-004A-B8A5-BEF639D46CBF}"/>
                  </a:ext>
                </a:extLst>
              </p:cNvPr>
              <p:cNvSpPr/>
              <p:nvPr/>
            </p:nvSpPr>
            <p:spPr>
              <a:xfrm>
                <a:off x="6445988" y="2164119"/>
                <a:ext cx="79031" cy="25275"/>
              </a:xfrm>
              <a:custGeom>
                <a:avLst/>
                <a:gdLst/>
                <a:ahLst/>
                <a:cxnLst/>
                <a:rect l="l" t="t" r="r" b="b"/>
                <a:pathLst>
                  <a:path w="4068" h="1301" fill="none" extrusionOk="0">
                    <a:moveTo>
                      <a:pt x="503" y="0"/>
                    </a:moveTo>
                    <a:lnTo>
                      <a:pt x="503" y="0"/>
                    </a:lnTo>
                    <a:lnTo>
                      <a:pt x="336" y="42"/>
                    </a:lnTo>
                    <a:lnTo>
                      <a:pt x="168" y="126"/>
                    </a:lnTo>
                    <a:lnTo>
                      <a:pt x="84" y="294"/>
                    </a:lnTo>
                    <a:lnTo>
                      <a:pt x="0" y="461"/>
                    </a:lnTo>
                    <a:lnTo>
                      <a:pt x="0" y="461"/>
                    </a:lnTo>
                    <a:lnTo>
                      <a:pt x="42" y="671"/>
                    </a:lnTo>
                    <a:lnTo>
                      <a:pt x="126" y="839"/>
                    </a:lnTo>
                    <a:lnTo>
                      <a:pt x="294" y="965"/>
                    </a:lnTo>
                    <a:lnTo>
                      <a:pt x="461" y="1007"/>
                    </a:lnTo>
                    <a:lnTo>
                      <a:pt x="461" y="1007"/>
                    </a:lnTo>
                    <a:lnTo>
                      <a:pt x="3523" y="1300"/>
                    </a:lnTo>
                    <a:lnTo>
                      <a:pt x="3523" y="1300"/>
                    </a:lnTo>
                    <a:lnTo>
                      <a:pt x="3565" y="1300"/>
                    </a:lnTo>
                    <a:lnTo>
                      <a:pt x="3565" y="1300"/>
                    </a:lnTo>
                    <a:lnTo>
                      <a:pt x="3732" y="1258"/>
                    </a:lnTo>
                    <a:lnTo>
                      <a:pt x="3900" y="1174"/>
                    </a:lnTo>
                    <a:lnTo>
                      <a:pt x="4026" y="1007"/>
                    </a:lnTo>
                    <a:lnTo>
                      <a:pt x="4068" y="839"/>
                    </a:lnTo>
                    <a:lnTo>
                      <a:pt x="4068" y="839"/>
                    </a:lnTo>
                    <a:lnTo>
                      <a:pt x="4068" y="629"/>
                    </a:lnTo>
                    <a:lnTo>
                      <a:pt x="3942" y="461"/>
                    </a:lnTo>
                    <a:lnTo>
                      <a:pt x="3816" y="336"/>
                    </a:lnTo>
                    <a:lnTo>
                      <a:pt x="3607" y="294"/>
                    </a:lnTo>
                    <a:lnTo>
                      <a:pt x="3607" y="294"/>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391;p17">
                <a:extLst>
                  <a:ext uri="{FF2B5EF4-FFF2-40B4-BE49-F238E27FC236}">
                    <a16:creationId xmlns:a16="http://schemas.microsoft.com/office/drawing/2014/main" id="{C7FBBB36-D52F-AE15-2D2C-23873A97C959}"/>
                  </a:ext>
                </a:extLst>
              </p:cNvPr>
              <p:cNvSpPr/>
              <p:nvPr/>
            </p:nvSpPr>
            <p:spPr>
              <a:xfrm>
                <a:off x="5024356" y="2160039"/>
                <a:ext cx="79050" cy="24459"/>
              </a:xfrm>
              <a:custGeom>
                <a:avLst/>
                <a:gdLst/>
                <a:ahLst/>
                <a:cxnLst/>
                <a:rect l="l" t="t" r="r" b="b"/>
                <a:pathLst>
                  <a:path w="4069" h="1259" fill="none" extrusionOk="0">
                    <a:moveTo>
                      <a:pt x="3565" y="0"/>
                    </a:moveTo>
                    <a:lnTo>
                      <a:pt x="3565" y="0"/>
                    </a:lnTo>
                    <a:lnTo>
                      <a:pt x="3523" y="0"/>
                    </a:lnTo>
                    <a:lnTo>
                      <a:pt x="3523" y="0"/>
                    </a:lnTo>
                    <a:lnTo>
                      <a:pt x="462" y="252"/>
                    </a:lnTo>
                    <a:lnTo>
                      <a:pt x="462" y="252"/>
                    </a:lnTo>
                    <a:lnTo>
                      <a:pt x="294" y="294"/>
                    </a:lnTo>
                    <a:lnTo>
                      <a:pt x="126" y="420"/>
                    </a:lnTo>
                    <a:lnTo>
                      <a:pt x="42" y="588"/>
                    </a:lnTo>
                    <a:lnTo>
                      <a:pt x="0" y="797"/>
                    </a:lnTo>
                    <a:lnTo>
                      <a:pt x="0" y="797"/>
                    </a:lnTo>
                    <a:lnTo>
                      <a:pt x="84" y="965"/>
                    </a:lnTo>
                    <a:lnTo>
                      <a:pt x="168" y="1133"/>
                    </a:lnTo>
                    <a:lnTo>
                      <a:pt x="336" y="1217"/>
                    </a:lnTo>
                    <a:lnTo>
                      <a:pt x="504" y="1258"/>
                    </a:lnTo>
                    <a:lnTo>
                      <a:pt x="546" y="1258"/>
                    </a:lnTo>
                    <a:lnTo>
                      <a:pt x="546" y="1258"/>
                    </a:lnTo>
                    <a:lnTo>
                      <a:pt x="3607" y="1007"/>
                    </a:lnTo>
                    <a:lnTo>
                      <a:pt x="3607" y="1007"/>
                    </a:lnTo>
                    <a:lnTo>
                      <a:pt x="3775" y="965"/>
                    </a:lnTo>
                    <a:lnTo>
                      <a:pt x="3942" y="839"/>
                    </a:lnTo>
                    <a:lnTo>
                      <a:pt x="4026" y="671"/>
                    </a:lnTo>
                    <a:lnTo>
                      <a:pt x="4068" y="462"/>
                    </a:lnTo>
                    <a:lnTo>
                      <a:pt x="4068" y="462"/>
                    </a:lnTo>
                    <a:lnTo>
                      <a:pt x="4026" y="252"/>
                    </a:lnTo>
                    <a:lnTo>
                      <a:pt x="3900"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392;p17">
                <a:extLst>
                  <a:ext uri="{FF2B5EF4-FFF2-40B4-BE49-F238E27FC236}">
                    <a16:creationId xmlns:a16="http://schemas.microsoft.com/office/drawing/2014/main" id="{6643EBB1-5373-3A69-1E32-8C76E4A990B9}"/>
                  </a:ext>
                </a:extLst>
              </p:cNvPr>
              <p:cNvSpPr/>
              <p:nvPr/>
            </p:nvSpPr>
            <p:spPr>
              <a:xfrm>
                <a:off x="7248441" y="2158407"/>
                <a:ext cx="48899" cy="70891"/>
              </a:xfrm>
              <a:custGeom>
                <a:avLst/>
                <a:gdLst/>
                <a:ahLst/>
                <a:cxnLst/>
                <a:rect l="l" t="t" r="r" b="b"/>
                <a:pathLst>
                  <a:path w="2517" h="3649" fill="none" extrusionOk="0">
                    <a:moveTo>
                      <a:pt x="504" y="1"/>
                    </a:moveTo>
                    <a:lnTo>
                      <a:pt x="504" y="1"/>
                    </a:lnTo>
                    <a:lnTo>
                      <a:pt x="378" y="1"/>
                    </a:lnTo>
                    <a:lnTo>
                      <a:pt x="252" y="42"/>
                    </a:lnTo>
                    <a:lnTo>
                      <a:pt x="252" y="42"/>
                    </a:lnTo>
                    <a:lnTo>
                      <a:pt x="85" y="210"/>
                    </a:lnTo>
                    <a:lnTo>
                      <a:pt x="43" y="378"/>
                    </a:lnTo>
                    <a:lnTo>
                      <a:pt x="1" y="588"/>
                    </a:lnTo>
                    <a:lnTo>
                      <a:pt x="85" y="755"/>
                    </a:lnTo>
                    <a:lnTo>
                      <a:pt x="85" y="755"/>
                    </a:lnTo>
                    <a:lnTo>
                      <a:pt x="840" y="2055"/>
                    </a:lnTo>
                    <a:lnTo>
                      <a:pt x="1594" y="3397"/>
                    </a:lnTo>
                    <a:lnTo>
                      <a:pt x="1594" y="3397"/>
                    </a:lnTo>
                    <a:lnTo>
                      <a:pt x="1636" y="3523"/>
                    </a:lnTo>
                    <a:lnTo>
                      <a:pt x="1762" y="3607"/>
                    </a:lnTo>
                    <a:lnTo>
                      <a:pt x="1888" y="3649"/>
                    </a:lnTo>
                    <a:lnTo>
                      <a:pt x="2014" y="3649"/>
                    </a:lnTo>
                    <a:lnTo>
                      <a:pt x="2014" y="3649"/>
                    </a:lnTo>
                    <a:lnTo>
                      <a:pt x="2140" y="3649"/>
                    </a:lnTo>
                    <a:lnTo>
                      <a:pt x="2265" y="3607"/>
                    </a:lnTo>
                    <a:lnTo>
                      <a:pt x="2265" y="3607"/>
                    </a:lnTo>
                    <a:lnTo>
                      <a:pt x="2433" y="3481"/>
                    </a:lnTo>
                    <a:lnTo>
                      <a:pt x="2517" y="3313"/>
                    </a:lnTo>
                    <a:lnTo>
                      <a:pt x="2517" y="3104"/>
                    </a:lnTo>
                    <a:lnTo>
                      <a:pt x="2475" y="2894"/>
                    </a:lnTo>
                    <a:lnTo>
                      <a:pt x="2475" y="2894"/>
                    </a:lnTo>
                    <a:lnTo>
                      <a:pt x="1720" y="1552"/>
                    </a:lnTo>
                    <a:lnTo>
                      <a:pt x="965" y="252"/>
                    </a:lnTo>
                    <a:lnTo>
                      <a:pt x="965" y="252"/>
                    </a:lnTo>
                    <a:lnTo>
                      <a:pt x="882" y="126"/>
                    </a:lnTo>
                    <a:lnTo>
                      <a:pt x="756" y="42"/>
                    </a:lnTo>
                    <a:lnTo>
                      <a:pt x="630"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393;p17">
                <a:extLst>
                  <a:ext uri="{FF2B5EF4-FFF2-40B4-BE49-F238E27FC236}">
                    <a16:creationId xmlns:a16="http://schemas.microsoft.com/office/drawing/2014/main" id="{1F2FBFC3-C62E-219C-CDD0-6654A50A10A4}"/>
                  </a:ext>
                </a:extLst>
              </p:cNvPr>
              <p:cNvSpPr/>
              <p:nvPr/>
            </p:nvSpPr>
            <p:spPr>
              <a:xfrm>
                <a:off x="6327852" y="2155143"/>
                <a:ext cx="79050" cy="24459"/>
              </a:xfrm>
              <a:custGeom>
                <a:avLst/>
                <a:gdLst/>
                <a:ahLst/>
                <a:cxnLst/>
                <a:rect l="l" t="t" r="r" b="b"/>
                <a:pathLst>
                  <a:path w="4069" h="1259" fill="none" extrusionOk="0">
                    <a:moveTo>
                      <a:pt x="504" y="1"/>
                    </a:moveTo>
                    <a:lnTo>
                      <a:pt x="504" y="1"/>
                    </a:lnTo>
                    <a:lnTo>
                      <a:pt x="336" y="43"/>
                    </a:lnTo>
                    <a:lnTo>
                      <a:pt x="168" y="127"/>
                    </a:lnTo>
                    <a:lnTo>
                      <a:pt x="42" y="294"/>
                    </a:lnTo>
                    <a:lnTo>
                      <a:pt x="0" y="462"/>
                    </a:lnTo>
                    <a:lnTo>
                      <a:pt x="0" y="462"/>
                    </a:lnTo>
                    <a:lnTo>
                      <a:pt x="42" y="672"/>
                    </a:lnTo>
                    <a:lnTo>
                      <a:pt x="126" y="840"/>
                    </a:lnTo>
                    <a:lnTo>
                      <a:pt x="294" y="965"/>
                    </a:lnTo>
                    <a:lnTo>
                      <a:pt x="462" y="1007"/>
                    </a:lnTo>
                    <a:lnTo>
                      <a:pt x="462" y="1007"/>
                    </a:lnTo>
                    <a:lnTo>
                      <a:pt x="3523" y="1259"/>
                    </a:lnTo>
                    <a:lnTo>
                      <a:pt x="3565" y="1259"/>
                    </a:lnTo>
                    <a:lnTo>
                      <a:pt x="3565" y="1259"/>
                    </a:lnTo>
                    <a:lnTo>
                      <a:pt x="3733" y="1217"/>
                    </a:lnTo>
                    <a:lnTo>
                      <a:pt x="3901" y="1091"/>
                    </a:lnTo>
                    <a:lnTo>
                      <a:pt x="4026" y="965"/>
                    </a:lnTo>
                    <a:lnTo>
                      <a:pt x="4068" y="756"/>
                    </a:lnTo>
                    <a:lnTo>
                      <a:pt x="4068" y="756"/>
                    </a:lnTo>
                    <a:lnTo>
                      <a:pt x="4026" y="588"/>
                    </a:lnTo>
                    <a:lnTo>
                      <a:pt x="3942" y="420"/>
                    </a:lnTo>
                    <a:lnTo>
                      <a:pt x="3775" y="294"/>
                    </a:lnTo>
                    <a:lnTo>
                      <a:pt x="3607" y="210"/>
                    </a:lnTo>
                    <a:lnTo>
                      <a:pt x="3607" y="210"/>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394;p17">
                <a:extLst>
                  <a:ext uri="{FF2B5EF4-FFF2-40B4-BE49-F238E27FC236}">
                    <a16:creationId xmlns:a16="http://schemas.microsoft.com/office/drawing/2014/main" id="{5094476D-26CE-3150-CD00-1D72A26F995E}"/>
                  </a:ext>
                </a:extLst>
              </p:cNvPr>
              <p:cNvSpPr/>
              <p:nvPr/>
            </p:nvSpPr>
            <p:spPr>
              <a:xfrm>
                <a:off x="5142492" y="2151083"/>
                <a:ext cx="79031" cy="24459"/>
              </a:xfrm>
              <a:custGeom>
                <a:avLst/>
                <a:gdLst/>
                <a:ahLst/>
                <a:cxnLst/>
                <a:rect l="l" t="t" r="r" b="b"/>
                <a:pathLst>
                  <a:path w="4068" h="1259" fill="none" extrusionOk="0">
                    <a:moveTo>
                      <a:pt x="3565" y="0"/>
                    </a:moveTo>
                    <a:lnTo>
                      <a:pt x="3565" y="0"/>
                    </a:lnTo>
                    <a:lnTo>
                      <a:pt x="3523" y="42"/>
                    </a:lnTo>
                    <a:lnTo>
                      <a:pt x="3523" y="42"/>
                    </a:lnTo>
                    <a:lnTo>
                      <a:pt x="503" y="210"/>
                    </a:lnTo>
                    <a:lnTo>
                      <a:pt x="503" y="210"/>
                    </a:lnTo>
                    <a:lnTo>
                      <a:pt x="294" y="294"/>
                    </a:lnTo>
                    <a:lnTo>
                      <a:pt x="126" y="419"/>
                    </a:lnTo>
                    <a:lnTo>
                      <a:pt x="42" y="587"/>
                    </a:lnTo>
                    <a:lnTo>
                      <a:pt x="0" y="755"/>
                    </a:lnTo>
                    <a:lnTo>
                      <a:pt x="0" y="755"/>
                    </a:lnTo>
                    <a:lnTo>
                      <a:pt x="84" y="965"/>
                    </a:lnTo>
                    <a:lnTo>
                      <a:pt x="168" y="1090"/>
                    </a:lnTo>
                    <a:lnTo>
                      <a:pt x="336" y="1216"/>
                    </a:lnTo>
                    <a:lnTo>
                      <a:pt x="503" y="1258"/>
                    </a:lnTo>
                    <a:lnTo>
                      <a:pt x="545" y="1258"/>
                    </a:lnTo>
                    <a:lnTo>
                      <a:pt x="545" y="1258"/>
                    </a:lnTo>
                    <a:lnTo>
                      <a:pt x="3606" y="1049"/>
                    </a:lnTo>
                    <a:lnTo>
                      <a:pt x="3606" y="1049"/>
                    </a:lnTo>
                    <a:lnTo>
                      <a:pt x="3774" y="965"/>
                    </a:lnTo>
                    <a:lnTo>
                      <a:pt x="3942" y="881"/>
                    </a:lnTo>
                    <a:lnTo>
                      <a:pt x="4068" y="713"/>
                    </a:lnTo>
                    <a:lnTo>
                      <a:pt x="4068" y="503"/>
                    </a:lnTo>
                    <a:lnTo>
                      <a:pt x="4068" y="503"/>
                    </a:lnTo>
                    <a:lnTo>
                      <a:pt x="4026" y="294"/>
                    </a:lnTo>
                    <a:lnTo>
                      <a:pt x="3900" y="168"/>
                    </a:lnTo>
                    <a:lnTo>
                      <a:pt x="3774"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395;p17">
                <a:extLst>
                  <a:ext uri="{FF2B5EF4-FFF2-40B4-BE49-F238E27FC236}">
                    <a16:creationId xmlns:a16="http://schemas.microsoft.com/office/drawing/2014/main" id="{26BF98EC-7EAD-542C-08C1-047F8ECD91A5}"/>
                  </a:ext>
                </a:extLst>
              </p:cNvPr>
              <p:cNvSpPr/>
              <p:nvPr/>
            </p:nvSpPr>
            <p:spPr>
              <a:xfrm>
                <a:off x="6209716" y="2147819"/>
                <a:ext cx="79050" cy="22827"/>
              </a:xfrm>
              <a:custGeom>
                <a:avLst/>
                <a:gdLst/>
                <a:ahLst/>
                <a:cxnLst/>
                <a:rect l="l" t="t" r="r" b="b"/>
                <a:pathLst>
                  <a:path w="4069" h="1175" fill="none" extrusionOk="0">
                    <a:moveTo>
                      <a:pt x="504" y="0"/>
                    </a:moveTo>
                    <a:lnTo>
                      <a:pt x="504" y="0"/>
                    </a:lnTo>
                    <a:lnTo>
                      <a:pt x="294" y="0"/>
                    </a:lnTo>
                    <a:lnTo>
                      <a:pt x="127" y="126"/>
                    </a:lnTo>
                    <a:lnTo>
                      <a:pt x="43" y="252"/>
                    </a:lnTo>
                    <a:lnTo>
                      <a:pt x="1" y="462"/>
                    </a:lnTo>
                    <a:lnTo>
                      <a:pt x="1" y="462"/>
                    </a:lnTo>
                    <a:lnTo>
                      <a:pt x="1" y="671"/>
                    </a:lnTo>
                    <a:lnTo>
                      <a:pt x="127" y="839"/>
                    </a:lnTo>
                    <a:lnTo>
                      <a:pt x="252" y="965"/>
                    </a:lnTo>
                    <a:lnTo>
                      <a:pt x="462" y="1007"/>
                    </a:lnTo>
                    <a:lnTo>
                      <a:pt x="462" y="1007"/>
                    </a:lnTo>
                    <a:lnTo>
                      <a:pt x="3523" y="1175"/>
                    </a:lnTo>
                    <a:lnTo>
                      <a:pt x="3523" y="1175"/>
                    </a:lnTo>
                    <a:lnTo>
                      <a:pt x="3523" y="1175"/>
                    </a:lnTo>
                    <a:lnTo>
                      <a:pt x="3733" y="1133"/>
                    </a:lnTo>
                    <a:lnTo>
                      <a:pt x="3901" y="1049"/>
                    </a:lnTo>
                    <a:lnTo>
                      <a:pt x="3985" y="881"/>
                    </a:lnTo>
                    <a:lnTo>
                      <a:pt x="4069" y="713"/>
                    </a:lnTo>
                    <a:lnTo>
                      <a:pt x="4069" y="713"/>
                    </a:lnTo>
                    <a:lnTo>
                      <a:pt x="4027" y="504"/>
                    </a:lnTo>
                    <a:lnTo>
                      <a:pt x="3943" y="336"/>
                    </a:lnTo>
                    <a:lnTo>
                      <a:pt x="3775" y="210"/>
                    </a:lnTo>
                    <a:lnTo>
                      <a:pt x="3565" y="168"/>
                    </a:lnTo>
                    <a:lnTo>
                      <a:pt x="3565" y="168"/>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396;p17">
                <a:extLst>
                  <a:ext uri="{FF2B5EF4-FFF2-40B4-BE49-F238E27FC236}">
                    <a16:creationId xmlns:a16="http://schemas.microsoft.com/office/drawing/2014/main" id="{6C0CC2E4-5F98-4B39-A74C-A6848AFFCC5E}"/>
                  </a:ext>
                </a:extLst>
              </p:cNvPr>
              <p:cNvSpPr/>
              <p:nvPr/>
            </p:nvSpPr>
            <p:spPr>
              <a:xfrm>
                <a:off x="5261424" y="2144556"/>
                <a:ext cx="78235" cy="22827"/>
              </a:xfrm>
              <a:custGeom>
                <a:avLst/>
                <a:gdLst/>
                <a:ahLst/>
                <a:cxnLst/>
                <a:rect l="l" t="t" r="r" b="b"/>
                <a:pathLst>
                  <a:path w="4027" h="1175" fill="none" extrusionOk="0">
                    <a:moveTo>
                      <a:pt x="3565" y="1"/>
                    </a:moveTo>
                    <a:lnTo>
                      <a:pt x="3565" y="1"/>
                    </a:lnTo>
                    <a:lnTo>
                      <a:pt x="3523" y="1"/>
                    </a:lnTo>
                    <a:lnTo>
                      <a:pt x="3523" y="1"/>
                    </a:lnTo>
                    <a:lnTo>
                      <a:pt x="462" y="168"/>
                    </a:lnTo>
                    <a:lnTo>
                      <a:pt x="462" y="168"/>
                    </a:lnTo>
                    <a:lnTo>
                      <a:pt x="252" y="210"/>
                    </a:lnTo>
                    <a:lnTo>
                      <a:pt x="126" y="336"/>
                    </a:lnTo>
                    <a:lnTo>
                      <a:pt x="1" y="504"/>
                    </a:lnTo>
                    <a:lnTo>
                      <a:pt x="1" y="714"/>
                    </a:lnTo>
                    <a:lnTo>
                      <a:pt x="1" y="714"/>
                    </a:lnTo>
                    <a:lnTo>
                      <a:pt x="43" y="881"/>
                    </a:lnTo>
                    <a:lnTo>
                      <a:pt x="126" y="1049"/>
                    </a:lnTo>
                    <a:lnTo>
                      <a:pt x="294" y="1133"/>
                    </a:lnTo>
                    <a:lnTo>
                      <a:pt x="504" y="1175"/>
                    </a:lnTo>
                    <a:lnTo>
                      <a:pt x="504" y="1175"/>
                    </a:lnTo>
                    <a:lnTo>
                      <a:pt x="504" y="1175"/>
                    </a:lnTo>
                    <a:lnTo>
                      <a:pt x="3565" y="1007"/>
                    </a:lnTo>
                    <a:lnTo>
                      <a:pt x="3565" y="1007"/>
                    </a:lnTo>
                    <a:lnTo>
                      <a:pt x="3775" y="965"/>
                    </a:lnTo>
                    <a:lnTo>
                      <a:pt x="3901" y="839"/>
                    </a:lnTo>
                    <a:lnTo>
                      <a:pt x="4026" y="672"/>
                    </a:lnTo>
                    <a:lnTo>
                      <a:pt x="4026" y="504"/>
                    </a:lnTo>
                    <a:lnTo>
                      <a:pt x="4026" y="504"/>
                    </a:lnTo>
                    <a:lnTo>
                      <a:pt x="3985" y="294"/>
                    </a:lnTo>
                    <a:lnTo>
                      <a:pt x="3901" y="126"/>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397;p17">
                <a:extLst>
                  <a:ext uri="{FF2B5EF4-FFF2-40B4-BE49-F238E27FC236}">
                    <a16:creationId xmlns:a16="http://schemas.microsoft.com/office/drawing/2014/main" id="{4621699B-BFC3-B44F-78BC-0C2C59652D18}"/>
                  </a:ext>
                </a:extLst>
              </p:cNvPr>
              <p:cNvSpPr/>
              <p:nvPr/>
            </p:nvSpPr>
            <p:spPr>
              <a:xfrm>
                <a:off x="6090784" y="2141292"/>
                <a:ext cx="79031" cy="22847"/>
              </a:xfrm>
              <a:custGeom>
                <a:avLst/>
                <a:gdLst/>
                <a:ahLst/>
                <a:cxnLst/>
                <a:rect l="l" t="t" r="r" b="b"/>
                <a:pathLst>
                  <a:path w="4068" h="1176" fill="none" extrusionOk="0">
                    <a:moveTo>
                      <a:pt x="503" y="1"/>
                    </a:moveTo>
                    <a:lnTo>
                      <a:pt x="503" y="1"/>
                    </a:lnTo>
                    <a:lnTo>
                      <a:pt x="336" y="43"/>
                    </a:lnTo>
                    <a:lnTo>
                      <a:pt x="168" y="169"/>
                    </a:lnTo>
                    <a:lnTo>
                      <a:pt x="42" y="294"/>
                    </a:lnTo>
                    <a:lnTo>
                      <a:pt x="0" y="504"/>
                    </a:lnTo>
                    <a:lnTo>
                      <a:pt x="0" y="504"/>
                    </a:lnTo>
                    <a:lnTo>
                      <a:pt x="42" y="714"/>
                    </a:lnTo>
                    <a:lnTo>
                      <a:pt x="126" y="840"/>
                    </a:lnTo>
                    <a:lnTo>
                      <a:pt x="294" y="965"/>
                    </a:lnTo>
                    <a:lnTo>
                      <a:pt x="503" y="1007"/>
                    </a:lnTo>
                    <a:lnTo>
                      <a:pt x="503" y="1007"/>
                    </a:lnTo>
                    <a:lnTo>
                      <a:pt x="3523" y="1175"/>
                    </a:lnTo>
                    <a:lnTo>
                      <a:pt x="3565" y="1175"/>
                    </a:lnTo>
                    <a:lnTo>
                      <a:pt x="3565" y="1175"/>
                    </a:lnTo>
                    <a:lnTo>
                      <a:pt x="3774" y="1133"/>
                    </a:lnTo>
                    <a:lnTo>
                      <a:pt x="3900" y="1049"/>
                    </a:lnTo>
                    <a:lnTo>
                      <a:pt x="4026" y="882"/>
                    </a:lnTo>
                    <a:lnTo>
                      <a:pt x="4068" y="672"/>
                    </a:lnTo>
                    <a:lnTo>
                      <a:pt x="4068" y="672"/>
                    </a:lnTo>
                    <a:lnTo>
                      <a:pt x="4026" y="504"/>
                    </a:lnTo>
                    <a:lnTo>
                      <a:pt x="3942" y="336"/>
                    </a:lnTo>
                    <a:lnTo>
                      <a:pt x="3774" y="211"/>
                    </a:lnTo>
                    <a:lnTo>
                      <a:pt x="3607" y="169"/>
                    </a:lnTo>
                    <a:lnTo>
                      <a:pt x="3607" y="169"/>
                    </a:lnTo>
                    <a:lnTo>
                      <a:pt x="545" y="1"/>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398;p17">
                <a:extLst>
                  <a:ext uri="{FF2B5EF4-FFF2-40B4-BE49-F238E27FC236}">
                    <a16:creationId xmlns:a16="http://schemas.microsoft.com/office/drawing/2014/main" id="{F2B1A14A-8698-5AFA-2FBD-502B2BD84385}"/>
                  </a:ext>
                </a:extLst>
              </p:cNvPr>
              <p:cNvSpPr/>
              <p:nvPr/>
            </p:nvSpPr>
            <p:spPr>
              <a:xfrm>
                <a:off x="5379560" y="2139679"/>
                <a:ext cx="79050" cy="22011"/>
              </a:xfrm>
              <a:custGeom>
                <a:avLst/>
                <a:gdLst/>
                <a:ahLst/>
                <a:cxnLst/>
                <a:rect l="l" t="t" r="r" b="b"/>
                <a:pathLst>
                  <a:path w="4069" h="1133" fill="none" extrusionOk="0">
                    <a:moveTo>
                      <a:pt x="3565" y="0"/>
                    </a:moveTo>
                    <a:lnTo>
                      <a:pt x="3565" y="0"/>
                    </a:lnTo>
                    <a:lnTo>
                      <a:pt x="3523" y="0"/>
                    </a:lnTo>
                    <a:lnTo>
                      <a:pt x="3523" y="0"/>
                    </a:lnTo>
                    <a:lnTo>
                      <a:pt x="462" y="126"/>
                    </a:lnTo>
                    <a:lnTo>
                      <a:pt x="462" y="126"/>
                    </a:lnTo>
                    <a:lnTo>
                      <a:pt x="294" y="168"/>
                    </a:lnTo>
                    <a:lnTo>
                      <a:pt x="126" y="294"/>
                    </a:lnTo>
                    <a:lnTo>
                      <a:pt x="42" y="461"/>
                    </a:lnTo>
                    <a:lnTo>
                      <a:pt x="0" y="629"/>
                    </a:lnTo>
                    <a:lnTo>
                      <a:pt x="0" y="629"/>
                    </a:lnTo>
                    <a:lnTo>
                      <a:pt x="42" y="839"/>
                    </a:lnTo>
                    <a:lnTo>
                      <a:pt x="168" y="1006"/>
                    </a:lnTo>
                    <a:lnTo>
                      <a:pt x="294" y="1090"/>
                    </a:lnTo>
                    <a:lnTo>
                      <a:pt x="504" y="1132"/>
                    </a:lnTo>
                    <a:lnTo>
                      <a:pt x="545" y="1132"/>
                    </a:lnTo>
                    <a:lnTo>
                      <a:pt x="545" y="1132"/>
                    </a:lnTo>
                    <a:lnTo>
                      <a:pt x="3565" y="1006"/>
                    </a:lnTo>
                    <a:lnTo>
                      <a:pt x="3565" y="1006"/>
                    </a:lnTo>
                    <a:lnTo>
                      <a:pt x="3775" y="965"/>
                    </a:lnTo>
                    <a:lnTo>
                      <a:pt x="3942" y="839"/>
                    </a:lnTo>
                    <a:lnTo>
                      <a:pt x="4026" y="671"/>
                    </a:lnTo>
                    <a:lnTo>
                      <a:pt x="4068" y="461"/>
                    </a:lnTo>
                    <a:lnTo>
                      <a:pt x="4068" y="461"/>
                    </a:lnTo>
                    <a:lnTo>
                      <a:pt x="4026" y="294"/>
                    </a:lnTo>
                    <a:lnTo>
                      <a:pt x="3900"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399;p17">
                <a:extLst>
                  <a:ext uri="{FF2B5EF4-FFF2-40B4-BE49-F238E27FC236}">
                    <a16:creationId xmlns:a16="http://schemas.microsoft.com/office/drawing/2014/main" id="{43E1D450-9458-7FC1-50E5-B5704FB9D049}"/>
                  </a:ext>
                </a:extLst>
              </p:cNvPr>
              <p:cNvSpPr/>
              <p:nvPr/>
            </p:nvSpPr>
            <p:spPr>
              <a:xfrm>
                <a:off x="5971832" y="2137232"/>
                <a:ext cx="79866" cy="22011"/>
              </a:xfrm>
              <a:custGeom>
                <a:avLst/>
                <a:gdLst/>
                <a:ahLst/>
                <a:cxnLst/>
                <a:rect l="l" t="t" r="r" b="b"/>
                <a:pathLst>
                  <a:path w="4111" h="1133" fill="none" extrusionOk="0">
                    <a:moveTo>
                      <a:pt x="546" y="0"/>
                    </a:moveTo>
                    <a:lnTo>
                      <a:pt x="546" y="0"/>
                    </a:lnTo>
                    <a:lnTo>
                      <a:pt x="336" y="42"/>
                    </a:lnTo>
                    <a:lnTo>
                      <a:pt x="168" y="126"/>
                    </a:lnTo>
                    <a:lnTo>
                      <a:pt x="84" y="294"/>
                    </a:lnTo>
                    <a:lnTo>
                      <a:pt x="1" y="503"/>
                    </a:lnTo>
                    <a:lnTo>
                      <a:pt x="1" y="503"/>
                    </a:lnTo>
                    <a:lnTo>
                      <a:pt x="43" y="671"/>
                    </a:lnTo>
                    <a:lnTo>
                      <a:pt x="168" y="839"/>
                    </a:lnTo>
                    <a:lnTo>
                      <a:pt x="336" y="965"/>
                    </a:lnTo>
                    <a:lnTo>
                      <a:pt x="504" y="1007"/>
                    </a:lnTo>
                    <a:lnTo>
                      <a:pt x="504" y="1007"/>
                    </a:lnTo>
                    <a:lnTo>
                      <a:pt x="3565" y="1132"/>
                    </a:lnTo>
                    <a:lnTo>
                      <a:pt x="3565" y="1132"/>
                    </a:lnTo>
                    <a:lnTo>
                      <a:pt x="3565" y="1132"/>
                    </a:lnTo>
                    <a:lnTo>
                      <a:pt x="3775" y="1091"/>
                    </a:lnTo>
                    <a:lnTo>
                      <a:pt x="3943" y="965"/>
                    </a:lnTo>
                    <a:lnTo>
                      <a:pt x="4026" y="797"/>
                    </a:lnTo>
                    <a:lnTo>
                      <a:pt x="4110" y="629"/>
                    </a:lnTo>
                    <a:lnTo>
                      <a:pt x="4110" y="629"/>
                    </a:lnTo>
                    <a:lnTo>
                      <a:pt x="4068" y="420"/>
                    </a:lnTo>
                    <a:lnTo>
                      <a:pt x="3943" y="252"/>
                    </a:lnTo>
                    <a:lnTo>
                      <a:pt x="3817" y="126"/>
                    </a:lnTo>
                    <a:lnTo>
                      <a:pt x="3607" y="84"/>
                    </a:lnTo>
                    <a:lnTo>
                      <a:pt x="3607" y="84"/>
                    </a:lnTo>
                    <a:lnTo>
                      <a:pt x="546" y="0"/>
                    </a:lnTo>
                    <a:lnTo>
                      <a:pt x="546" y="0"/>
                    </a:lnTo>
                    <a:lnTo>
                      <a:pt x="54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400;p17">
                <a:extLst>
                  <a:ext uri="{FF2B5EF4-FFF2-40B4-BE49-F238E27FC236}">
                    <a16:creationId xmlns:a16="http://schemas.microsoft.com/office/drawing/2014/main" id="{8636D4CD-2B0A-8517-23CE-1D0F73D838B1}"/>
                  </a:ext>
                </a:extLst>
              </p:cNvPr>
              <p:cNvSpPr/>
              <p:nvPr/>
            </p:nvSpPr>
            <p:spPr>
              <a:xfrm>
                <a:off x="5497677" y="2135600"/>
                <a:ext cx="79050" cy="22011"/>
              </a:xfrm>
              <a:custGeom>
                <a:avLst/>
                <a:gdLst/>
                <a:ahLst/>
                <a:cxnLst/>
                <a:rect l="l" t="t" r="r" b="b"/>
                <a:pathLst>
                  <a:path w="4069" h="1133" fill="none" extrusionOk="0">
                    <a:moveTo>
                      <a:pt x="3566" y="0"/>
                    </a:moveTo>
                    <a:lnTo>
                      <a:pt x="3566" y="0"/>
                    </a:lnTo>
                    <a:lnTo>
                      <a:pt x="3566" y="0"/>
                    </a:lnTo>
                    <a:lnTo>
                      <a:pt x="3566" y="0"/>
                    </a:lnTo>
                    <a:lnTo>
                      <a:pt x="504" y="84"/>
                    </a:lnTo>
                    <a:lnTo>
                      <a:pt x="504" y="84"/>
                    </a:lnTo>
                    <a:lnTo>
                      <a:pt x="295" y="126"/>
                    </a:lnTo>
                    <a:lnTo>
                      <a:pt x="169" y="252"/>
                    </a:lnTo>
                    <a:lnTo>
                      <a:pt x="43" y="420"/>
                    </a:lnTo>
                    <a:lnTo>
                      <a:pt x="1" y="629"/>
                    </a:lnTo>
                    <a:lnTo>
                      <a:pt x="1" y="629"/>
                    </a:lnTo>
                    <a:lnTo>
                      <a:pt x="43" y="797"/>
                    </a:lnTo>
                    <a:lnTo>
                      <a:pt x="169" y="965"/>
                    </a:lnTo>
                    <a:lnTo>
                      <a:pt x="336" y="1091"/>
                    </a:lnTo>
                    <a:lnTo>
                      <a:pt x="504" y="1133"/>
                    </a:lnTo>
                    <a:lnTo>
                      <a:pt x="546" y="1133"/>
                    </a:lnTo>
                    <a:lnTo>
                      <a:pt x="546" y="1133"/>
                    </a:lnTo>
                    <a:lnTo>
                      <a:pt x="3566" y="1049"/>
                    </a:lnTo>
                    <a:lnTo>
                      <a:pt x="3566" y="1049"/>
                    </a:lnTo>
                    <a:lnTo>
                      <a:pt x="3775" y="1007"/>
                    </a:lnTo>
                    <a:lnTo>
                      <a:pt x="3943" y="881"/>
                    </a:lnTo>
                    <a:lnTo>
                      <a:pt x="4027" y="713"/>
                    </a:lnTo>
                    <a:lnTo>
                      <a:pt x="4069" y="504"/>
                    </a:lnTo>
                    <a:lnTo>
                      <a:pt x="4069" y="504"/>
                    </a:lnTo>
                    <a:lnTo>
                      <a:pt x="4027" y="336"/>
                    </a:lnTo>
                    <a:lnTo>
                      <a:pt x="3943" y="168"/>
                    </a:lnTo>
                    <a:lnTo>
                      <a:pt x="3775" y="42"/>
                    </a:lnTo>
                    <a:lnTo>
                      <a:pt x="356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401;p17">
                <a:extLst>
                  <a:ext uri="{FF2B5EF4-FFF2-40B4-BE49-F238E27FC236}">
                    <a16:creationId xmlns:a16="http://schemas.microsoft.com/office/drawing/2014/main" id="{3622A048-5109-93A7-927B-8C3665188516}"/>
                  </a:ext>
                </a:extLst>
              </p:cNvPr>
              <p:cNvSpPr/>
              <p:nvPr/>
            </p:nvSpPr>
            <p:spPr>
              <a:xfrm>
                <a:off x="5853696" y="2134784"/>
                <a:ext cx="79050" cy="20379"/>
              </a:xfrm>
              <a:custGeom>
                <a:avLst/>
                <a:gdLst/>
                <a:ahLst/>
                <a:cxnLst/>
                <a:rect l="l" t="t" r="r" b="b"/>
                <a:pathLst>
                  <a:path w="4069" h="1049" fill="none" extrusionOk="0">
                    <a:moveTo>
                      <a:pt x="504" y="0"/>
                    </a:moveTo>
                    <a:lnTo>
                      <a:pt x="504" y="0"/>
                    </a:lnTo>
                    <a:lnTo>
                      <a:pt x="294" y="42"/>
                    </a:lnTo>
                    <a:lnTo>
                      <a:pt x="169" y="126"/>
                    </a:lnTo>
                    <a:lnTo>
                      <a:pt x="43" y="294"/>
                    </a:lnTo>
                    <a:lnTo>
                      <a:pt x="1" y="504"/>
                    </a:lnTo>
                    <a:lnTo>
                      <a:pt x="1" y="504"/>
                    </a:lnTo>
                    <a:lnTo>
                      <a:pt x="43" y="671"/>
                    </a:lnTo>
                    <a:lnTo>
                      <a:pt x="127" y="839"/>
                    </a:lnTo>
                    <a:lnTo>
                      <a:pt x="294" y="965"/>
                    </a:lnTo>
                    <a:lnTo>
                      <a:pt x="504" y="1007"/>
                    </a:lnTo>
                    <a:lnTo>
                      <a:pt x="504" y="1007"/>
                    </a:lnTo>
                    <a:lnTo>
                      <a:pt x="3565" y="1049"/>
                    </a:lnTo>
                    <a:lnTo>
                      <a:pt x="3565" y="1049"/>
                    </a:lnTo>
                    <a:lnTo>
                      <a:pt x="3565" y="1049"/>
                    </a:lnTo>
                    <a:lnTo>
                      <a:pt x="3733" y="1007"/>
                    </a:lnTo>
                    <a:lnTo>
                      <a:pt x="3901" y="923"/>
                    </a:lnTo>
                    <a:lnTo>
                      <a:pt x="4027" y="755"/>
                    </a:lnTo>
                    <a:lnTo>
                      <a:pt x="4069" y="546"/>
                    </a:lnTo>
                    <a:lnTo>
                      <a:pt x="4069" y="546"/>
                    </a:lnTo>
                    <a:lnTo>
                      <a:pt x="4027" y="378"/>
                    </a:lnTo>
                    <a:lnTo>
                      <a:pt x="3943" y="210"/>
                    </a:lnTo>
                    <a:lnTo>
                      <a:pt x="3775" y="84"/>
                    </a:lnTo>
                    <a:lnTo>
                      <a:pt x="3565" y="42"/>
                    </a:lnTo>
                    <a:lnTo>
                      <a:pt x="3565" y="42"/>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402;p17">
                <a:extLst>
                  <a:ext uri="{FF2B5EF4-FFF2-40B4-BE49-F238E27FC236}">
                    <a16:creationId xmlns:a16="http://schemas.microsoft.com/office/drawing/2014/main" id="{32FA51C6-4BEF-5DDF-7035-DB3379D8703F}"/>
                  </a:ext>
                </a:extLst>
              </p:cNvPr>
              <p:cNvSpPr/>
              <p:nvPr/>
            </p:nvSpPr>
            <p:spPr>
              <a:xfrm>
                <a:off x="5616628" y="2133968"/>
                <a:ext cx="79050" cy="20379"/>
              </a:xfrm>
              <a:custGeom>
                <a:avLst/>
                <a:gdLst/>
                <a:ahLst/>
                <a:cxnLst/>
                <a:rect l="l" t="t" r="r" b="b"/>
                <a:pathLst>
                  <a:path w="4069" h="1049" fill="none" extrusionOk="0">
                    <a:moveTo>
                      <a:pt x="3565" y="0"/>
                    </a:moveTo>
                    <a:lnTo>
                      <a:pt x="3565" y="0"/>
                    </a:lnTo>
                    <a:lnTo>
                      <a:pt x="3565" y="0"/>
                    </a:lnTo>
                    <a:lnTo>
                      <a:pt x="504" y="42"/>
                    </a:lnTo>
                    <a:lnTo>
                      <a:pt x="504" y="42"/>
                    </a:lnTo>
                    <a:lnTo>
                      <a:pt x="294" y="84"/>
                    </a:lnTo>
                    <a:lnTo>
                      <a:pt x="126" y="210"/>
                    </a:lnTo>
                    <a:lnTo>
                      <a:pt x="43" y="378"/>
                    </a:lnTo>
                    <a:lnTo>
                      <a:pt x="1" y="546"/>
                    </a:lnTo>
                    <a:lnTo>
                      <a:pt x="1" y="546"/>
                    </a:lnTo>
                    <a:lnTo>
                      <a:pt x="43" y="755"/>
                    </a:lnTo>
                    <a:lnTo>
                      <a:pt x="126" y="923"/>
                    </a:lnTo>
                    <a:lnTo>
                      <a:pt x="294" y="1007"/>
                    </a:lnTo>
                    <a:lnTo>
                      <a:pt x="504" y="1049"/>
                    </a:lnTo>
                    <a:lnTo>
                      <a:pt x="504" y="1049"/>
                    </a:lnTo>
                    <a:lnTo>
                      <a:pt x="504" y="1049"/>
                    </a:lnTo>
                    <a:lnTo>
                      <a:pt x="3565" y="1007"/>
                    </a:lnTo>
                    <a:lnTo>
                      <a:pt x="3565" y="1007"/>
                    </a:lnTo>
                    <a:lnTo>
                      <a:pt x="3733" y="965"/>
                    </a:lnTo>
                    <a:lnTo>
                      <a:pt x="3901" y="881"/>
                    </a:lnTo>
                    <a:lnTo>
                      <a:pt x="4026" y="713"/>
                    </a:lnTo>
                    <a:lnTo>
                      <a:pt x="4068" y="504"/>
                    </a:lnTo>
                    <a:lnTo>
                      <a:pt x="4068" y="504"/>
                    </a:lnTo>
                    <a:lnTo>
                      <a:pt x="4026" y="294"/>
                    </a:lnTo>
                    <a:lnTo>
                      <a:pt x="3901"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403;p17">
                <a:extLst>
                  <a:ext uri="{FF2B5EF4-FFF2-40B4-BE49-F238E27FC236}">
                    <a16:creationId xmlns:a16="http://schemas.microsoft.com/office/drawing/2014/main" id="{AFADF7BB-E48E-DF80-D9F2-0C3350930DCE}"/>
                  </a:ext>
                </a:extLst>
              </p:cNvPr>
              <p:cNvSpPr/>
              <p:nvPr/>
            </p:nvSpPr>
            <p:spPr>
              <a:xfrm>
                <a:off x="5734764" y="2133968"/>
                <a:ext cx="79050" cy="19563"/>
              </a:xfrm>
              <a:custGeom>
                <a:avLst/>
                <a:gdLst/>
                <a:ahLst/>
                <a:cxnLst/>
                <a:rect l="l" t="t" r="r" b="b"/>
                <a:pathLst>
                  <a:path w="4069" h="1007" fill="none" extrusionOk="0">
                    <a:moveTo>
                      <a:pt x="839" y="0"/>
                    </a:moveTo>
                    <a:lnTo>
                      <a:pt x="504" y="0"/>
                    </a:lnTo>
                    <a:lnTo>
                      <a:pt x="504" y="0"/>
                    </a:lnTo>
                    <a:lnTo>
                      <a:pt x="336" y="42"/>
                    </a:lnTo>
                    <a:lnTo>
                      <a:pt x="168" y="126"/>
                    </a:lnTo>
                    <a:lnTo>
                      <a:pt x="42" y="294"/>
                    </a:lnTo>
                    <a:lnTo>
                      <a:pt x="0" y="504"/>
                    </a:lnTo>
                    <a:lnTo>
                      <a:pt x="0" y="504"/>
                    </a:lnTo>
                    <a:lnTo>
                      <a:pt x="42" y="713"/>
                    </a:lnTo>
                    <a:lnTo>
                      <a:pt x="168" y="839"/>
                    </a:lnTo>
                    <a:lnTo>
                      <a:pt x="336" y="965"/>
                    </a:lnTo>
                    <a:lnTo>
                      <a:pt x="504" y="1007"/>
                    </a:lnTo>
                    <a:lnTo>
                      <a:pt x="839" y="1007"/>
                    </a:lnTo>
                    <a:lnTo>
                      <a:pt x="839" y="1007"/>
                    </a:lnTo>
                    <a:lnTo>
                      <a:pt x="3565" y="1007"/>
                    </a:lnTo>
                    <a:lnTo>
                      <a:pt x="3565" y="1007"/>
                    </a:lnTo>
                    <a:lnTo>
                      <a:pt x="3565" y="1007"/>
                    </a:lnTo>
                    <a:lnTo>
                      <a:pt x="3775" y="965"/>
                    </a:lnTo>
                    <a:lnTo>
                      <a:pt x="3942" y="881"/>
                    </a:lnTo>
                    <a:lnTo>
                      <a:pt x="4026" y="713"/>
                    </a:lnTo>
                    <a:lnTo>
                      <a:pt x="4068" y="504"/>
                    </a:lnTo>
                    <a:lnTo>
                      <a:pt x="4068" y="504"/>
                    </a:lnTo>
                    <a:lnTo>
                      <a:pt x="4026" y="294"/>
                    </a:lnTo>
                    <a:lnTo>
                      <a:pt x="3942" y="168"/>
                    </a:lnTo>
                    <a:lnTo>
                      <a:pt x="3775" y="42"/>
                    </a:lnTo>
                    <a:lnTo>
                      <a:pt x="3565" y="0"/>
                    </a:lnTo>
                    <a:lnTo>
                      <a:pt x="3565" y="0"/>
                    </a:lnTo>
                    <a:lnTo>
                      <a:pt x="839"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404;p17">
                <a:extLst>
                  <a:ext uri="{FF2B5EF4-FFF2-40B4-BE49-F238E27FC236}">
                    <a16:creationId xmlns:a16="http://schemas.microsoft.com/office/drawing/2014/main" id="{D316846D-444B-6812-C461-A9CA8A672F8D}"/>
                  </a:ext>
                </a:extLst>
              </p:cNvPr>
              <p:cNvSpPr/>
              <p:nvPr/>
            </p:nvSpPr>
            <p:spPr>
              <a:xfrm>
                <a:off x="1923646" y="2096493"/>
                <a:ext cx="20399" cy="79050"/>
              </a:xfrm>
              <a:custGeom>
                <a:avLst/>
                <a:gdLst/>
                <a:ahLst/>
                <a:cxnLst/>
                <a:rect l="l" t="t" r="r" b="b"/>
                <a:pathLst>
                  <a:path w="1050" h="4069" fill="none" extrusionOk="0">
                    <a:moveTo>
                      <a:pt x="504" y="0"/>
                    </a:moveTo>
                    <a:lnTo>
                      <a:pt x="504" y="0"/>
                    </a:lnTo>
                    <a:lnTo>
                      <a:pt x="336" y="42"/>
                    </a:lnTo>
                    <a:lnTo>
                      <a:pt x="169" y="168"/>
                    </a:lnTo>
                    <a:lnTo>
                      <a:pt x="43" y="336"/>
                    </a:lnTo>
                    <a:lnTo>
                      <a:pt x="1" y="504"/>
                    </a:lnTo>
                    <a:lnTo>
                      <a:pt x="1" y="3565"/>
                    </a:lnTo>
                    <a:lnTo>
                      <a:pt x="1" y="3565"/>
                    </a:lnTo>
                    <a:lnTo>
                      <a:pt x="43" y="3775"/>
                    </a:lnTo>
                    <a:lnTo>
                      <a:pt x="169" y="3942"/>
                    </a:lnTo>
                    <a:lnTo>
                      <a:pt x="336" y="4026"/>
                    </a:lnTo>
                    <a:lnTo>
                      <a:pt x="504" y="4068"/>
                    </a:lnTo>
                    <a:lnTo>
                      <a:pt x="504" y="4068"/>
                    </a:lnTo>
                    <a:lnTo>
                      <a:pt x="714" y="4026"/>
                    </a:lnTo>
                    <a:lnTo>
                      <a:pt x="882" y="3942"/>
                    </a:lnTo>
                    <a:lnTo>
                      <a:pt x="1007" y="3775"/>
                    </a:lnTo>
                    <a:lnTo>
                      <a:pt x="1049" y="3565"/>
                    </a:lnTo>
                    <a:lnTo>
                      <a:pt x="1049" y="504"/>
                    </a:lnTo>
                    <a:lnTo>
                      <a:pt x="1049" y="504"/>
                    </a:lnTo>
                    <a:lnTo>
                      <a:pt x="1007" y="336"/>
                    </a:lnTo>
                    <a:lnTo>
                      <a:pt x="882" y="168"/>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405;p17">
                <a:extLst>
                  <a:ext uri="{FF2B5EF4-FFF2-40B4-BE49-F238E27FC236}">
                    <a16:creationId xmlns:a16="http://schemas.microsoft.com/office/drawing/2014/main" id="{A013B05C-9AE7-F269-A403-0607515F4CE7}"/>
                  </a:ext>
                </a:extLst>
              </p:cNvPr>
              <p:cNvSpPr/>
              <p:nvPr/>
            </p:nvSpPr>
            <p:spPr>
              <a:xfrm>
                <a:off x="7184895" y="2058202"/>
                <a:ext cx="52163" cy="69259"/>
              </a:xfrm>
              <a:custGeom>
                <a:avLst/>
                <a:gdLst/>
                <a:ahLst/>
                <a:cxnLst/>
                <a:rect l="l" t="t" r="r" b="b"/>
                <a:pathLst>
                  <a:path w="2685" h="3565" fill="none" extrusionOk="0">
                    <a:moveTo>
                      <a:pt x="504" y="0"/>
                    </a:moveTo>
                    <a:lnTo>
                      <a:pt x="504" y="0"/>
                    </a:lnTo>
                    <a:lnTo>
                      <a:pt x="336" y="42"/>
                    </a:lnTo>
                    <a:lnTo>
                      <a:pt x="211" y="84"/>
                    </a:lnTo>
                    <a:lnTo>
                      <a:pt x="211" y="84"/>
                    </a:lnTo>
                    <a:lnTo>
                      <a:pt x="85" y="252"/>
                    </a:lnTo>
                    <a:lnTo>
                      <a:pt x="1" y="420"/>
                    </a:lnTo>
                    <a:lnTo>
                      <a:pt x="1" y="630"/>
                    </a:lnTo>
                    <a:lnTo>
                      <a:pt x="85" y="797"/>
                    </a:lnTo>
                    <a:lnTo>
                      <a:pt x="85" y="797"/>
                    </a:lnTo>
                    <a:lnTo>
                      <a:pt x="923" y="2055"/>
                    </a:lnTo>
                    <a:lnTo>
                      <a:pt x="1762" y="3313"/>
                    </a:lnTo>
                    <a:lnTo>
                      <a:pt x="1762" y="3313"/>
                    </a:lnTo>
                    <a:lnTo>
                      <a:pt x="1846" y="3439"/>
                    </a:lnTo>
                    <a:lnTo>
                      <a:pt x="1930" y="3523"/>
                    </a:lnTo>
                    <a:lnTo>
                      <a:pt x="2056" y="3565"/>
                    </a:lnTo>
                    <a:lnTo>
                      <a:pt x="2182" y="3565"/>
                    </a:lnTo>
                    <a:lnTo>
                      <a:pt x="2182" y="3565"/>
                    </a:lnTo>
                    <a:lnTo>
                      <a:pt x="2307" y="3565"/>
                    </a:lnTo>
                    <a:lnTo>
                      <a:pt x="2475" y="3481"/>
                    </a:lnTo>
                    <a:lnTo>
                      <a:pt x="2475" y="3481"/>
                    </a:lnTo>
                    <a:lnTo>
                      <a:pt x="2601" y="3355"/>
                    </a:lnTo>
                    <a:lnTo>
                      <a:pt x="2685" y="3188"/>
                    </a:lnTo>
                    <a:lnTo>
                      <a:pt x="2685" y="2978"/>
                    </a:lnTo>
                    <a:lnTo>
                      <a:pt x="2601" y="2768"/>
                    </a:lnTo>
                    <a:lnTo>
                      <a:pt x="2601" y="2768"/>
                    </a:lnTo>
                    <a:lnTo>
                      <a:pt x="1762" y="1510"/>
                    </a:lnTo>
                    <a:lnTo>
                      <a:pt x="923" y="210"/>
                    </a:lnTo>
                    <a:lnTo>
                      <a:pt x="923" y="210"/>
                    </a:lnTo>
                    <a:lnTo>
                      <a:pt x="840" y="126"/>
                    </a:lnTo>
                    <a:lnTo>
                      <a:pt x="714" y="84"/>
                    </a:lnTo>
                    <a:lnTo>
                      <a:pt x="630"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406;p17">
                <a:extLst>
                  <a:ext uri="{FF2B5EF4-FFF2-40B4-BE49-F238E27FC236}">
                    <a16:creationId xmlns:a16="http://schemas.microsoft.com/office/drawing/2014/main" id="{F4E796A5-D063-12B4-FDB8-6FAF8F92811C}"/>
                  </a:ext>
                </a:extLst>
              </p:cNvPr>
              <p:cNvSpPr/>
              <p:nvPr/>
            </p:nvSpPr>
            <p:spPr>
              <a:xfrm>
                <a:off x="1923646" y="1978357"/>
                <a:ext cx="20399" cy="79050"/>
              </a:xfrm>
              <a:custGeom>
                <a:avLst/>
                <a:gdLst/>
                <a:ahLst/>
                <a:cxnLst/>
                <a:rect l="l" t="t" r="r" b="b"/>
                <a:pathLst>
                  <a:path w="1050" h="4069" fill="none" extrusionOk="0">
                    <a:moveTo>
                      <a:pt x="504" y="1"/>
                    </a:moveTo>
                    <a:lnTo>
                      <a:pt x="504" y="1"/>
                    </a:lnTo>
                    <a:lnTo>
                      <a:pt x="336" y="43"/>
                    </a:lnTo>
                    <a:lnTo>
                      <a:pt x="169" y="127"/>
                    </a:lnTo>
                    <a:lnTo>
                      <a:pt x="43" y="294"/>
                    </a:lnTo>
                    <a:lnTo>
                      <a:pt x="1" y="504"/>
                    </a:lnTo>
                    <a:lnTo>
                      <a:pt x="1" y="3565"/>
                    </a:lnTo>
                    <a:lnTo>
                      <a:pt x="1" y="3565"/>
                    </a:lnTo>
                    <a:lnTo>
                      <a:pt x="43" y="3733"/>
                    </a:lnTo>
                    <a:lnTo>
                      <a:pt x="169" y="3901"/>
                    </a:lnTo>
                    <a:lnTo>
                      <a:pt x="336" y="4027"/>
                    </a:lnTo>
                    <a:lnTo>
                      <a:pt x="504" y="4069"/>
                    </a:lnTo>
                    <a:lnTo>
                      <a:pt x="504" y="4069"/>
                    </a:lnTo>
                    <a:lnTo>
                      <a:pt x="714" y="4027"/>
                    </a:lnTo>
                    <a:lnTo>
                      <a:pt x="882" y="3901"/>
                    </a:lnTo>
                    <a:lnTo>
                      <a:pt x="1007" y="3733"/>
                    </a:lnTo>
                    <a:lnTo>
                      <a:pt x="1049" y="3565"/>
                    </a:lnTo>
                    <a:lnTo>
                      <a:pt x="1049" y="504"/>
                    </a:lnTo>
                    <a:lnTo>
                      <a:pt x="1049" y="504"/>
                    </a:lnTo>
                    <a:lnTo>
                      <a:pt x="1007" y="294"/>
                    </a:lnTo>
                    <a:lnTo>
                      <a:pt x="882" y="127"/>
                    </a:lnTo>
                    <a:lnTo>
                      <a:pt x="714"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407;p17">
                <a:extLst>
                  <a:ext uri="{FF2B5EF4-FFF2-40B4-BE49-F238E27FC236}">
                    <a16:creationId xmlns:a16="http://schemas.microsoft.com/office/drawing/2014/main" id="{A89A416F-CBD0-77F7-2BF0-4634FBD9849D}"/>
                  </a:ext>
                </a:extLst>
              </p:cNvPr>
              <p:cNvSpPr/>
              <p:nvPr/>
            </p:nvSpPr>
            <p:spPr>
              <a:xfrm>
                <a:off x="7114025" y="1962893"/>
                <a:ext cx="55427" cy="66811"/>
              </a:xfrm>
              <a:custGeom>
                <a:avLst/>
                <a:gdLst/>
                <a:ahLst/>
                <a:cxnLst/>
                <a:rect l="l" t="t" r="r" b="b"/>
                <a:pathLst>
                  <a:path w="2853" h="3439" fill="none" extrusionOk="0">
                    <a:moveTo>
                      <a:pt x="504" y="0"/>
                    </a:moveTo>
                    <a:lnTo>
                      <a:pt x="504" y="0"/>
                    </a:lnTo>
                    <a:lnTo>
                      <a:pt x="336" y="42"/>
                    </a:lnTo>
                    <a:lnTo>
                      <a:pt x="168" y="126"/>
                    </a:lnTo>
                    <a:lnTo>
                      <a:pt x="168" y="126"/>
                    </a:lnTo>
                    <a:lnTo>
                      <a:pt x="42" y="294"/>
                    </a:lnTo>
                    <a:lnTo>
                      <a:pt x="0" y="461"/>
                    </a:lnTo>
                    <a:lnTo>
                      <a:pt x="0" y="671"/>
                    </a:lnTo>
                    <a:lnTo>
                      <a:pt x="84" y="839"/>
                    </a:lnTo>
                    <a:lnTo>
                      <a:pt x="84" y="839"/>
                    </a:lnTo>
                    <a:lnTo>
                      <a:pt x="1049" y="2013"/>
                    </a:lnTo>
                    <a:lnTo>
                      <a:pt x="1971" y="3229"/>
                    </a:lnTo>
                    <a:lnTo>
                      <a:pt x="1971" y="3229"/>
                    </a:lnTo>
                    <a:lnTo>
                      <a:pt x="2055" y="3355"/>
                    </a:lnTo>
                    <a:lnTo>
                      <a:pt x="2139" y="3397"/>
                    </a:lnTo>
                    <a:lnTo>
                      <a:pt x="2265" y="3439"/>
                    </a:lnTo>
                    <a:lnTo>
                      <a:pt x="2349" y="3439"/>
                    </a:lnTo>
                    <a:lnTo>
                      <a:pt x="2349" y="3439"/>
                    </a:lnTo>
                    <a:lnTo>
                      <a:pt x="2517" y="3439"/>
                    </a:lnTo>
                    <a:lnTo>
                      <a:pt x="2684" y="3355"/>
                    </a:lnTo>
                    <a:lnTo>
                      <a:pt x="2684" y="3355"/>
                    </a:lnTo>
                    <a:lnTo>
                      <a:pt x="2810" y="3187"/>
                    </a:lnTo>
                    <a:lnTo>
                      <a:pt x="2852" y="3019"/>
                    </a:lnTo>
                    <a:lnTo>
                      <a:pt x="2852" y="2810"/>
                    </a:lnTo>
                    <a:lnTo>
                      <a:pt x="2768" y="2642"/>
                    </a:lnTo>
                    <a:lnTo>
                      <a:pt x="2768" y="2642"/>
                    </a:lnTo>
                    <a:lnTo>
                      <a:pt x="1846" y="1426"/>
                    </a:lnTo>
                    <a:lnTo>
                      <a:pt x="881" y="210"/>
                    </a:lnTo>
                    <a:lnTo>
                      <a:pt x="881" y="210"/>
                    </a:lnTo>
                    <a:lnTo>
                      <a:pt x="797" y="126"/>
                    </a:lnTo>
                    <a:lnTo>
                      <a:pt x="713" y="84"/>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408;p17">
                <a:extLst>
                  <a:ext uri="{FF2B5EF4-FFF2-40B4-BE49-F238E27FC236}">
                    <a16:creationId xmlns:a16="http://schemas.microsoft.com/office/drawing/2014/main" id="{1DBDE9C2-585D-637A-4538-F45339058E2F}"/>
                  </a:ext>
                </a:extLst>
              </p:cNvPr>
              <p:cNvSpPr/>
              <p:nvPr/>
            </p:nvSpPr>
            <p:spPr>
              <a:xfrm>
                <a:off x="7036628" y="1873276"/>
                <a:ext cx="59487" cy="63567"/>
              </a:xfrm>
              <a:custGeom>
                <a:avLst/>
                <a:gdLst/>
                <a:ahLst/>
                <a:cxnLst/>
                <a:rect l="l" t="t" r="r" b="b"/>
                <a:pathLst>
                  <a:path w="3062" h="3272" fill="none" extrusionOk="0">
                    <a:moveTo>
                      <a:pt x="504" y="0"/>
                    </a:moveTo>
                    <a:lnTo>
                      <a:pt x="504" y="0"/>
                    </a:lnTo>
                    <a:lnTo>
                      <a:pt x="336" y="42"/>
                    </a:lnTo>
                    <a:lnTo>
                      <a:pt x="168" y="126"/>
                    </a:lnTo>
                    <a:lnTo>
                      <a:pt x="168" y="126"/>
                    </a:lnTo>
                    <a:lnTo>
                      <a:pt x="43" y="294"/>
                    </a:lnTo>
                    <a:lnTo>
                      <a:pt x="1" y="461"/>
                    </a:lnTo>
                    <a:lnTo>
                      <a:pt x="43" y="671"/>
                    </a:lnTo>
                    <a:lnTo>
                      <a:pt x="126" y="839"/>
                    </a:lnTo>
                    <a:lnTo>
                      <a:pt x="126" y="839"/>
                    </a:lnTo>
                    <a:lnTo>
                      <a:pt x="1133" y="1971"/>
                    </a:lnTo>
                    <a:lnTo>
                      <a:pt x="2139" y="3103"/>
                    </a:lnTo>
                    <a:lnTo>
                      <a:pt x="2139" y="3103"/>
                    </a:lnTo>
                    <a:lnTo>
                      <a:pt x="2223" y="3187"/>
                    </a:lnTo>
                    <a:lnTo>
                      <a:pt x="2349" y="3229"/>
                    </a:lnTo>
                    <a:lnTo>
                      <a:pt x="2559" y="3271"/>
                    </a:lnTo>
                    <a:lnTo>
                      <a:pt x="2559" y="3271"/>
                    </a:lnTo>
                    <a:lnTo>
                      <a:pt x="2726" y="3271"/>
                    </a:lnTo>
                    <a:lnTo>
                      <a:pt x="2852" y="3187"/>
                    </a:lnTo>
                    <a:lnTo>
                      <a:pt x="2852" y="3187"/>
                    </a:lnTo>
                    <a:lnTo>
                      <a:pt x="2978" y="3019"/>
                    </a:lnTo>
                    <a:lnTo>
                      <a:pt x="3062" y="2810"/>
                    </a:lnTo>
                    <a:lnTo>
                      <a:pt x="3020" y="2642"/>
                    </a:lnTo>
                    <a:lnTo>
                      <a:pt x="2936" y="2432"/>
                    </a:lnTo>
                    <a:lnTo>
                      <a:pt x="2936" y="2432"/>
                    </a:lnTo>
                    <a:lnTo>
                      <a:pt x="1888" y="1300"/>
                    </a:lnTo>
                    <a:lnTo>
                      <a:pt x="881" y="168"/>
                    </a:lnTo>
                    <a:lnTo>
                      <a:pt x="881" y="168"/>
                    </a:lnTo>
                    <a:lnTo>
                      <a:pt x="713"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409;p17">
                <a:extLst>
                  <a:ext uri="{FF2B5EF4-FFF2-40B4-BE49-F238E27FC236}">
                    <a16:creationId xmlns:a16="http://schemas.microsoft.com/office/drawing/2014/main" id="{31632A17-BB1D-CF3A-D4A7-76788389841D}"/>
                  </a:ext>
                </a:extLst>
              </p:cNvPr>
              <p:cNvSpPr/>
              <p:nvPr/>
            </p:nvSpPr>
            <p:spPr>
              <a:xfrm>
                <a:off x="1923646" y="1859424"/>
                <a:ext cx="20399" cy="79031"/>
              </a:xfrm>
              <a:custGeom>
                <a:avLst/>
                <a:gdLst/>
                <a:ahLst/>
                <a:cxnLst/>
                <a:rect l="l" t="t" r="r" b="b"/>
                <a:pathLst>
                  <a:path w="1050" h="4068" fill="none" extrusionOk="0">
                    <a:moveTo>
                      <a:pt x="504" y="0"/>
                    </a:moveTo>
                    <a:lnTo>
                      <a:pt x="504" y="0"/>
                    </a:lnTo>
                    <a:lnTo>
                      <a:pt x="336" y="42"/>
                    </a:lnTo>
                    <a:lnTo>
                      <a:pt x="169" y="168"/>
                    </a:lnTo>
                    <a:lnTo>
                      <a:pt x="43" y="336"/>
                    </a:lnTo>
                    <a:lnTo>
                      <a:pt x="1" y="503"/>
                    </a:lnTo>
                    <a:lnTo>
                      <a:pt x="1" y="3565"/>
                    </a:lnTo>
                    <a:lnTo>
                      <a:pt x="1" y="3565"/>
                    </a:lnTo>
                    <a:lnTo>
                      <a:pt x="43" y="3774"/>
                    </a:lnTo>
                    <a:lnTo>
                      <a:pt x="169" y="3942"/>
                    </a:lnTo>
                    <a:lnTo>
                      <a:pt x="336" y="4026"/>
                    </a:lnTo>
                    <a:lnTo>
                      <a:pt x="504" y="4068"/>
                    </a:lnTo>
                    <a:lnTo>
                      <a:pt x="504" y="4068"/>
                    </a:lnTo>
                    <a:lnTo>
                      <a:pt x="714" y="4026"/>
                    </a:lnTo>
                    <a:lnTo>
                      <a:pt x="882" y="3942"/>
                    </a:lnTo>
                    <a:lnTo>
                      <a:pt x="1007" y="3774"/>
                    </a:lnTo>
                    <a:lnTo>
                      <a:pt x="1049" y="3565"/>
                    </a:lnTo>
                    <a:lnTo>
                      <a:pt x="1049" y="503"/>
                    </a:lnTo>
                    <a:lnTo>
                      <a:pt x="1049" y="503"/>
                    </a:lnTo>
                    <a:lnTo>
                      <a:pt x="1007" y="336"/>
                    </a:lnTo>
                    <a:lnTo>
                      <a:pt x="882" y="168"/>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410;p17">
                <a:extLst>
                  <a:ext uri="{FF2B5EF4-FFF2-40B4-BE49-F238E27FC236}">
                    <a16:creationId xmlns:a16="http://schemas.microsoft.com/office/drawing/2014/main" id="{37B9C111-38A4-C467-4DDD-DFEF96147599}"/>
                  </a:ext>
                </a:extLst>
              </p:cNvPr>
              <p:cNvSpPr/>
              <p:nvPr/>
            </p:nvSpPr>
            <p:spPr>
              <a:xfrm>
                <a:off x="6951907" y="1790167"/>
                <a:ext cx="63567" cy="60303"/>
              </a:xfrm>
              <a:custGeom>
                <a:avLst/>
                <a:gdLst/>
                <a:ahLst/>
                <a:cxnLst/>
                <a:rect l="l" t="t" r="r" b="b"/>
                <a:pathLst>
                  <a:path w="3272" h="3104" fill="none" extrusionOk="0">
                    <a:moveTo>
                      <a:pt x="503" y="1"/>
                    </a:moveTo>
                    <a:lnTo>
                      <a:pt x="503" y="1"/>
                    </a:lnTo>
                    <a:lnTo>
                      <a:pt x="294" y="43"/>
                    </a:lnTo>
                    <a:lnTo>
                      <a:pt x="126" y="168"/>
                    </a:lnTo>
                    <a:lnTo>
                      <a:pt x="126" y="168"/>
                    </a:lnTo>
                    <a:lnTo>
                      <a:pt x="0" y="378"/>
                    </a:lnTo>
                    <a:lnTo>
                      <a:pt x="0" y="546"/>
                    </a:lnTo>
                    <a:lnTo>
                      <a:pt x="42" y="755"/>
                    </a:lnTo>
                    <a:lnTo>
                      <a:pt x="168" y="881"/>
                    </a:lnTo>
                    <a:lnTo>
                      <a:pt x="1510" y="2097"/>
                    </a:lnTo>
                    <a:lnTo>
                      <a:pt x="1510" y="2097"/>
                    </a:lnTo>
                    <a:lnTo>
                      <a:pt x="2391" y="2936"/>
                    </a:lnTo>
                    <a:lnTo>
                      <a:pt x="2391" y="2936"/>
                    </a:lnTo>
                    <a:lnTo>
                      <a:pt x="2558" y="3062"/>
                    </a:lnTo>
                    <a:lnTo>
                      <a:pt x="2768" y="3104"/>
                    </a:lnTo>
                    <a:lnTo>
                      <a:pt x="2768" y="3104"/>
                    </a:lnTo>
                    <a:lnTo>
                      <a:pt x="2936" y="3062"/>
                    </a:lnTo>
                    <a:lnTo>
                      <a:pt x="3104" y="2936"/>
                    </a:lnTo>
                    <a:lnTo>
                      <a:pt x="3104" y="2936"/>
                    </a:lnTo>
                    <a:lnTo>
                      <a:pt x="3229" y="2768"/>
                    </a:lnTo>
                    <a:lnTo>
                      <a:pt x="3271" y="2559"/>
                    </a:lnTo>
                    <a:lnTo>
                      <a:pt x="3229" y="2391"/>
                    </a:lnTo>
                    <a:lnTo>
                      <a:pt x="3104" y="2223"/>
                    </a:lnTo>
                    <a:lnTo>
                      <a:pt x="3104" y="2223"/>
                    </a:lnTo>
                    <a:lnTo>
                      <a:pt x="2181" y="1343"/>
                    </a:lnTo>
                    <a:lnTo>
                      <a:pt x="839" y="126"/>
                    </a:lnTo>
                    <a:lnTo>
                      <a:pt x="839" y="126"/>
                    </a:lnTo>
                    <a:lnTo>
                      <a:pt x="671"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411;p17">
                <a:extLst>
                  <a:ext uri="{FF2B5EF4-FFF2-40B4-BE49-F238E27FC236}">
                    <a16:creationId xmlns:a16="http://schemas.microsoft.com/office/drawing/2014/main" id="{7A0CE940-5A39-28AA-5D63-735A2B7CE0AC}"/>
                  </a:ext>
                </a:extLst>
              </p:cNvPr>
              <p:cNvSpPr/>
              <p:nvPr/>
            </p:nvSpPr>
            <p:spPr>
              <a:xfrm>
                <a:off x="1923646" y="1741288"/>
                <a:ext cx="20399" cy="79050"/>
              </a:xfrm>
              <a:custGeom>
                <a:avLst/>
                <a:gdLst/>
                <a:ahLst/>
                <a:cxnLst/>
                <a:rect l="l" t="t" r="r" b="b"/>
                <a:pathLst>
                  <a:path w="1050" h="4069" fill="none" extrusionOk="0">
                    <a:moveTo>
                      <a:pt x="504" y="1"/>
                    </a:moveTo>
                    <a:lnTo>
                      <a:pt x="504" y="1"/>
                    </a:lnTo>
                    <a:lnTo>
                      <a:pt x="336" y="42"/>
                    </a:lnTo>
                    <a:lnTo>
                      <a:pt x="169" y="126"/>
                    </a:lnTo>
                    <a:lnTo>
                      <a:pt x="43" y="294"/>
                    </a:lnTo>
                    <a:lnTo>
                      <a:pt x="1" y="504"/>
                    </a:lnTo>
                    <a:lnTo>
                      <a:pt x="1" y="3565"/>
                    </a:lnTo>
                    <a:lnTo>
                      <a:pt x="1" y="3565"/>
                    </a:lnTo>
                    <a:lnTo>
                      <a:pt x="43" y="3733"/>
                    </a:lnTo>
                    <a:lnTo>
                      <a:pt x="169" y="3901"/>
                    </a:lnTo>
                    <a:lnTo>
                      <a:pt x="336" y="4026"/>
                    </a:lnTo>
                    <a:lnTo>
                      <a:pt x="504" y="4068"/>
                    </a:lnTo>
                    <a:lnTo>
                      <a:pt x="504" y="4068"/>
                    </a:lnTo>
                    <a:lnTo>
                      <a:pt x="714" y="4026"/>
                    </a:lnTo>
                    <a:lnTo>
                      <a:pt x="882" y="3901"/>
                    </a:lnTo>
                    <a:lnTo>
                      <a:pt x="1007" y="3733"/>
                    </a:lnTo>
                    <a:lnTo>
                      <a:pt x="1049" y="3565"/>
                    </a:lnTo>
                    <a:lnTo>
                      <a:pt x="1049" y="504"/>
                    </a:lnTo>
                    <a:lnTo>
                      <a:pt x="1049" y="504"/>
                    </a:lnTo>
                    <a:lnTo>
                      <a:pt x="1007" y="294"/>
                    </a:lnTo>
                    <a:lnTo>
                      <a:pt x="882" y="126"/>
                    </a:lnTo>
                    <a:lnTo>
                      <a:pt x="714" y="42"/>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412;p17">
                <a:extLst>
                  <a:ext uri="{FF2B5EF4-FFF2-40B4-BE49-F238E27FC236}">
                    <a16:creationId xmlns:a16="http://schemas.microsoft.com/office/drawing/2014/main" id="{17B4FE43-DF86-1F4D-8C60-F899CB44E380}"/>
                  </a:ext>
                </a:extLst>
              </p:cNvPr>
              <p:cNvSpPr/>
              <p:nvPr/>
            </p:nvSpPr>
            <p:spPr>
              <a:xfrm>
                <a:off x="6964126" y="1693226"/>
                <a:ext cx="52163" cy="69259"/>
              </a:xfrm>
              <a:custGeom>
                <a:avLst/>
                <a:gdLst/>
                <a:ahLst/>
                <a:cxnLst/>
                <a:rect l="l" t="t" r="r" b="b"/>
                <a:pathLst>
                  <a:path w="2685" h="3565" fill="none" extrusionOk="0">
                    <a:moveTo>
                      <a:pt x="2181" y="0"/>
                    </a:moveTo>
                    <a:lnTo>
                      <a:pt x="2181" y="0"/>
                    </a:lnTo>
                    <a:lnTo>
                      <a:pt x="2055" y="0"/>
                    </a:lnTo>
                    <a:lnTo>
                      <a:pt x="1971" y="42"/>
                    </a:lnTo>
                    <a:lnTo>
                      <a:pt x="1845" y="126"/>
                    </a:lnTo>
                    <a:lnTo>
                      <a:pt x="1762" y="210"/>
                    </a:lnTo>
                    <a:lnTo>
                      <a:pt x="1762" y="210"/>
                    </a:lnTo>
                    <a:lnTo>
                      <a:pt x="671" y="1845"/>
                    </a:lnTo>
                    <a:lnTo>
                      <a:pt x="210" y="2558"/>
                    </a:lnTo>
                    <a:lnTo>
                      <a:pt x="84" y="2768"/>
                    </a:lnTo>
                    <a:lnTo>
                      <a:pt x="84" y="2768"/>
                    </a:lnTo>
                    <a:lnTo>
                      <a:pt x="0" y="2978"/>
                    </a:lnTo>
                    <a:lnTo>
                      <a:pt x="42" y="3187"/>
                    </a:lnTo>
                    <a:lnTo>
                      <a:pt x="126" y="3355"/>
                    </a:lnTo>
                    <a:lnTo>
                      <a:pt x="252" y="3481"/>
                    </a:lnTo>
                    <a:lnTo>
                      <a:pt x="252" y="3481"/>
                    </a:lnTo>
                    <a:lnTo>
                      <a:pt x="378" y="3523"/>
                    </a:lnTo>
                    <a:lnTo>
                      <a:pt x="504" y="3565"/>
                    </a:lnTo>
                    <a:lnTo>
                      <a:pt x="504" y="3565"/>
                    </a:lnTo>
                    <a:lnTo>
                      <a:pt x="629" y="3565"/>
                    </a:lnTo>
                    <a:lnTo>
                      <a:pt x="755" y="3481"/>
                    </a:lnTo>
                    <a:lnTo>
                      <a:pt x="881" y="3439"/>
                    </a:lnTo>
                    <a:lnTo>
                      <a:pt x="965" y="3313"/>
                    </a:lnTo>
                    <a:lnTo>
                      <a:pt x="1091" y="3104"/>
                    </a:lnTo>
                    <a:lnTo>
                      <a:pt x="1091" y="3104"/>
                    </a:lnTo>
                    <a:lnTo>
                      <a:pt x="1552" y="2391"/>
                    </a:lnTo>
                    <a:lnTo>
                      <a:pt x="2600" y="797"/>
                    </a:lnTo>
                    <a:lnTo>
                      <a:pt x="2600" y="797"/>
                    </a:lnTo>
                    <a:lnTo>
                      <a:pt x="2684" y="587"/>
                    </a:lnTo>
                    <a:lnTo>
                      <a:pt x="2684" y="420"/>
                    </a:lnTo>
                    <a:lnTo>
                      <a:pt x="2642" y="210"/>
                    </a:lnTo>
                    <a:lnTo>
                      <a:pt x="2475" y="84"/>
                    </a:lnTo>
                    <a:lnTo>
                      <a:pt x="2475" y="84"/>
                    </a:lnTo>
                    <a:lnTo>
                      <a:pt x="2349" y="0"/>
                    </a:lnTo>
                    <a:lnTo>
                      <a:pt x="2181"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413;p17">
                <a:extLst>
                  <a:ext uri="{FF2B5EF4-FFF2-40B4-BE49-F238E27FC236}">
                    <a16:creationId xmlns:a16="http://schemas.microsoft.com/office/drawing/2014/main" id="{3D0562BC-55E2-3953-661C-7CDEBA89F43E}"/>
                  </a:ext>
                </a:extLst>
              </p:cNvPr>
              <p:cNvSpPr/>
              <p:nvPr/>
            </p:nvSpPr>
            <p:spPr>
              <a:xfrm>
                <a:off x="1923646" y="1622336"/>
                <a:ext cx="20399" cy="79050"/>
              </a:xfrm>
              <a:custGeom>
                <a:avLst/>
                <a:gdLst/>
                <a:ahLst/>
                <a:cxnLst/>
                <a:rect l="l" t="t" r="r" b="b"/>
                <a:pathLst>
                  <a:path w="1050" h="4069" fill="none" extrusionOk="0">
                    <a:moveTo>
                      <a:pt x="504" y="1"/>
                    </a:moveTo>
                    <a:lnTo>
                      <a:pt x="504" y="1"/>
                    </a:lnTo>
                    <a:lnTo>
                      <a:pt x="336" y="43"/>
                    </a:lnTo>
                    <a:lnTo>
                      <a:pt x="169" y="169"/>
                    </a:lnTo>
                    <a:lnTo>
                      <a:pt x="43" y="336"/>
                    </a:lnTo>
                    <a:lnTo>
                      <a:pt x="1" y="504"/>
                    </a:lnTo>
                    <a:lnTo>
                      <a:pt x="1" y="3565"/>
                    </a:lnTo>
                    <a:lnTo>
                      <a:pt x="1" y="3565"/>
                    </a:lnTo>
                    <a:lnTo>
                      <a:pt x="43" y="3775"/>
                    </a:lnTo>
                    <a:lnTo>
                      <a:pt x="169" y="3943"/>
                    </a:lnTo>
                    <a:lnTo>
                      <a:pt x="336" y="4027"/>
                    </a:lnTo>
                    <a:lnTo>
                      <a:pt x="504" y="4069"/>
                    </a:lnTo>
                    <a:lnTo>
                      <a:pt x="504" y="4069"/>
                    </a:lnTo>
                    <a:lnTo>
                      <a:pt x="714" y="4027"/>
                    </a:lnTo>
                    <a:lnTo>
                      <a:pt x="882" y="3943"/>
                    </a:lnTo>
                    <a:lnTo>
                      <a:pt x="1007" y="3775"/>
                    </a:lnTo>
                    <a:lnTo>
                      <a:pt x="1049" y="3565"/>
                    </a:lnTo>
                    <a:lnTo>
                      <a:pt x="1049" y="504"/>
                    </a:lnTo>
                    <a:lnTo>
                      <a:pt x="1049" y="504"/>
                    </a:lnTo>
                    <a:lnTo>
                      <a:pt x="1007" y="336"/>
                    </a:lnTo>
                    <a:lnTo>
                      <a:pt x="882" y="169"/>
                    </a:lnTo>
                    <a:lnTo>
                      <a:pt x="714"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414;p17">
                <a:extLst>
                  <a:ext uri="{FF2B5EF4-FFF2-40B4-BE49-F238E27FC236}">
                    <a16:creationId xmlns:a16="http://schemas.microsoft.com/office/drawing/2014/main" id="{BBB961A9-512D-8461-F4F7-CBD8B9FC126B}"/>
                  </a:ext>
                </a:extLst>
              </p:cNvPr>
              <p:cNvSpPr/>
              <p:nvPr/>
            </p:nvSpPr>
            <p:spPr>
              <a:xfrm>
                <a:off x="7030936" y="1597081"/>
                <a:ext cx="54591" cy="66831"/>
              </a:xfrm>
              <a:custGeom>
                <a:avLst/>
                <a:gdLst/>
                <a:ahLst/>
                <a:cxnLst/>
                <a:rect l="l" t="t" r="r" b="b"/>
                <a:pathLst>
                  <a:path w="2810" h="3440" fill="none" extrusionOk="0">
                    <a:moveTo>
                      <a:pt x="2306" y="1"/>
                    </a:moveTo>
                    <a:lnTo>
                      <a:pt x="2306" y="1"/>
                    </a:lnTo>
                    <a:lnTo>
                      <a:pt x="2223" y="1"/>
                    </a:lnTo>
                    <a:lnTo>
                      <a:pt x="2097" y="43"/>
                    </a:lnTo>
                    <a:lnTo>
                      <a:pt x="2013" y="85"/>
                    </a:lnTo>
                    <a:lnTo>
                      <a:pt x="1929" y="169"/>
                    </a:lnTo>
                    <a:lnTo>
                      <a:pt x="1929" y="169"/>
                    </a:lnTo>
                    <a:lnTo>
                      <a:pt x="84" y="2643"/>
                    </a:lnTo>
                    <a:lnTo>
                      <a:pt x="84" y="2643"/>
                    </a:lnTo>
                    <a:lnTo>
                      <a:pt x="0" y="2853"/>
                    </a:lnTo>
                    <a:lnTo>
                      <a:pt x="0" y="3020"/>
                    </a:lnTo>
                    <a:lnTo>
                      <a:pt x="84" y="3230"/>
                    </a:lnTo>
                    <a:lnTo>
                      <a:pt x="210" y="3356"/>
                    </a:lnTo>
                    <a:lnTo>
                      <a:pt x="210" y="3356"/>
                    </a:lnTo>
                    <a:lnTo>
                      <a:pt x="377" y="3440"/>
                    </a:lnTo>
                    <a:lnTo>
                      <a:pt x="503" y="3440"/>
                    </a:lnTo>
                    <a:lnTo>
                      <a:pt x="503" y="3440"/>
                    </a:lnTo>
                    <a:lnTo>
                      <a:pt x="629" y="3440"/>
                    </a:lnTo>
                    <a:lnTo>
                      <a:pt x="755" y="3398"/>
                    </a:lnTo>
                    <a:lnTo>
                      <a:pt x="839" y="3356"/>
                    </a:lnTo>
                    <a:lnTo>
                      <a:pt x="923" y="3230"/>
                    </a:lnTo>
                    <a:lnTo>
                      <a:pt x="923" y="3230"/>
                    </a:lnTo>
                    <a:lnTo>
                      <a:pt x="2726" y="798"/>
                    </a:lnTo>
                    <a:lnTo>
                      <a:pt x="2726" y="798"/>
                    </a:lnTo>
                    <a:lnTo>
                      <a:pt x="2810" y="630"/>
                    </a:lnTo>
                    <a:lnTo>
                      <a:pt x="2810" y="420"/>
                    </a:lnTo>
                    <a:lnTo>
                      <a:pt x="2768" y="253"/>
                    </a:lnTo>
                    <a:lnTo>
                      <a:pt x="2642" y="85"/>
                    </a:lnTo>
                    <a:lnTo>
                      <a:pt x="2642" y="85"/>
                    </a:lnTo>
                    <a:lnTo>
                      <a:pt x="2474" y="1"/>
                    </a:lnTo>
                    <a:lnTo>
                      <a:pt x="2306"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415;p17">
                <a:extLst>
                  <a:ext uri="{FF2B5EF4-FFF2-40B4-BE49-F238E27FC236}">
                    <a16:creationId xmlns:a16="http://schemas.microsoft.com/office/drawing/2014/main" id="{F3EA7127-2962-43B6-13E7-0D4261460534}"/>
                  </a:ext>
                </a:extLst>
              </p:cNvPr>
              <p:cNvSpPr/>
              <p:nvPr/>
            </p:nvSpPr>
            <p:spPr>
              <a:xfrm>
                <a:off x="1923646" y="1504220"/>
                <a:ext cx="20399" cy="79031"/>
              </a:xfrm>
              <a:custGeom>
                <a:avLst/>
                <a:gdLst/>
                <a:ahLst/>
                <a:cxnLst/>
                <a:rect l="l" t="t" r="r" b="b"/>
                <a:pathLst>
                  <a:path w="1050" h="4068" fill="none" extrusionOk="0">
                    <a:moveTo>
                      <a:pt x="504" y="0"/>
                    </a:moveTo>
                    <a:lnTo>
                      <a:pt x="504" y="0"/>
                    </a:lnTo>
                    <a:lnTo>
                      <a:pt x="336" y="42"/>
                    </a:lnTo>
                    <a:lnTo>
                      <a:pt x="169" y="126"/>
                    </a:lnTo>
                    <a:lnTo>
                      <a:pt x="43" y="294"/>
                    </a:lnTo>
                    <a:lnTo>
                      <a:pt x="1" y="503"/>
                    </a:lnTo>
                    <a:lnTo>
                      <a:pt x="1" y="3565"/>
                    </a:lnTo>
                    <a:lnTo>
                      <a:pt x="1" y="3565"/>
                    </a:lnTo>
                    <a:lnTo>
                      <a:pt x="43" y="3733"/>
                    </a:lnTo>
                    <a:lnTo>
                      <a:pt x="169" y="3900"/>
                    </a:lnTo>
                    <a:lnTo>
                      <a:pt x="336" y="4026"/>
                    </a:lnTo>
                    <a:lnTo>
                      <a:pt x="504" y="4068"/>
                    </a:lnTo>
                    <a:lnTo>
                      <a:pt x="504" y="4068"/>
                    </a:lnTo>
                    <a:lnTo>
                      <a:pt x="714" y="4026"/>
                    </a:lnTo>
                    <a:lnTo>
                      <a:pt x="882" y="3900"/>
                    </a:lnTo>
                    <a:lnTo>
                      <a:pt x="1007" y="3733"/>
                    </a:lnTo>
                    <a:lnTo>
                      <a:pt x="1049" y="3565"/>
                    </a:lnTo>
                    <a:lnTo>
                      <a:pt x="1049" y="503"/>
                    </a:lnTo>
                    <a:lnTo>
                      <a:pt x="1049" y="503"/>
                    </a:lnTo>
                    <a:lnTo>
                      <a:pt x="1007" y="294"/>
                    </a:lnTo>
                    <a:lnTo>
                      <a:pt x="882" y="126"/>
                    </a:lnTo>
                    <a:lnTo>
                      <a:pt x="714"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416;p17">
                <a:extLst>
                  <a:ext uri="{FF2B5EF4-FFF2-40B4-BE49-F238E27FC236}">
                    <a16:creationId xmlns:a16="http://schemas.microsoft.com/office/drawing/2014/main" id="{13B6D03D-F66B-ABDA-50B8-2B31A737A390}"/>
                  </a:ext>
                </a:extLst>
              </p:cNvPr>
              <p:cNvSpPr/>
              <p:nvPr/>
            </p:nvSpPr>
            <p:spPr>
              <a:xfrm>
                <a:off x="7102622" y="1503404"/>
                <a:ext cx="57039" cy="66015"/>
              </a:xfrm>
              <a:custGeom>
                <a:avLst/>
                <a:gdLst/>
                <a:ahLst/>
                <a:cxnLst/>
                <a:rect l="l" t="t" r="r" b="b"/>
                <a:pathLst>
                  <a:path w="2936" h="3398" fill="none" extrusionOk="0">
                    <a:moveTo>
                      <a:pt x="2433" y="0"/>
                    </a:moveTo>
                    <a:lnTo>
                      <a:pt x="2433" y="0"/>
                    </a:lnTo>
                    <a:lnTo>
                      <a:pt x="2223" y="84"/>
                    </a:lnTo>
                    <a:lnTo>
                      <a:pt x="2097" y="126"/>
                    </a:lnTo>
                    <a:lnTo>
                      <a:pt x="2013" y="210"/>
                    </a:lnTo>
                    <a:lnTo>
                      <a:pt x="2013" y="210"/>
                    </a:lnTo>
                    <a:lnTo>
                      <a:pt x="126" y="2600"/>
                    </a:lnTo>
                    <a:lnTo>
                      <a:pt x="126" y="2600"/>
                    </a:lnTo>
                    <a:lnTo>
                      <a:pt x="0" y="2768"/>
                    </a:lnTo>
                    <a:lnTo>
                      <a:pt x="0" y="2978"/>
                    </a:lnTo>
                    <a:lnTo>
                      <a:pt x="42" y="3145"/>
                    </a:lnTo>
                    <a:lnTo>
                      <a:pt x="210" y="3313"/>
                    </a:lnTo>
                    <a:lnTo>
                      <a:pt x="210" y="3313"/>
                    </a:lnTo>
                    <a:lnTo>
                      <a:pt x="336" y="3397"/>
                    </a:lnTo>
                    <a:lnTo>
                      <a:pt x="504" y="3397"/>
                    </a:lnTo>
                    <a:lnTo>
                      <a:pt x="504" y="3397"/>
                    </a:lnTo>
                    <a:lnTo>
                      <a:pt x="713" y="3355"/>
                    </a:lnTo>
                    <a:lnTo>
                      <a:pt x="839" y="3313"/>
                    </a:lnTo>
                    <a:lnTo>
                      <a:pt x="923" y="3229"/>
                    </a:lnTo>
                    <a:lnTo>
                      <a:pt x="923" y="3229"/>
                    </a:lnTo>
                    <a:lnTo>
                      <a:pt x="2810" y="839"/>
                    </a:lnTo>
                    <a:lnTo>
                      <a:pt x="2810" y="839"/>
                    </a:lnTo>
                    <a:lnTo>
                      <a:pt x="2894" y="671"/>
                    </a:lnTo>
                    <a:lnTo>
                      <a:pt x="2936" y="462"/>
                    </a:lnTo>
                    <a:lnTo>
                      <a:pt x="2852" y="294"/>
                    </a:lnTo>
                    <a:lnTo>
                      <a:pt x="2726" y="126"/>
                    </a:lnTo>
                    <a:lnTo>
                      <a:pt x="2726" y="126"/>
                    </a:lnTo>
                    <a:lnTo>
                      <a:pt x="2600" y="42"/>
                    </a:lnTo>
                    <a:lnTo>
                      <a:pt x="243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417;p17">
                <a:extLst>
                  <a:ext uri="{FF2B5EF4-FFF2-40B4-BE49-F238E27FC236}">
                    <a16:creationId xmlns:a16="http://schemas.microsoft.com/office/drawing/2014/main" id="{0430EC4C-FF8C-B4EE-81D7-0463DAB57CDF}"/>
                  </a:ext>
                </a:extLst>
              </p:cNvPr>
              <p:cNvSpPr/>
              <p:nvPr/>
            </p:nvSpPr>
            <p:spPr>
              <a:xfrm>
                <a:off x="7177571" y="1413787"/>
                <a:ext cx="58671" cy="64383"/>
              </a:xfrm>
              <a:custGeom>
                <a:avLst/>
                <a:gdLst/>
                <a:ahLst/>
                <a:cxnLst/>
                <a:rect l="l" t="t" r="r" b="b"/>
                <a:pathLst>
                  <a:path w="3020" h="3314" fill="none" extrusionOk="0">
                    <a:moveTo>
                      <a:pt x="2517" y="0"/>
                    </a:moveTo>
                    <a:lnTo>
                      <a:pt x="2517" y="0"/>
                    </a:lnTo>
                    <a:lnTo>
                      <a:pt x="2307" y="42"/>
                    </a:lnTo>
                    <a:lnTo>
                      <a:pt x="2139" y="168"/>
                    </a:lnTo>
                    <a:lnTo>
                      <a:pt x="2139" y="168"/>
                    </a:lnTo>
                    <a:lnTo>
                      <a:pt x="126" y="2475"/>
                    </a:lnTo>
                    <a:lnTo>
                      <a:pt x="126" y="2475"/>
                    </a:lnTo>
                    <a:lnTo>
                      <a:pt x="42" y="2642"/>
                    </a:lnTo>
                    <a:lnTo>
                      <a:pt x="0" y="2852"/>
                    </a:lnTo>
                    <a:lnTo>
                      <a:pt x="84" y="3020"/>
                    </a:lnTo>
                    <a:lnTo>
                      <a:pt x="210" y="3188"/>
                    </a:lnTo>
                    <a:lnTo>
                      <a:pt x="210" y="3188"/>
                    </a:lnTo>
                    <a:lnTo>
                      <a:pt x="336" y="3271"/>
                    </a:lnTo>
                    <a:lnTo>
                      <a:pt x="504" y="3313"/>
                    </a:lnTo>
                    <a:lnTo>
                      <a:pt x="504" y="3313"/>
                    </a:lnTo>
                    <a:lnTo>
                      <a:pt x="713" y="3271"/>
                    </a:lnTo>
                    <a:lnTo>
                      <a:pt x="839" y="3229"/>
                    </a:lnTo>
                    <a:lnTo>
                      <a:pt x="923" y="3146"/>
                    </a:lnTo>
                    <a:lnTo>
                      <a:pt x="923" y="3146"/>
                    </a:lnTo>
                    <a:lnTo>
                      <a:pt x="2894" y="839"/>
                    </a:lnTo>
                    <a:lnTo>
                      <a:pt x="2894" y="839"/>
                    </a:lnTo>
                    <a:lnTo>
                      <a:pt x="3020" y="671"/>
                    </a:lnTo>
                    <a:lnTo>
                      <a:pt x="3020" y="462"/>
                    </a:lnTo>
                    <a:lnTo>
                      <a:pt x="2978" y="294"/>
                    </a:lnTo>
                    <a:lnTo>
                      <a:pt x="2852" y="126"/>
                    </a:lnTo>
                    <a:lnTo>
                      <a:pt x="2852" y="126"/>
                    </a:lnTo>
                    <a:lnTo>
                      <a:pt x="2726" y="42"/>
                    </a:lnTo>
                    <a:lnTo>
                      <a:pt x="2517"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418;p17">
                <a:extLst>
                  <a:ext uri="{FF2B5EF4-FFF2-40B4-BE49-F238E27FC236}">
                    <a16:creationId xmlns:a16="http://schemas.microsoft.com/office/drawing/2014/main" id="{1CB5EC4C-5D2A-B623-5544-A66D98E0ACEF}"/>
                  </a:ext>
                </a:extLst>
              </p:cNvPr>
              <p:cNvSpPr/>
              <p:nvPr/>
            </p:nvSpPr>
            <p:spPr>
              <a:xfrm>
                <a:off x="2788849" y="1408891"/>
                <a:ext cx="79050" cy="19583"/>
              </a:xfrm>
              <a:custGeom>
                <a:avLst/>
                <a:gdLst/>
                <a:ahLst/>
                <a:cxnLst/>
                <a:rect l="l" t="t" r="r" b="b"/>
                <a:pathLst>
                  <a:path w="4069" h="1008" fill="none" extrusionOk="0">
                    <a:moveTo>
                      <a:pt x="3565" y="1"/>
                    </a:moveTo>
                    <a:lnTo>
                      <a:pt x="3523" y="1"/>
                    </a:lnTo>
                    <a:lnTo>
                      <a:pt x="3523" y="1"/>
                    </a:lnTo>
                    <a:lnTo>
                      <a:pt x="504" y="1"/>
                    </a:lnTo>
                    <a:lnTo>
                      <a:pt x="504" y="1"/>
                    </a:lnTo>
                    <a:lnTo>
                      <a:pt x="294" y="43"/>
                    </a:lnTo>
                    <a:lnTo>
                      <a:pt x="127" y="169"/>
                    </a:lnTo>
                    <a:lnTo>
                      <a:pt x="43" y="294"/>
                    </a:lnTo>
                    <a:lnTo>
                      <a:pt x="1" y="504"/>
                    </a:lnTo>
                    <a:lnTo>
                      <a:pt x="1" y="504"/>
                    </a:lnTo>
                    <a:lnTo>
                      <a:pt x="43" y="714"/>
                    </a:lnTo>
                    <a:lnTo>
                      <a:pt x="127" y="881"/>
                    </a:lnTo>
                    <a:lnTo>
                      <a:pt x="294" y="965"/>
                    </a:lnTo>
                    <a:lnTo>
                      <a:pt x="504" y="1007"/>
                    </a:lnTo>
                    <a:lnTo>
                      <a:pt x="504" y="1007"/>
                    </a:lnTo>
                    <a:lnTo>
                      <a:pt x="504" y="1007"/>
                    </a:lnTo>
                    <a:lnTo>
                      <a:pt x="3565" y="1007"/>
                    </a:lnTo>
                    <a:lnTo>
                      <a:pt x="3565" y="1007"/>
                    </a:lnTo>
                    <a:lnTo>
                      <a:pt x="3733" y="965"/>
                    </a:lnTo>
                    <a:lnTo>
                      <a:pt x="3901" y="839"/>
                    </a:lnTo>
                    <a:lnTo>
                      <a:pt x="4027" y="714"/>
                    </a:lnTo>
                    <a:lnTo>
                      <a:pt x="4068" y="504"/>
                    </a:lnTo>
                    <a:lnTo>
                      <a:pt x="4068" y="504"/>
                    </a:lnTo>
                    <a:lnTo>
                      <a:pt x="4027" y="294"/>
                    </a:lnTo>
                    <a:lnTo>
                      <a:pt x="3901"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419;p17">
                <a:extLst>
                  <a:ext uri="{FF2B5EF4-FFF2-40B4-BE49-F238E27FC236}">
                    <a16:creationId xmlns:a16="http://schemas.microsoft.com/office/drawing/2014/main" id="{34742FD1-C6CB-8E17-9FAA-8869EDB720D5}"/>
                  </a:ext>
                </a:extLst>
              </p:cNvPr>
              <p:cNvSpPr/>
              <p:nvPr/>
            </p:nvSpPr>
            <p:spPr>
              <a:xfrm>
                <a:off x="2669916" y="1408075"/>
                <a:ext cx="79031" cy="20399"/>
              </a:xfrm>
              <a:custGeom>
                <a:avLst/>
                <a:gdLst/>
                <a:ahLst/>
                <a:cxnLst/>
                <a:rect l="l" t="t" r="r" b="b"/>
                <a:pathLst>
                  <a:path w="4068" h="1050" fill="none" extrusionOk="0">
                    <a:moveTo>
                      <a:pt x="503" y="1"/>
                    </a:moveTo>
                    <a:lnTo>
                      <a:pt x="503" y="1"/>
                    </a:lnTo>
                    <a:lnTo>
                      <a:pt x="336" y="43"/>
                    </a:lnTo>
                    <a:lnTo>
                      <a:pt x="168" y="169"/>
                    </a:lnTo>
                    <a:lnTo>
                      <a:pt x="42" y="294"/>
                    </a:lnTo>
                    <a:lnTo>
                      <a:pt x="0" y="504"/>
                    </a:lnTo>
                    <a:lnTo>
                      <a:pt x="0" y="504"/>
                    </a:lnTo>
                    <a:lnTo>
                      <a:pt x="42" y="714"/>
                    </a:lnTo>
                    <a:lnTo>
                      <a:pt x="168" y="881"/>
                    </a:lnTo>
                    <a:lnTo>
                      <a:pt x="294" y="965"/>
                    </a:lnTo>
                    <a:lnTo>
                      <a:pt x="503" y="1007"/>
                    </a:lnTo>
                    <a:lnTo>
                      <a:pt x="503" y="1007"/>
                    </a:lnTo>
                    <a:lnTo>
                      <a:pt x="3565" y="1049"/>
                    </a:lnTo>
                    <a:lnTo>
                      <a:pt x="3565" y="1049"/>
                    </a:lnTo>
                    <a:lnTo>
                      <a:pt x="3565" y="1049"/>
                    </a:lnTo>
                    <a:lnTo>
                      <a:pt x="3774" y="1007"/>
                    </a:lnTo>
                    <a:lnTo>
                      <a:pt x="3942" y="923"/>
                    </a:lnTo>
                    <a:lnTo>
                      <a:pt x="4026" y="756"/>
                    </a:lnTo>
                    <a:lnTo>
                      <a:pt x="4068" y="546"/>
                    </a:lnTo>
                    <a:lnTo>
                      <a:pt x="4068" y="546"/>
                    </a:lnTo>
                    <a:lnTo>
                      <a:pt x="4026" y="336"/>
                    </a:lnTo>
                    <a:lnTo>
                      <a:pt x="3942" y="169"/>
                    </a:lnTo>
                    <a:lnTo>
                      <a:pt x="3774" y="85"/>
                    </a:lnTo>
                    <a:lnTo>
                      <a:pt x="3565" y="43"/>
                    </a:lnTo>
                    <a:lnTo>
                      <a:pt x="3565" y="43"/>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420;p17">
                <a:extLst>
                  <a:ext uri="{FF2B5EF4-FFF2-40B4-BE49-F238E27FC236}">
                    <a16:creationId xmlns:a16="http://schemas.microsoft.com/office/drawing/2014/main" id="{0F5A9B8D-7555-8D92-4C99-90363483E5C8}"/>
                  </a:ext>
                </a:extLst>
              </p:cNvPr>
              <p:cNvSpPr/>
              <p:nvPr/>
            </p:nvSpPr>
            <p:spPr>
              <a:xfrm>
                <a:off x="2906984" y="1406443"/>
                <a:ext cx="79050" cy="21215"/>
              </a:xfrm>
              <a:custGeom>
                <a:avLst/>
                <a:gdLst/>
                <a:ahLst/>
                <a:cxnLst/>
                <a:rect l="l" t="t" r="r" b="b"/>
                <a:pathLst>
                  <a:path w="4069" h="1092" fill="none" extrusionOk="0">
                    <a:moveTo>
                      <a:pt x="3607" y="1"/>
                    </a:moveTo>
                    <a:lnTo>
                      <a:pt x="3607" y="1"/>
                    </a:lnTo>
                    <a:lnTo>
                      <a:pt x="3565" y="43"/>
                    </a:lnTo>
                    <a:lnTo>
                      <a:pt x="3565" y="43"/>
                    </a:lnTo>
                    <a:lnTo>
                      <a:pt x="504" y="85"/>
                    </a:lnTo>
                    <a:lnTo>
                      <a:pt x="504" y="85"/>
                    </a:lnTo>
                    <a:lnTo>
                      <a:pt x="336" y="127"/>
                    </a:lnTo>
                    <a:lnTo>
                      <a:pt x="168" y="253"/>
                    </a:lnTo>
                    <a:lnTo>
                      <a:pt x="42" y="378"/>
                    </a:lnTo>
                    <a:lnTo>
                      <a:pt x="0" y="588"/>
                    </a:lnTo>
                    <a:lnTo>
                      <a:pt x="0" y="588"/>
                    </a:lnTo>
                    <a:lnTo>
                      <a:pt x="42" y="798"/>
                    </a:lnTo>
                    <a:lnTo>
                      <a:pt x="168" y="965"/>
                    </a:lnTo>
                    <a:lnTo>
                      <a:pt x="336" y="1049"/>
                    </a:lnTo>
                    <a:lnTo>
                      <a:pt x="504" y="1091"/>
                    </a:lnTo>
                    <a:lnTo>
                      <a:pt x="546" y="1091"/>
                    </a:lnTo>
                    <a:lnTo>
                      <a:pt x="546" y="1091"/>
                    </a:lnTo>
                    <a:lnTo>
                      <a:pt x="3607" y="1049"/>
                    </a:lnTo>
                    <a:lnTo>
                      <a:pt x="3607" y="1049"/>
                    </a:lnTo>
                    <a:lnTo>
                      <a:pt x="3775" y="1007"/>
                    </a:lnTo>
                    <a:lnTo>
                      <a:pt x="3942" y="882"/>
                    </a:lnTo>
                    <a:lnTo>
                      <a:pt x="4068" y="714"/>
                    </a:lnTo>
                    <a:lnTo>
                      <a:pt x="4068" y="504"/>
                    </a:lnTo>
                    <a:lnTo>
                      <a:pt x="4068" y="504"/>
                    </a:lnTo>
                    <a:lnTo>
                      <a:pt x="4068" y="336"/>
                    </a:lnTo>
                    <a:lnTo>
                      <a:pt x="3942" y="169"/>
                    </a:lnTo>
                    <a:lnTo>
                      <a:pt x="3817" y="43"/>
                    </a:lnTo>
                    <a:lnTo>
                      <a:pt x="3607"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421;p17">
                <a:extLst>
                  <a:ext uri="{FF2B5EF4-FFF2-40B4-BE49-F238E27FC236}">
                    <a16:creationId xmlns:a16="http://schemas.microsoft.com/office/drawing/2014/main" id="{E096D689-92EC-F34B-5AA8-066E00AD4931}"/>
                  </a:ext>
                </a:extLst>
              </p:cNvPr>
              <p:cNvSpPr/>
              <p:nvPr/>
            </p:nvSpPr>
            <p:spPr>
              <a:xfrm>
                <a:off x="2551781" y="1405647"/>
                <a:ext cx="79050" cy="21195"/>
              </a:xfrm>
              <a:custGeom>
                <a:avLst/>
                <a:gdLst/>
                <a:ahLst/>
                <a:cxnLst/>
                <a:rect l="l" t="t" r="r" b="b"/>
                <a:pathLst>
                  <a:path w="4069" h="1091" fill="none" extrusionOk="0">
                    <a:moveTo>
                      <a:pt x="504" y="0"/>
                    </a:moveTo>
                    <a:lnTo>
                      <a:pt x="504" y="0"/>
                    </a:lnTo>
                    <a:lnTo>
                      <a:pt x="294" y="42"/>
                    </a:lnTo>
                    <a:lnTo>
                      <a:pt x="126" y="126"/>
                    </a:lnTo>
                    <a:lnTo>
                      <a:pt x="42" y="294"/>
                    </a:lnTo>
                    <a:lnTo>
                      <a:pt x="0" y="503"/>
                    </a:lnTo>
                    <a:lnTo>
                      <a:pt x="0" y="503"/>
                    </a:lnTo>
                    <a:lnTo>
                      <a:pt x="42" y="713"/>
                    </a:lnTo>
                    <a:lnTo>
                      <a:pt x="126" y="839"/>
                    </a:lnTo>
                    <a:lnTo>
                      <a:pt x="294" y="965"/>
                    </a:lnTo>
                    <a:lnTo>
                      <a:pt x="462" y="1006"/>
                    </a:lnTo>
                    <a:lnTo>
                      <a:pt x="462" y="1006"/>
                    </a:lnTo>
                    <a:lnTo>
                      <a:pt x="3523" y="1090"/>
                    </a:lnTo>
                    <a:lnTo>
                      <a:pt x="3565" y="1090"/>
                    </a:lnTo>
                    <a:lnTo>
                      <a:pt x="3565" y="1090"/>
                    </a:lnTo>
                    <a:lnTo>
                      <a:pt x="3733" y="1048"/>
                    </a:lnTo>
                    <a:lnTo>
                      <a:pt x="3900" y="965"/>
                    </a:lnTo>
                    <a:lnTo>
                      <a:pt x="4026" y="797"/>
                    </a:lnTo>
                    <a:lnTo>
                      <a:pt x="4068" y="587"/>
                    </a:lnTo>
                    <a:lnTo>
                      <a:pt x="4068" y="587"/>
                    </a:lnTo>
                    <a:lnTo>
                      <a:pt x="4026" y="377"/>
                    </a:lnTo>
                    <a:lnTo>
                      <a:pt x="3900" y="252"/>
                    </a:lnTo>
                    <a:lnTo>
                      <a:pt x="3775" y="126"/>
                    </a:lnTo>
                    <a:lnTo>
                      <a:pt x="3565" y="84"/>
                    </a:lnTo>
                    <a:lnTo>
                      <a:pt x="3565" y="84"/>
                    </a:lnTo>
                    <a:lnTo>
                      <a:pt x="504" y="0"/>
                    </a:lnTo>
                    <a:lnTo>
                      <a:pt x="504"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422;p17">
                <a:extLst>
                  <a:ext uri="{FF2B5EF4-FFF2-40B4-BE49-F238E27FC236}">
                    <a16:creationId xmlns:a16="http://schemas.microsoft.com/office/drawing/2014/main" id="{C743A2B4-8035-8D11-5A2D-9F993F0F4DC2}"/>
                  </a:ext>
                </a:extLst>
              </p:cNvPr>
              <p:cNvSpPr/>
              <p:nvPr/>
            </p:nvSpPr>
            <p:spPr>
              <a:xfrm>
                <a:off x="3025936" y="1403199"/>
                <a:ext cx="79031" cy="22011"/>
              </a:xfrm>
              <a:custGeom>
                <a:avLst/>
                <a:gdLst/>
                <a:ahLst/>
                <a:cxnLst/>
                <a:rect l="l" t="t" r="r" b="b"/>
                <a:pathLst>
                  <a:path w="4068" h="1133" fill="none" extrusionOk="0">
                    <a:moveTo>
                      <a:pt x="3565" y="0"/>
                    </a:moveTo>
                    <a:lnTo>
                      <a:pt x="3565" y="0"/>
                    </a:lnTo>
                    <a:lnTo>
                      <a:pt x="3565" y="0"/>
                    </a:lnTo>
                    <a:lnTo>
                      <a:pt x="3565" y="0"/>
                    </a:lnTo>
                    <a:lnTo>
                      <a:pt x="503" y="126"/>
                    </a:lnTo>
                    <a:lnTo>
                      <a:pt x="503" y="126"/>
                    </a:lnTo>
                    <a:lnTo>
                      <a:pt x="294" y="168"/>
                    </a:lnTo>
                    <a:lnTo>
                      <a:pt x="126" y="252"/>
                    </a:lnTo>
                    <a:lnTo>
                      <a:pt x="42" y="420"/>
                    </a:lnTo>
                    <a:lnTo>
                      <a:pt x="0" y="629"/>
                    </a:lnTo>
                    <a:lnTo>
                      <a:pt x="0" y="629"/>
                    </a:lnTo>
                    <a:lnTo>
                      <a:pt x="42" y="839"/>
                    </a:lnTo>
                    <a:lnTo>
                      <a:pt x="168" y="1007"/>
                    </a:lnTo>
                    <a:lnTo>
                      <a:pt x="335" y="1091"/>
                    </a:lnTo>
                    <a:lnTo>
                      <a:pt x="503" y="1132"/>
                    </a:lnTo>
                    <a:lnTo>
                      <a:pt x="545" y="1132"/>
                    </a:lnTo>
                    <a:lnTo>
                      <a:pt x="545" y="1132"/>
                    </a:lnTo>
                    <a:lnTo>
                      <a:pt x="3565" y="1049"/>
                    </a:lnTo>
                    <a:lnTo>
                      <a:pt x="3565" y="1049"/>
                    </a:lnTo>
                    <a:lnTo>
                      <a:pt x="3774" y="965"/>
                    </a:lnTo>
                    <a:lnTo>
                      <a:pt x="3942" y="881"/>
                    </a:lnTo>
                    <a:lnTo>
                      <a:pt x="4026" y="713"/>
                    </a:lnTo>
                    <a:lnTo>
                      <a:pt x="4068" y="503"/>
                    </a:lnTo>
                    <a:lnTo>
                      <a:pt x="4068" y="503"/>
                    </a:lnTo>
                    <a:lnTo>
                      <a:pt x="4026" y="294"/>
                    </a:lnTo>
                    <a:lnTo>
                      <a:pt x="3942" y="168"/>
                    </a:lnTo>
                    <a:lnTo>
                      <a:pt x="3774"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423;p17">
                <a:extLst>
                  <a:ext uri="{FF2B5EF4-FFF2-40B4-BE49-F238E27FC236}">
                    <a16:creationId xmlns:a16="http://schemas.microsoft.com/office/drawing/2014/main" id="{F209E17F-DFD1-6089-971D-A1CA801300E8}"/>
                  </a:ext>
                </a:extLst>
              </p:cNvPr>
              <p:cNvSpPr/>
              <p:nvPr/>
            </p:nvSpPr>
            <p:spPr>
              <a:xfrm>
                <a:off x="2432829" y="1401567"/>
                <a:ext cx="79050" cy="22011"/>
              </a:xfrm>
              <a:custGeom>
                <a:avLst/>
                <a:gdLst/>
                <a:ahLst/>
                <a:cxnLst/>
                <a:rect l="l" t="t" r="r" b="b"/>
                <a:pathLst>
                  <a:path w="4069" h="1133" fill="none" extrusionOk="0">
                    <a:moveTo>
                      <a:pt x="546" y="0"/>
                    </a:moveTo>
                    <a:lnTo>
                      <a:pt x="546" y="0"/>
                    </a:lnTo>
                    <a:lnTo>
                      <a:pt x="336" y="42"/>
                    </a:lnTo>
                    <a:lnTo>
                      <a:pt x="169" y="126"/>
                    </a:lnTo>
                    <a:lnTo>
                      <a:pt x="43" y="294"/>
                    </a:lnTo>
                    <a:lnTo>
                      <a:pt x="1" y="462"/>
                    </a:lnTo>
                    <a:lnTo>
                      <a:pt x="1" y="462"/>
                    </a:lnTo>
                    <a:lnTo>
                      <a:pt x="43" y="671"/>
                    </a:lnTo>
                    <a:lnTo>
                      <a:pt x="127" y="839"/>
                    </a:lnTo>
                    <a:lnTo>
                      <a:pt x="294" y="965"/>
                    </a:lnTo>
                    <a:lnTo>
                      <a:pt x="504" y="1007"/>
                    </a:lnTo>
                    <a:lnTo>
                      <a:pt x="504" y="1007"/>
                    </a:lnTo>
                    <a:lnTo>
                      <a:pt x="3565" y="1133"/>
                    </a:lnTo>
                    <a:lnTo>
                      <a:pt x="3565" y="1133"/>
                    </a:lnTo>
                    <a:lnTo>
                      <a:pt x="3565" y="1133"/>
                    </a:lnTo>
                    <a:lnTo>
                      <a:pt x="3775" y="1091"/>
                    </a:lnTo>
                    <a:lnTo>
                      <a:pt x="3943" y="1007"/>
                    </a:lnTo>
                    <a:lnTo>
                      <a:pt x="4027" y="839"/>
                    </a:lnTo>
                    <a:lnTo>
                      <a:pt x="4069" y="629"/>
                    </a:lnTo>
                    <a:lnTo>
                      <a:pt x="4069" y="629"/>
                    </a:lnTo>
                    <a:lnTo>
                      <a:pt x="4027" y="462"/>
                    </a:lnTo>
                    <a:lnTo>
                      <a:pt x="3943" y="294"/>
                    </a:lnTo>
                    <a:lnTo>
                      <a:pt x="3775" y="168"/>
                    </a:lnTo>
                    <a:lnTo>
                      <a:pt x="3607" y="126"/>
                    </a:lnTo>
                    <a:lnTo>
                      <a:pt x="3607" y="126"/>
                    </a:lnTo>
                    <a:lnTo>
                      <a:pt x="546" y="0"/>
                    </a:lnTo>
                    <a:lnTo>
                      <a:pt x="546" y="0"/>
                    </a:lnTo>
                    <a:lnTo>
                      <a:pt x="546"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424;p17">
                <a:extLst>
                  <a:ext uri="{FF2B5EF4-FFF2-40B4-BE49-F238E27FC236}">
                    <a16:creationId xmlns:a16="http://schemas.microsoft.com/office/drawing/2014/main" id="{0C55DD5B-B83A-9A78-1883-86DEDD36C4B5}"/>
                  </a:ext>
                </a:extLst>
              </p:cNvPr>
              <p:cNvSpPr/>
              <p:nvPr/>
            </p:nvSpPr>
            <p:spPr>
              <a:xfrm>
                <a:off x="3144868" y="1398303"/>
                <a:ext cx="79050" cy="22827"/>
              </a:xfrm>
              <a:custGeom>
                <a:avLst/>
                <a:gdLst/>
                <a:ahLst/>
                <a:cxnLst/>
                <a:rect l="l" t="t" r="r" b="b"/>
                <a:pathLst>
                  <a:path w="4069" h="1175" fill="none" extrusionOk="0">
                    <a:moveTo>
                      <a:pt x="3565" y="1"/>
                    </a:moveTo>
                    <a:lnTo>
                      <a:pt x="3565" y="1"/>
                    </a:lnTo>
                    <a:lnTo>
                      <a:pt x="3523" y="1"/>
                    </a:lnTo>
                    <a:lnTo>
                      <a:pt x="3523" y="1"/>
                    </a:lnTo>
                    <a:lnTo>
                      <a:pt x="462" y="168"/>
                    </a:lnTo>
                    <a:lnTo>
                      <a:pt x="462" y="168"/>
                    </a:lnTo>
                    <a:lnTo>
                      <a:pt x="294" y="210"/>
                    </a:lnTo>
                    <a:lnTo>
                      <a:pt x="126" y="294"/>
                    </a:lnTo>
                    <a:lnTo>
                      <a:pt x="43" y="462"/>
                    </a:lnTo>
                    <a:lnTo>
                      <a:pt x="1" y="672"/>
                    </a:lnTo>
                    <a:lnTo>
                      <a:pt x="1" y="672"/>
                    </a:lnTo>
                    <a:lnTo>
                      <a:pt x="43" y="881"/>
                    </a:lnTo>
                    <a:lnTo>
                      <a:pt x="168" y="1007"/>
                    </a:lnTo>
                    <a:lnTo>
                      <a:pt x="294" y="1133"/>
                    </a:lnTo>
                    <a:lnTo>
                      <a:pt x="504" y="1175"/>
                    </a:lnTo>
                    <a:lnTo>
                      <a:pt x="504" y="1175"/>
                    </a:lnTo>
                    <a:lnTo>
                      <a:pt x="504" y="1175"/>
                    </a:lnTo>
                    <a:lnTo>
                      <a:pt x="3565" y="1049"/>
                    </a:lnTo>
                    <a:lnTo>
                      <a:pt x="3565" y="1049"/>
                    </a:lnTo>
                    <a:lnTo>
                      <a:pt x="3775" y="965"/>
                    </a:lnTo>
                    <a:lnTo>
                      <a:pt x="3943" y="881"/>
                    </a:lnTo>
                    <a:lnTo>
                      <a:pt x="4026" y="714"/>
                    </a:lnTo>
                    <a:lnTo>
                      <a:pt x="4068" y="504"/>
                    </a:lnTo>
                    <a:lnTo>
                      <a:pt x="4068" y="504"/>
                    </a:lnTo>
                    <a:lnTo>
                      <a:pt x="4026" y="294"/>
                    </a:lnTo>
                    <a:lnTo>
                      <a:pt x="3901" y="168"/>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425;p17">
                <a:extLst>
                  <a:ext uri="{FF2B5EF4-FFF2-40B4-BE49-F238E27FC236}">
                    <a16:creationId xmlns:a16="http://schemas.microsoft.com/office/drawing/2014/main" id="{62E7E9D3-C7E4-9FBA-7669-122D1C419629}"/>
                  </a:ext>
                </a:extLst>
              </p:cNvPr>
              <p:cNvSpPr/>
              <p:nvPr/>
            </p:nvSpPr>
            <p:spPr>
              <a:xfrm>
                <a:off x="2314712" y="1395040"/>
                <a:ext cx="79031" cy="23663"/>
              </a:xfrm>
              <a:custGeom>
                <a:avLst/>
                <a:gdLst/>
                <a:ahLst/>
                <a:cxnLst/>
                <a:rect l="l" t="t" r="r" b="b"/>
                <a:pathLst>
                  <a:path w="4068" h="1218" fill="none" extrusionOk="0">
                    <a:moveTo>
                      <a:pt x="503" y="1"/>
                    </a:moveTo>
                    <a:lnTo>
                      <a:pt x="503" y="1"/>
                    </a:lnTo>
                    <a:lnTo>
                      <a:pt x="294" y="43"/>
                    </a:lnTo>
                    <a:lnTo>
                      <a:pt x="168" y="169"/>
                    </a:lnTo>
                    <a:lnTo>
                      <a:pt x="42" y="294"/>
                    </a:lnTo>
                    <a:lnTo>
                      <a:pt x="0" y="504"/>
                    </a:lnTo>
                    <a:lnTo>
                      <a:pt x="0" y="504"/>
                    </a:lnTo>
                    <a:lnTo>
                      <a:pt x="42" y="714"/>
                    </a:lnTo>
                    <a:lnTo>
                      <a:pt x="126" y="882"/>
                    </a:lnTo>
                    <a:lnTo>
                      <a:pt x="294" y="965"/>
                    </a:lnTo>
                    <a:lnTo>
                      <a:pt x="461" y="1049"/>
                    </a:lnTo>
                    <a:lnTo>
                      <a:pt x="461" y="1049"/>
                    </a:lnTo>
                    <a:lnTo>
                      <a:pt x="3523" y="1217"/>
                    </a:lnTo>
                    <a:lnTo>
                      <a:pt x="3565" y="1217"/>
                    </a:lnTo>
                    <a:lnTo>
                      <a:pt x="3565" y="1217"/>
                    </a:lnTo>
                    <a:lnTo>
                      <a:pt x="3732" y="1175"/>
                    </a:lnTo>
                    <a:lnTo>
                      <a:pt x="3900" y="1049"/>
                    </a:lnTo>
                    <a:lnTo>
                      <a:pt x="4026" y="923"/>
                    </a:lnTo>
                    <a:lnTo>
                      <a:pt x="4068" y="714"/>
                    </a:lnTo>
                    <a:lnTo>
                      <a:pt x="4068" y="714"/>
                    </a:lnTo>
                    <a:lnTo>
                      <a:pt x="4026" y="504"/>
                    </a:lnTo>
                    <a:lnTo>
                      <a:pt x="3942" y="336"/>
                    </a:lnTo>
                    <a:lnTo>
                      <a:pt x="3774" y="252"/>
                    </a:lnTo>
                    <a:lnTo>
                      <a:pt x="3565" y="169"/>
                    </a:lnTo>
                    <a:lnTo>
                      <a:pt x="3565" y="169"/>
                    </a:lnTo>
                    <a:lnTo>
                      <a:pt x="545" y="1"/>
                    </a:lnTo>
                    <a:lnTo>
                      <a:pt x="545"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426;p17">
                <a:extLst>
                  <a:ext uri="{FF2B5EF4-FFF2-40B4-BE49-F238E27FC236}">
                    <a16:creationId xmlns:a16="http://schemas.microsoft.com/office/drawing/2014/main" id="{FACE135A-73E9-FB24-8EF0-414D711B1E9B}"/>
                  </a:ext>
                </a:extLst>
              </p:cNvPr>
              <p:cNvSpPr/>
              <p:nvPr/>
            </p:nvSpPr>
            <p:spPr>
              <a:xfrm>
                <a:off x="3263004" y="1392611"/>
                <a:ext cx="79050" cy="22827"/>
              </a:xfrm>
              <a:custGeom>
                <a:avLst/>
                <a:gdLst/>
                <a:ahLst/>
                <a:cxnLst/>
                <a:rect l="l" t="t" r="r" b="b"/>
                <a:pathLst>
                  <a:path w="4069" h="1175" fill="none" extrusionOk="0">
                    <a:moveTo>
                      <a:pt x="3565" y="0"/>
                    </a:moveTo>
                    <a:lnTo>
                      <a:pt x="3565" y="0"/>
                    </a:lnTo>
                    <a:lnTo>
                      <a:pt x="3565" y="0"/>
                    </a:lnTo>
                    <a:lnTo>
                      <a:pt x="3565" y="0"/>
                    </a:lnTo>
                    <a:lnTo>
                      <a:pt x="504" y="168"/>
                    </a:lnTo>
                    <a:lnTo>
                      <a:pt x="504" y="168"/>
                    </a:lnTo>
                    <a:lnTo>
                      <a:pt x="294" y="210"/>
                    </a:lnTo>
                    <a:lnTo>
                      <a:pt x="126" y="336"/>
                    </a:lnTo>
                    <a:lnTo>
                      <a:pt x="42" y="503"/>
                    </a:lnTo>
                    <a:lnTo>
                      <a:pt x="0" y="671"/>
                    </a:lnTo>
                    <a:lnTo>
                      <a:pt x="0" y="671"/>
                    </a:lnTo>
                    <a:lnTo>
                      <a:pt x="42" y="881"/>
                    </a:lnTo>
                    <a:lnTo>
                      <a:pt x="168" y="1048"/>
                    </a:lnTo>
                    <a:lnTo>
                      <a:pt x="336" y="1132"/>
                    </a:lnTo>
                    <a:lnTo>
                      <a:pt x="504" y="1174"/>
                    </a:lnTo>
                    <a:lnTo>
                      <a:pt x="545" y="1174"/>
                    </a:lnTo>
                    <a:lnTo>
                      <a:pt x="545" y="1174"/>
                    </a:lnTo>
                    <a:lnTo>
                      <a:pt x="3607" y="1007"/>
                    </a:lnTo>
                    <a:lnTo>
                      <a:pt x="3607" y="1007"/>
                    </a:lnTo>
                    <a:lnTo>
                      <a:pt x="3816" y="965"/>
                    </a:lnTo>
                    <a:lnTo>
                      <a:pt x="3942" y="839"/>
                    </a:lnTo>
                    <a:lnTo>
                      <a:pt x="4068" y="671"/>
                    </a:lnTo>
                    <a:lnTo>
                      <a:pt x="4068" y="461"/>
                    </a:lnTo>
                    <a:lnTo>
                      <a:pt x="4068" y="461"/>
                    </a:lnTo>
                    <a:lnTo>
                      <a:pt x="4026" y="252"/>
                    </a:lnTo>
                    <a:lnTo>
                      <a:pt x="3942" y="126"/>
                    </a:lnTo>
                    <a:lnTo>
                      <a:pt x="3775" y="0"/>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427;p17">
                <a:extLst>
                  <a:ext uri="{FF2B5EF4-FFF2-40B4-BE49-F238E27FC236}">
                    <a16:creationId xmlns:a16="http://schemas.microsoft.com/office/drawing/2014/main" id="{DDF21876-5A66-4D0A-D293-638A7FDE0B5D}"/>
                  </a:ext>
                </a:extLst>
              </p:cNvPr>
              <p:cNvSpPr/>
              <p:nvPr/>
            </p:nvSpPr>
            <p:spPr>
              <a:xfrm>
                <a:off x="2196577" y="1387716"/>
                <a:ext cx="79050" cy="23643"/>
              </a:xfrm>
              <a:custGeom>
                <a:avLst/>
                <a:gdLst/>
                <a:ahLst/>
                <a:cxnLst/>
                <a:rect l="l" t="t" r="r" b="b"/>
                <a:pathLst>
                  <a:path w="4069" h="1217" fill="none" extrusionOk="0">
                    <a:moveTo>
                      <a:pt x="504" y="0"/>
                    </a:moveTo>
                    <a:lnTo>
                      <a:pt x="504" y="0"/>
                    </a:lnTo>
                    <a:lnTo>
                      <a:pt x="294" y="42"/>
                    </a:lnTo>
                    <a:lnTo>
                      <a:pt x="168" y="126"/>
                    </a:lnTo>
                    <a:lnTo>
                      <a:pt x="42" y="294"/>
                    </a:lnTo>
                    <a:lnTo>
                      <a:pt x="0" y="462"/>
                    </a:lnTo>
                    <a:lnTo>
                      <a:pt x="0" y="462"/>
                    </a:lnTo>
                    <a:lnTo>
                      <a:pt x="0" y="671"/>
                    </a:lnTo>
                    <a:lnTo>
                      <a:pt x="126" y="839"/>
                    </a:lnTo>
                    <a:lnTo>
                      <a:pt x="252" y="965"/>
                    </a:lnTo>
                    <a:lnTo>
                      <a:pt x="462" y="1007"/>
                    </a:lnTo>
                    <a:lnTo>
                      <a:pt x="462" y="1007"/>
                    </a:lnTo>
                    <a:lnTo>
                      <a:pt x="3523" y="1217"/>
                    </a:lnTo>
                    <a:lnTo>
                      <a:pt x="3565" y="1217"/>
                    </a:lnTo>
                    <a:lnTo>
                      <a:pt x="3565" y="1217"/>
                    </a:lnTo>
                    <a:lnTo>
                      <a:pt x="3733" y="1175"/>
                    </a:lnTo>
                    <a:lnTo>
                      <a:pt x="3900" y="1091"/>
                    </a:lnTo>
                    <a:lnTo>
                      <a:pt x="3984" y="923"/>
                    </a:lnTo>
                    <a:lnTo>
                      <a:pt x="4068" y="755"/>
                    </a:lnTo>
                    <a:lnTo>
                      <a:pt x="4068" y="755"/>
                    </a:lnTo>
                    <a:lnTo>
                      <a:pt x="4026" y="546"/>
                    </a:lnTo>
                    <a:lnTo>
                      <a:pt x="3942" y="378"/>
                    </a:lnTo>
                    <a:lnTo>
                      <a:pt x="3775" y="252"/>
                    </a:lnTo>
                    <a:lnTo>
                      <a:pt x="3565" y="210"/>
                    </a:lnTo>
                    <a:lnTo>
                      <a:pt x="3565"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428;p17">
                <a:extLst>
                  <a:ext uri="{FF2B5EF4-FFF2-40B4-BE49-F238E27FC236}">
                    <a16:creationId xmlns:a16="http://schemas.microsoft.com/office/drawing/2014/main" id="{A51EBE52-75C3-1EC6-DA12-E8583F00EEC1}"/>
                  </a:ext>
                </a:extLst>
              </p:cNvPr>
              <p:cNvSpPr/>
              <p:nvPr/>
            </p:nvSpPr>
            <p:spPr>
              <a:xfrm>
                <a:off x="1923646" y="1385268"/>
                <a:ext cx="20399" cy="79050"/>
              </a:xfrm>
              <a:custGeom>
                <a:avLst/>
                <a:gdLst/>
                <a:ahLst/>
                <a:cxnLst/>
                <a:rect l="l" t="t" r="r" b="b"/>
                <a:pathLst>
                  <a:path w="1050" h="4069" fill="none" extrusionOk="0">
                    <a:moveTo>
                      <a:pt x="504" y="1"/>
                    </a:moveTo>
                    <a:lnTo>
                      <a:pt x="504" y="1"/>
                    </a:lnTo>
                    <a:lnTo>
                      <a:pt x="336" y="43"/>
                    </a:lnTo>
                    <a:lnTo>
                      <a:pt x="169" y="168"/>
                    </a:lnTo>
                    <a:lnTo>
                      <a:pt x="43" y="336"/>
                    </a:lnTo>
                    <a:lnTo>
                      <a:pt x="1" y="504"/>
                    </a:lnTo>
                    <a:lnTo>
                      <a:pt x="1" y="3565"/>
                    </a:lnTo>
                    <a:lnTo>
                      <a:pt x="1" y="3565"/>
                    </a:lnTo>
                    <a:lnTo>
                      <a:pt x="43" y="3775"/>
                    </a:lnTo>
                    <a:lnTo>
                      <a:pt x="169" y="3943"/>
                    </a:lnTo>
                    <a:lnTo>
                      <a:pt x="336" y="4026"/>
                    </a:lnTo>
                    <a:lnTo>
                      <a:pt x="504" y="4068"/>
                    </a:lnTo>
                    <a:lnTo>
                      <a:pt x="504" y="4068"/>
                    </a:lnTo>
                    <a:lnTo>
                      <a:pt x="714" y="4026"/>
                    </a:lnTo>
                    <a:lnTo>
                      <a:pt x="882" y="3943"/>
                    </a:lnTo>
                    <a:lnTo>
                      <a:pt x="1007" y="3775"/>
                    </a:lnTo>
                    <a:lnTo>
                      <a:pt x="1049" y="3565"/>
                    </a:lnTo>
                    <a:lnTo>
                      <a:pt x="1049" y="504"/>
                    </a:lnTo>
                    <a:lnTo>
                      <a:pt x="1049" y="504"/>
                    </a:lnTo>
                    <a:lnTo>
                      <a:pt x="1007" y="336"/>
                    </a:lnTo>
                    <a:lnTo>
                      <a:pt x="882" y="168"/>
                    </a:lnTo>
                    <a:lnTo>
                      <a:pt x="714"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429;p17">
                <a:extLst>
                  <a:ext uri="{FF2B5EF4-FFF2-40B4-BE49-F238E27FC236}">
                    <a16:creationId xmlns:a16="http://schemas.microsoft.com/office/drawing/2014/main" id="{D5BFDCE5-9BAA-A13F-25ED-6B4E47B6ACF0}"/>
                  </a:ext>
                </a:extLst>
              </p:cNvPr>
              <p:cNvSpPr/>
              <p:nvPr/>
            </p:nvSpPr>
            <p:spPr>
              <a:xfrm>
                <a:off x="3381937" y="1384452"/>
                <a:ext cx="79050" cy="23643"/>
              </a:xfrm>
              <a:custGeom>
                <a:avLst/>
                <a:gdLst/>
                <a:ahLst/>
                <a:cxnLst/>
                <a:rect l="l" t="t" r="r" b="b"/>
                <a:pathLst>
                  <a:path w="4069" h="1217" fill="none" extrusionOk="0">
                    <a:moveTo>
                      <a:pt x="3524" y="1"/>
                    </a:moveTo>
                    <a:lnTo>
                      <a:pt x="3524" y="1"/>
                    </a:lnTo>
                    <a:lnTo>
                      <a:pt x="3524" y="1"/>
                    </a:lnTo>
                    <a:lnTo>
                      <a:pt x="3524" y="1"/>
                    </a:lnTo>
                    <a:lnTo>
                      <a:pt x="462" y="210"/>
                    </a:lnTo>
                    <a:lnTo>
                      <a:pt x="462" y="210"/>
                    </a:lnTo>
                    <a:lnTo>
                      <a:pt x="294" y="252"/>
                    </a:lnTo>
                    <a:lnTo>
                      <a:pt x="127" y="378"/>
                    </a:lnTo>
                    <a:lnTo>
                      <a:pt x="1" y="546"/>
                    </a:lnTo>
                    <a:lnTo>
                      <a:pt x="1" y="756"/>
                    </a:lnTo>
                    <a:lnTo>
                      <a:pt x="1" y="756"/>
                    </a:lnTo>
                    <a:lnTo>
                      <a:pt x="43" y="923"/>
                    </a:lnTo>
                    <a:lnTo>
                      <a:pt x="169" y="1091"/>
                    </a:lnTo>
                    <a:lnTo>
                      <a:pt x="294" y="1175"/>
                    </a:lnTo>
                    <a:lnTo>
                      <a:pt x="504" y="1217"/>
                    </a:lnTo>
                    <a:lnTo>
                      <a:pt x="546" y="1217"/>
                    </a:lnTo>
                    <a:lnTo>
                      <a:pt x="546" y="1217"/>
                    </a:lnTo>
                    <a:lnTo>
                      <a:pt x="3565" y="1007"/>
                    </a:lnTo>
                    <a:lnTo>
                      <a:pt x="3565" y="1007"/>
                    </a:lnTo>
                    <a:lnTo>
                      <a:pt x="3775" y="965"/>
                    </a:lnTo>
                    <a:lnTo>
                      <a:pt x="3943" y="839"/>
                    </a:lnTo>
                    <a:lnTo>
                      <a:pt x="4027" y="672"/>
                    </a:lnTo>
                    <a:lnTo>
                      <a:pt x="4069" y="462"/>
                    </a:lnTo>
                    <a:lnTo>
                      <a:pt x="4069" y="462"/>
                    </a:lnTo>
                    <a:lnTo>
                      <a:pt x="4027" y="294"/>
                    </a:lnTo>
                    <a:lnTo>
                      <a:pt x="3901" y="127"/>
                    </a:lnTo>
                    <a:lnTo>
                      <a:pt x="3733" y="43"/>
                    </a:lnTo>
                    <a:lnTo>
                      <a:pt x="352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430;p17">
                <a:extLst>
                  <a:ext uri="{FF2B5EF4-FFF2-40B4-BE49-F238E27FC236}">
                    <a16:creationId xmlns:a16="http://schemas.microsoft.com/office/drawing/2014/main" id="{C6126CC7-6A18-1E20-CE50-DE9C726F1084}"/>
                  </a:ext>
                </a:extLst>
              </p:cNvPr>
              <p:cNvSpPr/>
              <p:nvPr/>
            </p:nvSpPr>
            <p:spPr>
              <a:xfrm>
                <a:off x="2078441" y="1377944"/>
                <a:ext cx="78235" cy="24459"/>
              </a:xfrm>
              <a:custGeom>
                <a:avLst/>
                <a:gdLst/>
                <a:ahLst/>
                <a:cxnLst/>
                <a:rect l="l" t="t" r="r" b="b"/>
                <a:pathLst>
                  <a:path w="4027" h="1259" fill="none" extrusionOk="0">
                    <a:moveTo>
                      <a:pt x="504" y="0"/>
                    </a:moveTo>
                    <a:lnTo>
                      <a:pt x="504" y="0"/>
                    </a:lnTo>
                    <a:lnTo>
                      <a:pt x="336" y="42"/>
                    </a:lnTo>
                    <a:lnTo>
                      <a:pt x="169" y="126"/>
                    </a:lnTo>
                    <a:lnTo>
                      <a:pt x="43" y="294"/>
                    </a:lnTo>
                    <a:lnTo>
                      <a:pt x="1" y="462"/>
                    </a:lnTo>
                    <a:lnTo>
                      <a:pt x="1" y="462"/>
                    </a:lnTo>
                    <a:lnTo>
                      <a:pt x="1" y="671"/>
                    </a:lnTo>
                    <a:lnTo>
                      <a:pt x="127" y="839"/>
                    </a:lnTo>
                    <a:lnTo>
                      <a:pt x="252" y="965"/>
                    </a:lnTo>
                    <a:lnTo>
                      <a:pt x="462" y="1007"/>
                    </a:lnTo>
                    <a:lnTo>
                      <a:pt x="462" y="1007"/>
                    </a:lnTo>
                    <a:lnTo>
                      <a:pt x="3481" y="1258"/>
                    </a:lnTo>
                    <a:lnTo>
                      <a:pt x="3523" y="1258"/>
                    </a:lnTo>
                    <a:lnTo>
                      <a:pt x="3523" y="1258"/>
                    </a:lnTo>
                    <a:lnTo>
                      <a:pt x="3733" y="1216"/>
                    </a:lnTo>
                    <a:lnTo>
                      <a:pt x="3901" y="1132"/>
                    </a:lnTo>
                    <a:lnTo>
                      <a:pt x="3985" y="1007"/>
                    </a:lnTo>
                    <a:lnTo>
                      <a:pt x="4027" y="797"/>
                    </a:lnTo>
                    <a:lnTo>
                      <a:pt x="4027" y="797"/>
                    </a:lnTo>
                    <a:lnTo>
                      <a:pt x="4027" y="587"/>
                    </a:lnTo>
                    <a:lnTo>
                      <a:pt x="3943" y="420"/>
                    </a:lnTo>
                    <a:lnTo>
                      <a:pt x="3775" y="294"/>
                    </a:lnTo>
                    <a:lnTo>
                      <a:pt x="3565" y="252"/>
                    </a:lnTo>
                    <a:lnTo>
                      <a:pt x="3565" y="252"/>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431;p17">
                <a:extLst>
                  <a:ext uri="{FF2B5EF4-FFF2-40B4-BE49-F238E27FC236}">
                    <a16:creationId xmlns:a16="http://schemas.microsoft.com/office/drawing/2014/main" id="{2A05C003-849D-0F0D-3588-B50FF0585039}"/>
                  </a:ext>
                </a:extLst>
              </p:cNvPr>
              <p:cNvSpPr/>
              <p:nvPr/>
            </p:nvSpPr>
            <p:spPr>
              <a:xfrm>
                <a:off x="3500072" y="1375496"/>
                <a:ext cx="79050" cy="24459"/>
              </a:xfrm>
              <a:custGeom>
                <a:avLst/>
                <a:gdLst/>
                <a:ahLst/>
                <a:cxnLst/>
                <a:rect l="l" t="t" r="r" b="b"/>
                <a:pathLst>
                  <a:path w="4069" h="1259" fill="none" extrusionOk="0">
                    <a:moveTo>
                      <a:pt x="3565" y="0"/>
                    </a:moveTo>
                    <a:lnTo>
                      <a:pt x="3565" y="0"/>
                    </a:lnTo>
                    <a:lnTo>
                      <a:pt x="3523" y="0"/>
                    </a:lnTo>
                    <a:lnTo>
                      <a:pt x="3523" y="0"/>
                    </a:lnTo>
                    <a:lnTo>
                      <a:pt x="462" y="252"/>
                    </a:lnTo>
                    <a:lnTo>
                      <a:pt x="462" y="252"/>
                    </a:lnTo>
                    <a:lnTo>
                      <a:pt x="294" y="294"/>
                    </a:lnTo>
                    <a:lnTo>
                      <a:pt x="126" y="420"/>
                    </a:lnTo>
                    <a:lnTo>
                      <a:pt x="43" y="588"/>
                    </a:lnTo>
                    <a:lnTo>
                      <a:pt x="1" y="797"/>
                    </a:lnTo>
                    <a:lnTo>
                      <a:pt x="1" y="797"/>
                    </a:lnTo>
                    <a:lnTo>
                      <a:pt x="43" y="965"/>
                    </a:lnTo>
                    <a:lnTo>
                      <a:pt x="168" y="1133"/>
                    </a:lnTo>
                    <a:lnTo>
                      <a:pt x="336" y="1217"/>
                    </a:lnTo>
                    <a:lnTo>
                      <a:pt x="504" y="1258"/>
                    </a:lnTo>
                    <a:lnTo>
                      <a:pt x="546" y="1258"/>
                    </a:lnTo>
                    <a:lnTo>
                      <a:pt x="546" y="1258"/>
                    </a:lnTo>
                    <a:lnTo>
                      <a:pt x="3607" y="1049"/>
                    </a:lnTo>
                    <a:lnTo>
                      <a:pt x="3607" y="1049"/>
                    </a:lnTo>
                    <a:lnTo>
                      <a:pt x="3817" y="965"/>
                    </a:lnTo>
                    <a:lnTo>
                      <a:pt x="3943" y="839"/>
                    </a:lnTo>
                    <a:lnTo>
                      <a:pt x="4026" y="671"/>
                    </a:lnTo>
                    <a:lnTo>
                      <a:pt x="4068" y="462"/>
                    </a:lnTo>
                    <a:lnTo>
                      <a:pt x="4068" y="462"/>
                    </a:lnTo>
                    <a:lnTo>
                      <a:pt x="4026" y="294"/>
                    </a:lnTo>
                    <a:lnTo>
                      <a:pt x="3901"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432;p17">
                <a:extLst>
                  <a:ext uri="{FF2B5EF4-FFF2-40B4-BE49-F238E27FC236}">
                    <a16:creationId xmlns:a16="http://schemas.microsoft.com/office/drawing/2014/main" id="{0584F599-6A7F-E043-CF44-555B50D88860}"/>
                  </a:ext>
                </a:extLst>
              </p:cNvPr>
              <p:cNvSpPr/>
              <p:nvPr/>
            </p:nvSpPr>
            <p:spPr>
              <a:xfrm>
                <a:off x="1960324" y="1366540"/>
                <a:ext cx="78215" cy="25275"/>
              </a:xfrm>
              <a:custGeom>
                <a:avLst/>
                <a:gdLst/>
                <a:ahLst/>
                <a:cxnLst/>
                <a:rect l="l" t="t" r="r" b="b"/>
                <a:pathLst>
                  <a:path w="4026" h="1301" fill="none" extrusionOk="0">
                    <a:moveTo>
                      <a:pt x="503" y="0"/>
                    </a:moveTo>
                    <a:lnTo>
                      <a:pt x="503" y="0"/>
                    </a:lnTo>
                    <a:lnTo>
                      <a:pt x="336" y="42"/>
                    </a:lnTo>
                    <a:lnTo>
                      <a:pt x="168" y="126"/>
                    </a:lnTo>
                    <a:lnTo>
                      <a:pt x="42" y="252"/>
                    </a:lnTo>
                    <a:lnTo>
                      <a:pt x="0" y="461"/>
                    </a:lnTo>
                    <a:lnTo>
                      <a:pt x="0" y="461"/>
                    </a:lnTo>
                    <a:lnTo>
                      <a:pt x="0" y="671"/>
                    </a:lnTo>
                    <a:lnTo>
                      <a:pt x="126" y="839"/>
                    </a:lnTo>
                    <a:lnTo>
                      <a:pt x="252" y="965"/>
                    </a:lnTo>
                    <a:lnTo>
                      <a:pt x="461" y="1007"/>
                    </a:lnTo>
                    <a:lnTo>
                      <a:pt x="461" y="1007"/>
                    </a:lnTo>
                    <a:lnTo>
                      <a:pt x="3481" y="1300"/>
                    </a:lnTo>
                    <a:lnTo>
                      <a:pt x="3481" y="1300"/>
                    </a:lnTo>
                    <a:lnTo>
                      <a:pt x="3523" y="1300"/>
                    </a:lnTo>
                    <a:lnTo>
                      <a:pt x="3523" y="1300"/>
                    </a:lnTo>
                    <a:lnTo>
                      <a:pt x="3732" y="1300"/>
                    </a:lnTo>
                    <a:lnTo>
                      <a:pt x="3900" y="1174"/>
                    </a:lnTo>
                    <a:lnTo>
                      <a:pt x="3984" y="1049"/>
                    </a:lnTo>
                    <a:lnTo>
                      <a:pt x="4026" y="839"/>
                    </a:lnTo>
                    <a:lnTo>
                      <a:pt x="4026" y="839"/>
                    </a:lnTo>
                    <a:lnTo>
                      <a:pt x="4026" y="671"/>
                    </a:lnTo>
                    <a:lnTo>
                      <a:pt x="3942" y="503"/>
                    </a:lnTo>
                    <a:lnTo>
                      <a:pt x="3774" y="378"/>
                    </a:lnTo>
                    <a:lnTo>
                      <a:pt x="3607" y="294"/>
                    </a:lnTo>
                    <a:lnTo>
                      <a:pt x="3607" y="294"/>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433;p17">
                <a:extLst>
                  <a:ext uri="{FF2B5EF4-FFF2-40B4-BE49-F238E27FC236}">
                    <a16:creationId xmlns:a16="http://schemas.microsoft.com/office/drawing/2014/main" id="{F3FE1094-07CE-BB14-B6D1-F0AC0A7054B3}"/>
                  </a:ext>
                </a:extLst>
              </p:cNvPr>
              <p:cNvSpPr/>
              <p:nvPr/>
            </p:nvSpPr>
            <p:spPr>
              <a:xfrm>
                <a:off x="3618208" y="1365724"/>
                <a:ext cx="79050" cy="25275"/>
              </a:xfrm>
              <a:custGeom>
                <a:avLst/>
                <a:gdLst/>
                <a:ahLst/>
                <a:cxnLst/>
                <a:rect l="l" t="t" r="r" b="b"/>
                <a:pathLst>
                  <a:path w="4069" h="1301" fill="none" extrusionOk="0">
                    <a:moveTo>
                      <a:pt x="3565" y="0"/>
                    </a:moveTo>
                    <a:lnTo>
                      <a:pt x="3565" y="0"/>
                    </a:lnTo>
                    <a:lnTo>
                      <a:pt x="3523" y="0"/>
                    </a:lnTo>
                    <a:lnTo>
                      <a:pt x="3523" y="0"/>
                    </a:lnTo>
                    <a:lnTo>
                      <a:pt x="504" y="252"/>
                    </a:lnTo>
                    <a:lnTo>
                      <a:pt x="504" y="252"/>
                    </a:lnTo>
                    <a:lnTo>
                      <a:pt x="294" y="336"/>
                    </a:lnTo>
                    <a:lnTo>
                      <a:pt x="126" y="461"/>
                    </a:lnTo>
                    <a:lnTo>
                      <a:pt x="42" y="629"/>
                    </a:lnTo>
                    <a:lnTo>
                      <a:pt x="0" y="839"/>
                    </a:lnTo>
                    <a:lnTo>
                      <a:pt x="0" y="839"/>
                    </a:lnTo>
                    <a:lnTo>
                      <a:pt x="84" y="1007"/>
                    </a:lnTo>
                    <a:lnTo>
                      <a:pt x="168" y="1132"/>
                    </a:lnTo>
                    <a:lnTo>
                      <a:pt x="336" y="1258"/>
                    </a:lnTo>
                    <a:lnTo>
                      <a:pt x="545" y="1300"/>
                    </a:lnTo>
                    <a:lnTo>
                      <a:pt x="587" y="1300"/>
                    </a:lnTo>
                    <a:lnTo>
                      <a:pt x="587" y="1300"/>
                    </a:lnTo>
                    <a:lnTo>
                      <a:pt x="3607" y="1007"/>
                    </a:lnTo>
                    <a:lnTo>
                      <a:pt x="3607" y="1007"/>
                    </a:lnTo>
                    <a:lnTo>
                      <a:pt x="3816" y="965"/>
                    </a:lnTo>
                    <a:lnTo>
                      <a:pt x="3942" y="839"/>
                    </a:lnTo>
                    <a:lnTo>
                      <a:pt x="4068" y="671"/>
                    </a:lnTo>
                    <a:lnTo>
                      <a:pt x="4068" y="461"/>
                    </a:lnTo>
                    <a:lnTo>
                      <a:pt x="4068" y="461"/>
                    </a:lnTo>
                    <a:lnTo>
                      <a:pt x="4026" y="294"/>
                    </a:lnTo>
                    <a:lnTo>
                      <a:pt x="3900" y="126"/>
                    </a:lnTo>
                    <a:lnTo>
                      <a:pt x="3774"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434;p17">
                <a:extLst>
                  <a:ext uri="{FF2B5EF4-FFF2-40B4-BE49-F238E27FC236}">
                    <a16:creationId xmlns:a16="http://schemas.microsoft.com/office/drawing/2014/main" id="{6FD1800D-2D0D-4DF8-F3E2-8EFA379E6891}"/>
                  </a:ext>
                </a:extLst>
              </p:cNvPr>
              <p:cNvSpPr/>
              <p:nvPr/>
            </p:nvSpPr>
            <p:spPr>
              <a:xfrm>
                <a:off x="3737140" y="1355136"/>
                <a:ext cx="78235" cy="25275"/>
              </a:xfrm>
              <a:custGeom>
                <a:avLst/>
                <a:gdLst/>
                <a:ahLst/>
                <a:cxnLst/>
                <a:rect l="l" t="t" r="r" b="b"/>
                <a:pathLst>
                  <a:path w="4027" h="1301" fill="none" extrusionOk="0">
                    <a:moveTo>
                      <a:pt x="3523" y="0"/>
                    </a:moveTo>
                    <a:lnTo>
                      <a:pt x="3523" y="0"/>
                    </a:lnTo>
                    <a:lnTo>
                      <a:pt x="3482" y="0"/>
                    </a:lnTo>
                    <a:lnTo>
                      <a:pt x="3482" y="0"/>
                    </a:lnTo>
                    <a:lnTo>
                      <a:pt x="462" y="294"/>
                    </a:lnTo>
                    <a:lnTo>
                      <a:pt x="462" y="294"/>
                    </a:lnTo>
                    <a:lnTo>
                      <a:pt x="253" y="336"/>
                    </a:lnTo>
                    <a:lnTo>
                      <a:pt x="85" y="461"/>
                    </a:lnTo>
                    <a:lnTo>
                      <a:pt x="1" y="629"/>
                    </a:lnTo>
                    <a:lnTo>
                      <a:pt x="1" y="839"/>
                    </a:lnTo>
                    <a:lnTo>
                      <a:pt x="1" y="839"/>
                    </a:lnTo>
                    <a:lnTo>
                      <a:pt x="43" y="1006"/>
                    </a:lnTo>
                    <a:lnTo>
                      <a:pt x="169" y="1174"/>
                    </a:lnTo>
                    <a:lnTo>
                      <a:pt x="294" y="1258"/>
                    </a:lnTo>
                    <a:lnTo>
                      <a:pt x="504" y="1300"/>
                    </a:lnTo>
                    <a:lnTo>
                      <a:pt x="504" y="1300"/>
                    </a:lnTo>
                    <a:lnTo>
                      <a:pt x="546" y="1300"/>
                    </a:lnTo>
                    <a:lnTo>
                      <a:pt x="546" y="1300"/>
                    </a:lnTo>
                    <a:lnTo>
                      <a:pt x="3565" y="1006"/>
                    </a:lnTo>
                    <a:lnTo>
                      <a:pt x="3565" y="1006"/>
                    </a:lnTo>
                    <a:lnTo>
                      <a:pt x="3775" y="965"/>
                    </a:lnTo>
                    <a:lnTo>
                      <a:pt x="3943" y="839"/>
                    </a:lnTo>
                    <a:lnTo>
                      <a:pt x="4027" y="671"/>
                    </a:lnTo>
                    <a:lnTo>
                      <a:pt x="4027" y="461"/>
                    </a:lnTo>
                    <a:lnTo>
                      <a:pt x="4027" y="461"/>
                    </a:lnTo>
                    <a:lnTo>
                      <a:pt x="3985" y="294"/>
                    </a:lnTo>
                    <a:lnTo>
                      <a:pt x="3859" y="126"/>
                    </a:lnTo>
                    <a:lnTo>
                      <a:pt x="3733" y="42"/>
                    </a:lnTo>
                    <a:lnTo>
                      <a:pt x="352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435;p17">
                <a:extLst>
                  <a:ext uri="{FF2B5EF4-FFF2-40B4-BE49-F238E27FC236}">
                    <a16:creationId xmlns:a16="http://schemas.microsoft.com/office/drawing/2014/main" id="{07BC0FBD-21EE-27D5-6A23-9E7E37C3D05E}"/>
                  </a:ext>
                </a:extLst>
              </p:cNvPr>
              <p:cNvSpPr/>
              <p:nvPr/>
            </p:nvSpPr>
            <p:spPr>
              <a:xfrm>
                <a:off x="3855276" y="1343713"/>
                <a:ext cx="78235" cy="25275"/>
              </a:xfrm>
              <a:custGeom>
                <a:avLst/>
                <a:gdLst/>
                <a:ahLst/>
                <a:cxnLst/>
                <a:rect l="l" t="t" r="r" b="b"/>
                <a:pathLst>
                  <a:path w="4027" h="1301" fill="none" extrusionOk="0">
                    <a:moveTo>
                      <a:pt x="3523" y="1"/>
                    </a:moveTo>
                    <a:lnTo>
                      <a:pt x="3523" y="1"/>
                    </a:lnTo>
                    <a:lnTo>
                      <a:pt x="3481" y="1"/>
                    </a:lnTo>
                    <a:lnTo>
                      <a:pt x="3481" y="1"/>
                    </a:lnTo>
                    <a:lnTo>
                      <a:pt x="462" y="294"/>
                    </a:lnTo>
                    <a:lnTo>
                      <a:pt x="462" y="294"/>
                    </a:lnTo>
                    <a:lnTo>
                      <a:pt x="252" y="378"/>
                    </a:lnTo>
                    <a:lnTo>
                      <a:pt x="84" y="504"/>
                    </a:lnTo>
                    <a:lnTo>
                      <a:pt x="1" y="672"/>
                    </a:lnTo>
                    <a:lnTo>
                      <a:pt x="1" y="840"/>
                    </a:lnTo>
                    <a:lnTo>
                      <a:pt x="1" y="840"/>
                    </a:lnTo>
                    <a:lnTo>
                      <a:pt x="43" y="1049"/>
                    </a:lnTo>
                    <a:lnTo>
                      <a:pt x="168" y="1175"/>
                    </a:lnTo>
                    <a:lnTo>
                      <a:pt x="294" y="1301"/>
                    </a:lnTo>
                    <a:lnTo>
                      <a:pt x="504" y="1301"/>
                    </a:lnTo>
                    <a:lnTo>
                      <a:pt x="504" y="1301"/>
                    </a:lnTo>
                    <a:lnTo>
                      <a:pt x="546" y="1301"/>
                    </a:lnTo>
                    <a:lnTo>
                      <a:pt x="546" y="1301"/>
                    </a:lnTo>
                    <a:lnTo>
                      <a:pt x="3565" y="1007"/>
                    </a:lnTo>
                    <a:lnTo>
                      <a:pt x="3565" y="1007"/>
                    </a:lnTo>
                    <a:lnTo>
                      <a:pt x="3775" y="965"/>
                    </a:lnTo>
                    <a:lnTo>
                      <a:pt x="3943" y="840"/>
                    </a:lnTo>
                    <a:lnTo>
                      <a:pt x="4026" y="672"/>
                    </a:lnTo>
                    <a:lnTo>
                      <a:pt x="4026" y="462"/>
                    </a:lnTo>
                    <a:lnTo>
                      <a:pt x="4026" y="462"/>
                    </a:lnTo>
                    <a:lnTo>
                      <a:pt x="3984" y="294"/>
                    </a:lnTo>
                    <a:lnTo>
                      <a:pt x="3859"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436;p17">
                <a:extLst>
                  <a:ext uri="{FF2B5EF4-FFF2-40B4-BE49-F238E27FC236}">
                    <a16:creationId xmlns:a16="http://schemas.microsoft.com/office/drawing/2014/main" id="{A70A9839-BF7B-1002-9003-711C2927D22C}"/>
                  </a:ext>
                </a:extLst>
              </p:cNvPr>
              <p:cNvSpPr/>
              <p:nvPr/>
            </p:nvSpPr>
            <p:spPr>
              <a:xfrm>
                <a:off x="7256600" y="1333126"/>
                <a:ext cx="52163" cy="56243"/>
              </a:xfrm>
              <a:custGeom>
                <a:avLst/>
                <a:gdLst/>
                <a:ahLst/>
                <a:cxnLst/>
                <a:rect l="l" t="t" r="r" b="b"/>
                <a:pathLst>
                  <a:path w="2685" h="2895" fill="none" extrusionOk="0">
                    <a:moveTo>
                      <a:pt x="1594" y="1"/>
                    </a:moveTo>
                    <a:lnTo>
                      <a:pt x="1594" y="1"/>
                    </a:lnTo>
                    <a:lnTo>
                      <a:pt x="1384" y="43"/>
                    </a:lnTo>
                    <a:lnTo>
                      <a:pt x="1258" y="127"/>
                    </a:lnTo>
                    <a:lnTo>
                      <a:pt x="1132" y="252"/>
                    </a:lnTo>
                    <a:lnTo>
                      <a:pt x="1091" y="420"/>
                    </a:lnTo>
                    <a:lnTo>
                      <a:pt x="1091" y="420"/>
                    </a:lnTo>
                    <a:lnTo>
                      <a:pt x="1091" y="546"/>
                    </a:lnTo>
                    <a:lnTo>
                      <a:pt x="1091" y="672"/>
                    </a:lnTo>
                    <a:lnTo>
                      <a:pt x="1132" y="798"/>
                    </a:lnTo>
                    <a:lnTo>
                      <a:pt x="1216" y="881"/>
                    </a:lnTo>
                    <a:lnTo>
                      <a:pt x="1216" y="881"/>
                    </a:lnTo>
                    <a:lnTo>
                      <a:pt x="126" y="2056"/>
                    </a:lnTo>
                    <a:lnTo>
                      <a:pt x="126" y="2056"/>
                    </a:lnTo>
                    <a:lnTo>
                      <a:pt x="42" y="2223"/>
                    </a:lnTo>
                    <a:lnTo>
                      <a:pt x="0" y="2433"/>
                    </a:lnTo>
                    <a:lnTo>
                      <a:pt x="42" y="2601"/>
                    </a:lnTo>
                    <a:lnTo>
                      <a:pt x="168" y="2769"/>
                    </a:lnTo>
                    <a:lnTo>
                      <a:pt x="168" y="2769"/>
                    </a:lnTo>
                    <a:lnTo>
                      <a:pt x="336" y="2852"/>
                    </a:lnTo>
                    <a:lnTo>
                      <a:pt x="503" y="2894"/>
                    </a:lnTo>
                    <a:lnTo>
                      <a:pt x="503" y="2894"/>
                    </a:lnTo>
                    <a:lnTo>
                      <a:pt x="713" y="2852"/>
                    </a:lnTo>
                    <a:lnTo>
                      <a:pt x="881" y="2727"/>
                    </a:lnTo>
                    <a:lnTo>
                      <a:pt x="881" y="2727"/>
                    </a:lnTo>
                    <a:lnTo>
                      <a:pt x="2558" y="965"/>
                    </a:lnTo>
                    <a:lnTo>
                      <a:pt x="2558" y="965"/>
                    </a:lnTo>
                    <a:lnTo>
                      <a:pt x="2642" y="839"/>
                    </a:lnTo>
                    <a:lnTo>
                      <a:pt x="2684" y="714"/>
                    </a:lnTo>
                    <a:lnTo>
                      <a:pt x="2684" y="588"/>
                    </a:lnTo>
                    <a:lnTo>
                      <a:pt x="2684" y="462"/>
                    </a:lnTo>
                    <a:lnTo>
                      <a:pt x="2684" y="462"/>
                    </a:lnTo>
                    <a:lnTo>
                      <a:pt x="2600" y="336"/>
                    </a:lnTo>
                    <a:lnTo>
                      <a:pt x="2516" y="210"/>
                    </a:lnTo>
                    <a:lnTo>
                      <a:pt x="2391" y="169"/>
                    </a:lnTo>
                    <a:lnTo>
                      <a:pt x="2265" y="127"/>
                    </a:lnTo>
                    <a:lnTo>
                      <a:pt x="1678" y="1"/>
                    </a:lnTo>
                    <a:lnTo>
                      <a:pt x="1678" y="1"/>
                    </a:lnTo>
                    <a:lnTo>
                      <a:pt x="159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437;p17">
                <a:extLst>
                  <a:ext uri="{FF2B5EF4-FFF2-40B4-BE49-F238E27FC236}">
                    <a16:creationId xmlns:a16="http://schemas.microsoft.com/office/drawing/2014/main" id="{9C1C9376-BE2F-4815-3DAF-43166153611A}"/>
                  </a:ext>
                </a:extLst>
              </p:cNvPr>
              <p:cNvSpPr/>
              <p:nvPr/>
            </p:nvSpPr>
            <p:spPr>
              <a:xfrm>
                <a:off x="3973412" y="1331494"/>
                <a:ext cx="78235" cy="26091"/>
              </a:xfrm>
              <a:custGeom>
                <a:avLst/>
                <a:gdLst/>
                <a:ahLst/>
                <a:cxnLst/>
                <a:rect l="l" t="t" r="r" b="b"/>
                <a:pathLst>
                  <a:path w="4027" h="1343" fill="none" extrusionOk="0">
                    <a:moveTo>
                      <a:pt x="3523" y="1"/>
                    </a:moveTo>
                    <a:lnTo>
                      <a:pt x="3523" y="1"/>
                    </a:lnTo>
                    <a:lnTo>
                      <a:pt x="3481" y="1"/>
                    </a:lnTo>
                    <a:lnTo>
                      <a:pt x="3481" y="1"/>
                    </a:lnTo>
                    <a:lnTo>
                      <a:pt x="420" y="336"/>
                    </a:lnTo>
                    <a:lnTo>
                      <a:pt x="420" y="336"/>
                    </a:lnTo>
                    <a:lnTo>
                      <a:pt x="252" y="378"/>
                    </a:lnTo>
                    <a:lnTo>
                      <a:pt x="84" y="504"/>
                    </a:lnTo>
                    <a:lnTo>
                      <a:pt x="0" y="672"/>
                    </a:lnTo>
                    <a:lnTo>
                      <a:pt x="0" y="882"/>
                    </a:lnTo>
                    <a:lnTo>
                      <a:pt x="0" y="882"/>
                    </a:lnTo>
                    <a:lnTo>
                      <a:pt x="42" y="1049"/>
                    </a:lnTo>
                    <a:lnTo>
                      <a:pt x="168" y="1217"/>
                    </a:lnTo>
                    <a:lnTo>
                      <a:pt x="294" y="1301"/>
                    </a:lnTo>
                    <a:lnTo>
                      <a:pt x="503" y="1343"/>
                    </a:lnTo>
                    <a:lnTo>
                      <a:pt x="503" y="1343"/>
                    </a:lnTo>
                    <a:lnTo>
                      <a:pt x="545" y="1343"/>
                    </a:lnTo>
                    <a:lnTo>
                      <a:pt x="545" y="1343"/>
                    </a:lnTo>
                    <a:lnTo>
                      <a:pt x="3565" y="1007"/>
                    </a:lnTo>
                    <a:lnTo>
                      <a:pt x="3565" y="1007"/>
                    </a:lnTo>
                    <a:lnTo>
                      <a:pt x="3774" y="965"/>
                    </a:lnTo>
                    <a:lnTo>
                      <a:pt x="3942" y="840"/>
                    </a:lnTo>
                    <a:lnTo>
                      <a:pt x="4026" y="672"/>
                    </a:lnTo>
                    <a:lnTo>
                      <a:pt x="4026" y="462"/>
                    </a:lnTo>
                    <a:lnTo>
                      <a:pt x="4026" y="462"/>
                    </a:lnTo>
                    <a:lnTo>
                      <a:pt x="3984" y="294"/>
                    </a:lnTo>
                    <a:lnTo>
                      <a:pt x="3858"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438;p17">
                <a:extLst>
                  <a:ext uri="{FF2B5EF4-FFF2-40B4-BE49-F238E27FC236}">
                    <a16:creationId xmlns:a16="http://schemas.microsoft.com/office/drawing/2014/main" id="{777ECF6B-10CC-2FD5-2C31-92393C2C5AA8}"/>
                  </a:ext>
                </a:extLst>
              </p:cNvPr>
              <p:cNvSpPr/>
              <p:nvPr/>
            </p:nvSpPr>
            <p:spPr>
              <a:xfrm>
                <a:off x="4090712" y="1319274"/>
                <a:ext cx="79050" cy="26091"/>
              </a:xfrm>
              <a:custGeom>
                <a:avLst/>
                <a:gdLst/>
                <a:ahLst/>
                <a:cxnLst/>
                <a:rect l="l" t="t" r="r" b="b"/>
                <a:pathLst>
                  <a:path w="4069" h="1343" fill="none" extrusionOk="0">
                    <a:moveTo>
                      <a:pt x="3566" y="1"/>
                    </a:moveTo>
                    <a:lnTo>
                      <a:pt x="3566" y="1"/>
                    </a:lnTo>
                    <a:lnTo>
                      <a:pt x="3524" y="1"/>
                    </a:lnTo>
                    <a:lnTo>
                      <a:pt x="462" y="336"/>
                    </a:lnTo>
                    <a:lnTo>
                      <a:pt x="462" y="336"/>
                    </a:lnTo>
                    <a:lnTo>
                      <a:pt x="295" y="378"/>
                    </a:lnTo>
                    <a:lnTo>
                      <a:pt x="127" y="504"/>
                    </a:lnTo>
                    <a:lnTo>
                      <a:pt x="43" y="672"/>
                    </a:lnTo>
                    <a:lnTo>
                      <a:pt x="1" y="882"/>
                    </a:lnTo>
                    <a:lnTo>
                      <a:pt x="1" y="882"/>
                    </a:lnTo>
                    <a:lnTo>
                      <a:pt x="85" y="1049"/>
                    </a:lnTo>
                    <a:lnTo>
                      <a:pt x="169" y="1217"/>
                    </a:lnTo>
                    <a:lnTo>
                      <a:pt x="336" y="1301"/>
                    </a:lnTo>
                    <a:lnTo>
                      <a:pt x="546" y="1343"/>
                    </a:lnTo>
                    <a:lnTo>
                      <a:pt x="546" y="1343"/>
                    </a:lnTo>
                    <a:lnTo>
                      <a:pt x="588" y="1343"/>
                    </a:lnTo>
                    <a:lnTo>
                      <a:pt x="3607" y="1007"/>
                    </a:lnTo>
                    <a:lnTo>
                      <a:pt x="3607" y="1007"/>
                    </a:lnTo>
                    <a:lnTo>
                      <a:pt x="3817" y="965"/>
                    </a:lnTo>
                    <a:lnTo>
                      <a:pt x="3943" y="840"/>
                    </a:lnTo>
                    <a:lnTo>
                      <a:pt x="4069" y="672"/>
                    </a:lnTo>
                    <a:lnTo>
                      <a:pt x="4069" y="462"/>
                    </a:lnTo>
                    <a:lnTo>
                      <a:pt x="4069" y="462"/>
                    </a:lnTo>
                    <a:lnTo>
                      <a:pt x="4027" y="294"/>
                    </a:lnTo>
                    <a:lnTo>
                      <a:pt x="3901" y="127"/>
                    </a:lnTo>
                    <a:lnTo>
                      <a:pt x="3733" y="43"/>
                    </a:lnTo>
                    <a:lnTo>
                      <a:pt x="3566"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439;p17">
                <a:extLst>
                  <a:ext uri="{FF2B5EF4-FFF2-40B4-BE49-F238E27FC236}">
                    <a16:creationId xmlns:a16="http://schemas.microsoft.com/office/drawing/2014/main" id="{0FA256F4-0688-FFEE-0E76-E4058B6F0044}"/>
                  </a:ext>
                </a:extLst>
              </p:cNvPr>
              <p:cNvSpPr/>
              <p:nvPr/>
            </p:nvSpPr>
            <p:spPr>
              <a:xfrm>
                <a:off x="7160456" y="1314398"/>
                <a:ext cx="78235" cy="28520"/>
              </a:xfrm>
              <a:custGeom>
                <a:avLst/>
                <a:gdLst/>
                <a:ahLst/>
                <a:cxnLst/>
                <a:rect l="l" t="t" r="r" b="b"/>
                <a:pathLst>
                  <a:path w="4027" h="1468" fill="none" extrusionOk="0">
                    <a:moveTo>
                      <a:pt x="504" y="0"/>
                    </a:moveTo>
                    <a:lnTo>
                      <a:pt x="504" y="0"/>
                    </a:lnTo>
                    <a:lnTo>
                      <a:pt x="336" y="42"/>
                    </a:lnTo>
                    <a:lnTo>
                      <a:pt x="169" y="126"/>
                    </a:lnTo>
                    <a:lnTo>
                      <a:pt x="85" y="252"/>
                    </a:lnTo>
                    <a:lnTo>
                      <a:pt x="1" y="420"/>
                    </a:lnTo>
                    <a:lnTo>
                      <a:pt x="1" y="420"/>
                    </a:lnTo>
                    <a:lnTo>
                      <a:pt x="1" y="629"/>
                    </a:lnTo>
                    <a:lnTo>
                      <a:pt x="85" y="797"/>
                    </a:lnTo>
                    <a:lnTo>
                      <a:pt x="252" y="923"/>
                    </a:lnTo>
                    <a:lnTo>
                      <a:pt x="420" y="1007"/>
                    </a:lnTo>
                    <a:lnTo>
                      <a:pt x="420" y="1007"/>
                    </a:lnTo>
                    <a:lnTo>
                      <a:pt x="3440" y="1468"/>
                    </a:lnTo>
                    <a:lnTo>
                      <a:pt x="3440" y="1468"/>
                    </a:lnTo>
                    <a:lnTo>
                      <a:pt x="3523" y="1468"/>
                    </a:lnTo>
                    <a:lnTo>
                      <a:pt x="3523" y="1468"/>
                    </a:lnTo>
                    <a:lnTo>
                      <a:pt x="3691" y="1468"/>
                    </a:lnTo>
                    <a:lnTo>
                      <a:pt x="3859" y="1384"/>
                    </a:lnTo>
                    <a:lnTo>
                      <a:pt x="3943" y="1216"/>
                    </a:lnTo>
                    <a:lnTo>
                      <a:pt x="4027" y="1049"/>
                    </a:lnTo>
                    <a:lnTo>
                      <a:pt x="4027" y="1049"/>
                    </a:lnTo>
                    <a:lnTo>
                      <a:pt x="4027" y="839"/>
                    </a:lnTo>
                    <a:lnTo>
                      <a:pt x="3943" y="671"/>
                    </a:lnTo>
                    <a:lnTo>
                      <a:pt x="3775" y="545"/>
                    </a:lnTo>
                    <a:lnTo>
                      <a:pt x="3607" y="462"/>
                    </a:lnTo>
                    <a:lnTo>
                      <a:pt x="3607" y="462"/>
                    </a:lnTo>
                    <a:lnTo>
                      <a:pt x="588" y="0"/>
                    </a:lnTo>
                    <a:lnTo>
                      <a:pt x="588"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440;p17">
                <a:extLst>
                  <a:ext uri="{FF2B5EF4-FFF2-40B4-BE49-F238E27FC236}">
                    <a16:creationId xmlns:a16="http://schemas.microsoft.com/office/drawing/2014/main" id="{99069546-FB6D-D140-37F4-9B72F3F610C9}"/>
                  </a:ext>
                </a:extLst>
              </p:cNvPr>
              <p:cNvSpPr/>
              <p:nvPr/>
            </p:nvSpPr>
            <p:spPr>
              <a:xfrm>
                <a:off x="4208848" y="1307054"/>
                <a:ext cx="79050" cy="26091"/>
              </a:xfrm>
              <a:custGeom>
                <a:avLst/>
                <a:gdLst/>
                <a:ahLst/>
                <a:cxnLst/>
                <a:rect l="l" t="t" r="r" b="b"/>
                <a:pathLst>
                  <a:path w="4069" h="1343" fill="none" extrusionOk="0">
                    <a:moveTo>
                      <a:pt x="3565" y="1"/>
                    </a:moveTo>
                    <a:lnTo>
                      <a:pt x="3565" y="1"/>
                    </a:lnTo>
                    <a:lnTo>
                      <a:pt x="3481" y="1"/>
                    </a:lnTo>
                    <a:lnTo>
                      <a:pt x="462" y="336"/>
                    </a:lnTo>
                    <a:lnTo>
                      <a:pt x="462" y="336"/>
                    </a:lnTo>
                    <a:lnTo>
                      <a:pt x="252" y="378"/>
                    </a:lnTo>
                    <a:lnTo>
                      <a:pt x="126" y="504"/>
                    </a:lnTo>
                    <a:lnTo>
                      <a:pt x="43" y="672"/>
                    </a:lnTo>
                    <a:lnTo>
                      <a:pt x="1" y="881"/>
                    </a:lnTo>
                    <a:lnTo>
                      <a:pt x="1" y="881"/>
                    </a:lnTo>
                    <a:lnTo>
                      <a:pt x="85" y="1049"/>
                    </a:lnTo>
                    <a:lnTo>
                      <a:pt x="168" y="1217"/>
                    </a:lnTo>
                    <a:lnTo>
                      <a:pt x="336" y="1301"/>
                    </a:lnTo>
                    <a:lnTo>
                      <a:pt x="504" y="1343"/>
                    </a:lnTo>
                    <a:lnTo>
                      <a:pt x="504" y="1343"/>
                    </a:lnTo>
                    <a:lnTo>
                      <a:pt x="588" y="1343"/>
                    </a:lnTo>
                    <a:lnTo>
                      <a:pt x="3607" y="1007"/>
                    </a:lnTo>
                    <a:lnTo>
                      <a:pt x="3607" y="1007"/>
                    </a:lnTo>
                    <a:lnTo>
                      <a:pt x="3817" y="923"/>
                    </a:lnTo>
                    <a:lnTo>
                      <a:pt x="3943" y="840"/>
                    </a:lnTo>
                    <a:lnTo>
                      <a:pt x="4027" y="630"/>
                    </a:lnTo>
                    <a:lnTo>
                      <a:pt x="4068" y="462"/>
                    </a:lnTo>
                    <a:lnTo>
                      <a:pt x="4068" y="462"/>
                    </a:lnTo>
                    <a:lnTo>
                      <a:pt x="3985" y="252"/>
                    </a:lnTo>
                    <a:lnTo>
                      <a:pt x="3901" y="127"/>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441;p17">
                <a:extLst>
                  <a:ext uri="{FF2B5EF4-FFF2-40B4-BE49-F238E27FC236}">
                    <a16:creationId xmlns:a16="http://schemas.microsoft.com/office/drawing/2014/main" id="{6B0DF8A0-D64A-D992-BEFE-0EFA6744A710}"/>
                  </a:ext>
                </a:extLst>
              </p:cNvPr>
              <p:cNvSpPr/>
              <p:nvPr/>
            </p:nvSpPr>
            <p:spPr>
              <a:xfrm>
                <a:off x="7043155" y="1296467"/>
                <a:ext cx="78215" cy="28539"/>
              </a:xfrm>
              <a:custGeom>
                <a:avLst/>
                <a:gdLst/>
                <a:ahLst/>
                <a:cxnLst/>
                <a:rect l="l" t="t" r="r" b="b"/>
                <a:pathLst>
                  <a:path w="4026" h="1469" fill="none" extrusionOk="0">
                    <a:moveTo>
                      <a:pt x="503" y="1"/>
                    </a:moveTo>
                    <a:lnTo>
                      <a:pt x="503" y="1"/>
                    </a:lnTo>
                    <a:lnTo>
                      <a:pt x="336" y="43"/>
                    </a:lnTo>
                    <a:lnTo>
                      <a:pt x="168" y="126"/>
                    </a:lnTo>
                    <a:lnTo>
                      <a:pt x="84" y="252"/>
                    </a:lnTo>
                    <a:lnTo>
                      <a:pt x="0" y="462"/>
                    </a:lnTo>
                    <a:lnTo>
                      <a:pt x="0" y="462"/>
                    </a:lnTo>
                    <a:lnTo>
                      <a:pt x="42" y="630"/>
                    </a:lnTo>
                    <a:lnTo>
                      <a:pt x="126" y="839"/>
                    </a:lnTo>
                    <a:lnTo>
                      <a:pt x="252" y="965"/>
                    </a:lnTo>
                    <a:lnTo>
                      <a:pt x="461" y="1007"/>
                    </a:lnTo>
                    <a:lnTo>
                      <a:pt x="461" y="1007"/>
                    </a:lnTo>
                    <a:lnTo>
                      <a:pt x="3439" y="1468"/>
                    </a:lnTo>
                    <a:lnTo>
                      <a:pt x="3439" y="1468"/>
                    </a:lnTo>
                    <a:lnTo>
                      <a:pt x="3523" y="1468"/>
                    </a:lnTo>
                    <a:lnTo>
                      <a:pt x="3523" y="1468"/>
                    </a:lnTo>
                    <a:lnTo>
                      <a:pt x="3732" y="1426"/>
                    </a:lnTo>
                    <a:lnTo>
                      <a:pt x="3858" y="1343"/>
                    </a:lnTo>
                    <a:lnTo>
                      <a:pt x="3984" y="1217"/>
                    </a:lnTo>
                    <a:lnTo>
                      <a:pt x="4026" y="1049"/>
                    </a:lnTo>
                    <a:lnTo>
                      <a:pt x="4026" y="1049"/>
                    </a:lnTo>
                    <a:lnTo>
                      <a:pt x="4026" y="839"/>
                    </a:lnTo>
                    <a:lnTo>
                      <a:pt x="3942" y="672"/>
                    </a:lnTo>
                    <a:lnTo>
                      <a:pt x="3816" y="546"/>
                    </a:lnTo>
                    <a:lnTo>
                      <a:pt x="3607" y="462"/>
                    </a:lnTo>
                    <a:lnTo>
                      <a:pt x="3607" y="462"/>
                    </a:lnTo>
                    <a:lnTo>
                      <a:pt x="587" y="1"/>
                    </a:lnTo>
                    <a:lnTo>
                      <a:pt x="587" y="1"/>
                    </a:lnTo>
                    <a:lnTo>
                      <a:pt x="50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442;p17">
                <a:extLst>
                  <a:ext uri="{FF2B5EF4-FFF2-40B4-BE49-F238E27FC236}">
                    <a16:creationId xmlns:a16="http://schemas.microsoft.com/office/drawing/2014/main" id="{3E230AD1-923E-13B2-640E-86F5DD3E63DD}"/>
                  </a:ext>
                </a:extLst>
              </p:cNvPr>
              <p:cNvSpPr/>
              <p:nvPr/>
            </p:nvSpPr>
            <p:spPr>
              <a:xfrm>
                <a:off x="4326984" y="1294019"/>
                <a:ext cx="78235" cy="26091"/>
              </a:xfrm>
              <a:custGeom>
                <a:avLst/>
                <a:gdLst/>
                <a:ahLst/>
                <a:cxnLst/>
                <a:rect l="l" t="t" r="r" b="b"/>
                <a:pathLst>
                  <a:path w="4027" h="1343" fill="none" extrusionOk="0">
                    <a:moveTo>
                      <a:pt x="3523" y="1"/>
                    </a:moveTo>
                    <a:lnTo>
                      <a:pt x="3523" y="1"/>
                    </a:lnTo>
                    <a:lnTo>
                      <a:pt x="3481" y="1"/>
                    </a:lnTo>
                    <a:lnTo>
                      <a:pt x="462" y="336"/>
                    </a:lnTo>
                    <a:lnTo>
                      <a:pt x="462" y="336"/>
                    </a:lnTo>
                    <a:lnTo>
                      <a:pt x="252" y="420"/>
                    </a:lnTo>
                    <a:lnTo>
                      <a:pt x="126" y="546"/>
                    </a:lnTo>
                    <a:lnTo>
                      <a:pt x="0" y="714"/>
                    </a:lnTo>
                    <a:lnTo>
                      <a:pt x="0" y="882"/>
                    </a:lnTo>
                    <a:lnTo>
                      <a:pt x="0" y="882"/>
                    </a:lnTo>
                    <a:lnTo>
                      <a:pt x="42" y="1091"/>
                    </a:lnTo>
                    <a:lnTo>
                      <a:pt x="168" y="1217"/>
                    </a:lnTo>
                    <a:lnTo>
                      <a:pt x="336" y="1343"/>
                    </a:lnTo>
                    <a:lnTo>
                      <a:pt x="504" y="1343"/>
                    </a:lnTo>
                    <a:lnTo>
                      <a:pt x="504" y="1343"/>
                    </a:lnTo>
                    <a:lnTo>
                      <a:pt x="546" y="1343"/>
                    </a:lnTo>
                    <a:lnTo>
                      <a:pt x="3607" y="1049"/>
                    </a:lnTo>
                    <a:lnTo>
                      <a:pt x="3607" y="1049"/>
                    </a:lnTo>
                    <a:lnTo>
                      <a:pt x="3775" y="965"/>
                    </a:lnTo>
                    <a:lnTo>
                      <a:pt x="3942" y="840"/>
                    </a:lnTo>
                    <a:lnTo>
                      <a:pt x="4026" y="672"/>
                    </a:lnTo>
                    <a:lnTo>
                      <a:pt x="4026" y="462"/>
                    </a:lnTo>
                    <a:lnTo>
                      <a:pt x="4026" y="462"/>
                    </a:lnTo>
                    <a:lnTo>
                      <a:pt x="3984" y="294"/>
                    </a:lnTo>
                    <a:lnTo>
                      <a:pt x="3858" y="169"/>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443;p17">
                <a:extLst>
                  <a:ext uri="{FF2B5EF4-FFF2-40B4-BE49-F238E27FC236}">
                    <a16:creationId xmlns:a16="http://schemas.microsoft.com/office/drawing/2014/main" id="{76D1E168-5DC8-95F5-09BA-401D4C9D9BA7}"/>
                  </a:ext>
                </a:extLst>
              </p:cNvPr>
              <p:cNvSpPr/>
              <p:nvPr/>
            </p:nvSpPr>
            <p:spPr>
              <a:xfrm>
                <a:off x="4444304" y="1281799"/>
                <a:ext cx="79031" cy="26091"/>
              </a:xfrm>
              <a:custGeom>
                <a:avLst/>
                <a:gdLst/>
                <a:ahLst/>
                <a:cxnLst/>
                <a:rect l="l" t="t" r="r" b="b"/>
                <a:pathLst>
                  <a:path w="4068" h="1343" fill="none" extrusionOk="0">
                    <a:moveTo>
                      <a:pt x="3565" y="1"/>
                    </a:moveTo>
                    <a:lnTo>
                      <a:pt x="3565" y="1"/>
                    </a:lnTo>
                    <a:lnTo>
                      <a:pt x="3523" y="1"/>
                    </a:lnTo>
                    <a:lnTo>
                      <a:pt x="3523" y="1"/>
                    </a:lnTo>
                    <a:lnTo>
                      <a:pt x="461" y="336"/>
                    </a:lnTo>
                    <a:lnTo>
                      <a:pt x="461" y="336"/>
                    </a:lnTo>
                    <a:lnTo>
                      <a:pt x="294" y="378"/>
                    </a:lnTo>
                    <a:lnTo>
                      <a:pt x="126" y="504"/>
                    </a:lnTo>
                    <a:lnTo>
                      <a:pt x="42" y="672"/>
                    </a:lnTo>
                    <a:lnTo>
                      <a:pt x="0" y="881"/>
                    </a:lnTo>
                    <a:lnTo>
                      <a:pt x="0" y="881"/>
                    </a:lnTo>
                    <a:lnTo>
                      <a:pt x="84" y="1091"/>
                    </a:lnTo>
                    <a:lnTo>
                      <a:pt x="168" y="1217"/>
                    </a:lnTo>
                    <a:lnTo>
                      <a:pt x="336" y="1301"/>
                    </a:lnTo>
                    <a:lnTo>
                      <a:pt x="545" y="1343"/>
                    </a:lnTo>
                    <a:lnTo>
                      <a:pt x="545" y="1343"/>
                    </a:lnTo>
                    <a:lnTo>
                      <a:pt x="587" y="1343"/>
                    </a:lnTo>
                    <a:lnTo>
                      <a:pt x="587" y="1343"/>
                    </a:lnTo>
                    <a:lnTo>
                      <a:pt x="3607" y="1049"/>
                    </a:lnTo>
                    <a:lnTo>
                      <a:pt x="3607" y="1049"/>
                    </a:lnTo>
                    <a:lnTo>
                      <a:pt x="3816" y="965"/>
                    </a:lnTo>
                    <a:lnTo>
                      <a:pt x="3942" y="840"/>
                    </a:lnTo>
                    <a:lnTo>
                      <a:pt x="4026" y="672"/>
                    </a:lnTo>
                    <a:lnTo>
                      <a:pt x="4068" y="462"/>
                    </a:lnTo>
                    <a:lnTo>
                      <a:pt x="4068" y="462"/>
                    </a:lnTo>
                    <a:lnTo>
                      <a:pt x="4026" y="294"/>
                    </a:lnTo>
                    <a:lnTo>
                      <a:pt x="3900" y="127"/>
                    </a:lnTo>
                    <a:lnTo>
                      <a:pt x="3732"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444;p17">
                <a:extLst>
                  <a:ext uri="{FF2B5EF4-FFF2-40B4-BE49-F238E27FC236}">
                    <a16:creationId xmlns:a16="http://schemas.microsoft.com/office/drawing/2014/main" id="{C922282B-B0AD-E4AB-F2A5-845E8023F6C0}"/>
                  </a:ext>
                </a:extLst>
              </p:cNvPr>
              <p:cNvSpPr/>
              <p:nvPr/>
            </p:nvSpPr>
            <p:spPr>
              <a:xfrm>
                <a:off x="6925836" y="1280167"/>
                <a:ext cx="78235" cy="27723"/>
              </a:xfrm>
              <a:custGeom>
                <a:avLst/>
                <a:gdLst/>
                <a:ahLst/>
                <a:cxnLst/>
                <a:rect l="l" t="t" r="r" b="b"/>
                <a:pathLst>
                  <a:path w="4027" h="1427" fill="none" extrusionOk="0">
                    <a:moveTo>
                      <a:pt x="504" y="1"/>
                    </a:moveTo>
                    <a:lnTo>
                      <a:pt x="504" y="1"/>
                    </a:lnTo>
                    <a:lnTo>
                      <a:pt x="336" y="43"/>
                    </a:lnTo>
                    <a:lnTo>
                      <a:pt x="168" y="127"/>
                    </a:lnTo>
                    <a:lnTo>
                      <a:pt x="84" y="295"/>
                    </a:lnTo>
                    <a:lnTo>
                      <a:pt x="0" y="462"/>
                    </a:lnTo>
                    <a:lnTo>
                      <a:pt x="0" y="462"/>
                    </a:lnTo>
                    <a:lnTo>
                      <a:pt x="42" y="672"/>
                    </a:lnTo>
                    <a:lnTo>
                      <a:pt x="126" y="840"/>
                    </a:lnTo>
                    <a:lnTo>
                      <a:pt x="252" y="965"/>
                    </a:lnTo>
                    <a:lnTo>
                      <a:pt x="462" y="1049"/>
                    </a:lnTo>
                    <a:lnTo>
                      <a:pt x="462" y="1049"/>
                    </a:lnTo>
                    <a:lnTo>
                      <a:pt x="3481" y="1427"/>
                    </a:lnTo>
                    <a:lnTo>
                      <a:pt x="3481" y="1427"/>
                    </a:lnTo>
                    <a:lnTo>
                      <a:pt x="3523" y="1427"/>
                    </a:lnTo>
                    <a:lnTo>
                      <a:pt x="3523" y="1427"/>
                    </a:lnTo>
                    <a:lnTo>
                      <a:pt x="3733" y="1427"/>
                    </a:lnTo>
                    <a:lnTo>
                      <a:pt x="3858" y="1301"/>
                    </a:lnTo>
                    <a:lnTo>
                      <a:pt x="3984" y="1175"/>
                    </a:lnTo>
                    <a:lnTo>
                      <a:pt x="4026" y="1007"/>
                    </a:lnTo>
                    <a:lnTo>
                      <a:pt x="4026" y="1007"/>
                    </a:lnTo>
                    <a:lnTo>
                      <a:pt x="4026" y="798"/>
                    </a:lnTo>
                    <a:lnTo>
                      <a:pt x="3942" y="630"/>
                    </a:lnTo>
                    <a:lnTo>
                      <a:pt x="3816" y="504"/>
                    </a:lnTo>
                    <a:lnTo>
                      <a:pt x="3607" y="420"/>
                    </a:lnTo>
                    <a:lnTo>
                      <a:pt x="3607" y="420"/>
                    </a:lnTo>
                    <a:lnTo>
                      <a:pt x="587" y="43"/>
                    </a:lnTo>
                    <a:lnTo>
                      <a:pt x="587" y="43"/>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445;p17">
                <a:extLst>
                  <a:ext uri="{FF2B5EF4-FFF2-40B4-BE49-F238E27FC236}">
                    <a16:creationId xmlns:a16="http://schemas.microsoft.com/office/drawing/2014/main" id="{BBB3C5D2-2391-02E0-B729-19CFB23A4E12}"/>
                  </a:ext>
                </a:extLst>
              </p:cNvPr>
              <p:cNvSpPr/>
              <p:nvPr/>
            </p:nvSpPr>
            <p:spPr>
              <a:xfrm>
                <a:off x="4562420" y="1270395"/>
                <a:ext cx="79050" cy="25275"/>
              </a:xfrm>
              <a:custGeom>
                <a:avLst/>
                <a:gdLst/>
                <a:ahLst/>
                <a:cxnLst/>
                <a:rect l="l" t="t" r="r" b="b"/>
                <a:pathLst>
                  <a:path w="4069" h="1301" fill="none" extrusionOk="0">
                    <a:moveTo>
                      <a:pt x="3523" y="1"/>
                    </a:moveTo>
                    <a:lnTo>
                      <a:pt x="3523" y="1"/>
                    </a:lnTo>
                    <a:lnTo>
                      <a:pt x="3481" y="1"/>
                    </a:lnTo>
                    <a:lnTo>
                      <a:pt x="3481" y="1"/>
                    </a:lnTo>
                    <a:lnTo>
                      <a:pt x="462" y="294"/>
                    </a:lnTo>
                    <a:lnTo>
                      <a:pt x="462" y="294"/>
                    </a:lnTo>
                    <a:lnTo>
                      <a:pt x="252" y="336"/>
                    </a:lnTo>
                    <a:lnTo>
                      <a:pt x="127" y="462"/>
                    </a:lnTo>
                    <a:lnTo>
                      <a:pt x="43" y="672"/>
                    </a:lnTo>
                    <a:lnTo>
                      <a:pt x="1" y="839"/>
                    </a:lnTo>
                    <a:lnTo>
                      <a:pt x="1" y="839"/>
                    </a:lnTo>
                    <a:lnTo>
                      <a:pt x="43" y="1049"/>
                    </a:lnTo>
                    <a:lnTo>
                      <a:pt x="169" y="1175"/>
                    </a:lnTo>
                    <a:lnTo>
                      <a:pt x="336" y="1259"/>
                    </a:lnTo>
                    <a:lnTo>
                      <a:pt x="504" y="1301"/>
                    </a:lnTo>
                    <a:lnTo>
                      <a:pt x="504" y="1301"/>
                    </a:lnTo>
                    <a:lnTo>
                      <a:pt x="546" y="1301"/>
                    </a:lnTo>
                    <a:lnTo>
                      <a:pt x="546" y="1301"/>
                    </a:lnTo>
                    <a:lnTo>
                      <a:pt x="3607" y="1007"/>
                    </a:lnTo>
                    <a:lnTo>
                      <a:pt x="3607" y="1007"/>
                    </a:lnTo>
                    <a:lnTo>
                      <a:pt x="3775" y="965"/>
                    </a:lnTo>
                    <a:lnTo>
                      <a:pt x="3943" y="839"/>
                    </a:lnTo>
                    <a:lnTo>
                      <a:pt x="4027" y="672"/>
                    </a:lnTo>
                    <a:lnTo>
                      <a:pt x="4069" y="462"/>
                    </a:lnTo>
                    <a:lnTo>
                      <a:pt x="4069" y="462"/>
                    </a:lnTo>
                    <a:lnTo>
                      <a:pt x="3985" y="252"/>
                    </a:lnTo>
                    <a:lnTo>
                      <a:pt x="3901" y="127"/>
                    </a:lnTo>
                    <a:lnTo>
                      <a:pt x="3733"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446;p17">
                <a:extLst>
                  <a:ext uri="{FF2B5EF4-FFF2-40B4-BE49-F238E27FC236}">
                    <a16:creationId xmlns:a16="http://schemas.microsoft.com/office/drawing/2014/main" id="{92EA65BB-B2CA-7D5A-C619-3ABEC4E0D44B}"/>
                  </a:ext>
                </a:extLst>
              </p:cNvPr>
              <p:cNvSpPr/>
              <p:nvPr/>
            </p:nvSpPr>
            <p:spPr>
              <a:xfrm>
                <a:off x="6808516" y="1266335"/>
                <a:ext cx="78235" cy="26888"/>
              </a:xfrm>
              <a:custGeom>
                <a:avLst/>
                <a:gdLst/>
                <a:ahLst/>
                <a:cxnLst/>
                <a:rect l="l" t="t" r="r" b="b"/>
                <a:pathLst>
                  <a:path w="4027" h="1384" fill="none" extrusionOk="0">
                    <a:moveTo>
                      <a:pt x="504" y="0"/>
                    </a:moveTo>
                    <a:lnTo>
                      <a:pt x="504" y="0"/>
                    </a:lnTo>
                    <a:lnTo>
                      <a:pt x="336" y="0"/>
                    </a:lnTo>
                    <a:lnTo>
                      <a:pt x="168" y="126"/>
                    </a:lnTo>
                    <a:lnTo>
                      <a:pt x="43" y="252"/>
                    </a:lnTo>
                    <a:lnTo>
                      <a:pt x="1" y="419"/>
                    </a:lnTo>
                    <a:lnTo>
                      <a:pt x="1" y="419"/>
                    </a:lnTo>
                    <a:lnTo>
                      <a:pt x="1" y="629"/>
                    </a:lnTo>
                    <a:lnTo>
                      <a:pt x="126" y="797"/>
                    </a:lnTo>
                    <a:lnTo>
                      <a:pt x="252" y="923"/>
                    </a:lnTo>
                    <a:lnTo>
                      <a:pt x="462" y="1007"/>
                    </a:lnTo>
                    <a:lnTo>
                      <a:pt x="462" y="1007"/>
                    </a:lnTo>
                    <a:lnTo>
                      <a:pt x="3481" y="1342"/>
                    </a:lnTo>
                    <a:lnTo>
                      <a:pt x="3481" y="1342"/>
                    </a:lnTo>
                    <a:lnTo>
                      <a:pt x="3523" y="1384"/>
                    </a:lnTo>
                    <a:lnTo>
                      <a:pt x="3523" y="1384"/>
                    </a:lnTo>
                    <a:lnTo>
                      <a:pt x="3733" y="1342"/>
                    </a:lnTo>
                    <a:lnTo>
                      <a:pt x="3859" y="1258"/>
                    </a:lnTo>
                    <a:lnTo>
                      <a:pt x="3984" y="1090"/>
                    </a:lnTo>
                    <a:lnTo>
                      <a:pt x="4026" y="923"/>
                    </a:lnTo>
                    <a:lnTo>
                      <a:pt x="4026" y="923"/>
                    </a:lnTo>
                    <a:lnTo>
                      <a:pt x="4026" y="713"/>
                    </a:lnTo>
                    <a:lnTo>
                      <a:pt x="3943" y="545"/>
                    </a:lnTo>
                    <a:lnTo>
                      <a:pt x="3775" y="419"/>
                    </a:lnTo>
                    <a:lnTo>
                      <a:pt x="3607" y="336"/>
                    </a:lnTo>
                    <a:lnTo>
                      <a:pt x="3607" y="336"/>
                    </a:lnTo>
                    <a:lnTo>
                      <a:pt x="588" y="0"/>
                    </a:lnTo>
                    <a:lnTo>
                      <a:pt x="588"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447;p17">
                <a:extLst>
                  <a:ext uri="{FF2B5EF4-FFF2-40B4-BE49-F238E27FC236}">
                    <a16:creationId xmlns:a16="http://schemas.microsoft.com/office/drawing/2014/main" id="{6D2605F2-5133-B40F-6452-454726F3AB12}"/>
                  </a:ext>
                </a:extLst>
              </p:cNvPr>
              <p:cNvSpPr/>
              <p:nvPr/>
            </p:nvSpPr>
            <p:spPr>
              <a:xfrm>
                <a:off x="4680556" y="1258992"/>
                <a:ext cx="78235" cy="25275"/>
              </a:xfrm>
              <a:custGeom>
                <a:avLst/>
                <a:gdLst/>
                <a:ahLst/>
                <a:cxnLst/>
                <a:rect l="l" t="t" r="r" b="b"/>
                <a:pathLst>
                  <a:path w="4027" h="1301" fill="none" extrusionOk="0">
                    <a:moveTo>
                      <a:pt x="3523" y="1"/>
                    </a:moveTo>
                    <a:lnTo>
                      <a:pt x="3523" y="1"/>
                    </a:lnTo>
                    <a:lnTo>
                      <a:pt x="3481" y="1"/>
                    </a:lnTo>
                    <a:lnTo>
                      <a:pt x="3481" y="1"/>
                    </a:lnTo>
                    <a:lnTo>
                      <a:pt x="462" y="294"/>
                    </a:lnTo>
                    <a:lnTo>
                      <a:pt x="462" y="294"/>
                    </a:lnTo>
                    <a:lnTo>
                      <a:pt x="252" y="336"/>
                    </a:lnTo>
                    <a:lnTo>
                      <a:pt x="84" y="462"/>
                    </a:lnTo>
                    <a:lnTo>
                      <a:pt x="0" y="630"/>
                    </a:lnTo>
                    <a:lnTo>
                      <a:pt x="0" y="839"/>
                    </a:lnTo>
                    <a:lnTo>
                      <a:pt x="0" y="839"/>
                    </a:lnTo>
                    <a:lnTo>
                      <a:pt x="42" y="1007"/>
                    </a:lnTo>
                    <a:lnTo>
                      <a:pt x="168" y="1175"/>
                    </a:lnTo>
                    <a:lnTo>
                      <a:pt x="294" y="1259"/>
                    </a:lnTo>
                    <a:lnTo>
                      <a:pt x="504" y="1301"/>
                    </a:lnTo>
                    <a:lnTo>
                      <a:pt x="504" y="1301"/>
                    </a:lnTo>
                    <a:lnTo>
                      <a:pt x="546" y="1301"/>
                    </a:lnTo>
                    <a:lnTo>
                      <a:pt x="546" y="1301"/>
                    </a:lnTo>
                    <a:lnTo>
                      <a:pt x="3565" y="1007"/>
                    </a:lnTo>
                    <a:lnTo>
                      <a:pt x="3565" y="1007"/>
                    </a:lnTo>
                    <a:lnTo>
                      <a:pt x="3775" y="965"/>
                    </a:lnTo>
                    <a:lnTo>
                      <a:pt x="3900" y="839"/>
                    </a:lnTo>
                    <a:lnTo>
                      <a:pt x="4026" y="672"/>
                    </a:lnTo>
                    <a:lnTo>
                      <a:pt x="4026" y="462"/>
                    </a:lnTo>
                    <a:lnTo>
                      <a:pt x="4026" y="462"/>
                    </a:lnTo>
                    <a:lnTo>
                      <a:pt x="3984" y="294"/>
                    </a:lnTo>
                    <a:lnTo>
                      <a:pt x="3859" y="126"/>
                    </a:lnTo>
                    <a:lnTo>
                      <a:pt x="3691" y="43"/>
                    </a:lnTo>
                    <a:lnTo>
                      <a:pt x="3523"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448;p17">
                <a:extLst>
                  <a:ext uri="{FF2B5EF4-FFF2-40B4-BE49-F238E27FC236}">
                    <a16:creationId xmlns:a16="http://schemas.microsoft.com/office/drawing/2014/main" id="{55515EC8-1274-AC39-7E20-1AE6AF3B9BAD}"/>
                  </a:ext>
                </a:extLst>
              </p:cNvPr>
              <p:cNvSpPr/>
              <p:nvPr/>
            </p:nvSpPr>
            <p:spPr>
              <a:xfrm>
                <a:off x="6691196" y="1252484"/>
                <a:ext cx="78235" cy="26907"/>
              </a:xfrm>
              <a:custGeom>
                <a:avLst/>
                <a:gdLst/>
                <a:ahLst/>
                <a:cxnLst/>
                <a:rect l="l" t="t" r="r" b="b"/>
                <a:pathLst>
                  <a:path w="4027" h="1385" fill="none" extrusionOk="0">
                    <a:moveTo>
                      <a:pt x="504" y="0"/>
                    </a:moveTo>
                    <a:lnTo>
                      <a:pt x="504" y="0"/>
                    </a:lnTo>
                    <a:lnTo>
                      <a:pt x="294" y="42"/>
                    </a:lnTo>
                    <a:lnTo>
                      <a:pt x="127" y="168"/>
                    </a:lnTo>
                    <a:lnTo>
                      <a:pt x="43" y="294"/>
                    </a:lnTo>
                    <a:lnTo>
                      <a:pt x="1" y="461"/>
                    </a:lnTo>
                    <a:lnTo>
                      <a:pt x="1" y="461"/>
                    </a:lnTo>
                    <a:lnTo>
                      <a:pt x="1" y="671"/>
                    </a:lnTo>
                    <a:lnTo>
                      <a:pt x="85" y="839"/>
                    </a:lnTo>
                    <a:lnTo>
                      <a:pt x="252" y="965"/>
                    </a:lnTo>
                    <a:lnTo>
                      <a:pt x="420" y="1049"/>
                    </a:lnTo>
                    <a:lnTo>
                      <a:pt x="420" y="1049"/>
                    </a:lnTo>
                    <a:lnTo>
                      <a:pt x="3481" y="1342"/>
                    </a:lnTo>
                    <a:lnTo>
                      <a:pt x="3481" y="1342"/>
                    </a:lnTo>
                    <a:lnTo>
                      <a:pt x="3523" y="1384"/>
                    </a:lnTo>
                    <a:lnTo>
                      <a:pt x="3523" y="1384"/>
                    </a:lnTo>
                    <a:lnTo>
                      <a:pt x="3691" y="1342"/>
                    </a:lnTo>
                    <a:lnTo>
                      <a:pt x="3859" y="1216"/>
                    </a:lnTo>
                    <a:lnTo>
                      <a:pt x="3985" y="1090"/>
                    </a:lnTo>
                    <a:lnTo>
                      <a:pt x="4027" y="923"/>
                    </a:lnTo>
                    <a:lnTo>
                      <a:pt x="4027" y="923"/>
                    </a:lnTo>
                    <a:lnTo>
                      <a:pt x="4027" y="713"/>
                    </a:lnTo>
                    <a:lnTo>
                      <a:pt x="3901" y="545"/>
                    </a:lnTo>
                    <a:lnTo>
                      <a:pt x="3775" y="419"/>
                    </a:lnTo>
                    <a:lnTo>
                      <a:pt x="3565" y="336"/>
                    </a:lnTo>
                    <a:lnTo>
                      <a:pt x="3565" y="336"/>
                    </a:lnTo>
                    <a:lnTo>
                      <a:pt x="546" y="42"/>
                    </a:lnTo>
                    <a:lnTo>
                      <a:pt x="546" y="42"/>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449;p17">
                <a:extLst>
                  <a:ext uri="{FF2B5EF4-FFF2-40B4-BE49-F238E27FC236}">
                    <a16:creationId xmlns:a16="http://schemas.microsoft.com/office/drawing/2014/main" id="{62E8542B-6432-3676-2C7F-624C941C6850}"/>
                  </a:ext>
                </a:extLst>
              </p:cNvPr>
              <p:cNvSpPr/>
              <p:nvPr/>
            </p:nvSpPr>
            <p:spPr>
              <a:xfrm>
                <a:off x="4797876" y="1248404"/>
                <a:ext cx="79031" cy="25275"/>
              </a:xfrm>
              <a:custGeom>
                <a:avLst/>
                <a:gdLst/>
                <a:ahLst/>
                <a:cxnLst/>
                <a:rect l="l" t="t" r="r" b="b"/>
                <a:pathLst>
                  <a:path w="4068" h="1301" fill="none" extrusionOk="0">
                    <a:moveTo>
                      <a:pt x="3565" y="0"/>
                    </a:moveTo>
                    <a:lnTo>
                      <a:pt x="3565" y="0"/>
                    </a:lnTo>
                    <a:lnTo>
                      <a:pt x="3523" y="0"/>
                    </a:lnTo>
                    <a:lnTo>
                      <a:pt x="3523" y="0"/>
                    </a:lnTo>
                    <a:lnTo>
                      <a:pt x="462" y="252"/>
                    </a:lnTo>
                    <a:lnTo>
                      <a:pt x="462" y="252"/>
                    </a:lnTo>
                    <a:lnTo>
                      <a:pt x="294" y="336"/>
                    </a:lnTo>
                    <a:lnTo>
                      <a:pt x="126" y="462"/>
                    </a:lnTo>
                    <a:lnTo>
                      <a:pt x="42" y="629"/>
                    </a:lnTo>
                    <a:lnTo>
                      <a:pt x="0" y="797"/>
                    </a:lnTo>
                    <a:lnTo>
                      <a:pt x="0" y="797"/>
                    </a:lnTo>
                    <a:lnTo>
                      <a:pt x="84" y="1007"/>
                    </a:lnTo>
                    <a:lnTo>
                      <a:pt x="168" y="1133"/>
                    </a:lnTo>
                    <a:lnTo>
                      <a:pt x="336" y="1259"/>
                    </a:lnTo>
                    <a:lnTo>
                      <a:pt x="503" y="1300"/>
                    </a:lnTo>
                    <a:lnTo>
                      <a:pt x="503" y="1300"/>
                    </a:lnTo>
                    <a:lnTo>
                      <a:pt x="587" y="1259"/>
                    </a:lnTo>
                    <a:lnTo>
                      <a:pt x="587" y="1259"/>
                    </a:lnTo>
                    <a:lnTo>
                      <a:pt x="3607" y="1007"/>
                    </a:lnTo>
                    <a:lnTo>
                      <a:pt x="3607" y="1007"/>
                    </a:lnTo>
                    <a:lnTo>
                      <a:pt x="3816" y="965"/>
                    </a:lnTo>
                    <a:lnTo>
                      <a:pt x="3942" y="839"/>
                    </a:lnTo>
                    <a:lnTo>
                      <a:pt x="4026" y="671"/>
                    </a:lnTo>
                    <a:lnTo>
                      <a:pt x="4068" y="462"/>
                    </a:lnTo>
                    <a:lnTo>
                      <a:pt x="4068" y="462"/>
                    </a:lnTo>
                    <a:lnTo>
                      <a:pt x="4026" y="294"/>
                    </a:lnTo>
                    <a:lnTo>
                      <a:pt x="3900" y="126"/>
                    </a:lnTo>
                    <a:lnTo>
                      <a:pt x="3732"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450;p17">
                <a:extLst>
                  <a:ext uri="{FF2B5EF4-FFF2-40B4-BE49-F238E27FC236}">
                    <a16:creationId xmlns:a16="http://schemas.microsoft.com/office/drawing/2014/main" id="{D9B410ED-983D-D729-77DD-62D2F81EDEDD}"/>
                  </a:ext>
                </a:extLst>
              </p:cNvPr>
              <p:cNvSpPr/>
              <p:nvPr/>
            </p:nvSpPr>
            <p:spPr>
              <a:xfrm>
                <a:off x="6573079" y="1241080"/>
                <a:ext cx="78215" cy="25275"/>
              </a:xfrm>
              <a:custGeom>
                <a:avLst/>
                <a:gdLst/>
                <a:ahLst/>
                <a:cxnLst/>
                <a:rect l="l" t="t" r="r" b="b"/>
                <a:pathLst>
                  <a:path w="4026" h="1301" fill="none" extrusionOk="0">
                    <a:moveTo>
                      <a:pt x="503" y="0"/>
                    </a:moveTo>
                    <a:lnTo>
                      <a:pt x="503" y="0"/>
                    </a:lnTo>
                    <a:lnTo>
                      <a:pt x="294" y="42"/>
                    </a:lnTo>
                    <a:lnTo>
                      <a:pt x="168" y="126"/>
                    </a:lnTo>
                    <a:lnTo>
                      <a:pt x="42" y="294"/>
                    </a:lnTo>
                    <a:lnTo>
                      <a:pt x="0" y="461"/>
                    </a:lnTo>
                    <a:lnTo>
                      <a:pt x="0" y="461"/>
                    </a:lnTo>
                    <a:lnTo>
                      <a:pt x="0" y="671"/>
                    </a:lnTo>
                    <a:lnTo>
                      <a:pt x="126" y="839"/>
                    </a:lnTo>
                    <a:lnTo>
                      <a:pt x="252" y="965"/>
                    </a:lnTo>
                    <a:lnTo>
                      <a:pt x="461" y="1006"/>
                    </a:lnTo>
                    <a:lnTo>
                      <a:pt x="461" y="1006"/>
                    </a:lnTo>
                    <a:lnTo>
                      <a:pt x="3481" y="1300"/>
                    </a:lnTo>
                    <a:lnTo>
                      <a:pt x="3481" y="1300"/>
                    </a:lnTo>
                    <a:lnTo>
                      <a:pt x="3523" y="1300"/>
                    </a:lnTo>
                    <a:lnTo>
                      <a:pt x="3523" y="1300"/>
                    </a:lnTo>
                    <a:lnTo>
                      <a:pt x="3732" y="1300"/>
                    </a:lnTo>
                    <a:lnTo>
                      <a:pt x="3858" y="1174"/>
                    </a:lnTo>
                    <a:lnTo>
                      <a:pt x="3984" y="1048"/>
                    </a:lnTo>
                    <a:lnTo>
                      <a:pt x="4026" y="839"/>
                    </a:lnTo>
                    <a:lnTo>
                      <a:pt x="4026" y="839"/>
                    </a:lnTo>
                    <a:lnTo>
                      <a:pt x="4026" y="671"/>
                    </a:lnTo>
                    <a:lnTo>
                      <a:pt x="3942" y="503"/>
                    </a:lnTo>
                    <a:lnTo>
                      <a:pt x="3774" y="377"/>
                    </a:lnTo>
                    <a:lnTo>
                      <a:pt x="3565" y="294"/>
                    </a:lnTo>
                    <a:lnTo>
                      <a:pt x="3565" y="294"/>
                    </a:lnTo>
                    <a:lnTo>
                      <a:pt x="545" y="0"/>
                    </a:lnTo>
                    <a:lnTo>
                      <a:pt x="545"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451;p17">
                <a:extLst>
                  <a:ext uri="{FF2B5EF4-FFF2-40B4-BE49-F238E27FC236}">
                    <a16:creationId xmlns:a16="http://schemas.microsoft.com/office/drawing/2014/main" id="{DCC9E36A-202A-4B99-1CC7-B314B9D6844A}"/>
                  </a:ext>
                </a:extLst>
              </p:cNvPr>
              <p:cNvSpPr/>
              <p:nvPr/>
            </p:nvSpPr>
            <p:spPr>
              <a:xfrm>
                <a:off x="4915992" y="1238632"/>
                <a:ext cx="79050" cy="24459"/>
              </a:xfrm>
              <a:custGeom>
                <a:avLst/>
                <a:gdLst/>
                <a:ahLst/>
                <a:cxnLst/>
                <a:rect l="l" t="t" r="r" b="b"/>
                <a:pathLst>
                  <a:path w="4069" h="1259" fill="none" extrusionOk="0">
                    <a:moveTo>
                      <a:pt x="3565" y="0"/>
                    </a:moveTo>
                    <a:lnTo>
                      <a:pt x="3565" y="0"/>
                    </a:lnTo>
                    <a:lnTo>
                      <a:pt x="3523" y="0"/>
                    </a:lnTo>
                    <a:lnTo>
                      <a:pt x="3523" y="0"/>
                    </a:lnTo>
                    <a:lnTo>
                      <a:pt x="462" y="252"/>
                    </a:lnTo>
                    <a:lnTo>
                      <a:pt x="462" y="252"/>
                    </a:lnTo>
                    <a:lnTo>
                      <a:pt x="294" y="294"/>
                    </a:lnTo>
                    <a:lnTo>
                      <a:pt x="127" y="420"/>
                    </a:lnTo>
                    <a:lnTo>
                      <a:pt x="43" y="587"/>
                    </a:lnTo>
                    <a:lnTo>
                      <a:pt x="1" y="797"/>
                    </a:lnTo>
                    <a:lnTo>
                      <a:pt x="1" y="797"/>
                    </a:lnTo>
                    <a:lnTo>
                      <a:pt x="43" y="965"/>
                    </a:lnTo>
                    <a:lnTo>
                      <a:pt x="169" y="1132"/>
                    </a:lnTo>
                    <a:lnTo>
                      <a:pt x="336" y="1216"/>
                    </a:lnTo>
                    <a:lnTo>
                      <a:pt x="504" y="1258"/>
                    </a:lnTo>
                    <a:lnTo>
                      <a:pt x="546" y="1258"/>
                    </a:lnTo>
                    <a:lnTo>
                      <a:pt x="546" y="1258"/>
                    </a:lnTo>
                    <a:lnTo>
                      <a:pt x="3607" y="1007"/>
                    </a:lnTo>
                    <a:lnTo>
                      <a:pt x="3607" y="1007"/>
                    </a:lnTo>
                    <a:lnTo>
                      <a:pt x="3775" y="965"/>
                    </a:lnTo>
                    <a:lnTo>
                      <a:pt x="3943" y="839"/>
                    </a:lnTo>
                    <a:lnTo>
                      <a:pt x="4027" y="671"/>
                    </a:lnTo>
                    <a:lnTo>
                      <a:pt x="4069" y="462"/>
                    </a:lnTo>
                    <a:lnTo>
                      <a:pt x="4069" y="462"/>
                    </a:lnTo>
                    <a:lnTo>
                      <a:pt x="4027" y="294"/>
                    </a:lnTo>
                    <a:lnTo>
                      <a:pt x="3901" y="126"/>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452;p17">
                <a:extLst>
                  <a:ext uri="{FF2B5EF4-FFF2-40B4-BE49-F238E27FC236}">
                    <a16:creationId xmlns:a16="http://schemas.microsoft.com/office/drawing/2014/main" id="{905F41A6-32E6-E851-704F-F3C16338076E}"/>
                  </a:ext>
                </a:extLst>
              </p:cNvPr>
              <p:cNvSpPr/>
              <p:nvPr/>
            </p:nvSpPr>
            <p:spPr>
              <a:xfrm>
                <a:off x="6454944" y="1231289"/>
                <a:ext cx="79050" cy="24459"/>
              </a:xfrm>
              <a:custGeom>
                <a:avLst/>
                <a:gdLst/>
                <a:ahLst/>
                <a:cxnLst/>
                <a:rect l="l" t="t" r="r" b="b"/>
                <a:pathLst>
                  <a:path w="4069" h="1259" fill="none" extrusionOk="0">
                    <a:moveTo>
                      <a:pt x="504" y="1"/>
                    </a:moveTo>
                    <a:lnTo>
                      <a:pt x="504" y="1"/>
                    </a:lnTo>
                    <a:lnTo>
                      <a:pt x="336" y="43"/>
                    </a:lnTo>
                    <a:lnTo>
                      <a:pt x="168" y="127"/>
                    </a:lnTo>
                    <a:lnTo>
                      <a:pt x="42" y="294"/>
                    </a:lnTo>
                    <a:lnTo>
                      <a:pt x="0" y="462"/>
                    </a:lnTo>
                    <a:lnTo>
                      <a:pt x="0" y="462"/>
                    </a:lnTo>
                    <a:lnTo>
                      <a:pt x="0" y="672"/>
                    </a:lnTo>
                    <a:lnTo>
                      <a:pt x="126" y="840"/>
                    </a:lnTo>
                    <a:lnTo>
                      <a:pt x="252" y="965"/>
                    </a:lnTo>
                    <a:lnTo>
                      <a:pt x="462" y="1007"/>
                    </a:lnTo>
                    <a:lnTo>
                      <a:pt x="462" y="1007"/>
                    </a:lnTo>
                    <a:lnTo>
                      <a:pt x="3481" y="1259"/>
                    </a:lnTo>
                    <a:lnTo>
                      <a:pt x="3523" y="1259"/>
                    </a:lnTo>
                    <a:lnTo>
                      <a:pt x="3523" y="1259"/>
                    </a:lnTo>
                    <a:lnTo>
                      <a:pt x="3733" y="1217"/>
                    </a:lnTo>
                    <a:lnTo>
                      <a:pt x="3900" y="1133"/>
                    </a:lnTo>
                    <a:lnTo>
                      <a:pt x="3984" y="965"/>
                    </a:lnTo>
                    <a:lnTo>
                      <a:pt x="4068" y="798"/>
                    </a:lnTo>
                    <a:lnTo>
                      <a:pt x="4068" y="798"/>
                    </a:lnTo>
                    <a:lnTo>
                      <a:pt x="4026" y="588"/>
                    </a:lnTo>
                    <a:lnTo>
                      <a:pt x="3942" y="420"/>
                    </a:lnTo>
                    <a:lnTo>
                      <a:pt x="3775" y="294"/>
                    </a:lnTo>
                    <a:lnTo>
                      <a:pt x="3607" y="252"/>
                    </a:lnTo>
                    <a:lnTo>
                      <a:pt x="3607" y="252"/>
                    </a:lnTo>
                    <a:lnTo>
                      <a:pt x="546" y="1"/>
                    </a:lnTo>
                    <a:lnTo>
                      <a:pt x="546"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453;p17">
                <a:extLst>
                  <a:ext uri="{FF2B5EF4-FFF2-40B4-BE49-F238E27FC236}">
                    <a16:creationId xmlns:a16="http://schemas.microsoft.com/office/drawing/2014/main" id="{7C833E03-45FD-29EC-915B-96792EE5EA93}"/>
                  </a:ext>
                </a:extLst>
              </p:cNvPr>
              <p:cNvSpPr/>
              <p:nvPr/>
            </p:nvSpPr>
            <p:spPr>
              <a:xfrm>
                <a:off x="5034128" y="1229657"/>
                <a:ext cx="79050" cy="24479"/>
              </a:xfrm>
              <a:custGeom>
                <a:avLst/>
                <a:gdLst/>
                <a:ahLst/>
                <a:cxnLst/>
                <a:rect l="l" t="t" r="r" b="b"/>
                <a:pathLst>
                  <a:path w="4069" h="1260" fill="none" extrusionOk="0">
                    <a:moveTo>
                      <a:pt x="3565" y="1"/>
                    </a:moveTo>
                    <a:lnTo>
                      <a:pt x="3565" y="1"/>
                    </a:lnTo>
                    <a:lnTo>
                      <a:pt x="3523" y="1"/>
                    </a:lnTo>
                    <a:lnTo>
                      <a:pt x="3523" y="1"/>
                    </a:lnTo>
                    <a:lnTo>
                      <a:pt x="462" y="211"/>
                    </a:lnTo>
                    <a:lnTo>
                      <a:pt x="462" y="211"/>
                    </a:lnTo>
                    <a:lnTo>
                      <a:pt x="294" y="294"/>
                    </a:lnTo>
                    <a:lnTo>
                      <a:pt x="126" y="420"/>
                    </a:lnTo>
                    <a:lnTo>
                      <a:pt x="43" y="588"/>
                    </a:lnTo>
                    <a:lnTo>
                      <a:pt x="1" y="756"/>
                    </a:lnTo>
                    <a:lnTo>
                      <a:pt x="1" y="756"/>
                    </a:lnTo>
                    <a:lnTo>
                      <a:pt x="43" y="965"/>
                    </a:lnTo>
                    <a:lnTo>
                      <a:pt x="168" y="1091"/>
                    </a:lnTo>
                    <a:lnTo>
                      <a:pt x="336" y="1217"/>
                    </a:lnTo>
                    <a:lnTo>
                      <a:pt x="504" y="1259"/>
                    </a:lnTo>
                    <a:lnTo>
                      <a:pt x="546" y="1259"/>
                    </a:lnTo>
                    <a:lnTo>
                      <a:pt x="546" y="1259"/>
                    </a:lnTo>
                    <a:lnTo>
                      <a:pt x="3565" y="1007"/>
                    </a:lnTo>
                    <a:lnTo>
                      <a:pt x="3565" y="1007"/>
                    </a:lnTo>
                    <a:lnTo>
                      <a:pt x="3775" y="965"/>
                    </a:lnTo>
                    <a:lnTo>
                      <a:pt x="3943" y="840"/>
                    </a:lnTo>
                    <a:lnTo>
                      <a:pt x="4026" y="672"/>
                    </a:lnTo>
                    <a:lnTo>
                      <a:pt x="4068" y="504"/>
                    </a:lnTo>
                    <a:lnTo>
                      <a:pt x="4068" y="504"/>
                    </a:lnTo>
                    <a:lnTo>
                      <a:pt x="3984" y="294"/>
                    </a:lnTo>
                    <a:lnTo>
                      <a:pt x="3901" y="169"/>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454;p17">
                <a:extLst>
                  <a:ext uri="{FF2B5EF4-FFF2-40B4-BE49-F238E27FC236}">
                    <a16:creationId xmlns:a16="http://schemas.microsoft.com/office/drawing/2014/main" id="{F6CF2266-4DA2-4E75-0A33-EBD844A6720B}"/>
                  </a:ext>
                </a:extLst>
              </p:cNvPr>
              <p:cNvSpPr/>
              <p:nvPr/>
            </p:nvSpPr>
            <p:spPr>
              <a:xfrm>
                <a:off x="6336808" y="1223149"/>
                <a:ext cx="79050" cy="23643"/>
              </a:xfrm>
              <a:custGeom>
                <a:avLst/>
                <a:gdLst/>
                <a:ahLst/>
                <a:cxnLst/>
                <a:rect l="l" t="t" r="r" b="b"/>
                <a:pathLst>
                  <a:path w="4069" h="1217" fill="none" extrusionOk="0">
                    <a:moveTo>
                      <a:pt x="504" y="0"/>
                    </a:moveTo>
                    <a:lnTo>
                      <a:pt x="504" y="0"/>
                    </a:lnTo>
                    <a:lnTo>
                      <a:pt x="294" y="0"/>
                    </a:lnTo>
                    <a:lnTo>
                      <a:pt x="169" y="126"/>
                    </a:lnTo>
                    <a:lnTo>
                      <a:pt x="43" y="252"/>
                    </a:lnTo>
                    <a:lnTo>
                      <a:pt x="1" y="462"/>
                    </a:lnTo>
                    <a:lnTo>
                      <a:pt x="1" y="462"/>
                    </a:lnTo>
                    <a:lnTo>
                      <a:pt x="1" y="671"/>
                    </a:lnTo>
                    <a:lnTo>
                      <a:pt x="127" y="839"/>
                    </a:lnTo>
                    <a:lnTo>
                      <a:pt x="294" y="965"/>
                    </a:lnTo>
                    <a:lnTo>
                      <a:pt x="462" y="1007"/>
                    </a:lnTo>
                    <a:lnTo>
                      <a:pt x="462" y="1007"/>
                    </a:lnTo>
                    <a:lnTo>
                      <a:pt x="3523" y="1217"/>
                    </a:lnTo>
                    <a:lnTo>
                      <a:pt x="3565" y="1217"/>
                    </a:lnTo>
                    <a:lnTo>
                      <a:pt x="3565" y="1217"/>
                    </a:lnTo>
                    <a:lnTo>
                      <a:pt x="3733" y="1175"/>
                    </a:lnTo>
                    <a:lnTo>
                      <a:pt x="3901" y="1091"/>
                    </a:lnTo>
                    <a:lnTo>
                      <a:pt x="3985" y="923"/>
                    </a:lnTo>
                    <a:lnTo>
                      <a:pt x="4069" y="713"/>
                    </a:lnTo>
                    <a:lnTo>
                      <a:pt x="4069" y="713"/>
                    </a:lnTo>
                    <a:lnTo>
                      <a:pt x="4027" y="546"/>
                    </a:lnTo>
                    <a:lnTo>
                      <a:pt x="3943" y="378"/>
                    </a:lnTo>
                    <a:lnTo>
                      <a:pt x="3775" y="252"/>
                    </a:lnTo>
                    <a:lnTo>
                      <a:pt x="3565" y="210"/>
                    </a:lnTo>
                    <a:lnTo>
                      <a:pt x="3565" y="210"/>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455;p17">
                <a:extLst>
                  <a:ext uri="{FF2B5EF4-FFF2-40B4-BE49-F238E27FC236}">
                    <a16:creationId xmlns:a16="http://schemas.microsoft.com/office/drawing/2014/main" id="{B5078F1C-039D-DA52-81C9-8FAF8B4A6A03}"/>
                  </a:ext>
                </a:extLst>
              </p:cNvPr>
              <p:cNvSpPr/>
              <p:nvPr/>
            </p:nvSpPr>
            <p:spPr>
              <a:xfrm>
                <a:off x="5152264" y="1222333"/>
                <a:ext cx="79031" cy="23643"/>
              </a:xfrm>
              <a:custGeom>
                <a:avLst/>
                <a:gdLst/>
                <a:ahLst/>
                <a:cxnLst/>
                <a:rect l="l" t="t" r="r" b="b"/>
                <a:pathLst>
                  <a:path w="4068" h="1217" fill="none" extrusionOk="0">
                    <a:moveTo>
                      <a:pt x="3565" y="1"/>
                    </a:moveTo>
                    <a:lnTo>
                      <a:pt x="3565" y="1"/>
                    </a:lnTo>
                    <a:lnTo>
                      <a:pt x="3523" y="1"/>
                    </a:lnTo>
                    <a:lnTo>
                      <a:pt x="3523" y="1"/>
                    </a:lnTo>
                    <a:lnTo>
                      <a:pt x="462" y="168"/>
                    </a:lnTo>
                    <a:lnTo>
                      <a:pt x="462" y="168"/>
                    </a:lnTo>
                    <a:lnTo>
                      <a:pt x="294" y="252"/>
                    </a:lnTo>
                    <a:lnTo>
                      <a:pt x="126" y="378"/>
                    </a:lnTo>
                    <a:lnTo>
                      <a:pt x="42" y="546"/>
                    </a:lnTo>
                    <a:lnTo>
                      <a:pt x="0" y="713"/>
                    </a:lnTo>
                    <a:lnTo>
                      <a:pt x="0" y="713"/>
                    </a:lnTo>
                    <a:lnTo>
                      <a:pt x="42" y="923"/>
                    </a:lnTo>
                    <a:lnTo>
                      <a:pt x="168" y="1049"/>
                    </a:lnTo>
                    <a:lnTo>
                      <a:pt x="294" y="1175"/>
                    </a:lnTo>
                    <a:lnTo>
                      <a:pt x="503" y="1217"/>
                    </a:lnTo>
                    <a:lnTo>
                      <a:pt x="545" y="1217"/>
                    </a:lnTo>
                    <a:lnTo>
                      <a:pt x="545" y="1217"/>
                    </a:lnTo>
                    <a:lnTo>
                      <a:pt x="3565" y="1007"/>
                    </a:lnTo>
                    <a:lnTo>
                      <a:pt x="3565" y="1007"/>
                    </a:lnTo>
                    <a:lnTo>
                      <a:pt x="3774" y="965"/>
                    </a:lnTo>
                    <a:lnTo>
                      <a:pt x="3942" y="839"/>
                    </a:lnTo>
                    <a:lnTo>
                      <a:pt x="4026" y="671"/>
                    </a:lnTo>
                    <a:lnTo>
                      <a:pt x="4068" y="462"/>
                    </a:lnTo>
                    <a:lnTo>
                      <a:pt x="4068" y="462"/>
                    </a:lnTo>
                    <a:lnTo>
                      <a:pt x="4026" y="294"/>
                    </a:lnTo>
                    <a:lnTo>
                      <a:pt x="3900" y="126"/>
                    </a:lnTo>
                    <a:lnTo>
                      <a:pt x="3733" y="42"/>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456;p17">
                <a:extLst>
                  <a:ext uri="{FF2B5EF4-FFF2-40B4-BE49-F238E27FC236}">
                    <a16:creationId xmlns:a16="http://schemas.microsoft.com/office/drawing/2014/main" id="{8BF91B66-8D46-C20E-A081-ACDB263750C2}"/>
                  </a:ext>
                </a:extLst>
              </p:cNvPr>
              <p:cNvSpPr/>
              <p:nvPr/>
            </p:nvSpPr>
            <p:spPr>
              <a:xfrm>
                <a:off x="5270380" y="1215825"/>
                <a:ext cx="79050" cy="22827"/>
              </a:xfrm>
              <a:custGeom>
                <a:avLst/>
                <a:gdLst/>
                <a:ahLst/>
                <a:cxnLst/>
                <a:rect l="l" t="t" r="r" b="b"/>
                <a:pathLst>
                  <a:path w="4069" h="1175" fill="none" extrusionOk="0">
                    <a:moveTo>
                      <a:pt x="3565" y="0"/>
                    </a:moveTo>
                    <a:lnTo>
                      <a:pt x="3565" y="0"/>
                    </a:lnTo>
                    <a:lnTo>
                      <a:pt x="3524" y="0"/>
                    </a:lnTo>
                    <a:lnTo>
                      <a:pt x="3524" y="0"/>
                    </a:lnTo>
                    <a:lnTo>
                      <a:pt x="504" y="168"/>
                    </a:lnTo>
                    <a:lnTo>
                      <a:pt x="504" y="168"/>
                    </a:lnTo>
                    <a:lnTo>
                      <a:pt x="294" y="210"/>
                    </a:lnTo>
                    <a:lnTo>
                      <a:pt x="127" y="336"/>
                    </a:lnTo>
                    <a:lnTo>
                      <a:pt x="43" y="503"/>
                    </a:lnTo>
                    <a:lnTo>
                      <a:pt x="1" y="713"/>
                    </a:lnTo>
                    <a:lnTo>
                      <a:pt x="1" y="713"/>
                    </a:lnTo>
                    <a:lnTo>
                      <a:pt x="43" y="881"/>
                    </a:lnTo>
                    <a:lnTo>
                      <a:pt x="169" y="1048"/>
                    </a:lnTo>
                    <a:lnTo>
                      <a:pt x="336" y="1132"/>
                    </a:lnTo>
                    <a:lnTo>
                      <a:pt x="504" y="1174"/>
                    </a:lnTo>
                    <a:lnTo>
                      <a:pt x="546" y="1174"/>
                    </a:lnTo>
                    <a:lnTo>
                      <a:pt x="546" y="1174"/>
                    </a:lnTo>
                    <a:lnTo>
                      <a:pt x="3565" y="1006"/>
                    </a:lnTo>
                    <a:lnTo>
                      <a:pt x="3565" y="1006"/>
                    </a:lnTo>
                    <a:lnTo>
                      <a:pt x="3775" y="965"/>
                    </a:lnTo>
                    <a:lnTo>
                      <a:pt x="3943" y="839"/>
                    </a:lnTo>
                    <a:lnTo>
                      <a:pt x="4027" y="671"/>
                    </a:lnTo>
                    <a:lnTo>
                      <a:pt x="4069" y="503"/>
                    </a:lnTo>
                    <a:lnTo>
                      <a:pt x="4069" y="503"/>
                    </a:lnTo>
                    <a:lnTo>
                      <a:pt x="4027" y="294"/>
                    </a:lnTo>
                    <a:lnTo>
                      <a:pt x="3901" y="168"/>
                    </a:lnTo>
                    <a:lnTo>
                      <a:pt x="3733"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457;p17">
                <a:extLst>
                  <a:ext uri="{FF2B5EF4-FFF2-40B4-BE49-F238E27FC236}">
                    <a16:creationId xmlns:a16="http://schemas.microsoft.com/office/drawing/2014/main" id="{8D344F4A-26E7-0B97-1C87-C061020C3BA4}"/>
                  </a:ext>
                </a:extLst>
              </p:cNvPr>
              <p:cNvSpPr/>
              <p:nvPr/>
            </p:nvSpPr>
            <p:spPr>
              <a:xfrm>
                <a:off x="6218692" y="1215825"/>
                <a:ext cx="78215" cy="22827"/>
              </a:xfrm>
              <a:custGeom>
                <a:avLst/>
                <a:gdLst/>
                <a:ahLst/>
                <a:cxnLst/>
                <a:rect l="l" t="t" r="r" b="b"/>
                <a:pathLst>
                  <a:path w="4026" h="1175" fill="none" extrusionOk="0">
                    <a:moveTo>
                      <a:pt x="503" y="0"/>
                    </a:moveTo>
                    <a:lnTo>
                      <a:pt x="503" y="0"/>
                    </a:lnTo>
                    <a:lnTo>
                      <a:pt x="294" y="42"/>
                    </a:lnTo>
                    <a:lnTo>
                      <a:pt x="126" y="168"/>
                    </a:lnTo>
                    <a:lnTo>
                      <a:pt x="42" y="294"/>
                    </a:lnTo>
                    <a:lnTo>
                      <a:pt x="0" y="503"/>
                    </a:lnTo>
                    <a:lnTo>
                      <a:pt x="0" y="503"/>
                    </a:lnTo>
                    <a:lnTo>
                      <a:pt x="0" y="671"/>
                    </a:lnTo>
                    <a:lnTo>
                      <a:pt x="126" y="839"/>
                    </a:lnTo>
                    <a:lnTo>
                      <a:pt x="252" y="965"/>
                    </a:lnTo>
                    <a:lnTo>
                      <a:pt x="461" y="1006"/>
                    </a:lnTo>
                    <a:lnTo>
                      <a:pt x="461" y="1006"/>
                    </a:lnTo>
                    <a:lnTo>
                      <a:pt x="3523" y="1174"/>
                    </a:lnTo>
                    <a:lnTo>
                      <a:pt x="3523" y="1174"/>
                    </a:lnTo>
                    <a:lnTo>
                      <a:pt x="3523" y="1174"/>
                    </a:lnTo>
                    <a:lnTo>
                      <a:pt x="3732" y="1174"/>
                    </a:lnTo>
                    <a:lnTo>
                      <a:pt x="3900" y="1048"/>
                    </a:lnTo>
                    <a:lnTo>
                      <a:pt x="3984" y="881"/>
                    </a:lnTo>
                    <a:lnTo>
                      <a:pt x="4026" y="713"/>
                    </a:lnTo>
                    <a:lnTo>
                      <a:pt x="4026" y="713"/>
                    </a:lnTo>
                    <a:lnTo>
                      <a:pt x="4026" y="503"/>
                    </a:lnTo>
                    <a:lnTo>
                      <a:pt x="3900" y="336"/>
                    </a:lnTo>
                    <a:lnTo>
                      <a:pt x="3774" y="210"/>
                    </a:lnTo>
                    <a:lnTo>
                      <a:pt x="3565" y="168"/>
                    </a:lnTo>
                    <a:lnTo>
                      <a:pt x="3565" y="168"/>
                    </a:lnTo>
                    <a:lnTo>
                      <a:pt x="503" y="0"/>
                    </a:lnTo>
                    <a:lnTo>
                      <a:pt x="503" y="0"/>
                    </a:lnTo>
                    <a:lnTo>
                      <a:pt x="503"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458;p17">
                <a:extLst>
                  <a:ext uri="{FF2B5EF4-FFF2-40B4-BE49-F238E27FC236}">
                    <a16:creationId xmlns:a16="http://schemas.microsoft.com/office/drawing/2014/main" id="{EBC49228-AB83-54AF-5E01-0B027EC159AC}"/>
                  </a:ext>
                </a:extLst>
              </p:cNvPr>
              <p:cNvSpPr/>
              <p:nvPr/>
            </p:nvSpPr>
            <p:spPr>
              <a:xfrm>
                <a:off x="5388516" y="1210929"/>
                <a:ext cx="79050" cy="22011"/>
              </a:xfrm>
              <a:custGeom>
                <a:avLst/>
                <a:gdLst/>
                <a:ahLst/>
                <a:cxnLst/>
                <a:rect l="l" t="t" r="r" b="b"/>
                <a:pathLst>
                  <a:path w="4069" h="1133" fill="none" extrusionOk="0">
                    <a:moveTo>
                      <a:pt x="3565" y="0"/>
                    </a:moveTo>
                    <a:lnTo>
                      <a:pt x="3565" y="0"/>
                    </a:lnTo>
                    <a:lnTo>
                      <a:pt x="3565" y="0"/>
                    </a:lnTo>
                    <a:lnTo>
                      <a:pt x="3565" y="0"/>
                    </a:lnTo>
                    <a:lnTo>
                      <a:pt x="504" y="126"/>
                    </a:lnTo>
                    <a:lnTo>
                      <a:pt x="504" y="126"/>
                    </a:lnTo>
                    <a:lnTo>
                      <a:pt x="294" y="168"/>
                    </a:lnTo>
                    <a:lnTo>
                      <a:pt x="168" y="294"/>
                    </a:lnTo>
                    <a:lnTo>
                      <a:pt x="43" y="462"/>
                    </a:lnTo>
                    <a:lnTo>
                      <a:pt x="1" y="671"/>
                    </a:lnTo>
                    <a:lnTo>
                      <a:pt x="1" y="671"/>
                    </a:lnTo>
                    <a:lnTo>
                      <a:pt x="84" y="839"/>
                    </a:lnTo>
                    <a:lnTo>
                      <a:pt x="168" y="1007"/>
                    </a:lnTo>
                    <a:lnTo>
                      <a:pt x="336" y="1091"/>
                    </a:lnTo>
                    <a:lnTo>
                      <a:pt x="546" y="1133"/>
                    </a:lnTo>
                    <a:lnTo>
                      <a:pt x="546" y="1133"/>
                    </a:lnTo>
                    <a:lnTo>
                      <a:pt x="546" y="1133"/>
                    </a:lnTo>
                    <a:lnTo>
                      <a:pt x="3607" y="1007"/>
                    </a:lnTo>
                    <a:lnTo>
                      <a:pt x="3607" y="1007"/>
                    </a:lnTo>
                    <a:lnTo>
                      <a:pt x="3775" y="965"/>
                    </a:lnTo>
                    <a:lnTo>
                      <a:pt x="3943" y="839"/>
                    </a:lnTo>
                    <a:lnTo>
                      <a:pt x="4068" y="671"/>
                    </a:lnTo>
                    <a:lnTo>
                      <a:pt x="4068" y="504"/>
                    </a:lnTo>
                    <a:lnTo>
                      <a:pt x="4068" y="504"/>
                    </a:lnTo>
                    <a:lnTo>
                      <a:pt x="4026" y="294"/>
                    </a:lnTo>
                    <a:lnTo>
                      <a:pt x="3943" y="126"/>
                    </a:lnTo>
                    <a:lnTo>
                      <a:pt x="3775" y="42"/>
                    </a:lnTo>
                    <a:lnTo>
                      <a:pt x="3565"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459;p17">
                <a:extLst>
                  <a:ext uri="{FF2B5EF4-FFF2-40B4-BE49-F238E27FC236}">
                    <a16:creationId xmlns:a16="http://schemas.microsoft.com/office/drawing/2014/main" id="{407F9EA9-6224-3873-C3F7-629F6D48654B}"/>
                  </a:ext>
                </a:extLst>
              </p:cNvPr>
              <p:cNvSpPr/>
              <p:nvPr/>
            </p:nvSpPr>
            <p:spPr>
              <a:xfrm>
                <a:off x="6099740" y="1210929"/>
                <a:ext cx="79050" cy="22011"/>
              </a:xfrm>
              <a:custGeom>
                <a:avLst/>
                <a:gdLst/>
                <a:ahLst/>
                <a:cxnLst/>
                <a:rect l="l" t="t" r="r" b="b"/>
                <a:pathLst>
                  <a:path w="4069" h="1133" fill="none" extrusionOk="0">
                    <a:moveTo>
                      <a:pt x="504" y="0"/>
                    </a:moveTo>
                    <a:lnTo>
                      <a:pt x="504" y="0"/>
                    </a:lnTo>
                    <a:lnTo>
                      <a:pt x="336" y="42"/>
                    </a:lnTo>
                    <a:lnTo>
                      <a:pt x="168" y="126"/>
                    </a:lnTo>
                    <a:lnTo>
                      <a:pt x="42" y="294"/>
                    </a:lnTo>
                    <a:lnTo>
                      <a:pt x="0" y="462"/>
                    </a:lnTo>
                    <a:lnTo>
                      <a:pt x="0" y="462"/>
                    </a:lnTo>
                    <a:lnTo>
                      <a:pt x="42" y="671"/>
                    </a:lnTo>
                    <a:lnTo>
                      <a:pt x="168" y="839"/>
                    </a:lnTo>
                    <a:lnTo>
                      <a:pt x="294" y="965"/>
                    </a:lnTo>
                    <a:lnTo>
                      <a:pt x="504" y="1007"/>
                    </a:lnTo>
                    <a:lnTo>
                      <a:pt x="504" y="1007"/>
                    </a:lnTo>
                    <a:lnTo>
                      <a:pt x="3565" y="1133"/>
                    </a:lnTo>
                    <a:lnTo>
                      <a:pt x="3565" y="1133"/>
                    </a:lnTo>
                    <a:lnTo>
                      <a:pt x="3565" y="1133"/>
                    </a:lnTo>
                    <a:lnTo>
                      <a:pt x="3775" y="1091"/>
                    </a:lnTo>
                    <a:lnTo>
                      <a:pt x="3901" y="1007"/>
                    </a:lnTo>
                    <a:lnTo>
                      <a:pt x="4026" y="839"/>
                    </a:lnTo>
                    <a:lnTo>
                      <a:pt x="4068" y="629"/>
                    </a:lnTo>
                    <a:lnTo>
                      <a:pt x="4068" y="629"/>
                    </a:lnTo>
                    <a:lnTo>
                      <a:pt x="4026" y="462"/>
                    </a:lnTo>
                    <a:lnTo>
                      <a:pt x="3942" y="294"/>
                    </a:lnTo>
                    <a:lnTo>
                      <a:pt x="3775" y="168"/>
                    </a:lnTo>
                    <a:lnTo>
                      <a:pt x="3607" y="126"/>
                    </a:lnTo>
                    <a:lnTo>
                      <a:pt x="3607" y="126"/>
                    </a:lnTo>
                    <a:lnTo>
                      <a:pt x="546" y="0"/>
                    </a:lnTo>
                    <a:lnTo>
                      <a:pt x="546" y="0"/>
                    </a:lnTo>
                    <a:lnTo>
                      <a:pt x="504" y="0"/>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460;p17">
                <a:extLst>
                  <a:ext uri="{FF2B5EF4-FFF2-40B4-BE49-F238E27FC236}">
                    <a16:creationId xmlns:a16="http://schemas.microsoft.com/office/drawing/2014/main" id="{6746F5DB-8D25-B38D-40DE-3AA8E18C16E3}"/>
                  </a:ext>
                </a:extLst>
              </p:cNvPr>
              <p:cNvSpPr/>
              <p:nvPr/>
            </p:nvSpPr>
            <p:spPr>
              <a:xfrm>
                <a:off x="5507468" y="1207665"/>
                <a:ext cx="79031" cy="21215"/>
              </a:xfrm>
              <a:custGeom>
                <a:avLst/>
                <a:gdLst/>
                <a:ahLst/>
                <a:cxnLst/>
                <a:rect l="l" t="t" r="r" b="b"/>
                <a:pathLst>
                  <a:path w="4068" h="1092" fill="none" extrusionOk="0">
                    <a:moveTo>
                      <a:pt x="3565" y="1"/>
                    </a:moveTo>
                    <a:lnTo>
                      <a:pt x="3523" y="1"/>
                    </a:lnTo>
                    <a:lnTo>
                      <a:pt x="3523" y="1"/>
                    </a:lnTo>
                    <a:lnTo>
                      <a:pt x="503" y="85"/>
                    </a:lnTo>
                    <a:lnTo>
                      <a:pt x="503" y="85"/>
                    </a:lnTo>
                    <a:lnTo>
                      <a:pt x="294" y="126"/>
                    </a:lnTo>
                    <a:lnTo>
                      <a:pt x="126" y="210"/>
                    </a:lnTo>
                    <a:lnTo>
                      <a:pt x="42" y="378"/>
                    </a:lnTo>
                    <a:lnTo>
                      <a:pt x="0" y="588"/>
                    </a:lnTo>
                    <a:lnTo>
                      <a:pt x="0" y="588"/>
                    </a:lnTo>
                    <a:lnTo>
                      <a:pt x="42" y="797"/>
                    </a:lnTo>
                    <a:lnTo>
                      <a:pt x="168" y="923"/>
                    </a:lnTo>
                    <a:lnTo>
                      <a:pt x="294" y="1049"/>
                    </a:lnTo>
                    <a:lnTo>
                      <a:pt x="503" y="1091"/>
                    </a:lnTo>
                    <a:lnTo>
                      <a:pt x="503" y="1091"/>
                    </a:lnTo>
                    <a:lnTo>
                      <a:pt x="503" y="1091"/>
                    </a:lnTo>
                    <a:lnTo>
                      <a:pt x="3565" y="1007"/>
                    </a:lnTo>
                    <a:lnTo>
                      <a:pt x="3565" y="1007"/>
                    </a:lnTo>
                    <a:lnTo>
                      <a:pt x="3774" y="965"/>
                    </a:lnTo>
                    <a:lnTo>
                      <a:pt x="3942" y="839"/>
                    </a:lnTo>
                    <a:lnTo>
                      <a:pt x="4026" y="672"/>
                    </a:lnTo>
                    <a:lnTo>
                      <a:pt x="4068" y="504"/>
                    </a:lnTo>
                    <a:lnTo>
                      <a:pt x="4068" y="504"/>
                    </a:lnTo>
                    <a:lnTo>
                      <a:pt x="4026" y="294"/>
                    </a:lnTo>
                    <a:lnTo>
                      <a:pt x="3900" y="126"/>
                    </a:lnTo>
                    <a:lnTo>
                      <a:pt x="3733"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461;p17">
                <a:extLst>
                  <a:ext uri="{FF2B5EF4-FFF2-40B4-BE49-F238E27FC236}">
                    <a16:creationId xmlns:a16="http://schemas.microsoft.com/office/drawing/2014/main" id="{78BA1E7E-41CB-9F62-E0F6-8E1BF585553B}"/>
                  </a:ext>
                </a:extLst>
              </p:cNvPr>
              <p:cNvSpPr/>
              <p:nvPr/>
            </p:nvSpPr>
            <p:spPr>
              <a:xfrm>
                <a:off x="5981604" y="1206850"/>
                <a:ext cx="79050" cy="22031"/>
              </a:xfrm>
              <a:custGeom>
                <a:avLst/>
                <a:gdLst/>
                <a:ahLst/>
                <a:cxnLst/>
                <a:rect l="l" t="t" r="r" b="b"/>
                <a:pathLst>
                  <a:path w="4069" h="1134" fill="none" extrusionOk="0">
                    <a:moveTo>
                      <a:pt x="504" y="1"/>
                    </a:moveTo>
                    <a:lnTo>
                      <a:pt x="504" y="1"/>
                    </a:lnTo>
                    <a:lnTo>
                      <a:pt x="294" y="43"/>
                    </a:lnTo>
                    <a:lnTo>
                      <a:pt x="169" y="168"/>
                    </a:lnTo>
                    <a:lnTo>
                      <a:pt x="43" y="336"/>
                    </a:lnTo>
                    <a:lnTo>
                      <a:pt x="1" y="504"/>
                    </a:lnTo>
                    <a:lnTo>
                      <a:pt x="1" y="504"/>
                    </a:lnTo>
                    <a:lnTo>
                      <a:pt x="43" y="714"/>
                    </a:lnTo>
                    <a:lnTo>
                      <a:pt x="127" y="881"/>
                    </a:lnTo>
                    <a:lnTo>
                      <a:pt x="294" y="1007"/>
                    </a:lnTo>
                    <a:lnTo>
                      <a:pt x="504" y="1049"/>
                    </a:lnTo>
                    <a:lnTo>
                      <a:pt x="504" y="1049"/>
                    </a:lnTo>
                    <a:lnTo>
                      <a:pt x="3523" y="1133"/>
                    </a:lnTo>
                    <a:lnTo>
                      <a:pt x="3565" y="1133"/>
                    </a:lnTo>
                    <a:lnTo>
                      <a:pt x="3565" y="1133"/>
                    </a:lnTo>
                    <a:lnTo>
                      <a:pt x="3733" y="1091"/>
                    </a:lnTo>
                    <a:lnTo>
                      <a:pt x="3901" y="965"/>
                    </a:lnTo>
                    <a:lnTo>
                      <a:pt x="4027" y="798"/>
                    </a:lnTo>
                    <a:lnTo>
                      <a:pt x="4069" y="630"/>
                    </a:lnTo>
                    <a:lnTo>
                      <a:pt x="4069" y="630"/>
                    </a:lnTo>
                    <a:lnTo>
                      <a:pt x="4027" y="420"/>
                    </a:lnTo>
                    <a:lnTo>
                      <a:pt x="3943" y="252"/>
                    </a:lnTo>
                    <a:lnTo>
                      <a:pt x="3775" y="127"/>
                    </a:lnTo>
                    <a:lnTo>
                      <a:pt x="3565" y="85"/>
                    </a:lnTo>
                    <a:lnTo>
                      <a:pt x="3565" y="85"/>
                    </a:lnTo>
                    <a:lnTo>
                      <a:pt x="504" y="1"/>
                    </a:lnTo>
                    <a:lnTo>
                      <a:pt x="504"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462;p17">
                <a:extLst>
                  <a:ext uri="{FF2B5EF4-FFF2-40B4-BE49-F238E27FC236}">
                    <a16:creationId xmlns:a16="http://schemas.microsoft.com/office/drawing/2014/main" id="{E2D4900F-254B-C622-BA1D-2A976725E7A5}"/>
                  </a:ext>
                </a:extLst>
              </p:cNvPr>
              <p:cNvSpPr/>
              <p:nvPr/>
            </p:nvSpPr>
            <p:spPr>
              <a:xfrm>
                <a:off x="5625584" y="1205218"/>
                <a:ext cx="79050" cy="20399"/>
              </a:xfrm>
              <a:custGeom>
                <a:avLst/>
                <a:gdLst/>
                <a:ahLst/>
                <a:cxnLst/>
                <a:rect l="l" t="t" r="r" b="b"/>
                <a:pathLst>
                  <a:path w="4069" h="1050" fill="none" extrusionOk="0">
                    <a:moveTo>
                      <a:pt x="3565" y="1"/>
                    </a:moveTo>
                    <a:lnTo>
                      <a:pt x="3565" y="1"/>
                    </a:lnTo>
                    <a:lnTo>
                      <a:pt x="3565" y="1"/>
                    </a:lnTo>
                    <a:lnTo>
                      <a:pt x="504" y="43"/>
                    </a:lnTo>
                    <a:lnTo>
                      <a:pt x="504" y="43"/>
                    </a:lnTo>
                    <a:lnTo>
                      <a:pt x="336" y="85"/>
                    </a:lnTo>
                    <a:lnTo>
                      <a:pt x="169" y="211"/>
                    </a:lnTo>
                    <a:lnTo>
                      <a:pt x="43" y="378"/>
                    </a:lnTo>
                    <a:lnTo>
                      <a:pt x="1" y="588"/>
                    </a:lnTo>
                    <a:lnTo>
                      <a:pt x="1" y="588"/>
                    </a:lnTo>
                    <a:lnTo>
                      <a:pt x="43" y="756"/>
                    </a:lnTo>
                    <a:lnTo>
                      <a:pt x="169" y="923"/>
                    </a:lnTo>
                    <a:lnTo>
                      <a:pt x="336" y="1049"/>
                    </a:lnTo>
                    <a:lnTo>
                      <a:pt x="504" y="1049"/>
                    </a:lnTo>
                    <a:lnTo>
                      <a:pt x="546" y="1049"/>
                    </a:lnTo>
                    <a:lnTo>
                      <a:pt x="546" y="1049"/>
                    </a:lnTo>
                    <a:lnTo>
                      <a:pt x="3565" y="1007"/>
                    </a:lnTo>
                    <a:lnTo>
                      <a:pt x="3565" y="1007"/>
                    </a:lnTo>
                    <a:lnTo>
                      <a:pt x="3775" y="965"/>
                    </a:lnTo>
                    <a:lnTo>
                      <a:pt x="3943" y="882"/>
                    </a:lnTo>
                    <a:lnTo>
                      <a:pt x="4027" y="714"/>
                    </a:lnTo>
                    <a:lnTo>
                      <a:pt x="4069" y="504"/>
                    </a:lnTo>
                    <a:lnTo>
                      <a:pt x="4069" y="504"/>
                    </a:lnTo>
                    <a:lnTo>
                      <a:pt x="4027" y="294"/>
                    </a:lnTo>
                    <a:lnTo>
                      <a:pt x="3943" y="169"/>
                    </a:lnTo>
                    <a:lnTo>
                      <a:pt x="3775" y="43"/>
                    </a:lnTo>
                    <a:lnTo>
                      <a:pt x="356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463;p17">
                <a:extLst>
                  <a:ext uri="{FF2B5EF4-FFF2-40B4-BE49-F238E27FC236}">
                    <a16:creationId xmlns:a16="http://schemas.microsoft.com/office/drawing/2014/main" id="{C52C2B81-BBD7-AD84-30DE-CDAF5BB780CA}"/>
                  </a:ext>
                </a:extLst>
              </p:cNvPr>
              <p:cNvSpPr/>
              <p:nvPr/>
            </p:nvSpPr>
            <p:spPr>
              <a:xfrm>
                <a:off x="5862672" y="1205218"/>
                <a:ext cx="79031" cy="20399"/>
              </a:xfrm>
              <a:custGeom>
                <a:avLst/>
                <a:gdLst/>
                <a:ahLst/>
                <a:cxnLst/>
                <a:rect l="l" t="t" r="r" b="b"/>
                <a:pathLst>
                  <a:path w="4068" h="1050" fill="none" extrusionOk="0">
                    <a:moveTo>
                      <a:pt x="545" y="1"/>
                    </a:moveTo>
                    <a:lnTo>
                      <a:pt x="545" y="1"/>
                    </a:lnTo>
                    <a:lnTo>
                      <a:pt x="545" y="1"/>
                    </a:lnTo>
                    <a:lnTo>
                      <a:pt x="336" y="43"/>
                    </a:lnTo>
                    <a:lnTo>
                      <a:pt x="168" y="169"/>
                    </a:lnTo>
                    <a:lnTo>
                      <a:pt x="42" y="294"/>
                    </a:lnTo>
                    <a:lnTo>
                      <a:pt x="0" y="504"/>
                    </a:lnTo>
                    <a:lnTo>
                      <a:pt x="0" y="504"/>
                    </a:lnTo>
                    <a:lnTo>
                      <a:pt x="42" y="714"/>
                    </a:lnTo>
                    <a:lnTo>
                      <a:pt x="168" y="882"/>
                    </a:lnTo>
                    <a:lnTo>
                      <a:pt x="336" y="965"/>
                    </a:lnTo>
                    <a:lnTo>
                      <a:pt x="503" y="1007"/>
                    </a:lnTo>
                    <a:lnTo>
                      <a:pt x="503" y="1007"/>
                    </a:lnTo>
                    <a:lnTo>
                      <a:pt x="3565" y="1049"/>
                    </a:lnTo>
                    <a:lnTo>
                      <a:pt x="3565" y="1049"/>
                    </a:lnTo>
                    <a:lnTo>
                      <a:pt x="3565" y="1049"/>
                    </a:lnTo>
                    <a:lnTo>
                      <a:pt x="3774" y="1007"/>
                    </a:lnTo>
                    <a:lnTo>
                      <a:pt x="3942" y="923"/>
                    </a:lnTo>
                    <a:lnTo>
                      <a:pt x="4026" y="756"/>
                    </a:lnTo>
                    <a:lnTo>
                      <a:pt x="4068" y="546"/>
                    </a:lnTo>
                    <a:lnTo>
                      <a:pt x="4068" y="546"/>
                    </a:lnTo>
                    <a:lnTo>
                      <a:pt x="4068" y="378"/>
                    </a:lnTo>
                    <a:lnTo>
                      <a:pt x="3942" y="211"/>
                    </a:lnTo>
                    <a:lnTo>
                      <a:pt x="3774" y="85"/>
                    </a:lnTo>
                    <a:lnTo>
                      <a:pt x="3565" y="43"/>
                    </a:lnTo>
                    <a:lnTo>
                      <a:pt x="3565" y="43"/>
                    </a:lnTo>
                    <a:lnTo>
                      <a:pt x="545"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464;p17">
                <a:extLst>
                  <a:ext uri="{FF2B5EF4-FFF2-40B4-BE49-F238E27FC236}">
                    <a16:creationId xmlns:a16="http://schemas.microsoft.com/office/drawing/2014/main" id="{24A3291D-CA28-5132-6CDD-3E7FDBC62024}"/>
                  </a:ext>
                </a:extLst>
              </p:cNvPr>
              <p:cNvSpPr/>
              <p:nvPr/>
            </p:nvSpPr>
            <p:spPr>
              <a:xfrm>
                <a:off x="5744536" y="1205218"/>
                <a:ext cx="79050" cy="19583"/>
              </a:xfrm>
              <a:custGeom>
                <a:avLst/>
                <a:gdLst/>
                <a:ahLst/>
                <a:cxnLst/>
                <a:rect l="l" t="t" r="r" b="b"/>
                <a:pathLst>
                  <a:path w="4069" h="1008" fill="none" extrusionOk="0">
                    <a:moveTo>
                      <a:pt x="2349" y="1"/>
                    </a:moveTo>
                    <a:lnTo>
                      <a:pt x="2349" y="1"/>
                    </a:lnTo>
                    <a:lnTo>
                      <a:pt x="504" y="1"/>
                    </a:lnTo>
                    <a:lnTo>
                      <a:pt x="504" y="1"/>
                    </a:lnTo>
                    <a:lnTo>
                      <a:pt x="294" y="43"/>
                    </a:lnTo>
                    <a:lnTo>
                      <a:pt x="126" y="127"/>
                    </a:lnTo>
                    <a:lnTo>
                      <a:pt x="42" y="294"/>
                    </a:lnTo>
                    <a:lnTo>
                      <a:pt x="1" y="504"/>
                    </a:lnTo>
                    <a:lnTo>
                      <a:pt x="1" y="504"/>
                    </a:lnTo>
                    <a:lnTo>
                      <a:pt x="42" y="714"/>
                    </a:lnTo>
                    <a:lnTo>
                      <a:pt x="126" y="840"/>
                    </a:lnTo>
                    <a:lnTo>
                      <a:pt x="294" y="965"/>
                    </a:lnTo>
                    <a:lnTo>
                      <a:pt x="504" y="1007"/>
                    </a:lnTo>
                    <a:lnTo>
                      <a:pt x="504" y="1007"/>
                    </a:lnTo>
                    <a:lnTo>
                      <a:pt x="504" y="1007"/>
                    </a:lnTo>
                    <a:lnTo>
                      <a:pt x="2349" y="1007"/>
                    </a:lnTo>
                    <a:lnTo>
                      <a:pt x="3565" y="1007"/>
                    </a:lnTo>
                    <a:lnTo>
                      <a:pt x="3565" y="1007"/>
                    </a:lnTo>
                    <a:lnTo>
                      <a:pt x="3565" y="1007"/>
                    </a:lnTo>
                    <a:lnTo>
                      <a:pt x="3733" y="965"/>
                    </a:lnTo>
                    <a:lnTo>
                      <a:pt x="3901" y="840"/>
                    </a:lnTo>
                    <a:lnTo>
                      <a:pt x="4026" y="672"/>
                    </a:lnTo>
                    <a:lnTo>
                      <a:pt x="4068" y="504"/>
                    </a:lnTo>
                    <a:lnTo>
                      <a:pt x="4068" y="504"/>
                    </a:lnTo>
                    <a:lnTo>
                      <a:pt x="4026" y="294"/>
                    </a:lnTo>
                    <a:lnTo>
                      <a:pt x="3901" y="127"/>
                    </a:lnTo>
                    <a:lnTo>
                      <a:pt x="3775" y="43"/>
                    </a:lnTo>
                    <a:lnTo>
                      <a:pt x="3565" y="1"/>
                    </a:lnTo>
                    <a:lnTo>
                      <a:pt x="2349" y="1"/>
                    </a:lnTo>
                  </a:path>
                </a:pathLst>
              </a:custGeom>
              <a:solidFill>
                <a:srgbClr val="FFFFFF">
                  <a:alpha val="38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7" name="Google Shape;465;p17">
              <a:extLst>
                <a:ext uri="{FF2B5EF4-FFF2-40B4-BE49-F238E27FC236}">
                  <a16:creationId xmlns:a16="http://schemas.microsoft.com/office/drawing/2014/main" id="{DFD983CB-7E40-2082-C727-19B8C1947EE0}"/>
                </a:ext>
              </a:extLst>
            </p:cNvPr>
            <p:cNvSpPr/>
            <p:nvPr/>
          </p:nvSpPr>
          <p:spPr>
            <a:xfrm>
              <a:off x="2462974" y="3676633"/>
              <a:ext cx="1097400" cy="1097400"/>
            </a:xfrm>
            <a:prstGeom prst="ellipse">
              <a:avLst/>
            </a:prstGeom>
            <a:solidFill>
              <a:srgbClr val="7E0029"/>
            </a:solidFill>
            <a:ln w="38100" cap="flat" cmpd="sng">
              <a:solidFill>
                <a:schemeClr val="lt1"/>
              </a:solidFill>
              <a:prstDash val="solid"/>
              <a:round/>
              <a:headEnd type="none" w="sm" len="sm"/>
              <a:tailEnd type="none" w="sm" len="sm"/>
            </a:ln>
            <a:effectLst>
              <a:outerShdw blurRad="57150" dist="28575" dir="5400000" algn="bl" rotWithShape="0">
                <a:srgbClr val="000000">
                  <a:alpha val="22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466;p17">
              <a:extLst>
                <a:ext uri="{FF2B5EF4-FFF2-40B4-BE49-F238E27FC236}">
                  <a16:creationId xmlns:a16="http://schemas.microsoft.com/office/drawing/2014/main" id="{E431CEE1-AB14-8077-A14A-546B5BC35D05}"/>
                </a:ext>
              </a:extLst>
            </p:cNvPr>
            <p:cNvSpPr txBox="1"/>
            <p:nvPr/>
          </p:nvSpPr>
          <p:spPr>
            <a:xfrm>
              <a:off x="3883212" y="4002555"/>
              <a:ext cx="3245935" cy="326100"/>
            </a:xfrm>
            <a:prstGeom prst="rect">
              <a:avLst/>
            </a:prstGeom>
            <a:noFill/>
            <a:ln>
              <a:noFill/>
            </a:ln>
          </p:spPr>
          <p:txBody>
            <a:bodyPr spcFirstLastPara="1" wrap="square" lIns="91425" tIns="91425" rIns="91425" bIns="91425" anchor="ctr" anchorCtr="0">
              <a:noAutofit/>
            </a:bodyPr>
            <a:lstStyle/>
            <a:p>
              <a:r>
                <a:rPr lang="es-ES_tradnl" sz="3000" b="1" dirty="0" err="1">
                  <a:solidFill>
                    <a:schemeClr val="bg1"/>
                  </a:solidFill>
                </a:rPr>
                <a:t>Personalized</a:t>
              </a:r>
              <a:r>
                <a:rPr lang="es-ES_tradnl" sz="3000" b="1" dirty="0">
                  <a:solidFill>
                    <a:schemeClr val="bg1"/>
                  </a:solidFill>
                </a:rPr>
                <a:t> </a:t>
              </a:r>
              <a:r>
                <a:rPr lang="es-ES_tradnl" sz="3000" b="1" dirty="0" err="1">
                  <a:solidFill>
                    <a:schemeClr val="bg1"/>
                  </a:solidFill>
                </a:rPr>
                <a:t>subscription</a:t>
              </a:r>
              <a:r>
                <a:rPr lang="es-ES_tradnl" sz="3000" b="1" dirty="0">
                  <a:solidFill>
                    <a:schemeClr val="bg1"/>
                  </a:solidFill>
                </a:rPr>
                <a:t> </a:t>
              </a:r>
              <a:r>
                <a:rPr lang="es-ES_tradnl" sz="3000" b="1" dirty="0" err="1">
                  <a:solidFill>
                    <a:schemeClr val="bg1"/>
                  </a:solidFill>
                </a:rPr>
                <a:t>periods</a:t>
              </a:r>
              <a:endParaRPr lang="es-ES_tradnl" sz="3000" b="1" dirty="0">
                <a:solidFill>
                  <a:schemeClr val="bg1"/>
                </a:solidFill>
              </a:endParaRPr>
            </a:p>
          </p:txBody>
        </p:sp>
        <p:sp>
          <p:nvSpPr>
            <p:cNvPr id="360" name="Google Shape;468;p17">
              <a:extLst>
                <a:ext uri="{FF2B5EF4-FFF2-40B4-BE49-F238E27FC236}">
                  <a16:creationId xmlns:a16="http://schemas.microsoft.com/office/drawing/2014/main" id="{18607250-0DD2-C14D-81EC-9A5A1EF1E2D0}"/>
                </a:ext>
              </a:extLst>
            </p:cNvPr>
            <p:cNvSpPr txBox="1"/>
            <p:nvPr/>
          </p:nvSpPr>
          <p:spPr>
            <a:xfrm>
              <a:off x="2610423" y="3969900"/>
              <a:ext cx="802500" cy="53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b="1">
                  <a:solidFill>
                    <a:schemeClr val="lt1"/>
                  </a:solidFill>
                  <a:latin typeface="Fira Sans Extra Condensed"/>
                  <a:ea typeface="Fira Sans Extra Condensed"/>
                  <a:cs typeface="Fira Sans Extra Condensed"/>
                  <a:sym typeface="Fira Sans Extra Condensed"/>
                </a:rPr>
                <a:t>03</a:t>
              </a:r>
              <a:endParaRPr sz="4000" b="1">
                <a:solidFill>
                  <a:schemeClr val="lt1"/>
                </a:solidFill>
                <a:latin typeface="Fira Sans Extra Condensed"/>
                <a:ea typeface="Fira Sans Extra Condensed"/>
                <a:cs typeface="Fira Sans Extra Condensed"/>
                <a:sym typeface="Fira Sans Extra Condensed"/>
              </a:endParaRPr>
            </a:p>
          </p:txBody>
        </p:sp>
      </p:grpSp>
    </p:spTree>
    <p:custDataLst>
      <p:tags r:id="rId1"/>
    </p:custDataLst>
    <p:extLst>
      <p:ext uri="{BB962C8B-B14F-4D97-AF65-F5344CB8AC3E}">
        <p14:creationId xmlns:p14="http://schemas.microsoft.com/office/powerpoint/2010/main" val="523425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animEffect transition="in" filter="barn(inVertical)">
                                      <p:cBhvr>
                                        <p:cTn id="7" dur="500"/>
                                        <p:tgtEl>
                                          <p:spTgt spid="36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62"/>
                                        </p:tgtEl>
                                        <p:attrNameLst>
                                          <p:attrName>style.visibility</p:attrName>
                                        </p:attrNameLst>
                                      </p:cBhvr>
                                      <p:to>
                                        <p:strVal val="visible"/>
                                      </p:to>
                                    </p:set>
                                    <p:animEffect transition="in" filter="barn(inVertical)">
                                      <p:cBhvr>
                                        <p:cTn id="12" dur="500"/>
                                        <p:tgtEl>
                                          <p:spTgt spid="36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63"/>
                                        </p:tgtEl>
                                        <p:attrNameLst>
                                          <p:attrName>style.visibility</p:attrName>
                                        </p:attrNameLst>
                                      </p:cBhvr>
                                      <p:to>
                                        <p:strVal val="visible"/>
                                      </p:to>
                                    </p:set>
                                    <p:animEffect transition="in" filter="barn(inVertical)">
                                      <p:cBhvr>
                                        <p:cTn id="17" dur="500"/>
                                        <p:tgtEl>
                                          <p:spTgt spid="36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E8EC7-E7B4-6DA5-D6D8-98D2D3C349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F1B9AE-B4B7-E7E2-9093-D8F39EEC1C10}"/>
              </a:ext>
            </a:extLst>
          </p:cNvPr>
          <p:cNvSpPr>
            <a:spLocks noGrp="1"/>
          </p:cNvSpPr>
          <p:nvPr>
            <p:ph type="title"/>
          </p:nvPr>
        </p:nvSpPr>
        <p:spPr>
          <a:xfrm>
            <a:off x="657922" y="270340"/>
            <a:ext cx="5878904" cy="1325563"/>
          </a:xfrm>
        </p:spPr>
        <p:txBody>
          <a:bodyPr/>
          <a:lstStyle/>
          <a:p>
            <a:pPr algn="just"/>
            <a:r>
              <a:rPr lang="es-ES" b="1" dirty="0">
                <a:solidFill>
                  <a:srgbClr val="7E0029"/>
                </a:solidFill>
              </a:rPr>
              <a:t> </a:t>
            </a:r>
            <a:r>
              <a:rPr lang="es-ES" b="1" dirty="0" err="1">
                <a:solidFill>
                  <a:srgbClr val="7E0029"/>
                </a:solidFill>
              </a:rPr>
              <a:t>What</a:t>
            </a:r>
            <a:r>
              <a:rPr lang="es-ES" b="1" dirty="0">
                <a:solidFill>
                  <a:srgbClr val="7E0029"/>
                </a:solidFill>
              </a:rPr>
              <a:t> </a:t>
            </a:r>
            <a:r>
              <a:rPr lang="es-ES" b="1" dirty="0" err="1">
                <a:solidFill>
                  <a:srgbClr val="7E0029"/>
                </a:solidFill>
              </a:rPr>
              <a:t>is</a:t>
            </a:r>
            <a:r>
              <a:rPr lang="es-ES" b="1" dirty="0">
                <a:solidFill>
                  <a:srgbClr val="7E0029"/>
                </a:solidFill>
              </a:rPr>
              <a:t> </a:t>
            </a:r>
            <a:r>
              <a:rPr lang="es-ES" b="1" dirty="0" err="1">
                <a:solidFill>
                  <a:srgbClr val="7E0029"/>
                </a:solidFill>
              </a:rPr>
              <a:t>this</a:t>
            </a:r>
            <a:r>
              <a:rPr lang="es-ES" b="1" dirty="0">
                <a:solidFill>
                  <a:srgbClr val="7E0029"/>
                </a:solidFill>
              </a:rPr>
              <a:t> </a:t>
            </a:r>
            <a:r>
              <a:rPr lang="es-ES" b="1" dirty="0" err="1">
                <a:solidFill>
                  <a:srgbClr val="7E0029"/>
                </a:solidFill>
              </a:rPr>
              <a:t>about</a:t>
            </a:r>
            <a:r>
              <a:rPr lang="es-ES" b="1" dirty="0">
                <a:solidFill>
                  <a:srgbClr val="7E0029"/>
                </a:solidFill>
              </a:rPr>
              <a:t>?</a:t>
            </a:r>
          </a:p>
        </p:txBody>
      </p:sp>
      <p:grpSp>
        <p:nvGrpSpPr>
          <p:cNvPr id="12" name="Grupo 11">
            <a:extLst>
              <a:ext uri="{FF2B5EF4-FFF2-40B4-BE49-F238E27FC236}">
                <a16:creationId xmlns:a16="http://schemas.microsoft.com/office/drawing/2014/main" id="{57102452-CADC-98DD-8306-CF2CC1F653F8}"/>
              </a:ext>
            </a:extLst>
          </p:cNvPr>
          <p:cNvGrpSpPr/>
          <p:nvPr/>
        </p:nvGrpSpPr>
        <p:grpSpPr>
          <a:xfrm>
            <a:off x="1170345" y="1926676"/>
            <a:ext cx="6991815" cy="1325563"/>
            <a:chOff x="1081668" y="2038577"/>
            <a:chExt cx="6991815" cy="1325563"/>
          </a:xfrm>
        </p:grpSpPr>
        <p:sp>
          <p:nvSpPr>
            <p:cNvPr id="3" name="CuadroTexto 2">
              <a:extLst>
                <a:ext uri="{FF2B5EF4-FFF2-40B4-BE49-F238E27FC236}">
                  <a16:creationId xmlns:a16="http://schemas.microsoft.com/office/drawing/2014/main" id="{6D41308A-A826-3937-B6FE-CAF825CD12DC}"/>
                </a:ext>
              </a:extLst>
            </p:cNvPr>
            <p:cNvSpPr txBox="1"/>
            <p:nvPr/>
          </p:nvSpPr>
          <p:spPr>
            <a:xfrm>
              <a:off x="1081668" y="2147361"/>
              <a:ext cx="729687"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1.</a:t>
              </a:r>
            </a:p>
          </p:txBody>
        </p:sp>
        <p:sp>
          <p:nvSpPr>
            <p:cNvPr id="5" name="Título 1">
              <a:extLst>
                <a:ext uri="{FF2B5EF4-FFF2-40B4-BE49-F238E27FC236}">
                  <a16:creationId xmlns:a16="http://schemas.microsoft.com/office/drawing/2014/main" id="{EAAB2836-BA87-143A-6929-855068151D34}"/>
                </a:ext>
              </a:extLst>
            </p:cNvPr>
            <p:cNvSpPr txBox="1">
              <a:spLocks/>
            </p:cNvSpPr>
            <p:nvPr/>
          </p:nvSpPr>
          <p:spPr>
            <a:xfrm>
              <a:off x="1852813" y="2038577"/>
              <a:ext cx="62206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t>Introduction</a:t>
              </a:r>
              <a:endParaRPr lang="es-ES" b="1" dirty="0"/>
            </a:p>
          </p:txBody>
        </p:sp>
      </p:grpSp>
      <p:sp>
        <p:nvSpPr>
          <p:cNvPr id="8" name="CuadroTexto 7">
            <a:extLst>
              <a:ext uri="{FF2B5EF4-FFF2-40B4-BE49-F238E27FC236}">
                <a16:creationId xmlns:a16="http://schemas.microsoft.com/office/drawing/2014/main" id="{77584F49-7ABA-1EFD-03F0-810E0A54D441}"/>
              </a:ext>
            </a:extLst>
          </p:cNvPr>
          <p:cNvSpPr txBox="1"/>
          <p:nvPr/>
        </p:nvSpPr>
        <p:spPr>
          <a:xfrm>
            <a:off x="1081667" y="3054902"/>
            <a:ext cx="792205"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2.</a:t>
            </a:r>
          </a:p>
        </p:txBody>
      </p:sp>
      <p:sp>
        <p:nvSpPr>
          <p:cNvPr id="9" name="Título 1">
            <a:extLst>
              <a:ext uri="{FF2B5EF4-FFF2-40B4-BE49-F238E27FC236}">
                <a16:creationId xmlns:a16="http://schemas.microsoft.com/office/drawing/2014/main" id="{A71B7488-33B3-F323-F51E-B45EBFF8B8E6}"/>
              </a:ext>
            </a:extLst>
          </p:cNvPr>
          <p:cNvSpPr txBox="1">
            <a:spLocks/>
          </p:cNvSpPr>
          <p:nvPr/>
        </p:nvSpPr>
        <p:spPr>
          <a:xfrm>
            <a:off x="1902766" y="2954287"/>
            <a:ext cx="457154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dirty="0" err="1">
                <a:latin typeface="Calibri" panose="020F0502020204030204" pitchFamily="34" charset="0"/>
                <a:cs typeface="Calibri" panose="020F0502020204030204" pitchFamily="34" charset="0"/>
              </a:rPr>
              <a:t>Analysis</a:t>
            </a:r>
            <a:r>
              <a:rPr lang="es-ES" sz="3200" dirty="0">
                <a:latin typeface="Calibri" panose="020F0502020204030204" pitchFamily="34" charset="0"/>
                <a:cs typeface="Calibri" panose="020F0502020204030204" pitchFamily="34" charset="0"/>
              </a:rPr>
              <a:t> </a:t>
            </a:r>
            <a:r>
              <a:rPr lang="es-ES" sz="3200" dirty="0" err="1">
                <a:latin typeface="Calibri" panose="020F0502020204030204" pitchFamily="34" charset="0"/>
                <a:cs typeface="Calibri" panose="020F0502020204030204" pitchFamily="34" charset="0"/>
              </a:rPr>
              <a:t>of</a:t>
            </a:r>
            <a:r>
              <a:rPr lang="es-ES" sz="3200" dirty="0">
                <a:latin typeface="Calibri" panose="020F0502020204030204" pitchFamily="34" charset="0"/>
                <a:cs typeface="Calibri" panose="020F0502020204030204" pitchFamily="34" charset="0"/>
              </a:rPr>
              <a:t> </a:t>
            </a:r>
            <a:r>
              <a:rPr lang="es-ES" sz="3200" dirty="0" err="1">
                <a:latin typeface="Calibri" panose="020F0502020204030204" pitchFamily="34" charset="0"/>
                <a:cs typeface="Calibri" panose="020F0502020204030204" pitchFamily="34" charset="0"/>
              </a:rPr>
              <a:t>the</a:t>
            </a:r>
            <a:r>
              <a:rPr lang="es-ES" sz="3200" dirty="0">
                <a:latin typeface="Calibri" panose="020F0502020204030204" pitchFamily="34" charset="0"/>
                <a:cs typeface="Calibri" panose="020F0502020204030204" pitchFamily="34" charset="0"/>
              </a:rPr>
              <a:t> </a:t>
            </a:r>
            <a:r>
              <a:rPr lang="es-ES" sz="3200" dirty="0" err="1">
                <a:latin typeface="Calibri" panose="020F0502020204030204" pitchFamily="34" charset="0"/>
                <a:cs typeface="Calibri" panose="020F0502020204030204" pitchFamily="34" charset="0"/>
              </a:rPr>
              <a:t>Industry</a:t>
            </a:r>
            <a:endParaRPr lang="es-ES" dirty="0">
              <a:latin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3E652938-8E36-3191-C19D-FB662E81C26A}"/>
              </a:ext>
            </a:extLst>
          </p:cNvPr>
          <p:cNvSpPr txBox="1"/>
          <p:nvPr/>
        </p:nvSpPr>
        <p:spPr>
          <a:xfrm>
            <a:off x="1081667" y="3992442"/>
            <a:ext cx="808235" cy="1107996"/>
          </a:xfrm>
          <a:prstGeom prst="rect">
            <a:avLst/>
          </a:prstGeom>
          <a:noFill/>
        </p:spPr>
        <p:txBody>
          <a:bodyPr wrap="none" rtlCol="0">
            <a:spAutoFit/>
          </a:bodyPr>
          <a:lstStyle/>
          <a:p>
            <a:r>
              <a:rPr lang="es-ES_tradnl" sz="6600" b="1" dirty="0">
                <a:solidFill>
                  <a:srgbClr val="7E0029"/>
                </a:solidFill>
                <a:latin typeface="ACADEMY ENGRAVED LET PLAIN:1.0" panose="02000000000000000000" pitchFamily="2" charset="0"/>
              </a:rPr>
              <a:t>3.</a:t>
            </a:r>
          </a:p>
        </p:txBody>
      </p:sp>
      <p:sp>
        <p:nvSpPr>
          <p:cNvPr id="10" name="Título 1">
            <a:extLst>
              <a:ext uri="{FF2B5EF4-FFF2-40B4-BE49-F238E27FC236}">
                <a16:creationId xmlns:a16="http://schemas.microsoft.com/office/drawing/2014/main" id="{A46E7313-03CB-DB2B-E85A-0095805F859C}"/>
              </a:ext>
            </a:extLst>
          </p:cNvPr>
          <p:cNvSpPr txBox="1">
            <a:spLocks/>
          </p:cNvSpPr>
          <p:nvPr/>
        </p:nvSpPr>
        <p:spPr>
          <a:xfrm>
            <a:off x="1915922" y="3942142"/>
            <a:ext cx="50444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ES" sz="3200" b="1" dirty="0" err="1">
                <a:latin typeface="Calibri" panose="020F0502020204030204" pitchFamily="34" charset="0"/>
                <a:cs typeface="Calibri" panose="020F0502020204030204" pitchFamily="34" charset="0"/>
              </a:rPr>
              <a:t>Conclusions</a:t>
            </a:r>
            <a:r>
              <a:rPr lang="es-ES" sz="3200" b="1" dirty="0">
                <a:latin typeface="Calibri" panose="020F0502020204030204" pitchFamily="34" charset="0"/>
                <a:cs typeface="Calibri" panose="020F0502020204030204" pitchFamily="34" charset="0"/>
              </a:rPr>
              <a:t> &amp; Future </a:t>
            </a:r>
            <a:r>
              <a:rPr lang="es-ES" sz="3200" b="1" dirty="0" err="1">
                <a:latin typeface="Calibri" panose="020F0502020204030204" pitchFamily="34" charset="0"/>
                <a:cs typeface="Calibri" panose="020F0502020204030204" pitchFamily="34" charset="0"/>
              </a:rPr>
              <a:t>Work</a:t>
            </a:r>
            <a:endParaRPr lang="es-ES" b="1" dirty="0">
              <a:latin typeface="Calibri" panose="020F0502020204030204" pitchFamily="34" charset="0"/>
              <a:cs typeface="Calibri" panose="020F0502020204030204" pitchFamily="34" charset="0"/>
            </a:endParaRPr>
          </a:p>
        </p:txBody>
      </p:sp>
      <p:sp>
        <p:nvSpPr>
          <p:cNvPr id="267" name="CuadroTexto 266">
            <a:extLst>
              <a:ext uri="{FF2B5EF4-FFF2-40B4-BE49-F238E27FC236}">
                <a16:creationId xmlns:a16="http://schemas.microsoft.com/office/drawing/2014/main" id="{EFAC848F-3FDE-3EF4-42F4-297B94999028}"/>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18</a:t>
            </a:r>
          </a:p>
        </p:txBody>
      </p:sp>
    </p:spTree>
    <p:custDataLst>
      <p:tags r:id="rId1"/>
    </p:custDataLst>
    <p:extLst>
      <p:ext uri="{BB962C8B-B14F-4D97-AF65-F5344CB8AC3E}">
        <p14:creationId xmlns:p14="http://schemas.microsoft.com/office/powerpoint/2010/main" val="1992295055"/>
      </p:ext>
    </p:extLst>
  </p:cSld>
  <p:clrMapOvr>
    <a:masterClrMapping/>
  </p:clrMapOvr>
  <mc:AlternateContent xmlns:mc="http://schemas.openxmlformats.org/markup-compatibility/2006" xmlns:p14="http://schemas.microsoft.com/office/powerpoint/2010/main">
    <mc:Choice Requires="p14">
      <p:transition p14:dur="0" advTm="83107"/>
    </mc:Choice>
    <mc:Fallback xmlns="">
      <p:transition advTm="8310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E22EE-F49E-9944-5F04-92E4E4825B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9215F5-CA86-C80C-24FD-C89C414786CA}"/>
              </a:ext>
            </a:extLst>
          </p:cNvPr>
          <p:cNvSpPr>
            <a:spLocks noGrp="1"/>
          </p:cNvSpPr>
          <p:nvPr>
            <p:ph type="title"/>
          </p:nvPr>
        </p:nvSpPr>
        <p:spPr>
          <a:xfrm>
            <a:off x="767314" y="0"/>
            <a:ext cx="10657371" cy="1325563"/>
          </a:xfrm>
        </p:spPr>
        <p:txBody>
          <a:bodyPr/>
          <a:lstStyle/>
          <a:p>
            <a:pPr algn="ctr"/>
            <a:r>
              <a:rPr lang="es-ES" b="1" dirty="0" err="1">
                <a:solidFill>
                  <a:srgbClr val="7E0029"/>
                </a:solidFill>
              </a:rPr>
              <a:t>Conclusions</a:t>
            </a:r>
            <a:endParaRPr lang="es-ES" b="1" dirty="0">
              <a:solidFill>
                <a:srgbClr val="7E0029"/>
              </a:solidFill>
            </a:endParaRPr>
          </a:p>
        </p:txBody>
      </p:sp>
      <p:sp>
        <p:nvSpPr>
          <p:cNvPr id="3" name="CuadroTexto 2">
            <a:extLst>
              <a:ext uri="{FF2B5EF4-FFF2-40B4-BE49-F238E27FC236}">
                <a16:creationId xmlns:a16="http://schemas.microsoft.com/office/drawing/2014/main" id="{97E91EF8-A10B-673C-A7DD-D5366FA481B5}"/>
              </a:ext>
            </a:extLst>
          </p:cNvPr>
          <p:cNvSpPr txBox="1"/>
          <p:nvPr/>
        </p:nvSpPr>
        <p:spPr>
          <a:xfrm>
            <a:off x="11671950" y="6334780"/>
            <a:ext cx="550151" cy="523220"/>
          </a:xfrm>
          <a:prstGeom prst="rect">
            <a:avLst/>
          </a:prstGeom>
          <a:noFill/>
        </p:spPr>
        <p:txBody>
          <a:bodyPr wrap="none" rtlCol="0">
            <a:spAutoFit/>
          </a:bodyPr>
          <a:lstStyle/>
          <a:p>
            <a:r>
              <a:rPr lang="es-ES_tradnl" sz="2800" dirty="0">
                <a:solidFill>
                  <a:srgbClr val="7E0029"/>
                </a:solidFill>
              </a:rPr>
              <a:t>19</a:t>
            </a:r>
          </a:p>
        </p:txBody>
      </p:sp>
      <p:pic>
        <p:nvPicPr>
          <p:cNvPr id="8" name="Imagen 7" descr="Gráfico&#10;&#10;Descripción generada automáticamente">
            <a:extLst>
              <a:ext uri="{FF2B5EF4-FFF2-40B4-BE49-F238E27FC236}">
                <a16:creationId xmlns:a16="http://schemas.microsoft.com/office/drawing/2014/main" id="{6B40CD14-8132-6E82-6317-09FC22CC86C0}"/>
              </a:ext>
            </a:extLst>
          </p:cNvPr>
          <p:cNvPicPr>
            <a:picLocks noChangeAspect="1"/>
          </p:cNvPicPr>
          <p:nvPr/>
        </p:nvPicPr>
        <p:blipFill>
          <a:blip r:embed="rId4">
            <a:extLst>
              <a:ext uri="{28A0092B-C50C-407E-A947-70E740481C1C}">
                <a14:useLocalDpi xmlns:a14="http://schemas.microsoft.com/office/drawing/2010/main" val="0"/>
              </a:ext>
            </a:extLst>
          </a:blip>
          <a:srcRect l="51088" t="42135" b="13095"/>
          <a:stretch>
            <a:fillRect/>
          </a:stretch>
        </p:blipFill>
        <p:spPr>
          <a:xfrm>
            <a:off x="395784" y="1160061"/>
            <a:ext cx="6946711" cy="5335090"/>
          </a:xfrm>
          <a:prstGeom prst="rect">
            <a:avLst/>
          </a:prstGeom>
        </p:spPr>
      </p:pic>
      <p:grpSp>
        <p:nvGrpSpPr>
          <p:cNvPr id="11" name="Grupo 10">
            <a:extLst>
              <a:ext uri="{FF2B5EF4-FFF2-40B4-BE49-F238E27FC236}">
                <a16:creationId xmlns:a16="http://schemas.microsoft.com/office/drawing/2014/main" id="{AE565264-94E9-F04F-B9A5-AF34C01A8CC7}"/>
              </a:ext>
            </a:extLst>
          </p:cNvPr>
          <p:cNvGrpSpPr/>
          <p:nvPr/>
        </p:nvGrpSpPr>
        <p:grpSpPr>
          <a:xfrm>
            <a:off x="8322000" y="10118"/>
            <a:ext cx="3870000" cy="6847882"/>
            <a:chOff x="8322163" y="2"/>
            <a:chExt cx="3870000" cy="6847882"/>
          </a:xfrm>
        </p:grpSpPr>
        <p:pic>
          <p:nvPicPr>
            <p:cNvPr id="13" name="Imagen 12" descr="Imagen de la pantalla de un video juego&#10;&#10;El contenido generado por IA puede ser incorrecto.">
              <a:extLst>
                <a:ext uri="{FF2B5EF4-FFF2-40B4-BE49-F238E27FC236}">
                  <a16:creationId xmlns:a16="http://schemas.microsoft.com/office/drawing/2014/main" id="{A2B63E25-6C4D-582A-EE71-2E1611002B24}"/>
                </a:ext>
              </a:extLst>
            </p:cNvPr>
            <p:cNvPicPr>
              <a:picLocks/>
            </p:cNvPicPr>
            <p:nvPr/>
          </p:nvPicPr>
          <p:blipFill>
            <a:blip r:embed="rId5"/>
            <a:stretch>
              <a:fillRect/>
            </a:stretch>
          </p:blipFill>
          <p:spPr>
            <a:xfrm>
              <a:off x="8322163" y="2"/>
              <a:ext cx="3870000" cy="6847882"/>
            </a:xfrm>
            <a:prstGeom prst="rect">
              <a:avLst/>
            </a:prstGeom>
          </p:spPr>
        </p:pic>
        <p:sp>
          <p:nvSpPr>
            <p:cNvPr id="14" name="Elipse 13">
              <a:extLst>
                <a:ext uri="{FF2B5EF4-FFF2-40B4-BE49-F238E27FC236}">
                  <a16:creationId xmlns:a16="http://schemas.microsoft.com/office/drawing/2014/main" id="{DF69B781-CEEA-5E5F-066C-D5A907D4679F}"/>
                </a:ext>
              </a:extLst>
            </p:cNvPr>
            <p:cNvSpPr/>
            <p:nvPr/>
          </p:nvSpPr>
          <p:spPr>
            <a:xfrm>
              <a:off x="11682936" y="6276093"/>
              <a:ext cx="461914" cy="468000"/>
            </a:xfrm>
            <a:prstGeom prst="ellipse">
              <a:avLst/>
            </a:prstGeom>
            <a:solidFill>
              <a:schemeClr val="bg1"/>
            </a:solidFill>
            <a:ln w="28575">
              <a:solidFill>
                <a:srgbClr val="1021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dirty="0">
                  <a:solidFill>
                    <a:srgbClr val="102130"/>
                  </a:solidFill>
                </a:rPr>
                <a:t>4</a:t>
              </a:r>
            </a:p>
          </p:txBody>
        </p:sp>
      </p:grpSp>
      <p:cxnSp>
        <p:nvCxnSpPr>
          <p:cNvPr id="15" name="Conector recto 14">
            <a:extLst>
              <a:ext uri="{FF2B5EF4-FFF2-40B4-BE49-F238E27FC236}">
                <a16:creationId xmlns:a16="http://schemas.microsoft.com/office/drawing/2014/main" id="{FBFE6F47-E95C-FAEA-2FD8-E526E58EE389}"/>
              </a:ext>
            </a:extLst>
          </p:cNvPr>
          <p:cNvCxnSpPr>
            <a:cxnSpLocks/>
          </p:cNvCxnSpPr>
          <p:nvPr/>
        </p:nvCxnSpPr>
        <p:spPr>
          <a:xfrm>
            <a:off x="8302185" y="7093"/>
            <a:ext cx="19815" cy="685090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1787629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3107">
        <p159:morph option="byObject"/>
      </p:transition>
    </mc:Choice>
    <mc:Fallback xmlns="">
      <p:transition spd="slow" advTm="8310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343FC-524C-5D47-4F77-0BAA37CAC7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61C04C-F51D-6A12-63AE-E002B64727A5}"/>
              </a:ext>
            </a:extLst>
          </p:cNvPr>
          <p:cNvSpPr>
            <a:spLocks noGrp="1"/>
          </p:cNvSpPr>
          <p:nvPr>
            <p:ph type="title"/>
          </p:nvPr>
        </p:nvSpPr>
        <p:spPr>
          <a:xfrm>
            <a:off x="0" y="3887096"/>
            <a:ext cx="12192000" cy="1325563"/>
          </a:xfrm>
        </p:spPr>
        <p:txBody>
          <a:bodyPr/>
          <a:lstStyle/>
          <a:p>
            <a:pPr algn="ctr"/>
            <a:r>
              <a:rPr lang="es-ES" b="1" dirty="0" err="1">
                <a:solidFill>
                  <a:srgbClr val="7E0029"/>
                </a:solidFill>
              </a:rPr>
              <a:t>Pricing-driven</a:t>
            </a:r>
            <a:r>
              <a:rPr lang="es-ES" b="1" dirty="0">
                <a:solidFill>
                  <a:srgbClr val="7E0029"/>
                </a:solidFill>
              </a:rPr>
              <a:t> </a:t>
            </a:r>
            <a:r>
              <a:rPr lang="es-ES" b="1" dirty="0" err="1">
                <a:solidFill>
                  <a:srgbClr val="7E0029"/>
                </a:solidFill>
              </a:rPr>
              <a:t>Development</a:t>
            </a:r>
            <a:r>
              <a:rPr lang="es-ES" b="1" dirty="0">
                <a:solidFill>
                  <a:srgbClr val="7E0029"/>
                </a:solidFill>
              </a:rPr>
              <a:t> &amp; </a:t>
            </a:r>
            <a:r>
              <a:rPr lang="es-ES" b="1" dirty="0" err="1">
                <a:solidFill>
                  <a:srgbClr val="7E0029"/>
                </a:solidFill>
              </a:rPr>
              <a:t>Operation</a:t>
            </a:r>
            <a:r>
              <a:rPr lang="es-ES" b="1" dirty="0">
                <a:solidFill>
                  <a:srgbClr val="7E0029"/>
                </a:solidFill>
              </a:rPr>
              <a:t> </a:t>
            </a:r>
            <a:r>
              <a:rPr lang="es-ES" b="1" dirty="0" err="1">
                <a:solidFill>
                  <a:srgbClr val="7E0029"/>
                </a:solidFill>
              </a:rPr>
              <a:t>of</a:t>
            </a:r>
            <a:r>
              <a:rPr lang="es-ES" b="1" dirty="0">
                <a:solidFill>
                  <a:srgbClr val="7E0029"/>
                </a:solidFill>
              </a:rPr>
              <a:t> SaaS</a:t>
            </a:r>
          </a:p>
        </p:txBody>
      </p:sp>
      <p:sp>
        <p:nvSpPr>
          <p:cNvPr id="3" name="CuadroTexto 2">
            <a:extLst>
              <a:ext uri="{FF2B5EF4-FFF2-40B4-BE49-F238E27FC236}">
                <a16:creationId xmlns:a16="http://schemas.microsoft.com/office/drawing/2014/main" id="{AF9BAE6A-AA8A-81F7-39E8-27BF3C7FE252}"/>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20</a:t>
            </a:r>
          </a:p>
        </p:txBody>
      </p:sp>
      <p:pic>
        <p:nvPicPr>
          <p:cNvPr id="1026" name="Picture 2" descr="Bonus PNG para descargar gratis">
            <a:extLst>
              <a:ext uri="{FF2B5EF4-FFF2-40B4-BE49-F238E27FC236}">
                <a16:creationId xmlns:a16="http://schemas.microsoft.com/office/drawing/2014/main" id="{B62BE641-CB60-196C-C541-9D2EC0E7C4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5918" y="132053"/>
            <a:ext cx="5160164" cy="354650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524604044"/>
      </p:ext>
    </p:extLst>
  </p:cSld>
  <p:clrMapOvr>
    <a:masterClrMapping/>
  </p:clrMapOvr>
  <mc:AlternateContent xmlns:mc="http://schemas.openxmlformats.org/markup-compatibility/2006" xmlns:p14="http://schemas.microsoft.com/office/powerpoint/2010/main">
    <mc:Choice Requires="p14">
      <p:transition p14:dur="0" advTm="83107"/>
    </mc:Choice>
    <mc:Fallback xmlns="">
      <p:transition advTm="83107"/>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oogle Shape;294;p32">
            <a:extLst>
              <a:ext uri="{FF2B5EF4-FFF2-40B4-BE49-F238E27FC236}">
                <a16:creationId xmlns:a16="http://schemas.microsoft.com/office/drawing/2014/main" id="{A35BCF2C-6A47-0D0A-AB5B-6D454C37B3F8}"/>
              </a:ext>
            </a:extLst>
          </p:cNvPr>
          <p:cNvGrpSpPr/>
          <p:nvPr/>
        </p:nvGrpSpPr>
        <p:grpSpPr>
          <a:xfrm flipV="1">
            <a:off x="1828138" y="1717688"/>
            <a:ext cx="8935425" cy="3553280"/>
            <a:chOff x="2784331" y="1968226"/>
            <a:chExt cx="3419361" cy="1688854"/>
          </a:xfrm>
        </p:grpSpPr>
        <p:sp>
          <p:nvSpPr>
            <p:cNvPr id="40" name="Google Shape;295;p32">
              <a:extLst>
                <a:ext uri="{FF2B5EF4-FFF2-40B4-BE49-F238E27FC236}">
                  <a16:creationId xmlns:a16="http://schemas.microsoft.com/office/drawing/2014/main" id="{FE3F0FDB-EA6D-C270-D444-5E31D7677D38}"/>
                </a:ext>
              </a:extLst>
            </p:cNvPr>
            <p:cNvSpPr/>
            <p:nvPr/>
          </p:nvSpPr>
          <p:spPr>
            <a:xfrm>
              <a:off x="2784331" y="2216672"/>
              <a:ext cx="473341" cy="1192751"/>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B8BE4147-3B3B-84ED-AE6E-4C20AD0201D1}"/>
                </a:ext>
              </a:extLst>
            </p:cNvPr>
            <p:cNvSpPr/>
            <p:nvPr/>
          </p:nvSpPr>
          <p:spPr>
            <a:xfrm>
              <a:off x="3031197" y="1968226"/>
              <a:ext cx="1190415" cy="476477"/>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C3029896-526D-FEB6-8A1C-42DCCEFDA4D9}"/>
                </a:ext>
              </a:extLst>
            </p:cNvPr>
            <p:cNvSpPr/>
            <p:nvPr/>
          </p:nvSpPr>
          <p:spPr>
            <a:xfrm>
              <a:off x="3994347" y="2219030"/>
              <a:ext cx="996977" cy="1188814"/>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Google Shape;298;p32">
              <a:extLst>
                <a:ext uri="{FF2B5EF4-FFF2-40B4-BE49-F238E27FC236}">
                  <a16:creationId xmlns:a16="http://schemas.microsoft.com/office/drawing/2014/main" id="{2EF79E74-7224-4753-AB42-AC12AF159828}"/>
                </a:ext>
              </a:extLst>
            </p:cNvPr>
            <p:cNvSpPr/>
            <p:nvPr/>
          </p:nvSpPr>
          <p:spPr>
            <a:xfrm>
              <a:off x="4766420" y="3182159"/>
              <a:ext cx="1190415" cy="474920"/>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4" name="Google Shape;299;p32">
              <a:extLst>
                <a:ext uri="{FF2B5EF4-FFF2-40B4-BE49-F238E27FC236}">
                  <a16:creationId xmlns:a16="http://schemas.microsoft.com/office/drawing/2014/main" id="{3C9B9B0F-59C2-ED7A-C1D4-50E2BE420474}"/>
                </a:ext>
              </a:extLst>
            </p:cNvPr>
            <p:cNvSpPr/>
            <p:nvPr/>
          </p:nvSpPr>
          <p:spPr>
            <a:xfrm>
              <a:off x="5731927" y="2217451"/>
              <a:ext cx="471762" cy="119039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7F3CEE66-AB0F-2E5F-D679-C079BDB7B660}"/>
                </a:ext>
              </a:extLst>
            </p:cNvPr>
            <p:cNvSpPr/>
            <p:nvPr/>
          </p:nvSpPr>
          <p:spPr>
            <a:xfrm>
              <a:off x="4767220" y="1968226"/>
              <a:ext cx="1189614" cy="475699"/>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00DC062B-CD6E-F8D6-927F-3697A31DD918}"/>
                </a:ext>
              </a:extLst>
            </p:cNvPr>
            <p:cNvSpPr/>
            <p:nvPr/>
          </p:nvSpPr>
          <p:spPr>
            <a:xfrm>
              <a:off x="3031997" y="3179801"/>
              <a:ext cx="1189614" cy="476499"/>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AAB4651C-FE69-68C6-703F-C42FC08F66FA}"/>
                </a:ext>
              </a:extLst>
            </p:cNvPr>
            <p:cNvSpPr/>
            <p:nvPr/>
          </p:nvSpPr>
          <p:spPr>
            <a:xfrm>
              <a:off x="3995904" y="2218229"/>
              <a:ext cx="996999" cy="1189614"/>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E715F6BF-4096-CA92-06A6-84BB0D8D0B5D}"/>
                </a:ext>
              </a:extLst>
            </p:cNvPr>
            <p:cNvSpPr/>
            <p:nvPr/>
          </p:nvSpPr>
          <p:spPr>
            <a:xfrm>
              <a:off x="4098917" y="2322021"/>
              <a:ext cx="93582" cy="93582"/>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AF1D46D2-C4A1-E466-64DF-0694BF7133E8}"/>
                </a:ext>
              </a:extLst>
            </p:cNvPr>
            <p:cNvSpPr/>
            <p:nvPr/>
          </p:nvSpPr>
          <p:spPr>
            <a:xfrm>
              <a:off x="4870211" y="3285150"/>
              <a:ext cx="92803" cy="92803"/>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Google Shape;305;p32">
              <a:extLst>
                <a:ext uri="{FF2B5EF4-FFF2-40B4-BE49-F238E27FC236}">
                  <a16:creationId xmlns:a16="http://schemas.microsoft.com/office/drawing/2014/main" id="{E0D9FF09-A110-2B36-FBBF-7365F014C36F}"/>
                </a:ext>
              </a:extLst>
            </p:cNvPr>
            <p:cNvSpPr/>
            <p:nvPr/>
          </p:nvSpPr>
          <p:spPr>
            <a:xfrm>
              <a:off x="5834139" y="3210475"/>
              <a:ext cx="93582" cy="93582"/>
            </a:xfrm>
            <a:custGeom>
              <a:avLst/>
              <a:gdLst/>
              <a:ahLst/>
              <a:cxnLst/>
              <a:rect l="l" t="t" r="r" b="b"/>
              <a:pathLst>
                <a:path w="4326" h="4326" extrusionOk="0">
                  <a:moveTo>
                    <a:pt x="436" y="0"/>
                  </a:moveTo>
                  <a:lnTo>
                    <a:pt x="182" y="73"/>
                  </a:lnTo>
                  <a:lnTo>
                    <a:pt x="0" y="509"/>
                  </a:lnTo>
                  <a:lnTo>
                    <a:pt x="146" y="691"/>
                  </a:lnTo>
                  <a:lnTo>
                    <a:pt x="3635" y="4180"/>
                  </a:lnTo>
                  <a:lnTo>
                    <a:pt x="3853" y="4325"/>
                  </a:lnTo>
                  <a:lnTo>
                    <a:pt x="4253" y="4144"/>
                  </a:lnTo>
                  <a:lnTo>
                    <a:pt x="4325" y="3889"/>
                  </a:lnTo>
                  <a:lnTo>
                    <a:pt x="4325" y="436"/>
                  </a:lnTo>
                  <a:lnTo>
                    <a:pt x="4289" y="255"/>
                  </a:lnTo>
                  <a:lnTo>
                    <a:pt x="4071" y="36"/>
                  </a:lnTo>
                  <a:lnTo>
                    <a:pt x="3926"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0643345D-719F-CCEF-9341-9CE4C98D9481}"/>
                </a:ext>
              </a:extLst>
            </p:cNvPr>
            <p:cNvSpPr/>
            <p:nvPr/>
          </p:nvSpPr>
          <p:spPr>
            <a:xfrm>
              <a:off x="5761022" y="2247325"/>
              <a:ext cx="92782" cy="92803"/>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6AB2B8D9-E40D-7530-F40C-2A7D3A20A804}"/>
                </a:ext>
              </a:extLst>
            </p:cNvPr>
            <p:cNvSpPr/>
            <p:nvPr/>
          </p:nvSpPr>
          <p:spPr>
            <a:xfrm>
              <a:off x="4797094" y="2319663"/>
              <a:ext cx="92803" cy="92803"/>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11B3721F-098B-42C8-E6ED-C7B904573B6E}"/>
                </a:ext>
              </a:extLst>
            </p:cNvPr>
            <p:cNvSpPr/>
            <p:nvPr/>
          </p:nvSpPr>
          <p:spPr>
            <a:xfrm>
              <a:off x="4025800" y="3282792"/>
              <a:ext cx="93582" cy="93604"/>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 name="Google Shape;309;p32">
              <a:extLst>
                <a:ext uri="{FF2B5EF4-FFF2-40B4-BE49-F238E27FC236}">
                  <a16:creationId xmlns:a16="http://schemas.microsoft.com/office/drawing/2014/main" id="{5F2D6E15-4674-A9AF-C369-D662FD3C159A}"/>
                </a:ext>
              </a:extLst>
            </p:cNvPr>
            <p:cNvSpPr/>
            <p:nvPr/>
          </p:nvSpPr>
          <p:spPr>
            <a:xfrm>
              <a:off x="3061071" y="3212833"/>
              <a:ext cx="92803" cy="92782"/>
            </a:xfrm>
            <a:custGeom>
              <a:avLst/>
              <a:gdLst/>
              <a:ahLst/>
              <a:cxnLst/>
              <a:rect l="l" t="t" r="r" b="b"/>
              <a:pathLst>
                <a:path w="4290" h="4289" extrusionOk="0">
                  <a:moveTo>
                    <a:pt x="255" y="0"/>
                  </a:moveTo>
                  <a:lnTo>
                    <a:pt x="1" y="218"/>
                  </a:lnTo>
                  <a:lnTo>
                    <a:pt x="1" y="400"/>
                  </a:lnTo>
                  <a:lnTo>
                    <a:pt x="1" y="3889"/>
                  </a:lnTo>
                  <a:lnTo>
                    <a:pt x="37" y="4107"/>
                  </a:lnTo>
                  <a:lnTo>
                    <a:pt x="473" y="4289"/>
                  </a:lnTo>
                  <a:lnTo>
                    <a:pt x="691" y="4144"/>
                  </a:lnTo>
                  <a:lnTo>
                    <a:pt x="4181" y="691"/>
                  </a:lnTo>
                  <a:lnTo>
                    <a:pt x="4290" y="473"/>
                  </a:lnTo>
                  <a:lnTo>
                    <a:pt x="4144" y="37"/>
                  </a:lnTo>
                  <a:lnTo>
                    <a:pt x="3890"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310;p32">
              <a:extLst>
                <a:ext uri="{FF2B5EF4-FFF2-40B4-BE49-F238E27FC236}">
                  <a16:creationId xmlns:a16="http://schemas.microsoft.com/office/drawing/2014/main" id="{2544250C-AAE3-D28C-858A-7F35A0A9F71E}"/>
                </a:ext>
              </a:extLst>
            </p:cNvPr>
            <p:cNvSpPr/>
            <p:nvPr/>
          </p:nvSpPr>
          <p:spPr>
            <a:xfrm>
              <a:off x="3134988" y="2245767"/>
              <a:ext cx="92803" cy="93582"/>
            </a:xfrm>
            <a:custGeom>
              <a:avLst/>
              <a:gdLst/>
              <a:ahLst/>
              <a:cxnLst/>
              <a:rect l="l" t="t" r="r" b="b"/>
              <a:pathLst>
                <a:path w="4290" h="4326" extrusionOk="0">
                  <a:moveTo>
                    <a:pt x="437" y="0"/>
                  </a:moveTo>
                  <a:lnTo>
                    <a:pt x="182" y="73"/>
                  </a:lnTo>
                  <a:lnTo>
                    <a:pt x="0" y="473"/>
                  </a:lnTo>
                  <a:lnTo>
                    <a:pt x="146" y="691"/>
                  </a:lnTo>
                  <a:lnTo>
                    <a:pt x="3599" y="4180"/>
                  </a:lnTo>
                  <a:lnTo>
                    <a:pt x="3817" y="4325"/>
                  </a:lnTo>
                  <a:lnTo>
                    <a:pt x="4253" y="4143"/>
                  </a:lnTo>
                  <a:lnTo>
                    <a:pt x="4289" y="3889"/>
                  </a:lnTo>
                  <a:lnTo>
                    <a:pt x="4289" y="400"/>
                  </a:lnTo>
                  <a:lnTo>
                    <a:pt x="4289" y="254"/>
                  </a:lnTo>
                  <a:lnTo>
                    <a:pt x="4071" y="36"/>
                  </a:lnTo>
                  <a:lnTo>
                    <a:pt x="3889"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7" name="CuadroTexto 56">
            <a:extLst>
              <a:ext uri="{FF2B5EF4-FFF2-40B4-BE49-F238E27FC236}">
                <a16:creationId xmlns:a16="http://schemas.microsoft.com/office/drawing/2014/main" id="{2F0FC760-872B-42DC-CB3C-91FBDF9391C1}"/>
              </a:ext>
            </a:extLst>
          </p:cNvPr>
          <p:cNvSpPr txBox="1"/>
          <p:nvPr/>
        </p:nvSpPr>
        <p:spPr>
          <a:xfrm rot="18698352">
            <a:off x="5542171" y="3249962"/>
            <a:ext cx="1346844"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8" name="CuadroTexto 57">
            <a:extLst>
              <a:ext uri="{FF2B5EF4-FFF2-40B4-BE49-F238E27FC236}">
                <a16:creationId xmlns:a16="http://schemas.microsoft.com/office/drawing/2014/main" id="{718F02CD-3667-3442-F5D0-F72A7822CBA7}"/>
              </a:ext>
            </a:extLst>
          </p:cNvPr>
          <p:cNvSpPr txBox="1"/>
          <p:nvPr/>
        </p:nvSpPr>
        <p:spPr>
          <a:xfrm rot="152627">
            <a:off x="8064162" y="1800026"/>
            <a:ext cx="1241045"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deploy</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B30DFDA0-8963-A308-7010-91999DADC710}"/>
              </a:ext>
            </a:extLst>
          </p:cNvPr>
          <p:cNvSpPr txBox="1"/>
          <p:nvPr/>
        </p:nvSpPr>
        <p:spPr>
          <a:xfrm rot="5400000">
            <a:off x="9629144" y="3364216"/>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881CA8A7-CC01-BDAB-47CD-4DB10B1970ED}"/>
              </a:ext>
            </a:extLst>
          </p:cNvPr>
          <p:cNvSpPr txBox="1"/>
          <p:nvPr/>
        </p:nvSpPr>
        <p:spPr>
          <a:xfrm>
            <a:off x="7828111" y="4635655"/>
            <a:ext cx="1433406" cy="523220"/>
          </a:xfrm>
          <a:prstGeom prst="rect">
            <a:avLst/>
          </a:prstGeom>
          <a:noFill/>
        </p:spPr>
        <p:txBody>
          <a:bodyPr wrap="square" rtlCol="0">
            <a:spAutoFit/>
          </a:bodyPr>
          <a:lstStyle/>
          <a:p>
            <a:r>
              <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B480C1E2-E04A-780B-A745-1A57F756D6DF}"/>
              </a:ext>
            </a:extLst>
          </p:cNvPr>
          <p:cNvSpPr txBox="1"/>
          <p:nvPr/>
        </p:nvSpPr>
        <p:spPr>
          <a:xfrm rot="2606566">
            <a:off x="5262976" y="2588957"/>
            <a:ext cx="867545"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C3CEAA41-0DB8-DC24-AFFA-8F121F059190}"/>
              </a:ext>
            </a:extLst>
          </p:cNvPr>
          <p:cNvSpPr txBox="1"/>
          <p:nvPr/>
        </p:nvSpPr>
        <p:spPr>
          <a:xfrm>
            <a:off x="3485088" y="1806495"/>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code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3" name="CuadroTexto 62">
            <a:extLst>
              <a:ext uri="{FF2B5EF4-FFF2-40B4-BE49-F238E27FC236}">
                <a16:creationId xmlns:a16="http://schemas.microsoft.com/office/drawing/2014/main" id="{A1147635-5FB7-ED30-2713-BB786305D12D}"/>
              </a:ext>
            </a:extLst>
          </p:cNvPr>
          <p:cNvSpPr txBox="1"/>
          <p:nvPr/>
        </p:nvSpPr>
        <p:spPr>
          <a:xfrm rot="16200000">
            <a:off x="1775627" y="3260245"/>
            <a:ext cx="958917"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build</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5D475E2B-738F-2B5B-49C6-DE1162738CB1}"/>
              </a:ext>
            </a:extLst>
          </p:cNvPr>
          <p:cNvSpPr txBox="1"/>
          <p:nvPr/>
        </p:nvSpPr>
        <p:spPr>
          <a:xfrm>
            <a:off x="3691830" y="4638684"/>
            <a:ext cx="795411"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FF8512C2-5C69-AEEB-EED1-69E5B3CC0F06}"/>
              </a:ext>
            </a:extLst>
          </p:cNvPr>
          <p:cNvSpPr txBox="1"/>
          <p:nvPr/>
        </p:nvSpPr>
        <p:spPr>
          <a:xfrm>
            <a:off x="2942355" y="2726742"/>
            <a:ext cx="2273379" cy="1569660"/>
          </a:xfrm>
          <a:prstGeom prst="rect">
            <a:avLst/>
          </a:prstGeom>
          <a:noFill/>
        </p:spPr>
        <p:txBody>
          <a:bodyPr wrap="square" rtlCol="0">
            <a:spAutoFit/>
          </a:bodyPr>
          <a:lstStyle/>
          <a:p>
            <a:r>
              <a:rPr lang="es-ES_tradnl" sz="9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4BC3E37C-03EB-E2E5-9FAF-19241DB536CA}"/>
              </a:ext>
            </a:extLst>
          </p:cNvPr>
          <p:cNvSpPr txBox="1"/>
          <p:nvPr/>
        </p:nvSpPr>
        <p:spPr>
          <a:xfrm>
            <a:off x="7399213" y="2727237"/>
            <a:ext cx="2359941" cy="1569660"/>
          </a:xfrm>
          <a:prstGeom prst="rect">
            <a:avLst/>
          </a:prstGeom>
          <a:noFill/>
        </p:spPr>
        <p:txBody>
          <a:bodyPr wrap="square" rtlCol="0">
            <a:spAutoFit/>
          </a:bodyPr>
          <a:lstStyle/>
          <a:p>
            <a:r>
              <a:rPr lang="es-ES_tradnl" sz="9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9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83" name="Grupo 82">
            <a:extLst>
              <a:ext uri="{FF2B5EF4-FFF2-40B4-BE49-F238E27FC236}">
                <a16:creationId xmlns:a16="http://schemas.microsoft.com/office/drawing/2014/main" id="{57787002-49BD-B904-AB07-76856C9414ED}"/>
              </a:ext>
            </a:extLst>
          </p:cNvPr>
          <p:cNvGrpSpPr/>
          <p:nvPr/>
        </p:nvGrpSpPr>
        <p:grpSpPr>
          <a:xfrm>
            <a:off x="0" y="6351557"/>
            <a:ext cx="12181224" cy="466928"/>
            <a:chOff x="1" y="0"/>
            <a:chExt cx="12181224" cy="466928"/>
          </a:xfrm>
        </p:grpSpPr>
        <p:sp>
          <p:nvSpPr>
            <p:cNvPr id="84" name="Rectángulo 83">
              <a:extLst>
                <a:ext uri="{FF2B5EF4-FFF2-40B4-BE49-F238E27FC236}">
                  <a16:creationId xmlns:a16="http://schemas.microsoft.com/office/drawing/2014/main" id="{7EBA8672-0BA7-2802-4D5A-AE8C5AEF0977}"/>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5" name="Rectángulo 84">
              <a:extLst>
                <a:ext uri="{FF2B5EF4-FFF2-40B4-BE49-F238E27FC236}">
                  <a16:creationId xmlns:a16="http://schemas.microsoft.com/office/drawing/2014/main" id="{10DCC8B1-5115-C27B-3D64-D38369219203}"/>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86" name="Rectángulo 85">
              <a:extLst>
                <a:ext uri="{FF2B5EF4-FFF2-40B4-BE49-F238E27FC236}">
                  <a16:creationId xmlns:a16="http://schemas.microsoft.com/office/drawing/2014/main" id="{ADCC2B62-DF54-DBA2-9BC5-F179615B4CA6}"/>
                </a:ext>
              </a:extLst>
            </p:cNvPr>
            <p:cNvSpPr/>
            <p:nvPr/>
          </p:nvSpPr>
          <p:spPr>
            <a:xfrm>
              <a:off x="4642441" y="0"/>
              <a:ext cx="2292129"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2 (new </a:t>
              </a:r>
              <a:r>
                <a:rPr lang="es-ES_tradnl" sz="2400" baseline="-25000" dirty="0" err="1"/>
                <a:t>feature</a:t>
              </a:r>
              <a:r>
                <a:rPr lang="es-ES_tradnl" sz="2400" baseline="-25000" dirty="0"/>
                <a:t>)</a:t>
              </a:r>
            </a:p>
          </p:txBody>
        </p:sp>
        <p:sp>
          <p:nvSpPr>
            <p:cNvPr id="87" name="Rectángulo 86">
              <a:extLst>
                <a:ext uri="{FF2B5EF4-FFF2-40B4-BE49-F238E27FC236}">
                  <a16:creationId xmlns:a16="http://schemas.microsoft.com/office/drawing/2014/main" id="{DD407CE3-F5E2-C4D2-077C-E262D0B3527F}"/>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88" name="Rectángulo 87">
              <a:extLst>
                <a:ext uri="{FF2B5EF4-FFF2-40B4-BE49-F238E27FC236}">
                  <a16:creationId xmlns:a16="http://schemas.microsoft.com/office/drawing/2014/main" id="{0869CCAF-46E5-3167-6A03-98CC846C6A9A}"/>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89" name="Conector recto 88">
            <a:extLst>
              <a:ext uri="{FF2B5EF4-FFF2-40B4-BE49-F238E27FC236}">
                <a16:creationId xmlns:a16="http://schemas.microsoft.com/office/drawing/2014/main" id="{6650A221-5A94-1A44-6FFF-C080F59F92C4}"/>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0" name="Conector recto de flecha 89">
            <a:extLst>
              <a:ext uri="{FF2B5EF4-FFF2-40B4-BE49-F238E27FC236}">
                <a16:creationId xmlns:a16="http://schemas.microsoft.com/office/drawing/2014/main" id="{D396BEEF-FE6C-7E04-22F2-22B8972C22D1}"/>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91" name="Elipse 90">
            <a:extLst>
              <a:ext uri="{FF2B5EF4-FFF2-40B4-BE49-F238E27FC236}">
                <a16:creationId xmlns:a16="http://schemas.microsoft.com/office/drawing/2014/main" id="{E8DA74AB-D33C-428C-AF24-DFC290B1BB3B}"/>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92" name="Elipse 91">
            <a:extLst>
              <a:ext uri="{FF2B5EF4-FFF2-40B4-BE49-F238E27FC236}">
                <a16:creationId xmlns:a16="http://schemas.microsoft.com/office/drawing/2014/main" id="{C187F5B8-C213-83B7-C29F-60004B342C7F}"/>
              </a:ext>
            </a:extLst>
          </p:cNvPr>
          <p:cNvSpPr/>
          <p:nvPr/>
        </p:nvSpPr>
        <p:spPr>
          <a:xfrm>
            <a:off x="5662891"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93" name="Elipse 92">
            <a:extLst>
              <a:ext uri="{FF2B5EF4-FFF2-40B4-BE49-F238E27FC236}">
                <a16:creationId xmlns:a16="http://schemas.microsoft.com/office/drawing/2014/main" id="{1D3F91C5-6DA0-BEA5-029D-89238747901C}"/>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94" name="Elipse 93">
            <a:extLst>
              <a:ext uri="{FF2B5EF4-FFF2-40B4-BE49-F238E27FC236}">
                <a16:creationId xmlns:a16="http://schemas.microsoft.com/office/drawing/2014/main" id="{185B34C0-0DEC-9E06-F2FB-F5A2474298EE}"/>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95" name="Grupo 94">
            <a:extLst>
              <a:ext uri="{FF2B5EF4-FFF2-40B4-BE49-F238E27FC236}">
                <a16:creationId xmlns:a16="http://schemas.microsoft.com/office/drawing/2014/main" id="{507463E2-7069-B78B-CCF3-F5F55C7004B8}"/>
              </a:ext>
            </a:extLst>
          </p:cNvPr>
          <p:cNvGrpSpPr/>
          <p:nvPr/>
        </p:nvGrpSpPr>
        <p:grpSpPr>
          <a:xfrm>
            <a:off x="9209850" y="6602889"/>
            <a:ext cx="357750" cy="72000"/>
            <a:chOff x="2825645" y="5031746"/>
            <a:chExt cx="357750" cy="72000"/>
          </a:xfrm>
          <a:solidFill>
            <a:schemeClr val="tx1"/>
          </a:solidFill>
        </p:grpSpPr>
        <p:sp>
          <p:nvSpPr>
            <p:cNvPr id="96" name="Elipse 95">
              <a:extLst>
                <a:ext uri="{FF2B5EF4-FFF2-40B4-BE49-F238E27FC236}">
                  <a16:creationId xmlns:a16="http://schemas.microsoft.com/office/drawing/2014/main" id="{A719E09F-A3DA-3344-1413-222AD468A614}"/>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7" name="Elipse 96">
              <a:extLst>
                <a:ext uri="{FF2B5EF4-FFF2-40B4-BE49-F238E27FC236}">
                  <a16:creationId xmlns:a16="http://schemas.microsoft.com/office/drawing/2014/main" id="{20FD2593-D7AB-357F-ED74-866A33680ADF}"/>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8" name="Elipse 97">
              <a:extLst>
                <a:ext uri="{FF2B5EF4-FFF2-40B4-BE49-F238E27FC236}">
                  <a16:creationId xmlns:a16="http://schemas.microsoft.com/office/drawing/2014/main" id="{52BD2877-8CC2-F679-278A-C9329D30ACB0}"/>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99" name="Conector recto 98">
            <a:extLst>
              <a:ext uri="{FF2B5EF4-FFF2-40B4-BE49-F238E27FC236}">
                <a16:creationId xmlns:a16="http://schemas.microsoft.com/office/drawing/2014/main" id="{F3BB0F85-9E56-8971-5119-9BBECEBA353A}"/>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9AD1C2A-BC80-BA95-5F23-A020BE9F63E6}"/>
              </a:ext>
            </a:extLst>
          </p:cNvPr>
          <p:cNvSpPr txBox="1"/>
          <p:nvPr/>
        </p:nvSpPr>
        <p:spPr>
          <a:xfrm>
            <a:off x="11674634" y="6377279"/>
            <a:ext cx="550151" cy="523220"/>
          </a:xfrm>
          <a:prstGeom prst="rect">
            <a:avLst/>
          </a:prstGeom>
          <a:noFill/>
        </p:spPr>
        <p:txBody>
          <a:bodyPr wrap="none" rtlCol="0">
            <a:spAutoFit/>
          </a:bodyPr>
          <a:lstStyle/>
          <a:p>
            <a:r>
              <a:rPr lang="en-US" sz="2800" dirty="0">
                <a:solidFill>
                  <a:srgbClr val="7E0029"/>
                </a:solidFill>
              </a:rPr>
              <a:t>21</a:t>
            </a:r>
            <a:endParaRPr lang="en-US" sz="2800" noProof="0" dirty="0">
              <a:solidFill>
                <a:srgbClr val="7E0029"/>
              </a:solidFill>
            </a:endParaRPr>
          </a:p>
        </p:txBody>
      </p:sp>
      <p:sp>
        <p:nvSpPr>
          <p:cNvPr id="5" name="Título 1">
            <a:extLst>
              <a:ext uri="{FF2B5EF4-FFF2-40B4-BE49-F238E27FC236}">
                <a16:creationId xmlns:a16="http://schemas.microsoft.com/office/drawing/2014/main" id="{9F7CF4DC-F839-13EF-9556-247C1ED67953}"/>
              </a:ext>
            </a:extLst>
          </p:cNvPr>
          <p:cNvSpPr>
            <a:spLocks noGrp="1"/>
          </p:cNvSpPr>
          <p:nvPr>
            <p:ph type="title"/>
          </p:nvPr>
        </p:nvSpPr>
        <p:spPr>
          <a:xfrm>
            <a:off x="790558" y="18255"/>
            <a:ext cx="10515600" cy="1325563"/>
          </a:xfrm>
        </p:spPr>
        <p:txBody>
          <a:bodyPr/>
          <a:lstStyle/>
          <a:p>
            <a:pPr algn="ct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Traditional</a:t>
            </a:r>
            <a:r>
              <a:rPr lang="es-ES" dirty="0">
                <a:solidFill>
                  <a:srgbClr val="7E0029"/>
                </a:solidFill>
                <a:latin typeface="Roboto" panose="02000000000000000000" pitchFamily="2" charset="0"/>
                <a:ea typeface="Roboto" panose="02000000000000000000" pitchFamily="2" charset="0"/>
                <a:cs typeface="Roboto" panose="02000000000000000000" pitchFamily="2" charset="0"/>
              </a:rPr>
              <a:t> DevOps </a:t>
            </a: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life</a:t>
            </a:r>
            <a:r>
              <a:rPr lang="es-ES"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cyle</a:t>
            </a:r>
            <a:endParaRPr lang="es-ES"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28499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1000"/>
                                        <p:tgtEl>
                                          <p:spTgt spid="83"/>
                                        </p:tgtEl>
                                      </p:cBhvr>
                                    </p:animEffect>
                                    <p:anim calcmode="lin" valueType="num">
                                      <p:cBhvr>
                                        <p:cTn id="8" dur="1000" fill="hold"/>
                                        <p:tgtEl>
                                          <p:spTgt spid="83"/>
                                        </p:tgtEl>
                                        <p:attrNameLst>
                                          <p:attrName>ppt_x</p:attrName>
                                        </p:attrNameLst>
                                      </p:cBhvr>
                                      <p:tavLst>
                                        <p:tav tm="0">
                                          <p:val>
                                            <p:strVal val="#ppt_x"/>
                                          </p:val>
                                        </p:tav>
                                        <p:tav tm="100000">
                                          <p:val>
                                            <p:strVal val="#ppt_x"/>
                                          </p:val>
                                        </p:tav>
                                      </p:tavLst>
                                    </p:anim>
                                    <p:anim calcmode="lin" valueType="num">
                                      <p:cBhvr>
                                        <p:cTn id="9" dur="1000" fill="hold"/>
                                        <p:tgtEl>
                                          <p:spTgt spid="8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1000"/>
                                        <p:tgtEl>
                                          <p:spTgt spid="89"/>
                                        </p:tgtEl>
                                      </p:cBhvr>
                                    </p:animEffect>
                                    <p:anim calcmode="lin" valueType="num">
                                      <p:cBhvr>
                                        <p:cTn id="13" dur="1000" fill="hold"/>
                                        <p:tgtEl>
                                          <p:spTgt spid="89"/>
                                        </p:tgtEl>
                                        <p:attrNameLst>
                                          <p:attrName>ppt_x</p:attrName>
                                        </p:attrNameLst>
                                      </p:cBhvr>
                                      <p:tavLst>
                                        <p:tav tm="0">
                                          <p:val>
                                            <p:strVal val="#ppt_x"/>
                                          </p:val>
                                        </p:tav>
                                        <p:tav tm="100000">
                                          <p:val>
                                            <p:strVal val="#ppt_x"/>
                                          </p:val>
                                        </p:tav>
                                      </p:tavLst>
                                    </p:anim>
                                    <p:anim calcmode="lin" valueType="num">
                                      <p:cBhvr>
                                        <p:cTn id="14" dur="1000" fill="hold"/>
                                        <p:tgtEl>
                                          <p:spTgt spid="8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0"/>
                                        </p:tgtEl>
                                        <p:attrNameLst>
                                          <p:attrName>style.visibility</p:attrName>
                                        </p:attrNameLst>
                                      </p:cBhvr>
                                      <p:to>
                                        <p:strVal val="visible"/>
                                      </p:to>
                                    </p:set>
                                    <p:animEffect transition="in" filter="fade">
                                      <p:cBhvr>
                                        <p:cTn id="17" dur="1000"/>
                                        <p:tgtEl>
                                          <p:spTgt spid="90"/>
                                        </p:tgtEl>
                                      </p:cBhvr>
                                    </p:animEffect>
                                    <p:anim calcmode="lin" valueType="num">
                                      <p:cBhvr>
                                        <p:cTn id="18" dur="1000" fill="hold"/>
                                        <p:tgtEl>
                                          <p:spTgt spid="90"/>
                                        </p:tgtEl>
                                        <p:attrNameLst>
                                          <p:attrName>ppt_x</p:attrName>
                                        </p:attrNameLst>
                                      </p:cBhvr>
                                      <p:tavLst>
                                        <p:tav tm="0">
                                          <p:val>
                                            <p:strVal val="#ppt_x"/>
                                          </p:val>
                                        </p:tav>
                                        <p:tav tm="100000">
                                          <p:val>
                                            <p:strVal val="#ppt_x"/>
                                          </p:val>
                                        </p:tav>
                                      </p:tavLst>
                                    </p:anim>
                                    <p:anim calcmode="lin" valueType="num">
                                      <p:cBhvr>
                                        <p:cTn id="19" dur="1000" fill="hold"/>
                                        <p:tgtEl>
                                          <p:spTgt spid="9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fade">
                                      <p:cBhvr>
                                        <p:cTn id="22" dur="1000"/>
                                        <p:tgtEl>
                                          <p:spTgt spid="91"/>
                                        </p:tgtEl>
                                      </p:cBhvr>
                                    </p:animEffect>
                                    <p:anim calcmode="lin" valueType="num">
                                      <p:cBhvr>
                                        <p:cTn id="23" dur="1000" fill="hold"/>
                                        <p:tgtEl>
                                          <p:spTgt spid="91"/>
                                        </p:tgtEl>
                                        <p:attrNameLst>
                                          <p:attrName>ppt_x</p:attrName>
                                        </p:attrNameLst>
                                      </p:cBhvr>
                                      <p:tavLst>
                                        <p:tav tm="0">
                                          <p:val>
                                            <p:strVal val="#ppt_x"/>
                                          </p:val>
                                        </p:tav>
                                        <p:tav tm="100000">
                                          <p:val>
                                            <p:strVal val="#ppt_x"/>
                                          </p:val>
                                        </p:tav>
                                      </p:tavLst>
                                    </p:anim>
                                    <p:anim calcmode="lin" valueType="num">
                                      <p:cBhvr>
                                        <p:cTn id="24" dur="1000" fill="hold"/>
                                        <p:tgtEl>
                                          <p:spTgt spid="9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animEffect transition="in" filter="fade">
                                      <p:cBhvr>
                                        <p:cTn id="27" dur="1000"/>
                                        <p:tgtEl>
                                          <p:spTgt spid="92"/>
                                        </p:tgtEl>
                                      </p:cBhvr>
                                    </p:animEffect>
                                    <p:anim calcmode="lin" valueType="num">
                                      <p:cBhvr>
                                        <p:cTn id="28" dur="1000" fill="hold"/>
                                        <p:tgtEl>
                                          <p:spTgt spid="92"/>
                                        </p:tgtEl>
                                        <p:attrNameLst>
                                          <p:attrName>ppt_x</p:attrName>
                                        </p:attrNameLst>
                                      </p:cBhvr>
                                      <p:tavLst>
                                        <p:tav tm="0">
                                          <p:val>
                                            <p:strVal val="#ppt_x"/>
                                          </p:val>
                                        </p:tav>
                                        <p:tav tm="100000">
                                          <p:val>
                                            <p:strVal val="#ppt_x"/>
                                          </p:val>
                                        </p:tav>
                                      </p:tavLst>
                                    </p:anim>
                                    <p:anim calcmode="lin" valueType="num">
                                      <p:cBhvr>
                                        <p:cTn id="29" dur="1000" fill="hold"/>
                                        <p:tgtEl>
                                          <p:spTgt spid="9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3"/>
                                        </p:tgtEl>
                                        <p:attrNameLst>
                                          <p:attrName>style.visibility</p:attrName>
                                        </p:attrNameLst>
                                      </p:cBhvr>
                                      <p:to>
                                        <p:strVal val="visible"/>
                                      </p:to>
                                    </p:set>
                                    <p:animEffect transition="in" filter="fade">
                                      <p:cBhvr>
                                        <p:cTn id="32" dur="1000"/>
                                        <p:tgtEl>
                                          <p:spTgt spid="93"/>
                                        </p:tgtEl>
                                      </p:cBhvr>
                                    </p:animEffect>
                                    <p:anim calcmode="lin" valueType="num">
                                      <p:cBhvr>
                                        <p:cTn id="33" dur="1000" fill="hold"/>
                                        <p:tgtEl>
                                          <p:spTgt spid="93"/>
                                        </p:tgtEl>
                                        <p:attrNameLst>
                                          <p:attrName>ppt_x</p:attrName>
                                        </p:attrNameLst>
                                      </p:cBhvr>
                                      <p:tavLst>
                                        <p:tav tm="0">
                                          <p:val>
                                            <p:strVal val="#ppt_x"/>
                                          </p:val>
                                        </p:tav>
                                        <p:tav tm="100000">
                                          <p:val>
                                            <p:strVal val="#ppt_x"/>
                                          </p:val>
                                        </p:tav>
                                      </p:tavLst>
                                    </p:anim>
                                    <p:anim calcmode="lin" valueType="num">
                                      <p:cBhvr>
                                        <p:cTn id="34" dur="1000" fill="hold"/>
                                        <p:tgtEl>
                                          <p:spTgt spid="9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94"/>
                                        </p:tgtEl>
                                        <p:attrNameLst>
                                          <p:attrName>style.visibility</p:attrName>
                                        </p:attrNameLst>
                                      </p:cBhvr>
                                      <p:to>
                                        <p:strVal val="visible"/>
                                      </p:to>
                                    </p:set>
                                    <p:animEffect transition="in" filter="fade">
                                      <p:cBhvr>
                                        <p:cTn id="37" dur="1000"/>
                                        <p:tgtEl>
                                          <p:spTgt spid="94"/>
                                        </p:tgtEl>
                                      </p:cBhvr>
                                    </p:animEffect>
                                    <p:anim calcmode="lin" valueType="num">
                                      <p:cBhvr>
                                        <p:cTn id="38" dur="1000" fill="hold"/>
                                        <p:tgtEl>
                                          <p:spTgt spid="94"/>
                                        </p:tgtEl>
                                        <p:attrNameLst>
                                          <p:attrName>ppt_x</p:attrName>
                                        </p:attrNameLst>
                                      </p:cBhvr>
                                      <p:tavLst>
                                        <p:tav tm="0">
                                          <p:val>
                                            <p:strVal val="#ppt_x"/>
                                          </p:val>
                                        </p:tav>
                                        <p:tav tm="100000">
                                          <p:val>
                                            <p:strVal val="#ppt_x"/>
                                          </p:val>
                                        </p:tav>
                                      </p:tavLst>
                                    </p:anim>
                                    <p:anim calcmode="lin" valueType="num">
                                      <p:cBhvr>
                                        <p:cTn id="39" dur="1000" fill="hold"/>
                                        <p:tgtEl>
                                          <p:spTgt spid="94"/>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95"/>
                                        </p:tgtEl>
                                        <p:attrNameLst>
                                          <p:attrName>style.visibility</p:attrName>
                                        </p:attrNameLst>
                                      </p:cBhvr>
                                      <p:to>
                                        <p:strVal val="visible"/>
                                      </p:to>
                                    </p:set>
                                    <p:animEffect transition="in" filter="fade">
                                      <p:cBhvr>
                                        <p:cTn id="42" dur="1000"/>
                                        <p:tgtEl>
                                          <p:spTgt spid="95"/>
                                        </p:tgtEl>
                                      </p:cBhvr>
                                    </p:animEffect>
                                    <p:anim calcmode="lin" valueType="num">
                                      <p:cBhvr>
                                        <p:cTn id="43" dur="1000" fill="hold"/>
                                        <p:tgtEl>
                                          <p:spTgt spid="95"/>
                                        </p:tgtEl>
                                        <p:attrNameLst>
                                          <p:attrName>ppt_x</p:attrName>
                                        </p:attrNameLst>
                                      </p:cBhvr>
                                      <p:tavLst>
                                        <p:tav tm="0">
                                          <p:val>
                                            <p:strVal val="#ppt_x"/>
                                          </p:val>
                                        </p:tav>
                                        <p:tav tm="100000">
                                          <p:val>
                                            <p:strVal val="#ppt_x"/>
                                          </p:val>
                                        </p:tav>
                                      </p:tavLst>
                                    </p:anim>
                                    <p:anim calcmode="lin" valueType="num">
                                      <p:cBhvr>
                                        <p:cTn id="44" dur="1000" fill="hold"/>
                                        <p:tgtEl>
                                          <p:spTgt spid="9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99"/>
                                        </p:tgtEl>
                                        <p:attrNameLst>
                                          <p:attrName>style.visibility</p:attrName>
                                        </p:attrNameLst>
                                      </p:cBhvr>
                                      <p:to>
                                        <p:strVal val="visible"/>
                                      </p:to>
                                    </p:set>
                                    <p:animEffect transition="in" filter="fade">
                                      <p:cBhvr>
                                        <p:cTn id="47" dur="1000"/>
                                        <p:tgtEl>
                                          <p:spTgt spid="99"/>
                                        </p:tgtEl>
                                      </p:cBhvr>
                                    </p:animEffect>
                                    <p:anim calcmode="lin" valueType="num">
                                      <p:cBhvr>
                                        <p:cTn id="48" dur="1000" fill="hold"/>
                                        <p:tgtEl>
                                          <p:spTgt spid="99"/>
                                        </p:tgtEl>
                                        <p:attrNameLst>
                                          <p:attrName>ppt_x</p:attrName>
                                        </p:attrNameLst>
                                      </p:cBhvr>
                                      <p:tavLst>
                                        <p:tav tm="0">
                                          <p:val>
                                            <p:strVal val="#ppt_x"/>
                                          </p:val>
                                        </p:tav>
                                        <p:tav tm="100000">
                                          <p:val>
                                            <p:strVal val="#ppt_x"/>
                                          </p:val>
                                        </p:tav>
                                      </p:tavLst>
                                    </p:anim>
                                    <p:anim calcmode="lin" valueType="num">
                                      <p:cBhvr>
                                        <p:cTn id="4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2" grpId="0" animBg="1"/>
      <p:bldP spid="93" grpId="0" animBg="1"/>
      <p:bldP spid="9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9C1B1-0989-DB48-C67F-0A7099B0C47F}"/>
            </a:ext>
          </a:extLst>
        </p:cNvPr>
        <p:cNvGrpSpPr/>
        <p:nvPr/>
      </p:nvGrpSpPr>
      <p:grpSpPr>
        <a:xfrm>
          <a:off x="0" y="0"/>
          <a:ext cx="0" cy="0"/>
          <a:chOff x="0" y="0"/>
          <a:chExt cx="0" cy="0"/>
        </a:xfrm>
      </p:grpSpPr>
      <p:sp>
        <p:nvSpPr>
          <p:cNvPr id="40" name="Google Shape;295;p32">
            <a:extLst>
              <a:ext uri="{FF2B5EF4-FFF2-40B4-BE49-F238E27FC236}">
                <a16:creationId xmlns:a16="http://schemas.microsoft.com/office/drawing/2014/main" id="{A4A688EF-B3A3-98A5-DA39-D0684CB600F8}"/>
              </a:ext>
            </a:extLst>
          </p:cNvPr>
          <p:cNvSpPr/>
          <p:nvPr/>
        </p:nvSpPr>
        <p:spPr>
          <a:xfrm flipV="1">
            <a:off x="1828138" y="2238748"/>
            <a:ext cx="1236928" cy="2509500"/>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C567C5F2-8014-5D92-4521-B3185610E30B}"/>
              </a:ext>
            </a:extLst>
          </p:cNvPr>
          <p:cNvSpPr/>
          <p:nvPr/>
        </p:nvSpPr>
        <p:spPr>
          <a:xfrm flipV="1">
            <a:off x="2473245" y="4268480"/>
            <a:ext cx="3110775" cy="1002488"/>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8711D80B-63EB-0D54-F0F1-9F21CE26D403}"/>
              </a:ext>
            </a:extLst>
          </p:cNvPr>
          <p:cNvSpPr/>
          <p:nvPr/>
        </p:nvSpPr>
        <p:spPr>
          <a:xfrm flipV="1">
            <a:off x="4990134" y="2242070"/>
            <a:ext cx="2605286" cy="2501216"/>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Google Shape;298;p32">
            <a:extLst>
              <a:ext uri="{FF2B5EF4-FFF2-40B4-BE49-F238E27FC236}">
                <a16:creationId xmlns:a16="http://schemas.microsoft.com/office/drawing/2014/main" id="{67E855A1-5C1B-F0B4-5F4F-A8D7C679BD0A}"/>
              </a:ext>
            </a:extLst>
          </p:cNvPr>
          <p:cNvSpPr/>
          <p:nvPr/>
        </p:nvSpPr>
        <p:spPr>
          <a:xfrm flipV="1">
            <a:off x="7007704" y="1717690"/>
            <a:ext cx="3110775" cy="999212"/>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4" name="Google Shape;299;p32">
            <a:extLst>
              <a:ext uri="{FF2B5EF4-FFF2-40B4-BE49-F238E27FC236}">
                <a16:creationId xmlns:a16="http://schemas.microsoft.com/office/drawing/2014/main" id="{E1EE722C-DCEB-7A15-9E0C-4E4C3EDD2C9A}"/>
              </a:ext>
            </a:extLst>
          </p:cNvPr>
          <p:cNvSpPr/>
          <p:nvPr/>
        </p:nvSpPr>
        <p:spPr>
          <a:xfrm flipV="1">
            <a:off x="9530753" y="2242070"/>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904B1B62-AE6A-BBE6-C337-247A26B1C88F}"/>
              </a:ext>
            </a:extLst>
          </p:cNvPr>
          <p:cNvSpPr/>
          <p:nvPr/>
        </p:nvSpPr>
        <p:spPr>
          <a:xfrm flipV="1">
            <a:off x="7009795" y="4270117"/>
            <a:ext cx="3108682" cy="1000851"/>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AE32EC71-8F6C-3FB8-ACFC-8985F2E35F08}"/>
              </a:ext>
            </a:extLst>
          </p:cNvPr>
          <p:cNvSpPr/>
          <p:nvPr/>
        </p:nvSpPr>
        <p:spPr>
          <a:xfrm flipV="1">
            <a:off x="2475335" y="1719329"/>
            <a:ext cx="3108682" cy="1002534"/>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374FE47E-C4C3-BD8E-8094-C5EC2F9DB40F}"/>
              </a:ext>
            </a:extLst>
          </p:cNvPr>
          <p:cNvSpPr/>
          <p:nvPr/>
        </p:nvSpPr>
        <p:spPr>
          <a:xfrm flipV="1">
            <a:off x="4994203" y="2242072"/>
            <a:ext cx="2605343" cy="2502899"/>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A0B797BF-B9D8-E055-4D82-CF264A420D01}"/>
              </a:ext>
            </a:extLst>
          </p:cNvPr>
          <p:cNvSpPr/>
          <p:nvPr/>
        </p:nvSpPr>
        <p:spPr>
          <a:xfrm flipV="1">
            <a:off x="5263395" y="4329705"/>
            <a:ext cx="244547" cy="196893"/>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EE5EB88B-1B37-8403-AD97-3FA26365092F}"/>
              </a:ext>
            </a:extLst>
          </p:cNvPr>
          <p:cNvSpPr/>
          <p:nvPr/>
        </p:nvSpPr>
        <p:spPr>
          <a:xfrm flipV="1">
            <a:off x="7278930" y="2304960"/>
            <a:ext cx="242511" cy="195254"/>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Google Shape;305;p32">
            <a:extLst>
              <a:ext uri="{FF2B5EF4-FFF2-40B4-BE49-F238E27FC236}">
                <a16:creationId xmlns:a16="http://schemas.microsoft.com/office/drawing/2014/main" id="{FE585774-323A-9BE5-D8B1-C58A841ACC79}"/>
              </a:ext>
            </a:extLst>
          </p:cNvPr>
          <p:cNvSpPr/>
          <p:nvPr/>
        </p:nvSpPr>
        <p:spPr>
          <a:xfrm flipV="1">
            <a:off x="9797852" y="2460434"/>
            <a:ext cx="244547" cy="196893"/>
          </a:xfrm>
          <a:custGeom>
            <a:avLst/>
            <a:gdLst/>
            <a:ahLst/>
            <a:cxnLst/>
            <a:rect l="l" t="t" r="r" b="b"/>
            <a:pathLst>
              <a:path w="4326" h="4326" extrusionOk="0">
                <a:moveTo>
                  <a:pt x="436" y="0"/>
                </a:moveTo>
                <a:lnTo>
                  <a:pt x="182" y="73"/>
                </a:lnTo>
                <a:lnTo>
                  <a:pt x="0" y="509"/>
                </a:lnTo>
                <a:lnTo>
                  <a:pt x="146" y="691"/>
                </a:lnTo>
                <a:lnTo>
                  <a:pt x="3635" y="4180"/>
                </a:lnTo>
                <a:lnTo>
                  <a:pt x="3853" y="4325"/>
                </a:lnTo>
                <a:lnTo>
                  <a:pt x="4253" y="4144"/>
                </a:lnTo>
                <a:lnTo>
                  <a:pt x="4325" y="3889"/>
                </a:lnTo>
                <a:lnTo>
                  <a:pt x="4325" y="436"/>
                </a:lnTo>
                <a:lnTo>
                  <a:pt x="4289" y="255"/>
                </a:lnTo>
                <a:lnTo>
                  <a:pt x="4071" y="36"/>
                </a:lnTo>
                <a:lnTo>
                  <a:pt x="3926"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A4767CF9-45C7-70F9-916C-456D1490C7B3}"/>
              </a:ext>
            </a:extLst>
          </p:cNvPr>
          <p:cNvSpPr/>
          <p:nvPr/>
        </p:nvSpPr>
        <p:spPr>
          <a:xfrm flipV="1">
            <a:off x="9606784" y="4488501"/>
            <a:ext cx="242457" cy="195254"/>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F9CFEE77-ECB0-15F1-839B-39DAB1D70B02}"/>
              </a:ext>
            </a:extLst>
          </p:cNvPr>
          <p:cNvSpPr/>
          <p:nvPr/>
        </p:nvSpPr>
        <p:spPr>
          <a:xfrm flipV="1">
            <a:off x="7087861" y="4336305"/>
            <a:ext cx="242511" cy="195254"/>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F026433C-1ED9-041D-BB80-C5D8E046D4C6}"/>
              </a:ext>
            </a:extLst>
          </p:cNvPr>
          <p:cNvSpPr/>
          <p:nvPr/>
        </p:nvSpPr>
        <p:spPr>
          <a:xfrm flipV="1">
            <a:off x="5072327" y="2308236"/>
            <a:ext cx="244547" cy="196939"/>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 name="Google Shape;309;p32">
            <a:extLst>
              <a:ext uri="{FF2B5EF4-FFF2-40B4-BE49-F238E27FC236}">
                <a16:creationId xmlns:a16="http://schemas.microsoft.com/office/drawing/2014/main" id="{DD54FA67-B788-DAC2-FC3C-5C79819B4DC6}"/>
              </a:ext>
            </a:extLst>
          </p:cNvPr>
          <p:cNvSpPr/>
          <p:nvPr/>
        </p:nvSpPr>
        <p:spPr>
          <a:xfrm flipV="1">
            <a:off x="2551311" y="2457156"/>
            <a:ext cx="242511" cy="195210"/>
          </a:xfrm>
          <a:custGeom>
            <a:avLst/>
            <a:gdLst/>
            <a:ahLst/>
            <a:cxnLst/>
            <a:rect l="l" t="t" r="r" b="b"/>
            <a:pathLst>
              <a:path w="4290" h="4289" extrusionOk="0">
                <a:moveTo>
                  <a:pt x="255" y="0"/>
                </a:moveTo>
                <a:lnTo>
                  <a:pt x="1" y="218"/>
                </a:lnTo>
                <a:lnTo>
                  <a:pt x="1" y="400"/>
                </a:lnTo>
                <a:lnTo>
                  <a:pt x="1" y="3889"/>
                </a:lnTo>
                <a:lnTo>
                  <a:pt x="37" y="4107"/>
                </a:lnTo>
                <a:lnTo>
                  <a:pt x="473" y="4289"/>
                </a:lnTo>
                <a:lnTo>
                  <a:pt x="691" y="4144"/>
                </a:lnTo>
                <a:lnTo>
                  <a:pt x="4181" y="691"/>
                </a:lnTo>
                <a:lnTo>
                  <a:pt x="4290" y="473"/>
                </a:lnTo>
                <a:lnTo>
                  <a:pt x="4144" y="37"/>
                </a:lnTo>
                <a:lnTo>
                  <a:pt x="3890"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310;p32">
            <a:extLst>
              <a:ext uri="{FF2B5EF4-FFF2-40B4-BE49-F238E27FC236}">
                <a16:creationId xmlns:a16="http://schemas.microsoft.com/office/drawing/2014/main" id="{7BEFA3EB-8721-4FF5-26D8-624CFA17CB5F}"/>
              </a:ext>
            </a:extLst>
          </p:cNvPr>
          <p:cNvSpPr/>
          <p:nvPr/>
        </p:nvSpPr>
        <p:spPr>
          <a:xfrm flipV="1">
            <a:off x="2744470" y="4490140"/>
            <a:ext cx="242511" cy="196893"/>
          </a:xfrm>
          <a:custGeom>
            <a:avLst/>
            <a:gdLst/>
            <a:ahLst/>
            <a:cxnLst/>
            <a:rect l="l" t="t" r="r" b="b"/>
            <a:pathLst>
              <a:path w="4290" h="4326" extrusionOk="0">
                <a:moveTo>
                  <a:pt x="437" y="0"/>
                </a:moveTo>
                <a:lnTo>
                  <a:pt x="182" y="73"/>
                </a:lnTo>
                <a:lnTo>
                  <a:pt x="0" y="473"/>
                </a:lnTo>
                <a:lnTo>
                  <a:pt x="146" y="691"/>
                </a:lnTo>
                <a:lnTo>
                  <a:pt x="3599" y="4180"/>
                </a:lnTo>
                <a:lnTo>
                  <a:pt x="3817" y="4325"/>
                </a:lnTo>
                <a:lnTo>
                  <a:pt x="4253" y="4143"/>
                </a:lnTo>
                <a:lnTo>
                  <a:pt x="4289" y="3889"/>
                </a:lnTo>
                <a:lnTo>
                  <a:pt x="4289" y="400"/>
                </a:lnTo>
                <a:lnTo>
                  <a:pt x="4289" y="254"/>
                </a:lnTo>
                <a:lnTo>
                  <a:pt x="4071" y="36"/>
                </a:lnTo>
                <a:lnTo>
                  <a:pt x="3889"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0306CAEC-1D36-BC99-C493-5E4773E181F9}"/>
              </a:ext>
            </a:extLst>
          </p:cNvPr>
          <p:cNvSpPr txBox="1"/>
          <p:nvPr/>
        </p:nvSpPr>
        <p:spPr>
          <a:xfrm rot="18698352">
            <a:off x="5542171" y="3249962"/>
            <a:ext cx="1346844"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8" name="CuadroTexto 57">
            <a:extLst>
              <a:ext uri="{FF2B5EF4-FFF2-40B4-BE49-F238E27FC236}">
                <a16:creationId xmlns:a16="http://schemas.microsoft.com/office/drawing/2014/main" id="{C64AC1FE-C9B0-042D-27F4-4C99D531E56F}"/>
              </a:ext>
            </a:extLst>
          </p:cNvPr>
          <p:cNvSpPr txBox="1"/>
          <p:nvPr/>
        </p:nvSpPr>
        <p:spPr>
          <a:xfrm rot="152627">
            <a:off x="8064162" y="1800026"/>
            <a:ext cx="1241045"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deploy</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EC3C4CDB-3525-2F43-D398-95BE50ABAD84}"/>
              </a:ext>
            </a:extLst>
          </p:cNvPr>
          <p:cNvSpPr txBox="1"/>
          <p:nvPr/>
        </p:nvSpPr>
        <p:spPr>
          <a:xfrm rot="5400000">
            <a:off x="9629144" y="3364216"/>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42ABB74B-7A9E-40CE-DED2-24CA94576827}"/>
              </a:ext>
            </a:extLst>
          </p:cNvPr>
          <p:cNvSpPr txBox="1"/>
          <p:nvPr/>
        </p:nvSpPr>
        <p:spPr>
          <a:xfrm>
            <a:off x="7828111" y="4635655"/>
            <a:ext cx="1433406" cy="523220"/>
          </a:xfrm>
          <a:prstGeom prst="rect">
            <a:avLst/>
          </a:prstGeom>
          <a:noFill/>
        </p:spPr>
        <p:txBody>
          <a:bodyPr wrap="square" rtlCol="0">
            <a:spAutoFit/>
          </a:bodyPr>
          <a:lstStyle/>
          <a:p>
            <a:r>
              <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CA467468-F14A-A1E2-33FC-54FCC816E02C}"/>
              </a:ext>
            </a:extLst>
          </p:cNvPr>
          <p:cNvSpPr txBox="1"/>
          <p:nvPr/>
        </p:nvSpPr>
        <p:spPr>
          <a:xfrm rot="2606566">
            <a:off x="5262976" y="2588957"/>
            <a:ext cx="867545"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8D6199DA-45B9-D9AA-333F-998D9792955D}"/>
              </a:ext>
            </a:extLst>
          </p:cNvPr>
          <p:cNvSpPr txBox="1"/>
          <p:nvPr/>
        </p:nvSpPr>
        <p:spPr>
          <a:xfrm>
            <a:off x="3485088" y="1806495"/>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code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3" name="CuadroTexto 62">
            <a:extLst>
              <a:ext uri="{FF2B5EF4-FFF2-40B4-BE49-F238E27FC236}">
                <a16:creationId xmlns:a16="http://schemas.microsoft.com/office/drawing/2014/main" id="{AA4DD9BE-AD9A-EA61-CD7A-3D37704F4C61}"/>
              </a:ext>
            </a:extLst>
          </p:cNvPr>
          <p:cNvSpPr txBox="1"/>
          <p:nvPr/>
        </p:nvSpPr>
        <p:spPr>
          <a:xfrm rot="16200000">
            <a:off x="1775627" y="3260245"/>
            <a:ext cx="958917"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build</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11F83F61-032D-6158-FBCF-E5E91E5C30A0}"/>
              </a:ext>
            </a:extLst>
          </p:cNvPr>
          <p:cNvSpPr txBox="1"/>
          <p:nvPr/>
        </p:nvSpPr>
        <p:spPr>
          <a:xfrm>
            <a:off x="3691830" y="4638684"/>
            <a:ext cx="795411"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6C2B34B1-726D-0D83-0293-190449E5351F}"/>
              </a:ext>
            </a:extLst>
          </p:cNvPr>
          <p:cNvSpPr txBox="1"/>
          <p:nvPr/>
        </p:nvSpPr>
        <p:spPr>
          <a:xfrm>
            <a:off x="2942355" y="2726742"/>
            <a:ext cx="2273379" cy="1569660"/>
          </a:xfrm>
          <a:prstGeom prst="rect">
            <a:avLst/>
          </a:prstGeom>
          <a:noFill/>
        </p:spPr>
        <p:txBody>
          <a:bodyPr wrap="square" rtlCol="0">
            <a:spAutoFit/>
          </a:bodyPr>
          <a:lstStyle/>
          <a:p>
            <a:r>
              <a:rPr lang="es-ES_tradnl" sz="9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E5DF029B-02EB-03B4-D828-89ECFB8A8321}"/>
              </a:ext>
            </a:extLst>
          </p:cNvPr>
          <p:cNvSpPr txBox="1"/>
          <p:nvPr/>
        </p:nvSpPr>
        <p:spPr>
          <a:xfrm>
            <a:off x="7399213" y="2727237"/>
            <a:ext cx="2359941" cy="1569660"/>
          </a:xfrm>
          <a:prstGeom prst="rect">
            <a:avLst/>
          </a:prstGeom>
          <a:noFill/>
        </p:spPr>
        <p:txBody>
          <a:bodyPr wrap="square" rtlCol="0">
            <a:spAutoFit/>
          </a:bodyPr>
          <a:lstStyle/>
          <a:p>
            <a:r>
              <a:rPr lang="es-ES_tradnl" sz="9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9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83" name="Grupo 82">
            <a:extLst>
              <a:ext uri="{FF2B5EF4-FFF2-40B4-BE49-F238E27FC236}">
                <a16:creationId xmlns:a16="http://schemas.microsoft.com/office/drawing/2014/main" id="{645B693C-587F-DA35-6F78-BCA8A508B14E}"/>
              </a:ext>
            </a:extLst>
          </p:cNvPr>
          <p:cNvGrpSpPr/>
          <p:nvPr/>
        </p:nvGrpSpPr>
        <p:grpSpPr>
          <a:xfrm>
            <a:off x="0" y="6351557"/>
            <a:ext cx="12181224" cy="466928"/>
            <a:chOff x="1" y="0"/>
            <a:chExt cx="12181224" cy="466928"/>
          </a:xfrm>
        </p:grpSpPr>
        <p:sp>
          <p:nvSpPr>
            <p:cNvPr id="84" name="Rectángulo 83">
              <a:extLst>
                <a:ext uri="{FF2B5EF4-FFF2-40B4-BE49-F238E27FC236}">
                  <a16:creationId xmlns:a16="http://schemas.microsoft.com/office/drawing/2014/main" id="{1FBE3FC9-35B8-9333-025A-54DCAC8A1EBF}"/>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5" name="Rectángulo 84">
              <a:extLst>
                <a:ext uri="{FF2B5EF4-FFF2-40B4-BE49-F238E27FC236}">
                  <a16:creationId xmlns:a16="http://schemas.microsoft.com/office/drawing/2014/main" id="{B736C254-8099-7AF4-CD39-CBF48F5368B7}"/>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solidFill>
                    <a:srgbClr val="FF0000"/>
                  </a:solidFill>
                </a:rPr>
                <a:t>pe</a:t>
              </a:r>
              <a:r>
                <a:rPr lang="es-ES_tradnl" sz="2400" baseline="-25000" dirty="0">
                  <a:solidFill>
                    <a:srgbClr val="FF0000"/>
                  </a:solidFill>
                </a:rPr>
                <a:t>1 (new plan)</a:t>
              </a:r>
            </a:p>
          </p:txBody>
        </p:sp>
        <p:sp>
          <p:nvSpPr>
            <p:cNvPr id="86" name="Rectángulo 85">
              <a:extLst>
                <a:ext uri="{FF2B5EF4-FFF2-40B4-BE49-F238E27FC236}">
                  <a16:creationId xmlns:a16="http://schemas.microsoft.com/office/drawing/2014/main" id="{5CD91BB7-7AA1-F5C4-E8E7-D9D718981D26}"/>
                </a:ext>
              </a:extLst>
            </p:cNvPr>
            <p:cNvSpPr/>
            <p:nvPr/>
          </p:nvSpPr>
          <p:spPr>
            <a:xfrm>
              <a:off x="4642441" y="0"/>
              <a:ext cx="2292129"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2 (new </a:t>
              </a:r>
              <a:r>
                <a:rPr lang="es-ES_tradnl" sz="2400" baseline="-25000" dirty="0" err="1"/>
                <a:t>feature</a:t>
              </a:r>
              <a:r>
                <a:rPr lang="es-ES_tradnl" sz="2400" baseline="-25000" dirty="0"/>
                <a:t>)</a:t>
              </a:r>
            </a:p>
          </p:txBody>
        </p:sp>
        <p:sp>
          <p:nvSpPr>
            <p:cNvPr id="87" name="Rectángulo 86">
              <a:extLst>
                <a:ext uri="{FF2B5EF4-FFF2-40B4-BE49-F238E27FC236}">
                  <a16:creationId xmlns:a16="http://schemas.microsoft.com/office/drawing/2014/main" id="{156919C1-8B95-0A1D-20F2-5B152EFC70F9}"/>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solidFill>
                    <a:srgbClr val="FF0000"/>
                  </a:solidFill>
                </a:rPr>
                <a:t>pe</a:t>
              </a:r>
              <a:r>
                <a:rPr lang="es-ES_tradnl" sz="2400" baseline="-25000" dirty="0">
                  <a:solidFill>
                    <a:srgbClr val="FF0000"/>
                  </a:solidFill>
                </a:rPr>
                <a:t>3 (</a:t>
              </a:r>
              <a:r>
                <a:rPr lang="es-ES_tradnl" sz="2400" baseline="-25000" dirty="0" err="1">
                  <a:solidFill>
                    <a:srgbClr val="FF0000"/>
                  </a:solidFill>
                </a:rPr>
                <a:t>price</a:t>
              </a:r>
              <a:r>
                <a:rPr lang="es-ES_tradnl" sz="2400" baseline="-25000" dirty="0">
                  <a:solidFill>
                    <a:srgbClr val="FF0000"/>
                  </a:solidFill>
                </a:rPr>
                <a:t> </a:t>
              </a:r>
              <a:r>
                <a:rPr lang="es-ES_tradnl" sz="2400" baseline="-25000" dirty="0" err="1">
                  <a:solidFill>
                    <a:srgbClr val="FF0000"/>
                  </a:solidFill>
                </a:rPr>
                <a:t>change</a:t>
              </a:r>
              <a:r>
                <a:rPr lang="es-ES_tradnl" sz="2400" baseline="-25000" dirty="0">
                  <a:solidFill>
                    <a:srgbClr val="FF0000"/>
                  </a:solidFill>
                </a:rPr>
                <a:t>)</a:t>
              </a:r>
            </a:p>
          </p:txBody>
        </p:sp>
        <p:sp>
          <p:nvSpPr>
            <p:cNvPr id="88" name="Rectángulo 87">
              <a:extLst>
                <a:ext uri="{FF2B5EF4-FFF2-40B4-BE49-F238E27FC236}">
                  <a16:creationId xmlns:a16="http://schemas.microsoft.com/office/drawing/2014/main" id="{18A3CA19-0055-1C9C-1A98-67AC35BC476E}"/>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solidFill>
                    <a:srgbClr val="FF0000"/>
                  </a:solidFill>
                </a:rPr>
                <a:t>pe</a:t>
              </a:r>
              <a:r>
                <a:rPr lang="es-ES_tradnl" sz="2400" baseline="-25000" dirty="0" err="1">
                  <a:solidFill>
                    <a:srgbClr val="FF0000"/>
                  </a:solidFill>
                </a:rPr>
                <a:t>j</a:t>
              </a:r>
              <a:r>
                <a:rPr lang="es-ES_tradnl" sz="2400" baseline="-25000" dirty="0">
                  <a:solidFill>
                    <a:srgbClr val="FF0000"/>
                  </a:solidFill>
                </a:rPr>
                <a:t> (</a:t>
              </a:r>
              <a:r>
                <a:rPr lang="es-ES_tradnl" sz="2400" baseline="-25000" dirty="0" err="1">
                  <a:solidFill>
                    <a:srgbClr val="FF0000"/>
                  </a:solidFill>
                </a:rPr>
                <a:t>feature</a:t>
              </a:r>
              <a:r>
                <a:rPr lang="es-ES_tradnl" sz="2400" baseline="-25000" dirty="0">
                  <a:solidFill>
                    <a:srgbClr val="FF0000"/>
                  </a:solidFill>
                </a:rPr>
                <a:t> </a:t>
              </a:r>
              <a:r>
                <a:rPr lang="es-ES_tradnl" sz="2400" baseline="-25000" dirty="0" err="1">
                  <a:solidFill>
                    <a:srgbClr val="FF0000"/>
                  </a:solidFill>
                </a:rPr>
                <a:t>reallocation</a:t>
              </a:r>
              <a:r>
                <a:rPr lang="es-ES_tradnl" sz="2400" baseline="-25000" dirty="0">
                  <a:solidFill>
                    <a:srgbClr val="FF0000"/>
                  </a:solidFill>
                </a:rPr>
                <a:t>)</a:t>
              </a:r>
            </a:p>
          </p:txBody>
        </p:sp>
      </p:grpSp>
      <p:cxnSp>
        <p:nvCxnSpPr>
          <p:cNvPr id="89" name="Conector recto 88">
            <a:extLst>
              <a:ext uri="{FF2B5EF4-FFF2-40B4-BE49-F238E27FC236}">
                <a16:creationId xmlns:a16="http://schemas.microsoft.com/office/drawing/2014/main" id="{BB39D75D-10D5-3FFD-049C-06B9D8EC5E8C}"/>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0" name="Conector recto de flecha 89">
            <a:extLst>
              <a:ext uri="{FF2B5EF4-FFF2-40B4-BE49-F238E27FC236}">
                <a16:creationId xmlns:a16="http://schemas.microsoft.com/office/drawing/2014/main" id="{B1CC78FE-C9F1-30AD-9D76-02030DAB4645}"/>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91" name="Elipse 90">
            <a:extLst>
              <a:ext uri="{FF2B5EF4-FFF2-40B4-BE49-F238E27FC236}">
                <a16:creationId xmlns:a16="http://schemas.microsoft.com/office/drawing/2014/main" id="{BA5890D4-03E9-42DA-AEE2-B6B844B978DD}"/>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92" name="Elipse 91">
            <a:extLst>
              <a:ext uri="{FF2B5EF4-FFF2-40B4-BE49-F238E27FC236}">
                <a16:creationId xmlns:a16="http://schemas.microsoft.com/office/drawing/2014/main" id="{C17F6C42-9181-9AAB-85A6-9237F17EDBD7}"/>
              </a:ext>
            </a:extLst>
          </p:cNvPr>
          <p:cNvSpPr/>
          <p:nvPr/>
        </p:nvSpPr>
        <p:spPr>
          <a:xfrm>
            <a:off x="5662891"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93" name="Elipse 92">
            <a:extLst>
              <a:ext uri="{FF2B5EF4-FFF2-40B4-BE49-F238E27FC236}">
                <a16:creationId xmlns:a16="http://schemas.microsoft.com/office/drawing/2014/main" id="{CCCA0B5C-816C-D484-AF6A-DE93ECFCCBCF}"/>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94" name="Elipse 93">
            <a:extLst>
              <a:ext uri="{FF2B5EF4-FFF2-40B4-BE49-F238E27FC236}">
                <a16:creationId xmlns:a16="http://schemas.microsoft.com/office/drawing/2014/main" id="{9BBB4183-F17B-4398-FC71-83AB4DA6328E}"/>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95" name="Grupo 94">
            <a:extLst>
              <a:ext uri="{FF2B5EF4-FFF2-40B4-BE49-F238E27FC236}">
                <a16:creationId xmlns:a16="http://schemas.microsoft.com/office/drawing/2014/main" id="{2C9CDACA-3E92-0C9C-8854-35E76DA1EA06}"/>
              </a:ext>
            </a:extLst>
          </p:cNvPr>
          <p:cNvGrpSpPr/>
          <p:nvPr/>
        </p:nvGrpSpPr>
        <p:grpSpPr>
          <a:xfrm>
            <a:off x="9209850" y="6602889"/>
            <a:ext cx="357750" cy="72000"/>
            <a:chOff x="2825645" y="5031746"/>
            <a:chExt cx="357750" cy="72000"/>
          </a:xfrm>
          <a:solidFill>
            <a:schemeClr val="tx1"/>
          </a:solidFill>
        </p:grpSpPr>
        <p:sp>
          <p:nvSpPr>
            <p:cNvPr id="96" name="Elipse 95">
              <a:extLst>
                <a:ext uri="{FF2B5EF4-FFF2-40B4-BE49-F238E27FC236}">
                  <a16:creationId xmlns:a16="http://schemas.microsoft.com/office/drawing/2014/main" id="{BC9BBB92-7EEC-5096-E6D0-58D751A9ADFD}"/>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7" name="Elipse 96">
              <a:extLst>
                <a:ext uri="{FF2B5EF4-FFF2-40B4-BE49-F238E27FC236}">
                  <a16:creationId xmlns:a16="http://schemas.microsoft.com/office/drawing/2014/main" id="{9191AB7D-B201-44CB-664B-51A2D67079E5}"/>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8" name="Elipse 97">
              <a:extLst>
                <a:ext uri="{FF2B5EF4-FFF2-40B4-BE49-F238E27FC236}">
                  <a16:creationId xmlns:a16="http://schemas.microsoft.com/office/drawing/2014/main" id="{84D115D2-F003-C715-7BC4-7CF5D6E02FB2}"/>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99" name="Conector recto 98">
            <a:extLst>
              <a:ext uri="{FF2B5EF4-FFF2-40B4-BE49-F238E27FC236}">
                <a16:creationId xmlns:a16="http://schemas.microsoft.com/office/drawing/2014/main" id="{85EA19A4-9524-9EF2-3C4C-7C2C45C3C3D1}"/>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5" name="Título 1">
            <a:extLst>
              <a:ext uri="{FF2B5EF4-FFF2-40B4-BE49-F238E27FC236}">
                <a16:creationId xmlns:a16="http://schemas.microsoft.com/office/drawing/2014/main" id="{C230EEF4-7C01-0CA5-B574-B90286C5D543}"/>
              </a:ext>
            </a:extLst>
          </p:cNvPr>
          <p:cNvSpPr>
            <a:spLocks noGrp="1"/>
          </p:cNvSpPr>
          <p:nvPr>
            <p:ph type="title"/>
          </p:nvPr>
        </p:nvSpPr>
        <p:spPr>
          <a:xfrm>
            <a:off x="790558" y="18255"/>
            <a:ext cx="10515600" cy="1325563"/>
          </a:xfrm>
        </p:spPr>
        <p:txBody>
          <a:bodyPr/>
          <a:lstStyle/>
          <a:p>
            <a:pPr algn="ct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Traditional</a:t>
            </a:r>
            <a:r>
              <a:rPr lang="es-ES" dirty="0">
                <a:solidFill>
                  <a:srgbClr val="7E0029"/>
                </a:solidFill>
                <a:latin typeface="Roboto" panose="02000000000000000000" pitchFamily="2" charset="0"/>
                <a:ea typeface="Roboto" panose="02000000000000000000" pitchFamily="2" charset="0"/>
                <a:cs typeface="Roboto" panose="02000000000000000000" pitchFamily="2" charset="0"/>
              </a:rPr>
              <a:t> DevOps </a:t>
            </a: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life</a:t>
            </a:r>
            <a:r>
              <a:rPr lang="es-ES"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cyle</a:t>
            </a:r>
            <a:endParaRPr lang="es-ES"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
        <p:nvSpPr>
          <p:cNvPr id="6" name="CuadroTexto 5">
            <a:extLst>
              <a:ext uri="{FF2B5EF4-FFF2-40B4-BE49-F238E27FC236}">
                <a16:creationId xmlns:a16="http://schemas.microsoft.com/office/drawing/2014/main" id="{11F91016-1D48-7FB2-7D84-CAD1D0CA39FC}"/>
              </a:ext>
            </a:extLst>
          </p:cNvPr>
          <p:cNvSpPr txBox="1"/>
          <p:nvPr/>
        </p:nvSpPr>
        <p:spPr>
          <a:xfrm>
            <a:off x="11674634" y="6377279"/>
            <a:ext cx="550151" cy="523220"/>
          </a:xfrm>
          <a:prstGeom prst="rect">
            <a:avLst/>
          </a:prstGeom>
          <a:noFill/>
        </p:spPr>
        <p:txBody>
          <a:bodyPr wrap="none" rtlCol="0">
            <a:spAutoFit/>
          </a:bodyPr>
          <a:lstStyle/>
          <a:p>
            <a:r>
              <a:rPr lang="en-US" sz="2800" dirty="0">
                <a:solidFill>
                  <a:srgbClr val="7E0029"/>
                </a:solidFill>
              </a:rPr>
              <a:t>21</a:t>
            </a:r>
            <a:endParaRPr lang="en-US" sz="2800" noProof="0" dirty="0">
              <a:solidFill>
                <a:srgbClr val="7E0029"/>
              </a:solidFill>
            </a:endParaRPr>
          </a:p>
        </p:txBody>
      </p:sp>
    </p:spTree>
    <p:extLst>
      <p:ext uri="{BB962C8B-B14F-4D97-AF65-F5344CB8AC3E}">
        <p14:creationId xmlns:p14="http://schemas.microsoft.com/office/powerpoint/2010/main" val="2144955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FD940-3A21-D82B-98AA-D5A8DB147310}"/>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58D44BDB-0AE9-416C-84B5-2D377D08D03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771" y="4945556"/>
            <a:ext cx="12224115" cy="1925985"/>
          </a:xfrm>
          <a:prstGeom prst="rect">
            <a:avLst/>
          </a:prstGeom>
        </p:spPr>
      </p:pic>
      <p:pic>
        <p:nvPicPr>
          <p:cNvPr id="5" name="Imagen 4" descr="Gráfico&#10;&#10;El contenido generado por IA puede ser incorrecto.">
            <a:extLst>
              <a:ext uri="{FF2B5EF4-FFF2-40B4-BE49-F238E27FC236}">
                <a16:creationId xmlns:a16="http://schemas.microsoft.com/office/drawing/2014/main" id="{55FF921F-0DC2-97A0-6641-7FFA7A3603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97" y="4939280"/>
            <a:ext cx="12183695" cy="1919617"/>
          </a:xfrm>
          <a:prstGeom prst="rect">
            <a:avLst/>
          </a:prstGeom>
        </p:spPr>
      </p:pic>
      <p:sp>
        <p:nvSpPr>
          <p:cNvPr id="40" name="Google Shape;295;p32">
            <a:extLst>
              <a:ext uri="{FF2B5EF4-FFF2-40B4-BE49-F238E27FC236}">
                <a16:creationId xmlns:a16="http://schemas.microsoft.com/office/drawing/2014/main" id="{3A89191D-03EE-DEB6-CF35-4E309FC8A4DD}"/>
              </a:ext>
            </a:extLst>
          </p:cNvPr>
          <p:cNvSpPr/>
          <p:nvPr/>
        </p:nvSpPr>
        <p:spPr>
          <a:xfrm flipV="1">
            <a:off x="1631193" y="1746375"/>
            <a:ext cx="1236928" cy="2509500"/>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8557466B-C406-F74B-09F8-9B98CCDFE289}"/>
              </a:ext>
            </a:extLst>
          </p:cNvPr>
          <p:cNvSpPr/>
          <p:nvPr/>
        </p:nvSpPr>
        <p:spPr>
          <a:xfrm flipV="1">
            <a:off x="2276300" y="3776107"/>
            <a:ext cx="3110775" cy="1002488"/>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515D1CB1-7ABB-5AA6-FA73-7720F32851B9}"/>
              </a:ext>
            </a:extLst>
          </p:cNvPr>
          <p:cNvSpPr/>
          <p:nvPr/>
        </p:nvSpPr>
        <p:spPr>
          <a:xfrm flipV="1">
            <a:off x="4793189" y="1749697"/>
            <a:ext cx="2605286" cy="2501216"/>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Google Shape;298;p32">
            <a:extLst>
              <a:ext uri="{FF2B5EF4-FFF2-40B4-BE49-F238E27FC236}">
                <a16:creationId xmlns:a16="http://schemas.microsoft.com/office/drawing/2014/main" id="{DB47891B-BA47-8812-3897-CCA685295AE0}"/>
              </a:ext>
            </a:extLst>
          </p:cNvPr>
          <p:cNvSpPr/>
          <p:nvPr/>
        </p:nvSpPr>
        <p:spPr>
          <a:xfrm flipV="1">
            <a:off x="6810759" y="1225317"/>
            <a:ext cx="3110775" cy="999212"/>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4" name="Google Shape;299;p32">
            <a:extLst>
              <a:ext uri="{FF2B5EF4-FFF2-40B4-BE49-F238E27FC236}">
                <a16:creationId xmlns:a16="http://schemas.microsoft.com/office/drawing/2014/main" id="{F80B7F08-337A-6882-7A04-847DB124B5BD}"/>
              </a:ext>
            </a:extLst>
          </p:cNvPr>
          <p:cNvSpPr/>
          <p:nvPr/>
        </p:nvSpPr>
        <p:spPr>
          <a:xfrm flipV="1">
            <a:off x="9333808" y="1749697"/>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C0A27E61-2D5C-4815-0B68-C319C8D9F448}"/>
              </a:ext>
            </a:extLst>
          </p:cNvPr>
          <p:cNvSpPr/>
          <p:nvPr/>
        </p:nvSpPr>
        <p:spPr>
          <a:xfrm flipV="1">
            <a:off x="6812850" y="3777744"/>
            <a:ext cx="3108682" cy="1000851"/>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3E75B514-A6F2-32DB-A639-A998BC03F58A}"/>
              </a:ext>
            </a:extLst>
          </p:cNvPr>
          <p:cNvSpPr/>
          <p:nvPr/>
        </p:nvSpPr>
        <p:spPr>
          <a:xfrm flipV="1">
            <a:off x="2278390" y="1226956"/>
            <a:ext cx="3108682" cy="1002534"/>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274C0BC6-AA0C-5D0F-18C8-143C39F38CD0}"/>
              </a:ext>
            </a:extLst>
          </p:cNvPr>
          <p:cNvSpPr/>
          <p:nvPr/>
        </p:nvSpPr>
        <p:spPr>
          <a:xfrm flipV="1">
            <a:off x="4797258" y="1749699"/>
            <a:ext cx="2605343" cy="2502899"/>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8F544ADC-393F-8959-81EB-54D27C35722E}"/>
              </a:ext>
            </a:extLst>
          </p:cNvPr>
          <p:cNvSpPr/>
          <p:nvPr/>
        </p:nvSpPr>
        <p:spPr>
          <a:xfrm flipV="1">
            <a:off x="5066450" y="3837332"/>
            <a:ext cx="244547" cy="196893"/>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B3D7BAD5-0EFD-EB83-DC15-F1632493AE42}"/>
              </a:ext>
            </a:extLst>
          </p:cNvPr>
          <p:cNvSpPr/>
          <p:nvPr/>
        </p:nvSpPr>
        <p:spPr>
          <a:xfrm flipV="1">
            <a:off x="7081985" y="1812587"/>
            <a:ext cx="242511" cy="195254"/>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 name="Google Shape;305;p32">
            <a:extLst>
              <a:ext uri="{FF2B5EF4-FFF2-40B4-BE49-F238E27FC236}">
                <a16:creationId xmlns:a16="http://schemas.microsoft.com/office/drawing/2014/main" id="{7438CF44-4D6C-37F5-DF43-3FE6374D900B}"/>
              </a:ext>
            </a:extLst>
          </p:cNvPr>
          <p:cNvSpPr/>
          <p:nvPr/>
        </p:nvSpPr>
        <p:spPr>
          <a:xfrm flipV="1">
            <a:off x="9600907" y="1968061"/>
            <a:ext cx="244547" cy="196893"/>
          </a:xfrm>
          <a:custGeom>
            <a:avLst/>
            <a:gdLst/>
            <a:ahLst/>
            <a:cxnLst/>
            <a:rect l="l" t="t" r="r" b="b"/>
            <a:pathLst>
              <a:path w="4326" h="4326" extrusionOk="0">
                <a:moveTo>
                  <a:pt x="436" y="0"/>
                </a:moveTo>
                <a:lnTo>
                  <a:pt x="182" y="73"/>
                </a:lnTo>
                <a:lnTo>
                  <a:pt x="0" y="509"/>
                </a:lnTo>
                <a:lnTo>
                  <a:pt x="146" y="691"/>
                </a:lnTo>
                <a:lnTo>
                  <a:pt x="3635" y="4180"/>
                </a:lnTo>
                <a:lnTo>
                  <a:pt x="3853" y="4325"/>
                </a:lnTo>
                <a:lnTo>
                  <a:pt x="4253" y="4144"/>
                </a:lnTo>
                <a:lnTo>
                  <a:pt x="4325" y="3889"/>
                </a:lnTo>
                <a:lnTo>
                  <a:pt x="4325" y="436"/>
                </a:lnTo>
                <a:lnTo>
                  <a:pt x="4289" y="255"/>
                </a:lnTo>
                <a:lnTo>
                  <a:pt x="4071" y="36"/>
                </a:lnTo>
                <a:lnTo>
                  <a:pt x="3926"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BF0B29F2-0B37-31B5-5B80-018739D88996}"/>
              </a:ext>
            </a:extLst>
          </p:cNvPr>
          <p:cNvSpPr/>
          <p:nvPr/>
        </p:nvSpPr>
        <p:spPr>
          <a:xfrm flipV="1">
            <a:off x="9409839" y="3996128"/>
            <a:ext cx="242457" cy="195254"/>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21BACCCE-A3F7-0C39-BCDB-BB9E7835E7B8}"/>
              </a:ext>
            </a:extLst>
          </p:cNvPr>
          <p:cNvSpPr/>
          <p:nvPr/>
        </p:nvSpPr>
        <p:spPr>
          <a:xfrm flipV="1">
            <a:off x="6890916" y="3843932"/>
            <a:ext cx="242511" cy="195254"/>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1DCF300F-9FCE-0CFE-92BB-22D326AE8955}"/>
              </a:ext>
            </a:extLst>
          </p:cNvPr>
          <p:cNvSpPr/>
          <p:nvPr/>
        </p:nvSpPr>
        <p:spPr>
          <a:xfrm flipV="1">
            <a:off x="4875382" y="1815863"/>
            <a:ext cx="244547" cy="196939"/>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 name="Google Shape;309;p32">
            <a:extLst>
              <a:ext uri="{FF2B5EF4-FFF2-40B4-BE49-F238E27FC236}">
                <a16:creationId xmlns:a16="http://schemas.microsoft.com/office/drawing/2014/main" id="{3708EB07-1C24-D739-DF20-256C5332CFE9}"/>
              </a:ext>
            </a:extLst>
          </p:cNvPr>
          <p:cNvSpPr/>
          <p:nvPr/>
        </p:nvSpPr>
        <p:spPr>
          <a:xfrm flipV="1">
            <a:off x="2354366" y="1964783"/>
            <a:ext cx="242511" cy="195210"/>
          </a:xfrm>
          <a:custGeom>
            <a:avLst/>
            <a:gdLst/>
            <a:ahLst/>
            <a:cxnLst/>
            <a:rect l="l" t="t" r="r" b="b"/>
            <a:pathLst>
              <a:path w="4290" h="4289" extrusionOk="0">
                <a:moveTo>
                  <a:pt x="255" y="0"/>
                </a:moveTo>
                <a:lnTo>
                  <a:pt x="1" y="218"/>
                </a:lnTo>
                <a:lnTo>
                  <a:pt x="1" y="400"/>
                </a:lnTo>
                <a:lnTo>
                  <a:pt x="1" y="3889"/>
                </a:lnTo>
                <a:lnTo>
                  <a:pt x="37" y="4107"/>
                </a:lnTo>
                <a:lnTo>
                  <a:pt x="473" y="4289"/>
                </a:lnTo>
                <a:lnTo>
                  <a:pt x="691" y="4144"/>
                </a:lnTo>
                <a:lnTo>
                  <a:pt x="4181" y="691"/>
                </a:lnTo>
                <a:lnTo>
                  <a:pt x="4290" y="473"/>
                </a:lnTo>
                <a:lnTo>
                  <a:pt x="4144" y="37"/>
                </a:lnTo>
                <a:lnTo>
                  <a:pt x="3890"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 name="Google Shape;310;p32">
            <a:extLst>
              <a:ext uri="{FF2B5EF4-FFF2-40B4-BE49-F238E27FC236}">
                <a16:creationId xmlns:a16="http://schemas.microsoft.com/office/drawing/2014/main" id="{CC27D084-CACC-E790-FB6A-7FC8E972CA65}"/>
              </a:ext>
            </a:extLst>
          </p:cNvPr>
          <p:cNvSpPr/>
          <p:nvPr/>
        </p:nvSpPr>
        <p:spPr>
          <a:xfrm flipV="1">
            <a:off x="2547525" y="3997767"/>
            <a:ext cx="242511" cy="196893"/>
          </a:xfrm>
          <a:custGeom>
            <a:avLst/>
            <a:gdLst/>
            <a:ahLst/>
            <a:cxnLst/>
            <a:rect l="l" t="t" r="r" b="b"/>
            <a:pathLst>
              <a:path w="4290" h="4326" extrusionOk="0">
                <a:moveTo>
                  <a:pt x="437" y="0"/>
                </a:moveTo>
                <a:lnTo>
                  <a:pt x="182" y="73"/>
                </a:lnTo>
                <a:lnTo>
                  <a:pt x="0" y="473"/>
                </a:lnTo>
                <a:lnTo>
                  <a:pt x="146" y="691"/>
                </a:lnTo>
                <a:lnTo>
                  <a:pt x="3599" y="4180"/>
                </a:lnTo>
                <a:lnTo>
                  <a:pt x="3817" y="4325"/>
                </a:lnTo>
                <a:lnTo>
                  <a:pt x="4253" y="4143"/>
                </a:lnTo>
                <a:lnTo>
                  <a:pt x="4289" y="3889"/>
                </a:lnTo>
                <a:lnTo>
                  <a:pt x="4289" y="400"/>
                </a:lnTo>
                <a:lnTo>
                  <a:pt x="4289" y="254"/>
                </a:lnTo>
                <a:lnTo>
                  <a:pt x="4071" y="36"/>
                </a:lnTo>
                <a:lnTo>
                  <a:pt x="3889" y="0"/>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E1FC2A1F-436D-CC8E-3758-ED57B4545430}"/>
              </a:ext>
            </a:extLst>
          </p:cNvPr>
          <p:cNvSpPr txBox="1"/>
          <p:nvPr/>
        </p:nvSpPr>
        <p:spPr>
          <a:xfrm rot="18698352">
            <a:off x="5345226" y="2757589"/>
            <a:ext cx="1346844"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8" name="CuadroTexto 57">
            <a:extLst>
              <a:ext uri="{FF2B5EF4-FFF2-40B4-BE49-F238E27FC236}">
                <a16:creationId xmlns:a16="http://schemas.microsoft.com/office/drawing/2014/main" id="{500ECA5E-CE0F-2F44-0F6D-27B703D78E50}"/>
              </a:ext>
            </a:extLst>
          </p:cNvPr>
          <p:cNvSpPr txBox="1"/>
          <p:nvPr/>
        </p:nvSpPr>
        <p:spPr>
          <a:xfrm rot="152627">
            <a:off x="7867217" y="1307653"/>
            <a:ext cx="1241045"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deploy</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5336FBDA-0321-4A85-E254-FCF13D4C7329}"/>
              </a:ext>
            </a:extLst>
          </p:cNvPr>
          <p:cNvSpPr txBox="1"/>
          <p:nvPr/>
        </p:nvSpPr>
        <p:spPr>
          <a:xfrm rot="5400000">
            <a:off x="9432199" y="2871843"/>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051DDE65-ABB4-D77F-51AF-5E6EDE39B7EB}"/>
              </a:ext>
            </a:extLst>
          </p:cNvPr>
          <p:cNvSpPr txBox="1"/>
          <p:nvPr/>
        </p:nvSpPr>
        <p:spPr>
          <a:xfrm>
            <a:off x="7631166" y="4143282"/>
            <a:ext cx="1433406" cy="523220"/>
          </a:xfrm>
          <a:prstGeom prst="rect">
            <a:avLst/>
          </a:prstGeom>
          <a:noFill/>
        </p:spPr>
        <p:txBody>
          <a:bodyPr wrap="square" rtlCol="0">
            <a:spAutoFit/>
          </a:bodyPr>
          <a:lstStyle/>
          <a:p>
            <a:r>
              <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355B8E78-0DDD-8023-E896-38983EF89C9C}"/>
              </a:ext>
            </a:extLst>
          </p:cNvPr>
          <p:cNvSpPr txBox="1"/>
          <p:nvPr/>
        </p:nvSpPr>
        <p:spPr>
          <a:xfrm rot="2606566">
            <a:off x="5066031" y="2096584"/>
            <a:ext cx="867545"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6DD81A7B-C8EE-99FB-1448-CB07CE7F3737}"/>
              </a:ext>
            </a:extLst>
          </p:cNvPr>
          <p:cNvSpPr txBox="1"/>
          <p:nvPr/>
        </p:nvSpPr>
        <p:spPr>
          <a:xfrm>
            <a:off x="3288143" y="1314122"/>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code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3" name="CuadroTexto 62">
            <a:extLst>
              <a:ext uri="{FF2B5EF4-FFF2-40B4-BE49-F238E27FC236}">
                <a16:creationId xmlns:a16="http://schemas.microsoft.com/office/drawing/2014/main" id="{5EC813A6-2591-1507-3421-3116145F74E3}"/>
              </a:ext>
            </a:extLst>
          </p:cNvPr>
          <p:cNvSpPr txBox="1"/>
          <p:nvPr/>
        </p:nvSpPr>
        <p:spPr>
          <a:xfrm rot="16200000">
            <a:off x="1578682" y="2767872"/>
            <a:ext cx="958917"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build</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7EC5B32C-AD4D-F4FA-3763-9C8A1775A614}"/>
              </a:ext>
            </a:extLst>
          </p:cNvPr>
          <p:cNvSpPr txBox="1"/>
          <p:nvPr/>
        </p:nvSpPr>
        <p:spPr>
          <a:xfrm>
            <a:off x="3494885" y="4146311"/>
            <a:ext cx="795411"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FA19779F-053D-6225-9D34-0460645BE8F1}"/>
              </a:ext>
            </a:extLst>
          </p:cNvPr>
          <p:cNvSpPr txBox="1"/>
          <p:nvPr/>
        </p:nvSpPr>
        <p:spPr>
          <a:xfrm>
            <a:off x="2745410" y="2234369"/>
            <a:ext cx="2273379" cy="1569660"/>
          </a:xfrm>
          <a:prstGeom prst="rect">
            <a:avLst/>
          </a:prstGeom>
          <a:noFill/>
        </p:spPr>
        <p:txBody>
          <a:bodyPr wrap="square" rtlCol="0">
            <a:spAutoFit/>
          </a:bodyPr>
          <a:lstStyle/>
          <a:p>
            <a:r>
              <a:rPr lang="es-ES_tradnl" sz="9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30312742-718D-BC7B-FA7F-B145D4A3B286}"/>
              </a:ext>
            </a:extLst>
          </p:cNvPr>
          <p:cNvSpPr txBox="1"/>
          <p:nvPr/>
        </p:nvSpPr>
        <p:spPr>
          <a:xfrm>
            <a:off x="7202268" y="2234864"/>
            <a:ext cx="2359941" cy="1569660"/>
          </a:xfrm>
          <a:prstGeom prst="rect">
            <a:avLst/>
          </a:prstGeom>
          <a:noFill/>
        </p:spPr>
        <p:txBody>
          <a:bodyPr wrap="square" rtlCol="0">
            <a:spAutoFit/>
          </a:bodyPr>
          <a:lstStyle/>
          <a:p>
            <a:r>
              <a:rPr lang="es-ES_tradnl" sz="9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9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100" name="Título 1">
            <a:extLst>
              <a:ext uri="{FF2B5EF4-FFF2-40B4-BE49-F238E27FC236}">
                <a16:creationId xmlns:a16="http://schemas.microsoft.com/office/drawing/2014/main" id="{B2044677-00CB-A59B-803D-9070782CAF78}"/>
              </a:ext>
            </a:extLst>
          </p:cNvPr>
          <p:cNvSpPr>
            <a:spLocks noGrp="1"/>
          </p:cNvSpPr>
          <p:nvPr>
            <p:ph type="title"/>
          </p:nvPr>
        </p:nvSpPr>
        <p:spPr>
          <a:xfrm>
            <a:off x="790558" y="18255"/>
            <a:ext cx="10515600" cy="1325563"/>
          </a:xfrm>
        </p:spPr>
        <p:txBody>
          <a:bodyPr/>
          <a:lstStyle/>
          <a:p>
            <a:pPr algn="ct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Traditional</a:t>
            </a:r>
            <a:r>
              <a:rPr lang="es-ES" dirty="0">
                <a:solidFill>
                  <a:srgbClr val="7E0029"/>
                </a:solidFill>
                <a:latin typeface="Roboto" panose="02000000000000000000" pitchFamily="2" charset="0"/>
                <a:ea typeface="Roboto" panose="02000000000000000000" pitchFamily="2" charset="0"/>
                <a:cs typeface="Roboto" panose="02000000000000000000" pitchFamily="2" charset="0"/>
              </a:rPr>
              <a:t> DevOps </a:t>
            </a: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life</a:t>
            </a:r>
            <a:r>
              <a:rPr lang="es-ES"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dirty="0" err="1">
                <a:solidFill>
                  <a:srgbClr val="7E0029"/>
                </a:solidFill>
                <a:latin typeface="Roboto" panose="02000000000000000000" pitchFamily="2" charset="0"/>
                <a:ea typeface="Roboto" panose="02000000000000000000" pitchFamily="2" charset="0"/>
                <a:cs typeface="Roboto" panose="02000000000000000000" pitchFamily="2" charset="0"/>
              </a:rPr>
              <a:t>cyle</a:t>
            </a:r>
            <a:endParaRPr lang="es-ES"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
        <p:nvSpPr>
          <p:cNvPr id="2" name="CuadroTexto 1">
            <a:extLst>
              <a:ext uri="{FF2B5EF4-FFF2-40B4-BE49-F238E27FC236}">
                <a16:creationId xmlns:a16="http://schemas.microsoft.com/office/drawing/2014/main" id="{74D38356-F144-24D2-E70B-809D1426EA7B}"/>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21</a:t>
            </a:r>
          </a:p>
        </p:txBody>
      </p:sp>
    </p:spTree>
    <p:extLst>
      <p:ext uri="{BB962C8B-B14F-4D97-AF65-F5344CB8AC3E}">
        <p14:creationId xmlns:p14="http://schemas.microsoft.com/office/powerpoint/2010/main" val="1134058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A37DF-7340-CF72-AF08-839CA8372183}"/>
            </a:ext>
          </a:extLst>
        </p:cNvPr>
        <p:cNvGrpSpPr/>
        <p:nvPr/>
      </p:nvGrpSpPr>
      <p:grpSpPr>
        <a:xfrm>
          <a:off x="0" y="0"/>
          <a:ext cx="0" cy="0"/>
          <a:chOff x="0" y="0"/>
          <a:chExt cx="0" cy="0"/>
        </a:xfrm>
      </p:grpSpPr>
      <p:sp>
        <p:nvSpPr>
          <p:cNvPr id="40" name="Google Shape;295;p32">
            <a:extLst>
              <a:ext uri="{FF2B5EF4-FFF2-40B4-BE49-F238E27FC236}">
                <a16:creationId xmlns:a16="http://schemas.microsoft.com/office/drawing/2014/main" id="{DB2AAC31-DE62-1669-781D-0C804874A975}"/>
              </a:ext>
            </a:extLst>
          </p:cNvPr>
          <p:cNvSpPr/>
          <p:nvPr/>
        </p:nvSpPr>
        <p:spPr>
          <a:xfrm flipV="1">
            <a:off x="1617781" y="1724940"/>
            <a:ext cx="1236928" cy="2509499"/>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A5374095-3FD7-8A11-493C-822063F9DF8A}"/>
              </a:ext>
            </a:extLst>
          </p:cNvPr>
          <p:cNvSpPr/>
          <p:nvPr/>
        </p:nvSpPr>
        <p:spPr>
          <a:xfrm flipV="1">
            <a:off x="2283908" y="3775687"/>
            <a:ext cx="3110775" cy="1002488"/>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B513933B-070F-A237-8F3E-CD7090F32DF8}"/>
              </a:ext>
            </a:extLst>
          </p:cNvPr>
          <p:cNvSpPr/>
          <p:nvPr/>
        </p:nvSpPr>
        <p:spPr>
          <a:xfrm flipV="1">
            <a:off x="4800798" y="1770299"/>
            <a:ext cx="2605286" cy="2501216"/>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Google Shape;298;p32">
            <a:extLst>
              <a:ext uri="{FF2B5EF4-FFF2-40B4-BE49-F238E27FC236}">
                <a16:creationId xmlns:a16="http://schemas.microsoft.com/office/drawing/2014/main" id="{BD6BC477-39A1-1B26-6832-63BAF9F93F21}"/>
              </a:ext>
            </a:extLst>
          </p:cNvPr>
          <p:cNvSpPr/>
          <p:nvPr/>
        </p:nvSpPr>
        <p:spPr>
          <a:xfrm flipV="1">
            <a:off x="6829944" y="1257495"/>
            <a:ext cx="3110775" cy="999212"/>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4" name="Google Shape;299;p32">
            <a:extLst>
              <a:ext uri="{FF2B5EF4-FFF2-40B4-BE49-F238E27FC236}">
                <a16:creationId xmlns:a16="http://schemas.microsoft.com/office/drawing/2014/main" id="{EB2BC4B4-3459-6AB6-51D5-5D04CA5FC433}"/>
              </a:ext>
            </a:extLst>
          </p:cNvPr>
          <p:cNvSpPr/>
          <p:nvPr/>
        </p:nvSpPr>
        <p:spPr>
          <a:xfrm flipV="1">
            <a:off x="9341416" y="1770299"/>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182FCC9E-A1A0-7575-1DE5-3069A9D6CE31}"/>
              </a:ext>
            </a:extLst>
          </p:cNvPr>
          <p:cNvSpPr/>
          <p:nvPr/>
        </p:nvSpPr>
        <p:spPr>
          <a:xfrm flipV="1">
            <a:off x="6820458" y="3798345"/>
            <a:ext cx="3108682" cy="1000851"/>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106BC61A-44EE-BCB6-5F2F-181DBE6B40B9}"/>
              </a:ext>
            </a:extLst>
          </p:cNvPr>
          <p:cNvSpPr/>
          <p:nvPr/>
        </p:nvSpPr>
        <p:spPr>
          <a:xfrm flipV="1">
            <a:off x="2254468" y="1216028"/>
            <a:ext cx="3108682" cy="1002534"/>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05BBD1A5-9822-D94F-0D3E-D7197B9A127E}"/>
              </a:ext>
            </a:extLst>
          </p:cNvPr>
          <p:cNvSpPr/>
          <p:nvPr/>
        </p:nvSpPr>
        <p:spPr>
          <a:xfrm flipV="1">
            <a:off x="4804866" y="1770301"/>
            <a:ext cx="2605343" cy="2502899"/>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937189D2-2CFB-7449-3585-DA2DD98A8013}"/>
              </a:ext>
            </a:extLst>
          </p:cNvPr>
          <p:cNvSpPr/>
          <p:nvPr/>
        </p:nvSpPr>
        <p:spPr>
          <a:xfrm flipV="1">
            <a:off x="5074058" y="3889465"/>
            <a:ext cx="244547" cy="196893"/>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A53A5A12-FD9E-11D7-EA82-52D5B6EE8BB6}"/>
              </a:ext>
            </a:extLst>
          </p:cNvPr>
          <p:cNvSpPr/>
          <p:nvPr/>
        </p:nvSpPr>
        <p:spPr>
          <a:xfrm flipV="1">
            <a:off x="7089593" y="1854211"/>
            <a:ext cx="242511" cy="195254"/>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E45F47F5-1C74-DFC2-0A2B-18C56AE4FF60}"/>
              </a:ext>
            </a:extLst>
          </p:cNvPr>
          <p:cNvSpPr/>
          <p:nvPr/>
        </p:nvSpPr>
        <p:spPr>
          <a:xfrm flipV="1">
            <a:off x="9417447" y="4016730"/>
            <a:ext cx="242457" cy="195254"/>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3D130CED-21CC-C066-18D6-8F918339C75E}"/>
              </a:ext>
            </a:extLst>
          </p:cNvPr>
          <p:cNvSpPr/>
          <p:nvPr/>
        </p:nvSpPr>
        <p:spPr>
          <a:xfrm flipV="1">
            <a:off x="6898524" y="3864533"/>
            <a:ext cx="242511" cy="195254"/>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1FFF9F96-955D-819E-2870-6096C1F7DFEC}"/>
              </a:ext>
            </a:extLst>
          </p:cNvPr>
          <p:cNvSpPr/>
          <p:nvPr/>
        </p:nvSpPr>
        <p:spPr>
          <a:xfrm flipV="1">
            <a:off x="4882990" y="1836464"/>
            <a:ext cx="244547" cy="196939"/>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F2FA11EC-B232-1830-1F64-8F7B61EFDAAE}"/>
              </a:ext>
            </a:extLst>
          </p:cNvPr>
          <p:cNvSpPr txBox="1"/>
          <p:nvPr/>
        </p:nvSpPr>
        <p:spPr>
          <a:xfrm rot="18698352">
            <a:off x="5352834" y="2778190"/>
            <a:ext cx="1346844"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6160EDD3-485C-C943-4714-70888028BA40}"/>
              </a:ext>
            </a:extLst>
          </p:cNvPr>
          <p:cNvSpPr txBox="1"/>
          <p:nvPr/>
        </p:nvSpPr>
        <p:spPr>
          <a:xfrm rot="2875983">
            <a:off x="9062145" y="1948694"/>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DBE4E1E7-DA89-155C-BE11-C9E5D14F7210}"/>
              </a:ext>
            </a:extLst>
          </p:cNvPr>
          <p:cNvSpPr txBox="1"/>
          <p:nvPr/>
        </p:nvSpPr>
        <p:spPr>
          <a:xfrm>
            <a:off x="7638774" y="4163883"/>
            <a:ext cx="1433406" cy="523220"/>
          </a:xfrm>
          <a:prstGeom prst="rect">
            <a:avLst/>
          </a:prstGeom>
          <a:noFill/>
        </p:spPr>
        <p:txBody>
          <a:bodyPr wrap="square" rtlCol="0">
            <a:spAutoFit/>
          </a:bodyPr>
          <a:lstStyle/>
          <a:p>
            <a:r>
              <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0B2FD2E6-BF82-96AD-F7AC-322D65BC6DB5}"/>
              </a:ext>
            </a:extLst>
          </p:cNvPr>
          <p:cNvSpPr txBox="1"/>
          <p:nvPr/>
        </p:nvSpPr>
        <p:spPr>
          <a:xfrm rot="2606566">
            <a:off x="5073639" y="2117185"/>
            <a:ext cx="867545"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8F031C69-BAE6-F616-A761-D721A68DCF10}"/>
              </a:ext>
            </a:extLst>
          </p:cNvPr>
          <p:cNvSpPr txBox="1"/>
          <p:nvPr/>
        </p:nvSpPr>
        <p:spPr>
          <a:xfrm rot="18717501">
            <a:off x="1865113" y="1778280"/>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55D4AFC8-2AE6-6EB1-C9A1-CC3F0EBC1554}"/>
              </a:ext>
            </a:extLst>
          </p:cNvPr>
          <p:cNvSpPr txBox="1"/>
          <p:nvPr/>
        </p:nvSpPr>
        <p:spPr>
          <a:xfrm>
            <a:off x="3502493" y="4166912"/>
            <a:ext cx="795411"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5DA15BF6-B888-9E82-30EB-F113A1ECECC6}"/>
              </a:ext>
            </a:extLst>
          </p:cNvPr>
          <p:cNvSpPr txBox="1"/>
          <p:nvPr/>
        </p:nvSpPr>
        <p:spPr>
          <a:xfrm>
            <a:off x="2887799" y="1945587"/>
            <a:ext cx="2273379" cy="1323439"/>
          </a:xfrm>
          <a:prstGeom prst="rect">
            <a:avLst/>
          </a:prstGeom>
          <a:noFill/>
        </p:spPr>
        <p:txBody>
          <a:bodyPr wrap="square" rtlCol="0">
            <a:spAutoFit/>
          </a:bodyPr>
          <a:lstStyle/>
          <a:p>
            <a:r>
              <a:rPr lang="es-ES_tradnl" sz="8000" b="1" dirty="0">
                <a:solidFill>
                  <a:srgbClr val="19D65F"/>
                </a:solidFill>
                <a:latin typeface="Roboto" panose="02000000000000000000" pitchFamily="2" charset="0"/>
                <a:ea typeface="Roboto" panose="02000000000000000000" pitchFamily="2" charset="0"/>
                <a:cs typeface="Roboto" panose="02000000000000000000" pitchFamily="2" charset="0"/>
              </a:rPr>
              <a:t>Dev</a:t>
            </a:r>
            <a:endParaRPr lang="es-ES_tradnl" sz="9600" b="1"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6" name="CuadroTexto 65">
            <a:extLst>
              <a:ext uri="{FF2B5EF4-FFF2-40B4-BE49-F238E27FC236}">
                <a16:creationId xmlns:a16="http://schemas.microsoft.com/office/drawing/2014/main" id="{E54A24CB-E76D-1376-1189-CE51CAE57B7B}"/>
              </a:ext>
            </a:extLst>
          </p:cNvPr>
          <p:cNvSpPr txBox="1"/>
          <p:nvPr/>
        </p:nvSpPr>
        <p:spPr>
          <a:xfrm>
            <a:off x="7406083" y="1908904"/>
            <a:ext cx="2359941" cy="1323439"/>
          </a:xfrm>
          <a:prstGeom prst="rect">
            <a:avLst/>
          </a:prstGeom>
          <a:noFill/>
        </p:spPr>
        <p:txBody>
          <a:bodyPr wrap="square" rtlCol="0">
            <a:spAutoFit/>
          </a:bodyPr>
          <a:lstStyle/>
          <a:p>
            <a:r>
              <a:rPr lang="es-ES_tradnl" sz="80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9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164F5752-A20E-CF8C-FA66-1849A3DC3BF6}"/>
              </a:ext>
            </a:extLst>
          </p:cNvPr>
          <p:cNvGrpSpPr/>
          <p:nvPr/>
        </p:nvGrpSpPr>
        <p:grpSpPr>
          <a:xfrm>
            <a:off x="6575970" y="2033770"/>
            <a:ext cx="480299" cy="469978"/>
            <a:chOff x="4811734" y="1535585"/>
            <a:chExt cx="609172" cy="609172"/>
          </a:xfrm>
        </p:grpSpPr>
        <p:sp>
          <p:nvSpPr>
            <p:cNvPr id="2" name="Rectángulo redondeado 1">
              <a:extLst>
                <a:ext uri="{FF2B5EF4-FFF2-40B4-BE49-F238E27FC236}">
                  <a16:creationId xmlns:a16="http://schemas.microsoft.com/office/drawing/2014/main" id="{A26EA2FC-E1D4-C0A6-767F-0DB4ED6796A0}"/>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6BC999E7-0B6E-A2A8-F2EA-22A27E1948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7B971E22-B9A4-CA5D-43AF-31039DAECF6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96322" y="3110909"/>
            <a:ext cx="570213" cy="699807"/>
          </a:xfrm>
          <a:prstGeom prst="rect">
            <a:avLst/>
          </a:prstGeom>
        </p:spPr>
      </p:pic>
      <p:pic>
        <p:nvPicPr>
          <p:cNvPr id="82" name="Gráfico 81">
            <a:extLst>
              <a:ext uri="{FF2B5EF4-FFF2-40B4-BE49-F238E27FC236}">
                <a16:creationId xmlns:a16="http://schemas.microsoft.com/office/drawing/2014/main" id="{28522C52-0E9F-3567-79B0-77984FA98B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74882" y="3167386"/>
            <a:ext cx="581367" cy="713496"/>
          </a:xfrm>
          <a:prstGeom prst="rect">
            <a:avLst/>
          </a:prstGeom>
        </p:spPr>
      </p:pic>
      <p:pic>
        <p:nvPicPr>
          <p:cNvPr id="34" name="Gráfico 33">
            <a:extLst>
              <a:ext uri="{FF2B5EF4-FFF2-40B4-BE49-F238E27FC236}">
                <a16:creationId xmlns:a16="http://schemas.microsoft.com/office/drawing/2014/main" id="{82EE2EAF-D336-14EB-9FD9-7932C51B06D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87782" y="3232343"/>
            <a:ext cx="613109" cy="613109"/>
          </a:xfrm>
          <a:prstGeom prst="rect">
            <a:avLst/>
          </a:prstGeom>
        </p:spPr>
      </p:pic>
      <p:pic>
        <p:nvPicPr>
          <p:cNvPr id="36" name="Gráfico 35">
            <a:extLst>
              <a:ext uri="{FF2B5EF4-FFF2-40B4-BE49-F238E27FC236}">
                <a16:creationId xmlns:a16="http://schemas.microsoft.com/office/drawing/2014/main" id="{026E69DF-9EA6-415B-C6CB-B44A61B542C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3895618" y="1322404"/>
            <a:ext cx="508932" cy="508932"/>
          </a:xfrm>
          <a:prstGeom prst="rect">
            <a:avLst/>
          </a:prstGeom>
        </p:spPr>
      </p:pic>
      <p:pic>
        <p:nvPicPr>
          <p:cNvPr id="38" name="Gráfico 37">
            <a:extLst>
              <a:ext uri="{FF2B5EF4-FFF2-40B4-BE49-F238E27FC236}">
                <a16:creationId xmlns:a16="http://schemas.microsoft.com/office/drawing/2014/main" id="{EE561863-91CD-63AA-9DCC-9657ECBCAFE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023385" y="1298419"/>
            <a:ext cx="562668" cy="562668"/>
          </a:xfrm>
          <a:prstGeom prst="rect">
            <a:avLst/>
          </a:prstGeom>
        </p:spPr>
      </p:pic>
      <p:pic>
        <p:nvPicPr>
          <p:cNvPr id="68" name="Gráfico 67">
            <a:extLst>
              <a:ext uri="{FF2B5EF4-FFF2-40B4-BE49-F238E27FC236}">
                <a16:creationId xmlns:a16="http://schemas.microsoft.com/office/drawing/2014/main" id="{611DF865-0570-771C-17AE-C5458B3B550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799292" y="3165924"/>
            <a:ext cx="554204" cy="554204"/>
          </a:xfrm>
          <a:prstGeom prst="rect">
            <a:avLst/>
          </a:prstGeom>
        </p:spPr>
      </p:pic>
      <p:pic>
        <p:nvPicPr>
          <p:cNvPr id="70" name="Gráfico 69">
            <a:extLst>
              <a:ext uri="{FF2B5EF4-FFF2-40B4-BE49-F238E27FC236}">
                <a16:creationId xmlns:a16="http://schemas.microsoft.com/office/drawing/2014/main" id="{51E7A517-CE34-C627-B79D-AD2B661C66B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04998" y="3943254"/>
            <a:ext cx="475732" cy="475732"/>
          </a:xfrm>
          <a:prstGeom prst="rect">
            <a:avLst/>
          </a:prstGeom>
        </p:spPr>
      </p:pic>
      <p:sp>
        <p:nvSpPr>
          <p:cNvPr id="74" name="Título 1">
            <a:extLst>
              <a:ext uri="{FF2B5EF4-FFF2-40B4-BE49-F238E27FC236}">
                <a16:creationId xmlns:a16="http://schemas.microsoft.com/office/drawing/2014/main" id="{AF4DDC5B-D9ED-F884-7604-34223233EA83}"/>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grpSp>
        <p:nvGrpSpPr>
          <p:cNvPr id="86" name="Grupo 85">
            <a:extLst>
              <a:ext uri="{FF2B5EF4-FFF2-40B4-BE49-F238E27FC236}">
                <a16:creationId xmlns:a16="http://schemas.microsoft.com/office/drawing/2014/main" id="{E5807EDB-4530-1E87-BE09-64B1CF17CC2C}"/>
              </a:ext>
            </a:extLst>
          </p:cNvPr>
          <p:cNvGrpSpPr/>
          <p:nvPr/>
        </p:nvGrpSpPr>
        <p:grpSpPr>
          <a:xfrm>
            <a:off x="-4771" y="4945556"/>
            <a:ext cx="12224115" cy="1934352"/>
            <a:chOff x="-4771" y="4945556"/>
            <a:chExt cx="12224115" cy="1934352"/>
          </a:xfrm>
        </p:grpSpPr>
        <p:pic>
          <p:nvPicPr>
            <p:cNvPr id="5" name="Imagen 4">
              <a:extLst>
                <a:ext uri="{FF2B5EF4-FFF2-40B4-BE49-F238E27FC236}">
                  <a16:creationId xmlns:a16="http://schemas.microsoft.com/office/drawing/2014/main" id="{D75D99F1-D83E-1885-9D7C-8606BF2B7DA9}"/>
                </a:ext>
              </a:extLst>
            </p:cNvPr>
            <p:cNvPicPr>
              <a:picLocks noChangeAspect="1"/>
            </p:cNvPicPr>
            <p:nvPr/>
          </p:nvPicPr>
          <p:blipFill>
            <a:blip r:embed="rId19">
              <a:extLst>
                <a:ext uri="{28A0092B-C50C-407E-A947-70E740481C1C}">
                  <a14:useLocalDpi xmlns:a14="http://schemas.microsoft.com/office/drawing/2010/main" val="0"/>
                </a:ext>
              </a:extLst>
            </a:blip>
            <a:srcRect/>
            <a:stretch/>
          </p:blipFill>
          <p:spPr>
            <a:xfrm>
              <a:off x="-4771" y="4945556"/>
              <a:ext cx="12224115" cy="1925986"/>
            </a:xfrm>
            <a:prstGeom prst="rect">
              <a:avLst/>
            </a:prstGeom>
          </p:spPr>
        </p:pic>
        <p:grpSp>
          <p:nvGrpSpPr>
            <p:cNvPr id="12" name="Grupo 11">
              <a:extLst>
                <a:ext uri="{FF2B5EF4-FFF2-40B4-BE49-F238E27FC236}">
                  <a16:creationId xmlns:a16="http://schemas.microsoft.com/office/drawing/2014/main" id="{CBA14BD3-CF49-E3B1-68E7-7159F16EB3EF}"/>
                </a:ext>
              </a:extLst>
            </p:cNvPr>
            <p:cNvGrpSpPr/>
            <p:nvPr/>
          </p:nvGrpSpPr>
          <p:grpSpPr>
            <a:xfrm>
              <a:off x="2050742" y="6646555"/>
              <a:ext cx="2175029" cy="233353"/>
              <a:chOff x="2050742" y="6646555"/>
              <a:chExt cx="2175029" cy="233353"/>
            </a:xfrm>
          </p:grpSpPr>
          <p:sp>
            <p:nvSpPr>
              <p:cNvPr id="6" name="Rectángulo 5">
                <a:extLst>
                  <a:ext uri="{FF2B5EF4-FFF2-40B4-BE49-F238E27FC236}">
                    <a16:creationId xmlns:a16="http://schemas.microsoft.com/office/drawing/2014/main" id="{2CC6D53E-66EA-636A-BBB3-3CB43581B8E5}"/>
                  </a:ext>
                </a:extLst>
              </p:cNvPr>
              <p:cNvSpPr/>
              <p:nvPr/>
            </p:nvSpPr>
            <p:spPr>
              <a:xfrm>
                <a:off x="2050742" y="6662692"/>
                <a:ext cx="2175029" cy="2130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sz="1600" b="1" dirty="0">
                  <a:solidFill>
                    <a:schemeClr val="tx1"/>
                  </a:solidFill>
                </a:endParaRPr>
              </a:p>
            </p:txBody>
          </p:sp>
          <p:pic>
            <p:nvPicPr>
              <p:cNvPr id="8" name="Imagen 7">
                <a:extLst>
                  <a:ext uri="{FF2B5EF4-FFF2-40B4-BE49-F238E27FC236}">
                    <a16:creationId xmlns:a16="http://schemas.microsoft.com/office/drawing/2014/main" id="{3A797B0C-1338-44A4-5583-7A670D36F20E}"/>
                  </a:ext>
                </a:extLst>
              </p:cNvPr>
              <p:cNvPicPr>
                <a:picLocks noChangeAspect="1"/>
              </p:cNvPicPr>
              <p:nvPr/>
            </p:nvPicPr>
            <p:blipFill>
              <a:blip r:embed="rId20">
                <a:extLst>
                  <a:ext uri="{28A0092B-C50C-407E-A947-70E740481C1C}">
                    <a14:useLocalDpi xmlns:a14="http://schemas.microsoft.com/office/drawing/2010/main" val="0"/>
                  </a:ext>
                </a:extLst>
              </a:blip>
              <a:srcRect t="8000"/>
              <a:stretch>
                <a:fillRect/>
              </a:stretch>
            </p:blipFill>
            <p:spPr>
              <a:xfrm>
                <a:off x="2736204" y="6646555"/>
                <a:ext cx="804103" cy="233353"/>
              </a:xfrm>
              <a:prstGeom prst="rect">
                <a:avLst/>
              </a:prstGeom>
            </p:spPr>
          </p:pic>
        </p:grpSp>
        <p:grpSp>
          <p:nvGrpSpPr>
            <p:cNvPr id="4" name="Grupo 3">
              <a:extLst>
                <a:ext uri="{FF2B5EF4-FFF2-40B4-BE49-F238E27FC236}">
                  <a16:creationId xmlns:a16="http://schemas.microsoft.com/office/drawing/2014/main" id="{D00A0D8D-E793-AF2D-A308-18DDA28D3C81}"/>
                </a:ext>
              </a:extLst>
            </p:cNvPr>
            <p:cNvGrpSpPr/>
            <p:nvPr/>
          </p:nvGrpSpPr>
          <p:grpSpPr>
            <a:xfrm>
              <a:off x="8174882" y="6644936"/>
              <a:ext cx="2399335" cy="213064"/>
              <a:chOff x="8174882" y="6644936"/>
              <a:chExt cx="2399335" cy="213064"/>
            </a:xfrm>
          </p:grpSpPr>
          <p:sp>
            <p:nvSpPr>
              <p:cNvPr id="18" name="Rectángulo 17">
                <a:extLst>
                  <a:ext uri="{FF2B5EF4-FFF2-40B4-BE49-F238E27FC236}">
                    <a16:creationId xmlns:a16="http://schemas.microsoft.com/office/drawing/2014/main" id="{FD21BFA7-B3CF-AADC-7B49-9692FBCF92E4}"/>
                  </a:ext>
                </a:extLst>
              </p:cNvPr>
              <p:cNvSpPr/>
              <p:nvPr/>
            </p:nvSpPr>
            <p:spPr>
              <a:xfrm>
                <a:off x="8174882" y="6644936"/>
                <a:ext cx="2399335" cy="2130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sz="1600" b="1" dirty="0">
                  <a:solidFill>
                    <a:schemeClr val="tx1"/>
                  </a:solidFill>
                </a:endParaRPr>
              </a:p>
            </p:txBody>
          </p:sp>
          <p:pic>
            <p:nvPicPr>
              <p:cNvPr id="20" name="Imagen 19">
                <a:extLst>
                  <a:ext uri="{FF2B5EF4-FFF2-40B4-BE49-F238E27FC236}">
                    <a16:creationId xmlns:a16="http://schemas.microsoft.com/office/drawing/2014/main" id="{9E36C86F-6020-D1FA-DA08-0D14C1836E3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880261" y="6653794"/>
                <a:ext cx="799558" cy="195347"/>
              </a:xfrm>
              <a:prstGeom prst="rect">
                <a:avLst/>
              </a:prstGeom>
            </p:spPr>
          </p:pic>
        </p:grpSp>
      </p:grpSp>
      <p:sp>
        <p:nvSpPr>
          <p:cNvPr id="24" name="Google Shape;295;p32">
            <a:extLst>
              <a:ext uri="{FF2B5EF4-FFF2-40B4-BE49-F238E27FC236}">
                <a16:creationId xmlns:a16="http://schemas.microsoft.com/office/drawing/2014/main" id="{8F3A54B7-52C8-5A6C-6EF6-AAFCA4753A75}"/>
              </a:ext>
            </a:extLst>
          </p:cNvPr>
          <p:cNvSpPr/>
          <p:nvPr/>
        </p:nvSpPr>
        <p:spPr>
          <a:xfrm flipV="1">
            <a:off x="-3783065" y="656424"/>
            <a:ext cx="1236928" cy="2509500"/>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 name="Google Shape;301;p32">
            <a:extLst>
              <a:ext uri="{FF2B5EF4-FFF2-40B4-BE49-F238E27FC236}">
                <a16:creationId xmlns:a16="http://schemas.microsoft.com/office/drawing/2014/main" id="{8B58A7AA-4137-5819-01E2-E56E9221912E}"/>
              </a:ext>
            </a:extLst>
          </p:cNvPr>
          <p:cNvSpPr/>
          <p:nvPr/>
        </p:nvSpPr>
        <p:spPr>
          <a:xfrm flipV="1">
            <a:off x="-3135868" y="137005"/>
            <a:ext cx="3108682" cy="1002534"/>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 name="CuadroTexto 25">
            <a:extLst>
              <a:ext uri="{FF2B5EF4-FFF2-40B4-BE49-F238E27FC236}">
                <a16:creationId xmlns:a16="http://schemas.microsoft.com/office/drawing/2014/main" id="{BB9E451B-197E-BB5A-6A32-01846F78072A}"/>
              </a:ext>
            </a:extLst>
          </p:cNvPr>
          <p:cNvSpPr txBox="1"/>
          <p:nvPr/>
        </p:nvSpPr>
        <p:spPr>
          <a:xfrm>
            <a:off x="-2126115" y="224171"/>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code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32" name="CuadroTexto 31">
            <a:extLst>
              <a:ext uri="{FF2B5EF4-FFF2-40B4-BE49-F238E27FC236}">
                <a16:creationId xmlns:a16="http://schemas.microsoft.com/office/drawing/2014/main" id="{B66FAD60-C6F7-87B7-5504-E410E9403D77}"/>
              </a:ext>
            </a:extLst>
          </p:cNvPr>
          <p:cNvSpPr txBox="1"/>
          <p:nvPr/>
        </p:nvSpPr>
        <p:spPr>
          <a:xfrm rot="16200000">
            <a:off x="-3835576" y="1677921"/>
            <a:ext cx="958917"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build</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33" name="Google Shape;298;p32">
            <a:extLst>
              <a:ext uri="{FF2B5EF4-FFF2-40B4-BE49-F238E27FC236}">
                <a16:creationId xmlns:a16="http://schemas.microsoft.com/office/drawing/2014/main" id="{238E6996-B5AA-F440-D9DB-68BC5C1398F7}"/>
              </a:ext>
            </a:extLst>
          </p:cNvPr>
          <p:cNvSpPr/>
          <p:nvPr/>
        </p:nvSpPr>
        <p:spPr>
          <a:xfrm flipV="1">
            <a:off x="12155884" y="124732"/>
            <a:ext cx="3110775" cy="999212"/>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35" name="Google Shape;299;p32">
            <a:extLst>
              <a:ext uri="{FF2B5EF4-FFF2-40B4-BE49-F238E27FC236}">
                <a16:creationId xmlns:a16="http://schemas.microsoft.com/office/drawing/2014/main" id="{F3565CA9-7BB5-0ECB-7F84-F290AE8AB79E}"/>
              </a:ext>
            </a:extLst>
          </p:cNvPr>
          <p:cNvSpPr/>
          <p:nvPr/>
        </p:nvSpPr>
        <p:spPr>
          <a:xfrm flipV="1">
            <a:off x="14678933" y="649112"/>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37" name="CuadroTexto 36">
            <a:extLst>
              <a:ext uri="{FF2B5EF4-FFF2-40B4-BE49-F238E27FC236}">
                <a16:creationId xmlns:a16="http://schemas.microsoft.com/office/drawing/2014/main" id="{4D1D6BDA-9BF2-5EBA-7280-EE5B7EEE5163}"/>
              </a:ext>
            </a:extLst>
          </p:cNvPr>
          <p:cNvSpPr txBox="1"/>
          <p:nvPr/>
        </p:nvSpPr>
        <p:spPr>
          <a:xfrm rot="152627">
            <a:off x="13212342" y="207068"/>
            <a:ext cx="1241045"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deploy</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0" name="CuadroTexto 49">
            <a:extLst>
              <a:ext uri="{FF2B5EF4-FFF2-40B4-BE49-F238E27FC236}">
                <a16:creationId xmlns:a16="http://schemas.microsoft.com/office/drawing/2014/main" id="{7F2DB339-6789-4301-E020-F6366B295306}"/>
              </a:ext>
            </a:extLst>
          </p:cNvPr>
          <p:cNvSpPr txBox="1"/>
          <p:nvPr/>
        </p:nvSpPr>
        <p:spPr>
          <a:xfrm rot="5400000">
            <a:off x="14777324" y="1771258"/>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55" name="Grupo 54">
            <a:extLst>
              <a:ext uri="{FF2B5EF4-FFF2-40B4-BE49-F238E27FC236}">
                <a16:creationId xmlns:a16="http://schemas.microsoft.com/office/drawing/2014/main" id="{5A0FFD8B-4FC6-EAC8-180A-C86D52200C94}"/>
              </a:ext>
            </a:extLst>
          </p:cNvPr>
          <p:cNvGrpSpPr/>
          <p:nvPr/>
        </p:nvGrpSpPr>
        <p:grpSpPr>
          <a:xfrm>
            <a:off x="1607825" y="1009012"/>
            <a:ext cx="4237363" cy="3678091"/>
            <a:chOff x="1607825" y="1009012"/>
            <a:chExt cx="4237363" cy="3678091"/>
          </a:xfrm>
        </p:grpSpPr>
        <p:grpSp>
          <p:nvGrpSpPr>
            <p:cNvPr id="54" name="Grupo 53">
              <a:extLst>
                <a:ext uri="{FF2B5EF4-FFF2-40B4-BE49-F238E27FC236}">
                  <a16:creationId xmlns:a16="http://schemas.microsoft.com/office/drawing/2014/main" id="{5F64F5F4-66D5-85E6-BB40-5CA90E1F5DE7}"/>
                </a:ext>
              </a:extLst>
            </p:cNvPr>
            <p:cNvGrpSpPr/>
            <p:nvPr/>
          </p:nvGrpSpPr>
          <p:grpSpPr>
            <a:xfrm>
              <a:off x="1607825" y="1219260"/>
              <a:ext cx="4183376" cy="3467843"/>
              <a:chOff x="1607825" y="1219260"/>
              <a:chExt cx="4183376" cy="3467843"/>
            </a:xfrm>
          </p:grpSpPr>
          <p:sp>
            <p:nvSpPr>
              <p:cNvPr id="9" name="Arco 8">
                <a:extLst>
                  <a:ext uri="{FF2B5EF4-FFF2-40B4-BE49-F238E27FC236}">
                    <a16:creationId xmlns:a16="http://schemas.microsoft.com/office/drawing/2014/main" id="{BB8A21CD-BFD5-98CF-BA2C-81E35A9D10D9}"/>
                  </a:ext>
                </a:extLst>
              </p:cNvPr>
              <p:cNvSpPr/>
              <p:nvPr/>
            </p:nvSpPr>
            <p:spPr>
              <a:xfrm rot="16200000">
                <a:off x="1976193" y="872096"/>
                <a:ext cx="3446639" cy="4183376"/>
              </a:xfrm>
              <a:prstGeom prst="arc">
                <a:avLst>
                  <a:gd name="adj1" fmla="val 13744688"/>
                  <a:gd name="adj2" fmla="val 20252264"/>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10" name="Arco 9">
                <a:extLst>
                  <a:ext uri="{FF2B5EF4-FFF2-40B4-BE49-F238E27FC236}">
                    <a16:creationId xmlns:a16="http://schemas.microsoft.com/office/drawing/2014/main" id="{93A7BFAB-72AC-1C7F-D926-85775D414FE7}"/>
                  </a:ext>
                </a:extLst>
              </p:cNvPr>
              <p:cNvSpPr/>
              <p:nvPr/>
            </p:nvSpPr>
            <p:spPr>
              <a:xfrm>
                <a:off x="2242646" y="1219260"/>
                <a:ext cx="3162923" cy="1719631"/>
              </a:xfrm>
              <a:prstGeom prst="arc">
                <a:avLst>
                  <a:gd name="adj1" fmla="val 13277609"/>
                  <a:gd name="adj2" fmla="val 1996048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13" name="Conector recto 12">
                <a:extLst>
                  <a:ext uri="{FF2B5EF4-FFF2-40B4-BE49-F238E27FC236}">
                    <a16:creationId xmlns:a16="http://schemas.microsoft.com/office/drawing/2014/main" id="{BF48AC12-A064-6E62-CD8D-79DC667701A7}"/>
                  </a:ext>
                </a:extLst>
              </p:cNvPr>
              <p:cNvCxnSpPr>
                <a:cxnSpLocks/>
              </p:cNvCxnSpPr>
              <p:nvPr/>
            </p:nvCxnSpPr>
            <p:spPr>
              <a:xfrm flipH="1">
                <a:off x="4765836" y="1733368"/>
                <a:ext cx="593100" cy="36931"/>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BB22CC8F-7D40-49D8-17D4-3C5BE1A50DDE}"/>
                  </a:ext>
                </a:extLst>
              </p:cNvPr>
              <p:cNvCxnSpPr>
                <a:cxnSpLocks/>
              </p:cNvCxnSpPr>
              <p:nvPr/>
            </p:nvCxnSpPr>
            <p:spPr>
              <a:xfrm>
                <a:off x="4777491" y="1738238"/>
                <a:ext cx="0" cy="472066"/>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19" name="Arco 18">
                <a:extLst>
                  <a:ext uri="{FF2B5EF4-FFF2-40B4-BE49-F238E27FC236}">
                    <a16:creationId xmlns:a16="http://schemas.microsoft.com/office/drawing/2014/main" id="{895F48EE-5031-9828-4DE2-EE245D426EC8}"/>
                  </a:ext>
                </a:extLst>
              </p:cNvPr>
              <p:cNvSpPr/>
              <p:nvPr/>
            </p:nvSpPr>
            <p:spPr>
              <a:xfrm rot="18535033">
                <a:off x="2363060" y="2114975"/>
                <a:ext cx="1777657"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21" name="Arco 20">
                <a:extLst>
                  <a:ext uri="{FF2B5EF4-FFF2-40B4-BE49-F238E27FC236}">
                    <a16:creationId xmlns:a16="http://schemas.microsoft.com/office/drawing/2014/main" id="{BB8DEF70-DAA4-C03E-79FB-4BA50D184A97}"/>
                  </a:ext>
                </a:extLst>
              </p:cNvPr>
              <p:cNvSpPr/>
              <p:nvPr/>
            </p:nvSpPr>
            <p:spPr>
              <a:xfrm rot="19882459" flipH="1">
                <a:off x="2236350" y="2010387"/>
                <a:ext cx="2306154"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22" name="Arco 21">
                <a:extLst>
                  <a:ext uri="{FF2B5EF4-FFF2-40B4-BE49-F238E27FC236}">
                    <a16:creationId xmlns:a16="http://schemas.microsoft.com/office/drawing/2014/main" id="{1BE6BD41-2EB2-FF99-A40F-A646EA416D30}"/>
                  </a:ext>
                </a:extLst>
              </p:cNvPr>
              <p:cNvSpPr/>
              <p:nvPr/>
            </p:nvSpPr>
            <p:spPr>
              <a:xfrm rot="255342" flipH="1">
                <a:off x="2736490" y="1913495"/>
                <a:ext cx="2306154" cy="1451149"/>
              </a:xfrm>
              <a:prstGeom prst="arc">
                <a:avLst>
                  <a:gd name="adj1" fmla="val 12636715"/>
                  <a:gd name="adj2" fmla="val 1568851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23" name="Arco 22">
                <a:extLst>
                  <a:ext uri="{FF2B5EF4-FFF2-40B4-BE49-F238E27FC236}">
                    <a16:creationId xmlns:a16="http://schemas.microsoft.com/office/drawing/2014/main" id="{A29AE4DA-485C-9BFF-1301-2725D3EDEE52}"/>
                  </a:ext>
                </a:extLst>
              </p:cNvPr>
              <p:cNvSpPr/>
              <p:nvPr/>
            </p:nvSpPr>
            <p:spPr>
              <a:xfrm rot="15457547">
                <a:off x="2285999" y="2260252"/>
                <a:ext cx="1777657" cy="1451149"/>
              </a:xfrm>
              <a:prstGeom prst="arc">
                <a:avLst>
                  <a:gd name="adj1" fmla="val 12903811"/>
                  <a:gd name="adj2" fmla="val 1561464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27" name="Conector recto 26">
                <a:extLst>
                  <a:ext uri="{FF2B5EF4-FFF2-40B4-BE49-F238E27FC236}">
                    <a16:creationId xmlns:a16="http://schemas.microsoft.com/office/drawing/2014/main" id="{5DA979A3-EA90-C947-D012-C1232B945ACB}"/>
                  </a:ext>
                </a:extLst>
              </p:cNvPr>
              <p:cNvCxnSpPr>
                <a:cxnSpLocks/>
              </p:cNvCxnSpPr>
              <p:nvPr/>
            </p:nvCxnSpPr>
            <p:spPr>
              <a:xfrm>
                <a:off x="2845997" y="3726127"/>
                <a:ext cx="0" cy="508312"/>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E45FA02E-FC27-C9C0-6B4B-323499A3F79E}"/>
                  </a:ext>
                </a:extLst>
              </p:cNvPr>
              <p:cNvCxnSpPr>
                <a:cxnSpLocks/>
              </p:cNvCxnSpPr>
              <p:nvPr/>
            </p:nvCxnSpPr>
            <p:spPr>
              <a:xfrm flipV="1">
                <a:off x="2254468" y="4203187"/>
                <a:ext cx="622580" cy="8797"/>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39" name="Arco 38">
              <a:extLst>
                <a:ext uri="{FF2B5EF4-FFF2-40B4-BE49-F238E27FC236}">
                  <a16:creationId xmlns:a16="http://schemas.microsoft.com/office/drawing/2014/main" id="{67E493F2-CC57-35C9-24B3-57394C45BE30}"/>
                </a:ext>
              </a:extLst>
            </p:cNvPr>
            <p:cNvSpPr/>
            <p:nvPr/>
          </p:nvSpPr>
          <p:spPr>
            <a:xfrm rot="2862842">
              <a:off x="3403911" y="1730658"/>
              <a:ext cx="3162923" cy="1719631"/>
            </a:xfrm>
            <a:prstGeom prst="arc">
              <a:avLst>
                <a:gd name="adj1" fmla="val 13277609"/>
                <a:gd name="adj2" fmla="val 14627991"/>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grpSp>
      <p:grpSp>
        <p:nvGrpSpPr>
          <p:cNvPr id="56" name="Grupo 55">
            <a:extLst>
              <a:ext uri="{FF2B5EF4-FFF2-40B4-BE49-F238E27FC236}">
                <a16:creationId xmlns:a16="http://schemas.microsoft.com/office/drawing/2014/main" id="{B8F2F3A1-6861-BCC9-5FEB-5C1149E16FEA}"/>
              </a:ext>
            </a:extLst>
          </p:cNvPr>
          <p:cNvGrpSpPr/>
          <p:nvPr/>
        </p:nvGrpSpPr>
        <p:grpSpPr>
          <a:xfrm flipH="1">
            <a:off x="6365519" y="1066899"/>
            <a:ext cx="4237363" cy="3678091"/>
            <a:chOff x="1607825" y="1009012"/>
            <a:chExt cx="4237363" cy="3678091"/>
          </a:xfrm>
        </p:grpSpPr>
        <p:grpSp>
          <p:nvGrpSpPr>
            <p:cNvPr id="58" name="Grupo 57">
              <a:extLst>
                <a:ext uri="{FF2B5EF4-FFF2-40B4-BE49-F238E27FC236}">
                  <a16:creationId xmlns:a16="http://schemas.microsoft.com/office/drawing/2014/main" id="{1AD5BB97-9A0C-FB68-9C2F-254B13D63B70}"/>
                </a:ext>
              </a:extLst>
            </p:cNvPr>
            <p:cNvGrpSpPr/>
            <p:nvPr/>
          </p:nvGrpSpPr>
          <p:grpSpPr>
            <a:xfrm>
              <a:off x="1607825" y="1219260"/>
              <a:ext cx="4183376" cy="3467843"/>
              <a:chOff x="1607825" y="1219260"/>
              <a:chExt cx="4183376" cy="3467843"/>
            </a:xfrm>
          </p:grpSpPr>
          <p:sp>
            <p:nvSpPr>
              <p:cNvPr id="67" name="Arco 66">
                <a:extLst>
                  <a:ext uri="{FF2B5EF4-FFF2-40B4-BE49-F238E27FC236}">
                    <a16:creationId xmlns:a16="http://schemas.microsoft.com/office/drawing/2014/main" id="{8AD35256-9F05-F5DE-82B5-5EA760C94CFD}"/>
                  </a:ext>
                </a:extLst>
              </p:cNvPr>
              <p:cNvSpPr/>
              <p:nvPr/>
            </p:nvSpPr>
            <p:spPr>
              <a:xfrm rot="16200000">
                <a:off x="1976193" y="872096"/>
                <a:ext cx="3446639" cy="4183376"/>
              </a:xfrm>
              <a:prstGeom prst="arc">
                <a:avLst>
                  <a:gd name="adj1" fmla="val 13744688"/>
                  <a:gd name="adj2" fmla="val 20252264"/>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69" name="Arco 68">
                <a:extLst>
                  <a:ext uri="{FF2B5EF4-FFF2-40B4-BE49-F238E27FC236}">
                    <a16:creationId xmlns:a16="http://schemas.microsoft.com/office/drawing/2014/main" id="{F83F566C-2C85-40D7-173A-4C92EFF4D28B}"/>
                  </a:ext>
                </a:extLst>
              </p:cNvPr>
              <p:cNvSpPr/>
              <p:nvPr/>
            </p:nvSpPr>
            <p:spPr>
              <a:xfrm>
                <a:off x="2242646" y="1219260"/>
                <a:ext cx="3162923" cy="1719631"/>
              </a:xfrm>
              <a:prstGeom prst="arc">
                <a:avLst>
                  <a:gd name="adj1" fmla="val 13277609"/>
                  <a:gd name="adj2" fmla="val 1996048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71" name="Conector recto 70">
                <a:extLst>
                  <a:ext uri="{FF2B5EF4-FFF2-40B4-BE49-F238E27FC236}">
                    <a16:creationId xmlns:a16="http://schemas.microsoft.com/office/drawing/2014/main" id="{AD46198D-9E17-A8DA-467D-BE943A8389C9}"/>
                  </a:ext>
                </a:extLst>
              </p:cNvPr>
              <p:cNvCxnSpPr>
                <a:cxnSpLocks/>
              </p:cNvCxnSpPr>
              <p:nvPr/>
            </p:nvCxnSpPr>
            <p:spPr>
              <a:xfrm flipH="1">
                <a:off x="4765836" y="1677360"/>
                <a:ext cx="547037" cy="31295"/>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72" name="Conector recto 71">
                <a:extLst>
                  <a:ext uri="{FF2B5EF4-FFF2-40B4-BE49-F238E27FC236}">
                    <a16:creationId xmlns:a16="http://schemas.microsoft.com/office/drawing/2014/main" id="{B1AA99A2-3C2F-F2AB-85E8-ACE28F075069}"/>
                  </a:ext>
                </a:extLst>
              </p:cNvPr>
              <p:cNvCxnSpPr>
                <a:cxnSpLocks/>
              </p:cNvCxnSpPr>
              <p:nvPr/>
            </p:nvCxnSpPr>
            <p:spPr>
              <a:xfrm flipH="1">
                <a:off x="4777491" y="1675481"/>
                <a:ext cx="0" cy="534823"/>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75" name="Arco 74">
                <a:extLst>
                  <a:ext uri="{FF2B5EF4-FFF2-40B4-BE49-F238E27FC236}">
                    <a16:creationId xmlns:a16="http://schemas.microsoft.com/office/drawing/2014/main" id="{EA70160F-D267-A398-34DC-A5527824161A}"/>
                  </a:ext>
                </a:extLst>
              </p:cNvPr>
              <p:cNvSpPr/>
              <p:nvPr/>
            </p:nvSpPr>
            <p:spPr>
              <a:xfrm rot="18535033">
                <a:off x="2363060" y="2114975"/>
                <a:ext cx="1777657"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76" name="Arco 75">
                <a:extLst>
                  <a:ext uri="{FF2B5EF4-FFF2-40B4-BE49-F238E27FC236}">
                    <a16:creationId xmlns:a16="http://schemas.microsoft.com/office/drawing/2014/main" id="{2E674D55-C6FF-AE1A-1601-87FE40B29495}"/>
                  </a:ext>
                </a:extLst>
              </p:cNvPr>
              <p:cNvSpPr/>
              <p:nvPr/>
            </p:nvSpPr>
            <p:spPr>
              <a:xfrm rot="19882459" flipH="1">
                <a:off x="2236350" y="2010387"/>
                <a:ext cx="2306154"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77" name="Arco 76">
                <a:extLst>
                  <a:ext uri="{FF2B5EF4-FFF2-40B4-BE49-F238E27FC236}">
                    <a16:creationId xmlns:a16="http://schemas.microsoft.com/office/drawing/2014/main" id="{8E48534F-3A39-975F-1ECF-7426719C6AC2}"/>
                  </a:ext>
                </a:extLst>
              </p:cNvPr>
              <p:cNvSpPr/>
              <p:nvPr/>
            </p:nvSpPr>
            <p:spPr>
              <a:xfrm rot="255342" flipH="1">
                <a:off x="2736490" y="1913495"/>
                <a:ext cx="2306154" cy="1451149"/>
              </a:xfrm>
              <a:prstGeom prst="arc">
                <a:avLst>
                  <a:gd name="adj1" fmla="val 12636715"/>
                  <a:gd name="adj2" fmla="val 1568851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78" name="Arco 77">
                <a:extLst>
                  <a:ext uri="{FF2B5EF4-FFF2-40B4-BE49-F238E27FC236}">
                    <a16:creationId xmlns:a16="http://schemas.microsoft.com/office/drawing/2014/main" id="{4BFD4C7C-C0AF-4466-9A35-ACFAA4EF1698}"/>
                  </a:ext>
                </a:extLst>
              </p:cNvPr>
              <p:cNvSpPr/>
              <p:nvPr/>
            </p:nvSpPr>
            <p:spPr>
              <a:xfrm rot="15457547">
                <a:off x="2285999" y="2260252"/>
                <a:ext cx="1777657" cy="1451149"/>
              </a:xfrm>
              <a:prstGeom prst="arc">
                <a:avLst>
                  <a:gd name="adj1" fmla="val 12903811"/>
                  <a:gd name="adj2" fmla="val 1561464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79" name="Conector recto 78">
                <a:extLst>
                  <a:ext uri="{FF2B5EF4-FFF2-40B4-BE49-F238E27FC236}">
                    <a16:creationId xmlns:a16="http://schemas.microsoft.com/office/drawing/2014/main" id="{EBC48DE4-C16A-6933-0F79-4B393EE85D5A}"/>
                  </a:ext>
                </a:extLst>
              </p:cNvPr>
              <p:cNvCxnSpPr>
                <a:cxnSpLocks/>
              </p:cNvCxnSpPr>
              <p:nvPr/>
            </p:nvCxnSpPr>
            <p:spPr>
              <a:xfrm>
                <a:off x="2845997" y="3726127"/>
                <a:ext cx="0" cy="508312"/>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1" name="Conector recto 80">
                <a:extLst>
                  <a:ext uri="{FF2B5EF4-FFF2-40B4-BE49-F238E27FC236}">
                    <a16:creationId xmlns:a16="http://schemas.microsoft.com/office/drawing/2014/main" id="{87AAFB48-ACFD-6099-781B-FF9988EA9920}"/>
                  </a:ext>
                </a:extLst>
              </p:cNvPr>
              <p:cNvCxnSpPr>
                <a:cxnSpLocks/>
              </p:cNvCxnSpPr>
              <p:nvPr/>
            </p:nvCxnSpPr>
            <p:spPr>
              <a:xfrm flipV="1">
                <a:off x="2254468" y="4203187"/>
                <a:ext cx="622580" cy="8797"/>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63" name="Arco 62">
              <a:extLst>
                <a:ext uri="{FF2B5EF4-FFF2-40B4-BE49-F238E27FC236}">
                  <a16:creationId xmlns:a16="http://schemas.microsoft.com/office/drawing/2014/main" id="{52607CE9-656C-55BD-C83A-F9999DAF6E08}"/>
                </a:ext>
              </a:extLst>
            </p:cNvPr>
            <p:cNvSpPr/>
            <p:nvPr/>
          </p:nvSpPr>
          <p:spPr>
            <a:xfrm rot="2862842">
              <a:off x="3403911" y="1730658"/>
              <a:ext cx="3162923" cy="1719631"/>
            </a:xfrm>
            <a:prstGeom prst="arc">
              <a:avLst>
                <a:gd name="adj1" fmla="val 13277609"/>
                <a:gd name="adj2" fmla="val 14374384"/>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grpSp>
      <p:sp>
        <p:nvSpPr>
          <p:cNvPr id="7" name="CuadroTexto 6">
            <a:extLst>
              <a:ext uri="{FF2B5EF4-FFF2-40B4-BE49-F238E27FC236}">
                <a16:creationId xmlns:a16="http://schemas.microsoft.com/office/drawing/2014/main" id="{96F2DD25-BA36-1091-DFEC-DEFB23E56FE4}"/>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22</a:t>
            </a:r>
          </a:p>
        </p:txBody>
      </p:sp>
    </p:spTree>
    <p:extLst>
      <p:ext uri="{BB962C8B-B14F-4D97-AF65-F5344CB8AC3E}">
        <p14:creationId xmlns:p14="http://schemas.microsoft.com/office/powerpoint/2010/main" val="2497749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97F5F-4DDD-BB58-7D2D-FFD42551297E}"/>
            </a:ext>
          </a:extLst>
        </p:cNvPr>
        <p:cNvGrpSpPr/>
        <p:nvPr/>
      </p:nvGrpSpPr>
      <p:grpSpPr>
        <a:xfrm>
          <a:off x="0" y="0"/>
          <a:ext cx="0" cy="0"/>
          <a:chOff x="0" y="0"/>
          <a:chExt cx="0" cy="0"/>
        </a:xfrm>
      </p:grpSpPr>
      <p:sp>
        <p:nvSpPr>
          <p:cNvPr id="40" name="Google Shape;295;p32">
            <a:extLst>
              <a:ext uri="{FF2B5EF4-FFF2-40B4-BE49-F238E27FC236}">
                <a16:creationId xmlns:a16="http://schemas.microsoft.com/office/drawing/2014/main" id="{23C45380-7BA9-FF34-4C0C-D0155955F0AC}"/>
              </a:ext>
            </a:extLst>
          </p:cNvPr>
          <p:cNvSpPr/>
          <p:nvPr/>
        </p:nvSpPr>
        <p:spPr>
          <a:xfrm flipV="1">
            <a:off x="1617781" y="1724940"/>
            <a:ext cx="1236928" cy="2509499"/>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50870A8D-E444-79C0-F278-46E7117E3852}"/>
              </a:ext>
            </a:extLst>
          </p:cNvPr>
          <p:cNvSpPr/>
          <p:nvPr/>
        </p:nvSpPr>
        <p:spPr>
          <a:xfrm flipV="1">
            <a:off x="2283908" y="3775687"/>
            <a:ext cx="3110775" cy="1002488"/>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C9678D2D-AEBD-342D-3354-431FBE3403DA}"/>
              </a:ext>
            </a:extLst>
          </p:cNvPr>
          <p:cNvSpPr/>
          <p:nvPr/>
        </p:nvSpPr>
        <p:spPr>
          <a:xfrm flipV="1">
            <a:off x="4800798" y="1770299"/>
            <a:ext cx="2605286" cy="2501216"/>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Google Shape;298;p32">
            <a:extLst>
              <a:ext uri="{FF2B5EF4-FFF2-40B4-BE49-F238E27FC236}">
                <a16:creationId xmlns:a16="http://schemas.microsoft.com/office/drawing/2014/main" id="{B8F52D10-FE37-F96D-B075-214715B1CD12}"/>
              </a:ext>
            </a:extLst>
          </p:cNvPr>
          <p:cNvSpPr/>
          <p:nvPr/>
        </p:nvSpPr>
        <p:spPr>
          <a:xfrm flipV="1">
            <a:off x="6829944" y="1257495"/>
            <a:ext cx="3110775" cy="999212"/>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4" name="Google Shape;299;p32">
            <a:extLst>
              <a:ext uri="{FF2B5EF4-FFF2-40B4-BE49-F238E27FC236}">
                <a16:creationId xmlns:a16="http://schemas.microsoft.com/office/drawing/2014/main" id="{74A45B3B-E1F4-7E4D-0B31-05327F01C67A}"/>
              </a:ext>
            </a:extLst>
          </p:cNvPr>
          <p:cNvSpPr/>
          <p:nvPr/>
        </p:nvSpPr>
        <p:spPr>
          <a:xfrm flipV="1">
            <a:off x="9341416" y="1770299"/>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9D49B1CB-168C-7DC8-11D6-22FB9D186EF0}"/>
              </a:ext>
            </a:extLst>
          </p:cNvPr>
          <p:cNvSpPr/>
          <p:nvPr/>
        </p:nvSpPr>
        <p:spPr>
          <a:xfrm flipV="1">
            <a:off x="6820458" y="3798345"/>
            <a:ext cx="3108682" cy="1000851"/>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BC18B4D1-DC8F-DFE3-5417-7CB0851D0F33}"/>
              </a:ext>
            </a:extLst>
          </p:cNvPr>
          <p:cNvSpPr/>
          <p:nvPr/>
        </p:nvSpPr>
        <p:spPr>
          <a:xfrm flipV="1">
            <a:off x="2254468" y="1216028"/>
            <a:ext cx="3108682" cy="1002534"/>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FDCBCBF0-36E6-19AC-E08F-A32A50F7D0E8}"/>
              </a:ext>
            </a:extLst>
          </p:cNvPr>
          <p:cNvSpPr/>
          <p:nvPr/>
        </p:nvSpPr>
        <p:spPr>
          <a:xfrm flipV="1">
            <a:off x="4804866" y="1770301"/>
            <a:ext cx="2605343" cy="2502899"/>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D466BD87-975F-8861-E964-475E24E1E69E}"/>
              </a:ext>
            </a:extLst>
          </p:cNvPr>
          <p:cNvSpPr/>
          <p:nvPr/>
        </p:nvSpPr>
        <p:spPr>
          <a:xfrm flipV="1">
            <a:off x="5074058" y="3889465"/>
            <a:ext cx="244547" cy="196893"/>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E55140B4-2270-D31E-4F91-DB0281ABA65A}"/>
              </a:ext>
            </a:extLst>
          </p:cNvPr>
          <p:cNvSpPr/>
          <p:nvPr/>
        </p:nvSpPr>
        <p:spPr>
          <a:xfrm flipV="1">
            <a:off x="7089593" y="1854211"/>
            <a:ext cx="242511" cy="195254"/>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1D62321E-8C2C-21CC-E561-23D208DFE4BA}"/>
              </a:ext>
            </a:extLst>
          </p:cNvPr>
          <p:cNvSpPr/>
          <p:nvPr/>
        </p:nvSpPr>
        <p:spPr>
          <a:xfrm flipV="1">
            <a:off x="9417447" y="4016730"/>
            <a:ext cx="242457" cy="195254"/>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2D5A3534-78BE-E861-E9EB-837615580CFA}"/>
              </a:ext>
            </a:extLst>
          </p:cNvPr>
          <p:cNvSpPr/>
          <p:nvPr/>
        </p:nvSpPr>
        <p:spPr>
          <a:xfrm flipV="1">
            <a:off x="6898524" y="3864533"/>
            <a:ext cx="242511" cy="195254"/>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4EFB4118-C666-7CA8-6D33-0FB6DE139A53}"/>
              </a:ext>
            </a:extLst>
          </p:cNvPr>
          <p:cNvSpPr/>
          <p:nvPr/>
        </p:nvSpPr>
        <p:spPr>
          <a:xfrm flipV="1">
            <a:off x="4882990" y="1836464"/>
            <a:ext cx="244547" cy="196939"/>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5D01090F-68AC-66A1-7AF2-DF3ED1F41937}"/>
              </a:ext>
            </a:extLst>
          </p:cNvPr>
          <p:cNvSpPr txBox="1"/>
          <p:nvPr/>
        </p:nvSpPr>
        <p:spPr>
          <a:xfrm rot="18698352">
            <a:off x="5352834" y="2778190"/>
            <a:ext cx="1346844"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1126E494-5E3D-9898-6253-DA48F162DDC8}"/>
              </a:ext>
            </a:extLst>
          </p:cNvPr>
          <p:cNvSpPr txBox="1"/>
          <p:nvPr/>
        </p:nvSpPr>
        <p:spPr>
          <a:xfrm rot="2875983">
            <a:off x="9062145" y="1948694"/>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B0B9E525-6EAA-D64F-C874-9095D3995725}"/>
              </a:ext>
            </a:extLst>
          </p:cNvPr>
          <p:cNvSpPr txBox="1"/>
          <p:nvPr/>
        </p:nvSpPr>
        <p:spPr>
          <a:xfrm>
            <a:off x="7638774" y="4163883"/>
            <a:ext cx="1433406" cy="523220"/>
          </a:xfrm>
          <a:prstGeom prst="rect">
            <a:avLst/>
          </a:prstGeom>
          <a:noFill/>
        </p:spPr>
        <p:txBody>
          <a:bodyPr wrap="square" rtlCol="0">
            <a:spAutoFit/>
          </a:bodyPr>
          <a:lstStyle/>
          <a:p>
            <a:r>
              <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1007BEF0-4F63-4FEB-E83B-37602573EC44}"/>
              </a:ext>
            </a:extLst>
          </p:cNvPr>
          <p:cNvSpPr txBox="1"/>
          <p:nvPr/>
        </p:nvSpPr>
        <p:spPr>
          <a:xfrm rot="2606566">
            <a:off x="5073639" y="2117185"/>
            <a:ext cx="867545"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39C62ECF-46DD-A6E0-9F5B-3725B9CF3B6E}"/>
              </a:ext>
            </a:extLst>
          </p:cNvPr>
          <p:cNvSpPr txBox="1"/>
          <p:nvPr/>
        </p:nvSpPr>
        <p:spPr>
          <a:xfrm rot="18717501">
            <a:off x="1865113" y="1778280"/>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48954D11-E940-1043-867A-A5EADC5D35FB}"/>
              </a:ext>
            </a:extLst>
          </p:cNvPr>
          <p:cNvSpPr txBox="1"/>
          <p:nvPr/>
        </p:nvSpPr>
        <p:spPr>
          <a:xfrm>
            <a:off x="3502493" y="4166912"/>
            <a:ext cx="795411"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2C29A519-90AC-CAAB-A72A-329882326F7C}"/>
              </a:ext>
            </a:extLst>
          </p:cNvPr>
          <p:cNvSpPr txBox="1"/>
          <p:nvPr/>
        </p:nvSpPr>
        <p:spPr>
          <a:xfrm>
            <a:off x="2887799" y="1945587"/>
            <a:ext cx="2273379" cy="1323439"/>
          </a:xfrm>
          <a:prstGeom prst="rect">
            <a:avLst/>
          </a:prstGeom>
          <a:noFill/>
        </p:spPr>
        <p:txBody>
          <a:bodyPr wrap="square" rtlCol="0">
            <a:spAutoFit/>
          </a:bodyPr>
          <a:lstStyle/>
          <a:p>
            <a:r>
              <a:rPr lang="es-ES_tradnl" sz="8000" b="1" dirty="0">
                <a:solidFill>
                  <a:srgbClr val="19D65F"/>
                </a:solidFill>
                <a:latin typeface="Roboto" panose="02000000000000000000" pitchFamily="2" charset="0"/>
                <a:ea typeface="Roboto" panose="02000000000000000000" pitchFamily="2" charset="0"/>
                <a:cs typeface="Roboto" panose="02000000000000000000" pitchFamily="2" charset="0"/>
              </a:rPr>
              <a:t>Dev</a:t>
            </a:r>
            <a:endParaRPr lang="es-ES_tradnl" sz="9600" b="1"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6" name="CuadroTexto 65">
            <a:extLst>
              <a:ext uri="{FF2B5EF4-FFF2-40B4-BE49-F238E27FC236}">
                <a16:creationId xmlns:a16="http://schemas.microsoft.com/office/drawing/2014/main" id="{161E663D-4041-1ED3-566E-414152E2167B}"/>
              </a:ext>
            </a:extLst>
          </p:cNvPr>
          <p:cNvSpPr txBox="1"/>
          <p:nvPr/>
        </p:nvSpPr>
        <p:spPr>
          <a:xfrm>
            <a:off x="7406083" y="1908904"/>
            <a:ext cx="2359941" cy="1323439"/>
          </a:xfrm>
          <a:prstGeom prst="rect">
            <a:avLst/>
          </a:prstGeom>
          <a:noFill/>
        </p:spPr>
        <p:txBody>
          <a:bodyPr wrap="square" rtlCol="0">
            <a:spAutoFit/>
          </a:bodyPr>
          <a:lstStyle/>
          <a:p>
            <a:r>
              <a:rPr lang="es-ES_tradnl" sz="80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9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7730296A-A8A9-A1CD-A08C-28F469C323ED}"/>
              </a:ext>
            </a:extLst>
          </p:cNvPr>
          <p:cNvGrpSpPr/>
          <p:nvPr/>
        </p:nvGrpSpPr>
        <p:grpSpPr>
          <a:xfrm>
            <a:off x="6575970" y="2033770"/>
            <a:ext cx="480299" cy="469978"/>
            <a:chOff x="4811734" y="1535585"/>
            <a:chExt cx="609172" cy="609172"/>
          </a:xfrm>
        </p:grpSpPr>
        <p:sp>
          <p:nvSpPr>
            <p:cNvPr id="2" name="Rectángulo redondeado 1">
              <a:extLst>
                <a:ext uri="{FF2B5EF4-FFF2-40B4-BE49-F238E27FC236}">
                  <a16:creationId xmlns:a16="http://schemas.microsoft.com/office/drawing/2014/main" id="{E217A5C5-EC9F-94D5-428E-2EBE1FD0F47D}"/>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E7681A61-AAE7-4078-3359-6A6F047B7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F89590E4-4181-B192-A318-034C3AB7D6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96322" y="3110909"/>
            <a:ext cx="570213" cy="699807"/>
          </a:xfrm>
          <a:prstGeom prst="rect">
            <a:avLst/>
          </a:prstGeom>
        </p:spPr>
      </p:pic>
      <p:pic>
        <p:nvPicPr>
          <p:cNvPr id="82" name="Gráfico 81">
            <a:extLst>
              <a:ext uri="{FF2B5EF4-FFF2-40B4-BE49-F238E27FC236}">
                <a16:creationId xmlns:a16="http://schemas.microsoft.com/office/drawing/2014/main" id="{BDE22AB5-533C-36FB-2DD1-E101821DB9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74882" y="3167386"/>
            <a:ext cx="581367" cy="713496"/>
          </a:xfrm>
          <a:prstGeom prst="rect">
            <a:avLst/>
          </a:prstGeom>
        </p:spPr>
      </p:pic>
      <p:pic>
        <p:nvPicPr>
          <p:cNvPr id="34" name="Gráfico 33">
            <a:extLst>
              <a:ext uri="{FF2B5EF4-FFF2-40B4-BE49-F238E27FC236}">
                <a16:creationId xmlns:a16="http://schemas.microsoft.com/office/drawing/2014/main" id="{B3BE7841-175A-B05D-435D-6F2143B585C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87782" y="3232343"/>
            <a:ext cx="613109" cy="613109"/>
          </a:xfrm>
          <a:prstGeom prst="rect">
            <a:avLst/>
          </a:prstGeom>
        </p:spPr>
      </p:pic>
      <p:pic>
        <p:nvPicPr>
          <p:cNvPr id="36" name="Gráfico 35">
            <a:extLst>
              <a:ext uri="{FF2B5EF4-FFF2-40B4-BE49-F238E27FC236}">
                <a16:creationId xmlns:a16="http://schemas.microsoft.com/office/drawing/2014/main" id="{F1804F15-EA56-CDAC-8FFC-3B4F72AD7B1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3895618" y="1322404"/>
            <a:ext cx="508932" cy="508932"/>
          </a:xfrm>
          <a:prstGeom prst="rect">
            <a:avLst/>
          </a:prstGeom>
        </p:spPr>
      </p:pic>
      <p:pic>
        <p:nvPicPr>
          <p:cNvPr id="38" name="Gráfico 37">
            <a:extLst>
              <a:ext uri="{FF2B5EF4-FFF2-40B4-BE49-F238E27FC236}">
                <a16:creationId xmlns:a16="http://schemas.microsoft.com/office/drawing/2014/main" id="{D651E7D7-D6CE-3FF5-1F83-C5C090F2084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023385" y="1298419"/>
            <a:ext cx="562668" cy="562668"/>
          </a:xfrm>
          <a:prstGeom prst="rect">
            <a:avLst/>
          </a:prstGeom>
        </p:spPr>
      </p:pic>
      <p:pic>
        <p:nvPicPr>
          <p:cNvPr id="68" name="Gráfico 67">
            <a:extLst>
              <a:ext uri="{FF2B5EF4-FFF2-40B4-BE49-F238E27FC236}">
                <a16:creationId xmlns:a16="http://schemas.microsoft.com/office/drawing/2014/main" id="{55C6D330-742D-5EB5-7D1F-533ABC88889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799292" y="3165924"/>
            <a:ext cx="554204" cy="554204"/>
          </a:xfrm>
          <a:prstGeom prst="rect">
            <a:avLst/>
          </a:prstGeom>
        </p:spPr>
      </p:pic>
      <p:pic>
        <p:nvPicPr>
          <p:cNvPr id="70" name="Gráfico 69">
            <a:extLst>
              <a:ext uri="{FF2B5EF4-FFF2-40B4-BE49-F238E27FC236}">
                <a16:creationId xmlns:a16="http://schemas.microsoft.com/office/drawing/2014/main" id="{E344AE4D-361A-B7E2-C78B-2C583FCAFE6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04998" y="3943254"/>
            <a:ext cx="475732" cy="475732"/>
          </a:xfrm>
          <a:prstGeom prst="rect">
            <a:avLst/>
          </a:prstGeom>
        </p:spPr>
      </p:pic>
      <p:sp>
        <p:nvSpPr>
          <p:cNvPr id="74" name="Título 1">
            <a:extLst>
              <a:ext uri="{FF2B5EF4-FFF2-40B4-BE49-F238E27FC236}">
                <a16:creationId xmlns:a16="http://schemas.microsoft.com/office/drawing/2014/main" id="{11057D79-BF64-79A6-AB83-CAF8D536EF12}"/>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grpSp>
        <p:nvGrpSpPr>
          <p:cNvPr id="86" name="Grupo 85">
            <a:extLst>
              <a:ext uri="{FF2B5EF4-FFF2-40B4-BE49-F238E27FC236}">
                <a16:creationId xmlns:a16="http://schemas.microsoft.com/office/drawing/2014/main" id="{026D5CFD-B929-99BD-88AA-F84F36B8790B}"/>
              </a:ext>
            </a:extLst>
          </p:cNvPr>
          <p:cNvGrpSpPr/>
          <p:nvPr/>
        </p:nvGrpSpPr>
        <p:grpSpPr>
          <a:xfrm>
            <a:off x="-4771" y="4945556"/>
            <a:ext cx="12224115" cy="1934352"/>
            <a:chOff x="-4771" y="4945556"/>
            <a:chExt cx="12224115" cy="1934352"/>
          </a:xfrm>
        </p:grpSpPr>
        <p:pic>
          <p:nvPicPr>
            <p:cNvPr id="5" name="Imagen 4">
              <a:extLst>
                <a:ext uri="{FF2B5EF4-FFF2-40B4-BE49-F238E27FC236}">
                  <a16:creationId xmlns:a16="http://schemas.microsoft.com/office/drawing/2014/main" id="{0754221C-5C29-7359-2DF6-9CA25BFD0E6B}"/>
                </a:ext>
              </a:extLst>
            </p:cNvPr>
            <p:cNvPicPr>
              <a:picLocks noChangeAspect="1"/>
            </p:cNvPicPr>
            <p:nvPr/>
          </p:nvPicPr>
          <p:blipFill>
            <a:blip r:embed="rId19">
              <a:extLst>
                <a:ext uri="{28A0092B-C50C-407E-A947-70E740481C1C}">
                  <a14:useLocalDpi xmlns:a14="http://schemas.microsoft.com/office/drawing/2010/main" val="0"/>
                </a:ext>
              </a:extLst>
            </a:blip>
            <a:srcRect/>
            <a:stretch/>
          </p:blipFill>
          <p:spPr>
            <a:xfrm>
              <a:off x="-4771" y="4945556"/>
              <a:ext cx="12224115" cy="1925986"/>
            </a:xfrm>
            <a:prstGeom prst="rect">
              <a:avLst/>
            </a:prstGeom>
          </p:spPr>
        </p:pic>
        <p:grpSp>
          <p:nvGrpSpPr>
            <p:cNvPr id="12" name="Grupo 11">
              <a:extLst>
                <a:ext uri="{FF2B5EF4-FFF2-40B4-BE49-F238E27FC236}">
                  <a16:creationId xmlns:a16="http://schemas.microsoft.com/office/drawing/2014/main" id="{6E82FE89-64AD-D109-12CA-AA2504D46C85}"/>
                </a:ext>
              </a:extLst>
            </p:cNvPr>
            <p:cNvGrpSpPr/>
            <p:nvPr/>
          </p:nvGrpSpPr>
          <p:grpSpPr>
            <a:xfrm>
              <a:off x="2050742" y="6646555"/>
              <a:ext cx="2175029" cy="233353"/>
              <a:chOff x="2050742" y="6646555"/>
              <a:chExt cx="2175029" cy="233353"/>
            </a:xfrm>
          </p:grpSpPr>
          <p:sp>
            <p:nvSpPr>
              <p:cNvPr id="6" name="Rectángulo 5">
                <a:extLst>
                  <a:ext uri="{FF2B5EF4-FFF2-40B4-BE49-F238E27FC236}">
                    <a16:creationId xmlns:a16="http://schemas.microsoft.com/office/drawing/2014/main" id="{32F8B37E-5832-545E-D040-E0BBB2E0EEBD}"/>
                  </a:ext>
                </a:extLst>
              </p:cNvPr>
              <p:cNvSpPr/>
              <p:nvPr/>
            </p:nvSpPr>
            <p:spPr>
              <a:xfrm>
                <a:off x="2050742" y="6662692"/>
                <a:ext cx="2175029" cy="2130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sz="1600" b="1" dirty="0">
                  <a:solidFill>
                    <a:schemeClr val="tx1"/>
                  </a:solidFill>
                </a:endParaRPr>
              </a:p>
            </p:txBody>
          </p:sp>
          <p:pic>
            <p:nvPicPr>
              <p:cNvPr id="8" name="Imagen 7">
                <a:extLst>
                  <a:ext uri="{FF2B5EF4-FFF2-40B4-BE49-F238E27FC236}">
                    <a16:creationId xmlns:a16="http://schemas.microsoft.com/office/drawing/2014/main" id="{EF2ABB2A-FCE5-1053-8473-A767563FDFC8}"/>
                  </a:ext>
                </a:extLst>
              </p:cNvPr>
              <p:cNvPicPr>
                <a:picLocks noChangeAspect="1"/>
              </p:cNvPicPr>
              <p:nvPr/>
            </p:nvPicPr>
            <p:blipFill>
              <a:blip r:embed="rId20">
                <a:extLst>
                  <a:ext uri="{28A0092B-C50C-407E-A947-70E740481C1C}">
                    <a14:useLocalDpi xmlns:a14="http://schemas.microsoft.com/office/drawing/2010/main" val="0"/>
                  </a:ext>
                </a:extLst>
              </a:blip>
              <a:srcRect t="8000"/>
              <a:stretch>
                <a:fillRect/>
              </a:stretch>
            </p:blipFill>
            <p:spPr>
              <a:xfrm>
                <a:off x="2736204" y="6646555"/>
                <a:ext cx="804103" cy="233353"/>
              </a:xfrm>
              <a:prstGeom prst="rect">
                <a:avLst/>
              </a:prstGeom>
            </p:spPr>
          </p:pic>
        </p:grpSp>
        <p:grpSp>
          <p:nvGrpSpPr>
            <p:cNvPr id="4" name="Grupo 3">
              <a:extLst>
                <a:ext uri="{FF2B5EF4-FFF2-40B4-BE49-F238E27FC236}">
                  <a16:creationId xmlns:a16="http://schemas.microsoft.com/office/drawing/2014/main" id="{F8AA1509-A780-F908-95ED-0CEB641B0106}"/>
                </a:ext>
              </a:extLst>
            </p:cNvPr>
            <p:cNvGrpSpPr/>
            <p:nvPr/>
          </p:nvGrpSpPr>
          <p:grpSpPr>
            <a:xfrm>
              <a:off x="8174882" y="6644936"/>
              <a:ext cx="2399335" cy="213064"/>
              <a:chOff x="8174882" y="6644936"/>
              <a:chExt cx="2399335" cy="213064"/>
            </a:xfrm>
          </p:grpSpPr>
          <p:sp>
            <p:nvSpPr>
              <p:cNvPr id="18" name="Rectángulo 17">
                <a:extLst>
                  <a:ext uri="{FF2B5EF4-FFF2-40B4-BE49-F238E27FC236}">
                    <a16:creationId xmlns:a16="http://schemas.microsoft.com/office/drawing/2014/main" id="{1115A636-D6A9-E9B5-215A-5461A41C8910}"/>
                  </a:ext>
                </a:extLst>
              </p:cNvPr>
              <p:cNvSpPr/>
              <p:nvPr/>
            </p:nvSpPr>
            <p:spPr>
              <a:xfrm>
                <a:off x="8174882" y="6644936"/>
                <a:ext cx="2399335" cy="2130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sz="1600" b="1" dirty="0">
                  <a:solidFill>
                    <a:schemeClr val="tx1"/>
                  </a:solidFill>
                </a:endParaRPr>
              </a:p>
            </p:txBody>
          </p:sp>
          <p:pic>
            <p:nvPicPr>
              <p:cNvPr id="20" name="Imagen 19">
                <a:extLst>
                  <a:ext uri="{FF2B5EF4-FFF2-40B4-BE49-F238E27FC236}">
                    <a16:creationId xmlns:a16="http://schemas.microsoft.com/office/drawing/2014/main" id="{CC8354DD-3643-9FEE-CD5D-BB87D3A0B19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880261" y="6653794"/>
                <a:ext cx="799558" cy="195347"/>
              </a:xfrm>
              <a:prstGeom prst="rect">
                <a:avLst/>
              </a:prstGeom>
            </p:spPr>
          </p:pic>
        </p:grpSp>
      </p:grpSp>
      <p:sp>
        <p:nvSpPr>
          <p:cNvPr id="24" name="Google Shape;295;p32">
            <a:extLst>
              <a:ext uri="{FF2B5EF4-FFF2-40B4-BE49-F238E27FC236}">
                <a16:creationId xmlns:a16="http://schemas.microsoft.com/office/drawing/2014/main" id="{104A787C-9B01-6E7A-45FB-B7BC78738731}"/>
              </a:ext>
            </a:extLst>
          </p:cNvPr>
          <p:cNvSpPr/>
          <p:nvPr/>
        </p:nvSpPr>
        <p:spPr>
          <a:xfrm flipV="1">
            <a:off x="-3783065" y="656424"/>
            <a:ext cx="1236928" cy="2509500"/>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 name="CuadroTexto 31">
            <a:extLst>
              <a:ext uri="{FF2B5EF4-FFF2-40B4-BE49-F238E27FC236}">
                <a16:creationId xmlns:a16="http://schemas.microsoft.com/office/drawing/2014/main" id="{8C9F7399-1D61-EF6E-8418-3162259CADE4}"/>
              </a:ext>
            </a:extLst>
          </p:cNvPr>
          <p:cNvSpPr txBox="1"/>
          <p:nvPr/>
        </p:nvSpPr>
        <p:spPr>
          <a:xfrm rot="16200000">
            <a:off x="-3835576" y="1677921"/>
            <a:ext cx="958917"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build</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35" name="Google Shape;299;p32">
            <a:extLst>
              <a:ext uri="{FF2B5EF4-FFF2-40B4-BE49-F238E27FC236}">
                <a16:creationId xmlns:a16="http://schemas.microsoft.com/office/drawing/2014/main" id="{935C07F8-5E87-E447-64B6-A8D1737137AD}"/>
              </a:ext>
            </a:extLst>
          </p:cNvPr>
          <p:cNvSpPr/>
          <p:nvPr/>
        </p:nvSpPr>
        <p:spPr>
          <a:xfrm flipV="1">
            <a:off x="14678933" y="649112"/>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50" name="CuadroTexto 49">
            <a:extLst>
              <a:ext uri="{FF2B5EF4-FFF2-40B4-BE49-F238E27FC236}">
                <a16:creationId xmlns:a16="http://schemas.microsoft.com/office/drawing/2014/main" id="{685A6752-535B-68E0-46FC-AB500568AD9C}"/>
              </a:ext>
            </a:extLst>
          </p:cNvPr>
          <p:cNvSpPr txBox="1"/>
          <p:nvPr/>
        </p:nvSpPr>
        <p:spPr>
          <a:xfrm rot="5400000">
            <a:off x="14777324" y="1771258"/>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55" name="Grupo 54">
            <a:extLst>
              <a:ext uri="{FF2B5EF4-FFF2-40B4-BE49-F238E27FC236}">
                <a16:creationId xmlns:a16="http://schemas.microsoft.com/office/drawing/2014/main" id="{DCE4EE7A-DCB6-8B77-B452-185793EDD992}"/>
              </a:ext>
            </a:extLst>
          </p:cNvPr>
          <p:cNvGrpSpPr/>
          <p:nvPr/>
        </p:nvGrpSpPr>
        <p:grpSpPr>
          <a:xfrm>
            <a:off x="1607825" y="1009012"/>
            <a:ext cx="4237363" cy="3678091"/>
            <a:chOff x="1607825" y="1009012"/>
            <a:chExt cx="4237363" cy="3678091"/>
          </a:xfrm>
        </p:grpSpPr>
        <p:grpSp>
          <p:nvGrpSpPr>
            <p:cNvPr id="54" name="Grupo 53">
              <a:extLst>
                <a:ext uri="{FF2B5EF4-FFF2-40B4-BE49-F238E27FC236}">
                  <a16:creationId xmlns:a16="http://schemas.microsoft.com/office/drawing/2014/main" id="{2656D062-E512-40B8-ED60-DC04EBA25553}"/>
                </a:ext>
              </a:extLst>
            </p:cNvPr>
            <p:cNvGrpSpPr/>
            <p:nvPr/>
          </p:nvGrpSpPr>
          <p:grpSpPr>
            <a:xfrm>
              <a:off x="1607825" y="1219260"/>
              <a:ext cx="4183376" cy="3467843"/>
              <a:chOff x="1607825" y="1219260"/>
              <a:chExt cx="4183376" cy="3467843"/>
            </a:xfrm>
          </p:grpSpPr>
          <p:sp>
            <p:nvSpPr>
              <p:cNvPr id="9" name="Arco 8">
                <a:extLst>
                  <a:ext uri="{FF2B5EF4-FFF2-40B4-BE49-F238E27FC236}">
                    <a16:creationId xmlns:a16="http://schemas.microsoft.com/office/drawing/2014/main" id="{C210F819-09F6-EA7D-5CE5-474FDB5432BF}"/>
                  </a:ext>
                </a:extLst>
              </p:cNvPr>
              <p:cNvSpPr/>
              <p:nvPr/>
            </p:nvSpPr>
            <p:spPr>
              <a:xfrm rot="16200000">
                <a:off x="1976193" y="872096"/>
                <a:ext cx="3446639" cy="4183376"/>
              </a:xfrm>
              <a:prstGeom prst="arc">
                <a:avLst>
                  <a:gd name="adj1" fmla="val 13744688"/>
                  <a:gd name="adj2" fmla="val 20252264"/>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10" name="Arco 9">
                <a:extLst>
                  <a:ext uri="{FF2B5EF4-FFF2-40B4-BE49-F238E27FC236}">
                    <a16:creationId xmlns:a16="http://schemas.microsoft.com/office/drawing/2014/main" id="{15E31F1C-1DBF-711E-8859-C47393FC3FAB}"/>
                  </a:ext>
                </a:extLst>
              </p:cNvPr>
              <p:cNvSpPr/>
              <p:nvPr/>
            </p:nvSpPr>
            <p:spPr>
              <a:xfrm>
                <a:off x="2242646" y="1219260"/>
                <a:ext cx="3162923" cy="1719631"/>
              </a:xfrm>
              <a:prstGeom prst="arc">
                <a:avLst>
                  <a:gd name="adj1" fmla="val 13277609"/>
                  <a:gd name="adj2" fmla="val 1996048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13" name="Conector recto 12">
                <a:extLst>
                  <a:ext uri="{FF2B5EF4-FFF2-40B4-BE49-F238E27FC236}">
                    <a16:creationId xmlns:a16="http://schemas.microsoft.com/office/drawing/2014/main" id="{B38F45AF-D9B1-64FF-A792-8DA56CB85DA3}"/>
                  </a:ext>
                </a:extLst>
              </p:cNvPr>
              <p:cNvCxnSpPr>
                <a:cxnSpLocks/>
              </p:cNvCxnSpPr>
              <p:nvPr/>
            </p:nvCxnSpPr>
            <p:spPr>
              <a:xfrm flipH="1">
                <a:off x="4765836" y="1733368"/>
                <a:ext cx="593100" cy="36931"/>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DD4BDCA7-D0F4-BBDE-59DC-99395F9A667D}"/>
                  </a:ext>
                </a:extLst>
              </p:cNvPr>
              <p:cNvCxnSpPr>
                <a:cxnSpLocks/>
              </p:cNvCxnSpPr>
              <p:nvPr/>
            </p:nvCxnSpPr>
            <p:spPr>
              <a:xfrm>
                <a:off x="4777491" y="1738238"/>
                <a:ext cx="0" cy="472066"/>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19" name="Arco 18">
                <a:extLst>
                  <a:ext uri="{FF2B5EF4-FFF2-40B4-BE49-F238E27FC236}">
                    <a16:creationId xmlns:a16="http://schemas.microsoft.com/office/drawing/2014/main" id="{5CECED73-1D11-072E-0F7B-BD5D5F869143}"/>
                  </a:ext>
                </a:extLst>
              </p:cNvPr>
              <p:cNvSpPr/>
              <p:nvPr/>
            </p:nvSpPr>
            <p:spPr>
              <a:xfrm rot="18535033">
                <a:off x="2363060" y="2114975"/>
                <a:ext cx="1777657"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21" name="Arco 20">
                <a:extLst>
                  <a:ext uri="{FF2B5EF4-FFF2-40B4-BE49-F238E27FC236}">
                    <a16:creationId xmlns:a16="http://schemas.microsoft.com/office/drawing/2014/main" id="{1417C0B5-9128-4EF6-1D94-B6BB806F7451}"/>
                  </a:ext>
                </a:extLst>
              </p:cNvPr>
              <p:cNvSpPr/>
              <p:nvPr/>
            </p:nvSpPr>
            <p:spPr>
              <a:xfrm rot="19882459" flipH="1">
                <a:off x="2236350" y="2010387"/>
                <a:ext cx="2306154"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22" name="Arco 21">
                <a:extLst>
                  <a:ext uri="{FF2B5EF4-FFF2-40B4-BE49-F238E27FC236}">
                    <a16:creationId xmlns:a16="http://schemas.microsoft.com/office/drawing/2014/main" id="{D7C1FD9A-1F6D-8065-7680-3A96893C9641}"/>
                  </a:ext>
                </a:extLst>
              </p:cNvPr>
              <p:cNvSpPr/>
              <p:nvPr/>
            </p:nvSpPr>
            <p:spPr>
              <a:xfrm rot="255342" flipH="1">
                <a:off x="2736490" y="1913495"/>
                <a:ext cx="2306154" cy="1451149"/>
              </a:xfrm>
              <a:prstGeom prst="arc">
                <a:avLst>
                  <a:gd name="adj1" fmla="val 12636715"/>
                  <a:gd name="adj2" fmla="val 1568851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23" name="Arco 22">
                <a:extLst>
                  <a:ext uri="{FF2B5EF4-FFF2-40B4-BE49-F238E27FC236}">
                    <a16:creationId xmlns:a16="http://schemas.microsoft.com/office/drawing/2014/main" id="{D04189D0-8056-332F-DEED-1E3E5E659E3A}"/>
                  </a:ext>
                </a:extLst>
              </p:cNvPr>
              <p:cNvSpPr/>
              <p:nvPr/>
            </p:nvSpPr>
            <p:spPr>
              <a:xfrm rot="15457547">
                <a:off x="2285999" y="2260252"/>
                <a:ext cx="1777657" cy="1451149"/>
              </a:xfrm>
              <a:prstGeom prst="arc">
                <a:avLst>
                  <a:gd name="adj1" fmla="val 12903811"/>
                  <a:gd name="adj2" fmla="val 1561464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27" name="Conector recto 26">
                <a:extLst>
                  <a:ext uri="{FF2B5EF4-FFF2-40B4-BE49-F238E27FC236}">
                    <a16:creationId xmlns:a16="http://schemas.microsoft.com/office/drawing/2014/main" id="{7F15AE61-D09B-D33C-BD45-77CC872A4C5F}"/>
                  </a:ext>
                </a:extLst>
              </p:cNvPr>
              <p:cNvCxnSpPr>
                <a:cxnSpLocks/>
              </p:cNvCxnSpPr>
              <p:nvPr/>
            </p:nvCxnSpPr>
            <p:spPr>
              <a:xfrm>
                <a:off x="2845997" y="3726127"/>
                <a:ext cx="0" cy="508312"/>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29" name="Conector recto 28">
                <a:extLst>
                  <a:ext uri="{FF2B5EF4-FFF2-40B4-BE49-F238E27FC236}">
                    <a16:creationId xmlns:a16="http://schemas.microsoft.com/office/drawing/2014/main" id="{BC001FC7-69E4-1A4F-731E-59B159D2E141}"/>
                  </a:ext>
                </a:extLst>
              </p:cNvPr>
              <p:cNvCxnSpPr>
                <a:cxnSpLocks/>
              </p:cNvCxnSpPr>
              <p:nvPr/>
            </p:nvCxnSpPr>
            <p:spPr>
              <a:xfrm flipV="1">
                <a:off x="2254468" y="4203187"/>
                <a:ext cx="622580" cy="8797"/>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39" name="Arco 38">
              <a:extLst>
                <a:ext uri="{FF2B5EF4-FFF2-40B4-BE49-F238E27FC236}">
                  <a16:creationId xmlns:a16="http://schemas.microsoft.com/office/drawing/2014/main" id="{2752A4D6-CB5A-C841-6B8E-F3172B344BD0}"/>
                </a:ext>
              </a:extLst>
            </p:cNvPr>
            <p:cNvSpPr/>
            <p:nvPr/>
          </p:nvSpPr>
          <p:spPr>
            <a:xfrm rot="2862842">
              <a:off x="3403911" y="1730658"/>
              <a:ext cx="3162923" cy="1719631"/>
            </a:xfrm>
            <a:prstGeom prst="arc">
              <a:avLst>
                <a:gd name="adj1" fmla="val 13277609"/>
                <a:gd name="adj2" fmla="val 14627991"/>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grpSp>
      <p:grpSp>
        <p:nvGrpSpPr>
          <p:cNvPr id="56" name="Grupo 55">
            <a:extLst>
              <a:ext uri="{FF2B5EF4-FFF2-40B4-BE49-F238E27FC236}">
                <a16:creationId xmlns:a16="http://schemas.microsoft.com/office/drawing/2014/main" id="{07BA52FF-59E0-5742-46CA-F8FA260A899C}"/>
              </a:ext>
            </a:extLst>
          </p:cNvPr>
          <p:cNvGrpSpPr/>
          <p:nvPr/>
        </p:nvGrpSpPr>
        <p:grpSpPr>
          <a:xfrm flipH="1">
            <a:off x="6365519" y="1066899"/>
            <a:ext cx="4237363" cy="3678091"/>
            <a:chOff x="1607825" y="1009012"/>
            <a:chExt cx="4237363" cy="3678091"/>
          </a:xfrm>
        </p:grpSpPr>
        <p:grpSp>
          <p:nvGrpSpPr>
            <p:cNvPr id="58" name="Grupo 57">
              <a:extLst>
                <a:ext uri="{FF2B5EF4-FFF2-40B4-BE49-F238E27FC236}">
                  <a16:creationId xmlns:a16="http://schemas.microsoft.com/office/drawing/2014/main" id="{821198B3-CEEB-DF51-9867-7478EAECEBCE}"/>
                </a:ext>
              </a:extLst>
            </p:cNvPr>
            <p:cNvGrpSpPr/>
            <p:nvPr/>
          </p:nvGrpSpPr>
          <p:grpSpPr>
            <a:xfrm>
              <a:off x="1607825" y="1219260"/>
              <a:ext cx="4183376" cy="3467843"/>
              <a:chOff x="1607825" y="1219260"/>
              <a:chExt cx="4183376" cy="3467843"/>
            </a:xfrm>
          </p:grpSpPr>
          <p:sp>
            <p:nvSpPr>
              <p:cNvPr id="67" name="Arco 66">
                <a:extLst>
                  <a:ext uri="{FF2B5EF4-FFF2-40B4-BE49-F238E27FC236}">
                    <a16:creationId xmlns:a16="http://schemas.microsoft.com/office/drawing/2014/main" id="{521EB8CA-0F1C-D651-270F-70CD523B80B5}"/>
                  </a:ext>
                </a:extLst>
              </p:cNvPr>
              <p:cNvSpPr/>
              <p:nvPr/>
            </p:nvSpPr>
            <p:spPr>
              <a:xfrm rot="16200000">
                <a:off x="1976193" y="872096"/>
                <a:ext cx="3446639" cy="4183376"/>
              </a:xfrm>
              <a:prstGeom prst="arc">
                <a:avLst>
                  <a:gd name="adj1" fmla="val 13744688"/>
                  <a:gd name="adj2" fmla="val 20252264"/>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69" name="Arco 68">
                <a:extLst>
                  <a:ext uri="{FF2B5EF4-FFF2-40B4-BE49-F238E27FC236}">
                    <a16:creationId xmlns:a16="http://schemas.microsoft.com/office/drawing/2014/main" id="{188434DB-07AD-CF67-AEF5-E53D56643B62}"/>
                  </a:ext>
                </a:extLst>
              </p:cNvPr>
              <p:cNvSpPr/>
              <p:nvPr/>
            </p:nvSpPr>
            <p:spPr>
              <a:xfrm>
                <a:off x="2242646" y="1219260"/>
                <a:ext cx="3162923" cy="1719631"/>
              </a:xfrm>
              <a:prstGeom prst="arc">
                <a:avLst>
                  <a:gd name="adj1" fmla="val 13277609"/>
                  <a:gd name="adj2" fmla="val 1996048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71" name="Conector recto 70">
                <a:extLst>
                  <a:ext uri="{FF2B5EF4-FFF2-40B4-BE49-F238E27FC236}">
                    <a16:creationId xmlns:a16="http://schemas.microsoft.com/office/drawing/2014/main" id="{2BB005ED-4BC1-AB57-3BBC-500150DF0F30}"/>
                  </a:ext>
                </a:extLst>
              </p:cNvPr>
              <p:cNvCxnSpPr>
                <a:cxnSpLocks/>
              </p:cNvCxnSpPr>
              <p:nvPr/>
            </p:nvCxnSpPr>
            <p:spPr>
              <a:xfrm flipH="1">
                <a:off x="4765836" y="1677360"/>
                <a:ext cx="547037" cy="31295"/>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72" name="Conector recto 71">
                <a:extLst>
                  <a:ext uri="{FF2B5EF4-FFF2-40B4-BE49-F238E27FC236}">
                    <a16:creationId xmlns:a16="http://schemas.microsoft.com/office/drawing/2014/main" id="{6547F580-AC1F-7ED6-5A6C-A678C2B373AC}"/>
                  </a:ext>
                </a:extLst>
              </p:cNvPr>
              <p:cNvCxnSpPr>
                <a:cxnSpLocks/>
              </p:cNvCxnSpPr>
              <p:nvPr/>
            </p:nvCxnSpPr>
            <p:spPr>
              <a:xfrm flipH="1">
                <a:off x="4777491" y="1675481"/>
                <a:ext cx="0" cy="534823"/>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75" name="Arco 74">
                <a:extLst>
                  <a:ext uri="{FF2B5EF4-FFF2-40B4-BE49-F238E27FC236}">
                    <a16:creationId xmlns:a16="http://schemas.microsoft.com/office/drawing/2014/main" id="{E6618096-054F-23C7-A6E9-268EE59D9334}"/>
                  </a:ext>
                </a:extLst>
              </p:cNvPr>
              <p:cNvSpPr/>
              <p:nvPr/>
            </p:nvSpPr>
            <p:spPr>
              <a:xfrm rot="18535033">
                <a:off x="2363060" y="2114975"/>
                <a:ext cx="1777657"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76" name="Arco 75">
                <a:extLst>
                  <a:ext uri="{FF2B5EF4-FFF2-40B4-BE49-F238E27FC236}">
                    <a16:creationId xmlns:a16="http://schemas.microsoft.com/office/drawing/2014/main" id="{D8707DE3-B140-1F2D-F71C-27DA60B9C19E}"/>
                  </a:ext>
                </a:extLst>
              </p:cNvPr>
              <p:cNvSpPr/>
              <p:nvPr/>
            </p:nvSpPr>
            <p:spPr>
              <a:xfrm rot="19882459" flipH="1">
                <a:off x="2236350" y="2010387"/>
                <a:ext cx="2306154" cy="1451149"/>
              </a:xfrm>
              <a:prstGeom prst="arc">
                <a:avLst>
                  <a:gd name="adj1" fmla="val 12098297"/>
                  <a:gd name="adj2" fmla="val 17299277"/>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77" name="Arco 76">
                <a:extLst>
                  <a:ext uri="{FF2B5EF4-FFF2-40B4-BE49-F238E27FC236}">
                    <a16:creationId xmlns:a16="http://schemas.microsoft.com/office/drawing/2014/main" id="{A8D5C9E5-AABD-5BDB-59B2-FC019D088BFF}"/>
                  </a:ext>
                </a:extLst>
              </p:cNvPr>
              <p:cNvSpPr/>
              <p:nvPr/>
            </p:nvSpPr>
            <p:spPr>
              <a:xfrm rot="255342" flipH="1">
                <a:off x="2736490" y="1913495"/>
                <a:ext cx="2306154" cy="1451149"/>
              </a:xfrm>
              <a:prstGeom prst="arc">
                <a:avLst>
                  <a:gd name="adj1" fmla="val 12636715"/>
                  <a:gd name="adj2" fmla="val 1568851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sp>
            <p:nvSpPr>
              <p:cNvPr id="78" name="Arco 77">
                <a:extLst>
                  <a:ext uri="{FF2B5EF4-FFF2-40B4-BE49-F238E27FC236}">
                    <a16:creationId xmlns:a16="http://schemas.microsoft.com/office/drawing/2014/main" id="{F14F16ED-402E-BE28-C3EC-0D6184A34DAB}"/>
                  </a:ext>
                </a:extLst>
              </p:cNvPr>
              <p:cNvSpPr/>
              <p:nvPr/>
            </p:nvSpPr>
            <p:spPr>
              <a:xfrm rot="15457547">
                <a:off x="2285999" y="2260252"/>
                <a:ext cx="1777657" cy="1451149"/>
              </a:xfrm>
              <a:prstGeom prst="arc">
                <a:avLst>
                  <a:gd name="adj1" fmla="val 12903811"/>
                  <a:gd name="adj2" fmla="val 15614645"/>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cxnSp>
            <p:nvCxnSpPr>
              <p:cNvPr id="79" name="Conector recto 78">
                <a:extLst>
                  <a:ext uri="{FF2B5EF4-FFF2-40B4-BE49-F238E27FC236}">
                    <a16:creationId xmlns:a16="http://schemas.microsoft.com/office/drawing/2014/main" id="{4CC60AE9-9533-046D-644B-7A4E71E08DFA}"/>
                  </a:ext>
                </a:extLst>
              </p:cNvPr>
              <p:cNvCxnSpPr>
                <a:cxnSpLocks/>
              </p:cNvCxnSpPr>
              <p:nvPr/>
            </p:nvCxnSpPr>
            <p:spPr>
              <a:xfrm>
                <a:off x="2845997" y="3726127"/>
                <a:ext cx="0" cy="508312"/>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1" name="Conector recto 80">
                <a:extLst>
                  <a:ext uri="{FF2B5EF4-FFF2-40B4-BE49-F238E27FC236}">
                    <a16:creationId xmlns:a16="http://schemas.microsoft.com/office/drawing/2014/main" id="{9A450153-617E-DAB4-B3FF-91CF475CA676}"/>
                  </a:ext>
                </a:extLst>
              </p:cNvPr>
              <p:cNvCxnSpPr>
                <a:cxnSpLocks/>
              </p:cNvCxnSpPr>
              <p:nvPr/>
            </p:nvCxnSpPr>
            <p:spPr>
              <a:xfrm flipV="1">
                <a:off x="2254468" y="4203187"/>
                <a:ext cx="622580" cy="8797"/>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63" name="Arco 62">
              <a:extLst>
                <a:ext uri="{FF2B5EF4-FFF2-40B4-BE49-F238E27FC236}">
                  <a16:creationId xmlns:a16="http://schemas.microsoft.com/office/drawing/2014/main" id="{2F578E20-2B44-4A67-80F1-99D9521ABE59}"/>
                </a:ext>
              </a:extLst>
            </p:cNvPr>
            <p:cNvSpPr/>
            <p:nvPr/>
          </p:nvSpPr>
          <p:spPr>
            <a:xfrm rot="2862842">
              <a:off x="3403911" y="1730658"/>
              <a:ext cx="3162923" cy="1719631"/>
            </a:xfrm>
            <a:prstGeom prst="arc">
              <a:avLst>
                <a:gd name="adj1" fmla="val 13277609"/>
                <a:gd name="adj2" fmla="val 14374384"/>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_tradnl"/>
            </a:p>
          </p:txBody>
        </p:sp>
      </p:grpSp>
      <p:sp>
        <p:nvSpPr>
          <p:cNvPr id="7" name="CuadroTexto 6">
            <a:extLst>
              <a:ext uri="{FF2B5EF4-FFF2-40B4-BE49-F238E27FC236}">
                <a16:creationId xmlns:a16="http://schemas.microsoft.com/office/drawing/2014/main" id="{FD274CF2-5FA4-D0C0-5D52-2905BC7E8962}"/>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22</a:t>
            </a:r>
          </a:p>
        </p:txBody>
      </p:sp>
      <p:sp>
        <p:nvSpPr>
          <p:cNvPr id="17" name="Rectángulo 16">
            <a:extLst>
              <a:ext uri="{FF2B5EF4-FFF2-40B4-BE49-F238E27FC236}">
                <a16:creationId xmlns:a16="http://schemas.microsoft.com/office/drawing/2014/main" id="{9EE07DA3-383F-ADD8-8490-AD8AA72E3DB1}"/>
              </a:ext>
            </a:extLst>
          </p:cNvPr>
          <p:cNvSpPr/>
          <p:nvPr/>
        </p:nvSpPr>
        <p:spPr>
          <a:xfrm>
            <a:off x="-27185" y="0"/>
            <a:ext cx="12254283" cy="6871542"/>
          </a:xfrm>
          <a:prstGeom prst="rect">
            <a:avLst/>
          </a:prstGeom>
          <a:solidFill>
            <a:srgbClr val="00000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11" name="Grupo 10">
            <a:extLst>
              <a:ext uri="{FF2B5EF4-FFF2-40B4-BE49-F238E27FC236}">
                <a16:creationId xmlns:a16="http://schemas.microsoft.com/office/drawing/2014/main" id="{0D5B71F2-E8ED-52CD-73A5-E99847449802}"/>
              </a:ext>
            </a:extLst>
          </p:cNvPr>
          <p:cNvGrpSpPr/>
          <p:nvPr/>
        </p:nvGrpSpPr>
        <p:grpSpPr>
          <a:xfrm>
            <a:off x="3051784" y="842003"/>
            <a:ext cx="5703256" cy="5029200"/>
            <a:chOff x="6067780" y="1057835"/>
            <a:chExt cx="5703256" cy="5029200"/>
          </a:xfrm>
        </p:grpSpPr>
        <p:sp>
          <p:nvSpPr>
            <p:cNvPr id="14" name="Rectángulo 13">
              <a:extLst>
                <a:ext uri="{FF2B5EF4-FFF2-40B4-BE49-F238E27FC236}">
                  <a16:creationId xmlns:a16="http://schemas.microsoft.com/office/drawing/2014/main" id="{1F2E4E2F-4EFD-954B-A6B0-D07A94CB8406}"/>
                </a:ext>
              </a:extLst>
            </p:cNvPr>
            <p:cNvSpPr/>
            <p:nvPr/>
          </p:nvSpPr>
          <p:spPr>
            <a:xfrm>
              <a:off x="6067780" y="1057835"/>
              <a:ext cx="5703256" cy="5029200"/>
            </a:xfrm>
            <a:prstGeom prst="rect">
              <a:avLst/>
            </a:prstGeom>
            <a:solidFill>
              <a:schemeClr val="bg1"/>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16" name="Imagen 15" descr="Una captura de pantalla de un celular con texto e imágenes&#10;&#10;El contenido generado por IA puede ser incorrecto.">
              <a:extLst>
                <a:ext uri="{FF2B5EF4-FFF2-40B4-BE49-F238E27FC236}">
                  <a16:creationId xmlns:a16="http://schemas.microsoft.com/office/drawing/2014/main" id="{ED0BBBFC-F91E-6D48-4C0D-DF5B2FC0917C}"/>
                </a:ext>
              </a:extLst>
            </p:cNvPr>
            <p:cNvPicPr>
              <a:picLocks noChangeAspect="1"/>
            </p:cNvPicPr>
            <p:nvPr/>
          </p:nvPicPr>
          <p:blipFill>
            <a:blip r:embed="rId22">
              <a:extLst>
                <a:ext uri="{28A0092B-C50C-407E-A947-70E740481C1C}">
                  <a14:useLocalDpi xmlns:a14="http://schemas.microsoft.com/office/drawing/2010/main" val="0"/>
                </a:ext>
              </a:extLst>
            </a:blip>
            <a:srcRect l="50534" b="13678"/>
            <a:stretch>
              <a:fillRect/>
            </a:stretch>
          </p:blipFill>
          <p:spPr>
            <a:xfrm>
              <a:off x="6163512" y="1095547"/>
              <a:ext cx="5430535" cy="4958508"/>
            </a:xfrm>
            <a:prstGeom prst="rect">
              <a:avLst/>
            </a:prstGeom>
          </p:spPr>
        </p:pic>
      </p:grpSp>
    </p:spTree>
    <p:extLst>
      <p:ext uri="{BB962C8B-B14F-4D97-AF65-F5344CB8AC3E}">
        <p14:creationId xmlns:p14="http://schemas.microsoft.com/office/powerpoint/2010/main" val="1394487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lgn="ctr"/>
            <a:r>
              <a:rPr lang="en-US" sz="3000" b="1" dirty="0">
                <a:solidFill>
                  <a:schemeClr val="bg1"/>
                </a:solidFill>
                <a:latin typeface="Calibri" panose="020F0502020204030204" pitchFamily="34" charset="0"/>
                <a:ea typeface="+mn-ea"/>
                <a:cs typeface="Calibri" panose="020F0502020204030204" pitchFamily="34" charset="0"/>
              </a:rPr>
              <a:t>Racing the Market: An Industry Support Analysis for </a:t>
            </a:r>
            <a:br>
              <a:rPr lang="en-US" sz="3000" b="1" dirty="0">
                <a:solidFill>
                  <a:schemeClr val="bg1"/>
                </a:solidFill>
                <a:latin typeface="Calibri" panose="020F0502020204030204" pitchFamily="34" charset="0"/>
                <a:ea typeface="+mn-ea"/>
                <a:cs typeface="Calibri" panose="020F0502020204030204" pitchFamily="34" charset="0"/>
              </a:rPr>
            </a:br>
            <a:r>
              <a:rPr lang="en-US" sz="3000" b="1" dirty="0">
                <a:solidFill>
                  <a:schemeClr val="bg1"/>
                </a:solidFill>
                <a:latin typeface="Calibri" panose="020F0502020204030204" pitchFamily="34" charset="0"/>
                <a:ea typeface="+mn-ea"/>
                <a:cs typeface="Calibri" panose="020F0502020204030204" pitchFamily="34" charset="0"/>
              </a:rPr>
              <a:t>Pricing-Driven DevOps in SaaS</a:t>
            </a:r>
            <a:endParaRPr lang="en-GB" sz="3000" b="1" dirty="0">
              <a:solidFill>
                <a:schemeClr val="bg1"/>
              </a:solidFill>
              <a:latin typeface="Calibri" panose="020F0502020204030204" pitchFamily="34" charset="0"/>
              <a:ea typeface="+mn-ea"/>
              <a:cs typeface="Calibri" panose="020F0502020204030204" pitchFamily="34" charset="0"/>
            </a:endParaRPr>
          </a:p>
        </p:txBody>
      </p:sp>
      <p:sp>
        <p:nvSpPr>
          <p:cNvPr id="3" name="Subtítulo 2"/>
          <p:cNvSpPr>
            <a:spLocks noGrp="1"/>
          </p:cNvSpPr>
          <p:nvPr>
            <p:ph type="subTitle" idx="1"/>
          </p:nvPr>
        </p:nvSpPr>
        <p:spPr>
          <a:xfrm>
            <a:off x="0" y="4145139"/>
            <a:ext cx="12189884" cy="747126"/>
          </a:xfrm>
        </p:spPr>
        <p:txBody>
          <a:bodyPr>
            <a:noAutofit/>
          </a:bodyPr>
          <a:lstStyle/>
          <a:p>
            <a:r>
              <a:rPr lang="es-ES" sz="2000" u="sng" dirty="0">
                <a:latin typeface="Calibri" panose="020F0502020204030204" pitchFamily="34" charset="0"/>
                <a:cs typeface="Calibri" panose="020F0502020204030204" pitchFamily="34" charset="0"/>
              </a:rPr>
              <a:t>Alejandro García-Fernández</a:t>
            </a:r>
            <a:r>
              <a:rPr lang="es-ES" sz="2000" dirty="0">
                <a:latin typeface="Calibri" panose="020F0502020204030204" pitchFamily="34" charset="0"/>
                <a:cs typeface="Calibri" panose="020F0502020204030204" pitchFamily="34" charset="0"/>
              </a:rPr>
              <a:t>, José Antonio Parejo, Francisco Javier Cavero, Antonio Ruiz-Cortés</a:t>
            </a:r>
          </a:p>
          <a:p>
            <a:r>
              <a:rPr lang="es-ES" dirty="0">
                <a:latin typeface="Calibri" panose="020F0502020204030204" pitchFamily="34" charset="0"/>
                <a:cs typeface="Calibri" panose="020F0502020204030204" pitchFamily="34" charset="0"/>
              </a:rPr>
              <a:t>(agarcia29@us.es)</a:t>
            </a:r>
            <a:endParaRPr lang="es-ES" sz="2000" dirty="0">
              <a:latin typeface="Calibri" panose="020F0502020204030204" pitchFamily="34" charset="0"/>
              <a:cs typeface="Calibri" panose="020F0502020204030204" pitchFamily="34" charset="0"/>
            </a:endParaRPr>
          </a:p>
          <a:p>
            <a:endParaRPr lang="es-ES" sz="2000" dirty="0">
              <a:latin typeface="Calibri" panose="020F0502020204030204" pitchFamily="34" charset="0"/>
              <a:cs typeface="Calibri" panose="020F0502020204030204" pitchFamily="34" charset="0"/>
            </a:endParaRPr>
          </a:p>
          <a:p>
            <a:r>
              <a:rPr lang="es-ES" dirty="0">
                <a:latin typeface="Calibri" panose="020F0502020204030204" pitchFamily="34" charset="0"/>
                <a:cs typeface="Calibri" panose="020F0502020204030204" pitchFamily="34" charset="0"/>
              </a:rPr>
              <a:t>Universidad de Sevilla, </a:t>
            </a:r>
            <a:r>
              <a:rPr lang="es-ES" dirty="0" err="1">
                <a:latin typeface="Calibri" panose="020F0502020204030204" pitchFamily="34" charset="0"/>
                <a:cs typeface="Calibri" panose="020F0502020204030204" pitchFamily="34" charset="0"/>
              </a:rPr>
              <a:t>Seville</a:t>
            </a:r>
            <a:r>
              <a:rPr lang="es-ES" dirty="0">
                <a:latin typeface="Calibri" panose="020F0502020204030204" pitchFamily="34" charset="0"/>
                <a:cs typeface="Calibri" panose="020F0502020204030204" pitchFamily="34" charset="0"/>
              </a:rPr>
              <a:t>, </a:t>
            </a:r>
            <a:r>
              <a:rPr lang="es-ES" dirty="0" err="1">
                <a:latin typeface="Calibri" panose="020F0502020204030204" pitchFamily="34" charset="0"/>
                <a:cs typeface="Calibri" panose="020F0502020204030204" pitchFamily="34" charset="0"/>
              </a:rPr>
              <a:t>Spain</a:t>
            </a:r>
            <a:endParaRPr lang="es-ES" sz="2000" dirty="0">
              <a:latin typeface="Calibri" panose="020F0502020204030204" pitchFamily="34" charset="0"/>
              <a:cs typeface="Calibri" panose="020F0502020204030204" pitchFamily="34" charset="0"/>
            </a:endParaRPr>
          </a:p>
        </p:txBody>
      </p:sp>
      <p:sp>
        <p:nvSpPr>
          <p:cNvPr id="4" name="Text Placeholder 3">
            <a:extLst>
              <a:ext uri="{FF2B5EF4-FFF2-40B4-BE49-F238E27FC236}">
                <a16:creationId xmlns:a16="http://schemas.microsoft.com/office/drawing/2014/main" id="{11AB3030-9C34-524D-A7B2-EC150209F158}"/>
              </a:ext>
            </a:extLst>
          </p:cNvPr>
          <p:cNvSpPr>
            <a:spLocks noGrp="1"/>
          </p:cNvSpPr>
          <p:nvPr>
            <p:ph type="body" sz="quarter" idx="10"/>
          </p:nvPr>
        </p:nvSpPr>
        <p:spPr>
          <a:xfrm>
            <a:off x="2116" y="5554025"/>
            <a:ext cx="12189884" cy="560388"/>
          </a:xfrm>
        </p:spPr>
        <p:txBody>
          <a:bodyPr/>
          <a:lstStyle/>
          <a:p>
            <a:r>
              <a:rPr lang="es-ES" dirty="0">
                <a:latin typeface="Calibri" panose="020F0502020204030204" pitchFamily="34" charset="0"/>
                <a:cs typeface="Calibri" panose="020F0502020204030204" pitchFamily="34" charset="0"/>
              </a:rPr>
              <a:t>JCIS’25</a:t>
            </a:r>
          </a:p>
          <a:p>
            <a:r>
              <a:rPr lang="es-ES" dirty="0">
                <a:latin typeface="Calibri" panose="020F0502020204030204" pitchFamily="34" charset="0"/>
                <a:cs typeface="Calibri" panose="020F0502020204030204" pitchFamily="34" charset="0"/>
              </a:rPr>
              <a:t>09-11 September 2025</a:t>
            </a:r>
          </a:p>
        </p:txBody>
      </p:sp>
      <p:pic>
        <p:nvPicPr>
          <p:cNvPr id="5" name="Imagen 4" descr="signature_638994564">
            <a:extLst>
              <a:ext uri="{FF2B5EF4-FFF2-40B4-BE49-F238E27FC236}">
                <a16:creationId xmlns:a16="http://schemas.microsoft.com/office/drawing/2014/main" id="{5B1269AA-7EB9-E35B-531F-D9266B6D77D7}"/>
              </a:ext>
            </a:extLst>
          </p:cNvPr>
          <p:cNvPicPr/>
          <p:nvPr/>
        </p:nvPicPr>
        <p:blipFill rotWithShape="1">
          <a:blip r:embed="rId3" r:link="rId4">
            <a:extLst>
              <a:ext uri="{28A0092B-C50C-407E-A947-70E740481C1C}">
                <a14:useLocalDpi xmlns:a14="http://schemas.microsoft.com/office/drawing/2010/main" val="0"/>
              </a:ext>
            </a:extLst>
          </a:blip>
          <a:srcRect r="44601"/>
          <a:stretch>
            <a:fillRect/>
          </a:stretch>
        </p:blipFill>
        <p:spPr bwMode="auto">
          <a:xfrm>
            <a:off x="5187950" y="132714"/>
            <a:ext cx="1612900" cy="695325"/>
          </a:xfrm>
          <a:prstGeom prst="rect">
            <a:avLst/>
          </a:prstGeom>
          <a:noFill/>
          <a:ln>
            <a:noFill/>
          </a:ln>
        </p:spPr>
      </p:pic>
      <p:pic>
        <p:nvPicPr>
          <p:cNvPr id="9" name="Imagen 8" descr="Imagen de la pantalla de un celular con letras&#10;&#10;Descripción generada automáticamente con confianza media">
            <a:extLst>
              <a:ext uri="{FF2B5EF4-FFF2-40B4-BE49-F238E27FC236}">
                <a16:creationId xmlns:a16="http://schemas.microsoft.com/office/drawing/2014/main" id="{D62B2DF5-D19B-31E4-4F0A-7E12B512AB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7300" y="5909621"/>
            <a:ext cx="4597400" cy="879252"/>
          </a:xfrm>
          <a:prstGeom prst="rect">
            <a:avLst/>
          </a:prstGeom>
        </p:spPr>
      </p:pic>
    </p:spTree>
    <p:extLst>
      <p:ext uri="{BB962C8B-B14F-4D97-AF65-F5344CB8AC3E}">
        <p14:creationId xmlns:p14="http://schemas.microsoft.com/office/powerpoint/2010/main" val="10914040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65E40-9392-2598-BCA9-BD87BE4789E9}"/>
            </a:ext>
          </a:extLst>
        </p:cNvPr>
        <p:cNvGrpSpPr/>
        <p:nvPr/>
      </p:nvGrpSpPr>
      <p:grpSpPr>
        <a:xfrm>
          <a:off x="0" y="0"/>
          <a:ext cx="0" cy="0"/>
          <a:chOff x="0" y="0"/>
          <a:chExt cx="0" cy="0"/>
        </a:xfrm>
      </p:grpSpPr>
      <p:sp>
        <p:nvSpPr>
          <p:cNvPr id="10" name="Título 1">
            <a:extLst>
              <a:ext uri="{FF2B5EF4-FFF2-40B4-BE49-F238E27FC236}">
                <a16:creationId xmlns:a16="http://schemas.microsoft.com/office/drawing/2014/main" id="{A048F6ED-0CFB-5DA6-B16B-83519B72B431}"/>
              </a:ext>
            </a:extLst>
          </p:cNvPr>
          <p:cNvSpPr>
            <a:spLocks noGrp="1"/>
          </p:cNvSpPr>
          <p:nvPr>
            <p:ph type="title"/>
          </p:nvPr>
        </p:nvSpPr>
        <p:spPr>
          <a:xfrm>
            <a:off x="-27263" y="2766218"/>
            <a:ext cx="12246526" cy="1325563"/>
          </a:xfrm>
        </p:spPr>
        <p:txBody>
          <a:bodyPr>
            <a:normAutofit/>
          </a:bodyPr>
          <a:lstStyle/>
          <a:p>
            <a:pPr algn="ctr"/>
            <a:r>
              <a:rPr lang="es-ES" sz="4000" b="1" dirty="0">
                <a:solidFill>
                  <a:srgbClr val="7E0029"/>
                </a:solidFill>
                <a:latin typeface="Roboto" panose="02000000000000000000" pitchFamily="2" charset="0"/>
                <a:ea typeface="Roboto" panose="02000000000000000000" pitchFamily="2" charset="0"/>
                <a:cs typeface="Roboto" panose="02000000000000000000" pitchFamily="2" charset="0"/>
              </a:rPr>
              <a:t>Extra </a:t>
            </a:r>
            <a:r>
              <a:rPr lang="es-ES" sz="4000" b="1" dirty="0" err="1">
                <a:solidFill>
                  <a:srgbClr val="7E0029"/>
                </a:solidFill>
                <a:latin typeface="Roboto" panose="02000000000000000000" pitchFamily="2" charset="0"/>
                <a:ea typeface="Roboto" panose="02000000000000000000" pitchFamily="2" charset="0"/>
                <a:cs typeface="Roboto" panose="02000000000000000000" pitchFamily="2" charset="0"/>
              </a:rPr>
              <a:t>Slides</a:t>
            </a:r>
            <a:endParaRPr lang="es-ES" sz="4000" b="1" dirty="0">
              <a:solidFill>
                <a:srgbClr val="7E0029"/>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665583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40880-8475-C0C4-6CA8-939F57D7F815}"/>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7A53803E-BDB7-B971-7DC3-637F34C90006}"/>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58A6DF82-A3DC-B4CF-75D8-A97CBBFE017F}"/>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3D2BD16F-B91A-771F-A54D-995BEBC54745}"/>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ED15E8C6-0EB6-ACC5-0161-22D95D94287C}"/>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A4B963FC-C8FC-44AE-8DAE-0D5DF5C36766}"/>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DD9A063F-8729-3DB4-BA87-F080A9648692}"/>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1A679F5F-A242-99D7-6F83-3E5FAD3EDFDC}"/>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99E08AC8-2066-76BE-45C6-68ADCE8064EE}"/>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68436FF2-E194-99DC-74E2-55345232B242}"/>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00277D6D-B76D-152C-8C45-985D4F940F54}"/>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B7070C6F-A7E8-2EA4-112F-E557890351F2}"/>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C2639D14-CAC5-CA0F-205F-7DE380C647C8}"/>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BE202B5D-10D4-1E17-2BFD-33834299A3A6}"/>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77A8EF05-A400-0374-F6CB-3A60211CD02A}"/>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3B2B719A-AB02-27A6-F403-631BF76B6079}"/>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EA4A2BFF-3D75-4C4A-59A9-E2B12D099270}"/>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8A2B9D3B-019D-0B96-2BFE-74E66FD1F80C}"/>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2F5F6BE3-5167-15FC-8E5E-0BBB539279E0}"/>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B4AF4AF1-7661-4EAA-8767-D1E72465B896}"/>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62EF20AD-E592-F92C-AFC0-A5AA96EB9E7F}"/>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5575DF9E-32A8-C0D4-0F1D-D94DE816DA13}"/>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C10AD841-D0A9-FEFA-AFEF-74A8635FB05C}"/>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0F2F934E-0524-4E77-CDAB-3FA7AD7AD9F9}"/>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CBE06B5F-C6C0-D529-E8BB-7B6D351A84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989B9F18-BED5-02F6-D02F-4D7D62DBCC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55EEC1C2-4404-7F64-9E91-D35435319A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D69AA44F-3EE3-BD88-0E1F-9B1F1C5A94D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EEB2F05D-62CA-E72E-8569-359A41280FE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14876CC2-77BB-BB85-AEDB-65C08F7FEDA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1A2397F8-984A-3E55-77BF-DF0EFA53363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A505F510-D36B-5C34-AF6C-986E8A59991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1A8E2E5C-A04F-CD6D-EF22-9EFA9F6552D9}"/>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C4CC6243-3D32-BD5D-A457-22BEA07DE4A5}"/>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8EEC6B6A-6451-0B73-794B-E1706305E033}"/>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8EF16D5A-CEC5-F92C-52EB-857A0E14AE28}"/>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B10C10B6-7A27-0119-EE78-D4AFEE7C57F7}"/>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E240E65A-6B4A-7776-241C-7224FA76CF7E}"/>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37C55F2A-5726-95E5-DDCF-9325EB77E5F1}"/>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02607CB2-E5F9-024B-2C1D-CC24D9974B95}"/>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7A6B935F-2CAB-F52C-B7CD-A57FEA247219}"/>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606F901E-C135-7CEC-4A0D-9A501066DC5B}"/>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A3653A69-CD66-1B36-827F-F7331C05D2BF}"/>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195679F9-D6A8-2C99-BACA-965A886B9DEF}"/>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4A176055-6418-5ECF-4618-73A3EB43A0C2}"/>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8513B4CF-158D-DC41-F0F9-133482824E2E}"/>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5F2C0365-CC98-0DFA-8A4B-BD8649CA8309}"/>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468F79C-B671-314B-CB94-72F135CC9173}"/>
              </a:ext>
            </a:extLst>
          </p:cNvPr>
          <p:cNvSpPr txBox="1"/>
          <p:nvPr/>
        </p:nvSpPr>
        <p:spPr>
          <a:xfrm>
            <a:off x="568888" y="2092986"/>
            <a:ext cx="423545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&amp;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Modeling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4CC23A6B-EC5C-39B5-FCB6-DED932FB6CFC}"/>
              </a:ext>
            </a:extLst>
          </p:cNvPr>
          <p:cNvSpPr txBox="1"/>
          <p:nvPr/>
        </p:nvSpPr>
        <p:spPr>
          <a:xfrm>
            <a:off x="568887" y="2664495"/>
            <a:ext cx="40735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Design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Methodologies</a:t>
            </a:r>
            <a:r>
              <a:rPr lang="es-ES_tradnl" sz="2000"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BD2FF51F-F26E-B154-EA13-E7024447027D}"/>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ADDDFC8F-DA69-31E6-72B0-A905923F348C}"/>
              </a:ext>
            </a:extLst>
          </p:cNvPr>
          <p:cNvSpPr txBox="1"/>
          <p:nvPr/>
        </p:nvSpPr>
        <p:spPr>
          <a:xfrm>
            <a:off x="568886" y="3847387"/>
            <a:ext cx="436690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Compliance</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Testing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2AD3474D-22AB-3A93-D8AD-652108073C18}"/>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0" name="Título 1">
            <a:extLst>
              <a:ext uri="{FF2B5EF4-FFF2-40B4-BE49-F238E27FC236}">
                <a16:creationId xmlns:a16="http://schemas.microsoft.com/office/drawing/2014/main" id="{8B01FBF1-D072-955C-2310-018761FF1933}"/>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17" name="CuadroTexto 16">
            <a:extLst>
              <a:ext uri="{FF2B5EF4-FFF2-40B4-BE49-F238E27FC236}">
                <a16:creationId xmlns:a16="http://schemas.microsoft.com/office/drawing/2014/main" id="{936F5D26-4191-1E42-C1C4-EEF983F62198}"/>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3914701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ppt_x</p:attrName>
                                        </p:attrNameLst>
                                      </p:cBhvr>
                                      <p:tavLst>
                                        <p:tav tm="0">
                                          <p:val>
                                            <p:strVal val="#ppt_x-#ppt_w*1.125000"/>
                                          </p:val>
                                        </p:tav>
                                        <p:tav tm="100000">
                                          <p:val>
                                            <p:strVal val="#ppt_x"/>
                                          </p:val>
                                        </p:tav>
                                      </p:tavLst>
                                    </p:anim>
                                    <p:animEffect transition="in" filter="wipe(right)">
                                      <p:cBhvr>
                                        <p:cTn id="8" dur="500"/>
                                        <p:tgtEl>
                                          <p:spTgt spid="11"/>
                                        </p:tgtEl>
                                      </p:cBhvr>
                                    </p:animEffect>
                                  </p:childTnLst>
                                </p:cTn>
                              </p:par>
                              <p:par>
                                <p:cTn id="9" presetID="12" presetClass="entr" presetSubtype="8" fill="hold" grpId="0" nodeType="withEffect">
                                  <p:stCondLst>
                                    <p:cond delay="1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p:tgtEl>
                                          <p:spTgt spid="12"/>
                                        </p:tgtEl>
                                        <p:attrNameLst>
                                          <p:attrName>ppt_x</p:attrName>
                                        </p:attrNameLst>
                                      </p:cBhvr>
                                      <p:tavLst>
                                        <p:tav tm="0">
                                          <p:val>
                                            <p:strVal val="#ppt_x-#ppt_w*1.125000"/>
                                          </p:val>
                                        </p:tav>
                                        <p:tav tm="100000">
                                          <p:val>
                                            <p:strVal val="#ppt_x"/>
                                          </p:val>
                                        </p:tav>
                                      </p:tavLst>
                                    </p:anim>
                                    <p:animEffect transition="in" filter="wipe(right)">
                                      <p:cBhvr>
                                        <p:cTn id="12" dur="500"/>
                                        <p:tgtEl>
                                          <p:spTgt spid="12"/>
                                        </p:tgtEl>
                                      </p:cBhvr>
                                    </p:animEffect>
                                  </p:childTnLst>
                                </p:cTn>
                              </p:par>
                              <p:par>
                                <p:cTn id="13" presetID="12" presetClass="entr" presetSubtype="8" fill="hold" grpId="0" nodeType="withEffect">
                                  <p:stCondLst>
                                    <p:cond delay="2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p:tgtEl>
                                          <p:spTgt spid="13"/>
                                        </p:tgtEl>
                                        <p:attrNameLst>
                                          <p:attrName>ppt_x</p:attrName>
                                        </p:attrNameLst>
                                      </p:cBhvr>
                                      <p:tavLst>
                                        <p:tav tm="0">
                                          <p:val>
                                            <p:strVal val="#ppt_x-#ppt_w*1.125000"/>
                                          </p:val>
                                        </p:tav>
                                        <p:tav tm="100000">
                                          <p:val>
                                            <p:strVal val="#ppt_x"/>
                                          </p:val>
                                        </p:tav>
                                      </p:tavLst>
                                    </p:anim>
                                    <p:animEffect transition="in" filter="wipe(right)">
                                      <p:cBhvr>
                                        <p:cTn id="16" dur="500"/>
                                        <p:tgtEl>
                                          <p:spTgt spid="13"/>
                                        </p:tgtEl>
                                      </p:cBhvr>
                                    </p:animEffect>
                                  </p:childTnLst>
                                </p:cTn>
                              </p:par>
                              <p:par>
                                <p:cTn id="17" presetID="12" presetClass="entr" presetSubtype="8" fill="hold" grpId="0" nodeType="withEffect">
                                  <p:stCondLst>
                                    <p:cond delay="3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p:tgtEl>
                                          <p:spTgt spid="14"/>
                                        </p:tgtEl>
                                        <p:attrNameLst>
                                          <p:attrName>ppt_x</p:attrName>
                                        </p:attrNameLst>
                                      </p:cBhvr>
                                      <p:tavLst>
                                        <p:tav tm="0">
                                          <p:val>
                                            <p:strVal val="#ppt_x-#ppt_w*1.125000"/>
                                          </p:val>
                                        </p:tav>
                                        <p:tav tm="100000">
                                          <p:val>
                                            <p:strVal val="#ppt_x"/>
                                          </p:val>
                                        </p:tav>
                                      </p:tavLst>
                                    </p:anim>
                                    <p:animEffect transition="in" filter="wipe(right)">
                                      <p:cBhvr>
                                        <p:cTn id="20" dur="500"/>
                                        <p:tgtEl>
                                          <p:spTgt spid="14"/>
                                        </p:tgtEl>
                                      </p:cBhvr>
                                    </p:animEffect>
                                  </p:childTnLst>
                                </p:cTn>
                              </p:par>
                              <p:par>
                                <p:cTn id="21" presetID="12" presetClass="entr" presetSubtype="8" fill="hold" grpId="0" nodeType="withEffect">
                                  <p:stCondLst>
                                    <p:cond delay="4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p:tgtEl>
                                          <p:spTgt spid="15"/>
                                        </p:tgtEl>
                                        <p:attrNameLst>
                                          <p:attrName>ppt_x</p:attrName>
                                        </p:attrNameLst>
                                      </p:cBhvr>
                                      <p:tavLst>
                                        <p:tav tm="0">
                                          <p:val>
                                            <p:strVal val="#ppt_x-#ppt_w*1.125000"/>
                                          </p:val>
                                        </p:tav>
                                        <p:tav tm="100000">
                                          <p:val>
                                            <p:strVal val="#ppt_x"/>
                                          </p:val>
                                        </p:tav>
                                      </p:tavLst>
                                    </p:anim>
                                    <p:animEffect transition="in" filter="wipe(right)">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3066C-9C97-AE90-0B9D-B9A27F1018F8}"/>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04CC1589-1475-E824-F181-44F9DE23B0FE}"/>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9B57356D-70A1-0F32-1D14-94E053CC88E6}"/>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7BC503A5-F671-A772-BAAB-6CB30D9E3F41}"/>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B808ACBD-39EA-C21F-4767-3CB64E8E9BDD}"/>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02025C45-AFB8-6C88-F3E0-B406A70D34FA}"/>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6B53EF64-4BBB-8AF6-2A5F-2703995E8CD8}"/>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E592D973-CF88-A419-E54F-2292085894F0}"/>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B6B66461-1629-D4A7-94E8-EBE6EA414B80}"/>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98F55F77-FF7C-A647-010F-48F6F7636766}"/>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70C2B790-E0A4-9D3F-F795-AFB70A632D39}"/>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8D5D4828-9B7D-6ED3-B3AF-3AD766B2AAF7}"/>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EED52FD6-9035-CFB2-3279-236CD8623B41}"/>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979FAE26-3477-49D2-33CC-49B9D1CFF56C}"/>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DD4FDEB0-6A90-4878-CED6-91EA67B792D6}"/>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D2B03994-5203-CF58-C2D4-0461CF04C4BC}"/>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169BBB73-4BFC-1F83-2C46-1DE4E88EC5D9}"/>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6D2B931D-2725-9B7F-E85A-AA96FCC1CD95}"/>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198C2438-CC5D-C1EE-9ECC-51E3DC20D2FC}"/>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67B3BF2A-829B-2528-2991-779B71CABAD2}"/>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73C50F63-828D-FF89-D7BF-FC89644EC001}"/>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8F378A78-C5C5-02A2-92A2-A51CD0F99C4E}"/>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AD7B4415-5A84-589C-339E-F97EC9EF2E51}"/>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98F4639E-6455-1966-9B7A-3F2FA91587FA}"/>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E383E05D-3E60-5FFD-83C7-0641652D91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529EBEB3-FC03-01E3-7A3E-C0BC525AD9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3BDF8A36-1267-16A5-008C-4D9481F1FE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1E63C35B-0C9E-B67E-41E2-7E79602FA66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4E954710-FCBF-1B8D-CF43-29A3D3379D5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1796A1A1-3645-06C5-4933-F1B9D0105A6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2D9C061B-C8FF-9184-6A15-F01FB2756EA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3D276AAD-FB3D-E642-D973-72D7EBE2364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0860E490-1ABC-6180-B335-7FD0E8EC7223}"/>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D9BDC599-87E5-4D62-E25C-D93F11CD1648}"/>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570A3A8F-2C8B-B5FB-241C-E66EA9E410FF}"/>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EDAE954E-495C-377B-8696-647CBF3E046C}"/>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A9D7FD37-5EEF-F2DF-41B9-042D0B910AD7}"/>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8D317520-4C00-194F-3E03-FDE02EF053E0}"/>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3A8DF91F-3BAC-76A3-695D-8549ED3143F5}"/>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1A66BCB7-37E6-C88F-A6CF-82A22AD3CCBF}"/>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39811EDE-7C92-BBDE-43A4-4A3D7D117A7B}"/>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67BB156D-3F79-80BE-3A4A-3E7CEBB2E24B}"/>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19609862-5552-8FBA-E778-AEA6CC12B485}"/>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1AF0B3F7-AAE5-5FED-05B4-F43F95DF8F72}"/>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20B9555F-23A5-6EAE-E0CA-FDB9A0558D2D}"/>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D5DCA7F4-9AC0-5741-7262-DCC4098D1736}"/>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5ABD3F92-6B9F-B079-9360-5ABDD7C4E3B9}"/>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7B6251D-E08D-C66E-3C43-DF49FC9C32A3}"/>
              </a:ext>
            </a:extLst>
          </p:cNvPr>
          <p:cNvSpPr txBox="1"/>
          <p:nvPr/>
        </p:nvSpPr>
        <p:spPr>
          <a:xfrm>
            <a:off x="568888" y="2092986"/>
            <a:ext cx="431079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Pricing</a:t>
            </a:r>
            <a:r>
              <a:rPr lang="es-ES_tradnl" sz="2000" b="1" dirty="0">
                <a:latin typeface="Roboto" panose="02000000000000000000" pitchFamily="2" charset="0"/>
                <a:ea typeface="Roboto" panose="02000000000000000000" pitchFamily="2" charset="0"/>
                <a:cs typeface="Roboto" panose="02000000000000000000" pitchFamily="2" charset="0"/>
              </a:rPr>
              <a:t> &amp; </a:t>
            </a:r>
            <a:r>
              <a:rPr lang="es-ES_tradnl" sz="2000" b="1" dirty="0" err="1">
                <a:latin typeface="Roboto" panose="02000000000000000000" pitchFamily="2" charset="0"/>
                <a:ea typeface="Roboto" panose="02000000000000000000" pitchFamily="2" charset="0"/>
                <a:cs typeface="Roboto" panose="02000000000000000000" pitchFamily="2" charset="0"/>
              </a:rPr>
              <a:t>Subscription</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Modeling</a:t>
            </a:r>
            <a:endParaRPr lang="es-ES_tradnl" sz="2000" b="1"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8AA7EC9E-E7F4-AC70-CDC8-7CB2869F235C}"/>
              </a:ext>
            </a:extLst>
          </p:cNvPr>
          <p:cNvSpPr txBox="1"/>
          <p:nvPr/>
        </p:nvSpPr>
        <p:spPr>
          <a:xfrm>
            <a:off x="568887" y="2664495"/>
            <a:ext cx="40735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Design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Methodologies</a:t>
            </a:r>
            <a:r>
              <a:rPr lang="es-ES_tradnl" sz="2000"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F3047776-9953-636D-8D94-9D2F92CFA550}"/>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CB85CD74-3B0C-D99E-570B-3E2D2BB7CB8E}"/>
              </a:ext>
            </a:extLst>
          </p:cNvPr>
          <p:cNvSpPr txBox="1"/>
          <p:nvPr/>
        </p:nvSpPr>
        <p:spPr>
          <a:xfrm>
            <a:off x="568886" y="3847387"/>
            <a:ext cx="436690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Compliance</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Testing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569C2A93-B855-E35A-1925-F60945D242D0}"/>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grpSp>
        <p:nvGrpSpPr>
          <p:cNvPr id="5" name="Grupo 4">
            <a:extLst>
              <a:ext uri="{FF2B5EF4-FFF2-40B4-BE49-F238E27FC236}">
                <a16:creationId xmlns:a16="http://schemas.microsoft.com/office/drawing/2014/main" id="{F66433DB-184B-C841-39A0-2990870533B0}"/>
              </a:ext>
            </a:extLst>
          </p:cNvPr>
          <p:cNvGrpSpPr/>
          <p:nvPr/>
        </p:nvGrpSpPr>
        <p:grpSpPr>
          <a:xfrm>
            <a:off x="241510" y="2011817"/>
            <a:ext cx="7035042" cy="3480835"/>
            <a:chOff x="4785636" y="1930186"/>
            <a:chExt cx="7767074" cy="3944952"/>
          </a:xfrm>
        </p:grpSpPr>
        <p:pic>
          <p:nvPicPr>
            <p:cNvPr id="9" name="Imagen 8" descr="Diagrama&#10;&#10;El contenido generado por IA puede ser incorrecto.">
              <a:extLst>
                <a:ext uri="{FF2B5EF4-FFF2-40B4-BE49-F238E27FC236}">
                  <a16:creationId xmlns:a16="http://schemas.microsoft.com/office/drawing/2014/main" id="{63619AA3-3E9C-46EB-46D0-A85748BCC75F}"/>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785636" y="1930186"/>
              <a:ext cx="7152984" cy="3280692"/>
            </a:xfrm>
            <a:prstGeom prst="rect">
              <a:avLst/>
            </a:prstGeom>
            <a:ln w="28575">
              <a:solidFill>
                <a:srgbClr val="00B050"/>
              </a:solidFill>
            </a:ln>
          </p:spPr>
        </p:pic>
        <p:grpSp>
          <p:nvGrpSpPr>
            <p:cNvPr id="10" name="Grupo 9">
              <a:extLst>
                <a:ext uri="{FF2B5EF4-FFF2-40B4-BE49-F238E27FC236}">
                  <a16:creationId xmlns:a16="http://schemas.microsoft.com/office/drawing/2014/main" id="{DF1B4D66-0B92-917A-99CB-6C4506C360B5}"/>
                </a:ext>
              </a:extLst>
            </p:cNvPr>
            <p:cNvGrpSpPr/>
            <p:nvPr/>
          </p:nvGrpSpPr>
          <p:grpSpPr>
            <a:xfrm>
              <a:off x="7332104" y="3630714"/>
              <a:ext cx="5220606" cy="2244424"/>
              <a:chOff x="7332104" y="3630714"/>
              <a:chExt cx="5220606" cy="2244424"/>
            </a:xfrm>
          </p:grpSpPr>
          <p:grpSp>
            <p:nvGrpSpPr>
              <p:cNvPr id="16" name="Grupo 15">
                <a:extLst>
                  <a:ext uri="{FF2B5EF4-FFF2-40B4-BE49-F238E27FC236}">
                    <a16:creationId xmlns:a16="http://schemas.microsoft.com/office/drawing/2014/main" id="{EB88B68C-5F48-095B-06BE-E2749F5D8C9D}"/>
                  </a:ext>
                </a:extLst>
              </p:cNvPr>
              <p:cNvGrpSpPr/>
              <p:nvPr/>
            </p:nvGrpSpPr>
            <p:grpSpPr>
              <a:xfrm>
                <a:off x="11912312" y="3630714"/>
                <a:ext cx="640398" cy="756973"/>
                <a:chOff x="11912312" y="3630714"/>
                <a:chExt cx="640398" cy="756973"/>
              </a:xfrm>
            </p:grpSpPr>
            <p:cxnSp>
              <p:nvCxnSpPr>
                <p:cNvPr id="19" name="Conector recto 18">
                  <a:extLst>
                    <a:ext uri="{FF2B5EF4-FFF2-40B4-BE49-F238E27FC236}">
                      <a16:creationId xmlns:a16="http://schemas.microsoft.com/office/drawing/2014/main" id="{304B03ED-12BD-A38B-7771-0DFFEAB6D971}"/>
                    </a:ext>
                  </a:extLst>
                </p:cNvPr>
                <p:cNvCxnSpPr>
                  <a:cxnSpLocks/>
                </p:cNvCxnSpPr>
                <p:nvPr/>
              </p:nvCxnSpPr>
              <p:spPr>
                <a:xfrm flipH="1" flipV="1">
                  <a:off x="11955175" y="3630714"/>
                  <a:ext cx="586041" cy="403696"/>
                </a:xfrm>
                <a:prstGeom prst="line">
                  <a:avLst/>
                </a:prstGeom>
                <a:ln w="28575">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21" name="Conector recto 20">
                  <a:extLst>
                    <a:ext uri="{FF2B5EF4-FFF2-40B4-BE49-F238E27FC236}">
                      <a16:creationId xmlns:a16="http://schemas.microsoft.com/office/drawing/2014/main" id="{657B984E-62EC-E531-7AAA-114FBE997A87}"/>
                    </a:ext>
                  </a:extLst>
                </p:cNvPr>
                <p:cNvCxnSpPr>
                  <a:cxnSpLocks/>
                </p:cNvCxnSpPr>
                <p:nvPr/>
              </p:nvCxnSpPr>
              <p:spPr>
                <a:xfrm flipH="1">
                  <a:off x="11951105" y="4034410"/>
                  <a:ext cx="601605" cy="317933"/>
                </a:xfrm>
                <a:prstGeom prst="line">
                  <a:avLst/>
                </a:prstGeom>
                <a:ln w="28575">
                  <a:solidFill>
                    <a:srgbClr val="00B050"/>
                  </a:solidFill>
                </a:ln>
                <a:effectLst/>
              </p:spPr>
              <p:style>
                <a:lnRef idx="2">
                  <a:schemeClr val="accent1"/>
                </a:lnRef>
                <a:fillRef idx="0">
                  <a:schemeClr val="accent1"/>
                </a:fillRef>
                <a:effectRef idx="1">
                  <a:schemeClr val="accent1"/>
                </a:effectRef>
                <a:fontRef idx="minor">
                  <a:schemeClr val="tx1"/>
                </a:fontRef>
              </p:style>
            </p:cxnSp>
            <p:sp>
              <p:nvSpPr>
                <p:cNvPr id="22" name="Triángulo 21">
                  <a:extLst>
                    <a:ext uri="{FF2B5EF4-FFF2-40B4-BE49-F238E27FC236}">
                      <a16:creationId xmlns:a16="http://schemas.microsoft.com/office/drawing/2014/main" id="{6E47C681-CA28-3066-B86A-0B9E66DC2ACC}"/>
                    </a:ext>
                  </a:extLst>
                </p:cNvPr>
                <p:cNvSpPr/>
                <p:nvPr/>
              </p:nvSpPr>
              <p:spPr>
                <a:xfrm rot="5562974" flipH="1">
                  <a:off x="11827992" y="3733829"/>
                  <a:ext cx="738178" cy="569537"/>
                </a:xfrm>
                <a:prstGeom prst="triangle">
                  <a:avLst>
                    <a:gd name="adj" fmla="val 482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17" name="Título 1">
                <a:extLst>
                  <a:ext uri="{FF2B5EF4-FFF2-40B4-BE49-F238E27FC236}">
                    <a16:creationId xmlns:a16="http://schemas.microsoft.com/office/drawing/2014/main" id="{7526D76F-FD58-F742-6E7A-0F74D47E6AE2}"/>
                  </a:ext>
                </a:extLst>
              </p:cNvPr>
              <p:cNvSpPr txBox="1">
                <a:spLocks/>
              </p:cNvSpPr>
              <p:nvPr/>
            </p:nvSpPr>
            <p:spPr>
              <a:xfrm>
                <a:off x="7332104" y="5210882"/>
                <a:ext cx="2324264" cy="664256"/>
              </a:xfrm>
              <a:prstGeom prst="rect">
                <a:avLst/>
              </a:prstGeom>
              <a:solidFill>
                <a:schemeClr val="bg1"/>
              </a:solidFill>
              <a:ln w="28575">
                <a:solidFill>
                  <a:srgbClr val="00B050"/>
                </a:solidFill>
              </a:ln>
            </p:spPr>
            <p:txBody>
              <a:bodyPr vert="horz" lIns="36000" tIns="0" rIns="36000" bIns="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noProof="0" dirty="0" err="1">
                    <a:solidFill>
                      <a:srgbClr val="7E0029"/>
                    </a:solidFill>
                  </a:rPr>
                  <a:t>iPricing</a:t>
                </a:r>
                <a:endParaRPr lang="en-US" sz="3600" b="1" noProof="0" dirty="0">
                  <a:solidFill>
                    <a:srgbClr val="7E0029"/>
                  </a:solidFill>
                </a:endParaRPr>
              </a:p>
            </p:txBody>
          </p:sp>
        </p:grpSp>
      </p:grpSp>
      <p:sp>
        <p:nvSpPr>
          <p:cNvPr id="30" name="Título 1">
            <a:extLst>
              <a:ext uri="{FF2B5EF4-FFF2-40B4-BE49-F238E27FC236}">
                <a16:creationId xmlns:a16="http://schemas.microsoft.com/office/drawing/2014/main" id="{1951B844-2D2B-3B44-8CB6-8F7C0F5DF0CF}"/>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31" name="CuadroTexto 30">
            <a:extLst>
              <a:ext uri="{FF2B5EF4-FFF2-40B4-BE49-F238E27FC236}">
                <a16:creationId xmlns:a16="http://schemas.microsoft.com/office/drawing/2014/main" id="{1F21D293-D742-D3BD-BB31-968B269D5B55}"/>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5682403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50594-6276-BFD3-BC7E-3C7F4DBC67F5}"/>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0E88420D-433D-2FCA-6184-548F1EBC12DC}"/>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E528E7C9-2B02-E3CB-F252-AA675259681F}"/>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C1F6FE1D-0743-EB01-3829-58A11E72EB5C}"/>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E96A5C07-F15C-306B-8365-3D76EE2B7214}"/>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41F2DE51-935B-B397-994F-A3548AF24D98}"/>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AF3104CE-CCBD-D1B8-8612-71840069F226}"/>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82E8CECB-4A88-404D-C703-87F9D436BF9A}"/>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4D4BE340-50BF-6B56-F52D-D6691830EF7C}"/>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7C6CB86B-9069-796F-2FD0-5F33AC411B4D}"/>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DB79BCD4-3606-AD4F-0770-F71A44B01C09}"/>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F70F9182-7381-AD80-60C7-DE0DC33DAA7F}"/>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8A119BD8-8A2A-68D5-F507-F7E7E7EBD744}"/>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1C465CA8-EB10-0313-41E0-F237CC806473}"/>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0B69091E-FAC1-233D-0032-65BF2A1E1204}"/>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FB8079E4-5E3F-03DB-9C8B-443422F97A8E}"/>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834D4591-BE8B-F6AE-CA42-857462DF5FED}"/>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A7EEED52-9884-A04E-379E-2AD3DCD8E8DF}"/>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74EB43FC-1B03-A8BD-E66D-3BEC2CEB6BE1}"/>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5BEA0BE3-A4F4-6E56-D4A8-1C1920D68BC2}"/>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30AC8CBF-0104-FE86-2166-F45669475F20}"/>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B35A3AC1-E670-C57B-3499-B3200034C858}"/>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E2C61A64-B638-DED7-48CC-77B02F7F2FC2}"/>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AC8F0096-49CA-ACD3-CA4D-B7861C2AA7F8}"/>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36A27F48-32A2-6CBD-0C2E-BB2BFED506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038CD4F2-5AB5-34BB-962F-363F926CB4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BBFAD1D2-552B-FC64-2EF4-AC7ED4AB161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89BE1393-B701-5744-8F2B-3A55B3A828C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F7E724BC-A8AD-D0AD-A931-CA1F4C51CA6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7AC7244E-6259-6E44-28B8-AD4DAC14C68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66C8E907-44DF-1F8B-5E88-DD5B92C42D6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8D99DED1-B50B-7D28-4E3B-0FA5CB02C13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BDD330CA-4A9F-6FCA-DD03-AD48747B85A4}"/>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D626EB0F-252E-2C22-9670-233FDC075249}"/>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B7F4D8AB-2B31-3900-B1DB-7078BF1C135C}"/>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DD566AD8-6772-A90C-C518-6E7E095E924E}"/>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9D2C1D97-16FA-922A-6716-036969B50E3B}"/>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0559232E-E8EF-2A3E-B73F-663AC32C314A}"/>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ECD6AD10-A61A-F2F8-94F8-FB462B770449}"/>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D02A11C0-3A7E-6E0C-520A-C3C552B1E15C}"/>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D468F127-2B91-CE8E-4FD4-F460A37F715C}"/>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83140CC1-1049-2BE7-50E3-7C1153B2D105}"/>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298E0C79-BB19-ABFC-8520-2CD7DEAC5966}"/>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77AE246D-ADAE-697F-0345-E7F669976EE2}"/>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287DAF55-72A9-2147-BCF6-BF83278853B3}"/>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0EFE9A54-27DD-1A8A-AC5E-06B393AA7AF3}"/>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40588923-1647-ACB8-0038-C08191543B35}"/>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7404890C-3725-C497-2E40-6A97EFC5DCE5}"/>
              </a:ext>
            </a:extLst>
          </p:cNvPr>
          <p:cNvSpPr txBox="1"/>
          <p:nvPr/>
        </p:nvSpPr>
        <p:spPr>
          <a:xfrm>
            <a:off x="568888" y="2092986"/>
            <a:ext cx="431079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Pricing</a:t>
            </a:r>
            <a:r>
              <a:rPr lang="es-ES_tradnl" sz="2000" b="1" dirty="0">
                <a:latin typeface="Roboto" panose="02000000000000000000" pitchFamily="2" charset="0"/>
                <a:ea typeface="Roboto" panose="02000000000000000000" pitchFamily="2" charset="0"/>
                <a:cs typeface="Roboto" panose="02000000000000000000" pitchFamily="2" charset="0"/>
              </a:rPr>
              <a:t> &amp; </a:t>
            </a:r>
            <a:r>
              <a:rPr lang="es-ES_tradnl" sz="2000" b="1" dirty="0" err="1">
                <a:latin typeface="Roboto" panose="02000000000000000000" pitchFamily="2" charset="0"/>
                <a:ea typeface="Roboto" panose="02000000000000000000" pitchFamily="2" charset="0"/>
                <a:cs typeface="Roboto" panose="02000000000000000000" pitchFamily="2" charset="0"/>
              </a:rPr>
              <a:t>Subscription</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Modeling</a:t>
            </a:r>
            <a:endParaRPr lang="es-ES_tradnl" sz="2000" b="1"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74EDEA57-B7A8-BA20-C673-2923C02DBBA4}"/>
              </a:ext>
            </a:extLst>
          </p:cNvPr>
          <p:cNvSpPr txBox="1"/>
          <p:nvPr/>
        </p:nvSpPr>
        <p:spPr>
          <a:xfrm>
            <a:off x="568887" y="2664495"/>
            <a:ext cx="40735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Design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Methodologies</a:t>
            </a:r>
            <a:r>
              <a:rPr lang="es-ES_tradnl" sz="2000"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739E03C1-C9F7-8A78-EB20-F828D293F96B}"/>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D6D4E061-D830-5496-F8AE-CA79EB2C6283}"/>
              </a:ext>
            </a:extLst>
          </p:cNvPr>
          <p:cNvSpPr txBox="1"/>
          <p:nvPr/>
        </p:nvSpPr>
        <p:spPr>
          <a:xfrm>
            <a:off x="568886" y="3847387"/>
            <a:ext cx="436690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Compliance</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Testing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DAA54A51-2AD8-EC21-3895-C7100FBF1676}"/>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pic>
        <p:nvPicPr>
          <p:cNvPr id="27" name="Imagen 26">
            <a:extLst>
              <a:ext uri="{FF2B5EF4-FFF2-40B4-BE49-F238E27FC236}">
                <a16:creationId xmlns:a16="http://schemas.microsoft.com/office/drawing/2014/main" id="{890503FC-B18F-9AB0-6EE3-72CCA2E8EB9D}"/>
              </a:ext>
            </a:extLst>
          </p:cNvPr>
          <p:cNvPicPr>
            <a:picLocks noChangeAspect="1"/>
          </p:cNvPicPr>
          <p:nvPr/>
        </p:nvPicPr>
        <p:blipFill>
          <a:blip r:embed="rId19">
            <a:extLst>
              <a:ext uri="{28A0092B-C50C-407E-A947-70E740481C1C}">
                <a14:useLocalDpi xmlns:a14="http://schemas.microsoft.com/office/drawing/2010/main" val="0"/>
              </a:ext>
            </a:extLst>
          </a:blip>
          <a:srcRect/>
          <a:stretch/>
        </p:blipFill>
        <p:spPr>
          <a:xfrm>
            <a:off x="2353039" y="781717"/>
            <a:ext cx="7239927" cy="4826618"/>
          </a:xfrm>
          <a:prstGeom prst="rect">
            <a:avLst/>
          </a:prstGeom>
          <a:ln w="28575">
            <a:solidFill>
              <a:srgbClr val="00B050"/>
            </a:solidFill>
          </a:ln>
        </p:spPr>
      </p:pic>
      <p:grpSp>
        <p:nvGrpSpPr>
          <p:cNvPr id="28" name="Grupo 27">
            <a:extLst>
              <a:ext uri="{FF2B5EF4-FFF2-40B4-BE49-F238E27FC236}">
                <a16:creationId xmlns:a16="http://schemas.microsoft.com/office/drawing/2014/main" id="{E039FF3A-417A-7CF6-E460-D77D53077797}"/>
              </a:ext>
            </a:extLst>
          </p:cNvPr>
          <p:cNvGrpSpPr/>
          <p:nvPr/>
        </p:nvGrpSpPr>
        <p:grpSpPr>
          <a:xfrm>
            <a:off x="9577650" y="3452950"/>
            <a:ext cx="636945" cy="760126"/>
            <a:chOff x="7496955" y="3775882"/>
            <a:chExt cx="636945" cy="760126"/>
          </a:xfrm>
        </p:grpSpPr>
        <p:cxnSp>
          <p:nvCxnSpPr>
            <p:cNvPr id="29" name="Conector recto 28">
              <a:extLst>
                <a:ext uri="{FF2B5EF4-FFF2-40B4-BE49-F238E27FC236}">
                  <a16:creationId xmlns:a16="http://schemas.microsoft.com/office/drawing/2014/main" id="{1DD86E18-2BC0-D5E7-513F-E77EA2FDA6D7}"/>
                </a:ext>
              </a:extLst>
            </p:cNvPr>
            <p:cNvCxnSpPr>
              <a:cxnSpLocks/>
            </p:cNvCxnSpPr>
            <p:nvPr/>
          </p:nvCxnSpPr>
          <p:spPr>
            <a:xfrm flipH="1" flipV="1">
              <a:off x="7528253" y="3775882"/>
              <a:ext cx="594151" cy="403697"/>
            </a:xfrm>
            <a:prstGeom prst="line">
              <a:avLst/>
            </a:prstGeom>
            <a:ln w="28575">
              <a:solidFill>
                <a:srgbClr val="00B050"/>
              </a:solidFill>
            </a:ln>
            <a:effectLst/>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1A2C2A60-389C-6113-C453-A22E2A6349DE}"/>
                </a:ext>
              </a:extLst>
            </p:cNvPr>
            <p:cNvCxnSpPr>
              <a:cxnSpLocks/>
            </p:cNvCxnSpPr>
            <p:nvPr/>
          </p:nvCxnSpPr>
          <p:spPr>
            <a:xfrm flipH="1">
              <a:off x="7532295" y="4179579"/>
              <a:ext cx="601605" cy="317934"/>
            </a:xfrm>
            <a:prstGeom prst="line">
              <a:avLst/>
            </a:prstGeom>
            <a:ln w="28575">
              <a:solidFill>
                <a:srgbClr val="00B050"/>
              </a:solidFill>
            </a:ln>
            <a:effectLst/>
          </p:spPr>
          <p:style>
            <a:lnRef idx="2">
              <a:schemeClr val="accent1"/>
            </a:lnRef>
            <a:fillRef idx="0">
              <a:schemeClr val="accent1"/>
            </a:fillRef>
            <a:effectRef idx="1">
              <a:schemeClr val="accent1"/>
            </a:effectRef>
            <a:fontRef idx="minor">
              <a:schemeClr val="tx1"/>
            </a:fontRef>
          </p:style>
        </p:cxnSp>
        <p:sp>
          <p:nvSpPr>
            <p:cNvPr id="31" name="Triángulo 30">
              <a:extLst>
                <a:ext uri="{FF2B5EF4-FFF2-40B4-BE49-F238E27FC236}">
                  <a16:creationId xmlns:a16="http://schemas.microsoft.com/office/drawing/2014/main" id="{FE7A36A4-09DD-B97A-951F-09AD9CCD7EE1}"/>
                </a:ext>
              </a:extLst>
            </p:cNvPr>
            <p:cNvSpPr/>
            <p:nvPr/>
          </p:nvSpPr>
          <p:spPr>
            <a:xfrm rot="5562974" flipH="1">
              <a:off x="7398739" y="3896046"/>
              <a:ext cx="738178" cy="541745"/>
            </a:xfrm>
            <a:prstGeom prst="triangl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pSp>
      <p:sp>
        <p:nvSpPr>
          <p:cNvPr id="5" name="Título 1">
            <a:extLst>
              <a:ext uri="{FF2B5EF4-FFF2-40B4-BE49-F238E27FC236}">
                <a16:creationId xmlns:a16="http://schemas.microsoft.com/office/drawing/2014/main" id="{2703C1CB-80D6-5D99-7331-C2DD4F8DFBBA}"/>
              </a:ext>
            </a:extLst>
          </p:cNvPr>
          <p:cNvSpPr txBox="1">
            <a:spLocks/>
          </p:cNvSpPr>
          <p:nvPr/>
        </p:nvSpPr>
        <p:spPr>
          <a:xfrm>
            <a:off x="7278714" y="4960968"/>
            <a:ext cx="2324264" cy="664256"/>
          </a:xfrm>
          <a:prstGeom prst="rect">
            <a:avLst/>
          </a:prstGeom>
          <a:solidFill>
            <a:schemeClr val="bg1"/>
          </a:solidFill>
          <a:ln w="28575">
            <a:solidFill>
              <a:srgbClr val="00B050"/>
            </a:solidFill>
          </a:ln>
        </p:spPr>
        <p:txBody>
          <a:bodyPr vert="horz" lIns="36000" tIns="0" rIns="36000" bIns="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noProof="0" dirty="0" err="1">
                <a:solidFill>
                  <a:srgbClr val="7E0029"/>
                </a:solidFill>
              </a:rPr>
              <a:t>iSubscription</a:t>
            </a:r>
            <a:endParaRPr lang="en-US" sz="3600" b="1" noProof="0" dirty="0">
              <a:solidFill>
                <a:srgbClr val="7E0029"/>
              </a:solidFill>
            </a:endParaRPr>
          </a:p>
        </p:txBody>
      </p:sp>
      <p:sp>
        <p:nvSpPr>
          <p:cNvPr id="16" name="Título 1">
            <a:extLst>
              <a:ext uri="{FF2B5EF4-FFF2-40B4-BE49-F238E27FC236}">
                <a16:creationId xmlns:a16="http://schemas.microsoft.com/office/drawing/2014/main" id="{A53FEAA8-B9C7-C3B9-F961-8C6527D3B8CC}"/>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17" name="CuadroTexto 16">
            <a:extLst>
              <a:ext uri="{FF2B5EF4-FFF2-40B4-BE49-F238E27FC236}">
                <a16:creationId xmlns:a16="http://schemas.microsoft.com/office/drawing/2014/main" id="{90EF8097-71FC-797A-E0E3-3570E7769612}"/>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18634835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67337-1A03-D68F-7833-67C03DAEB3E3}"/>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BDABB899-9D0F-ED81-F244-4C8821053977}"/>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153EEAB5-A53E-A7CD-D1CF-05D0E5734712}"/>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B6E14FED-60B8-6B9B-90B5-2A96E23CE7A3}"/>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884041AF-5094-A4CB-54EE-6A38226C78F4}"/>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FFC000"/>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1F061AAE-6EA3-7283-2CC5-E3ABD21CDBE3}"/>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14FD33C1-348A-8822-4B84-5CE859BB6250}"/>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9618F4DB-4805-C058-33EB-318D555ECEC2}"/>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90D22656-8429-A06C-E144-EAD5B4AF2F73}"/>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5438E523-4FB9-C1C2-0A58-0967A7430657}"/>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EBD31B1E-9067-248E-6880-7847E9EEE0C9}"/>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56A552D4-64EE-A983-94DE-8AE7CF216EB6}"/>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E4B7B5CA-C1D7-0E89-FAC3-0B1EE023ADD4}"/>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A1702AC5-BF4B-30FE-9EFD-588B5B311434}"/>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DE39455C-D9FE-39C1-C45E-2AA80E31310F}"/>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448F2C9D-24AF-A917-5465-0CCDF9A91391}"/>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3C4DBCCC-212B-D3B5-A835-DCBB87339C15}"/>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2B1B531C-D111-4F02-26EC-299176DCB444}"/>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6DD5C671-88DE-2B76-171E-0BE56DA01B88}"/>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EA7434CD-A715-4058-F17E-D5A0598C2627}"/>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F2090A7D-6E8E-ACD1-0C30-43A88780EE87}"/>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9D3DB96B-0459-4CED-9EB8-B197A4A0C077}"/>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BAC8562A-AE8D-F12E-BD3D-2ECF18545E18}"/>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90BFA8C0-B13A-FEC2-5617-D17006050A01}"/>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867A038F-5F9A-EBFD-822D-A2A0BE96CA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D162D5B5-75E0-3044-5913-7B138B9CF8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96C3A1C7-ABA9-0C23-0D7D-4116FBA603A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8992092C-AD8C-1F13-E135-89D21631A18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D168FF16-6B19-AAE5-3FFF-8E01832F00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29DEFB9A-DB04-B4EB-DE50-FE6265B961D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D2CA43B9-54AA-6D2E-702E-543E6A01641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B679C4FA-183E-3889-FFF3-5EA7706F421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6F848FFB-BDAF-2F52-1CB0-CDEA1D146E20}"/>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4A30A4F1-9124-6E1C-38E2-AE1BA97DFDAF}"/>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34B6F8B3-7448-9A5E-AAFC-6BFE0DF41502}"/>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113B264A-D123-53DA-7FF6-3870520D16D6}"/>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605964EB-AFB4-4FCA-74CC-45749BC74B8F}"/>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15407122-AE74-A3BA-8E33-31BC435CCDE8}"/>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C4DEFF46-197D-3B49-F734-F0E40B8BE522}"/>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5EDBCE17-CE8C-C4D3-3A18-2B7BDCCC2A7B}"/>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496F921E-5B3C-57BD-9217-BB00D855516A}"/>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869B1A18-A787-114E-FD2B-CB4B7B6BA30B}"/>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6DB132D1-0F18-5E0C-C03A-CFF95D77EBBA}"/>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7D3790AF-FFAA-36E6-C206-FAC4253F15B7}"/>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5CB89A73-3AC3-4D36-6779-645B9A247B91}"/>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01E50899-1B73-ED9F-3DDC-41E40A3E21F6}"/>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8E878290-3603-65BB-AA84-3982BC20076B}"/>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9A73C45-C315-2993-FD01-3EF7BA96A67D}"/>
              </a:ext>
            </a:extLst>
          </p:cNvPr>
          <p:cNvSpPr txBox="1"/>
          <p:nvPr/>
        </p:nvSpPr>
        <p:spPr>
          <a:xfrm>
            <a:off x="568888" y="2092986"/>
            <a:ext cx="423545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&amp;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Modeling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9EA2CCDC-2C56-59C7-7DB0-3216A858BDA7}"/>
              </a:ext>
            </a:extLst>
          </p:cNvPr>
          <p:cNvSpPr txBox="1"/>
          <p:nvPr/>
        </p:nvSpPr>
        <p:spPr>
          <a:xfrm>
            <a:off x="568887" y="2664495"/>
            <a:ext cx="4120039"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Pricing</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Design</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Methodologies</a:t>
            </a:r>
            <a:r>
              <a:rPr lang="es-ES_tradnl" sz="2000" b="1"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A4E368B4-1F8E-861B-A156-6ECD4A179349}"/>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41860415-09BE-643E-991D-5BDD4A9C8401}"/>
              </a:ext>
            </a:extLst>
          </p:cNvPr>
          <p:cNvSpPr txBox="1"/>
          <p:nvPr/>
        </p:nvSpPr>
        <p:spPr>
          <a:xfrm>
            <a:off x="568886" y="3847387"/>
            <a:ext cx="436690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Compliance</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Testing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A4F11FAA-F112-A7E9-59A6-4DCCEF0ABFDF}"/>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0" name="Título 1">
            <a:extLst>
              <a:ext uri="{FF2B5EF4-FFF2-40B4-BE49-F238E27FC236}">
                <a16:creationId xmlns:a16="http://schemas.microsoft.com/office/drawing/2014/main" id="{FD9A4C93-FDCD-77E0-A5F6-4FAB8D8CB115}"/>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16" name="CuadroTexto 15">
            <a:extLst>
              <a:ext uri="{FF2B5EF4-FFF2-40B4-BE49-F238E27FC236}">
                <a16:creationId xmlns:a16="http://schemas.microsoft.com/office/drawing/2014/main" id="{DAD81FCF-607F-5BE3-12B6-B567773B988C}"/>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1112212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2AC42-B19D-6A35-3566-DC07089C9130}"/>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A66DC027-C4A6-E761-5B66-CAF15CDDE717}"/>
              </a:ext>
            </a:extLst>
          </p:cNvPr>
          <p:cNvSpPr/>
          <p:nvPr/>
        </p:nvSpPr>
        <p:spPr>
          <a:xfrm flipV="1">
            <a:off x="9424725" y="2965633"/>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4BFC43E5-10FE-9B3A-6076-C2AB15FD9F16}"/>
              </a:ext>
            </a:extLst>
          </p:cNvPr>
          <p:cNvSpPr/>
          <p:nvPr/>
        </p:nvSpPr>
        <p:spPr>
          <a:xfrm flipV="1">
            <a:off x="6147588" y="3259538"/>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BD7DE6D6-6421-B25E-FBE4-8106238A4812}"/>
              </a:ext>
            </a:extLst>
          </p:cNvPr>
          <p:cNvSpPr/>
          <p:nvPr/>
        </p:nvSpPr>
        <p:spPr>
          <a:xfrm flipV="1">
            <a:off x="6566414" y="4548942"/>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100CE335-D6E6-2BBF-F071-31FF8D79170E}"/>
              </a:ext>
            </a:extLst>
          </p:cNvPr>
          <p:cNvSpPr/>
          <p:nvPr/>
        </p:nvSpPr>
        <p:spPr>
          <a:xfrm flipV="1">
            <a:off x="8148903" y="3288058"/>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FFC000"/>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7850FD51-F2DF-559E-3113-24D1031C6A83}"/>
              </a:ext>
            </a:extLst>
          </p:cNvPr>
          <p:cNvSpPr/>
          <p:nvPr/>
        </p:nvSpPr>
        <p:spPr>
          <a:xfrm flipV="1">
            <a:off x="11003808" y="3288058"/>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DBC63932-6266-C20D-EB31-127285B110DE}"/>
              </a:ext>
            </a:extLst>
          </p:cNvPr>
          <p:cNvSpPr/>
          <p:nvPr/>
        </p:nvSpPr>
        <p:spPr>
          <a:xfrm flipV="1">
            <a:off x="9418761" y="4563188"/>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2BABC6CB-DDB6-4D50-5114-1E47E3B256FF}"/>
              </a:ext>
            </a:extLst>
          </p:cNvPr>
          <p:cNvSpPr/>
          <p:nvPr/>
        </p:nvSpPr>
        <p:spPr>
          <a:xfrm flipV="1">
            <a:off x="6547904" y="2939561"/>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DBC5E2DC-EEBB-7846-86A4-82FF68450BD9}"/>
              </a:ext>
            </a:extLst>
          </p:cNvPr>
          <p:cNvSpPr/>
          <p:nvPr/>
        </p:nvSpPr>
        <p:spPr>
          <a:xfrm flipV="1">
            <a:off x="8151462" y="3288059"/>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15B8FBC1-272F-B131-3134-C11917C25EAE}"/>
              </a:ext>
            </a:extLst>
          </p:cNvPr>
          <p:cNvSpPr/>
          <p:nvPr/>
        </p:nvSpPr>
        <p:spPr>
          <a:xfrm flipV="1">
            <a:off x="8320716" y="4620480"/>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85BB1EFC-2331-3495-9313-4AF0DB6FB64D}"/>
              </a:ext>
            </a:extLst>
          </p:cNvPr>
          <p:cNvSpPr/>
          <p:nvPr/>
        </p:nvSpPr>
        <p:spPr>
          <a:xfrm flipV="1">
            <a:off x="9587979" y="3340818"/>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4C998B06-6B23-86B8-982D-4E38155E83C9}"/>
              </a:ext>
            </a:extLst>
          </p:cNvPr>
          <p:cNvSpPr/>
          <p:nvPr/>
        </p:nvSpPr>
        <p:spPr>
          <a:xfrm flipV="1">
            <a:off x="11051613" y="4700497"/>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5600D2FE-E325-27AD-07BB-003EAF2FE836}"/>
              </a:ext>
            </a:extLst>
          </p:cNvPr>
          <p:cNvSpPr/>
          <p:nvPr/>
        </p:nvSpPr>
        <p:spPr>
          <a:xfrm flipV="1">
            <a:off x="9467845" y="4604804"/>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7945D83F-071F-D8A3-A60F-8C82407526FA}"/>
              </a:ext>
            </a:extLst>
          </p:cNvPr>
          <p:cNvSpPr/>
          <p:nvPr/>
        </p:nvSpPr>
        <p:spPr>
          <a:xfrm flipV="1">
            <a:off x="8200582" y="3329659"/>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560D7E87-35BA-269A-ECDC-4AB59DE589C2}"/>
              </a:ext>
            </a:extLst>
          </p:cNvPr>
          <p:cNvSpPr txBox="1"/>
          <p:nvPr/>
        </p:nvSpPr>
        <p:spPr>
          <a:xfrm rot="18698352">
            <a:off x="8495995" y="3916977"/>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09EE6E0D-4D5B-8A6B-B675-8C7E7F269B4F}"/>
              </a:ext>
            </a:extLst>
          </p:cNvPr>
          <p:cNvSpPr txBox="1"/>
          <p:nvPr/>
        </p:nvSpPr>
        <p:spPr>
          <a:xfrm rot="2875983">
            <a:off x="10828217" y="3395433"/>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DE77FBB8-BF9C-8889-7E55-18404D403E3E}"/>
              </a:ext>
            </a:extLst>
          </p:cNvPr>
          <p:cNvSpPr txBox="1"/>
          <p:nvPr/>
        </p:nvSpPr>
        <p:spPr>
          <a:xfrm>
            <a:off x="9933275" y="4793019"/>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3DFDCA79-D7FC-597A-AD23-CB139DDEE539}"/>
              </a:ext>
            </a:extLst>
          </p:cNvPr>
          <p:cNvSpPr txBox="1"/>
          <p:nvPr/>
        </p:nvSpPr>
        <p:spPr>
          <a:xfrm rot="2606566">
            <a:off x="8296423" y="3561687"/>
            <a:ext cx="720895"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63B611F9-29AE-8FA4-3E99-901333BD15A7}"/>
              </a:ext>
            </a:extLst>
          </p:cNvPr>
          <p:cNvSpPr txBox="1"/>
          <p:nvPr/>
        </p:nvSpPr>
        <p:spPr>
          <a:xfrm rot="18717501">
            <a:off x="6287541" y="3253380"/>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D107E19D-BAE9-E834-FF76-3C18765DBE46}"/>
              </a:ext>
            </a:extLst>
          </p:cNvPr>
          <p:cNvSpPr txBox="1"/>
          <p:nvPr/>
        </p:nvSpPr>
        <p:spPr>
          <a:xfrm>
            <a:off x="7332597" y="4794924"/>
            <a:ext cx="611417"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BB93E5CC-D1C9-1417-0AC4-B7C0D58ED28A}"/>
              </a:ext>
            </a:extLst>
          </p:cNvPr>
          <p:cNvSpPr txBox="1"/>
          <p:nvPr/>
        </p:nvSpPr>
        <p:spPr>
          <a:xfrm>
            <a:off x="7014715" y="3480292"/>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9084DA00-3B6E-0426-5687-1E4A8B9E6141}"/>
              </a:ext>
            </a:extLst>
          </p:cNvPr>
          <p:cNvSpPr txBox="1"/>
          <p:nvPr/>
        </p:nvSpPr>
        <p:spPr>
          <a:xfrm>
            <a:off x="9884305" y="3458611"/>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E704BF78-DDDB-F7CC-40D4-E090DF803E4E}"/>
              </a:ext>
            </a:extLst>
          </p:cNvPr>
          <p:cNvGrpSpPr/>
          <p:nvPr/>
        </p:nvGrpSpPr>
        <p:grpSpPr>
          <a:xfrm>
            <a:off x="9265039" y="3453715"/>
            <a:ext cx="301987" cy="295498"/>
            <a:chOff x="4811734" y="1535585"/>
            <a:chExt cx="609172" cy="609172"/>
          </a:xfrm>
        </p:grpSpPr>
        <p:sp>
          <p:nvSpPr>
            <p:cNvPr id="2" name="Rectángulo redondeado 1">
              <a:extLst>
                <a:ext uri="{FF2B5EF4-FFF2-40B4-BE49-F238E27FC236}">
                  <a16:creationId xmlns:a16="http://schemas.microsoft.com/office/drawing/2014/main" id="{E335BCC7-E5CD-681D-D3A7-7B20512D62F8}"/>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3F8994B2-64BF-C6A9-39FE-0F258D7206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F978A762-37C3-9943-5CFA-8A86FAF861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4130964"/>
            <a:ext cx="358520" cy="440002"/>
          </a:xfrm>
          <a:prstGeom prst="rect">
            <a:avLst/>
          </a:prstGeom>
        </p:spPr>
      </p:pic>
      <p:pic>
        <p:nvPicPr>
          <p:cNvPr id="82" name="Gráfico 81">
            <a:extLst>
              <a:ext uri="{FF2B5EF4-FFF2-40B4-BE49-F238E27FC236}">
                <a16:creationId xmlns:a16="http://schemas.microsoft.com/office/drawing/2014/main" id="{9B561E04-FB48-FFC1-0251-9609D6EB7A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4166474"/>
            <a:ext cx="365533" cy="448609"/>
          </a:xfrm>
          <a:prstGeom prst="rect">
            <a:avLst/>
          </a:prstGeom>
        </p:spPr>
      </p:pic>
      <p:pic>
        <p:nvPicPr>
          <p:cNvPr id="34" name="Gráfico 33">
            <a:extLst>
              <a:ext uri="{FF2B5EF4-FFF2-40B4-BE49-F238E27FC236}">
                <a16:creationId xmlns:a16="http://schemas.microsoft.com/office/drawing/2014/main" id="{BE46712E-9F83-7CF1-39C0-6413125FB40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4207315"/>
            <a:ext cx="385491" cy="385491"/>
          </a:xfrm>
          <a:prstGeom prst="rect">
            <a:avLst/>
          </a:prstGeom>
        </p:spPr>
      </p:pic>
      <p:pic>
        <p:nvPicPr>
          <p:cNvPr id="36" name="Gráfico 35">
            <a:extLst>
              <a:ext uri="{FF2B5EF4-FFF2-40B4-BE49-F238E27FC236}">
                <a16:creationId xmlns:a16="http://schemas.microsoft.com/office/drawing/2014/main" id="{B7B4C475-9CBE-38E6-0188-25F12A1CD07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3006445"/>
            <a:ext cx="319990" cy="319990"/>
          </a:xfrm>
          <a:prstGeom prst="rect">
            <a:avLst/>
          </a:prstGeom>
        </p:spPr>
      </p:pic>
      <p:pic>
        <p:nvPicPr>
          <p:cNvPr id="38" name="Gráfico 37">
            <a:extLst>
              <a:ext uri="{FF2B5EF4-FFF2-40B4-BE49-F238E27FC236}">
                <a16:creationId xmlns:a16="http://schemas.microsoft.com/office/drawing/2014/main" id="{405E9DFB-39DB-0C90-F844-FDC44C98F03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991364"/>
            <a:ext cx="353776" cy="353776"/>
          </a:xfrm>
          <a:prstGeom prst="rect">
            <a:avLst/>
          </a:prstGeom>
        </p:spPr>
      </p:pic>
      <p:pic>
        <p:nvPicPr>
          <p:cNvPr id="68" name="Gráfico 67">
            <a:extLst>
              <a:ext uri="{FF2B5EF4-FFF2-40B4-BE49-F238E27FC236}">
                <a16:creationId xmlns:a16="http://schemas.microsoft.com/office/drawing/2014/main" id="{C1D3FFDA-EED8-19D1-985F-6C768E08CFF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4165554"/>
            <a:ext cx="348455" cy="348455"/>
          </a:xfrm>
          <a:prstGeom prst="rect">
            <a:avLst/>
          </a:prstGeom>
        </p:spPr>
      </p:pic>
      <p:pic>
        <p:nvPicPr>
          <p:cNvPr id="70" name="Gráfico 69">
            <a:extLst>
              <a:ext uri="{FF2B5EF4-FFF2-40B4-BE49-F238E27FC236}">
                <a16:creationId xmlns:a16="http://schemas.microsoft.com/office/drawing/2014/main" id="{5341A15B-B1C7-FD32-810F-24CD37A0641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654299"/>
            <a:ext cx="299116" cy="299116"/>
          </a:xfrm>
          <a:prstGeom prst="rect">
            <a:avLst/>
          </a:prstGeom>
        </p:spPr>
      </p:pic>
      <p:grpSp>
        <p:nvGrpSpPr>
          <p:cNvPr id="6" name="Grupo 5">
            <a:extLst>
              <a:ext uri="{FF2B5EF4-FFF2-40B4-BE49-F238E27FC236}">
                <a16:creationId xmlns:a16="http://schemas.microsoft.com/office/drawing/2014/main" id="{9E5BB37E-7711-9C97-9E65-60AE0ECF0C62}"/>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C6E6A55B-4C73-6D46-D840-52F4DF4C2534}"/>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0944DE31-2F88-63EB-4761-A70DC170EA0D}"/>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D4FFE517-A421-5D93-6B47-E9FD92E4EBBA}"/>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2635510A-3402-FB7F-1975-A361FBCE6CEE}"/>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44EB1080-914C-928F-F9A1-38C0C2AC29EF}"/>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78477F93-7AED-4F53-67CD-C4682C66EF1E}"/>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BA27DA16-76B6-3C11-A557-809A511810B0}"/>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FDBCE474-09DB-A99A-AE2B-E8DB7E9E1109}"/>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BBF9704C-8F87-7BF7-7773-6F7D89E71DA8}"/>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A240B3FA-A97B-B7BA-3097-020AC7C6006D}"/>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8B75D9B5-6065-6F74-5FC6-B3BB8A8FD9A6}"/>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A56677B3-CF62-2B6A-3538-72EFD60A55C0}"/>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FE292C86-63B1-01D7-3977-2022729E09B2}"/>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B5416E9C-B83F-3D69-F9D1-C1AC1C991F5D}"/>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9F4A3BF-424D-D339-5D7D-4DBDCE3FCF39}"/>
              </a:ext>
            </a:extLst>
          </p:cNvPr>
          <p:cNvSpPr txBox="1"/>
          <p:nvPr/>
        </p:nvSpPr>
        <p:spPr>
          <a:xfrm>
            <a:off x="568888" y="2092986"/>
            <a:ext cx="423545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&amp;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Modeling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0610680C-3A0B-5F91-A49A-01409D6AFE86}"/>
              </a:ext>
            </a:extLst>
          </p:cNvPr>
          <p:cNvSpPr txBox="1"/>
          <p:nvPr/>
        </p:nvSpPr>
        <p:spPr>
          <a:xfrm>
            <a:off x="568887" y="2664495"/>
            <a:ext cx="4120039"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Pricing</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Design</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Methodologies</a:t>
            </a:r>
            <a:r>
              <a:rPr lang="es-ES_tradnl" sz="2000" b="1"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57D2A7E0-F65A-594C-F9C0-61956A15B301}"/>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1EDC0E5D-167A-1788-EA17-DE1806091495}"/>
              </a:ext>
            </a:extLst>
          </p:cNvPr>
          <p:cNvSpPr txBox="1"/>
          <p:nvPr/>
        </p:nvSpPr>
        <p:spPr>
          <a:xfrm>
            <a:off x="568886" y="3847387"/>
            <a:ext cx="436690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Compliance</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Testing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E87FE84B-6DDD-DB93-2705-669131C43C46}"/>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pic>
        <p:nvPicPr>
          <p:cNvPr id="9" name="Imagen 8" descr="Icono&#10;&#10;El contenido generado por IA puede ser incorrecto.">
            <a:extLst>
              <a:ext uri="{FF2B5EF4-FFF2-40B4-BE49-F238E27FC236}">
                <a16:creationId xmlns:a16="http://schemas.microsoft.com/office/drawing/2014/main" id="{04B40A7C-0225-5E4C-61D0-F8E4017CD466}"/>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331325" y="1076137"/>
            <a:ext cx="1440104" cy="1891306"/>
          </a:xfrm>
          <a:prstGeom prst="rect">
            <a:avLst/>
          </a:prstGeom>
        </p:spPr>
      </p:pic>
      <p:sp>
        <p:nvSpPr>
          <p:cNvPr id="17" name="Título 1">
            <a:extLst>
              <a:ext uri="{FF2B5EF4-FFF2-40B4-BE49-F238E27FC236}">
                <a16:creationId xmlns:a16="http://schemas.microsoft.com/office/drawing/2014/main" id="{52C85A28-A5D7-587C-C679-191F60DFF732}"/>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19" name="CuadroTexto 18">
            <a:extLst>
              <a:ext uri="{FF2B5EF4-FFF2-40B4-BE49-F238E27FC236}">
                <a16:creationId xmlns:a16="http://schemas.microsoft.com/office/drawing/2014/main" id="{4AB05BCD-BE2E-B503-6EE2-71B7AF603A2D}"/>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8269504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04FD9-5DE0-D28E-6BD8-B3A6B0BF23FC}"/>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D4898251-5F9C-8F3F-4E7D-763F7FF15756}"/>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FFC000"/>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828F95FA-6DF5-C298-7769-38CCEEA08844}"/>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FFC000"/>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F07B83A3-A137-224E-DBC5-89D1E5F347D1}"/>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476F58FB-898B-EE25-4EF5-72BCB91576ED}"/>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03FD3151-82BB-CC48-2A5C-EAD32B3B8540}"/>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FFC000"/>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48D3D9C2-7105-1152-8D53-E188DD21709B}"/>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70EAD5E2-544D-F760-F9A5-877D3DEA73D3}"/>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FFC000"/>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14013551-4F94-541E-640B-9767EF3DEBCA}"/>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A1D14A53-DE74-24B2-54EC-4A709677825D}"/>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BDE11FB0-618B-89F4-C8A5-7C1B6F1F7DDC}"/>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01E3F91F-2B44-D2F6-84C0-744C780D0342}"/>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2681CA57-06F5-7FF3-363F-33AE6C668366}"/>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16DAD9DD-6749-6396-4DCC-A8D18F4B83D7}"/>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765689C2-1D89-83E0-401A-4A77C32D3D78}"/>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0D9F4496-37DE-42B2-BE75-162721821EB6}"/>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6B5A6B3A-32AB-1B42-EB3F-A3093FC45563}"/>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D7550761-AD67-0D70-488C-258163AF4A43}"/>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34A81C4A-1401-AF31-8586-6A8727F410FE}"/>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D786CB65-0CD3-2F75-779D-A1B0442BE1E3}"/>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E631FB44-2DC6-F915-D89E-27E26519A7CD}"/>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75CB1A44-C61D-EAE2-E5ED-874EDB765E42}"/>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B6D160B1-4A64-369D-78BD-FFBB7739F48E}"/>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374F9C9C-58E5-1D96-BD31-E1D8C513481A}"/>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737FFEAB-75C1-1E1F-5492-F81C52A428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0CC2118C-B778-736F-3D0C-F2C4F5DEA0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DAE85D28-C60F-AEB0-04B7-C06E5874263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96D84E9F-995A-9938-2FD3-A3313E5DD17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09DE3495-5F27-E4DA-CC56-2206B3E6928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85FF4208-F276-79AF-0652-57EFEE0AB07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44D5D065-5A34-615A-2894-73067571D3F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758D14A3-1F41-49DC-26AC-1B1F3BDFAFB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9CFBEC50-4E0E-A746-E3B4-CFB306B57A41}"/>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8DD29068-9E5F-78D8-4ECB-9F9EA223E31A}"/>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3DC80814-68AC-E4FB-D58D-6C3D04AD148F}"/>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30B20924-8599-B3CD-E93D-E4F1ECE80E43}"/>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AFF64686-5BF9-184B-F48E-96809A1B2647}"/>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88249482-8FC4-789C-AABB-4894F72456D3}"/>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CBB476E4-BD91-06E0-A6A1-D86FE6504490}"/>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B68825F9-B515-9542-03E6-FB377768CE3B}"/>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153A0A99-D19E-A380-E3FC-C19C0938911A}"/>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9C31819E-53A0-29EE-51A8-C7168A5D7CB3}"/>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F0F807FD-3A70-B018-E02F-3CB8D693F227}"/>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3732457A-5B58-5CD5-A174-126FE3511D2C}"/>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4D92DB44-5BEA-5C1D-FC13-9F4D2A038E79}"/>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887A1600-CAFE-A6BA-3964-33B60C426158}"/>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F884184A-86B8-D54D-6337-30BCC3654114}"/>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14E0ECF4-14C3-A7F7-5E24-1E78440ECEE5}"/>
              </a:ext>
            </a:extLst>
          </p:cNvPr>
          <p:cNvSpPr txBox="1"/>
          <p:nvPr/>
        </p:nvSpPr>
        <p:spPr>
          <a:xfrm>
            <a:off x="568888" y="2092986"/>
            <a:ext cx="423545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&amp;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Modeling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11D74676-8746-F518-8316-CD7179EFB0FE}"/>
              </a:ext>
            </a:extLst>
          </p:cNvPr>
          <p:cNvSpPr txBox="1"/>
          <p:nvPr/>
        </p:nvSpPr>
        <p:spPr>
          <a:xfrm>
            <a:off x="568887" y="2664495"/>
            <a:ext cx="40735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Design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Methodologies</a:t>
            </a:r>
            <a:r>
              <a:rPr lang="es-ES_tradnl" sz="2000"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D38E6243-293E-33E6-B3AE-002E4BBC63B7}"/>
              </a:ext>
            </a:extLst>
          </p:cNvPr>
          <p:cNvSpPr txBox="1"/>
          <p:nvPr/>
        </p:nvSpPr>
        <p:spPr>
          <a:xfrm>
            <a:off x="568887" y="3280048"/>
            <a:ext cx="4953600"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b="1"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5647E076-6DDD-444F-79D1-DBA5FAFBC5F2}"/>
              </a:ext>
            </a:extLst>
          </p:cNvPr>
          <p:cNvSpPr txBox="1"/>
          <p:nvPr/>
        </p:nvSpPr>
        <p:spPr>
          <a:xfrm>
            <a:off x="568886" y="3847387"/>
            <a:ext cx="436690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Compliance</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Testing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CF8B4052-7D1B-5473-0CB2-0085B215CDBC}"/>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grpSp>
        <p:nvGrpSpPr>
          <p:cNvPr id="10" name="Grupo 9">
            <a:extLst>
              <a:ext uri="{FF2B5EF4-FFF2-40B4-BE49-F238E27FC236}">
                <a16:creationId xmlns:a16="http://schemas.microsoft.com/office/drawing/2014/main" id="{21A9A364-EA5A-9CD1-E226-92756260E322}"/>
              </a:ext>
            </a:extLst>
          </p:cNvPr>
          <p:cNvGrpSpPr/>
          <p:nvPr/>
        </p:nvGrpSpPr>
        <p:grpSpPr>
          <a:xfrm>
            <a:off x="6067780" y="1057835"/>
            <a:ext cx="5703256" cy="5029200"/>
            <a:chOff x="6067780" y="1057835"/>
            <a:chExt cx="5703256" cy="5029200"/>
          </a:xfrm>
        </p:grpSpPr>
        <p:sp>
          <p:nvSpPr>
            <p:cNvPr id="9" name="Rectángulo 8">
              <a:extLst>
                <a:ext uri="{FF2B5EF4-FFF2-40B4-BE49-F238E27FC236}">
                  <a16:creationId xmlns:a16="http://schemas.microsoft.com/office/drawing/2014/main" id="{0EE04796-9087-660C-ABE9-3C66A3A69F00}"/>
                </a:ext>
              </a:extLst>
            </p:cNvPr>
            <p:cNvSpPr/>
            <p:nvPr/>
          </p:nvSpPr>
          <p:spPr>
            <a:xfrm>
              <a:off x="6067780" y="1057835"/>
              <a:ext cx="5703256" cy="5029200"/>
            </a:xfrm>
            <a:prstGeom prst="rect">
              <a:avLst/>
            </a:prstGeom>
            <a:solidFill>
              <a:schemeClr val="bg1"/>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5" name="Imagen 4" descr="Una captura de pantalla de un celular con texto e imágenes&#10;&#10;El contenido generado por IA puede ser incorrecto.">
              <a:extLst>
                <a:ext uri="{FF2B5EF4-FFF2-40B4-BE49-F238E27FC236}">
                  <a16:creationId xmlns:a16="http://schemas.microsoft.com/office/drawing/2014/main" id="{80B41E2C-A628-BAF5-6FCA-56593FC4F0C8}"/>
                </a:ext>
              </a:extLst>
            </p:cNvPr>
            <p:cNvPicPr>
              <a:picLocks noChangeAspect="1"/>
            </p:cNvPicPr>
            <p:nvPr/>
          </p:nvPicPr>
          <p:blipFill>
            <a:blip r:embed="rId19">
              <a:extLst>
                <a:ext uri="{28A0092B-C50C-407E-A947-70E740481C1C}">
                  <a14:useLocalDpi xmlns:a14="http://schemas.microsoft.com/office/drawing/2010/main" val="0"/>
                </a:ext>
              </a:extLst>
            </a:blip>
            <a:srcRect l="50534" b="13678"/>
            <a:stretch>
              <a:fillRect/>
            </a:stretch>
          </p:blipFill>
          <p:spPr>
            <a:xfrm>
              <a:off x="6163512" y="1095547"/>
              <a:ext cx="5430535" cy="4958508"/>
            </a:xfrm>
            <a:prstGeom prst="rect">
              <a:avLst/>
            </a:prstGeom>
          </p:spPr>
        </p:pic>
      </p:grpSp>
      <p:sp>
        <p:nvSpPr>
          <p:cNvPr id="21" name="Título 1">
            <a:extLst>
              <a:ext uri="{FF2B5EF4-FFF2-40B4-BE49-F238E27FC236}">
                <a16:creationId xmlns:a16="http://schemas.microsoft.com/office/drawing/2014/main" id="{89D0D889-D531-0CD0-CB51-B59619EEBA44}"/>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22" name="CuadroTexto 21">
            <a:extLst>
              <a:ext uri="{FF2B5EF4-FFF2-40B4-BE49-F238E27FC236}">
                <a16:creationId xmlns:a16="http://schemas.microsoft.com/office/drawing/2014/main" id="{FD9EF393-C070-B4EB-2281-2EC0270B4359}"/>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34620642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1AF37-9BF8-7B25-4640-772C39ECCD7F}"/>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AC340673-659D-36F9-A3CB-603FEC8EFD64}"/>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155EDF00-1FB7-79C0-56E3-A13B0D4A319D}"/>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D5AF9E5E-8E75-877D-80CE-FD23F3196B31}"/>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FFC000"/>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AE6931BF-1AEF-25B7-E9E3-71AF6E671620}"/>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97129C5C-03D8-B2C0-0799-9A8FA62CCB7A}"/>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43EB2001-BE61-E16E-56BF-134B4E100336}"/>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A2419E31-143F-2470-063C-10AE5BF9B005}"/>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89937B0E-C0E2-6E2C-3EEF-92D8E3AEE411}"/>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FFC000"/>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FD25D2F4-104F-05D1-1A8F-86D613B2C822}"/>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5BC3760C-0009-3F97-8CE0-7A18EEAB4632}"/>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09D59078-AFEE-D362-CDD7-E3DA986766B7}"/>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5D52830A-28F6-7DA4-D9C0-8367C5AB3F6A}"/>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7BDB148F-3E5A-B10A-4881-9FF008EB0685}"/>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DA242CC1-308E-CE15-729F-2947D64E3D03}"/>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9A621D89-4C7A-661A-BE62-5FFF27A0CF6B}"/>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020EA10C-1652-16C1-362F-F640C5FC6329}"/>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AC32B38B-C033-4897-8F40-05D927C80525}"/>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DE1B8E05-2CD0-786E-94C0-A4A6CC297B9E}"/>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4D622F6F-C835-02DC-0F59-D3F2DCD10212}"/>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B037567B-3F73-6594-69FE-CEF34E206ECB}"/>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0E7B3B04-9005-85EB-2B81-3738D239E6F6}"/>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E6AD59CE-FC30-6669-A976-3A7CAA382D37}"/>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11D47054-422A-BEDA-CA3C-14E379E8565A}"/>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5D5D1825-203B-BCEB-1EF1-BB56D7DA33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96B779B3-7D0C-4465-0A74-95467175B3C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9B9C32BE-204F-CB07-B91E-2EC69B64ED9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8427726F-35E3-AD2C-99D4-42978DC4BF5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A72F5497-B426-23E0-BD8E-0B2E6115663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1F158C1D-0D31-A7F3-4D08-1446822D983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E03B4D6B-F619-BD52-BC58-D87B65BAF4A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5B950262-C362-EFBE-4523-385524E5414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C6E00BFC-EAB5-3A32-08A9-5F1D20CD3C26}"/>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E9189976-A61E-AF8B-BB69-79DB53E7DB71}"/>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DC8AF0A3-CF2D-CC5E-FC3C-2D8B1ABEF391}"/>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46019625-EEC1-38DD-8074-50E78062F3EF}"/>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6775BFF9-40FC-453E-948A-96947F7CAED5}"/>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C4C9C079-EF9C-90D4-8237-386CBB3F2083}"/>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816CF677-F5C3-2322-428C-52DA2EBACDD1}"/>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4B8391A6-0086-3238-9F97-DFA906E0D85B}"/>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B5B4D520-95F7-B5F4-EC65-77EDFF724E47}"/>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588C4967-A9A1-2EAD-A11D-E6DD69C6D6FD}"/>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891A9956-2B36-807E-0103-0CB993007EFF}"/>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4A7C8120-702E-7622-EE7D-52E602FA456F}"/>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DE89BBB7-AC71-C5A1-6861-12B72C33CF45}"/>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187FED4A-E3AA-9094-191E-52861E215E5A}"/>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BBACDBCB-39DB-28AE-6F64-CECCA58ABC66}"/>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1BF78F87-379B-339B-EEBE-E5B51E792984}"/>
              </a:ext>
            </a:extLst>
          </p:cNvPr>
          <p:cNvSpPr txBox="1"/>
          <p:nvPr/>
        </p:nvSpPr>
        <p:spPr>
          <a:xfrm>
            <a:off x="568888" y="2092986"/>
            <a:ext cx="423545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&amp;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Modeling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D4B952FE-2018-A674-6449-926AC05FB3BA}"/>
              </a:ext>
            </a:extLst>
          </p:cNvPr>
          <p:cNvSpPr txBox="1"/>
          <p:nvPr/>
        </p:nvSpPr>
        <p:spPr>
          <a:xfrm>
            <a:off x="568887" y="2664495"/>
            <a:ext cx="40735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Design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Methodologies</a:t>
            </a:r>
            <a:r>
              <a:rPr lang="es-ES_tradnl" sz="2000"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67441714-B3DC-51A3-9F46-CD74F3D7C648}"/>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0B7B57A8-5AE0-FC41-9373-736C1D9E9F17}"/>
              </a:ext>
            </a:extLst>
          </p:cNvPr>
          <p:cNvSpPr txBox="1"/>
          <p:nvPr/>
        </p:nvSpPr>
        <p:spPr>
          <a:xfrm>
            <a:off x="568886" y="3847387"/>
            <a:ext cx="4424609"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Subscription</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Compliance</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Testing</a:t>
            </a:r>
            <a:endParaRPr lang="es-ES_tradnl" sz="2000" b="1"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AE354449-969D-AA59-2D4C-7C9F0579132C}"/>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6" name="Título 1">
            <a:extLst>
              <a:ext uri="{FF2B5EF4-FFF2-40B4-BE49-F238E27FC236}">
                <a16:creationId xmlns:a16="http://schemas.microsoft.com/office/drawing/2014/main" id="{A617D59C-817C-C42A-BEAC-C7702AEEA542}"/>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17" name="CuadroTexto 16">
            <a:extLst>
              <a:ext uri="{FF2B5EF4-FFF2-40B4-BE49-F238E27FC236}">
                <a16:creationId xmlns:a16="http://schemas.microsoft.com/office/drawing/2014/main" id="{87E6B3B9-A845-73D6-11D3-A142C368DF39}"/>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4682253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212E9-8878-556F-E322-EA3D104E58A4}"/>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BD70EE89-78E9-B266-948E-E1510120A18F}"/>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432E093E-869A-7AC1-8A9B-47C8AE8458E4}"/>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DB7D6273-B448-65BB-4579-F95887E6C4F9}"/>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FFC000"/>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B83FC6FD-7BA1-87A6-3E7A-F3F64009B757}"/>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AD0A857A-5AB2-5EAC-1B7E-83C4662BAD04}"/>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3686BA87-CC06-4832-E43C-805E2269CF17}"/>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EAA799C2-12F7-59E2-3CC8-2853F23631B6}"/>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74D5E8EF-5BD1-DA01-3EDE-C86C27CC804E}"/>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FFC000"/>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956EACF3-5BFA-5D32-0AFA-E33DD595FA9A}"/>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C3FB682A-5811-28CA-2E5F-108FD199EA5D}"/>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E508E3B0-5844-6BC6-DB94-6A2FC17EA78E}"/>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E8C5B88A-0CA2-650E-2BBA-4702591C6C40}"/>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D84E16F0-A61F-8623-CFB3-816BB9558F8F}"/>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514EA0AF-F8B3-1454-0679-440A24110DF3}"/>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C585246A-E5AE-07C3-D263-387DD762154A}"/>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A689700D-4D0D-4403-67E4-79697E5B796E}"/>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7B35DF0F-3628-3724-05B8-EF82D1548A86}"/>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757AB3F1-1081-375F-54A8-10E0AE415AC9}"/>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897B82D7-BF67-634C-5C88-0DD17A86B90B}"/>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291138F3-3A97-2BCD-52EA-D3BE6F4C16D1}"/>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22EE0553-4B20-5962-DAA6-326DA73C1A3A}"/>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A2EBABCD-F339-0A8B-E1BA-817DF73761B2}"/>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8BDDCE90-E0E7-4B2B-B80C-1AE06B96C729}"/>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42ABC82F-0973-F57F-07E8-D7D791F6EB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F8F372A8-1BD7-122E-55B5-7F46F128086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223678D6-A18E-A790-CC1C-36801FBCCB4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0C86C3C1-6809-93BC-D2B2-15E9FD324C8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8A39135F-49C3-E494-1CB4-D17DC7B4D68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1898476E-446B-7FB6-42CC-867BDE7A21B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FF5EA8AF-3EE0-C1E3-EE9F-8A4763A3DAE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C599287D-FCC9-769D-7BB4-6BA18B69B53B}"/>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D3D40030-A0FD-3141-C35A-19711D77500E}"/>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62B88113-F81B-6269-461D-4881D7E446FE}"/>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7382D5E0-0977-0A82-E78D-3DF838F195C1}"/>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3B76AAD9-4628-56F9-B276-F5699092AE98}"/>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B9D56987-D630-3264-84ED-39F59AC81D20}"/>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9C8D034D-1BBD-F51D-EE4A-F8516AA0BEE8}"/>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3DFF92C2-2F92-2605-2B20-CBF93EA86E25}"/>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481C07E1-45CA-AF18-2C01-DC3DA9B03857}"/>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74798983-F358-B562-81F0-6F0E00ED6E45}"/>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05F5E084-D03D-E838-E670-FE6C90F7188A}"/>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EAB70184-B2AE-1A5B-1ED2-E80E1C768DED}"/>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DC8A1F78-7DB7-95EF-D253-034EF0026DD5}"/>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E22CEF25-FF0C-07F0-CDD3-DBA62B21A6C5}"/>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1A11A8C0-1456-17FC-7C72-5599E8B33AE2}"/>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B117789C-47E2-E428-1854-D4EC3E2A2204}"/>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14C352C9-9AF1-FE1D-A011-92E87B9ADBD3}"/>
              </a:ext>
            </a:extLst>
          </p:cNvPr>
          <p:cNvSpPr txBox="1"/>
          <p:nvPr/>
        </p:nvSpPr>
        <p:spPr>
          <a:xfrm>
            <a:off x="568888" y="2092986"/>
            <a:ext cx="423545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&amp;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Modeling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8DBB1392-B8A9-05D8-E22C-D900F7B53B6B}"/>
              </a:ext>
            </a:extLst>
          </p:cNvPr>
          <p:cNvSpPr txBox="1"/>
          <p:nvPr/>
        </p:nvSpPr>
        <p:spPr>
          <a:xfrm>
            <a:off x="568887" y="2664495"/>
            <a:ext cx="40735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Design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Methodologies</a:t>
            </a:r>
            <a:r>
              <a:rPr lang="es-ES_tradnl" sz="2000"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58D47449-3EEE-2BFD-17AD-EB829082B554}"/>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C99C4FBC-05A2-81FE-824F-EE8CD44E3A4E}"/>
              </a:ext>
            </a:extLst>
          </p:cNvPr>
          <p:cNvSpPr txBox="1"/>
          <p:nvPr/>
        </p:nvSpPr>
        <p:spPr>
          <a:xfrm>
            <a:off x="568886" y="3847387"/>
            <a:ext cx="4424609"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Subscription</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Compliance</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Testing</a:t>
            </a:r>
            <a:endParaRPr lang="es-ES_tradnl" sz="2000" b="1"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CD3BD43E-411C-01DA-A41A-B3E6F7863145}"/>
              </a:ext>
            </a:extLst>
          </p:cNvPr>
          <p:cNvSpPr txBox="1"/>
          <p:nvPr/>
        </p:nvSpPr>
        <p:spPr>
          <a:xfrm>
            <a:off x="568886" y="4414726"/>
            <a:ext cx="4176143"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Automated</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Analysis</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of</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Pricings</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grpSp>
        <p:nvGrpSpPr>
          <p:cNvPr id="30" name="Grupo 29">
            <a:extLst>
              <a:ext uri="{FF2B5EF4-FFF2-40B4-BE49-F238E27FC236}">
                <a16:creationId xmlns:a16="http://schemas.microsoft.com/office/drawing/2014/main" id="{D750E12D-DCA8-6FB1-9156-B00320267F7B}"/>
              </a:ext>
            </a:extLst>
          </p:cNvPr>
          <p:cNvGrpSpPr/>
          <p:nvPr/>
        </p:nvGrpSpPr>
        <p:grpSpPr>
          <a:xfrm>
            <a:off x="6067780" y="1057835"/>
            <a:ext cx="5703256" cy="5029200"/>
            <a:chOff x="6067780" y="1057835"/>
            <a:chExt cx="5703256" cy="5029200"/>
          </a:xfrm>
        </p:grpSpPr>
        <p:sp>
          <p:nvSpPr>
            <p:cNvPr id="10" name="Rectángulo 9">
              <a:extLst>
                <a:ext uri="{FF2B5EF4-FFF2-40B4-BE49-F238E27FC236}">
                  <a16:creationId xmlns:a16="http://schemas.microsoft.com/office/drawing/2014/main" id="{6D1FDE7F-83C1-CEF6-4E29-A20080D737C8}"/>
                </a:ext>
              </a:extLst>
            </p:cNvPr>
            <p:cNvSpPr/>
            <p:nvPr/>
          </p:nvSpPr>
          <p:spPr>
            <a:xfrm>
              <a:off x="6067780" y="1057835"/>
              <a:ext cx="5703256" cy="5029200"/>
            </a:xfrm>
            <a:prstGeom prst="rect">
              <a:avLst/>
            </a:prstGeom>
            <a:solidFill>
              <a:schemeClr val="bg1"/>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17" name="Gráfico 16">
              <a:extLst>
                <a:ext uri="{FF2B5EF4-FFF2-40B4-BE49-F238E27FC236}">
                  <a16:creationId xmlns:a16="http://schemas.microsoft.com/office/drawing/2014/main" id="{8E3F7964-34B3-5662-03E8-4EBF2BD56CD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4499" y="3052784"/>
              <a:ext cx="988951" cy="1213713"/>
            </a:xfrm>
            <a:prstGeom prst="rect">
              <a:avLst/>
            </a:prstGeom>
          </p:spPr>
        </p:pic>
        <p:sp>
          <p:nvSpPr>
            <p:cNvPr id="19" name="Rectángulo 18">
              <a:extLst>
                <a:ext uri="{FF2B5EF4-FFF2-40B4-BE49-F238E27FC236}">
                  <a16:creationId xmlns:a16="http://schemas.microsoft.com/office/drawing/2014/main" id="{5A0E67E1-1A61-CAEC-351B-0C7A4CA439F7}"/>
                </a:ext>
              </a:extLst>
            </p:cNvPr>
            <p:cNvSpPr/>
            <p:nvPr/>
          </p:nvSpPr>
          <p:spPr>
            <a:xfrm>
              <a:off x="8035086" y="3017908"/>
              <a:ext cx="1643889" cy="1358415"/>
            </a:xfrm>
            <a:prstGeom prst="rect">
              <a:avLst/>
            </a:prstGeom>
            <a:solidFill>
              <a:schemeClr val="tx1"/>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t>Test </a:t>
              </a:r>
              <a:r>
                <a:rPr lang="es-ES_tradnl" dirty="0" err="1"/>
                <a:t>Generator</a:t>
              </a:r>
              <a:endParaRPr lang="es-ES_tradnl" dirty="0"/>
            </a:p>
          </p:txBody>
        </p:sp>
        <p:pic>
          <p:nvPicPr>
            <p:cNvPr id="22" name="Gráfico 21">
              <a:extLst>
                <a:ext uri="{FF2B5EF4-FFF2-40B4-BE49-F238E27FC236}">
                  <a16:creationId xmlns:a16="http://schemas.microsoft.com/office/drawing/2014/main" id="{05485112-74F3-10D0-44AD-25EBC960CBA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360351" y="3154280"/>
              <a:ext cx="1142808" cy="1142808"/>
            </a:xfrm>
            <a:prstGeom prst="rect">
              <a:avLst/>
            </a:prstGeom>
          </p:spPr>
        </p:pic>
        <p:cxnSp>
          <p:nvCxnSpPr>
            <p:cNvPr id="28" name="Conector recto de flecha 27">
              <a:extLst>
                <a:ext uri="{FF2B5EF4-FFF2-40B4-BE49-F238E27FC236}">
                  <a16:creationId xmlns:a16="http://schemas.microsoft.com/office/drawing/2014/main" id="{5417E582-B071-7FB9-F102-712810122799}"/>
                </a:ext>
              </a:extLst>
            </p:cNvPr>
            <p:cNvCxnSpPr/>
            <p:nvPr/>
          </p:nvCxnSpPr>
          <p:spPr>
            <a:xfrm>
              <a:off x="7369820" y="3714070"/>
              <a:ext cx="4570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onector recto de flecha 28">
              <a:extLst>
                <a:ext uri="{FF2B5EF4-FFF2-40B4-BE49-F238E27FC236}">
                  <a16:creationId xmlns:a16="http://schemas.microsoft.com/office/drawing/2014/main" id="{66FF9222-B3E7-CDDE-E6FA-7A56E035CC69}"/>
                </a:ext>
              </a:extLst>
            </p:cNvPr>
            <p:cNvCxnSpPr/>
            <p:nvPr/>
          </p:nvCxnSpPr>
          <p:spPr>
            <a:xfrm>
              <a:off x="9813344" y="3688271"/>
              <a:ext cx="45700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1" name="Título 1">
            <a:extLst>
              <a:ext uri="{FF2B5EF4-FFF2-40B4-BE49-F238E27FC236}">
                <a16:creationId xmlns:a16="http://schemas.microsoft.com/office/drawing/2014/main" id="{EC7C977C-7F1A-3645-85EE-35118AF130F2}"/>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27" name="CuadroTexto 26">
            <a:extLst>
              <a:ext uri="{FF2B5EF4-FFF2-40B4-BE49-F238E27FC236}">
                <a16:creationId xmlns:a16="http://schemas.microsoft.com/office/drawing/2014/main" id="{ACF3D9E4-8943-B956-98A7-9019D70163C9}"/>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39326702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A70CA-3DEC-0E00-0DDA-8F935F87EF60}"/>
            </a:ext>
          </a:extLst>
        </p:cNvPr>
        <p:cNvGrpSpPr/>
        <p:nvPr/>
      </p:nvGrpSpPr>
      <p:grpSpPr>
        <a:xfrm>
          <a:off x="0" y="0"/>
          <a:ext cx="0" cy="0"/>
          <a:chOff x="0" y="0"/>
          <a:chExt cx="0" cy="0"/>
        </a:xfrm>
      </p:grpSpPr>
      <p:sp>
        <p:nvSpPr>
          <p:cNvPr id="4" name="Google Shape;298;p32">
            <a:extLst>
              <a:ext uri="{FF2B5EF4-FFF2-40B4-BE49-F238E27FC236}">
                <a16:creationId xmlns:a16="http://schemas.microsoft.com/office/drawing/2014/main" id="{34C792C5-745B-9269-AA63-8D6F4A8C4FBC}"/>
              </a:ext>
            </a:extLst>
          </p:cNvPr>
          <p:cNvSpPr/>
          <p:nvPr/>
        </p:nvSpPr>
        <p:spPr>
          <a:xfrm flipV="1">
            <a:off x="9424725" y="2411446"/>
            <a:ext cx="1955894" cy="628253"/>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0" name="Google Shape;295;p32">
            <a:extLst>
              <a:ext uri="{FF2B5EF4-FFF2-40B4-BE49-F238E27FC236}">
                <a16:creationId xmlns:a16="http://schemas.microsoft.com/office/drawing/2014/main" id="{6CAE8FA4-B0B2-F1CE-3366-15DE8B4B7E28}"/>
              </a:ext>
            </a:extLst>
          </p:cNvPr>
          <p:cNvSpPr/>
          <p:nvPr/>
        </p:nvSpPr>
        <p:spPr>
          <a:xfrm flipV="1">
            <a:off x="6147588" y="2705351"/>
            <a:ext cx="777716" cy="1577843"/>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F6BF427F-350D-1AEA-8DA3-6DCDDF1A58EB}"/>
              </a:ext>
            </a:extLst>
          </p:cNvPr>
          <p:cNvSpPr/>
          <p:nvPr/>
        </p:nvSpPr>
        <p:spPr>
          <a:xfrm flipV="1">
            <a:off x="6566414" y="3994755"/>
            <a:ext cx="1955894" cy="630312"/>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AFD08FE1-75A2-24CD-649B-8A5438EF7EF7}"/>
              </a:ext>
            </a:extLst>
          </p:cNvPr>
          <p:cNvSpPr/>
          <p:nvPr/>
        </p:nvSpPr>
        <p:spPr>
          <a:xfrm flipV="1">
            <a:off x="8148903" y="2733871"/>
            <a:ext cx="1638068" cy="1572635"/>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 name="Google Shape;299;p32">
            <a:extLst>
              <a:ext uri="{FF2B5EF4-FFF2-40B4-BE49-F238E27FC236}">
                <a16:creationId xmlns:a16="http://schemas.microsoft.com/office/drawing/2014/main" id="{F8600247-BF82-3BAC-DBDE-C8DAD67655BB}"/>
              </a:ext>
            </a:extLst>
          </p:cNvPr>
          <p:cNvSpPr/>
          <p:nvPr/>
        </p:nvSpPr>
        <p:spPr>
          <a:xfrm flipV="1">
            <a:off x="11003808" y="2733871"/>
            <a:ext cx="775122" cy="1574723"/>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87A19614-7EEA-A231-90E2-9B2443866F2D}"/>
              </a:ext>
            </a:extLst>
          </p:cNvPr>
          <p:cNvSpPr/>
          <p:nvPr/>
        </p:nvSpPr>
        <p:spPr>
          <a:xfrm flipV="1">
            <a:off x="9418761" y="4009001"/>
            <a:ext cx="1954578" cy="629283"/>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FFC000"/>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AD80C6F6-168A-319E-A799-74BF4B628A44}"/>
              </a:ext>
            </a:extLst>
          </p:cNvPr>
          <p:cNvSpPr/>
          <p:nvPr/>
        </p:nvSpPr>
        <p:spPr>
          <a:xfrm flipV="1">
            <a:off x="6547904" y="2385374"/>
            <a:ext cx="1954578" cy="630341"/>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2DA8DC76-D45A-2963-B31A-9CF2E6B5B9F1}"/>
              </a:ext>
            </a:extLst>
          </p:cNvPr>
          <p:cNvSpPr/>
          <p:nvPr/>
        </p:nvSpPr>
        <p:spPr>
          <a:xfrm flipV="1">
            <a:off x="8151462" y="2733872"/>
            <a:ext cx="1638104" cy="1573693"/>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A1AC315B-12E4-CBAD-6097-8D00B327AC47}"/>
              </a:ext>
            </a:extLst>
          </p:cNvPr>
          <p:cNvSpPr/>
          <p:nvPr/>
        </p:nvSpPr>
        <p:spPr>
          <a:xfrm flipV="1">
            <a:off x="8320716" y="4066293"/>
            <a:ext cx="153759" cy="123796"/>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EF93872F-F7F0-930B-B9BE-937B69F579F9}"/>
              </a:ext>
            </a:extLst>
          </p:cNvPr>
          <p:cNvSpPr/>
          <p:nvPr/>
        </p:nvSpPr>
        <p:spPr>
          <a:xfrm flipV="1">
            <a:off x="9587979" y="2786631"/>
            <a:ext cx="152479" cy="122765"/>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9BE0464B-A7E1-9627-CB12-4CDC2B37E01D}"/>
              </a:ext>
            </a:extLst>
          </p:cNvPr>
          <p:cNvSpPr/>
          <p:nvPr/>
        </p:nvSpPr>
        <p:spPr>
          <a:xfrm flipV="1">
            <a:off x="11051613" y="4146310"/>
            <a:ext cx="152444" cy="122765"/>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85BB268B-C3DC-C7E6-44CC-03D281D2FDAB}"/>
              </a:ext>
            </a:extLst>
          </p:cNvPr>
          <p:cNvSpPr/>
          <p:nvPr/>
        </p:nvSpPr>
        <p:spPr>
          <a:xfrm flipV="1">
            <a:off x="9467845" y="4050617"/>
            <a:ext cx="152479" cy="122765"/>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AAC9ECBE-999F-3FB5-AE2F-143652DC1FC6}"/>
              </a:ext>
            </a:extLst>
          </p:cNvPr>
          <p:cNvSpPr/>
          <p:nvPr/>
        </p:nvSpPr>
        <p:spPr>
          <a:xfrm flipV="1">
            <a:off x="8200582" y="2775472"/>
            <a:ext cx="153759" cy="123825"/>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87EA5E57-99BD-860A-4C27-78BB85C97E61}"/>
              </a:ext>
            </a:extLst>
          </p:cNvPr>
          <p:cNvSpPr txBox="1"/>
          <p:nvPr/>
        </p:nvSpPr>
        <p:spPr>
          <a:xfrm rot="18698352">
            <a:off x="8495995" y="3362790"/>
            <a:ext cx="846826"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C52EEEDE-D3DA-DBC4-4D72-817719FE579B}"/>
              </a:ext>
            </a:extLst>
          </p:cNvPr>
          <p:cNvSpPr txBox="1"/>
          <p:nvPr/>
        </p:nvSpPr>
        <p:spPr>
          <a:xfrm rot="2875983">
            <a:off x="10828217" y="2841246"/>
            <a:ext cx="885125" cy="338554"/>
          </a:xfrm>
          <a:prstGeom prst="rect">
            <a:avLst/>
          </a:prstGeom>
          <a:noFill/>
        </p:spPr>
        <p:txBody>
          <a:bodyPr wrap="square" rtlCol="0">
            <a:spAutoFit/>
          </a:bodyPr>
          <a:lstStyle/>
          <a:p>
            <a:r>
              <a:rPr lang="es-ES_tradnl" sz="16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FEB23118-2BA7-1DAA-DC78-890B00F2E42D}"/>
              </a:ext>
            </a:extLst>
          </p:cNvPr>
          <p:cNvSpPr txBox="1"/>
          <p:nvPr/>
        </p:nvSpPr>
        <p:spPr>
          <a:xfrm>
            <a:off x="9933275" y="4238832"/>
            <a:ext cx="901251" cy="338554"/>
          </a:xfrm>
          <a:prstGeom prst="rect">
            <a:avLst/>
          </a:prstGeom>
          <a:noFill/>
        </p:spPr>
        <p:txBody>
          <a:bodyPr wrap="square" rtlCol="0">
            <a:spAutoFit/>
          </a:bodyPr>
          <a:lstStyle/>
          <a:p>
            <a:r>
              <a:rPr lang="es-ES_tradnl" sz="16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3FE9691C-1C20-F719-B5FB-5E1CDDC8F129}"/>
              </a:ext>
            </a:extLst>
          </p:cNvPr>
          <p:cNvSpPr txBox="1"/>
          <p:nvPr/>
        </p:nvSpPr>
        <p:spPr>
          <a:xfrm rot="2606566">
            <a:off x="8296423" y="3007500"/>
            <a:ext cx="720895"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D771B31C-A783-4529-94C8-DAD4CF7C6A67}"/>
              </a:ext>
            </a:extLst>
          </p:cNvPr>
          <p:cNvSpPr txBox="1"/>
          <p:nvPr/>
        </p:nvSpPr>
        <p:spPr>
          <a:xfrm rot="18717501">
            <a:off x="6287541" y="2699193"/>
            <a:ext cx="840777" cy="338554"/>
          </a:xfrm>
          <a:prstGeom prst="rect">
            <a:avLst/>
          </a:prstGeom>
          <a:noFill/>
        </p:spPr>
        <p:txBody>
          <a:bodyPr wrap="square" rtlCol="0">
            <a:spAutoFit/>
          </a:bodyPr>
          <a:lstStyle/>
          <a:p>
            <a:r>
              <a:rPr lang="es-ES_tradnl" sz="16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5ACCC50E-96FE-BA38-C402-7D55FC7CE66F}"/>
              </a:ext>
            </a:extLst>
          </p:cNvPr>
          <p:cNvSpPr txBox="1"/>
          <p:nvPr/>
        </p:nvSpPr>
        <p:spPr>
          <a:xfrm>
            <a:off x="7332597" y="4240737"/>
            <a:ext cx="611417" cy="338554"/>
          </a:xfrm>
          <a:prstGeom prst="rect">
            <a:avLst/>
          </a:prstGeom>
          <a:noFill/>
        </p:spPr>
        <p:txBody>
          <a:bodyPr wrap="square" rtlCol="0">
            <a:spAutoFit/>
          </a:bodyPr>
          <a:lstStyle/>
          <a:p>
            <a:r>
              <a:rPr lang="es-ES_tradnl" sz="16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5918454A-87F9-EBAB-21A2-E619F89E5E8C}"/>
              </a:ext>
            </a:extLst>
          </p:cNvPr>
          <p:cNvSpPr txBox="1"/>
          <p:nvPr/>
        </p:nvSpPr>
        <p:spPr>
          <a:xfrm>
            <a:off x="7014715" y="2926105"/>
            <a:ext cx="997905" cy="646331"/>
          </a:xfrm>
          <a:prstGeom prst="rect">
            <a:avLst/>
          </a:prstGeom>
          <a:noFill/>
        </p:spPr>
        <p:txBody>
          <a:bodyPr wrap="square" rtlCol="0">
            <a:spAutoFit/>
          </a:bodyPr>
          <a:lstStyle/>
          <a:p>
            <a:pPr algn="ctr"/>
            <a:r>
              <a:rPr lang="es-ES_tradnl" sz="3600" b="1" dirty="0">
                <a:solidFill>
                  <a:srgbClr val="19D65F"/>
                </a:solidFill>
                <a:latin typeface="Roboto" panose="02000000000000000000" pitchFamily="2" charset="0"/>
                <a:ea typeface="Roboto" panose="02000000000000000000" pitchFamily="2" charset="0"/>
                <a:cs typeface="Roboto" panose="02000000000000000000" pitchFamily="2" charset="0"/>
              </a:rPr>
              <a:t>Dev</a:t>
            </a:r>
          </a:p>
        </p:txBody>
      </p:sp>
      <p:sp>
        <p:nvSpPr>
          <p:cNvPr id="66" name="CuadroTexto 65">
            <a:extLst>
              <a:ext uri="{FF2B5EF4-FFF2-40B4-BE49-F238E27FC236}">
                <a16:creationId xmlns:a16="http://schemas.microsoft.com/office/drawing/2014/main" id="{1B8BB922-B716-2085-A90A-8F81A7BEFE54}"/>
              </a:ext>
            </a:extLst>
          </p:cNvPr>
          <p:cNvSpPr txBox="1"/>
          <p:nvPr/>
        </p:nvSpPr>
        <p:spPr>
          <a:xfrm>
            <a:off x="9884305" y="2904424"/>
            <a:ext cx="1060514" cy="646331"/>
          </a:xfrm>
          <a:prstGeom prst="rect">
            <a:avLst/>
          </a:prstGeom>
          <a:noFill/>
        </p:spPr>
        <p:txBody>
          <a:bodyPr wrap="square" rtlCol="0">
            <a:spAutoFit/>
          </a:bodyPr>
          <a:lstStyle/>
          <a:p>
            <a:pPr algn="ctr"/>
            <a:r>
              <a:rPr lang="es-ES_tradnl" sz="36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3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379D8FAD-318B-AA61-A78C-9BE738FBC1DA}"/>
              </a:ext>
            </a:extLst>
          </p:cNvPr>
          <p:cNvGrpSpPr/>
          <p:nvPr/>
        </p:nvGrpSpPr>
        <p:grpSpPr>
          <a:xfrm>
            <a:off x="9265039" y="2899528"/>
            <a:ext cx="301987" cy="295498"/>
            <a:chOff x="4811734" y="1535585"/>
            <a:chExt cx="609172" cy="609172"/>
          </a:xfrm>
        </p:grpSpPr>
        <p:sp>
          <p:nvSpPr>
            <p:cNvPr id="2" name="Rectángulo redondeado 1">
              <a:extLst>
                <a:ext uri="{FF2B5EF4-FFF2-40B4-BE49-F238E27FC236}">
                  <a16:creationId xmlns:a16="http://schemas.microsoft.com/office/drawing/2014/main" id="{A2DD1C8D-3A24-7169-5F5A-AA26EA4D53D0}"/>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761797A2-7F76-9DC5-1CA6-50B521AA08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D309DED7-EDA5-96FA-21CD-5D54FD3B05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1592" y="3576777"/>
            <a:ext cx="358520" cy="440002"/>
          </a:xfrm>
          <a:prstGeom prst="rect">
            <a:avLst/>
          </a:prstGeom>
        </p:spPr>
      </p:pic>
      <p:pic>
        <p:nvPicPr>
          <p:cNvPr id="82" name="Gráfico 81">
            <a:extLst>
              <a:ext uri="{FF2B5EF4-FFF2-40B4-BE49-F238E27FC236}">
                <a16:creationId xmlns:a16="http://schemas.microsoft.com/office/drawing/2014/main" id="{669EC16F-191F-6D85-5B6F-9D24A41A0E8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70352" y="3612287"/>
            <a:ext cx="365533" cy="448609"/>
          </a:xfrm>
          <a:prstGeom prst="rect">
            <a:avLst/>
          </a:prstGeom>
        </p:spPr>
      </p:pic>
      <p:pic>
        <p:nvPicPr>
          <p:cNvPr id="34" name="Gráfico 33">
            <a:extLst>
              <a:ext uri="{FF2B5EF4-FFF2-40B4-BE49-F238E27FC236}">
                <a16:creationId xmlns:a16="http://schemas.microsoft.com/office/drawing/2014/main" id="{9510BA21-D970-E168-9D59-21D44988388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7351" y="3653128"/>
            <a:ext cx="385491" cy="385491"/>
          </a:xfrm>
          <a:prstGeom prst="rect">
            <a:avLst/>
          </a:prstGeom>
        </p:spPr>
      </p:pic>
      <p:pic>
        <p:nvPicPr>
          <p:cNvPr id="36" name="Gráfico 35">
            <a:extLst>
              <a:ext uri="{FF2B5EF4-FFF2-40B4-BE49-F238E27FC236}">
                <a16:creationId xmlns:a16="http://schemas.microsoft.com/office/drawing/2014/main" id="{16DAB899-9B2B-64ED-E247-B0E09A5742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7579773" y="2452258"/>
            <a:ext cx="319990" cy="319990"/>
          </a:xfrm>
          <a:prstGeom prst="rect">
            <a:avLst/>
          </a:prstGeom>
        </p:spPr>
      </p:pic>
      <p:pic>
        <p:nvPicPr>
          <p:cNvPr id="38" name="Gráfico 37">
            <a:extLst>
              <a:ext uri="{FF2B5EF4-FFF2-40B4-BE49-F238E27FC236}">
                <a16:creationId xmlns:a16="http://schemas.microsoft.com/office/drawing/2014/main" id="{24F1D4F4-725D-320E-52CD-E7D2706DF5B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175099" y="2437177"/>
            <a:ext cx="353776" cy="353776"/>
          </a:xfrm>
          <a:prstGeom prst="rect">
            <a:avLst/>
          </a:prstGeom>
        </p:spPr>
      </p:pic>
      <p:pic>
        <p:nvPicPr>
          <p:cNvPr id="68" name="Gráfico 67">
            <a:extLst>
              <a:ext uri="{FF2B5EF4-FFF2-40B4-BE49-F238E27FC236}">
                <a16:creationId xmlns:a16="http://schemas.microsoft.com/office/drawing/2014/main" id="{DCBAECC8-E9C2-71AF-5911-EBCDF05808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291697" y="3611367"/>
            <a:ext cx="348455" cy="348455"/>
          </a:xfrm>
          <a:prstGeom prst="rect">
            <a:avLst/>
          </a:prstGeom>
        </p:spPr>
      </p:pic>
      <p:pic>
        <p:nvPicPr>
          <p:cNvPr id="70" name="Gráfico 69">
            <a:extLst>
              <a:ext uri="{FF2B5EF4-FFF2-40B4-BE49-F238E27FC236}">
                <a16:creationId xmlns:a16="http://schemas.microsoft.com/office/drawing/2014/main" id="{5A9831C8-47C4-19A6-FCA2-F18A92034CA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97665" y="4100112"/>
            <a:ext cx="299116" cy="299116"/>
          </a:xfrm>
          <a:prstGeom prst="rect">
            <a:avLst/>
          </a:prstGeom>
        </p:spPr>
      </p:pic>
      <p:grpSp>
        <p:nvGrpSpPr>
          <p:cNvPr id="6" name="Grupo 5">
            <a:extLst>
              <a:ext uri="{FF2B5EF4-FFF2-40B4-BE49-F238E27FC236}">
                <a16:creationId xmlns:a16="http://schemas.microsoft.com/office/drawing/2014/main" id="{E137336C-3051-82BA-9E1D-8C9AB250C6C6}"/>
              </a:ext>
            </a:extLst>
          </p:cNvPr>
          <p:cNvGrpSpPr/>
          <p:nvPr/>
        </p:nvGrpSpPr>
        <p:grpSpPr>
          <a:xfrm>
            <a:off x="0" y="6351557"/>
            <a:ext cx="12181224" cy="466928"/>
            <a:chOff x="1" y="0"/>
            <a:chExt cx="12181224" cy="466928"/>
          </a:xfrm>
        </p:grpSpPr>
        <p:sp>
          <p:nvSpPr>
            <p:cNvPr id="7" name="Rectángulo 6">
              <a:extLst>
                <a:ext uri="{FF2B5EF4-FFF2-40B4-BE49-F238E27FC236}">
                  <a16:creationId xmlns:a16="http://schemas.microsoft.com/office/drawing/2014/main" id="{EED0CA40-E314-0292-1618-3F9E42503471}"/>
                </a:ext>
              </a:extLst>
            </p:cNvPr>
            <p:cNvSpPr/>
            <p:nvPr/>
          </p:nvSpPr>
          <p:spPr>
            <a:xfrm>
              <a:off x="1" y="0"/>
              <a:ext cx="2468947" cy="466928"/>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b="1" dirty="0">
                  <a:solidFill>
                    <a:srgbClr val="8B1B3F"/>
                  </a:solidFill>
                </a:rPr>
                <a:t>PROVIDER EVENTS (</a:t>
              </a:r>
              <a:r>
                <a:rPr lang="es-ES_tradnl" b="1" dirty="0" err="1">
                  <a:solidFill>
                    <a:srgbClr val="8B1B3F"/>
                  </a:solidFill>
                </a:rPr>
                <a:t>pe</a:t>
              </a:r>
              <a:r>
                <a:rPr lang="es-ES_tradnl" b="1" baseline="-25000" dirty="0" err="1">
                  <a:solidFill>
                    <a:srgbClr val="8B1B3F"/>
                  </a:solidFill>
                </a:rPr>
                <a:t>j</a:t>
              </a:r>
              <a:r>
                <a:rPr lang="es-ES_tradnl" b="1" dirty="0">
                  <a:solidFill>
                    <a:srgbClr val="8B1B3F"/>
                  </a:solidFill>
                </a:rPr>
                <a:t>)</a:t>
              </a:r>
            </a:p>
          </p:txBody>
        </p:sp>
        <p:sp>
          <p:nvSpPr>
            <p:cNvPr id="8" name="Rectángulo 7">
              <a:extLst>
                <a:ext uri="{FF2B5EF4-FFF2-40B4-BE49-F238E27FC236}">
                  <a16:creationId xmlns:a16="http://schemas.microsoft.com/office/drawing/2014/main" id="{919EF5B1-9683-D2CA-FBAA-B798A80360AC}"/>
                </a:ext>
              </a:extLst>
            </p:cNvPr>
            <p:cNvSpPr/>
            <p:nvPr/>
          </p:nvSpPr>
          <p:spPr>
            <a:xfrm>
              <a:off x="2393344" y="0"/>
              <a:ext cx="2249096"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1 (new plan)</a:t>
              </a:r>
            </a:p>
          </p:txBody>
        </p:sp>
        <p:sp>
          <p:nvSpPr>
            <p:cNvPr id="18" name="Rectángulo 17">
              <a:extLst>
                <a:ext uri="{FF2B5EF4-FFF2-40B4-BE49-F238E27FC236}">
                  <a16:creationId xmlns:a16="http://schemas.microsoft.com/office/drawing/2014/main" id="{CD1AEF11-2C8A-3D33-7D62-2D43BBFA9841}"/>
                </a:ext>
              </a:extLst>
            </p:cNvPr>
            <p:cNvSpPr/>
            <p:nvPr/>
          </p:nvSpPr>
          <p:spPr>
            <a:xfrm>
              <a:off x="693385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a:t>pe</a:t>
              </a:r>
              <a:r>
                <a:rPr lang="es-ES_tradnl" sz="2400" baseline="-25000" dirty="0"/>
                <a:t>3 (</a:t>
              </a:r>
              <a:r>
                <a:rPr lang="es-ES_tradnl" sz="2400" baseline="-25000" dirty="0" err="1"/>
                <a:t>price</a:t>
              </a:r>
              <a:r>
                <a:rPr lang="es-ES_tradnl" sz="2400" baseline="-25000" dirty="0"/>
                <a:t> </a:t>
              </a:r>
              <a:r>
                <a:rPr lang="es-ES_tradnl" sz="2400" baseline="-25000" dirty="0" err="1"/>
                <a:t>change</a:t>
              </a:r>
              <a:r>
                <a:rPr lang="es-ES_tradnl" sz="2400" baseline="-25000" dirty="0"/>
                <a:t>)</a:t>
              </a:r>
            </a:p>
          </p:txBody>
        </p:sp>
        <p:sp>
          <p:nvSpPr>
            <p:cNvPr id="20" name="Rectángulo 19">
              <a:extLst>
                <a:ext uri="{FF2B5EF4-FFF2-40B4-BE49-F238E27FC236}">
                  <a16:creationId xmlns:a16="http://schemas.microsoft.com/office/drawing/2014/main" id="{EDBCB071-44DC-C672-EC9D-A216AA6EDA32}"/>
                </a:ext>
              </a:extLst>
            </p:cNvPr>
            <p:cNvSpPr/>
            <p:nvPr/>
          </p:nvSpPr>
          <p:spPr>
            <a:xfrm>
              <a:off x="9556825" y="0"/>
              <a:ext cx="2624400" cy="4669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400" dirty="0" err="1"/>
                <a:t>pe</a:t>
              </a:r>
              <a:r>
                <a:rPr lang="es-ES_tradnl" sz="2400" baseline="-25000" dirty="0" err="1"/>
                <a:t>j</a:t>
              </a:r>
              <a:r>
                <a:rPr lang="es-ES_tradnl" sz="2400" baseline="-25000" dirty="0"/>
                <a:t> (</a:t>
              </a:r>
              <a:r>
                <a:rPr lang="es-ES_tradnl" sz="2400" baseline="-25000" dirty="0" err="1"/>
                <a:t>feature</a:t>
              </a:r>
              <a:r>
                <a:rPr lang="es-ES_tradnl" sz="2400" baseline="-25000" dirty="0"/>
                <a:t> </a:t>
              </a:r>
              <a:r>
                <a:rPr lang="es-ES_tradnl" sz="2400" baseline="-25000" dirty="0" err="1"/>
                <a:t>reallocation</a:t>
              </a:r>
              <a:r>
                <a:rPr lang="es-ES_tradnl" sz="2400" baseline="-25000" dirty="0"/>
                <a:t>)</a:t>
              </a:r>
            </a:p>
          </p:txBody>
        </p:sp>
      </p:grpSp>
      <p:cxnSp>
        <p:nvCxnSpPr>
          <p:cNvPr id="23" name="Conector recto 22">
            <a:extLst>
              <a:ext uri="{FF2B5EF4-FFF2-40B4-BE49-F238E27FC236}">
                <a16:creationId xmlns:a16="http://schemas.microsoft.com/office/drawing/2014/main" id="{8CF336B2-13DC-5032-BF14-08CFECA5A105}"/>
              </a:ext>
            </a:extLst>
          </p:cNvPr>
          <p:cNvCxnSpPr>
            <a:cxnSpLocks/>
          </p:cNvCxnSpPr>
          <p:nvPr/>
        </p:nvCxnSpPr>
        <p:spPr>
          <a:xfrm>
            <a:off x="0" y="6360238"/>
            <a:ext cx="12192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Conector recto de flecha 23">
            <a:extLst>
              <a:ext uri="{FF2B5EF4-FFF2-40B4-BE49-F238E27FC236}">
                <a16:creationId xmlns:a16="http://schemas.microsoft.com/office/drawing/2014/main" id="{37E413C5-9223-BBC9-6D26-95FD6C63AAFF}"/>
              </a:ext>
            </a:extLst>
          </p:cNvPr>
          <p:cNvCxnSpPr/>
          <p:nvPr/>
        </p:nvCxnSpPr>
        <p:spPr>
          <a:xfrm>
            <a:off x="0" y="6360238"/>
            <a:ext cx="12203896" cy="0"/>
          </a:xfrm>
          <a:prstGeom prst="straightConnector1">
            <a:avLst/>
          </a:prstGeom>
          <a:ln w="25400">
            <a:solidFill>
              <a:srgbClr val="8B1B3F"/>
            </a:solidFill>
            <a:tailEnd type="arrow" w="lg" len="lg"/>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321B604D-7A27-1C60-528A-8C32A99BD737}"/>
              </a:ext>
            </a:extLst>
          </p:cNvPr>
          <p:cNvSpPr/>
          <p:nvPr/>
        </p:nvSpPr>
        <p:spPr>
          <a:xfrm>
            <a:off x="338453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26" name="Elipse 25">
            <a:extLst>
              <a:ext uri="{FF2B5EF4-FFF2-40B4-BE49-F238E27FC236}">
                <a16:creationId xmlns:a16="http://schemas.microsoft.com/office/drawing/2014/main" id="{0D7CBAE8-549C-D782-DF48-38F829E3DB8A}"/>
              </a:ext>
            </a:extLst>
          </p:cNvPr>
          <p:cNvSpPr/>
          <p:nvPr/>
        </p:nvSpPr>
        <p:spPr>
          <a:xfrm>
            <a:off x="8252964" y="6296705"/>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sp>
        <p:nvSpPr>
          <p:cNvPr id="32" name="Elipse 31">
            <a:extLst>
              <a:ext uri="{FF2B5EF4-FFF2-40B4-BE49-F238E27FC236}">
                <a16:creationId xmlns:a16="http://schemas.microsoft.com/office/drawing/2014/main" id="{16528A58-3FB0-247D-F864-686BF037ACAE}"/>
              </a:ext>
            </a:extLst>
          </p:cNvPr>
          <p:cNvSpPr/>
          <p:nvPr/>
        </p:nvSpPr>
        <p:spPr>
          <a:xfrm>
            <a:off x="10619563" y="6305791"/>
            <a:ext cx="144000" cy="144000"/>
          </a:xfrm>
          <a:prstGeom prst="ellipse">
            <a:avLst/>
          </a:prstGeom>
          <a:solidFill>
            <a:schemeClr val="bg1"/>
          </a:solidFill>
          <a:ln>
            <a:solidFill>
              <a:srgbClr val="8B1B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8B1B3F"/>
              </a:solidFill>
            </a:endParaRPr>
          </a:p>
        </p:txBody>
      </p:sp>
      <p:grpSp>
        <p:nvGrpSpPr>
          <p:cNvPr id="33" name="Grupo 32">
            <a:extLst>
              <a:ext uri="{FF2B5EF4-FFF2-40B4-BE49-F238E27FC236}">
                <a16:creationId xmlns:a16="http://schemas.microsoft.com/office/drawing/2014/main" id="{12A9D2CA-2D26-7375-EAF3-72CD528D8DAB}"/>
              </a:ext>
            </a:extLst>
          </p:cNvPr>
          <p:cNvGrpSpPr/>
          <p:nvPr/>
        </p:nvGrpSpPr>
        <p:grpSpPr>
          <a:xfrm>
            <a:off x="9209850" y="6602889"/>
            <a:ext cx="357750" cy="72000"/>
            <a:chOff x="2825645" y="5031746"/>
            <a:chExt cx="357750" cy="72000"/>
          </a:xfrm>
          <a:solidFill>
            <a:schemeClr val="tx1"/>
          </a:solidFill>
        </p:grpSpPr>
        <p:sp>
          <p:nvSpPr>
            <p:cNvPr id="35" name="Elipse 34">
              <a:extLst>
                <a:ext uri="{FF2B5EF4-FFF2-40B4-BE49-F238E27FC236}">
                  <a16:creationId xmlns:a16="http://schemas.microsoft.com/office/drawing/2014/main" id="{A4B0CAC9-877F-A73F-EADB-7A901C102248}"/>
                </a:ext>
              </a:extLst>
            </p:cNvPr>
            <p:cNvSpPr/>
            <p:nvPr/>
          </p:nvSpPr>
          <p:spPr>
            <a:xfrm>
              <a:off x="282564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917363C6-502F-43D1-CE13-B27CA7695211}"/>
                </a:ext>
              </a:extLst>
            </p:cNvPr>
            <p:cNvSpPr/>
            <p:nvPr/>
          </p:nvSpPr>
          <p:spPr>
            <a:xfrm>
              <a:off x="2968520"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Elipse 42">
              <a:extLst>
                <a:ext uri="{FF2B5EF4-FFF2-40B4-BE49-F238E27FC236}">
                  <a16:creationId xmlns:a16="http://schemas.microsoft.com/office/drawing/2014/main" id="{B5FD609B-34A8-9D96-8295-305E3B0116B2}"/>
                </a:ext>
              </a:extLst>
            </p:cNvPr>
            <p:cNvSpPr/>
            <p:nvPr/>
          </p:nvSpPr>
          <p:spPr>
            <a:xfrm>
              <a:off x="3111395" y="5031746"/>
              <a:ext cx="72000" cy="72000"/>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cxnSp>
        <p:nvCxnSpPr>
          <p:cNvPr id="50" name="Conector recto 49">
            <a:extLst>
              <a:ext uri="{FF2B5EF4-FFF2-40B4-BE49-F238E27FC236}">
                <a16:creationId xmlns:a16="http://schemas.microsoft.com/office/drawing/2014/main" id="{F16535CD-16B7-9683-BA78-F05A0AE06470}"/>
              </a:ext>
            </a:extLst>
          </p:cNvPr>
          <p:cNvCxnSpPr>
            <a:cxnSpLocks/>
          </p:cNvCxnSpPr>
          <p:nvPr/>
        </p:nvCxnSpPr>
        <p:spPr>
          <a:xfrm>
            <a:off x="2510725" y="6351557"/>
            <a:ext cx="0" cy="506443"/>
          </a:xfrm>
          <a:prstGeom prst="line">
            <a:avLst/>
          </a:prstGeom>
          <a:ln w="28575">
            <a:solidFill>
              <a:srgbClr val="8B1B3F"/>
            </a:solidFill>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0EFA9718-B02F-D7E3-4B68-444A78D88C5D}"/>
              </a:ext>
            </a:extLst>
          </p:cNvPr>
          <p:cNvSpPr txBox="1"/>
          <p:nvPr/>
        </p:nvSpPr>
        <p:spPr>
          <a:xfrm>
            <a:off x="568888" y="2092986"/>
            <a:ext cx="4235455"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1.</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&amp;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Modeling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2" name="CuadroTexto 11">
            <a:extLst>
              <a:ext uri="{FF2B5EF4-FFF2-40B4-BE49-F238E27FC236}">
                <a16:creationId xmlns:a16="http://schemas.microsoft.com/office/drawing/2014/main" id="{FF929317-0867-9247-9ECB-F048AD0BFC6B}"/>
              </a:ext>
            </a:extLst>
          </p:cNvPr>
          <p:cNvSpPr txBox="1"/>
          <p:nvPr/>
        </p:nvSpPr>
        <p:spPr>
          <a:xfrm>
            <a:off x="568887" y="2664495"/>
            <a:ext cx="40735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2.</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Pricing</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Design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Methodologies</a:t>
            </a:r>
            <a:r>
              <a:rPr lang="es-ES_tradnl" sz="2000" dirty="0">
                <a:latin typeface="Roboto" panose="02000000000000000000" pitchFamily="2" charset="0"/>
                <a:ea typeface="Roboto" panose="02000000000000000000" pitchFamily="2" charset="0"/>
                <a:cs typeface="Roboto" panose="02000000000000000000" pitchFamily="2" charset="0"/>
              </a:rPr>
              <a:t> </a:t>
            </a:r>
          </a:p>
        </p:txBody>
      </p:sp>
      <p:sp>
        <p:nvSpPr>
          <p:cNvPr id="13" name="CuadroTexto 12">
            <a:extLst>
              <a:ext uri="{FF2B5EF4-FFF2-40B4-BE49-F238E27FC236}">
                <a16:creationId xmlns:a16="http://schemas.microsoft.com/office/drawing/2014/main" id="{C72C3C8B-FC3D-612F-626D-B02B512B1880}"/>
              </a:ext>
            </a:extLst>
          </p:cNvPr>
          <p:cNvSpPr txBox="1"/>
          <p:nvPr/>
        </p:nvSpPr>
        <p:spPr>
          <a:xfrm>
            <a:off x="568887" y="3280048"/>
            <a:ext cx="4818948"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3.</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a:latin typeface="Roboto" panose="02000000000000000000" pitchFamily="2" charset="0"/>
                <a:ea typeface="Roboto" panose="02000000000000000000" pitchFamily="2" charset="0"/>
                <a:cs typeface="Roboto" panose="02000000000000000000" pitchFamily="2" charset="0"/>
              </a:rPr>
              <a:t>PRICING-DRIVEN SELF-ADAPTATION</a:t>
            </a:r>
            <a:endParaRPr lang="es-ES_tradnl" dirty="0">
              <a:latin typeface="Roboto" panose="02000000000000000000" pitchFamily="2" charset="0"/>
              <a:ea typeface="Roboto" panose="02000000000000000000" pitchFamily="2" charset="0"/>
              <a:cs typeface="Roboto" panose="02000000000000000000" pitchFamily="2" charset="0"/>
            </a:endParaRPr>
          </a:p>
        </p:txBody>
      </p:sp>
      <p:sp>
        <p:nvSpPr>
          <p:cNvPr id="14" name="CuadroTexto 13">
            <a:extLst>
              <a:ext uri="{FF2B5EF4-FFF2-40B4-BE49-F238E27FC236}">
                <a16:creationId xmlns:a16="http://schemas.microsoft.com/office/drawing/2014/main" id="{631155E4-5024-A058-0E9E-2492D9DF33A2}"/>
              </a:ext>
            </a:extLst>
          </p:cNvPr>
          <p:cNvSpPr txBox="1"/>
          <p:nvPr/>
        </p:nvSpPr>
        <p:spPr>
          <a:xfrm>
            <a:off x="568886" y="3847387"/>
            <a:ext cx="436690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4.</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Subscription</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Compliance</a:t>
            </a:r>
            <a:r>
              <a:rPr lang="es-ES_tradnl" sz="2000" dirty="0">
                <a:latin typeface="Roboto" panose="02000000000000000000" pitchFamily="2" charset="0"/>
                <a:ea typeface="Roboto" panose="02000000000000000000" pitchFamily="2" charset="0"/>
                <a:cs typeface="Roboto" panose="02000000000000000000" pitchFamily="2" charset="0"/>
              </a:rPr>
              <a:t> </a:t>
            </a:r>
            <a:r>
              <a:rPr lang="es-ES_tradnl" sz="2000" dirty="0" err="1">
                <a:latin typeface="Roboto" panose="02000000000000000000" pitchFamily="2" charset="0"/>
                <a:ea typeface="Roboto" panose="02000000000000000000" pitchFamily="2" charset="0"/>
                <a:cs typeface="Roboto" panose="02000000000000000000" pitchFamily="2" charset="0"/>
              </a:rPr>
              <a:t>Testing</a:t>
            </a:r>
            <a:endParaRPr lang="es-ES_tradnl" sz="2000" dirty="0">
              <a:latin typeface="Roboto" panose="02000000000000000000" pitchFamily="2" charset="0"/>
              <a:ea typeface="Roboto" panose="02000000000000000000" pitchFamily="2" charset="0"/>
              <a:cs typeface="Roboto" panose="02000000000000000000" pitchFamily="2" charset="0"/>
            </a:endParaRPr>
          </a:p>
        </p:txBody>
      </p:sp>
      <p:sp>
        <p:nvSpPr>
          <p:cNvPr id="15" name="CuadroTexto 14">
            <a:extLst>
              <a:ext uri="{FF2B5EF4-FFF2-40B4-BE49-F238E27FC236}">
                <a16:creationId xmlns:a16="http://schemas.microsoft.com/office/drawing/2014/main" id="{C1612A94-6DDF-1692-338C-4C94C3EA4756}"/>
              </a:ext>
            </a:extLst>
          </p:cNvPr>
          <p:cNvSpPr txBox="1"/>
          <p:nvPr/>
        </p:nvSpPr>
        <p:spPr>
          <a:xfrm>
            <a:off x="568886" y="4414726"/>
            <a:ext cx="4233851" cy="584775"/>
          </a:xfrm>
          <a:prstGeom prst="rect">
            <a:avLst/>
          </a:prstGeom>
          <a:noFill/>
        </p:spPr>
        <p:txBody>
          <a:bodyPr wrap="none" rtlCol="0">
            <a:spAutoFit/>
          </a:bodyPr>
          <a:lstStyle/>
          <a:p>
            <a:r>
              <a:rPr lang="es-ES_tradnl" sz="3200" b="1" dirty="0">
                <a:solidFill>
                  <a:srgbClr val="881436"/>
                </a:solidFill>
                <a:latin typeface="Roboto" panose="02000000000000000000" pitchFamily="2" charset="0"/>
                <a:ea typeface="Roboto" panose="02000000000000000000" pitchFamily="2" charset="0"/>
                <a:cs typeface="Roboto" panose="02000000000000000000" pitchFamily="2" charset="0"/>
              </a:rPr>
              <a:t>5.</a:t>
            </a:r>
            <a:r>
              <a:rPr lang="es-ES_tradnl"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Automated</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Analysis</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of</a:t>
            </a:r>
            <a:r>
              <a:rPr lang="es-ES_tradnl" sz="2000" b="1" dirty="0">
                <a:latin typeface="Roboto" panose="02000000000000000000" pitchFamily="2" charset="0"/>
                <a:ea typeface="Roboto" panose="02000000000000000000" pitchFamily="2" charset="0"/>
                <a:cs typeface="Roboto" panose="02000000000000000000" pitchFamily="2" charset="0"/>
              </a:rPr>
              <a:t> </a:t>
            </a:r>
            <a:r>
              <a:rPr lang="es-ES_tradnl" sz="2000" b="1" dirty="0" err="1">
                <a:latin typeface="Roboto" panose="02000000000000000000" pitchFamily="2" charset="0"/>
                <a:ea typeface="Roboto" panose="02000000000000000000" pitchFamily="2" charset="0"/>
                <a:cs typeface="Roboto" panose="02000000000000000000" pitchFamily="2" charset="0"/>
              </a:rPr>
              <a:t>Pricings</a:t>
            </a:r>
            <a:endParaRPr lang="es-ES_tradnl" sz="2000" b="1" dirty="0">
              <a:latin typeface="Roboto" panose="02000000000000000000" pitchFamily="2" charset="0"/>
              <a:ea typeface="Roboto" panose="02000000000000000000" pitchFamily="2" charset="0"/>
              <a:cs typeface="Roboto" panose="02000000000000000000" pitchFamily="2" charset="0"/>
            </a:endParaRPr>
          </a:p>
        </p:txBody>
      </p:sp>
      <p:sp>
        <p:nvSpPr>
          <p:cNvPr id="31" name="Rectángulo 30">
            <a:extLst>
              <a:ext uri="{FF2B5EF4-FFF2-40B4-BE49-F238E27FC236}">
                <a16:creationId xmlns:a16="http://schemas.microsoft.com/office/drawing/2014/main" id="{60D4F1A5-4F69-14CD-D8E1-78D6B2378EBD}"/>
              </a:ext>
            </a:extLst>
          </p:cNvPr>
          <p:cNvSpPr/>
          <p:nvPr/>
        </p:nvSpPr>
        <p:spPr>
          <a:xfrm>
            <a:off x="5387835" y="1262743"/>
            <a:ext cx="6695308" cy="4865914"/>
          </a:xfrm>
          <a:prstGeom prst="rect">
            <a:avLst/>
          </a:prstGeom>
          <a:solidFill>
            <a:schemeClr val="bg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9" name="Imagen 8" descr="Gráfico&#10;&#10;Descripción generada automáticamente">
            <a:extLst>
              <a:ext uri="{FF2B5EF4-FFF2-40B4-BE49-F238E27FC236}">
                <a16:creationId xmlns:a16="http://schemas.microsoft.com/office/drawing/2014/main" id="{BEA1DBDA-87AD-50E8-ADFC-0B49831E5E7D}"/>
              </a:ext>
            </a:extLst>
          </p:cNvPr>
          <p:cNvPicPr>
            <a:picLocks noChangeAspect="1"/>
          </p:cNvPicPr>
          <p:nvPr/>
        </p:nvPicPr>
        <p:blipFill>
          <a:blip r:embed="rId19">
            <a:extLst>
              <a:ext uri="{28A0092B-C50C-407E-A947-70E740481C1C}">
                <a14:useLocalDpi xmlns:a14="http://schemas.microsoft.com/office/drawing/2010/main" val="0"/>
              </a:ext>
            </a:extLst>
          </a:blip>
          <a:srcRect l="51041" t="42136" b="12726"/>
          <a:stretch/>
        </p:blipFill>
        <p:spPr>
          <a:xfrm>
            <a:off x="6122505" y="1527173"/>
            <a:ext cx="5737859" cy="4438613"/>
          </a:xfrm>
          <a:prstGeom prst="rect">
            <a:avLst/>
          </a:prstGeom>
        </p:spPr>
      </p:pic>
      <p:grpSp>
        <p:nvGrpSpPr>
          <p:cNvPr id="30" name="Grupo 29">
            <a:extLst>
              <a:ext uri="{FF2B5EF4-FFF2-40B4-BE49-F238E27FC236}">
                <a16:creationId xmlns:a16="http://schemas.microsoft.com/office/drawing/2014/main" id="{7DDBB186-0760-EC95-2628-17506479038A}"/>
              </a:ext>
            </a:extLst>
          </p:cNvPr>
          <p:cNvGrpSpPr/>
          <p:nvPr/>
        </p:nvGrpSpPr>
        <p:grpSpPr>
          <a:xfrm>
            <a:off x="5830770" y="2497799"/>
            <a:ext cx="5976649" cy="2448337"/>
            <a:chOff x="5830770" y="2497799"/>
            <a:chExt cx="5976649" cy="2448337"/>
          </a:xfrm>
        </p:grpSpPr>
        <p:pic>
          <p:nvPicPr>
            <p:cNvPr id="22" name="Imagen 21" descr="Forma&#10;&#10;Descripción generada automáticamente">
              <a:extLst>
                <a:ext uri="{FF2B5EF4-FFF2-40B4-BE49-F238E27FC236}">
                  <a16:creationId xmlns:a16="http://schemas.microsoft.com/office/drawing/2014/main" id="{933F2128-5FDB-6CF6-3AC6-C136D823025B}"/>
                </a:ext>
              </a:extLst>
            </p:cNvPr>
            <p:cNvPicPr>
              <a:picLocks noChangeAspect="1"/>
            </p:cNvPicPr>
            <p:nvPr/>
          </p:nvPicPr>
          <p:blipFill>
            <a:blip r:embed="rId20">
              <a:extLst>
                <a:ext uri="{28A0092B-C50C-407E-A947-70E740481C1C}">
                  <a14:useLocalDpi xmlns:a14="http://schemas.microsoft.com/office/drawing/2010/main" val="0"/>
                </a:ext>
              </a:extLst>
            </a:blip>
            <a:srcRect r="24959"/>
            <a:stretch/>
          </p:blipFill>
          <p:spPr>
            <a:xfrm>
              <a:off x="5830770" y="2497799"/>
              <a:ext cx="2412074" cy="2091165"/>
            </a:xfrm>
            <a:prstGeom prst="rect">
              <a:avLst/>
            </a:prstGeom>
          </p:spPr>
        </p:pic>
        <p:pic>
          <p:nvPicPr>
            <p:cNvPr id="27" name="Imagen 26" descr="Forma&#10;&#10;Descripción generada automáticamente">
              <a:extLst>
                <a:ext uri="{FF2B5EF4-FFF2-40B4-BE49-F238E27FC236}">
                  <a16:creationId xmlns:a16="http://schemas.microsoft.com/office/drawing/2014/main" id="{238F6EF6-BF12-83EC-46BE-31BAA864B9C1}"/>
                </a:ext>
              </a:extLst>
            </p:cNvPr>
            <p:cNvPicPr>
              <a:picLocks noChangeAspect="1"/>
            </p:cNvPicPr>
            <p:nvPr/>
          </p:nvPicPr>
          <p:blipFill>
            <a:blip r:embed="rId20">
              <a:extLst>
                <a:ext uri="{28A0092B-C50C-407E-A947-70E740481C1C}">
                  <a14:useLocalDpi xmlns:a14="http://schemas.microsoft.com/office/drawing/2010/main" val="0"/>
                </a:ext>
              </a:extLst>
            </a:blip>
            <a:srcRect r="24959"/>
            <a:stretch/>
          </p:blipFill>
          <p:spPr>
            <a:xfrm>
              <a:off x="9034978" y="2497799"/>
              <a:ext cx="2412074" cy="2091165"/>
            </a:xfrm>
            <a:prstGeom prst="rect">
              <a:avLst/>
            </a:prstGeom>
          </p:spPr>
        </p:pic>
        <p:pic>
          <p:nvPicPr>
            <p:cNvPr id="28" name="Gráfico 27" descr="Pulgar hacia abajo con relleno sólido">
              <a:extLst>
                <a:ext uri="{FF2B5EF4-FFF2-40B4-BE49-F238E27FC236}">
                  <a16:creationId xmlns:a16="http://schemas.microsoft.com/office/drawing/2014/main" id="{0A88C5FA-F527-CF01-1BD3-0A975B02DCA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724511" y="4031736"/>
              <a:ext cx="914400" cy="914400"/>
            </a:xfrm>
            <a:prstGeom prst="rect">
              <a:avLst/>
            </a:prstGeom>
          </p:spPr>
        </p:pic>
        <p:pic>
          <p:nvPicPr>
            <p:cNvPr id="29" name="Gráfico 28" descr="Señal de pulgar hacia arriba  con relleno sólido">
              <a:extLst>
                <a:ext uri="{FF2B5EF4-FFF2-40B4-BE49-F238E27FC236}">
                  <a16:creationId xmlns:a16="http://schemas.microsoft.com/office/drawing/2014/main" id="{B02B0FB3-6102-EE87-F8A6-57135912029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893019" y="3932954"/>
              <a:ext cx="914400" cy="914400"/>
            </a:xfrm>
            <a:prstGeom prst="rect">
              <a:avLst/>
            </a:prstGeom>
          </p:spPr>
        </p:pic>
      </p:grpSp>
      <p:pic>
        <p:nvPicPr>
          <p:cNvPr id="39" name="Imagen 38" descr="Dibujo animado de una persona&#10;&#10;El contenido generado por IA puede ser incorrecto.">
            <a:extLst>
              <a:ext uri="{FF2B5EF4-FFF2-40B4-BE49-F238E27FC236}">
                <a16:creationId xmlns:a16="http://schemas.microsoft.com/office/drawing/2014/main" id="{48767637-1E5B-801C-898C-4D9D78412CD0}"/>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901038" y="1547893"/>
            <a:ext cx="4267879" cy="4354099"/>
          </a:xfrm>
          <a:prstGeom prst="rect">
            <a:avLst/>
          </a:prstGeom>
        </p:spPr>
      </p:pic>
      <p:sp>
        <p:nvSpPr>
          <p:cNvPr id="17" name="Título 1">
            <a:extLst>
              <a:ext uri="{FF2B5EF4-FFF2-40B4-BE49-F238E27FC236}">
                <a16:creationId xmlns:a16="http://schemas.microsoft.com/office/drawing/2014/main" id="{848C0312-6CDC-8B02-E22B-5B254D55F5B7}"/>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19" name="CuadroTexto 18">
            <a:extLst>
              <a:ext uri="{FF2B5EF4-FFF2-40B4-BE49-F238E27FC236}">
                <a16:creationId xmlns:a16="http://schemas.microsoft.com/office/drawing/2014/main" id="{56DC1E64-5AF6-6CE7-6816-C0BCE1611227}"/>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6091567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par>
                                <p:cTn id="8" presetID="9"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par>
                                <p:cTn id="16" presetID="9" presetClass="exit" presetSubtype="0" fill="hold" nodeType="withEffect">
                                  <p:stCondLst>
                                    <p:cond delay="0"/>
                                  </p:stCondLst>
                                  <p:childTnLst>
                                    <p:animEffect transition="out" filter="dissolve">
                                      <p:cBhvr>
                                        <p:cTn id="17" dur="500"/>
                                        <p:tgtEl>
                                          <p:spTgt spid="9"/>
                                        </p:tgtEl>
                                      </p:cBhvr>
                                    </p:animEffect>
                                    <p:set>
                                      <p:cBhvr>
                                        <p:cTn id="18" dur="1" fill="hold">
                                          <p:stCondLst>
                                            <p:cond delay="499"/>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9" presetClass="exit" presetSubtype="0" fill="hold" nodeType="clickEffect">
                                  <p:stCondLst>
                                    <p:cond delay="0"/>
                                  </p:stCondLst>
                                  <p:childTnLst>
                                    <p:animEffect transition="out" filter="dissolve">
                                      <p:cBhvr>
                                        <p:cTn id="22" dur="500"/>
                                        <p:tgtEl>
                                          <p:spTgt spid="30"/>
                                        </p:tgtEl>
                                      </p:cBhvr>
                                    </p:animEffect>
                                    <p:set>
                                      <p:cBhvr>
                                        <p:cTn id="23" dur="1" fill="hold">
                                          <p:stCondLst>
                                            <p:cond delay="499"/>
                                          </p:stCondLst>
                                        </p:cTn>
                                        <p:tgtEl>
                                          <p:spTgt spid="30"/>
                                        </p:tgtEl>
                                        <p:attrNameLst>
                                          <p:attrName>style.visibility</p:attrName>
                                        </p:attrNameLst>
                                      </p:cBhvr>
                                      <p:to>
                                        <p:strVal val="hidden"/>
                                      </p:to>
                                    </p:set>
                                  </p:childTnLst>
                                </p:cTn>
                              </p:par>
                              <p:par>
                                <p:cTn id="24" presetID="9" presetClass="entr" presetSubtype="0" fill="hold"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dissolve">
                                      <p:cBhvr>
                                        <p:cTn id="2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02479-8B86-ABDF-999B-C81FCC9E99FB}"/>
            </a:ext>
          </a:extLst>
        </p:cNvPr>
        <p:cNvGrpSpPr/>
        <p:nvPr/>
      </p:nvGrpSpPr>
      <p:grpSpPr>
        <a:xfrm>
          <a:off x="0" y="0"/>
          <a:ext cx="0" cy="0"/>
          <a:chOff x="0" y="0"/>
          <a:chExt cx="0" cy="0"/>
        </a:xfrm>
      </p:grpSpPr>
      <p:sp>
        <p:nvSpPr>
          <p:cNvPr id="8" name="Título 1">
            <a:extLst>
              <a:ext uri="{FF2B5EF4-FFF2-40B4-BE49-F238E27FC236}">
                <a16:creationId xmlns:a16="http://schemas.microsoft.com/office/drawing/2014/main" id="{885F925C-4E78-E094-6BAE-9BFE2F77BF8F}"/>
              </a:ext>
            </a:extLst>
          </p:cNvPr>
          <p:cNvSpPr>
            <a:spLocks noGrp="1"/>
          </p:cNvSpPr>
          <p:nvPr>
            <p:ph type="title"/>
          </p:nvPr>
        </p:nvSpPr>
        <p:spPr>
          <a:xfrm>
            <a:off x="-27185" y="-134145"/>
            <a:ext cx="12246526" cy="1325563"/>
          </a:xfrm>
        </p:spPr>
        <p:txBody>
          <a:bodyPr>
            <a:normAutofit/>
          </a:bodyPr>
          <a:lstStyle/>
          <a:p>
            <a:pPr algn="ct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Pricing-driven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Development</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and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Operation</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a:t>
            </a:r>
            <a:r>
              <a:rPr lang="es-ES" sz="4000" dirty="0" err="1">
                <a:solidFill>
                  <a:srgbClr val="7E0029"/>
                </a:solidFill>
                <a:latin typeface="Roboto" panose="02000000000000000000" pitchFamily="2" charset="0"/>
                <a:ea typeface="Roboto" panose="02000000000000000000" pitchFamily="2" charset="0"/>
                <a:cs typeface="Roboto" panose="02000000000000000000" pitchFamily="2" charset="0"/>
              </a:rPr>
              <a:t>of</a:t>
            </a:r>
            <a:r>
              <a:rPr lang="es-ES" sz="4000" dirty="0">
                <a:solidFill>
                  <a:srgbClr val="7E0029"/>
                </a:solidFill>
                <a:latin typeface="Roboto" panose="02000000000000000000" pitchFamily="2" charset="0"/>
                <a:ea typeface="Roboto" panose="02000000000000000000" pitchFamily="2" charset="0"/>
                <a:cs typeface="Roboto" panose="02000000000000000000" pitchFamily="2" charset="0"/>
              </a:rPr>
              <a:t> SaaS</a:t>
            </a:r>
          </a:p>
        </p:txBody>
      </p:sp>
      <p:sp>
        <p:nvSpPr>
          <p:cNvPr id="40" name="Google Shape;295;p32">
            <a:extLst>
              <a:ext uri="{FF2B5EF4-FFF2-40B4-BE49-F238E27FC236}">
                <a16:creationId xmlns:a16="http://schemas.microsoft.com/office/drawing/2014/main" id="{D090856E-17F6-1FFF-AEE7-22A038D1F6F6}"/>
              </a:ext>
            </a:extLst>
          </p:cNvPr>
          <p:cNvSpPr/>
          <p:nvPr/>
        </p:nvSpPr>
        <p:spPr>
          <a:xfrm flipV="1">
            <a:off x="1590349" y="2373631"/>
            <a:ext cx="1236928" cy="2509499"/>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 name="Google Shape;296;p32">
            <a:extLst>
              <a:ext uri="{FF2B5EF4-FFF2-40B4-BE49-F238E27FC236}">
                <a16:creationId xmlns:a16="http://schemas.microsoft.com/office/drawing/2014/main" id="{4D87096C-903F-8D09-6B32-AA905050D0D0}"/>
              </a:ext>
            </a:extLst>
          </p:cNvPr>
          <p:cNvSpPr/>
          <p:nvPr/>
        </p:nvSpPr>
        <p:spPr>
          <a:xfrm flipV="1">
            <a:off x="2256476" y="4424378"/>
            <a:ext cx="3110775" cy="1002488"/>
          </a:xfrm>
          <a:custGeom>
            <a:avLst/>
            <a:gdLst/>
            <a:ahLst/>
            <a:cxnLst/>
            <a:rect l="l" t="t" r="r" b="b"/>
            <a:pathLst>
              <a:path w="55029" h="22026" extrusionOk="0">
                <a:moveTo>
                  <a:pt x="27587" y="0"/>
                </a:moveTo>
                <a:lnTo>
                  <a:pt x="25661" y="36"/>
                </a:lnTo>
                <a:lnTo>
                  <a:pt x="21845" y="436"/>
                </a:lnTo>
                <a:lnTo>
                  <a:pt x="18065" y="1163"/>
                </a:lnTo>
                <a:lnTo>
                  <a:pt x="14430" y="2290"/>
                </a:lnTo>
                <a:lnTo>
                  <a:pt x="10904" y="3744"/>
                </a:lnTo>
                <a:lnTo>
                  <a:pt x="7561" y="5525"/>
                </a:lnTo>
                <a:lnTo>
                  <a:pt x="4362" y="7669"/>
                </a:lnTo>
                <a:lnTo>
                  <a:pt x="1418" y="10104"/>
                </a:lnTo>
                <a:lnTo>
                  <a:pt x="1" y="11449"/>
                </a:lnTo>
                <a:lnTo>
                  <a:pt x="9087" y="11449"/>
                </a:lnTo>
                <a:lnTo>
                  <a:pt x="9378" y="11485"/>
                </a:lnTo>
                <a:lnTo>
                  <a:pt x="9850" y="11667"/>
                </a:lnTo>
                <a:lnTo>
                  <a:pt x="10250" y="12067"/>
                </a:lnTo>
                <a:lnTo>
                  <a:pt x="10432" y="12539"/>
                </a:lnTo>
                <a:lnTo>
                  <a:pt x="10468" y="12830"/>
                </a:lnTo>
                <a:lnTo>
                  <a:pt x="10468" y="21916"/>
                </a:lnTo>
                <a:lnTo>
                  <a:pt x="11341" y="21081"/>
                </a:lnTo>
                <a:lnTo>
                  <a:pt x="13158" y="19554"/>
                </a:lnTo>
                <a:lnTo>
                  <a:pt x="15157" y="18209"/>
                </a:lnTo>
                <a:lnTo>
                  <a:pt x="17229" y="17119"/>
                </a:lnTo>
                <a:lnTo>
                  <a:pt x="19409" y="16210"/>
                </a:lnTo>
                <a:lnTo>
                  <a:pt x="21699" y="15520"/>
                </a:lnTo>
                <a:lnTo>
                  <a:pt x="24025" y="15047"/>
                </a:lnTo>
                <a:lnTo>
                  <a:pt x="26388" y="14829"/>
                </a:lnTo>
                <a:lnTo>
                  <a:pt x="27623" y="14793"/>
                </a:lnTo>
                <a:lnTo>
                  <a:pt x="28859" y="14829"/>
                </a:lnTo>
                <a:lnTo>
                  <a:pt x="31222" y="15047"/>
                </a:lnTo>
                <a:lnTo>
                  <a:pt x="33475" y="15483"/>
                </a:lnTo>
                <a:lnTo>
                  <a:pt x="35620" y="16174"/>
                </a:lnTo>
                <a:lnTo>
                  <a:pt x="37691" y="17046"/>
                </a:lnTo>
                <a:lnTo>
                  <a:pt x="39727" y="18209"/>
                </a:lnTo>
                <a:lnTo>
                  <a:pt x="41689" y="19554"/>
                </a:lnTo>
                <a:lnTo>
                  <a:pt x="43616" y="21153"/>
                </a:lnTo>
                <a:lnTo>
                  <a:pt x="44597" y="22025"/>
                </a:lnTo>
                <a:lnTo>
                  <a:pt x="53974" y="22025"/>
                </a:lnTo>
                <a:lnTo>
                  <a:pt x="54447" y="21807"/>
                </a:lnTo>
                <a:lnTo>
                  <a:pt x="54810" y="21444"/>
                </a:lnTo>
                <a:lnTo>
                  <a:pt x="55028" y="20935"/>
                </a:lnTo>
                <a:lnTo>
                  <a:pt x="55028" y="20681"/>
                </a:lnTo>
                <a:lnTo>
                  <a:pt x="55028" y="11594"/>
                </a:lnTo>
                <a:lnTo>
                  <a:pt x="54447" y="11049"/>
                </a:lnTo>
                <a:lnTo>
                  <a:pt x="53865" y="10504"/>
                </a:lnTo>
                <a:lnTo>
                  <a:pt x="52375" y="9195"/>
                </a:lnTo>
                <a:lnTo>
                  <a:pt x="49322" y="6869"/>
                </a:lnTo>
                <a:lnTo>
                  <a:pt x="46233" y="4870"/>
                </a:lnTo>
                <a:lnTo>
                  <a:pt x="43070" y="3235"/>
                </a:lnTo>
                <a:lnTo>
                  <a:pt x="39799" y="1963"/>
                </a:lnTo>
                <a:lnTo>
                  <a:pt x="36456" y="981"/>
                </a:lnTo>
                <a:lnTo>
                  <a:pt x="33003" y="363"/>
                </a:lnTo>
                <a:lnTo>
                  <a:pt x="29441" y="36"/>
                </a:lnTo>
                <a:lnTo>
                  <a:pt x="27587"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 name="Google Shape;297;p32">
            <a:extLst>
              <a:ext uri="{FF2B5EF4-FFF2-40B4-BE49-F238E27FC236}">
                <a16:creationId xmlns:a16="http://schemas.microsoft.com/office/drawing/2014/main" id="{026E3495-F5C3-8AFE-69F9-4D24CF900686}"/>
              </a:ext>
            </a:extLst>
          </p:cNvPr>
          <p:cNvSpPr/>
          <p:nvPr/>
        </p:nvSpPr>
        <p:spPr>
          <a:xfrm flipV="1">
            <a:off x="4773366" y="2418990"/>
            <a:ext cx="2605286" cy="2501216"/>
          </a:xfrm>
          <a:custGeom>
            <a:avLst/>
            <a:gdLst/>
            <a:ahLst/>
            <a:cxnLst/>
            <a:rect l="l" t="t" r="r" b="b"/>
            <a:pathLst>
              <a:path w="46087" h="54955" extrusionOk="0">
                <a:moveTo>
                  <a:pt x="35619" y="0"/>
                </a:moveTo>
                <a:lnTo>
                  <a:pt x="35038" y="545"/>
                </a:lnTo>
                <a:lnTo>
                  <a:pt x="33475" y="2072"/>
                </a:lnTo>
                <a:lnTo>
                  <a:pt x="30458" y="5379"/>
                </a:lnTo>
                <a:lnTo>
                  <a:pt x="26024" y="10831"/>
                </a:lnTo>
                <a:lnTo>
                  <a:pt x="23080" y="14829"/>
                </a:lnTo>
                <a:lnTo>
                  <a:pt x="20499" y="18318"/>
                </a:lnTo>
                <a:lnTo>
                  <a:pt x="17882" y="21989"/>
                </a:lnTo>
                <a:lnTo>
                  <a:pt x="16247" y="24279"/>
                </a:lnTo>
                <a:lnTo>
                  <a:pt x="15084" y="25878"/>
                </a:lnTo>
                <a:lnTo>
                  <a:pt x="13993" y="27441"/>
                </a:lnTo>
                <a:lnTo>
                  <a:pt x="10104" y="32784"/>
                </a:lnTo>
                <a:lnTo>
                  <a:pt x="4907" y="39363"/>
                </a:lnTo>
                <a:lnTo>
                  <a:pt x="1599" y="42961"/>
                </a:lnTo>
                <a:lnTo>
                  <a:pt x="0" y="44524"/>
                </a:lnTo>
                <a:lnTo>
                  <a:pt x="0" y="53610"/>
                </a:lnTo>
                <a:lnTo>
                  <a:pt x="37" y="53865"/>
                </a:lnTo>
                <a:lnTo>
                  <a:pt x="218" y="54373"/>
                </a:lnTo>
                <a:lnTo>
                  <a:pt x="582" y="54737"/>
                </a:lnTo>
                <a:lnTo>
                  <a:pt x="1091" y="54955"/>
                </a:lnTo>
                <a:lnTo>
                  <a:pt x="10468" y="54955"/>
                </a:lnTo>
                <a:lnTo>
                  <a:pt x="12103" y="53356"/>
                </a:lnTo>
                <a:lnTo>
                  <a:pt x="15302" y="49939"/>
                </a:lnTo>
                <a:lnTo>
                  <a:pt x="19954" y="44269"/>
                </a:lnTo>
                <a:lnTo>
                  <a:pt x="23080" y="40053"/>
                </a:lnTo>
                <a:lnTo>
                  <a:pt x="25624" y="36564"/>
                </a:lnTo>
                <a:lnTo>
                  <a:pt x="28277" y="32893"/>
                </a:lnTo>
                <a:lnTo>
                  <a:pt x="29913" y="30603"/>
                </a:lnTo>
                <a:lnTo>
                  <a:pt x="32166" y="27441"/>
                </a:lnTo>
                <a:lnTo>
                  <a:pt x="35873" y="22353"/>
                </a:lnTo>
                <a:lnTo>
                  <a:pt x="40816" y="16065"/>
                </a:lnTo>
                <a:lnTo>
                  <a:pt x="43942" y="12503"/>
                </a:lnTo>
                <a:lnTo>
                  <a:pt x="45505" y="10977"/>
                </a:lnTo>
                <a:lnTo>
                  <a:pt x="45796" y="10722"/>
                </a:lnTo>
                <a:lnTo>
                  <a:pt x="46087" y="10431"/>
                </a:lnTo>
                <a:lnTo>
                  <a:pt x="36709" y="10431"/>
                </a:lnTo>
                <a:lnTo>
                  <a:pt x="36237" y="10213"/>
                </a:lnTo>
                <a:lnTo>
                  <a:pt x="35837" y="9850"/>
                </a:lnTo>
                <a:lnTo>
                  <a:pt x="35655" y="9341"/>
                </a:lnTo>
                <a:lnTo>
                  <a:pt x="35619" y="9087"/>
                </a:lnTo>
                <a:lnTo>
                  <a:pt x="3561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Google Shape;298;p32">
            <a:extLst>
              <a:ext uri="{FF2B5EF4-FFF2-40B4-BE49-F238E27FC236}">
                <a16:creationId xmlns:a16="http://schemas.microsoft.com/office/drawing/2014/main" id="{7919F473-3FF4-EC63-6689-0E1374121E30}"/>
              </a:ext>
            </a:extLst>
          </p:cNvPr>
          <p:cNvSpPr/>
          <p:nvPr/>
        </p:nvSpPr>
        <p:spPr>
          <a:xfrm flipV="1">
            <a:off x="6802512" y="1906186"/>
            <a:ext cx="3110775" cy="999212"/>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4" name="Google Shape;299;p32">
            <a:extLst>
              <a:ext uri="{FF2B5EF4-FFF2-40B4-BE49-F238E27FC236}">
                <a16:creationId xmlns:a16="http://schemas.microsoft.com/office/drawing/2014/main" id="{94D93759-D822-D498-E5D5-A905E64A8B44}"/>
              </a:ext>
            </a:extLst>
          </p:cNvPr>
          <p:cNvSpPr/>
          <p:nvPr/>
        </p:nvSpPr>
        <p:spPr>
          <a:xfrm flipV="1">
            <a:off x="9313984" y="2418990"/>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45" name="Google Shape;300;p32">
            <a:extLst>
              <a:ext uri="{FF2B5EF4-FFF2-40B4-BE49-F238E27FC236}">
                <a16:creationId xmlns:a16="http://schemas.microsoft.com/office/drawing/2014/main" id="{C3ABD16E-F9BF-FFD3-40F7-464D29BE79B0}"/>
              </a:ext>
            </a:extLst>
          </p:cNvPr>
          <p:cNvSpPr/>
          <p:nvPr/>
        </p:nvSpPr>
        <p:spPr>
          <a:xfrm flipV="1">
            <a:off x="6793026" y="4447036"/>
            <a:ext cx="3108682" cy="1000851"/>
          </a:xfrm>
          <a:custGeom>
            <a:avLst/>
            <a:gdLst/>
            <a:ahLst/>
            <a:cxnLst/>
            <a:rect l="l" t="t" r="r" b="b"/>
            <a:pathLst>
              <a:path w="54992" h="21990" extrusionOk="0">
                <a:moveTo>
                  <a:pt x="27368" y="0"/>
                </a:moveTo>
                <a:lnTo>
                  <a:pt x="25515" y="36"/>
                </a:lnTo>
                <a:lnTo>
                  <a:pt x="21917" y="363"/>
                </a:lnTo>
                <a:lnTo>
                  <a:pt x="18464" y="981"/>
                </a:lnTo>
                <a:lnTo>
                  <a:pt x="15120" y="1963"/>
                </a:lnTo>
                <a:lnTo>
                  <a:pt x="11885" y="3235"/>
                </a:lnTo>
                <a:lnTo>
                  <a:pt x="8723" y="4870"/>
                </a:lnTo>
                <a:lnTo>
                  <a:pt x="5634" y="6869"/>
                </a:lnTo>
                <a:lnTo>
                  <a:pt x="2581" y="9195"/>
                </a:lnTo>
                <a:lnTo>
                  <a:pt x="1090" y="10504"/>
                </a:lnTo>
                <a:lnTo>
                  <a:pt x="545" y="11013"/>
                </a:lnTo>
                <a:lnTo>
                  <a:pt x="0" y="11522"/>
                </a:lnTo>
                <a:lnTo>
                  <a:pt x="0" y="20608"/>
                </a:lnTo>
                <a:lnTo>
                  <a:pt x="0" y="20899"/>
                </a:lnTo>
                <a:lnTo>
                  <a:pt x="218" y="21371"/>
                </a:lnTo>
                <a:lnTo>
                  <a:pt x="582" y="21735"/>
                </a:lnTo>
                <a:lnTo>
                  <a:pt x="1054" y="21953"/>
                </a:lnTo>
                <a:lnTo>
                  <a:pt x="10431" y="21953"/>
                </a:lnTo>
                <a:lnTo>
                  <a:pt x="11413" y="21081"/>
                </a:lnTo>
                <a:lnTo>
                  <a:pt x="13339" y="19518"/>
                </a:lnTo>
                <a:lnTo>
                  <a:pt x="15302" y="18173"/>
                </a:lnTo>
                <a:lnTo>
                  <a:pt x="17301" y="17046"/>
                </a:lnTo>
                <a:lnTo>
                  <a:pt x="19372" y="16137"/>
                </a:lnTo>
                <a:lnTo>
                  <a:pt x="21517" y="15483"/>
                </a:lnTo>
                <a:lnTo>
                  <a:pt x="23770" y="15047"/>
                </a:lnTo>
                <a:lnTo>
                  <a:pt x="26133" y="14829"/>
                </a:lnTo>
                <a:lnTo>
                  <a:pt x="27368" y="14793"/>
                </a:lnTo>
                <a:lnTo>
                  <a:pt x="27514" y="14793"/>
                </a:lnTo>
                <a:lnTo>
                  <a:pt x="28713" y="14829"/>
                </a:lnTo>
                <a:lnTo>
                  <a:pt x="31076" y="15083"/>
                </a:lnTo>
                <a:lnTo>
                  <a:pt x="33402" y="15556"/>
                </a:lnTo>
                <a:lnTo>
                  <a:pt x="35655" y="16247"/>
                </a:lnTo>
                <a:lnTo>
                  <a:pt x="37800" y="17155"/>
                </a:lnTo>
                <a:lnTo>
                  <a:pt x="39908" y="18282"/>
                </a:lnTo>
                <a:lnTo>
                  <a:pt x="41870" y="19627"/>
                </a:lnTo>
                <a:lnTo>
                  <a:pt x="43688" y="21153"/>
                </a:lnTo>
                <a:lnTo>
                  <a:pt x="44560" y="21989"/>
                </a:lnTo>
                <a:lnTo>
                  <a:pt x="44560" y="12903"/>
                </a:lnTo>
                <a:lnTo>
                  <a:pt x="44560" y="12612"/>
                </a:lnTo>
                <a:lnTo>
                  <a:pt x="44778" y="12139"/>
                </a:lnTo>
                <a:lnTo>
                  <a:pt x="45141" y="11740"/>
                </a:lnTo>
                <a:lnTo>
                  <a:pt x="45614" y="11558"/>
                </a:lnTo>
                <a:lnTo>
                  <a:pt x="45905" y="11522"/>
                </a:lnTo>
                <a:lnTo>
                  <a:pt x="54991" y="11522"/>
                </a:lnTo>
                <a:lnTo>
                  <a:pt x="53610" y="10177"/>
                </a:lnTo>
                <a:lnTo>
                  <a:pt x="50666" y="7742"/>
                </a:lnTo>
                <a:lnTo>
                  <a:pt x="47468" y="5597"/>
                </a:lnTo>
                <a:lnTo>
                  <a:pt x="44124" y="3780"/>
                </a:lnTo>
                <a:lnTo>
                  <a:pt x="40635" y="2326"/>
                </a:lnTo>
                <a:lnTo>
                  <a:pt x="37000" y="1199"/>
                </a:lnTo>
                <a:lnTo>
                  <a:pt x="33256" y="436"/>
                </a:lnTo>
                <a:lnTo>
                  <a:pt x="29440" y="36"/>
                </a:lnTo>
                <a:lnTo>
                  <a:pt x="27477" y="0"/>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6" name="Google Shape;301;p32">
            <a:extLst>
              <a:ext uri="{FF2B5EF4-FFF2-40B4-BE49-F238E27FC236}">
                <a16:creationId xmlns:a16="http://schemas.microsoft.com/office/drawing/2014/main" id="{7A9DF5FB-6858-4D45-9101-7611468F1D22}"/>
              </a:ext>
            </a:extLst>
          </p:cNvPr>
          <p:cNvSpPr/>
          <p:nvPr/>
        </p:nvSpPr>
        <p:spPr>
          <a:xfrm flipV="1">
            <a:off x="2227036" y="1864719"/>
            <a:ext cx="3108682" cy="1002534"/>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 name="Google Shape;302;p32">
            <a:extLst>
              <a:ext uri="{FF2B5EF4-FFF2-40B4-BE49-F238E27FC236}">
                <a16:creationId xmlns:a16="http://schemas.microsoft.com/office/drawing/2014/main" id="{C077FD9A-9D56-1FBB-C38A-6D52E372AFCC}"/>
              </a:ext>
            </a:extLst>
          </p:cNvPr>
          <p:cNvSpPr/>
          <p:nvPr/>
        </p:nvSpPr>
        <p:spPr>
          <a:xfrm flipV="1">
            <a:off x="4777434" y="2418992"/>
            <a:ext cx="2605343" cy="2502899"/>
          </a:xfrm>
          <a:custGeom>
            <a:avLst/>
            <a:gdLst/>
            <a:ahLst/>
            <a:cxnLst/>
            <a:rect l="l" t="t" r="r" b="b"/>
            <a:pathLst>
              <a:path w="46088" h="54992" extrusionOk="0">
                <a:moveTo>
                  <a:pt x="10432" y="1"/>
                </a:moveTo>
                <a:lnTo>
                  <a:pt x="10432" y="9087"/>
                </a:lnTo>
                <a:lnTo>
                  <a:pt x="10432" y="9378"/>
                </a:lnTo>
                <a:lnTo>
                  <a:pt x="10214" y="9851"/>
                </a:lnTo>
                <a:lnTo>
                  <a:pt x="9851" y="10250"/>
                </a:lnTo>
                <a:lnTo>
                  <a:pt x="9342" y="10432"/>
                </a:lnTo>
                <a:lnTo>
                  <a:pt x="9087" y="10468"/>
                </a:lnTo>
                <a:lnTo>
                  <a:pt x="1" y="10468"/>
                </a:lnTo>
                <a:lnTo>
                  <a:pt x="582" y="11014"/>
                </a:lnTo>
                <a:lnTo>
                  <a:pt x="2109" y="12540"/>
                </a:lnTo>
                <a:lnTo>
                  <a:pt x="5235" y="16066"/>
                </a:lnTo>
                <a:lnTo>
                  <a:pt x="10214" y="22390"/>
                </a:lnTo>
                <a:lnTo>
                  <a:pt x="13921" y="27442"/>
                </a:lnTo>
                <a:lnTo>
                  <a:pt x="16175" y="30640"/>
                </a:lnTo>
                <a:lnTo>
                  <a:pt x="17810" y="32894"/>
                </a:lnTo>
                <a:lnTo>
                  <a:pt x="20427" y="36601"/>
                </a:lnTo>
                <a:lnTo>
                  <a:pt x="23008" y="40090"/>
                </a:lnTo>
                <a:lnTo>
                  <a:pt x="26134" y="44270"/>
                </a:lnTo>
                <a:lnTo>
                  <a:pt x="30786" y="49940"/>
                </a:lnTo>
                <a:lnTo>
                  <a:pt x="33984" y="53393"/>
                </a:lnTo>
                <a:lnTo>
                  <a:pt x="35620" y="54992"/>
                </a:lnTo>
                <a:lnTo>
                  <a:pt x="44706" y="54992"/>
                </a:lnTo>
                <a:lnTo>
                  <a:pt x="44997" y="54956"/>
                </a:lnTo>
                <a:lnTo>
                  <a:pt x="45469" y="54737"/>
                </a:lnTo>
                <a:lnTo>
                  <a:pt x="45869" y="54374"/>
                </a:lnTo>
                <a:lnTo>
                  <a:pt x="46051" y="53902"/>
                </a:lnTo>
                <a:lnTo>
                  <a:pt x="46087" y="53611"/>
                </a:lnTo>
                <a:lnTo>
                  <a:pt x="46087" y="44524"/>
                </a:lnTo>
                <a:lnTo>
                  <a:pt x="44488" y="42998"/>
                </a:lnTo>
                <a:lnTo>
                  <a:pt x="41181" y="39363"/>
                </a:lnTo>
                <a:lnTo>
                  <a:pt x="35983" y="32821"/>
                </a:lnTo>
                <a:lnTo>
                  <a:pt x="32094" y="27478"/>
                </a:lnTo>
                <a:lnTo>
                  <a:pt x="30967" y="25915"/>
                </a:lnTo>
                <a:lnTo>
                  <a:pt x="29841" y="24280"/>
                </a:lnTo>
                <a:lnTo>
                  <a:pt x="28205" y="22026"/>
                </a:lnTo>
                <a:lnTo>
                  <a:pt x="25552" y="18319"/>
                </a:lnTo>
                <a:lnTo>
                  <a:pt x="23008" y="14830"/>
                </a:lnTo>
                <a:lnTo>
                  <a:pt x="20027" y="10868"/>
                </a:lnTo>
                <a:lnTo>
                  <a:pt x="15593" y="5416"/>
                </a:lnTo>
                <a:lnTo>
                  <a:pt x="12577" y="2109"/>
                </a:lnTo>
                <a:lnTo>
                  <a:pt x="11050" y="5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48" name="Google Shape;303;p32">
            <a:extLst>
              <a:ext uri="{FF2B5EF4-FFF2-40B4-BE49-F238E27FC236}">
                <a16:creationId xmlns:a16="http://schemas.microsoft.com/office/drawing/2014/main" id="{B6CAA1A9-67BB-F5BE-BDCB-566A850C225A}"/>
              </a:ext>
            </a:extLst>
          </p:cNvPr>
          <p:cNvSpPr/>
          <p:nvPr/>
        </p:nvSpPr>
        <p:spPr>
          <a:xfrm flipV="1">
            <a:off x="5046626" y="4538156"/>
            <a:ext cx="244547" cy="196893"/>
          </a:xfrm>
          <a:custGeom>
            <a:avLst/>
            <a:gdLst/>
            <a:ahLst/>
            <a:cxnLst/>
            <a:rect l="l" t="t" r="r" b="b"/>
            <a:pathLst>
              <a:path w="4326" h="4326" extrusionOk="0">
                <a:moveTo>
                  <a:pt x="3853" y="1"/>
                </a:moveTo>
                <a:lnTo>
                  <a:pt x="3635" y="146"/>
                </a:lnTo>
                <a:lnTo>
                  <a:pt x="146" y="3635"/>
                </a:lnTo>
                <a:lnTo>
                  <a:pt x="0" y="3853"/>
                </a:lnTo>
                <a:lnTo>
                  <a:pt x="182" y="4253"/>
                </a:lnTo>
                <a:lnTo>
                  <a:pt x="436" y="4326"/>
                </a:lnTo>
                <a:lnTo>
                  <a:pt x="3926" y="4326"/>
                </a:lnTo>
                <a:lnTo>
                  <a:pt x="4071" y="4289"/>
                </a:lnTo>
                <a:lnTo>
                  <a:pt x="4289" y="4071"/>
                </a:lnTo>
                <a:lnTo>
                  <a:pt x="4325" y="3926"/>
                </a:lnTo>
                <a:lnTo>
                  <a:pt x="4325" y="437"/>
                </a:lnTo>
                <a:lnTo>
                  <a:pt x="4253" y="182"/>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 name="Google Shape;304;p32">
            <a:extLst>
              <a:ext uri="{FF2B5EF4-FFF2-40B4-BE49-F238E27FC236}">
                <a16:creationId xmlns:a16="http://schemas.microsoft.com/office/drawing/2014/main" id="{F0A3746C-D2A4-6BF5-A780-9CD593AEED50}"/>
              </a:ext>
            </a:extLst>
          </p:cNvPr>
          <p:cNvSpPr/>
          <p:nvPr/>
        </p:nvSpPr>
        <p:spPr>
          <a:xfrm flipV="1">
            <a:off x="7062161" y="2502902"/>
            <a:ext cx="242511" cy="195254"/>
          </a:xfrm>
          <a:custGeom>
            <a:avLst/>
            <a:gdLst/>
            <a:ahLst/>
            <a:cxnLst/>
            <a:rect l="l" t="t" r="r" b="b"/>
            <a:pathLst>
              <a:path w="4290" h="4290" extrusionOk="0">
                <a:moveTo>
                  <a:pt x="3817" y="1"/>
                </a:moveTo>
                <a:lnTo>
                  <a:pt x="3635" y="146"/>
                </a:lnTo>
                <a:lnTo>
                  <a:pt x="146" y="3599"/>
                </a:lnTo>
                <a:lnTo>
                  <a:pt x="0" y="3817"/>
                </a:lnTo>
                <a:lnTo>
                  <a:pt x="182" y="4253"/>
                </a:lnTo>
                <a:lnTo>
                  <a:pt x="437" y="4290"/>
                </a:lnTo>
                <a:lnTo>
                  <a:pt x="4071" y="4290"/>
                </a:lnTo>
                <a:lnTo>
                  <a:pt x="4289" y="4035"/>
                </a:lnTo>
                <a:lnTo>
                  <a:pt x="4289" y="3890"/>
                </a:lnTo>
                <a:lnTo>
                  <a:pt x="4289" y="401"/>
                </a:lnTo>
                <a:lnTo>
                  <a:pt x="4253" y="146"/>
                </a:lnTo>
                <a:lnTo>
                  <a:pt x="3817"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 name="Google Shape;306;p32">
            <a:extLst>
              <a:ext uri="{FF2B5EF4-FFF2-40B4-BE49-F238E27FC236}">
                <a16:creationId xmlns:a16="http://schemas.microsoft.com/office/drawing/2014/main" id="{A33D6929-0252-637F-D1BA-11EC6D521CA8}"/>
              </a:ext>
            </a:extLst>
          </p:cNvPr>
          <p:cNvSpPr/>
          <p:nvPr/>
        </p:nvSpPr>
        <p:spPr>
          <a:xfrm flipV="1">
            <a:off x="9390015" y="4665421"/>
            <a:ext cx="242457" cy="195254"/>
          </a:xfrm>
          <a:custGeom>
            <a:avLst/>
            <a:gdLst/>
            <a:ahLst/>
            <a:cxnLst/>
            <a:rect l="l" t="t" r="r" b="b"/>
            <a:pathLst>
              <a:path w="4289" h="4290" extrusionOk="0">
                <a:moveTo>
                  <a:pt x="400" y="1"/>
                </a:moveTo>
                <a:lnTo>
                  <a:pt x="218" y="37"/>
                </a:lnTo>
                <a:lnTo>
                  <a:pt x="0" y="255"/>
                </a:lnTo>
                <a:lnTo>
                  <a:pt x="0" y="401"/>
                </a:lnTo>
                <a:lnTo>
                  <a:pt x="0" y="3890"/>
                </a:lnTo>
                <a:lnTo>
                  <a:pt x="36" y="4108"/>
                </a:lnTo>
                <a:lnTo>
                  <a:pt x="473" y="4290"/>
                </a:lnTo>
                <a:lnTo>
                  <a:pt x="654" y="4180"/>
                </a:lnTo>
                <a:lnTo>
                  <a:pt x="4143" y="691"/>
                </a:lnTo>
                <a:lnTo>
                  <a:pt x="4289" y="473"/>
                </a:lnTo>
                <a:lnTo>
                  <a:pt x="4107" y="37"/>
                </a:lnTo>
                <a:lnTo>
                  <a:pt x="385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307;p32">
            <a:extLst>
              <a:ext uri="{FF2B5EF4-FFF2-40B4-BE49-F238E27FC236}">
                <a16:creationId xmlns:a16="http://schemas.microsoft.com/office/drawing/2014/main" id="{EE9CD6AA-B6CE-4E36-FA01-7E39EA0A578B}"/>
              </a:ext>
            </a:extLst>
          </p:cNvPr>
          <p:cNvSpPr/>
          <p:nvPr/>
        </p:nvSpPr>
        <p:spPr>
          <a:xfrm flipV="1">
            <a:off x="6871092" y="4513224"/>
            <a:ext cx="242511" cy="195254"/>
          </a:xfrm>
          <a:custGeom>
            <a:avLst/>
            <a:gdLst/>
            <a:ahLst/>
            <a:cxnLst/>
            <a:rect l="l" t="t" r="r" b="b"/>
            <a:pathLst>
              <a:path w="4290" h="4290" extrusionOk="0">
                <a:moveTo>
                  <a:pt x="473" y="1"/>
                </a:moveTo>
                <a:lnTo>
                  <a:pt x="37" y="182"/>
                </a:lnTo>
                <a:lnTo>
                  <a:pt x="0" y="437"/>
                </a:lnTo>
                <a:lnTo>
                  <a:pt x="0" y="3890"/>
                </a:lnTo>
                <a:lnTo>
                  <a:pt x="0" y="4071"/>
                </a:lnTo>
                <a:lnTo>
                  <a:pt x="218" y="4289"/>
                </a:lnTo>
                <a:lnTo>
                  <a:pt x="3889" y="4289"/>
                </a:lnTo>
                <a:lnTo>
                  <a:pt x="4107" y="4253"/>
                </a:lnTo>
                <a:lnTo>
                  <a:pt x="4289" y="3817"/>
                </a:lnTo>
                <a:lnTo>
                  <a:pt x="4180" y="3635"/>
                </a:lnTo>
                <a:lnTo>
                  <a:pt x="691" y="146"/>
                </a:lnTo>
                <a:lnTo>
                  <a:pt x="473"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 name="Google Shape;308;p32">
            <a:extLst>
              <a:ext uri="{FF2B5EF4-FFF2-40B4-BE49-F238E27FC236}">
                <a16:creationId xmlns:a16="http://schemas.microsoft.com/office/drawing/2014/main" id="{4DFE242C-42EA-B64D-D4CE-0BA253FF5752}"/>
              </a:ext>
            </a:extLst>
          </p:cNvPr>
          <p:cNvSpPr/>
          <p:nvPr/>
        </p:nvSpPr>
        <p:spPr>
          <a:xfrm flipV="1">
            <a:off x="4855558" y="2485155"/>
            <a:ext cx="244547" cy="196939"/>
          </a:xfrm>
          <a:custGeom>
            <a:avLst/>
            <a:gdLst/>
            <a:ahLst/>
            <a:cxnLst/>
            <a:rect l="l" t="t" r="r" b="b"/>
            <a:pathLst>
              <a:path w="4326" h="4327" extrusionOk="0">
                <a:moveTo>
                  <a:pt x="509" y="1"/>
                </a:moveTo>
                <a:lnTo>
                  <a:pt x="73" y="183"/>
                </a:lnTo>
                <a:lnTo>
                  <a:pt x="0" y="437"/>
                </a:lnTo>
                <a:lnTo>
                  <a:pt x="0" y="3926"/>
                </a:lnTo>
                <a:lnTo>
                  <a:pt x="36" y="4072"/>
                </a:lnTo>
                <a:lnTo>
                  <a:pt x="255" y="4290"/>
                </a:lnTo>
                <a:lnTo>
                  <a:pt x="400" y="4326"/>
                </a:lnTo>
                <a:lnTo>
                  <a:pt x="3889" y="4326"/>
                </a:lnTo>
                <a:lnTo>
                  <a:pt x="4143" y="4290"/>
                </a:lnTo>
                <a:lnTo>
                  <a:pt x="4325" y="3854"/>
                </a:lnTo>
                <a:lnTo>
                  <a:pt x="4180" y="3636"/>
                </a:lnTo>
                <a:lnTo>
                  <a:pt x="727" y="183"/>
                </a:lnTo>
                <a:lnTo>
                  <a:pt x="509" y="1"/>
                </a:lnTo>
                <a:close/>
              </a:path>
            </a:pathLst>
          </a:cu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CuadroTexto 56">
            <a:extLst>
              <a:ext uri="{FF2B5EF4-FFF2-40B4-BE49-F238E27FC236}">
                <a16:creationId xmlns:a16="http://schemas.microsoft.com/office/drawing/2014/main" id="{37532EF2-C5C6-D3B5-B6EA-D1F19699825D}"/>
              </a:ext>
            </a:extLst>
          </p:cNvPr>
          <p:cNvSpPr txBox="1"/>
          <p:nvPr/>
        </p:nvSpPr>
        <p:spPr>
          <a:xfrm rot="18698352">
            <a:off x="5325402" y="3426881"/>
            <a:ext cx="1346844"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release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9" name="CuadroTexto 58">
            <a:extLst>
              <a:ext uri="{FF2B5EF4-FFF2-40B4-BE49-F238E27FC236}">
                <a16:creationId xmlns:a16="http://schemas.microsoft.com/office/drawing/2014/main" id="{1DD3877C-CB80-5E70-E08B-4FCA73AC26B9}"/>
              </a:ext>
            </a:extLst>
          </p:cNvPr>
          <p:cNvSpPr txBox="1"/>
          <p:nvPr/>
        </p:nvSpPr>
        <p:spPr>
          <a:xfrm rot="2875983">
            <a:off x="9034713" y="2597385"/>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60" name="CuadroTexto 59">
            <a:extLst>
              <a:ext uri="{FF2B5EF4-FFF2-40B4-BE49-F238E27FC236}">
                <a16:creationId xmlns:a16="http://schemas.microsoft.com/office/drawing/2014/main" id="{62D021BC-44DD-9996-4CEE-7E1323A48C5A}"/>
              </a:ext>
            </a:extLst>
          </p:cNvPr>
          <p:cNvSpPr txBox="1"/>
          <p:nvPr/>
        </p:nvSpPr>
        <p:spPr>
          <a:xfrm>
            <a:off x="7611342" y="4812574"/>
            <a:ext cx="1433406" cy="523220"/>
          </a:xfrm>
          <a:prstGeom prst="rect">
            <a:avLst/>
          </a:prstGeom>
          <a:noFill/>
        </p:spPr>
        <p:txBody>
          <a:bodyPr wrap="square" rtlCol="0">
            <a:spAutoFit/>
          </a:bodyPr>
          <a:lstStyle/>
          <a:p>
            <a:r>
              <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rPr>
              <a:t>monitor</a:t>
            </a:r>
          </a:p>
        </p:txBody>
      </p:sp>
      <p:sp>
        <p:nvSpPr>
          <p:cNvPr id="61" name="CuadroTexto 60">
            <a:extLst>
              <a:ext uri="{FF2B5EF4-FFF2-40B4-BE49-F238E27FC236}">
                <a16:creationId xmlns:a16="http://schemas.microsoft.com/office/drawing/2014/main" id="{C8928485-83A4-1A06-27AC-8893C387A7BF}"/>
              </a:ext>
            </a:extLst>
          </p:cNvPr>
          <p:cNvSpPr txBox="1"/>
          <p:nvPr/>
        </p:nvSpPr>
        <p:spPr>
          <a:xfrm rot="2606566">
            <a:off x="5046207" y="2765876"/>
            <a:ext cx="867545"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plan</a:t>
            </a:r>
          </a:p>
        </p:txBody>
      </p:sp>
      <p:sp>
        <p:nvSpPr>
          <p:cNvPr id="62" name="CuadroTexto 61">
            <a:extLst>
              <a:ext uri="{FF2B5EF4-FFF2-40B4-BE49-F238E27FC236}">
                <a16:creationId xmlns:a16="http://schemas.microsoft.com/office/drawing/2014/main" id="{1E538731-9468-257C-205F-0B3B177234F0}"/>
              </a:ext>
            </a:extLst>
          </p:cNvPr>
          <p:cNvSpPr txBox="1"/>
          <p:nvPr/>
        </p:nvSpPr>
        <p:spPr>
          <a:xfrm rot="18717501">
            <a:off x="1837681" y="2426971"/>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toggle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4" name="CuadroTexto 63">
            <a:extLst>
              <a:ext uri="{FF2B5EF4-FFF2-40B4-BE49-F238E27FC236}">
                <a16:creationId xmlns:a16="http://schemas.microsoft.com/office/drawing/2014/main" id="{E9C19247-EC32-D386-D17C-B6E4F6F2CA7A}"/>
              </a:ext>
            </a:extLst>
          </p:cNvPr>
          <p:cNvSpPr txBox="1"/>
          <p:nvPr/>
        </p:nvSpPr>
        <p:spPr>
          <a:xfrm>
            <a:off x="3475061" y="4815603"/>
            <a:ext cx="795411" cy="523220"/>
          </a:xfrm>
          <a:prstGeom prst="rect">
            <a:avLst/>
          </a:prstGeom>
          <a:noFill/>
        </p:spPr>
        <p:txBody>
          <a:bodyPr wrap="square" rtlCol="0">
            <a:spAutoFit/>
          </a:bodyPr>
          <a:lstStyle/>
          <a:p>
            <a:r>
              <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rPr>
              <a:t>test</a:t>
            </a:r>
          </a:p>
        </p:txBody>
      </p:sp>
      <p:sp>
        <p:nvSpPr>
          <p:cNvPr id="65" name="CuadroTexto 64">
            <a:extLst>
              <a:ext uri="{FF2B5EF4-FFF2-40B4-BE49-F238E27FC236}">
                <a16:creationId xmlns:a16="http://schemas.microsoft.com/office/drawing/2014/main" id="{712CB262-8EC5-5E95-CC4E-A82C00C6A150}"/>
              </a:ext>
            </a:extLst>
          </p:cNvPr>
          <p:cNvSpPr txBox="1"/>
          <p:nvPr/>
        </p:nvSpPr>
        <p:spPr>
          <a:xfrm>
            <a:off x="2860367" y="2594278"/>
            <a:ext cx="2273379" cy="1323439"/>
          </a:xfrm>
          <a:prstGeom prst="rect">
            <a:avLst/>
          </a:prstGeom>
          <a:noFill/>
        </p:spPr>
        <p:txBody>
          <a:bodyPr wrap="square" rtlCol="0">
            <a:spAutoFit/>
          </a:bodyPr>
          <a:lstStyle/>
          <a:p>
            <a:r>
              <a:rPr lang="es-ES_tradnl" sz="8000" b="1" dirty="0">
                <a:solidFill>
                  <a:srgbClr val="19D65F"/>
                </a:solidFill>
                <a:latin typeface="Roboto" panose="02000000000000000000" pitchFamily="2" charset="0"/>
                <a:ea typeface="Roboto" panose="02000000000000000000" pitchFamily="2" charset="0"/>
                <a:cs typeface="Roboto" panose="02000000000000000000" pitchFamily="2" charset="0"/>
              </a:rPr>
              <a:t>Dev</a:t>
            </a:r>
            <a:endParaRPr lang="es-ES_tradnl" sz="9600" b="1"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66" name="CuadroTexto 65">
            <a:extLst>
              <a:ext uri="{FF2B5EF4-FFF2-40B4-BE49-F238E27FC236}">
                <a16:creationId xmlns:a16="http://schemas.microsoft.com/office/drawing/2014/main" id="{F59049B7-733D-3E0A-AF10-F339C7858AD8}"/>
              </a:ext>
            </a:extLst>
          </p:cNvPr>
          <p:cNvSpPr txBox="1"/>
          <p:nvPr/>
        </p:nvSpPr>
        <p:spPr>
          <a:xfrm>
            <a:off x="7378651" y="2557595"/>
            <a:ext cx="2359941" cy="1323439"/>
          </a:xfrm>
          <a:prstGeom prst="rect">
            <a:avLst/>
          </a:prstGeom>
          <a:noFill/>
        </p:spPr>
        <p:txBody>
          <a:bodyPr wrap="square" rtlCol="0">
            <a:spAutoFit/>
          </a:bodyPr>
          <a:lstStyle/>
          <a:p>
            <a:r>
              <a:rPr lang="es-ES_tradnl" sz="8000" b="1" dirty="0" err="1">
                <a:solidFill>
                  <a:srgbClr val="183548"/>
                </a:solidFill>
                <a:latin typeface="Roboto" panose="02000000000000000000" pitchFamily="2" charset="0"/>
                <a:ea typeface="Roboto" panose="02000000000000000000" pitchFamily="2" charset="0"/>
                <a:cs typeface="Roboto" panose="02000000000000000000" pitchFamily="2" charset="0"/>
              </a:rPr>
              <a:t>Ops</a:t>
            </a:r>
            <a:endParaRPr lang="es-ES_tradnl" sz="9600" b="1"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grpSp>
        <p:nvGrpSpPr>
          <p:cNvPr id="3" name="Grupo 2">
            <a:extLst>
              <a:ext uri="{FF2B5EF4-FFF2-40B4-BE49-F238E27FC236}">
                <a16:creationId xmlns:a16="http://schemas.microsoft.com/office/drawing/2014/main" id="{91734EF9-BE17-1588-692B-09C456A22287}"/>
              </a:ext>
            </a:extLst>
          </p:cNvPr>
          <p:cNvGrpSpPr/>
          <p:nvPr/>
        </p:nvGrpSpPr>
        <p:grpSpPr>
          <a:xfrm>
            <a:off x="6548538" y="2682461"/>
            <a:ext cx="480299" cy="469978"/>
            <a:chOff x="4811734" y="1535585"/>
            <a:chExt cx="609172" cy="609172"/>
          </a:xfrm>
        </p:grpSpPr>
        <p:sp>
          <p:nvSpPr>
            <p:cNvPr id="2" name="Rectángulo redondeado 1">
              <a:extLst>
                <a:ext uri="{FF2B5EF4-FFF2-40B4-BE49-F238E27FC236}">
                  <a16:creationId xmlns:a16="http://schemas.microsoft.com/office/drawing/2014/main" id="{8D541C42-1734-A6A9-7DD5-6446CE1C88B5}"/>
                </a:ext>
              </a:extLst>
            </p:cNvPr>
            <p:cNvSpPr/>
            <p:nvPr/>
          </p:nvSpPr>
          <p:spPr>
            <a:xfrm>
              <a:off x="4811734" y="1571625"/>
              <a:ext cx="592958" cy="547764"/>
            </a:xfrm>
            <a:prstGeom prst="roundRect">
              <a:avLst>
                <a:gd name="adj" fmla="val 2091"/>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a:p>
          </p:txBody>
        </p:sp>
        <p:pic>
          <p:nvPicPr>
            <p:cNvPr id="73" name="Gráfico 72">
              <a:extLst>
                <a:ext uri="{FF2B5EF4-FFF2-40B4-BE49-F238E27FC236}">
                  <a16:creationId xmlns:a16="http://schemas.microsoft.com/office/drawing/2014/main" id="{D99AE19A-8A87-183D-859E-D635694B2A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1734" y="1535585"/>
              <a:ext cx="609172" cy="609172"/>
            </a:xfrm>
            <a:prstGeom prst="rect">
              <a:avLst/>
            </a:prstGeom>
          </p:spPr>
        </p:pic>
      </p:grpSp>
      <p:pic>
        <p:nvPicPr>
          <p:cNvPr id="80" name="Gráfico 79">
            <a:extLst>
              <a:ext uri="{FF2B5EF4-FFF2-40B4-BE49-F238E27FC236}">
                <a16:creationId xmlns:a16="http://schemas.microsoft.com/office/drawing/2014/main" id="{FBE3BB72-B0A3-E4FC-2561-B35D74B11E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68890" y="3759600"/>
            <a:ext cx="570213" cy="699807"/>
          </a:xfrm>
          <a:prstGeom prst="rect">
            <a:avLst/>
          </a:prstGeom>
        </p:spPr>
      </p:pic>
      <p:pic>
        <p:nvPicPr>
          <p:cNvPr id="82" name="Gráfico 81">
            <a:extLst>
              <a:ext uri="{FF2B5EF4-FFF2-40B4-BE49-F238E27FC236}">
                <a16:creationId xmlns:a16="http://schemas.microsoft.com/office/drawing/2014/main" id="{6A22DB8A-ABEB-579B-D655-2FB51312E0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7450" y="3816077"/>
            <a:ext cx="581367" cy="713496"/>
          </a:xfrm>
          <a:prstGeom prst="rect">
            <a:avLst/>
          </a:prstGeom>
        </p:spPr>
      </p:pic>
      <p:pic>
        <p:nvPicPr>
          <p:cNvPr id="34" name="Gráfico 33">
            <a:extLst>
              <a:ext uri="{FF2B5EF4-FFF2-40B4-BE49-F238E27FC236}">
                <a16:creationId xmlns:a16="http://schemas.microsoft.com/office/drawing/2014/main" id="{E54498B1-0C9C-5094-7224-B89D372D1FD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60350" y="3881034"/>
            <a:ext cx="613109" cy="613109"/>
          </a:xfrm>
          <a:prstGeom prst="rect">
            <a:avLst/>
          </a:prstGeom>
        </p:spPr>
      </p:pic>
      <p:pic>
        <p:nvPicPr>
          <p:cNvPr id="36" name="Gráfico 35">
            <a:extLst>
              <a:ext uri="{FF2B5EF4-FFF2-40B4-BE49-F238E27FC236}">
                <a16:creationId xmlns:a16="http://schemas.microsoft.com/office/drawing/2014/main" id="{2FC2D9D6-77F3-5591-678D-DFCDCFD17D2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7370723">
            <a:off x="3868186" y="1971095"/>
            <a:ext cx="508932" cy="508932"/>
          </a:xfrm>
          <a:prstGeom prst="rect">
            <a:avLst/>
          </a:prstGeom>
        </p:spPr>
      </p:pic>
      <p:pic>
        <p:nvPicPr>
          <p:cNvPr id="38" name="Gráfico 37">
            <a:extLst>
              <a:ext uri="{FF2B5EF4-FFF2-40B4-BE49-F238E27FC236}">
                <a16:creationId xmlns:a16="http://schemas.microsoft.com/office/drawing/2014/main" id="{FF903094-A421-650F-26C3-54AFB35F062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995953" y="1947110"/>
            <a:ext cx="562668" cy="562668"/>
          </a:xfrm>
          <a:prstGeom prst="rect">
            <a:avLst/>
          </a:prstGeom>
        </p:spPr>
      </p:pic>
      <p:pic>
        <p:nvPicPr>
          <p:cNvPr id="68" name="Gráfico 67">
            <a:extLst>
              <a:ext uri="{FF2B5EF4-FFF2-40B4-BE49-F238E27FC236}">
                <a16:creationId xmlns:a16="http://schemas.microsoft.com/office/drawing/2014/main" id="{DE2A1220-51DC-BD20-835D-99710F2CF73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771860" y="3814615"/>
            <a:ext cx="554204" cy="554204"/>
          </a:xfrm>
          <a:prstGeom prst="rect">
            <a:avLst/>
          </a:prstGeom>
        </p:spPr>
      </p:pic>
      <p:pic>
        <p:nvPicPr>
          <p:cNvPr id="70" name="Gráfico 69">
            <a:extLst>
              <a:ext uri="{FF2B5EF4-FFF2-40B4-BE49-F238E27FC236}">
                <a16:creationId xmlns:a16="http://schemas.microsoft.com/office/drawing/2014/main" id="{7940970F-E76F-1E67-B82E-E53105AB234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077566" y="4591945"/>
            <a:ext cx="475732" cy="475732"/>
          </a:xfrm>
          <a:prstGeom prst="rect">
            <a:avLst/>
          </a:prstGeom>
        </p:spPr>
      </p:pic>
      <p:sp>
        <p:nvSpPr>
          <p:cNvPr id="24" name="Google Shape;295;p32">
            <a:extLst>
              <a:ext uri="{FF2B5EF4-FFF2-40B4-BE49-F238E27FC236}">
                <a16:creationId xmlns:a16="http://schemas.microsoft.com/office/drawing/2014/main" id="{AB8DFA73-B67E-2054-96C9-84EB9A90DA74}"/>
              </a:ext>
            </a:extLst>
          </p:cNvPr>
          <p:cNvSpPr/>
          <p:nvPr/>
        </p:nvSpPr>
        <p:spPr>
          <a:xfrm flipV="1">
            <a:off x="-3783065" y="656424"/>
            <a:ext cx="1236928" cy="2509500"/>
          </a:xfrm>
          <a:custGeom>
            <a:avLst/>
            <a:gdLst/>
            <a:ahLst/>
            <a:cxnLst/>
            <a:rect l="l" t="t" r="r" b="b"/>
            <a:pathLst>
              <a:path w="21881" h="55137" extrusionOk="0">
                <a:moveTo>
                  <a:pt x="11413" y="0"/>
                </a:moveTo>
                <a:lnTo>
                  <a:pt x="10032" y="1454"/>
                </a:lnTo>
                <a:lnTo>
                  <a:pt x="7524" y="4507"/>
                </a:lnTo>
                <a:lnTo>
                  <a:pt x="5379" y="7742"/>
                </a:lnTo>
                <a:lnTo>
                  <a:pt x="3598" y="11158"/>
                </a:lnTo>
                <a:lnTo>
                  <a:pt x="2145" y="14684"/>
                </a:lnTo>
                <a:lnTo>
                  <a:pt x="1091" y="18282"/>
                </a:lnTo>
                <a:lnTo>
                  <a:pt x="364" y="21989"/>
                </a:lnTo>
                <a:lnTo>
                  <a:pt x="0" y="25697"/>
                </a:lnTo>
                <a:lnTo>
                  <a:pt x="0" y="29440"/>
                </a:lnTo>
                <a:lnTo>
                  <a:pt x="364" y="33184"/>
                </a:lnTo>
                <a:lnTo>
                  <a:pt x="1091" y="36855"/>
                </a:lnTo>
                <a:lnTo>
                  <a:pt x="2145" y="40489"/>
                </a:lnTo>
                <a:lnTo>
                  <a:pt x="3598" y="44015"/>
                </a:lnTo>
                <a:lnTo>
                  <a:pt x="5379" y="47395"/>
                </a:lnTo>
                <a:lnTo>
                  <a:pt x="7524" y="50630"/>
                </a:lnTo>
                <a:lnTo>
                  <a:pt x="10032" y="53683"/>
                </a:lnTo>
                <a:lnTo>
                  <a:pt x="11413" y="55137"/>
                </a:lnTo>
                <a:lnTo>
                  <a:pt x="11413" y="46050"/>
                </a:lnTo>
                <a:lnTo>
                  <a:pt x="11449" y="45759"/>
                </a:lnTo>
                <a:lnTo>
                  <a:pt x="11631" y="45287"/>
                </a:lnTo>
                <a:lnTo>
                  <a:pt x="12031" y="44887"/>
                </a:lnTo>
                <a:lnTo>
                  <a:pt x="12503" y="44705"/>
                </a:lnTo>
                <a:lnTo>
                  <a:pt x="12794" y="44669"/>
                </a:lnTo>
                <a:lnTo>
                  <a:pt x="21880" y="44669"/>
                </a:lnTo>
                <a:lnTo>
                  <a:pt x="21044" y="43797"/>
                </a:lnTo>
                <a:lnTo>
                  <a:pt x="19518" y="41979"/>
                </a:lnTo>
                <a:lnTo>
                  <a:pt x="18209" y="39980"/>
                </a:lnTo>
                <a:lnTo>
                  <a:pt x="17083" y="37909"/>
                </a:lnTo>
                <a:lnTo>
                  <a:pt x="16174" y="35728"/>
                </a:lnTo>
                <a:lnTo>
                  <a:pt x="15483" y="33438"/>
                </a:lnTo>
                <a:lnTo>
                  <a:pt x="15011" y="31112"/>
                </a:lnTo>
                <a:lnTo>
                  <a:pt x="14793" y="28750"/>
                </a:lnTo>
                <a:lnTo>
                  <a:pt x="14757" y="27550"/>
                </a:lnTo>
                <a:lnTo>
                  <a:pt x="14793" y="26351"/>
                </a:lnTo>
                <a:lnTo>
                  <a:pt x="15011" y="23952"/>
                </a:lnTo>
                <a:lnTo>
                  <a:pt x="15483" y="21626"/>
                </a:lnTo>
                <a:lnTo>
                  <a:pt x="16174" y="19372"/>
                </a:lnTo>
                <a:lnTo>
                  <a:pt x="17083" y="17192"/>
                </a:lnTo>
                <a:lnTo>
                  <a:pt x="18209" y="15084"/>
                </a:lnTo>
                <a:lnTo>
                  <a:pt x="19518" y="13121"/>
                </a:lnTo>
                <a:lnTo>
                  <a:pt x="21044" y="11267"/>
                </a:lnTo>
                <a:lnTo>
                  <a:pt x="21880" y="10431"/>
                </a:lnTo>
                <a:lnTo>
                  <a:pt x="21880" y="1381"/>
                </a:lnTo>
                <a:lnTo>
                  <a:pt x="21844" y="1091"/>
                </a:lnTo>
                <a:lnTo>
                  <a:pt x="21662" y="582"/>
                </a:lnTo>
                <a:lnTo>
                  <a:pt x="21262" y="218"/>
                </a:lnTo>
                <a:lnTo>
                  <a:pt x="20790" y="37"/>
                </a:lnTo>
                <a:lnTo>
                  <a:pt x="20499" y="0"/>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 name="Google Shape;301;p32">
            <a:extLst>
              <a:ext uri="{FF2B5EF4-FFF2-40B4-BE49-F238E27FC236}">
                <a16:creationId xmlns:a16="http://schemas.microsoft.com/office/drawing/2014/main" id="{AFD8E343-6CED-700E-18A5-5BC584C93BEC}"/>
              </a:ext>
            </a:extLst>
          </p:cNvPr>
          <p:cNvSpPr/>
          <p:nvPr/>
        </p:nvSpPr>
        <p:spPr>
          <a:xfrm flipV="1">
            <a:off x="-3135868" y="137005"/>
            <a:ext cx="3108682" cy="1002534"/>
          </a:xfrm>
          <a:custGeom>
            <a:avLst/>
            <a:gdLst/>
            <a:ahLst/>
            <a:cxnLst/>
            <a:rect l="l" t="t" r="r" b="b"/>
            <a:pathLst>
              <a:path w="54992" h="22027" extrusionOk="0">
                <a:moveTo>
                  <a:pt x="44524" y="1"/>
                </a:moveTo>
                <a:lnTo>
                  <a:pt x="43579" y="909"/>
                </a:lnTo>
                <a:lnTo>
                  <a:pt x="41616" y="2472"/>
                </a:lnTo>
                <a:lnTo>
                  <a:pt x="39653" y="3853"/>
                </a:lnTo>
                <a:lnTo>
                  <a:pt x="37654" y="4980"/>
                </a:lnTo>
                <a:lnTo>
                  <a:pt x="35583" y="5889"/>
                </a:lnTo>
                <a:lnTo>
                  <a:pt x="33438" y="6579"/>
                </a:lnTo>
                <a:lnTo>
                  <a:pt x="31185" y="7015"/>
                </a:lnTo>
                <a:lnTo>
                  <a:pt x="28822" y="7233"/>
                </a:lnTo>
                <a:lnTo>
                  <a:pt x="27586" y="7270"/>
                </a:lnTo>
                <a:lnTo>
                  <a:pt x="26423" y="7270"/>
                </a:lnTo>
                <a:lnTo>
                  <a:pt x="24134" y="7052"/>
                </a:lnTo>
                <a:lnTo>
                  <a:pt x="21917" y="6616"/>
                </a:lnTo>
                <a:lnTo>
                  <a:pt x="19736" y="5961"/>
                </a:lnTo>
                <a:lnTo>
                  <a:pt x="17628" y="5125"/>
                </a:lnTo>
                <a:lnTo>
                  <a:pt x="15592" y="4108"/>
                </a:lnTo>
                <a:lnTo>
                  <a:pt x="13702" y="2908"/>
                </a:lnTo>
                <a:lnTo>
                  <a:pt x="11885" y="1491"/>
                </a:lnTo>
                <a:lnTo>
                  <a:pt x="11013" y="728"/>
                </a:lnTo>
                <a:lnTo>
                  <a:pt x="10722" y="437"/>
                </a:lnTo>
                <a:lnTo>
                  <a:pt x="10431" y="146"/>
                </a:lnTo>
                <a:lnTo>
                  <a:pt x="1345" y="146"/>
                </a:lnTo>
                <a:lnTo>
                  <a:pt x="1090" y="182"/>
                </a:lnTo>
                <a:lnTo>
                  <a:pt x="582" y="364"/>
                </a:lnTo>
                <a:lnTo>
                  <a:pt x="218" y="764"/>
                </a:lnTo>
                <a:lnTo>
                  <a:pt x="0" y="1236"/>
                </a:lnTo>
                <a:lnTo>
                  <a:pt x="0" y="1527"/>
                </a:lnTo>
                <a:lnTo>
                  <a:pt x="0" y="10614"/>
                </a:lnTo>
                <a:lnTo>
                  <a:pt x="291" y="10904"/>
                </a:lnTo>
                <a:lnTo>
                  <a:pt x="582" y="11195"/>
                </a:lnTo>
                <a:lnTo>
                  <a:pt x="1963" y="12467"/>
                </a:lnTo>
                <a:lnTo>
                  <a:pt x="4870" y="14793"/>
                </a:lnTo>
                <a:lnTo>
                  <a:pt x="8033" y="16829"/>
                </a:lnTo>
                <a:lnTo>
                  <a:pt x="11304" y="18501"/>
                </a:lnTo>
                <a:lnTo>
                  <a:pt x="14756" y="19882"/>
                </a:lnTo>
                <a:lnTo>
                  <a:pt x="18318" y="20936"/>
                </a:lnTo>
                <a:lnTo>
                  <a:pt x="21953" y="21663"/>
                </a:lnTo>
                <a:lnTo>
                  <a:pt x="25697" y="21990"/>
                </a:lnTo>
                <a:lnTo>
                  <a:pt x="27586" y="22026"/>
                </a:lnTo>
                <a:lnTo>
                  <a:pt x="29404" y="21990"/>
                </a:lnTo>
                <a:lnTo>
                  <a:pt x="33002" y="21699"/>
                </a:lnTo>
                <a:lnTo>
                  <a:pt x="36455" y="21045"/>
                </a:lnTo>
                <a:lnTo>
                  <a:pt x="39799" y="20100"/>
                </a:lnTo>
                <a:lnTo>
                  <a:pt x="43033" y="18791"/>
                </a:lnTo>
                <a:lnTo>
                  <a:pt x="46196" y="17156"/>
                </a:lnTo>
                <a:lnTo>
                  <a:pt x="49285" y="15193"/>
                </a:lnTo>
                <a:lnTo>
                  <a:pt x="52338" y="12867"/>
                </a:lnTo>
                <a:lnTo>
                  <a:pt x="53828" y="11559"/>
                </a:lnTo>
                <a:lnTo>
                  <a:pt x="54446" y="11013"/>
                </a:lnTo>
                <a:lnTo>
                  <a:pt x="54991" y="10468"/>
                </a:lnTo>
                <a:lnTo>
                  <a:pt x="45905" y="10468"/>
                </a:lnTo>
                <a:lnTo>
                  <a:pt x="45614" y="10432"/>
                </a:lnTo>
                <a:lnTo>
                  <a:pt x="45141" y="10214"/>
                </a:lnTo>
                <a:lnTo>
                  <a:pt x="44742" y="9850"/>
                </a:lnTo>
                <a:lnTo>
                  <a:pt x="44560" y="9378"/>
                </a:lnTo>
                <a:lnTo>
                  <a:pt x="44524" y="9087"/>
                </a:lnTo>
                <a:lnTo>
                  <a:pt x="44524" y="1"/>
                </a:lnTo>
                <a:close/>
              </a:path>
            </a:pathLst>
          </a:custGeom>
          <a:solidFill>
            <a:srgbClr val="183548"/>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 name="CuadroTexto 25">
            <a:extLst>
              <a:ext uri="{FF2B5EF4-FFF2-40B4-BE49-F238E27FC236}">
                <a16:creationId xmlns:a16="http://schemas.microsoft.com/office/drawing/2014/main" id="{A3E1909E-7A09-7F13-A346-557E26AA76AA}"/>
              </a:ext>
            </a:extLst>
          </p:cNvPr>
          <p:cNvSpPr txBox="1"/>
          <p:nvPr/>
        </p:nvSpPr>
        <p:spPr>
          <a:xfrm>
            <a:off x="-2126115" y="224171"/>
            <a:ext cx="1187915"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code</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32" name="CuadroTexto 31">
            <a:extLst>
              <a:ext uri="{FF2B5EF4-FFF2-40B4-BE49-F238E27FC236}">
                <a16:creationId xmlns:a16="http://schemas.microsoft.com/office/drawing/2014/main" id="{D615A022-C8D1-B4EF-159D-E768C7CC7E69}"/>
              </a:ext>
            </a:extLst>
          </p:cNvPr>
          <p:cNvSpPr txBox="1"/>
          <p:nvPr/>
        </p:nvSpPr>
        <p:spPr>
          <a:xfrm rot="16200000">
            <a:off x="-3835576" y="1677921"/>
            <a:ext cx="958917" cy="523220"/>
          </a:xfrm>
          <a:prstGeom prst="rect">
            <a:avLst/>
          </a:prstGeom>
          <a:noFill/>
        </p:spPr>
        <p:txBody>
          <a:bodyPr wrap="square" rtlCol="0">
            <a:spAutoFit/>
          </a:bodyPr>
          <a:lstStyle/>
          <a:p>
            <a:r>
              <a:rPr lang="es-ES_tradnl" sz="2800" dirty="0" err="1">
                <a:solidFill>
                  <a:srgbClr val="19D65F"/>
                </a:solidFill>
                <a:latin typeface="Roboto" panose="02000000000000000000" pitchFamily="2" charset="0"/>
                <a:ea typeface="Roboto" panose="02000000000000000000" pitchFamily="2" charset="0"/>
                <a:cs typeface="Roboto" panose="02000000000000000000" pitchFamily="2" charset="0"/>
              </a:rPr>
              <a:t>build</a:t>
            </a:r>
            <a:endParaRPr lang="es-ES_tradnl" sz="2800" dirty="0">
              <a:solidFill>
                <a:srgbClr val="19D65F"/>
              </a:solidFill>
              <a:latin typeface="Roboto" panose="02000000000000000000" pitchFamily="2" charset="0"/>
              <a:ea typeface="Roboto" panose="02000000000000000000" pitchFamily="2" charset="0"/>
              <a:cs typeface="Roboto" panose="02000000000000000000" pitchFamily="2" charset="0"/>
            </a:endParaRPr>
          </a:p>
        </p:txBody>
      </p:sp>
      <p:sp>
        <p:nvSpPr>
          <p:cNvPr id="33" name="Google Shape;298;p32">
            <a:extLst>
              <a:ext uri="{FF2B5EF4-FFF2-40B4-BE49-F238E27FC236}">
                <a16:creationId xmlns:a16="http://schemas.microsoft.com/office/drawing/2014/main" id="{3098BB04-EBDD-AF75-2B49-DE19B7985BF1}"/>
              </a:ext>
            </a:extLst>
          </p:cNvPr>
          <p:cNvSpPr/>
          <p:nvPr/>
        </p:nvSpPr>
        <p:spPr>
          <a:xfrm flipV="1">
            <a:off x="12155884" y="124732"/>
            <a:ext cx="3110775" cy="999212"/>
          </a:xfrm>
          <a:custGeom>
            <a:avLst/>
            <a:gdLst/>
            <a:ahLst/>
            <a:cxnLst/>
            <a:rect l="l" t="t" r="r" b="b"/>
            <a:pathLst>
              <a:path w="55029" h="21954" extrusionOk="0">
                <a:moveTo>
                  <a:pt x="10468" y="1"/>
                </a:moveTo>
                <a:lnTo>
                  <a:pt x="10468" y="9087"/>
                </a:lnTo>
                <a:lnTo>
                  <a:pt x="10432" y="9342"/>
                </a:lnTo>
                <a:lnTo>
                  <a:pt x="10250" y="9850"/>
                </a:lnTo>
                <a:lnTo>
                  <a:pt x="9850" y="10214"/>
                </a:lnTo>
                <a:lnTo>
                  <a:pt x="9378" y="10432"/>
                </a:lnTo>
                <a:lnTo>
                  <a:pt x="1" y="10432"/>
                </a:lnTo>
                <a:lnTo>
                  <a:pt x="546" y="10941"/>
                </a:lnTo>
                <a:lnTo>
                  <a:pt x="837" y="11195"/>
                </a:lnTo>
                <a:lnTo>
                  <a:pt x="1127" y="11450"/>
                </a:lnTo>
                <a:lnTo>
                  <a:pt x="2618" y="12758"/>
                </a:lnTo>
                <a:lnTo>
                  <a:pt x="5671" y="15084"/>
                </a:lnTo>
                <a:lnTo>
                  <a:pt x="8760" y="17083"/>
                </a:lnTo>
                <a:lnTo>
                  <a:pt x="11922" y="18719"/>
                </a:lnTo>
                <a:lnTo>
                  <a:pt x="15157" y="19991"/>
                </a:lnTo>
                <a:lnTo>
                  <a:pt x="18501" y="20972"/>
                </a:lnTo>
                <a:lnTo>
                  <a:pt x="21954" y="21590"/>
                </a:lnTo>
                <a:lnTo>
                  <a:pt x="25552" y="21917"/>
                </a:lnTo>
                <a:lnTo>
                  <a:pt x="27369" y="21953"/>
                </a:lnTo>
                <a:lnTo>
                  <a:pt x="27514" y="21953"/>
                </a:lnTo>
                <a:lnTo>
                  <a:pt x="29441" y="21917"/>
                </a:lnTo>
                <a:lnTo>
                  <a:pt x="33293" y="21517"/>
                </a:lnTo>
                <a:lnTo>
                  <a:pt x="37037" y="20754"/>
                </a:lnTo>
                <a:lnTo>
                  <a:pt x="40672" y="19627"/>
                </a:lnTo>
                <a:lnTo>
                  <a:pt x="44161" y="18174"/>
                </a:lnTo>
                <a:lnTo>
                  <a:pt x="47505" y="16356"/>
                </a:lnTo>
                <a:lnTo>
                  <a:pt x="50667" y="14212"/>
                </a:lnTo>
                <a:lnTo>
                  <a:pt x="53647" y="11777"/>
                </a:lnTo>
                <a:lnTo>
                  <a:pt x="55028" y="10432"/>
                </a:lnTo>
                <a:lnTo>
                  <a:pt x="55028" y="1345"/>
                </a:lnTo>
                <a:lnTo>
                  <a:pt x="54992" y="1055"/>
                </a:lnTo>
                <a:lnTo>
                  <a:pt x="54810" y="582"/>
                </a:lnTo>
                <a:lnTo>
                  <a:pt x="54447" y="219"/>
                </a:lnTo>
                <a:lnTo>
                  <a:pt x="53938" y="1"/>
                </a:lnTo>
                <a:lnTo>
                  <a:pt x="44633" y="1"/>
                </a:lnTo>
                <a:lnTo>
                  <a:pt x="44561" y="37"/>
                </a:lnTo>
                <a:lnTo>
                  <a:pt x="43688" y="873"/>
                </a:lnTo>
                <a:lnTo>
                  <a:pt x="41871" y="2400"/>
                </a:lnTo>
                <a:lnTo>
                  <a:pt x="39908" y="3708"/>
                </a:lnTo>
                <a:lnTo>
                  <a:pt x="37837" y="4835"/>
                </a:lnTo>
                <a:lnTo>
                  <a:pt x="35656" y="5743"/>
                </a:lnTo>
                <a:lnTo>
                  <a:pt x="33402" y="6434"/>
                </a:lnTo>
                <a:lnTo>
                  <a:pt x="31076" y="6906"/>
                </a:lnTo>
                <a:lnTo>
                  <a:pt x="28714" y="7124"/>
                </a:lnTo>
                <a:lnTo>
                  <a:pt x="27514" y="7161"/>
                </a:lnTo>
                <a:lnTo>
                  <a:pt x="26206" y="7161"/>
                </a:lnTo>
                <a:lnTo>
                  <a:pt x="23916" y="6943"/>
                </a:lnTo>
                <a:lnTo>
                  <a:pt x="21735" y="6507"/>
                </a:lnTo>
                <a:lnTo>
                  <a:pt x="19664" y="5889"/>
                </a:lnTo>
                <a:lnTo>
                  <a:pt x="17628" y="5053"/>
                </a:lnTo>
                <a:lnTo>
                  <a:pt x="15702" y="4035"/>
                </a:lnTo>
                <a:lnTo>
                  <a:pt x="13812" y="2763"/>
                </a:lnTo>
                <a:lnTo>
                  <a:pt x="11922" y="1309"/>
                </a:lnTo>
                <a:lnTo>
                  <a:pt x="10977" y="473"/>
                </a:lnTo>
                <a:lnTo>
                  <a:pt x="10468"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rgbClr val="F9B702"/>
              </a:solidFill>
            </a:endParaRPr>
          </a:p>
        </p:txBody>
      </p:sp>
      <p:sp>
        <p:nvSpPr>
          <p:cNvPr id="35" name="Google Shape;299;p32">
            <a:extLst>
              <a:ext uri="{FF2B5EF4-FFF2-40B4-BE49-F238E27FC236}">
                <a16:creationId xmlns:a16="http://schemas.microsoft.com/office/drawing/2014/main" id="{4CF6453F-D8B1-B6FE-A88D-AA83176BEC77}"/>
              </a:ext>
            </a:extLst>
          </p:cNvPr>
          <p:cNvSpPr/>
          <p:nvPr/>
        </p:nvSpPr>
        <p:spPr>
          <a:xfrm flipV="1">
            <a:off x="14678933" y="649112"/>
            <a:ext cx="1232802" cy="2504538"/>
          </a:xfrm>
          <a:custGeom>
            <a:avLst/>
            <a:gdLst/>
            <a:ahLst/>
            <a:cxnLst/>
            <a:rect l="l" t="t" r="r" b="b"/>
            <a:pathLst>
              <a:path w="21808" h="55028" extrusionOk="0">
                <a:moveTo>
                  <a:pt x="1345" y="1"/>
                </a:moveTo>
                <a:lnTo>
                  <a:pt x="1054" y="37"/>
                </a:lnTo>
                <a:lnTo>
                  <a:pt x="582" y="219"/>
                </a:lnTo>
                <a:lnTo>
                  <a:pt x="218" y="618"/>
                </a:lnTo>
                <a:lnTo>
                  <a:pt x="0" y="1091"/>
                </a:lnTo>
                <a:lnTo>
                  <a:pt x="0" y="1382"/>
                </a:lnTo>
                <a:lnTo>
                  <a:pt x="0" y="10468"/>
                </a:lnTo>
                <a:lnTo>
                  <a:pt x="218" y="10723"/>
                </a:lnTo>
                <a:lnTo>
                  <a:pt x="473" y="10977"/>
                </a:lnTo>
                <a:lnTo>
                  <a:pt x="1309" y="11849"/>
                </a:lnTo>
                <a:lnTo>
                  <a:pt x="2763" y="13776"/>
                </a:lnTo>
                <a:lnTo>
                  <a:pt x="3998" y="15775"/>
                </a:lnTo>
                <a:lnTo>
                  <a:pt x="5052" y="17846"/>
                </a:lnTo>
                <a:lnTo>
                  <a:pt x="5852" y="20027"/>
                </a:lnTo>
                <a:lnTo>
                  <a:pt x="6470" y="22208"/>
                </a:lnTo>
                <a:lnTo>
                  <a:pt x="6870" y="24461"/>
                </a:lnTo>
                <a:lnTo>
                  <a:pt x="7051" y="26751"/>
                </a:lnTo>
                <a:lnTo>
                  <a:pt x="7015" y="29004"/>
                </a:lnTo>
                <a:lnTo>
                  <a:pt x="6761" y="31258"/>
                </a:lnTo>
                <a:lnTo>
                  <a:pt x="6288" y="33511"/>
                </a:lnTo>
                <a:lnTo>
                  <a:pt x="5634" y="35692"/>
                </a:lnTo>
                <a:lnTo>
                  <a:pt x="4762" y="37836"/>
                </a:lnTo>
                <a:lnTo>
                  <a:pt x="3671" y="39872"/>
                </a:lnTo>
                <a:lnTo>
                  <a:pt x="2363" y="41834"/>
                </a:lnTo>
                <a:lnTo>
                  <a:pt x="836" y="43688"/>
                </a:lnTo>
                <a:lnTo>
                  <a:pt x="0" y="44597"/>
                </a:lnTo>
                <a:lnTo>
                  <a:pt x="9341" y="44597"/>
                </a:lnTo>
                <a:lnTo>
                  <a:pt x="9850" y="44815"/>
                </a:lnTo>
                <a:lnTo>
                  <a:pt x="10213" y="45178"/>
                </a:lnTo>
                <a:lnTo>
                  <a:pt x="10432" y="45651"/>
                </a:lnTo>
                <a:lnTo>
                  <a:pt x="10432" y="45941"/>
                </a:lnTo>
                <a:lnTo>
                  <a:pt x="10432" y="55028"/>
                </a:lnTo>
                <a:lnTo>
                  <a:pt x="11776" y="53647"/>
                </a:lnTo>
                <a:lnTo>
                  <a:pt x="14211" y="50666"/>
                </a:lnTo>
                <a:lnTo>
                  <a:pt x="16320" y="47504"/>
                </a:lnTo>
                <a:lnTo>
                  <a:pt x="18100" y="44124"/>
                </a:lnTo>
                <a:lnTo>
                  <a:pt x="19554" y="40635"/>
                </a:lnTo>
                <a:lnTo>
                  <a:pt x="20645" y="37000"/>
                </a:lnTo>
                <a:lnTo>
                  <a:pt x="21372" y="33257"/>
                </a:lnTo>
                <a:lnTo>
                  <a:pt x="21771" y="29441"/>
                </a:lnTo>
                <a:lnTo>
                  <a:pt x="21808" y="27514"/>
                </a:lnTo>
                <a:lnTo>
                  <a:pt x="21771" y="25588"/>
                </a:lnTo>
                <a:lnTo>
                  <a:pt x="21372" y="21772"/>
                </a:lnTo>
                <a:lnTo>
                  <a:pt x="20645" y="18028"/>
                </a:lnTo>
                <a:lnTo>
                  <a:pt x="19554" y="14393"/>
                </a:lnTo>
                <a:lnTo>
                  <a:pt x="18100" y="10868"/>
                </a:lnTo>
                <a:lnTo>
                  <a:pt x="16320" y="7524"/>
                </a:lnTo>
                <a:lnTo>
                  <a:pt x="14211" y="4362"/>
                </a:lnTo>
                <a:lnTo>
                  <a:pt x="11776" y="1382"/>
                </a:lnTo>
                <a:lnTo>
                  <a:pt x="10432" y="1"/>
                </a:lnTo>
                <a:close/>
              </a:path>
            </a:pathLst>
          </a:custGeom>
          <a:solidFill>
            <a:srgbClr val="19D65F"/>
          </a:solidFill>
          <a:ln w="76200">
            <a:solidFill>
              <a:schemeClr val="bg1"/>
            </a:solid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9B702"/>
              </a:solidFill>
            </a:endParaRPr>
          </a:p>
        </p:txBody>
      </p:sp>
      <p:sp>
        <p:nvSpPr>
          <p:cNvPr id="37" name="CuadroTexto 36">
            <a:extLst>
              <a:ext uri="{FF2B5EF4-FFF2-40B4-BE49-F238E27FC236}">
                <a16:creationId xmlns:a16="http://schemas.microsoft.com/office/drawing/2014/main" id="{C590D29F-4479-EDB7-AA4D-1F64AD2A1A90}"/>
              </a:ext>
            </a:extLst>
          </p:cNvPr>
          <p:cNvSpPr txBox="1"/>
          <p:nvPr/>
        </p:nvSpPr>
        <p:spPr>
          <a:xfrm rot="152627">
            <a:off x="13212342" y="207068"/>
            <a:ext cx="1241045"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deploy</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0" name="CuadroTexto 49">
            <a:extLst>
              <a:ext uri="{FF2B5EF4-FFF2-40B4-BE49-F238E27FC236}">
                <a16:creationId xmlns:a16="http://schemas.microsoft.com/office/drawing/2014/main" id="{CA45C6CD-6908-9E69-E8F1-0C8F19EB994B}"/>
              </a:ext>
            </a:extLst>
          </p:cNvPr>
          <p:cNvSpPr txBox="1"/>
          <p:nvPr/>
        </p:nvSpPr>
        <p:spPr>
          <a:xfrm rot="5400000">
            <a:off x="14777324" y="1771258"/>
            <a:ext cx="1407758" cy="523220"/>
          </a:xfrm>
          <a:prstGeom prst="rect">
            <a:avLst/>
          </a:prstGeom>
          <a:noFill/>
        </p:spPr>
        <p:txBody>
          <a:bodyPr wrap="square" rtlCol="0">
            <a:spAutoFit/>
          </a:bodyPr>
          <a:lstStyle/>
          <a:p>
            <a:r>
              <a:rPr lang="es-ES_tradnl" sz="2800" dirty="0" err="1">
                <a:solidFill>
                  <a:srgbClr val="183548"/>
                </a:solidFill>
                <a:latin typeface="Roboto" panose="02000000000000000000" pitchFamily="2" charset="0"/>
                <a:ea typeface="Roboto" panose="02000000000000000000" pitchFamily="2" charset="0"/>
                <a:cs typeface="Roboto" panose="02000000000000000000" pitchFamily="2" charset="0"/>
              </a:rPr>
              <a:t>operate</a:t>
            </a:r>
            <a:endParaRPr lang="es-ES_tradnl" sz="2800" dirty="0">
              <a:solidFill>
                <a:srgbClr val="183548"/>
              </a:solidFill>
              <a:latin typeface="Roboto" panose="02000000000000000000" pitchFamily="2" charset="0"/>
              <a:ea typeface="Roboto" panose="02000000000000000000" pitchFamily="2" charset="0"/>
              <a:cs typeface="Roboto" panose="02000000000000000000" pitchFamily="2" charset="0"/>
            </a:endParaRPr>
          </a:p>
        </p:txBody>
      </p:sp>
      <p:sp>
        <p:nvSpPr>
          <p:cNvPr id="5" name="CuadroTexto 4">
            <a:extLst>
              <a:ext uri="{FF2B5EF4-FFF2-40B4-BE49-F238E27FC236}">
                <a16:creationId xmlns:a16="http://schemas.microsoft.com/office/drawing/2014/main" id="{6E7B4FF5-498B-E057-3339-F374198722F4}"/>
              </a:ext>
            </a:extLst>
          </p:cNvPr>
          <p:cNvSpPr txBox="1"/>
          <p:nvPr/>
        </p:nvSpPr>
        <p:spPr>
          <a:xfrm>
            <a:off x="11641849" y="6334780"/>
            <a:ext cx="550151" cy="523220"/>
          </a:xfrm>
          <a:prstGeom prst="rect">
            <a:avLst/>
          </a:prstGeom>
          <a:noFill/>
        </p:spPr>
        <p:txBody>
          <a:bodyPr wrap="none" rtlCol="0">
            <a:spAutoFit/>
          </a:bodyPr>
          <a:lstStyle/>
          <a:p>
            <a:r>
              <a:rPr lang="es-ES_tradnl" sz="2800" dirty="0">
                <a:solidFill>
                  <a:srgbClr val="7E0029"/>
                </a:solidFill>
              </a:rPr>
              <a:t>23</a:t>
            </a:r>
          </a:p>
        </p:txBody>
      </p:sp>
    </p:spTree>
    <p:extLst>
      <p:ext uri="{BB962C8B-B14F-4D97-AF65-F5344CB8AC3E}">
        <p14:creationId xmlns:p14="http://schemas.microsoft.com/office/powerpoint/2010/main" val="3713747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3.3|22.9|3.7"/>
</p:tagLst>
</file>

<file path=ppt/tags/tag2.xml><?xml version="1.0" encoding="utf-8"?>
<p:tagLst xmlns:a="http://schemas.openxmlformats.org/drawingml/2006/main" xmlns:r="http://schemas.openxmlformats.org/officeDocument/2006/relationships" xmlns:p="http://schemas.openxmlformats.org/presentationml/2006/main">
  <p:tag name="TIMING" val="|13.3|22.9|3.7"/>
</p:tagLst>
</file>

<file path=ppt/tags/tag3.xml><?xml version="1.0" encoding="utf-8"?>
<p:tagLst xmlns:a="http://schemas.openxmlformats.org/drawingml/2006/main" xmlns:r="http://schemas.openxmlformats.org/officeDocument/2006/relationships" xmlns:p="http://schemas.openxmlformats.org/presentationml/2006/main">
  <p:tag name="TIMING" val="|13.3|22.9|3.7"/>
</p:tagLst>
</file>

<file path=ppt/tags/tag4.xml><?xml version="1.0" encoding="utf-8"?>
<p:tagLst xmlns:a="http://schemas.openxmlformats.org/drawingml/2006/main" xmlns:r="http://schemas.openxmlformats.org/officeDocument/2006/relationships" xmlns:p="http://schemas.openxmlformats.org/presentationml/2006/main">
  <p:tag name="TIMING" val="|13.3|22.9|3.7"/>
</p:tagLst>
</file>

<file path=ppt/tags/tag5.xml><?xml version="1.0" encoding="utf-8"?>
<p:tagLst xmlns:a="http://schemas.openxmlformats.org/drawingml/2006/main" xmlns:r="http://schemas.openxmlformats.org/officeDocument/2006/relationships" xmlns:p="http://schemas.openxmlformats.org/presentationml/2006/main">
  <p:tag name="TIMING" val="|13.3|22.9|3.7"/>
</p:tagLst>
</file>

<file path=ppt/tags/tag6.xml><?xml version="1.0" encoding="utf-8"?>
<p:tagLst xmlns:a="http://schemas.openxmlformats.org/drawingml/2006/main" xmlns:r="http://schemas.openxmlformats.org/officeDocument/2006/relationships" xmlns:p="http://schemas.openxmlformats.org/presentationml/2006/main">
  <p:tag name="TIMING" val="|13.3|22.9|3.7"/>
</p:tagLst>
</file>

<file path=ppt/tags/tag7.xml><?xml version="1.0" encoding="utf-8"?>
<p:tagLst xmlns:a="http://schemas.openxmlformats.org/drawingml/2006/main" xmlns:r="http://schemas.openxmlformats.org/officeDocument/2006/relationships" xmlns:p="http://schemas.openxmlformats.org/presentationml/2006/main">
  <p:tag name="TIMING" val="|13.3|22.9|3.7"/>
</p:tagLst>
</file>

<file path=ppt/tags/tag8.xml><?xml version="1.0" encoding="utf-8"?>
<p:tagLst xmlns:a="http://schemas.openxmlformats.org/drawingml/2006/main" xmlns:r="http://schemas.openxmlformats.org/officeDocument/2006/relationships" xmlns:p="http://schemas.openxmlformats.org/presentationml/2006/main">
  <p:tag name="TIMING" val="|13.3|22.9|3.7"/>
</p:tagLst>
</file>

<file path=ppt/tags/tag9.xml><?xml version="1.0" encoding="utf-8"?>
<p:tagLst xmlns:a="http://schemas.openxmlformats.org/drawingml/2006/main" xmlns:r="http://schemas.openxmlformats.org/officeDocument/2006/relationships" xmlns:p="http://schemas.openxmlformats.org/presentationml/2006/main">
  <p:tag name="TIMING" val="|13.3|22.9|3.7"/>
</p:tagLst>
</file>

<file path=ppt/tags/tag10.xml><?xml version="1.0" encoding="utf-8"?>
<p:tagLst xmlns:a="http://schemas.openxmlformats.org/drawingml/2006/main" xmlns:r="http://schemas.openxmlformats.org/officeDocument/2006/relationships" xmlns:p="http://schemas.openxmlformats.org/presentationml/2006/main">
  <p:tag name="TIMING" val="|13.3|22.9|3.7"/>
</p:tagLst>
</file>

<file path=ppt/tags/tag11.xml><?xml version="1.0" encoding="utf-8"?>
<p:tagLst xmlns:a="http://schemas.openxmlformats.org/drawingml/2006/main" xmlns:r="http://schemas.openxmlformats.org/officeDocument/2006/relationships" xmlns:p="http://schemas.openxmlformats.org/presentationml/2006/main">
  <p:tag name="TIMING" val="|13.3|22.9|3.7"/>
</p:tagLst>
</file>

<file path=ppt/tags/tag12.xml><?xml version="1.0" encoding="utf-8"?>
<p:tagLst xmlns:a="http://schemas.openxmlformats.org/drawingml/2006/main" xmlns:r="http://schemas.openxmlformats.org/officeDocument/2006/relationships" xmlns:p="http://schemas.openxmlformats.org/presentationml/2006/main">
  <p:tag name="TIMING" val="|13.3|22.9|3.7"/>
</p:tagLst>
</file>

<file path=ppt/tags/tag13.xml><?xml version="1.0" encoding="utf-8"?>
<p:tagLst xmlns:a="http://schemas.openxmlformats.org/drawingml/2006/main" xmlns:r="http://schemas.openxmlformats.org/officeDocument/2006/relationships" xmlns:p="http://schemas.openxmlformats.org/presentationml/2006/main">
  <p:tag name="TIMING" val="|13.3|22.9|3.7"/>
</p:tagLst>
</file>

<file path=ppt/tags/tag14.xml><?xml version="1.0" encoding="utf-8"?>
<p:tagLst xmlns:a="http://schemas.openxmlformats.org/drawingml/2006/main" xmlns:r="http://schemas.openxmlformats.org/officeDocument/2006/relationships" xmlns:p="http://schemas.openxmlformats.org/presentationml/2006/main">
  <p:tag name="TIMING" val="|13.3|22.9|3.7"/>
</p:tagLst>
</file>

<file path=ppt/tags/tag15.xml><?xml version="1.0" encoding="utf-8"?>
<p:tagLst xmlns:a="http://schemas.openxmlformats.org/drawingml/2006/main" xmlns:r="http://schemas.openxmlformats.org/officeDocument/2006/relationships" xmlns:p="http://schemas.openxmlformats.org/presentationml/2006/main">
  <p:tag name="TIMING" val="|13.3|22.9|3.7"/>
</p:tagLst>
</file>

<file path=ppt/tags/tag16.xml><?xml version="1.0" encoding="utf-8"?>
<p:tagLst xmlns:a="http://schemas.openxmlformats.org/drawingml/2006/main" xmlns:r="http://schemas.openxmlformats.org/officeDocument/2006/relationships" xmlns:p="http://schemas.openxmlformats.org/presentationml/2006/main">
  <p:tag name="TIMING" val="|13.3|22.9|3.7"/>
</p:tagLst>
</file>

<file path=ppt/tags/tag17.xml><?xml version="1.0" encoding="utf-8"?>
<p:tagLst xmlns:a="http://schemas.openxmlformats.org/drawingml/2006/main" xmlns:r="http://schemas.openxmlformats.org/officeDocument/2006/relationships" xmlns:p="http://schemas.openxmlformats.org/presentationml/2006/main">
  <p:tag name="TIMING" val="|13.3|22.9|3.7"/>
</p:tagLst>
</file>

<file path=ppt/tags/tag18.xml><?xml version="1.0" encoding="utf-8"?>
<p:tagLst xmlns:a="http://schemas.openxmlformats.org/drawingml/2006/main" xmlns:r="http://schemas.openxmlformats.org/officeDocument/2006/relationships" xmlns:p="http://schemas.openxmlformats.org/presentationml/2006/main">
  <p:tag name="TIMING" val="|13.3|22.9|3.7"/>
</p:tagLst>
</file>

<file path=ppt/tags/tag19.xml><?xml version="1.0" encoding="utf-8"?>
<p:tagLst xmlns:a="http://schemas.openxmlformats.org/drawingml/2006/main" xmlns:r="http://schemas.openxmlformats.org/officeDocument/2006/relationships" xmlns:p="http://schemas.openxmlformats.org/presentationml/2006/main">
  <p:tag name="TIMING" val="|13.3|22.9|3.7"/>
</p:tagLst>
</file>

<file path=ppt/tags/tag20.xml><?xml version="1.0" encoding="utf-8"?>
<p:tagLst xmlns:a="http://schemas.openxmlformats.org/drawingml/2006/main" xmlns:r="http://schemas.openxmlformats.org/officeDocument/2006/relationships" xmlns:p="http://schemas.openxmlformats.org/presentationml/2006/main">
  <p:tag name="TIMING" val="|13.3|22.9|3.7"/>
</p:tagLst>
</file>

<file path=ppt/tags/tag21.xml><?xml version="1.0" encoding="utf-8"?>
<p:tagLst xmlns:a="http://schemas.openxmlformats.org/drawingml/2006/main" xmlns:r="http://schemas.openxmlformats.org/officeDocument/2006/relationships" xmlns:p="http://schemas.openxmlformats.org/presentationml/2006/main">
  <p:tag name="TIMING" val="|13.3|22.9|3.7"/>
</p:tagLst>
</file>

<file path=ppt/tags/tag22.xml><?xml version="1.0" encoding="utf-8"?>
<p:tagLst xmlns:a="http://schemas.openxmlformats.org/drawingml/2006/main" xmlns:r="http://schemas.openxmlformats.org/officeDocument/2006/relationships" xmlns:p="http://schemas.openxmlformats.org/presentationml/2006/main">
  <p:tag name="TIMING" val="|13.3|22.9|3.7"/>
</p:tagLst>
</file>

<file path=ppt/tags/tag23.xml><?xml version="1.0" encoding="utf-8"?>
<p:tagLst xmlns:a="http://schemas.openxmlformats.org/drawingml/2006/main" xmlns:r="http://schemas.openxmlformats.org/officeDocument/2006/relationships" xmlns:p="http://schemas.openxmlformats.org/presentationml/2006/main">
  <p:tag name="TIMING" val="|13.3|22.9|3.7"/>
</p:tagLst>
</file>

<file path=ppt/tags/tag24.xml><?xml version="1.0" encoding="utf-8"?>
<p:tagLst xmlns:a="http://schemas.openxmlformats.org/drawingml/2006/main" xmlns:r="http://schemas.openxmlformats.org/officeDocument/2006/relationships" xmlns:p="http://schemas.openxmlformats.org/presentationml/2006/main">
  <p:tag name="TIMING" val="|13.3|22.9|3.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sa-v2">
  <a:themeElements>
    <a:clrScheme name="Colores Cristina">
      <a:dk1>
        <a:srgbClr val="141414"/>
      </a:dk1>
      <a:lt1>
        <a:sysClr val="window" lastClr="FFFFFF"/>
      </a:lt1>
      <a:dk2>
        <a:srgbClr val="A8003B"/>
      </a:dk2>
      <a:lt2>
        <a:srgbClr val="FFFFFF"/>
      </a:lt2>
      <a:accent1>
        <a:srgbClr val="A8003B"/>
      </a:accent1>
      <a:accent2>
        <a:srgbClr val="A8003B"/>
      </a:accent2>
      <a:accent3>
        <a:srgbClr val="00504D"/>
      </a:accent3>
      <a:accent4>
        <a:srgbClr val="00A19B"/>
      </a:accent4>
      <a:accent5>
        <a:srgbClr val="4BACC6"/>
      </a:accent5>
      <a:accent6>
        <a:srgbClr val="967140"/>
      </a:accent6>
      <a:hlink>
        <a:srgbClr val="0000FF"/>
      </a:hlink>
      <a:folHlink>
        <a:srgbClr val="800080"/>
      </a:folHlink>
    </a:clrScheme>
    <a:fontScheme name="Horizonte">
      <a:maj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ＭＳ ゴシック"/>
        <a:font script="Hang" typeface="HY얕은샘물M"/>
        <a:font script="Hans" typeface="华文新魏"/>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009037354106145AFF53138C3A15B5B" ma:contentTypeVersion="17" ma:contentTypeDescription="Crear nuevo documento." ma:contentTypeScope="" ma:versionID="c14e123252ae82666fbd2866e6fbdb99">
  <xsd:schema xmlns:xsd="http://www.w3.org/2001/XMLSchema" xmlns:xs="http://www.w3.org/2001/XMLSchema" xmlns:p="http://schemas.microsoft.com/office/2006/metadata/properties" xmlns:ns2="49df82a0-becc-4ef3-aa57-ac77f6d841c6" xmlns:ns3="28914df6-f81e-44fe-8da3-31cef5d48baf" targetNamespace="http://schemas.microsoft.com/office/2006/metadata/properties" ma:root="true" ma:fieldsID="7f2abced8826decc87f6846122c80dcc" ns2:_="" ns3:_="">
    <xsd:import namespace="49df82a0-becc-4ef3-aa57-ac77f6d841c6"/>
    <xsd:import namespace="28914df6-f81e-44fe-8da3-31cef5d48ba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df82a0-becc-4ef3-aa57-ac77f6d841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Etiquetas de imagen" ma:readOnly="false" ma:fieldId="{5cf76f15-5ced-4ddc-b409-7134ff3c332f}" ma:taxonomyMulti="true" ma:sspId="5543dc2c-c282-4bcc-a46d-38262559636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8914df6-f81e-44fe-8da3-31cef5d48baf" elementFormDefault="qualified">
    <xsd:import namespace="http://schemas.microsoft.com/office/2006/documentManagement/types"/>
    <xsd:import namespace="http://schemas.microsoft.com/office/infopath/2007/PartnerControls"/>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element name="TaxCatchAll" ma:index="22" nillable="true" ma:displayName="Taxonomy Catch All Column" ma:hidden="true" ma:list="{6e318aa8-aa72-4d3f-82ad-179b0daa7511}" ma:internalName="TaxCatchAll" ma:showField="CatchAllData" ma:web="28914df6-f81e-44fe-8da3-31cef5d48ba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8914df6-f81e-44fe-8da3-31cef5d48baf" xsi:nil="true"/>
    <lcf76f155ced4ddcb4097134ff3c332f xmlns="49df82a0-becc-4ef3-aa57-ac77f6d841c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CA2171B-CD22-4571-B5E0-6855EC799ED2}">
  <ds:schemaRefs>
    <ds:schemaRef ds:uri="http://schemas.microsoft.com/office/2006/metadata/contentType"/>
    <ds:schemaRef ds:uri="http://schemas.microsoft.com/office/2006/metadata/properties/metaAttributes"/>
    <ds:schemaRef ds:uri="http://www.w3.org/2000/xmlns/"/>
    <ds:schemaRef ds:uri="http://www.w3.org/2001/XMLSchema"/>
    <ds:schemaRef ds:uri="49df82a0-becc-4ef3-aa57-ac77f6d841c6"/>
    <ds:schemaRef ds:uri="28914df6-f81e-44fe-8da3-31cef5d48ba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B066068-8CCD-4AC0-A0E7-63369DC6BB04}">
  <ds:schemaRefs>
    <ds:schemaRef ds:uri="http://schemas.microsoft.com/sharepoint/v3/contenttype/forms"/>
  </ds:schemaRefs>
</ds:datastoreItem>
</file>

<file path=customXml/itemProps3.xml><?xml version="1.0" encoding="utf-8"?>
<ds:datastoreItem xmlns:ds="http://schemas.openxmlformats.org/officeDocument/2006/customXml" ds:itemID="{67E3F93E-46CE-4709-90F5-743461247A81}">
  <ds:schemaRefs>
    <ds:schemaRef ds:uri="http://schemas.microsoft.com/office/2006/metadata/properties"/>
    <ds:schemaRef ds:uri="http://www.w3.org/2000/xmlns/"/>
    <ds:schemaRef ds:uri="28914df6-f81e-44fe-8da3-31cef5d48baf"/>
    <ds:schemaRef ds:uri="http://www.w3.org/2001/XMLSchema-instance"/>
    <ds:schemaRef ds:uri="49df82a0-becc-4ef3-aa57-ac77f6d841c6"/>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18612</TotalTime>
  <Words>5436</Words>
  <Application>Microsoft Macintosh PowerPoint</Application>
  <PresentationFormat>Panorámica</PresentationFormat>
  <Paragraphs>749</Paragraphs>
  <Slides>57</Slides>
  <Notes>55</Notes>
  <HiddenSlides>2</HiddenSlides>
  <MMClips>0</MMClips>
  <ScaleCrop>false</ScaleCrop>
  <HeadingPairs>
    <vt:vector size="6" baseType="variant">
      <vt:variant>
        <vt:lpstr>Fuentes usadas</vt:lpstr>
      </vt:variant>
      <vt:variant>
        <vt:i4>11</vt:i4>
      </vt:variant>
      <vt:variant>
        <vt:lpstr>Tema</vt:lpstr>
      </vt:variant>
      <vt:variant>
        <vt:i4>2</vt:i4>
      </vt:variant>
      <vt:variant>
        <vt:lpstr>Títulos de diapositiva</vt:lpstr>
      </vt:variant>
      <vt:variant>
        <vt:i4>57</vt:i4>
      </vt:variant>
    </vt:vector>
  </HeadingPairs>
  <TitlesOfParts>
    <vt:vector size="70" baseType="lpstr">
      <vt:lpstr>Abadi</vt:lpstr>
      <vt:lpstr>ACADEMY ENGRAVED LET PLAIN:1.0</vt:lpstr>
      <vt:lpstr>Aptos</vt:lpstr>
      <vt:lpstr>Arial</vt:lpstr>
      <vt:lpstr>Arial Black</vt:lpstr>
      <vt:lpstr>Arial Narrow</vt:lpstr>
      <vt:lpstr>Calibri</vt:lpstr>
      <vt:lpstr>Calibri Light</vt:lpstr>
      <vt:lpstr>Fira Sans Extra Condensed</vt:lpstr>
      <vt:lpstr>Helvetica</vt:lpstr>
      <vt:lpstr>Roboto</vt:lpstr>
      <vt:lpstr>Tema de Office</vt:lpstr>
      <vt:lpstr>isa-v2</vt:lpstr>
      <vt:lpstr>Racing the Market: An Industry Support Analysis for  Pricing-Driven DevOps in SaaS</vt:lpstr>
      <vt:lpstr>Presentación de PowerPoint</vt:lpstr>
      <vt:lpstr> What is this about?</vt:lpstr>
      <vt:lpstr>User-oriented Pricings</vt:lpstr>
      <vt:lpstr>User-oriented Pricings</vt:lpstr>
      <vt:lpstr>User-oriented Pricings</vt:lpstr>
      <vt:lpstr>User-oriented Pricings</vt:lpstr>
      <vt:lpstr>User-oriented Pricings</vt:lpstr>
      <vt:lpstr>How to Measure the Complexity of a Pricing?</vt:lpstr>
      <vt:lpstr>Configuration Space</vt:lpstr>
      <vt:lpstr>Pricings’ Configuration Space</vt:lpstr>
      <vt:lpstr>Pricings’ Configuration Space</vt:lpstr>
      <vt:lpstr>Operation of SaaS with Pricing</vt:lpstr>
      <vt:lpstr>Presentación de PowerPoint</vt:lpstr>
      <vt:lpstr>Presentación de PowerPoint</vt:lpstr>
      <vt:lpstr>Presentación de PowerPoint</vt:lpstr>
      <vt:lpstr>Presentación de PowerPoint</vt:lpstr>
      <vt:lpstr> What is this about?</vt:lpstr>
      <vt:lpstr>Analysis of the Industry: Research Questions</vt:lpstr>
      <vt:lpstr>RQ1: How are pricings’ configuration and evaluation spaces evolving in modern SaaS?</vt:lpstr>
      <vt:lpstr>RQ1: How are pricings’ configuration and evaluation spaces evolving in modern SaaS?</vt:lpstr>
      <vt:lpstr>RQ1: How are pricings’ configuration and evaluation spaces evolving in modern SaaS?</vt:lpstr>
      <vt:lpstr>RQ1: How are pricings’ configuration and evaluation spaces evolving in modern SaaS?</vt:lpstr>
      <vt:lpstr>RQ1: How are pricings’ configuration and evaluation spaces evolving in modern SaaS?</vt:lpstr>
      <vt:lpstr>RQ1: How are pricings’ configuration and evaluation spaces evolving in modern SaaS?</vt:lpstr>
      <vt:lpstr>RQ1: How are pricings’ configuration and evaluation spaces evolving in modern SaaS?</vt:lpstr>
      <vt:lpstr>RQ1: How are pricings’ configuration and evaluation spaces evolving in modern SaaS?</vt:lpstr>
      <vt:lpstr>RQ2: Are current feature toggling tools appropriate for optimizing pricing-driven feature toggling?</vt:lpstr>
      <vt:lpstr>RQ2: Are current feature toggling tools appropriate for optimizing pricing-driven feature toggling?</vt:lpstr>
      <vt:lpstr>RQ2: Are current feature toggling tools appropriate for optimizing pricing-driven feature toggling?</vt:lpstr>
      <vt:lpstr>RQ2: Are current feature toggling tools appropriate for optimizing pricing-driven feature toggling?</vt:lpstr>
      <vt:lpstr>RQ2: Are current feature toggling tools appropriate for optimizing pricing-driven feature toggling?</vt:lpstr>
      <vt:lpstr>RQ2: Are current feature toggling tools appropriate for optimizing pricing-driven feature toggling?</vt:lpstr>
      <vt:lpstr>RQ2: Are current feature toggling tools appropriate for optimizing pricing-driven feature toggling?</vt:lpstr>
      <vt:lpstr>RQ3: Does current feature toggling tools’ underlying models provide enough expressiveness to represent real-world pricings?</vt:lpstr>
      <vt:lpstr>RQ3: Does current feature toggling tools’ underlying models provide enough expressiveness to represent real-world pricings?</vt:lpstr>
      <vt:lpstr>RQ3: Does Pricing2Yaml provide enough expressiveness to represent real world pricings?</vt:lpstr>
      <vt:lpstr> What is this about?</vt:lpstr>
      <vt:lpstr>Conclusions</vt:lpstr>
      <vt:lpstr>Pricing-driven Development &amp; Operation of SaaS</vt:lpstr>
      <vt:lpstr>Traditional DevOps life cyle</vt:lpstr>
      <vt:lpstr>Traditional DevOps life cyle</vt:lpstr>
      <vt:lpstr>Traditional DevOps life cyle</vt:lpstr>
      <vt:lpstr>Pricing-driven Development and Operation of SaaS</vt:lpstr>
      <vt:lpstr>Pricing-driven Development and Operation of SaaS</vt:lpstr>
      <vt:lpstr>Racing the Market: An Industry Support Analysis for  Pricing-Driven DevOps in SaaS</vt:lpstr>
      <vt:lpstr>Extra Slides</vt:lpstr>
      <vt:lpstr>Pricing-driven Development and Operation of SaaS</vt:lpstr>
      <vt:lpstr>Pricing-driven Development and Operation of SaaS</vt:lpstr>
      <vt:lpstr>Pricing-driven Development and Operation of SaaS</vt:lpstr>
      <vt:lpstr>Pricing-driven Development and Operation of SaaS</vt:lpstr>
      <vt:lpstr>Pricing-driven Development and Operation of SaaS</vt:lpstr>
      <vt:lpstr>Pricing-driven Development and Operation of SaaS</vt:lpstr>
      <vt:lpstr>Pricing-driven Development and Operation of SaaS</vt:lpstr>
      <vt:lpstr>Pricing-driven Development and Operation of SaaS</vt:lpstr>
      <vt:lpstr>Pricing-driven Development and Operation of SaaS</vt:lpstr>
      <vt:lpstr>Pricing-driven Development and Operation of SaaS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Query Language for Exploring Directly-Follows Graph Collections</dc:title>
  <dc:creator>MARIA SALAS URBANO</dc:creator>
  <cp:lastModifiedBy>ALEJANDRO GARCIA FERNANDEZ</cp:lastModifiedBy>
  <cp:revision>123</cp:revision>
  <dcterms:created xsi:type="dcterms:W3CDTF">2022-08-04T07:42:23Z</dcterms:created>
  <dcterms:modified xsi:type="dcterms:W3CDTF">2025-09-09T10:46:40Z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0x010100D009037354106145AFF53138C3A15B5B</vt:lpwstr>
  </property>
  <property fmtid="{D5CDD505-2E9C-101B-9397-08002B2CF9AE}" pid="3" name="MediaServiceImageTags">
    <vt:lpwstr/>
  </property>
</Properties>
</file>