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4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4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Relationship Id="rId9" Type="http://schemas.openxmlformats.org/officeDocument/2006/relationships/image" Target="../media/image24.png"/><Relationship Id="rId10" Type="http://schemas.openxmlformats.org/officeDocument/2006/relationships/image" Target="../media/image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1.png"/><Relationship Id="rId14" Type="http://schemas.openxmlformats.org/officeDocument/2006/relationships/image" Target="../media/image5.png"/><Relationship Id="rId15" Type="http://schemas.openxmlformats.org/officeDocument/2006/relationships/image" Target="../media/image23.png"/><Relationship Id="rId16" Type="http://schemas.openxmlformats.org/officeDocument/2006/relationships/image" Target="../media/image29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Relationship Id="rId9" Type="http://schemas.openxmlformats.org/officeDocument/2006/relationships/image" Target="../media/image24.png"/><Relationship Id="rId10" Type="http://schemas.openxmlformats.org/officeDocument/2006/relationships/image" Target="../media/image8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1.png"/><Relationship Id="rId14" Type="http://schemas.openxmlformats.org/officeDocument/2006/relationships/image" Target="../media/image5.png"/><Relationship Id="rId15" Type="http://schemas.openxmlformats.org/officeDocument/2006/relationships/image" Target="../media/image23.png"/><Relationship Id="rId16" Type="http://schemas.openxmlformats.org/officeDocument/2006/relationships/image" Target="../media/image29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1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2.svg"/><Relationship Id="rId5" Type="http://schemas.openxmlformats.org/officeDocument/2006/relationships/image" Target="../media/image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3.svg"/><Relationship Id="rId5" Type="http://schemas.openxmlformats.org/officeDocument/2006/relationships/image" Target="../media/image2.svg"/><Relationship Id="rId6" Type="http://schemas.openxmlformats.org/officeDocument/2006/relationships/image" Target="../media/image1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Relationship Id="rId8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4" Type="http://schemas.openxmlformats.org/officeDocument/2006/relationships/image" Target="../media/image4.svg"/><Relationship Id="rId5" Type="http://schemas.openxmlformats.org/officeDocument/2006/relationships/image" Target="../media/image3.svg"/><Relationship Id="rId6" Type="http://schemas.openxmlformats.org/officeDocument/2006/relationships/image" Target="../media/image2.svg"/><Relationship Id="rId7" Type="http://schemas.openxmlformats.org/officeDocument/2006/relationships/image" Target="../media/image1.svg"/><Relationship Id="rId8" Type="http://schemas.openxmlformats.org/officeDocument/2006/relationships/image" Target="../media/image5.sv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16.png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Pricing Intelligence: Rethinking IS Engineering in Volatile SaaS Environments</a:t>
            </a:r>
          </a:p>
        </p:txBody>
      </p:sp>
      <p:sp>
        <p:nvSpPr>
          <p:cNvPr id="3" name="Authors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932" y="3554730"/>
            <a:ext cx="9304020" cy="2125024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Cavero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Alejandro García-Fernández, José Antonio Parejo, Manuel Resinas, Antonio Ruiz-Cortés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SCORE Lab, I3US, Universidad de Sevilla, Seville, Spain</a:t>
            </a:r>
          </a:p>
        </p:txBody>
      </p:sp>
      <p:sp>
        <p:nvSpPr>
          <p:cNvPr id="4" name="Venue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922579"/>
            <a:ext cx="12189884" cy="9354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CAiSE'26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June 2026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Logo score" descr="Texto&#10;&#10;Descripción generada automáticamente">
            <a:extLst>
              <a:ext uri="{FF2B5EF4-FFF2-40B4-BE49-F238E27FC236}">
                <a16:creationId xmlns:a16="http://schemas.microsoft.com/office/drawing/2014/main" id="{72CD08D4-E610-0DD9-1D3C-8274EACC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9" name="Logo isa" descr="logoisa_isa.jpg">
            <a:extLst>
              <a:ext uri="{FF2B5EF4-FFF2-40B4-BE49-F238E27FC236}">
                <a16:creationId xmlns:a16="http://schemas.microsoft.com/office/drawing/2014/main" id="{52F04885-2B4E-1AC5-9B99-F29008A76C9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0" name="Logo us">
            <a:extLst>
              <a:ext uri="{FF2B5EF4-FFF2-40B4-BE49-F238E27FC236}">
                <a16:creationId xmlns:a16="http://schemas.microsoft.com/office/drawing/2014/main" id="{F6E19845-D685-433E-D1E2-2973B3EAC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da arc"/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da num 1"/>
          <p:cNvSpPr/>
          <p:nvPr/>
        </p:nvSpPr>
        <p:spPr>
          <a:xfrm>
            <a:off x="2035231" y="258775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1</a:t>
            </a:r>
          </a:p>
        </p:txBody>
      </p:sp>
      <p:sp>
        <p:nvSpPr>
          <p:cNvPr id="4" name="Agenda item 1"/>
          <p:cNvSpPr/>
          <p:nvPr/>
        </p:nvSpPr>
        <p:spPr>
          <a:xfrm>
            <a:off x="3397687" y="322783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INTRODUCTION</a:t>
            </a:r>
          </a:p>
        </p:txBody>
      </p:sp>
      <p:sp>
        <p:nvSpPr>
          <p:cNvPr id="5" name="Agenda num 2"/>
          <p:cNvSpPr/>
          <p:nvPr/>
        </p:nvSpPr>
        <p:spPr>
          <a:xfrm>
            <a:off x="2860326" y="2042770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2</a:t>
            </a:r>
          </a:p>
        </p:txBody>
      </p:sp>
      <p:sp>
        <p:nvSpPr>
          <p:cNvPr id="6" name="Agenda item 2"/>
          <p:cNvSpPr/>
          <p:nvPr/>
        </p:nvSpPr>
        <p:spPr>
          <a:xfrm>
            <a:off x="4222782" y="2106778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PROPOSAL</a:t>
            </a:r>
          </a:p>
        </p:txBody>
      </p:sp>
      <p:sp>
        <p:nvSpPr>
          <p:cNvPr id="7" name="Agenda num 3"/>
          <p:cNvSpPr/>
          <p:nvPr/>
        </p:nvSpPr>
        <p:spPr>
          <a:xfrm>
            <a:off x="2840926" y="3826764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3</a:t>
            </a:r>
          </a:p>
        </p:txBody>
      </p:sp>
      <p:sp>
        <p:nvSpPr>
          <p:cNvPr id="8" name="Agenda item 3"/>
          <p:cNvSpPr/>
          <p:nvPr/>
        </p:nvSpPr>
        <p:spPr>
          <a:xfrm>
            <a:off x="4203382" y="3890772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EVALUATION</a:t>
            </a:r>
          </a:p>
        </p:txBody>
      </p:sp>
      <p:sp>
        <p:nvSpPr>
          <p:cNvPr id="9" name="Agenda num 4"/>
          <p:cNvSpPr/>
          <p:nvPr/>
        </p:nvSpPr>
        <p:spPr>
          <a:xfrm>
            <a:off x="1962052" y="5610758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4</a:t>
            </a:r>
          </a:p>
        </p:txBody>
      </p:sp>
      <p:sp>
        <p:nvSpPr>
          <p:cNvPr id="10" name="Agenda item 4"/>
          <p:cNvSpPr/>
          <p:nvPr/>
        </p:nvSpPr>
        <p:spPr>
          <a:xfrm>
            <a:off x="3324508" y="5674766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CONCLUSIONS</a:t>
            </a:r>
          </a:p>
        </p:txBody>
      </p:sp>
      <p:sp>
        <p:nvSpPr>
          <p:cNvPr id="11" name="!!Agenda current"/>
          <p:cNvSpPr/>
          <p:nvPr/>
        </p:nvSpPr>
        <p:spPr>
          <a:xfrm>
            <a:off x="2035231" y="258775"/>
            <a:ext cx="1078992" cy="1078992"/>
          </a:xfrm>
          <a:prstGeom prst="ellipse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7E0029"/>
                </a:solidFill>
                <a:latin typeface="Roboto"/>
              </a:rPr>
              <a:t>Pricing </a:t>
            </a:r>
            <a:r>
              <a:rPr sz="3600" b="0" i="0">
                <a:solidFill>
                  <a:srgbClr val="7E0029"/>
                </a:solidFill>
                <a:latin typeface="Roboto"/>
              </a:rPr>
              <a:t>Intelligence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is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the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discipline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that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turns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pricing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data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into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actionable </a:t>
            </a:r>
            <a:r>
              <a:rPr sz="3600" b="0" i="0">
                <a:solidFill>
                  <a:srgbClr val="A8003B"/>
                </a:solidFill>
                <a:latin typeface="Roboto"/>
              </a:rPr>
              <a:t>knowledge. 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B6B7D3D-9810-C03F-EF2A-5DCFC177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6F913ED1-DC65-AF10-C594-73FCE26B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81FC56D-429E-0FFF-906D-7FFC5C008FE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4A4485-1EA5-38BF-95E2-4BAFD6C694CE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0886D6B-50A9-63E4-03E0-6722BD5CE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95" y="2622379"/>
            <a:ext cx="1104572" cy="110457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D71606E-9CAD-7BE7-1990-5DA3F777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34" y="1706967"/>
            <a:ext cx="1095406" cy="109540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6536E65-C243-DCF0-4ACA-94D0DCA8B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1C6741C-737D-EDD7-D7E4-26493760D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1" y="5432870"/>
            <a:ext cx="1104585" cy="110458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696DC68-2524-F871-CCE3-0F20C59BE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91" y="4919515"/>
            <a:ext cx="1151566" cy="1151566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ACE1FF1-0AFE-CDEC-2CE4-AD64DD0B3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705C1B2-8DC9-7C4F-546B-BAB216A684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2"/>
            <a:ext cx="1124290" cy="1146817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387AD30-FB6A-3D71-BE58-B08851198A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44507"/>
            <a:ext cx="1063580" cy="110458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D578C8C-A008-4747-4FF0-0FD27BEE44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1"/>
            <a:ext cx="1124290" cy="1146817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32FE1DF-BDE0-8B56-1900-40A2766CA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319DD37D-7875-5697-DF52-74AC4A007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0" y="5421649"/>
            <a:ext cx="1104585" cy="1104585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0B86F118-4411-B37D-B60A-B8AA0276F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945" y="5410428"/>
            <a:ext cx="1104585" cy="110458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B10617B7-1469-9670-7249-0C5ECFE30F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096" y="4919515"/>
            <a:ext cx="1151566" cy="115156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BDF820E6-4A77-1969-6335-87D3288006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885" y="4919515"/>
            <a:ext cx="1151566" cy="115156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0993DCB-1028-C2FB-FEDC-E1F34E3D9B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28269A59-0BB7-019E-0C88-BE73E9D6E3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F1DEB50-174B-ECBF-4260-902F73B9D0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5"/>
            <a:ext cx="1063580" cy="1104585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DFB07B94-2E15-B2AC-25B4-51C1EE3E6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4"/>
            <a:ext cx="1063580" cy="11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53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844BD07-3152-E15A-B819-33115649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11F7FC94-BCA4-2355-1F79-88C4D4E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DA67248-B3E9-A75E-F5D5-2D1AB2BD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70" y="1378547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C4DF37B-DCDD-36ED-70FF-C24752355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154" y="2814633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5F9000-C548-4CC2-EA36-F96B39972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18" y="2298330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3256FC-9CA6-6416-6C09-A3D587D7F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097" y="2803999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C0FCC2-E20D-1859-0DCD-B5853990B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04" y="3410202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FB7E29-11F8-C620-A8F2-9B9E70C3F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7" y="2811986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22D84A-9F63-6CC4-F2FC-09BBEF11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38" y="2245698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F53EAE-114A-97EF-0A30-7009A34DA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888" y="2841264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4F272E-A48F-2D55-A57E-1FEEE16712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00" y="4062432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24453F-31B2-01EB-0039-894AB31C83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515" y="4048565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C0B4890-26FC-D17A-7111-AE11BF89F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85" y="3406972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6DC1889-964F-16A5-A000-F19FE51277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400" y="3425195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6BA5673-29FB-6345-C9FD-FA8686E35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86" y="2803999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D74FB2F-E23C-0273-F9CF-0A2D61C6F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867" y="2208358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DB7188-345D-F901-1E25-EA4A184A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74" y="2855847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5319635-82A3-47D6-6DAD-44BEB0021C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8490" y="2258456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DA1E80B-5D2C-A239-04B2-328BA32B98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231" y="3397800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4D6C846-CBF1-EE6B-591D-7B09D9F483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66" y="2226855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AD4E101-BAB8-5061-47F6-C3CCE6D4EF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829" y="2208358"/>
            <a:ext cx="419289" cy="43545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255B544-E3F1-1ED1-FA09-E562AFC5FC6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8182E8-2DC5-6A26-991A-3FECA92DE39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337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96B8549-123C-5C83-050B-7559C7F4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908A2C8C-91A9-8169-1C31-0861145C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6D1D92-8735-21E4-22BD-8F34939E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4C5520-9E25-7DD1-2068-4E1B17B1D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A8375C-BB2F-0727-27B4-CAA8A4F57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35AE6D-D867-4F6D-B71B-C4F318A4A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BE0EA12-4F05-02BB-17E5-DAFEBA191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3C3614-73A0-EFDB-DCCA-18C8C71EB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1DFE4C-627D-69FE-1371-4FC89E5F3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E7396A-2EB1-EC9E-A1ED-B37CDDD38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C0D814-1A2A-8911-BE17-DF17EF01A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4820B70-8F62-A0D7-666C-D49A139147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B19F5C-E65C-04D1-5F14-FFC432E5A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8C2F51-AC5C-9725-526A-FE61EFB8C7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9144C2-6CEA-7869-FE3B-499018B10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1A80DD-3EF0-EB41-9170-D068F795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1DD2DAB-9EF7-7011-53D3-46A33FBEE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EA95A3A-B0AA-B0BA-4E86-74F1D092C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3787047-4D10-875C-C846-61BF55535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5D566BB-2CA1-E922-4419-DC0852DC17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BD3A8F2-C463-D97B-0244-A6DFC92F5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C4143B1-7B16-F705-13BA-C77C36D164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990" y="2010569"/>
            <a:ext cx="303749" cy="3654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91D5E24-5AC8-7981-F7FC-7BDE8BF499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988" y="2016591"/>
            <a:ext cx="312010" cy="3536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C421DF-6CC5-1380-A511-5AE0EAACA1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733" y="1600598"/>
            <a:ext cx="311265" cy="35918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9E7AC6A-5DF1-E2E5-88A0-FB952F7095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3123" y="2540451"/>
            <a:ext cx="353261" cy="35918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144F87-791C-791A-F692-8CE798714D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0F8E10A-91DF-F07D-8D9F-56D94819731B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2F3B58D-6EA0-BDF3-0A4B-A6EDBF390D7C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812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022FE14-60F8-511A-F6BB-47D7CD6C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EE31EF59-69E6-BF84-F328-16BDC5A5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CE9881A-8D1A-27AE-924F-5F225B33F577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3D7E0E-2464-7B86-DD53-89BE99D7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AD649B-57B2-B57E-9BBE-69EF15A4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49B6CE1-1D5B-749D-27EB-B87DB1D64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393094-E987-22EB-80D4-CEE3D5A59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AF082A-85C3-46F1-08C0-3CBABF936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0102C2-DED6-B77F-F3C2-A9B0D98C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835C0F-1364-7702-8661-F9BE87CEC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E02BF4-334E-B997-4FCB-6B08FDEB6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575968-15EF-50D9-F538-690854BB2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79398E-313A-7BB0-DD21-FFA41311B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95F85D-6C0C-5BC9-55C5-42992DDA76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106085-E4F4-3C16-298B-19D43076F2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0DB6573-C4B4-93D5-D465-53F5741B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8AAA39A-ED28-BDD2-1491-D81E1683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D5F9AE-6F3C-55E7-E41D-B2ED966BF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0AB814C-475B-3F25-6735-3BB3A07F99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53CF6B3-D36B-9022-EE77-21A5432E1B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060C169-F719-94A0-3334-E42E744AD4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72AE3E-66AA-CD4D-CF34-CF629F4BD4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A778D70-2E3B-D96B-ADD6-7A782BD1F9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CA77563-49C2-3D55-6368-DCC00F7DFF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16F7168-FF6B-5F2E-94AE-DB0FADCAE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081617A-301F-7C13-C1A7-03F3934EE1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6541B10-C6BA-DBBD-6015-1A26AC97D1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87A45B72-EB8F-9C33-98BF-070E5465F9D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34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7D2E75C-265A-FA59-BD27-F595DC49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85BD76E5-36D9-51CC-6D97-767B5AEA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695524-1B6A-00F3-3CCF-C210C427B452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EA39B4-999E-DBEE-A7C0-BE86617A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1261C7-BF92-7A8A-2532-99C31E0C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071C4E8-A2BF-F1E3-7DC8-20196E66F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67E0C6-242E-1709-3510-44A1712CA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1F8E85-AA07-A6BF-D195-BA0766D626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14B8C8-4700-E6AE-7407-7AC774204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DD6B56-7262-4155-A667-ABBFAF72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434FBF-C5EA-B655-1601-ACEEFA73E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82A241F-7D88-4C7C-1C1D-E2E5E6457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68606A-E531-030C-597C-0BDD8D9ABA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C8C0AA-B8A3-77D0-783C-B03E0FA8A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E8D1D3-0F99-D010-87F6-58E065B99B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0632220-43C4-3EB4-E7AC-8596CE3B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18587C2-6232-64C2-9EE1-2CA554AE2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E84D3E2-5A1E-4167-7BE9-0E9E92F2A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4441780-9409-3809-2CC6-EFC19A7241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01C718E-6FDA-B84F-BF2C-BA7DEB426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8037E1D-4469-D862-2E5A-5D90DF8D63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D7F0DD0-AF5C-E042-96D1-FD093F851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49C6D6-6CCC-34A2-621D-5B9E4BD835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849CC3-C826-A309-0E62-75299B951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A48861C-2974-B35F-6D15-91E7EEF906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995029A-1176-5C23-ECBB-32B3085755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4DF273-ACE2-450D-2F1A-90109712A1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AE5006D-5423-F087-B0F5-A074A1CE47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F3F769A-2CD8-55CE-D0B3-B9839031BD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4E0FF4D-BE1A-5B94-F8A9-5B7A086BED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D10D8A9-9B12-D647-1C05-85C123742E45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66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C644978-EB9A-9C15-C7BE-D53603F1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2AD76363-C9C7-70C4-7294-BE95153A52AA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A6A65188-F0F5-C7E3-A45C-8D88211A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0" y="4930537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46AC247C-EDC0-E970-0FDC-0CBE358E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38" y="543570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D7603348-2810-0F54-DB57-5B7EC565C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63" y="2271691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5F2F5BC-1ACF-5B3C-4872-8E37A6C5B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27" y="1663776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7F063301-2893-FF2F-963E-679219B57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26" y="2320986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175D48F6-BC24-4E18-4C29-634F02128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73" y="1663776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D92C3591-577E-7B1B-2647-CB208AE167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13" y="1694577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51B09E62-BF35-927D-5200-907A633257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9250" y="2936804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26DFA8D9-6F16-E012-E2F7-5150F2101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843" y="2271692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D96E6776-B157-28C8-F4B3-A5BE7C2BD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407" y="1663776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6DFC468C-D461-593E-669F-1AE3E8FD1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206" y="2320986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BF8E6291-7D8A-D56D-2B96-212733A82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3873" y="2932501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E543617E-7650-27DB-24C4-4C60DEEB48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085" y="2820027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22F9C424-C448-A360-933D-BD8F0BD71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953" y="1663776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34CE1B77-16BE-AAF5-2139-DF1045D428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463" y="1691865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8654327B-8465-DD20-D77E-27D8B288E0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722" y="3569463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7F22022F-180E-FF73-0F34-261D4294EF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9927" y="3580710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9EAF89A3-21F2-821B-749F-0C97C332CE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766" y="2964893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2A7449CF-EA58-0BC8-DA84-6E5739FF1A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7389" y="2960590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98C2FACF-FE21-015D-AC56-A73692D66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359" y="2299781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FF07021F-6EEE-6477-9904-6ACE24F05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923" y="1691865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0CDA729-2EF8-0241-DE00-55EF242A4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1722" y="2349075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3B6A0E4E-490B-C994-A260-4D09F5E00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9" y="1669782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6F6BABBC-9FF0-F15F-C674-1ED74F614D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5634" y="1666935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1ECDDEF2-D487-7352-8FF1-281B3018D5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058" y="638926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FAA62C5-AF08-87B6-0B68-83E61DAEB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04" y="923349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7687C3D-9F62-989A-2B42-DDE6028A6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704" y="952847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7D2E1561-AFC8-258F-6026-DC2DFF4E2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002" y="952847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CC8BE9B8-56B0-19EA-07E2-974B34539538}"/>
              </a:ext>
            </a:extLst>
          </p:cNvPr>
          <p:cNvGrpSpPr/>
          <p:nvPr/>
        </p:nvGrpSpPr>
        <p:grpSpPr>
          <a:xfrm>
            <a:off x="7068941" y="975553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FB19FC35-9F30-B81D-9A62-6481319A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73AF0EC8-8D77-8435-6AAB-BD13D64DB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423E707B-2C13-ACC7-8FC6-4D12E9C46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2729289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67BB6DAA-47FC-9874-EE9A-4D758D158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3013712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92925619-324F-8F43-1993-A87E0DE78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3043210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8CBE2745-2BA8-FDBA-B43D-C65B9F0EC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3043210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15FE8D97-A34C-A50D-CC16-10959B314917}"/>
              </a:ext>
            </a:extLst>
          </p:cNvPr>
          <p:cNvGrpSpPr/>
          <p:nvPr/>
        </p:nvGrpSpPr>
        <p:grpSpPr>
          <a:xfrm>
            <a:off x="7099994" y="3068407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3E1B4DC5-875B-61DD-BCEC-BB3359321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5DAC028A-A082-0987-ED30-ACB7476CE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21479A6C-5741-5394-D07D-F8BB3B48590C}"/>
              </a:ext>
            </a:extLst>
          </p:cNvPr>
          <p:cNvGrpSpPr/>
          <p:nvPr/>
        </p:nvGrpSpPr>
        <p:grpSpPr>
          <a:xfrm>
            <a:off x="7485043" y="3502767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534A94C-0171-033E-2B7E-68F92D1B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BF30C5A3-B068-D710-600F-2361A0D40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7AD879B9-3424-AF70-7405-41E0A62CE9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3547996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EDA5AFBA-B535-BA0C-1A6F-B36234A651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4822168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5E398D6C-7C9B-897B-DC44-72F80D979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5106591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DB247FE6-4009-5EC4-92B2-6ABAC7767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5136089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7535C169-0242-9B39-7A7E-74E1C5311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5136089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B522939-F7FE-47FF-515D-251D780FC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5042" y="5659320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094BE8C-C8C0-9CF7-495A-70E23387A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5640875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752443D7-2C80-5330-81B8-114FC2B54D34}"/>
              </a:ext>
            </a:extLst>
          </p:cNvPr>
          <p:cNvGrpSpPr/>
          <p:nvPr/>
        </p:nvGrpSpPr>
        <p:grpSpPr>
          <a:xfrm>
            <a:off x="7107468" y="5172752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5D3B30E5-0D58-0DD2-6544-52B036E4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643E7D6F-4D58-1F20-50EC-37762689B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8F2C4D8E-66C5-F8A8-12DF-EA718AB87D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378" y="5621441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FAF96F6C-388E-DBDA-47CC-1CB532E063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411" y="5659322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2982B61E-DB68-3DF8-8528-AE28C15B12DF}"/>
              </a:ext>
            </a:extLst>
          </p:cNvPr>
          <p:cNvSpPr/>
          <p:nvPr/>
        </p:nvSpPr>
        <p:spPr>
          <a:xfrm>
            <a:off x="6159329" y="624465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0815656B-A892-DC2D-5578-6381825A34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085" y="5041102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A1289314-AB78-CEE4-9C64-FB41E90680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9206" y="5739828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3282828D-8320-4D4A-E8C4-D5E1E3C04C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4248" y="5221873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A0D125EB-DABF-37E1-2D5F-3C7D47D9B4D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908" y="638926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7F3C342E-1C17-F8E6-24F2-A728F4F97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154" y="923349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29C82E1F-9B4F-0C35-AC2F-BFBF8923D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554" y="952847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06BE8E12-2C3A-C129-9780-132B47632C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52" y="952847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01AF2754-AF6B-8DE1-FB60-93A7B37BF520}"/>
              </a:ext>
            </a:extLst>
          </p:cNvPr>
          <p:cNvGrpSpPr/>
          <p:nvPr/>
        </p:nvGrpSpPr>
        <p:grpSpPr>
          <a:xfrm>
            <a:off x="9740791" y="975553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3F11FDE5-68DC-1F33-E9EB-743D515D8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1064BE4E-CCC4-3A4C-3F50-59A5BADB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13B0D229-2871-CDC7-1876-462052C81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2729289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1A82BBF6-6DC1-67BC-9330-6E8794807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3013712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20FD5B27-014A-7449-EA83-6977DF898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3043210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D5BC8E54-CAA9-DCDF-2E9D-318FDB421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3043210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A71407A2-DE58-E17D-B005-E73C231BE9F5}"/>
              </a:ext>
            </a:extLst>
          </p:cNvPr>
          <p:cNvGrpSpPr/>
          <p:nvPr/>
        </p:nvGrpSpPr>
        <p:grpSpPr>
          <a:xfrm>
            <a:off x="9771844" y="3068407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A0BA367F-B9CA-1B99-D7D6-89D0E3A0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0A8D324A-1D75-3E94-AB9D-F49B442BD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5210FB15-3055-BF9D-D2D9-2EE514CD051A}"/>
              </a:ext>
            </a:extLst>
          </p:cNvPr>
          <p:cNvGrpSpPr/>
          <p:nvPr/>
        </p:nvGrpSpPr>
        <p:grpSpPr>
          <a:xfrm>
            <a:off x="10156893" y="3502767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34148B57-30A8-F42E-6D1A-C456EAFCA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E695D34E-B767-C04B-1E80-78067B85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6A439BCB-86DA-2F73-9C2B-69A0F1FC5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3547996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F94016F-0AE1-FD08-C0DE-697DDE09553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3690" y="3255584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C768B47C-30F7-75FC-600B-5FEBB5FEF0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4822168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3AFB7DB2-7B97-2C6C-6127-400236879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5106591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66D5B8F4-0CC0-BD9B-C361-EDB985BD1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5136089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165C732C-0F77-ED85-C9AF-992BAB6C7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5136089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F39F235B-4F7C-9E8F-CC08-9CF3A870E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892" y="5659320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8D94A943-D082-7A26-BECB-08FADAF613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5640875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42A4A8F-4F77-5B82-F3FA-8ED65DF46C1C}"/>
              </a:ext>
            </a:extLst>
          </p:cNvPr>
          <p:cNvGrpSpPr/>
          <p:nvPr/>
        </p:nvGrpSpPr>
        <p:grpSpPr>
          <a:xfrm>
            <a:off x="9779318" y="5172752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69BABF20-02A7-6EB5-1CB0-C4C00A70B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DBE5BC98-681C-2252-9000-521716512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BCB7E28F-A8A6-5EED-4A8A-8BBF9444AE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7228" y="5621441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8068D0C7-43CB-651B-E3F9-95FD94EE2F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3261" y="5659322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5DC3FB54-B586-0E3C-C36E-26FB0B4EC9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6297" y="5367354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1AF0897D-092D-20A0-D572-DD10A040DA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6830" y="1160585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1B875DCF-BDC3-008A-CDA1-5A674128B1DF}"/>
              </a:ext>
            </a:extLst>
          </p:cNvPr>
          <p:cNvSpPr txBox="1"/>
          <p:nvPr/>
        </p:nvSpPr>
        <p:spPr>
          <a:xfrm>
            <a:off x="7481170" y="276365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E5AF1D36-2652-0B52-1601-D7FE7F91C2CA}"/>
              </a:ext>
            </a:extLst>
          </p:cNvPr>
          <p:cNvSpPr txBox="1"/>
          <p:nvPr/>
        </p:nvSpPr>
        <p:spPr>
          <a:xfrm>
            <a:off x="9944890" y="285763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2EA1F2BE-969F-ACDD-C84D-EB55B827727A}"/>
              </a:ext>
            </a:extLst>
          </p:cNvPr>
          <p:cNvSpPr txBox="1"/>
          <p:nvPr/>
        </p:nvSpPr>
        <p:spPr>
          <a:xfrm>
            <a:off x="7583839" y="2393325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B9D39094-C011-57F5-81B7-B580AA45EE7C}"/>
              </a:ext>
            </a:extLst>
          </p:cNvPr>
          <p:cNvSpPr txBox="1"/>
          <p:nvPr/>
        </p:nvSpPr>
        <p:spPr>
          <a:xfrm>
            <a:off x="9971890" y="2387677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23A14C6F-D4D4-F215-7F70-B1274F351A78}"/>
              </a:ext>
            </a:extLst>
          </p:cNvPr>
          <p:cNvSpPr txBox="1"/>
          <p:nvPr/>
        </p:nvSpPr>
        <p:spPr>
          <a:xfrm>
            <a:off x="7297187" y="4476817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84E4C936-8D04-3F8A-2C36-2C7953C28CAD}"/>
              </a:ext>
            </a:extLst>
          </p:cNvPr>
          <p:cNvSpPr txBox="1"/>
          <p:nvPr/>
        </p:nvSpPr>
        <p:spPr>
          <a:xfrm>
            <a:off x="9712716" y="4459658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E32C6DEB-CA2B-6183-A7F0-5712CA664C54}"/>
              </a:ext>
            </a:extLst>
          </p:cNvPr>
          <p:cNvSpPr/>
          <p:nvPr/>
        </p:nvSpPr>
        <p:spPr>
          <a:xfrm rot="10800000">
            <a:off x="12292139" y="579900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1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AFD2BB3-E90A-3704-A91F-411435C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807DFEC-E380-0039-F242-4EB66C41C3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62CA37AB-8E14-AFD2-6B60-A1292805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574" y="4852750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845EC0B4-94CE-9B51-3F1B-D5AEA124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44256" y="465783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18FEA7FB-EF76-9C4E-C105-7B69C715F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20331" y="2193904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0D7378E-4686-FCC5-3EEA-0C189E6A4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16767" y="1585989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089E7BDA-9F0B-6C6A-AB65-B7CB73A78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16968" y="2243199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E62BF748-08A5-B124-CADA-D9C522634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62221" y="1585989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1E969E37-E422-6FB9-0A7A-9ABFF2DA47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88681" y="1616790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1D8C71A8-045D-A0FF-A0D8-1E98E4AA9B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308844" y="2859017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1BEF9822-287D-A0D1-AE39-DEF9A3850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33251" y="2193905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9BEF2C21-383B-11E3-9441-6CA46EF65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29687" y="1585989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3B502226-645B-8552-77C1-75EACD5EE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229888" y="2243199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4213A849-B9A3-B85F-1712-C507CA3CF4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224221" y="2854714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60AE9CE6-6E1F-669B-9EE7-CD31467F4C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32009" y="2742240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675A6B79-C7E4-875E-E10A-D0E0E9107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75141" y="1585989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400E8A2F-2A65-12C9-3617-2C56CFC9E7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84631" y="1614078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49B826DA-AB5F-294B-D0C4-20086A6B86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246372" y="3491676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0EB0C627-0AAA-CD3D-9086-998F5BE5F9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88167" y="3502923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4C80F332-AA22-6744-FC53-10CE244805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325328" y="2887106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6392C5B8-BAA0-905B-AE73-1245FE9DC3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240705" y="2882803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2DE0DB19-4B92-751B-3B6D-E1BA55D14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9735" y="2221994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6D55CB47-F835-C985-1746-6A7F8D843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46171" y="1614078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7E79D34-A20C-39F2-586C-4A9F4898C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46372" y="2271288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A1440E57-AAF0-0B86-C3B3-E1EA43B2CB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291625" y="1591995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055E595E-461C-0B77-7CFE-138C0F75E2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02460" y="1589148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7F5EFA91-8260-3D2A-6BBF-53651A07A9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000" y="595167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B46820F0-84D6-6B09-A825-0FE8B666F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246" y="879590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FEE7EA9-0DFE-B456-EB2F-ABF815845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6" y="909088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28923C17-095A-94A2-3AF3-0D72C6571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944" y="909088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41115037-2EA7-93EA-9D61-B4670A5A8F1C}"/>
              </a:ext>
            </a:extLst>
          </p:cNvPr>
          <p:cNvGrpSpPr/>
          <p:nvPr/>
        </p:nvGrpSpPr>
        <p:grpSpPr>
          <a:xfrm>
            <a:off x="454883" y="931794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722698A6-1C62-3142-3338-A1C36351A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EF30FFA9-09F3-3D69-B24D-CD38B4A6E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EF870661-E7EE-3743-92D2-EFE862E152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2685530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0D03A25E-D525-C564-2557-78F8891CB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2969953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6B1A79CC-F306-7ABA-A7C0-F3CAD1D24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2999451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39970CA6-033F-E958-B960-7AAA52AE2C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2999451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5AFEEED1-2811-A5F4-9C49-E589BC789484}"/>
              </a:ext>
            </a:extLst>
          </p:cNvPr>
          <p:cNvGrpSpPr/>
          <p:nvPr/>
        </p:nvGrpSpPr>
        <p:grpSpPr>
          <a:xfrm>
            <a:off x="485936" y="3024648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2005B451-668A-8FEC-97CA-4E2B43A27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7F4E605D-761B-0AF6-F951-5FCA72F3F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0B1A7948-0A9B-26F5-5660-389A08F2C18C}"/>
              </a:ext>
            </a:extLst>
          </p:cNvPr>
          <p:cNvGrpSpPr/>
          <p:nvPr/>
        </p:nvGrpSpPr>
        <p:grpSpPr>
          <a:xfrm>
            <a:off x="870985" y="3459008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EB562B6-D77A-84E3-5077-2DCFE9D0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6394D759-2EB9-6F38-4F5F-F21162C7B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0797609F-DB01-1CF0-1688-959F4E8857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3504237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9C60BA56-AF8D-E265-FECC-7946C5B372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4778409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9329952F-29C1-FC4A-A195-2ADD1ED56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5062832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9641E12B-177B-1154-928C-686EE995E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5092330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A16B6FEA-88D5-47F8-882D-F0BB35972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5092330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F4D1A3D-627F-D799-D039-5DA16E3F5B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984" y="5615561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64CA05D-C669-ED22-04DC-070B6F6DF6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5597116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D19E8F84-EC54-CB70-1596-1D0F4422933B}"/>
              </a:ext>
            </a:extLst>
          </p:cNvPr>
          <p:cNvGrpSpPr/>
          <p:nvPr/>
        </p:nvGrpSpPr>
        <p:grpSpPr>
          <a:xfrm>
            <a:off x="493410" y="5128993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0F376412-32B5-F7FD-3C2B-7506CF62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815889EF-0056-3CB9-11EF-36C340C69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77AE6E59-43F7-3601-BA2F-75616E7AB8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1320" y="5577682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98E7560F-0B27-8D84-1D7B-1C59010761D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353" y="5615563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640A870A-26A4-5D5B-4967-741EB9405A07}"/>
              </a:ext>
            </a:extLst>
          </p:cNvPr>
          <p:cNvSpPr/>
          <p:nvPr/>
        </p:nvSpPr>
        <p:spPr>
          <a:xfrm>
            <a:off x="-518765" y="546678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55E13767-3BE2-9F27-6251-83AFCD60D7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932009" y="4963315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C4E073DE-7A35-2F8E-C91F-F5F5BABA16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28888" y="5662041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EEE7F0AA-69A6-5E40-6FC2-5B9804723B5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833846" y="5144086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16E5146B-C696-463A-3B32-BDE7BF3CF66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6850" y="595167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EBB481F8-6DBA-0C8F-1445-9CF779ADF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96" y="879590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BA042A86-4F93-2D2D-2EE8-DBB804C73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496" y="909088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40FFB8CA-6536-7D3A-BB8C-A75F2F761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9794" y="909088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D1F84AB4-89A6-C7C6-6840-8D4F7FD6E9B2}"/>
              </a:ext>
            </a:extLst>
          </p:cNvPr>
          <p:cNvGrpSpPr/>
          <p:nvPr/>
        </p:nvGrpSpPr>
        <p:grpSpPr>
          <a:xfrm>
            <a:off x="3126733" y="931794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EDC8EAEB-60C5-F0AB-AF45-A2AA694EC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AFB9AED6-94B4-0272-13D5-86132BA8F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EEBAC243-E4C5-3F12-893E-81A328649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2685530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84455684-943D-4BD3-8793-ECFC2579A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2969953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4B10BC5E-D028-9A97-FFF0-2997B15A0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2999451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5F9E63D1-DEA8-DBA5-483A-DB1DAA920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2999451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C0654A05-C558-1584-686D-9A13B1127A75}"/>
              </a:ext>
            </a:extLst>
          </p:cNvPr>
          <p:cNvGrpSpPr/>
          <p:nvPr/>
        </p:nvGrpSpPr>
        <p:grpSpPr>
          <a:xfrm>
            <a:off x="3157786" y="3024648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34535A21-0AA1-413A-F360-9E25EE267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4D5E7071-AA09-260C-BA5A-C1C188FD6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40D2C1F1-275D-2A2A-1591-BE0C78361C20}"/>
              </a:ext>
            </a:extLst>
          </p:cNvPr>
          <p:cNvGrpSpPr/>
          <p:nvPr/>
        </p:nvGrpSpPr>
        <p:grpSpPr>
          <a:xfrm>
            <a:off x="3542835" y="3459008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D6266A02-CD28-B7D4-1D33-40745489E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C8E3AB57-E03D-39C6-63FF-6964C277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30FBB767-F5A6-44B1-57E7-864EAC63A2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3504237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5D0BEEE-5E18-116B-9363-CFE2B0FA293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29632" y="3211825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81575556-B2BE-B117-760E-690F134070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4778409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45F0F704-5528-8F6E-537B-1574F5E19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5062832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9485C41F-737D-FEE1-F3C2-C0EBAE659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5092330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F3C8F50C-70E3-780E-64E5-A8D8EE1C6B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5092330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7BEE5558-E878-9698-9AC3-B21CC61A55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2834" y="5615561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FE5F3387-1475-6A90-DFAC-32957F2FF6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5597116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9B0A018-3771-19D1-6C71-DD4E3A41C38C}"/>
              </a:ext>
            </a:extLst>
          </p:cNvPr>
          <p:cNvGrpSpPr/>
          <p:nvPr/>
        </p:nvGrpSpPr>
        <p:grpSpPr>
          <a:xfrm>
            <a:off x="3165260" y="5128993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4A0014DA-465C-A5BA-C970-A1DFA7A4C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77EAC372-F3A0-6AAA-2DE4-8CCE92213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5E2E22AB-A4D7-C567-E6E2-B74E31A5E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3170" y="5577682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B339F9BE-944F-9640-D8C1-FA17C4EF8D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9203" y="5615563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40BD2F09-1A09-0232-A3D6-0B98C84E2A3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2239" y="5323595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50A2DB41-3052-62B1-4FEA-449593A3ED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2772" y="1116826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3178615A-0FFE-A917-B68B-CC64DAB80B4A}"/>
              </a:ext>
            </a:extLst>
          </p:cNvPr>
          <p:cNvSpPr txBox="1"/>
          <p:nvPr/>
        </p:nvSpPr>
        <p:spPr>
          <a:xfrm>
            <a:off x="867112" y="232606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75A695E0-574F-89E4-656B-B62C9292B26E}"/>
              </a:ext>
            </a:extLst>
          </p:cNvPr>
          <p:cNvSpPr txBox="1"/>
          <p:nvPr/>
        </p:nvSpPr>
        <p:spPr>
          <a:xfrm>
            <a:off x="3330832" y="242004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DC6267D8-B48A-ADE3-D7A4-406F14AE69C5}"/>
              </a:ext>
            </a:extLst>
          </p:cNvPr>
          <p:cNvSpPr txBox="1"/>
          <p:nvPr/>
        </p:nvSpPr>
        <p:spPr>
          <a:xfrm>
            <a:off x="969781" y="2349566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993644BF-CBFB-BACF-B112-A287BFFB1AB2}"/>
              </a:ext>
            </a:extLst>
          </p:cNvPr>
          <p:cNvSpPr txBox="1"/>
          <p:nvPr/>
        </p:nvSpPr>
        <p:spPr>
          <a:xfrm>
            <a:off x="3357832" y="2343918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EB76DF96-0195-64B0-F28D-F311A8E44866}"/>
              </a:ext>
            </a:extLst>
          </p:cNvPr>
          <p:cNvSpPr txBox="1"/>
          <p:nvPr/>
        </p:nvSpPr>
        <p:spPr>
          <a:xfrm>
            <a:off x="683129" y="4433058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A6EDF2AC-D49C-E283-52B2-44BC6E06F637}"/>
              </a:ext>
            </a:extLst>
          </p:cNvPr>
          <p:cNvSpPr txBox="1"/>
          <p:nvPr/>
        </p:nvSpPr>
        <p:spPr>
          <a:xfrm>
            <a:off x="3098658" y="4415899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85099C21-7625-3E90-521B-CC4178F6EC7D}"/>
              </a:ext>
            </a:extLst>
          </p:cNvPr>
          <p:cNvSpPr/>
          <p:nvPr/>
        </p:nvSpPr>
        <p:spPr>
          <a:xfrm rot="10800000">
            <a:off x="5678081" y="536141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Título 1">
            <a:extLst>
              <a:ext uri="{FF2B5EF4-FFF2-40B4-BE49-F238E27FC236}">
                <a16:creationId xmlns:a16="http://schemas.microsoft.com/office/drawing/2014/main" id="{210FEDEB-D157-2ABD-368E-4761AC14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92" y="1987340"/>
            <a:ext cx="7992983" cy="256358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7E0029"/>
                </a:solidFill>
              </a:rPr>
              <a:t>Configuration</a:t>
            </a:r>
            <a:br>
              <a:rPr lang="en-US" sz="7200" b="1" dirty="0">
                <a:solidFill>
                  <a:srgbClr val="7E0029"/>
                </a:solidFill>
              </a:rPr>
            </a:br>
            <a:r>
              <a:rPr lang="en-US" sz="7200" b="1" dirty="0">
                <a:solidFill>
                  <a:srgbClr val="7E0029"/>
                </a:solidFill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2980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Intelligence Interpretation Process (PIIP)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4</a:t>
            </a:r>
          </a:p>
        </p:txBody>
      </p:sp>
      <p:sp>
        <p:nvSpPr>
          <p:cNvPr id="4" name="Layer access"/>
          <p:cNvSpPr/>
          <p:nvPr/>
        </p:nvSpPr>
        <p:spPr>
          <a:xfrm>
            <a:off x="3840480" y="155448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70C0"/>
                </a:solidFill>
                <a:latin typeface="Roboto"/>
              </a:rPr>
              <a:t>ACCESSIBILITY LAYER</a:t>
            </a:r>
          </a:p>
        </p:txBody>
      </p:sp>
      <p:sp>
        <p:nvSpPr>
          <p:cNvPr id="5" name="Layer orch"/>
          <p:cNvSpPr/>
          <p:nvPr/>
        </p:nvSpPr>
        <p:spPr>
          <a:xfrm>
            <a:off x="3840480" y="283464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B050"/>
                </a:solidFill>
                <a:latin typeface="Roboto"/>
              </a:rPr>
              <a:t>ORCHESTRATION LAYER</a:t>
            </a:r>
          </a:p>
        </p:txBody>
      </p:sp>
      <p:sp>
        <p:nvSpPr>
          <p:cNvPr id="6" name="Layer cap"/>
          <p:cNvSpPr/>
          <p:nvPr/>
        </p:nvSpPr>
        <p:spPr>
          <a:xfrm>
            <a:off x="3840480" y="411480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A8003B"/>
                </a:solidFill>
                <a:latin typeface="Roboto"/>
              </a:rPr>
              <a:t>CAPABILITY LAYER</a:t>
            </a:r>
          </a:p>
        </p:txBody>
      </p:sp>
      <p:sp>
        <p:nvSpPr>
          <p:cNvPr id="16" name="Citation"/>
          <p:cNvSpPr txBox="1"/>
          <p:nvPr/>
        </p:nvSpPr>
        <p:spPr>
          <a:xfrm>
            <a:off x="73152" y="62362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Roboto"/>
              </a:rPr>
              <a:t>Cavero, F. J., et al. (2026). Pricing Intelligence. In CAiSE'26.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Intelligence Interpretation Process (PIIP)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4</a:t>
            </a:r>
          </a:p>
        </p:txBody>
      </p:sp>
      <p:sp>
        <p:nvSpPr>
          <p:cNvPr id="4" name="Layer access"/>
          <p:cNvSpPr/>
          <p:nvPr/>
        </p:nvSpPr>
        <p:spPr>
          <a:xfrm>
            <a:off x="3840480" y="155448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70C0"/>
                </a:solidFill>
                <a:latin typeface="Roboto"/>
              </a:rPr>
              <a:t>ACCESSIBILITY LAYER</a:t>
            </a:r>
          </a:p>
        </p:txBody>
      </p:sp>
      <p:sp>
        <p:nvSpPr>
          <p:cNvPr id="5" name="Layer orch"/>
          <p:cNvSpPr/>
          <p:nvPr/>
        </p:nvSpPr>
        <p:spPr>
          <a:xfrm>
            <a:off x="3840480" y="283464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B050"/>
                </a:solidFill>
                <a:latin typeface="Roboto"/>
              </a:rPr>
              <a:t>ORCHESTRATION LAYER</a:t>
            </a:r>
          </a:p>
        </p:txBody>
      </p:sp>
      <p:sp>
        <p:nvSpPr>
          <p:cNvPr id="6" name="Layer cap"/>
          <p:cNvSpPr/>
          <p:nvPr/>
        </p:nvSpPr>
        <p:spPr>
          <a:xfrm>
            <a:off x="3840480" y="411480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A8003B"/>
                </a:solidFill>
                <a:latin typeface="Roboto"/>
              </a:rPr>
              <a:t>CAPABILITY LAYER</a:t>
            </a:r>
          </a:p>
        </p:txBody>
      </p:sp>
      <p:sp>
        <p:nvSpPr>
          <p:cNvPr id="16" name="Citation"/>
          <p:cNvSpPr txBox="1"/>
          <p:nvPr/>
        </p:nvSpPr>
        <p:spPr>
          <a:xfrm>
            <a:off x="73152" y="62362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Roboto"/>
              </a:rPr>
              <a:t>Cavero, F. J., et al. (2026). Pricing Intelligence. In CAiSE'26.</a:t>
            </a:r>
          </a:p>
        </p:txBody>
      </p:sp>
      <p:sp>
        <p:nvSpPr>
          <p:cNvPr id="17" name="!!Spotlight"/>
          <p:cNvSpPr/>
          <p:nvPr/>
        </p:nvSpPr>
        <p:spPr>
          <a:xfrm>
            <a:off x="3703320" y="1417320"/>
            <a:ext cx="4754880" cy="1188720"/>
          </a:xfrm>
          <a:prstGeom prst="rect">
            <a:avLst/>
          </a:prstGeom>
          <a:noFill/>
          <a:ln w="28575">
            <a:solidFill>
              <a:srgbClr val="7E0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Intelligence Interpretation Process (PIIP)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4</a:t>
            </a:r>
          </a:p>
        </p:txBody>
      </p:sp>
      <p:sp>
        <p:nvSpPr>
          <p:cNvPr id="4" name="Layer access"/>
          <p:cNvSpPr/>
          <p:nvPr/>
        </p:nvSpPr>
        <p:spPr>
          <a:xfrm>
            <a:off x="3840480" y="155448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70C0"/>
                </a:solidFill>
                <a:latin typeface="Roboto"/>
              </a:rPr>
              <a:t>ACCESSIBILITY LAYER</a:t>
            </a:r>
          </a:p>
        </p:txBody>
      </p:sp>
      <p:sp>
        <p:nvSpPr>
          <p:cNvPr id="5" name="Layer orch"/>
          <p:cNvSpPr/>
          <p:nvPr/>
        </p:nvSpPr>
        <p:spPr>
          <a:xfrm>
            <a:off x="3840480" y="283464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B050"/>
                </a:solidFill>
                <a:latin typeface="Roboto"/>
              </a:rPr>
              <a:t>ORCHESTRATION LAYER</a:t>
            </a:r>
          </a:p>
        </p:txBody>
      </p:sp>
      <p:sp>
        <p:nvSpPr>
          <p:cNvPr id="6" name="Layer cap"/>
          <p:cNvSpPr/>
          <p:nvPr/>
        </p:nvSpPr>
        <p:spPr>
          <a:xfrm>
            <a:off x="3840480" y="411480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A8003B"/>
                </a:solidFill>
                <a:latin typeface="Roboto"/>
              </a:rPr>
              <a:t>CAPABILITY LAYER</a:t>
            </a:r>
          </a:p>
        </p:txBody>
      </p:sp>
      <p:sp>
        <p:nvSpPr>
          <p:cNvPr id="16" name="Citation"/>
          <p:cNvSpPr txBox="1"/>
          <p:nvPr/>
        </p:nvSpPr>
        <p:spPr>
          <a:xfrm>
            <a:off x="73152" y="62362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Roboto"/>
              </a:rPr>
              <a:t>Cavero, F. J., et al. (2026). Pricing Intelligence. In CAiSE'26.</a:t>
            </a:r>
          </a:p>
        </p:txBody>
      </p:sp>
      <p:sp>
        <p:nvSpPr>
          <p:cNvPr id="17" name="!!Spotlight"/>
          <p:cNvSpPr/>
          <p:nvPr/>
        </p:nvSpPr>
        <p:spPr>
          <a:xfrm>
            <a:off x="3703320" y="3977639"/>
            <a:ext cx="4754880" cy="1188720"/>
          </a:xfrm>
          <a:prstGeom prst="rect">
            <a:avLst/>
          </a:prstGeom>
          <a:noFill/>
          <a:ln w="28575">
            <a:solidFill>
              <a:srgbClr val="7E0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Intelligence Interpretation Process (PIIP)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4</a:t>
            </a:r>
          </a:p>
        </p:txBody>
      </p:sp>
      <p:sp>
        <p:nvSpPr>
          <p:cNvPr id="4" name="Layer access"/>
          <p:cNvSpPr/>
          <p:nvPr/>
        </p:nvSpPr>
        <p:spPr>
          <a:xfrm>
            <a:off x="3840480" y="155448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70C0"/>
                </a:solidFill>
                <a:latin typeface="Roboto"/>
              </a:rPr>
              <a:t>ACCESSIBILITY LAYER</a:t>
            </a:r>
          </a:p>
        </p:txBody>
      </p:sp>
      <p:sp>
        <p:nvSpPr>
          <p:cNvPr id="5" name="Layer orch"/>
          <p:cNvSpPr/>
          <p:nvPr/>
        </p:nvSpPr>
        <p:spPr>
          <a:xfrm>
            <a:off x="3840480" y="283464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00B050"/>
                </a:solidFill>
                <a:latin typeface="Roboto"/>
              </a:rPr>
              <a:t>ORCHESTRATION LAYER</a:t>
            </a:r>
          </a:p>
        </p:txBody>
      </p:sp>
      <p:sp>
        <p:nvSpPr>
          <p:cNvPr id="6" name="Layer cap"/>
          <p:cNvSpPr/>
          <p:nvPr/>
        </p:nvSpPr>
        <p:spPr>
          <a:xfrm>
            <a:off x="3840480" y="4114800"/>
            <a:ext cx="4480560" cy="91440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A8003B"/>
                </a:solidFill>
                <a:latin typeface="Roboto"/>
              </a:rPr>
              <a:t>CAPABILITY LAYER</a:t>
            </a:r>
          </a:p>
        </p:txBody>
      </p:sp>
      <p:sp>
        <p:nvSpPr>
          <p:cNvPr id="16" name="Citation"/>
          <p:cNvSpPr txBox="1"/>
          <p:nvPr/>
        </p:nvSpPr>
        <p:spPr>
          <a:xfrm>
            <a:off x="73152" y="62362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Roboto"/>
              </a:rPr>
              <a:t>Cavero, F. J., et al. (2026). Pricing Intelligence. In CAiSE'26.</a:t>
            </a:r>
          </a:p>
        </p:txBody>
      </p:sp>
      <p:sp>
        <p:nvSpPr>
          <p:cNvPr id="17" name="!!Spotlight"/>
          <p:cNvSpPr/>
          <p:nvPr/>
        </p:nvSpPr>
        <p:spPr>
          <a:xfrm>
            <a:off x="3703320" y="3977639"/>
            <a:ext cx="4754880" cy="1188720"/>
          </a:xfrm>
          <a:prstGeom prst="rect">
            <a:avLst/>
          </a:prstGeom>
          <a:noFill/>
          <a:ln w="28575">
            <a:solidFill>
              <a:srgbClr val="7E0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uote card"/>
          <p:cNvSpPr/>
          <p:nvPr/>
        </p:nvSpPr>
        <p:spPr>
          <a:xfrm>
            <a:off x="1097280" y="2011680"/>
            <a:ext cx="9966960" cy="21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just"/>
            <a:r>
              <a:rPr sz="2800" b="1">
                <a:solidFill>
                  <a:srgbClr val="141414"/>
                </a:solidFill>
                <a:latin typeface="Roboto"/>
              </a:rPr>
              <a:t>“</a:t>
            </a:r>
            <a:r>
              <a:rPr sz="2000" b="1" i="1">
                <a:solidFill>
                  <a:srgbClr val="141414"/>
                </a:solidFill>
                <a:latin typeface="Roboto"/>
              </a:rPr>
              <a:t>Pricing-driven Development and Operation of SaaS</a:t>
            </a:r>
            <a:r>
              <a:rPr sz="2000" i="1">
                <a:solidFill>
                  <a:srgbClr val="141414"/>
                </a:solidFill>
                <a:latin typeface="Roboto"/>
              </a:rPr>
              <a:t> is an alternative DevOps cycle aimed at optimizing the management of pricing events.</a:t>
            </a:r>
            <a:r>
              <a:rPr sz="2800" b="1">
                <a:solidFill>
                  <a:srgbClr val="141414"/>
                </a:solidFill>
                <a:latin typeface="Roboto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Pricing Validity on a State-of-the-art Dataset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8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1463040" cy="1463040"/>
          </a:xfrm>
          <a:prstGeom prst="ellipse">
            <a:avLst/>
          </a:prstGeom>
          <a:solidFill>
            <a:srgbClr val="FFF2CC"/>
          </a:solidFill>
          <a:ln w="19050">
            <a:solidFill>
              <a:srgbClr val="F9B7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3200" b="1">
                <a:solidFill>
                  <a:srgbClr val="7E0029"/>
                </a:solidFill>
                <a:latin typeface="Roboto"/>
              </a:rPr>
              <a:t>30</a:t>
            </a:r>
          </a:p>
          <a:p>
            <a:pPr algn="ctr"/>
            <a:r>
              <a:rPr sz="1200">
                <a:solidFill>
                  <a:srgbClr val="222222"/>
                </a:solidFill>
                <a:latin typeface="Roboto"/>
              </a:rPr>
              <a:t>SaaS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1280160"/>
            <a:ext cx="1828800" cy="1828800"/>
          </a:xfrm>
          <a:prstGeom prst="ellipse">
            <a:avLst/>
          </a:prstGeom>
          <a:solidFill>
            <a:srgbClr val="FFF2CC"/>
          </a:solidFill>
          <a:ln w="19050">
            <a:solidFill>
              <a:srgbClr val="F9B7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4000" b="1">
                <a:solidFill>
                  <a:srgbClr val="7E0029"/>
                </a:solidFill>
                <a:latin typeface="Roboto"/>
              </a:rPr>
              <a:t>162</a:t>
            </a:r>
          </a:p>
          <a:p>
            <a:pPr algn="ctr"/>
            <a:r>
              <a:rPr sz="1600">
                <a:solidFill>
                  <a:srgbClr val="222222"/>
                </a:solidFill>
                <a:latin typeface="Roboto"/>
              </a:rPr>
              <a:t>pricings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3200400"/>
            <a:ext cx="1188720" cy="1188720"/>
          </a:xfrm>
          <a:prstGeom prst="ellipse">
            <a:avLst/>
          </a:prstGeom>
          <a:solidFill>
            <a:srgbClr val="FFF2CC"/>
          </a:solidFill>
          <a:ln w="19050">
            <a:solidFill>
              <a:srgbClr val="F9B7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2600" b="1">
                <a:solidFill>
                  <a:srgbClr val="7E0029"/>
                </a:solidFill>
                <a:latin typeface="Roboto"/>
              </a:rPr>
              <a:t>6</a:t>
            </a:r>
          </a:p>
          <a:p>
            <a:pPr algn="ctr"/>
            <a:r>
              <a:rPr sz="1100">
                <a:solidFill>
                  <a:srgbClr val="222222"/>
                </a:solidFill>
                <a:latin typeface="Roboto"/>
              </a:rPr>
              <a:t>years</a:t>
            </a:r>
          </a:p>
        </p:txBody>
      </p:sp>
      <p:sp>
        <p:nvSpPr>
          <p:cNvPr id="7" name="Oval 6"/>
          <p:cNvSpPr/>
          <p:nvPr/>
        </p:nvSpPr>
        <p:spPr>
          <a:xfrm>
            <a:off x="3291840" y="3383280"/>
            <a:ext cx="2011680" cy="2011680"/>
          </a:xfrm>
          <a:prstGeom prst="ellipse">
            <a:avLst/>
          </a:prstGeom>
          <a:solidFill>
            <a:srgbClr val="FFF2CC"/>
          </a:solidFill>
          <a:ln w="19050">
            <a:solidFill>
              <a:srgbClr val="F9B7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3800" b="1">
                <a:solidFill>
                  <a:srgbClr val="7E0029"/>
                </a:solidFill>
                <a:latin typeface="Roboto"/>
              </a:rPr>
              <a:t>24223</a:t>
            </a:r>
          </a:p>
          <a:p>
            <a:pPr algn="ctr"/>
            <a:r>
              <a:rPr sz="1700">
                <a:solidFill>
                  <a:srgbClr val="222222"/>
                </a:solidFill>
                <a:latin typeface="Roboto"/>
              </a:rPr>
              <a:t>configurations</a:t>
            </a:r>
          </a:p>
        </p:txBody>
      </p:sp>
      <p:sp>
        <p:nvSpPr>
          <p:cNvPr id="28" name="Headline stat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C00000"/>
                </a:solidFill>
                <a:latin typeface="Roboto"/>
              </a:rPr>
              <a:t>+20%</a:t>
            </a:r>
            <a:r>
              <a:rPr sz="2800" b="1" i="0">
                <a:solidFill>
                  <a:srgbClr val="141414"/>
                </a:solidFill>
                <a:latin typeface="Roboto"/>
              </a:rPr>
              <a:t>  contain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8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9</a:t>
            </a:r>
          </a:p>
        </p:txBody>
      </p:sp>
      <p:sp>
        <p:nvSpPr>
          <p:cNvPr id="4" name="RQ RQ1 card"/>
          <p:cNvSpPr/>
          <p:nvPr/>
        </p:nvSpPr>
        <p:spPr>
          <a:xfrm>
            <a:off x="1188720" y="1463040"/>
            <a:ext cx="97840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Q RQ1 pill"/>
          <p:cNvSpPr/>
          <p:nvPr/>
        </p:nvSpPr>
        <p:spPr>
          <a:xfrm>
            <a:off x="1325880" y="1618488"/>
            <a:ext cx="566928" cy="256032"/>
          </a:xfrm>
          <a:prstGeom prst="roundRect">
            <a:avLst/>
          </a:prstGeom>
          <a:solidFill>
            <a:srgbClr val="7E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RQ1</a:t>
            </a:r>
          </a:p>
        </p:txBody>
      </p:sp>
      <p:sp>
        <p:nvSpPr>
          <p:cNvPr id="6" name="RQ RQ1 label"/>
          <p:cNvSpPr txBox="1"/>
          <p:nvPr/>
        </p:nvSpPr>
        <p:spPr>
          <a:xfrm>
            <a:off x="2029968" y="15727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7E0029"/>
                </a:solidFill>
                <a:latin typeface="Roboto"/>
              </a:rPr>
              <a:t>Tool coverage</a:t>
            </a:r>
          </a:p>
        </p:txBody>
      </p:sp>
      <p:sp>
        <p:nvSpPr>
          <p:cNvPr id="7" name="RQ RQ1 text"/>
          <p:cNvSpPr txBox="1"/>
          <p:nvPr/>
        </p:nvSpPr>
        <p:spPr>
          <a:xfrm>
            <a:off x="3749040" y="1517904"/>
            <a:ext cx="7086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Roboto"/>
              </a:rPr>
              <a:t>To what extent do current PI tools cover the elicited PI tasks?</a:t>
            </a:r>
          </a:p>
          <a:p>
            <a:pPr algn="l"/>
            <a:r>
              <a:rPr sz="1000" b="0" i="0">
                <a:solidFill>
                  <a:srgbClr val="7F7F7F"/>
                </a:solidFill>
                <a:latin typeface="Roboto"/>
              </a:rPr>
              <a:t>Characterizes the current scope of PI support.</a:t>
            </a:r>
          </a:p>
        </p:txBody>
      </p:sp>
      <p:sp>
        <p:nvSpPr>
          <p:cNvPr id="8" name="RQ RQ2 card"/>
          <p:cNvSpPr/>
          <p:nvPr/>
        </p:nvSpPr>
        <p:spPr>
          <a:xfrm>
            <a:off x="1188720" y="2423160"/>
            <a:ext cx="97840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Q RQ2 pill"/>
          <p:cNvSpPr/>
          <p:nvPr/>
        </p:nvSpPr>
        <p:spPr>
          <a:xfrm>
            <a:off x="1325880" y="2578608"/>
            <a:ext cx="566928" cy="256032"/>
          </a:xfrm>
          <a:prstGeom prst="roundRect">
            <a:avLst/>
          </a:prstGeom>
          <a:solidFill>
            <a:srgbClr val="7E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RQ2</a:t>
            </a:r>
          </a:p>
        </p:txBody>
      </p:sp>
      <p:sp>
        <p:nvSpPr>
          <p:cNvPr id="10" name="RQ RQ2 label"/>
          <p:cNvSpPr txBox="1"/>
          <p:nvPr/>
        </p:nvSpPr>
        <p:spPr>
          <a:xfrm>
            <a:off x="2029968" y="25328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7E0029"/>
                </a:solidFill>
                <a:latin typeface="Roboto"/>
              </a:rPr>
              <a:t>Strategy generation</a:t>
            </a:r>
          </a:p>
        </p:txBody>
      </p:sp>
      <p:sp>
        <p:nvSpPr>
          <p:cNvPr id="11" name="RQ RQ2 text"/>
          <p:cNvSpPr txBox="1"/>
          <p:nvPr/>
        </p:nvSpPr>
        <p:spPr>
          <a:xfrm>
            <a:off x="3749040" y="2478024"/>
            <a:ext cx="7086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Roboto"/>
              </a:rPr>
              <a:t>Can HARVEY generate the correct actions and parameters?</a:t>
            </a:r>
          </a:p>
          <a:p>
            <a:pPr algn="l"/>
            <a:r>
              <a:rPr sz="1000" b="0" i="0">
                <a:solidFill>
                  <a:srgbClr val="7F7F7F"/>
                </a:solidFill>
                <a:latin typeface="Roboto"/>
              </a:rPr>
              <a:t>Structural correctness with weighted precision, recall and F1.</a:t>
            </a:r>
          </a:p>
        </p:txBody>
      </p:sp>
      <p:sp>
        <p:nvSpPr>
          <p:cNvPr id="12" name="RQ RQ3 card"/>
          <p:cNvSpPr/>
          <p:nvPr/>
        </p:nvSpPr>
        <p:spPr>
          <a:xfrm>
            <a:off x="1188720" y="3383280"/>
            <a:ext cx="97840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Q RQ3 pill"/>
          <p:cNvSpPr/>
          <p:nvPr/>
        </p:nvSpPr>
        <p:spPr>
          <a:xfrm>
            <a:off x="1325880" y="3538728"/>
            <a:ext cx="566928" cy="256032"/>
          </a:xfrm>
          <a:prstGeom prst="roundRect">
            <a:avLst/>
          </a:prstGeom>
          <a:solidFill>
            <a:srgbClr val="7E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Roboto"/>
              </a:rPr>
              <a:t>RQ3</a:t>
            </a:r>
          </a:p>
        </p:txBody>
      </p:sp>
      <p:sp>
        <p:nvSpPr>
          <p:cNvPr id="14" name="RQ RQ3 label"/>
          <p:cNvSpPr txBox="1"/>
          <p:nvPr/>
        </p:nvSpPr>
        <p:spPr>
          <a:xfrm>
            <a:off x="2029968" y="34930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7E0029"/>
                </a:solidFill>
                <a:latin typeface="Roboto"/>
              </a:rPr>
              <a:t>Value assignment</a:t>
            </a:r>
          </a:p>
        </p:txBody>
      </p:sp>
      <p:sp>
        <p:nvSpPr>
          <p:cNvPr id="15" name="RQ RQ3 text"/>
          <p:cNvSpPr txBox="1"/>
          <p:nvPr/>
        </p:nvSpPr>
        <p:spPr>
          <a:xfrm>
            <a:off x="3749040" y="3438144"/>
            <a:ext cx="7086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Roboto"/>
              </a:rPr>
              <a:t>When action and parameter match, are the values correct?</a:t>
            </a:r>
          </a:p>
          <a:p>
            <a:pPr algn="l"/>
            <a:r>
              <a:rPr sz="1000" b="0" i="0">
                <a:solidFill>
                  <a:srgbClr val="7F7F7F"/>
                </a:solidFill>
                <a:latin typeface="Roboto"/>
              </a:rPr>
              <a:t>Isolates grounding errors.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10</a:t>
            </a:r>
          </a:p>
        </p:txBody>
      </p:sp>
      <p:sp>
        <p:nvSpPr>
          <p:cNvPr id="4" name="FW num 01"/>
          <p:cNvSpPr txBox="1"/>
          <p:nvPr/>
        </p:nvSpPr>
        <p:spPr>
          <a:xfrm>
            <a:off x="822960" y="155448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8003B"/>
                </a:solidFill>
                <a:latin typeface="Roboto Light"/>
              </a:rPr>
              <a:t>01</a:t>
            </a:r>
          </a:p>
        </p:txBody>
      </p:sp>
      <p:sp>
        <p:nvSpPr>
          <p:cNvPr id="5" name="FW body 01"/>
          <p:cNvSpPr txBox="1"/>
          <p:nvPr/>
        </p:nvSpPr>
        <p:spPr>
          <a:xfrm>
            <a:off x="2423160" y="17373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8003B"/>
                </a:solidFill>
                <a:latin typeface="Roboto"/>
              </a:rPr>
              <a:t>PACO Definition</a:t>
            </a:r>
          </a:p>
          <a:p>
            <a:pPr algn="l"/>
            <a:r>
              <a:rPr sz="1800" b="0" i="0">
                <a:solidFill>
                  <a:srgbClr val="141414"/>
                </a:solidFill>
                <a:latin typeface="Roboto"/>
              </a:rPr>
              <a:t>Formal definition of the problem</a:t>
            </a:r>
          </a:p>
        </p:txBody>
      </p:sp>
      <p:sp>
        <p:nvSpPr>
          <p:cNvPr id="15" name="FW num 02"/>
          <p:cNvSpPr txBox="1"/>
          <p:nvPr/>
        </p:nvSpPr>
        <p:spPr>
          <a:xfrm>
            <a:off x="6309360" y="155448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8003B"/>
                </a:solidFill>
                <a:latin typeface="Roboto Light"/>
              </a:rPr>
              <a:t>02</a:t>
            </a:r>
          </a:p>
        </p:txBody>
      </p:sp>
      <p:sp>
        <p:nvSpPr>
          <p:cNvPr id="16" name="FW body 02"/>
          <p:cNvSpPr txBox="1"/>
          <p:nvPr/>
        </p:nvSpPr>
        <p:spPr>
          <a:xfrm>
            <a:off x="7909560" y="17373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8003B"/>
                </a:solidFill>
                <a:latin typeface="Roboto"/>
              </a:rPr>
              <a:t>PACO Servitization</a:t>
            </a:r>
          </a:p>
          <a:p>
            <a:pPr algn="l"/>
            <a:r>
              <a:rPr sz="1800" b="0" i="0">
                <a:solidFill>
                  <a:srgbClr val="141414"/>
                </a:solidFill>
                <a:latin typeface="Roboto"/>
              </a:rPr>
              <a:t>Revisit the QACO model and its specification</a:t>
            </a:r>
          </a:p>
        </p:txBody>
      </p:sp>
      <p:sp>
        <p:nvSpPr>
          <p:cNvPr id="27" name="FW num 03"/>
          <p:cNvSpPr txBox="1"/>
          <p:nvPr/>
        </p:nvSpPr>
        <p:spPr>
          <a:xfrm>
            <a:off x="822960" y="365760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8003B"/>
                </a:solidFill>
                <a:latin typeface="Roboto Light"/>
              </a:rPr>
              <a:t>03</a:t>
            </a:r>
          </a:p>
        </p:txBody>
      </p:sp>
      <p:sp>
        <p:nvSpPr>
          <p:cNvPr id="28" name="FW body 03"/>
          <p:cNvSpPr txBox="1"/>
          <p:nvPr/>
        </p:nvSpPr>
        <p:spPr>
          <a:xfrm>
            <a:off x="2423160" y="384048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8003B"/>
                </a:solidFill>
                <a:latin typeface="Roboto"/>
              </a:rPr>
              <a:t>PACO Solution</a:t>
            </a:r>
          </a:p>
          <a:p>
            <a:pPr algn="l"/>
            <a:r>
              <a:rPr sz="1800" b="0" i="0">
                <a:solidFill>
                  <a:srgbClr val="141414"/>
                </a:solidFill>
                <a:latin typeface="Roboto"/>
              </a:rPr>
              <a:t>An implementation that can solve it</a:t>
            </a:r>
          </a:p>
        </p:txBody>
      </p:sp>
      <p:sp>
        <p:nvSpPr>
          <p:cNvPr id="39" name="FW num 04"/>
          <p:cNvSpPr txBox="1"/>
          <p:nvPr/>
        </p:nvSpPr>
        <p:spPr>
          <a:xfrm>
            <a:off x="6309360" y="365760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8003B"/>
                </a:solidFill>
                <a:latin typeface="Roboto Light"/>
              </a:rPr>
              <a:t>04</a:t>
            </a:r>
          </a:p>
        </p:txBody>
      </p:sp>
      <p:sp>
        <p:nvSpPr>
          <p:cNvPr id="40" name="FW body 04"/>
          <p:cNvSpPr txBox="1"/>
          <p:nvPr/>
        </p:nvSpPr>
        <p:spPr>
          <a:xfrm>
            <a:off x="7909560" y="384048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8003B"/>
                </a:solidFill>
                <a:latin typeface="Roboto"/>
              </a:rPr>
              <a:t>PACO Family</a:t>
            </a:r>
          </a:p>
          <a:p>
            <a:pPr algn="l"/>
            <a:r>
              <a:rPr sz="1800" b="0" i="0">
                <a:solidFill>
                  <a:srgbClr val="141414"/>
                </a:solidFill>
                <a:latin typeface="Roboto"/>
              </a:rPr>
              <a:t>Explore the problems that are part of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16" grpId="0" animBg="1"/>
      <p:bldP spid="27" grpId="0" animBg="1"/>
      <p:bldP spid="28" grpId="0" animBg="1"/>
      <p:bldP spid="39" grpId="0" animBg="1"/>
      <p:bldP spid="4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da arc"/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da num 1"/>
          <p:cNvSpPr/>
          <p:nvPr/>
        </p:nvSpPr>
        <p:spPr>
          <a:xfrm>
            <a:off x="2035231" y="258775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1</a:t>
            </a:r>
          </a:p>
        </p:txBody>
      </p:sp>
      <p:sp>
        <p:nvSpPr>
          <p:cNvPr id="4" name="Agenda item 1"/>
          <p:cNvSpPr/>
          <p:nvPr/>
        </p:nvSpPr>
        <p:spPr>
          <a:xfrm>
            <a:off x="3397687" y="322783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INTRODUCTION</a:t>
            </a:r>
          </a:p>
        </p:txBody>
      </p:sp>
      <p:sp>
        <p:nvSpPr>
          <p:cNvPr id="5" name="Agenda num 2"/>
          <p:cNvSpPr/>
          <p:nvPr/>
        </p:nvSpPr>
        <p:spPr>
          <a:xfrm>
            <a:off x="2860326" y="2042770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2</a:t>
            </a:r>
          </a:p>
        </p:txBody>
      </p:sp>
      <p:sp>
        <p:nvSpPr>
          <p:cNvPr id="6" name="Agenda item 2"/>
          <p:cNvSpPr/>
          <p:nvPr/>
        </p:nvSpPr>
        <p:spPr>
          <a:xfrm>
            <a:off x="4222782" y="2106778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PROPOSAL</a:t>
            </a:r>
          </a:p>
        </p:txBody>
      </p:sp>
      <p:sp>
        <p:nvSpPr>
          <p:cNvPr id="7" name="Agenda num 3"/>
          <p:cNvSpPr/>
          <p:nvPr/>
        </p:nvSpPr>
        <p:spPr>
          <a:xfrm>
            <a:off x="2840926" y="3826764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3</a:t>
            </a:r>
          </a:p>
        </p:txBody>
      </p:sp>
      <p:sp>
        <p:nvSpPr>
          <p:cNvPr id="8" name="Agenda item 3"/>
          <p:cNvSpPr/>
          <p:nvPr/>
        </p:nvSpPr>
        <p:spPr>
          <a:xfrm>
            <a:off x="4203382" y="3890772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EVALUATION</a:t>
            </a:r>
          </a:p>
        </p:txBody>
      </p:sp>
      <p:sp>
        <p:nvSpPr>
          <p:cNvPr id="9" name="Agenda num 4"/>
          <p:cNvSpPr/>
          <p:nvPr/>
        </p:nvSpPr>
        <p:spPr>
          <a:xfrm>
            <a:off x="1962052" y="5610758"/>
            <a:ext cx="1078992" cy="107899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C00000"/>
                </a:solidFill>
                <a:latin typeface="Roboto"/>
              </a:rPr>
              <a:t>4</a:t>
            </a:r>
          </a:p>
        </p:txBody>
      </p:sp>
      <p:sp>
        <p:nvSpPr>
          <p:cNvPr id="10" name="Agenda item 4"/>
          <p:cNvSpPr/>
          <p:nvPr/>
        </p:nvSpPr>
        <p:spPr>
          <a:xfrm>
            <a:off x="3324508" y="5674766"/>
            <a:ext cx="7187184" cy="950976"/>
          </a:xfrm>
          <a:prstGeom prst="rect">
            <a:avLst/>
          </a:prstGeom>
          <a:solidFill>
            <a:srgbClr val="FFFFFF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3000" b="1">
                <a:solidFill>
                  <a:srgbClr val="141414"/>
                </a:solidFill>
                <a:latin typeface="Roboto"/>
              </a:rPr>
              <a:t>CONCLUSIONS</a:t>
            </a:r>
          </a:p>
        </p:txBody>
      </p:sp>
      <p:sp>
        <p:nvSpPr>
          <p:cNvPr id="11" name="!!Agenda current"/>
          <p:cNvSpPr/>
          <p:nvPr/>
        </p:nvSpPr>
        <p:spPr>
          <a:xfrm>
            <a:off x="2840926" y="3826764"/>
            <a:ext cx="1078992" cy="1078992"/>
          </a:xfrm>
          <a:prstGeom prst="ellipse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3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Animation catalogue (entrance effects)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425206" y="6396335"/>
            <a:ext cx="766794" cy="461665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2400">
                <a:solidFill>
                  <a:srgbClr val="7E0029"/>
                </a:solidFill>
                <a:latin typeface="Roboto"/>
              </a:rPr>
              <a:t>12</a:t>
            </a:r>
          </a:p>
        </p:txBody>
      </p:sp>
      <p:sp>
        <p:nvSpPr>
          <p:cNvPr id="4" name="Effect appear"/>
          <p:cNvSpPr/>
          <p:nvPr/>
        </p:nvSpPr>
        <p:spPr>
          <a:xfrm>
            <a:off x="640080" y="12344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DECF4"/>
          </a:solidFill>
          <a:ln w="19050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E0029"/>
                </a:solidFill>
                <a:latin typeface="Roboto"/>
              </a:rPr>
              <a:t>APPEAR</a:t>
            </a:r>
          </a:p>
        </p:txBody>
      </p:sp>
      <p:sp>
        <p:nvSpPr>
          <p:cNvPr id="7" name="Effect fade"/>
          <p:cNvSpPr/>
          <p:nvPr/>
        </p:nvSpPr>
        <p:spPr>
          <a:xfrm>
            <a:off x="2880360" y="12344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70C0"/>
                </a:solidFill>
                <a:latin typeface="Roboto"/>
              </a:rPr>
              <a:t>FADE</a:t>
            </a:r>
          </a:p>
        </p:txBody>
      </p:sp>
      <p:sp>
        <p:nvSpPr>
          <p:cNvPr id="11" name="Effect dissolve"/>
          <p:cNvSpPr/>
          <p:nvPr/>
        </p:nvSpPr>
        <p:spPr>
          <a:xfrm>
            <a:off x="5120640" y="12344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050"/>
                </a:solidFill>
                <a:latin typeface="Roboto"/>
              </a:rPr>
              <a:t>DISSOLVE</a:t>
            </a:r>
          </a:p>
        </p:txBody>
      </p:sp>
      <p:sp>
        <p:nvSpPr>
          <p:cNvPr id="15" name="Effect wipe"/>
          <p:cNvSpPr/>
          <p:nvPr/>
        </p:nvSpPr>
        <p:spPr>
          <a:xfrm>
            <a:off x="7360920" y="12344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A8003B"/>
                </a:solidFill>
                <a:latin typeface="Roboto"/>
              </a:rPr>
              <a:t>WIPE</a:t>
            </a:r>
          </a:p>
        </p:txBody>
      </p:sp>
      <p:sp>
        <p:nvSpPr>
          <p:cNvPr id="19" name="Effect zoom"/>
          <p:cNvSpPr/>
          <p:nvPr/>
        </p:nvSpPr>
        <p:spPr>
          <a:xfrm>
            <a:off x="9601200" y="12344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CE7EF"/>
          </a:solidFill>
          <a:ln w="19050">
            <a:solidFill>
              <a:srgbClr val="A50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5A0022"/>
                </a:solidFill>
                <a:latin typeface="Roboto"/>
              </a:rPr>
              <a:t>ZOOM</a:t>
            </a:r>
          </a:p>
        </p:txBody>
      </p:sp>
      <p:sp>
        <p:nvSpPr>
          <p:cNvPr id="25" name="Effect float_in"/>
          <p:cNvSpPr/>
          <p:nvPr/>
        </p:nvSpPr>
        <p:spPr>
          <a:xfrm>
            <a:off x="640080" y="28346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DECF4"/>
          </a:solidFill>
          <a:ln w="19050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E0029"/>
                </a:solidFill>
                <a:latin typeface="Roboto"/>
              </a:rPr>
              <a:t>FLOAT IN</a:t>
            </a:r>
          </a:p>
        </p:txBody>
      </p:sp>
      <p:sp>
        <p:nvSpPr>
          <p:cNvPr id="31" name="Effect rise_up"/>
          <p:cNvSpPr/>
          <p:nvPr/>
        </p:nvSpPr>
        <p:spPr>
          <a:xfrm>
            <a:off x="2880360" y="28346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70C0"/>
                </a:solidFill>
                <a:latin typeface="Roboto"/>
              </a:rPr>
              <a:t>RISE UP</a:t>
            </a:r>
          </a:p>
        </p:txBody>
      </p:sp>
      <p:sp>
        <p:nvSpPr>
          <p:cNvPr id="38" name="Effect fly_in"/>
          <p:cNvSpPr/>
          <p:nvPr/>
        </p:nvSpPr>
        <p:spPr>
          <a:xfrm>
            <a:off x="5120640" y="28346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050"/>
                </a:solidFill>
                <a:latin typeface="Roboto"/>
              </a:rPr>
              <a:t>FLY IN</a:t>
            </a:r>
          </a:p>
        </p:txBody>
      </p:sp>
      <p:sp>
        <p:nvSpPr>
          <p:cNvPr id="43" name="Effect peek_in"/>
          <p:cNvSpPr/>
          <p:nvPr/>
        </p:nvSpPr>
        <p:spPr>
          <a:xfrm>
            <a:off x="7360920" y="28346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FE6CC"/>
          </a:solidFill>
          <a:ln w="19050">
            <a:solidFill>
              <a:srgbClr val="FFB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A8003B"/>
                </a:solidFill>
                <a:latin typeface="Roboto"/>
              </a:rPr>
              <a:t>PEEK IN</a:t>
            </a:r>
          </a:p>
        </p:txBody>
      </p:sp>
      <p:sp>
        <p:nvSpPr>
          <p:cNvPr id="48" name="Effect blinds"/>
          <p:cNvSpPr/>
          <p:nvPr/>
        </p:nvSpPr>
        <p:spPr>
          <a:xfrm>
            <a:off x="9601200" y="28346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CE7EF"/>
          </a:solidFill>
          <a:ln w="19050">
            <a:solidFill>
              <a:srgbClr val="A50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5A0022"/>
                </a:solidFill>
                <a:latin typeface="Roboto"/>
              </a:rPr>
              <a:t>BLINDS</a:t>
            </a:r>
          </a:p>
        </p:txBody>
      </p:sp>
      <p:sp>
        <p:nvSpPr>
          <p:cNvPr id="52" name="Effect split"/>
          <p:cNvSpPr/>
          <p:nvPr/>
        </p:nvSpPr>
        <p:spPr>
          <a:xfrm>
            <a:off x="640080" y="44348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FDECF4"/>
          </a:solidFill>
          <a:ln w="19050">
            <a:solidFill>
              <a:srgbClr val="F8B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E0029"/>
                </a:solidFill>
                <a:latin typeface="Roboto"/>
              </a:rPr>
              <a:t>SPLIT</a:t>
            </a:r>
          </a:p>
        </p:txBody>
      </p:sp>
      <p:sp>
        <p:nvSpPr>
          <p:cNvPr id="56" name="Effect checkerboard"/>
          <p:cNvSpPr/>
          <p:nvPr/>
        </p:nvSpPr>
        <p:spPr>
          <a:xfrm>
            <a:off x="2880360" y="44348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AE8FC"/>
          </a:solidFill>
          <a:ln w="19050">
            <a:solidFill>
              <a:srgbClr val="A7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70C0"/>
                </a:solidFill>
                <a:latin typeface="Roboto"/>
              </a:rPr>
              <a:t>CHECKERBOARD</a:t>
            </a:r>
          </a:p>
        </p:txBody>
      </p:sp>
      <p:sp>
        <p:nvSpPr>
          <p:cNvPr id="60" name="Effect circle"/>
          <p:cNvSpPr/>
          <p:nvPr/>
        </p:nvSpPr>
        <p:spPr>
          <a:xfrm>
            <a:off x="5120640" y="4434840"/>
            <a:ext cx="2011680" cy="1234440"/>
          </a:xfrm>
          <a:prstGeom prst="roundRect">
            <a:avLst>
              <a:gd name="adj" fmla="val 5850"/>
            </a:avLst>
          </a:prstGeom>
          <a:solidFill>
            <a:srgbClr val="D5E8D4"/>
          </a:solidFill>
          <a:ln w="19050">
            <a:solidFill>
              <a:srgbClr val="97D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050"/>
                </a:solidFill>
                <a:latin typeface="Roboto"/>
              </a:rPr>
              <a:t>CIRCLE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5" grpId="0" animBg="1"/>
      <p:bldP spid="19" grpId="0" animBg="1"/>
      <p:bldP spid="25" grpId="0" animBg="1"/>
      <p:bldP spid="31" grpId="0" animBg="1"/>
      <p:bldP spid="38" grpId="0" animBg="1"/>
      <p:bldP spid="43" grpId="0" animBg="1"/>
      <p:bldP spid="48" grpId="0" animBg="1"/>
      <p:bldP spid="52" grpId="0" animBg="1"/>
      <p:bldP spid="56" grpId="0" animBg="1"/>
      <p:bldP spid="6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DBB38B7-88C1-3CE1-87C1-29E290A6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6AB297EC-9DB7-6913-EE52-814BFED4D51B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5C0AF02-890D-F4AE-8931-D75F0866B762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AB75DB3-F577-D949-6315-7859439EB422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D540E8C-1EA8-7973-B9DA-F0FB55CE0C8D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entágono regular 8">
            <a:extLst>
              <a:ext uri="{FF2B5EF4-FFF2-40B4-BE49-F238E27FC236}">
                <a16:creationId xmlns:a16="http://schemas.microsoft.com/office/drawing/2014/main" id="{D98E5D4F-0CB0-9CFA-2525-C0244506E706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AABA5E-FF2E-0810-D480-F97EB4C5E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6696576-5DE8-6F1D-4C44-66AA9C94C93E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07168416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DE5F830-D83A-4020-F5BB-15EB26D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64B4E600-B1A7-928C-B4A4-987693417BFD}"/>
              </a:ext>
            </a:extLst>
          </p:cNvPr>
          <p:cNvSpPr/>
          <p:nvPr/>
        </p:nvSpPr>
        <p:spPr bwMode="auto">
          <a:xfrm rot="10800000">
            <a:off x="6206836" y="39914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79FDE07E-AA6B-38DC-B740-483BA1514E06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40FA3348-A32B-8B7C-B393-6064CD644EFB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5E6159A5-E97F-E664-06F3-764D4D7B46E7}"/>
              </a:ext>
            </a:extLst>
          </p:cNvPr>
          <p:cNvSpPr txBox="1"/>
          <p:nvPr/>
        </p:nvSpPr>
        <p:spPr>
          <a:xfrm rot="2160000">
            <a:off x="6664445" y="111776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0338572-8B12-FBEA-648E-CE88343BA637}"/>
              </a:ext>
            </a:extLst>
          </p:cNvPr>
          <p:cNvSpPr/>
          <p:nvPr/>
        </p:nvSpPr>
        <p:spPr>
          <a:xfrm>
            <a:off x="4722962" y="183083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E5282F8-0F7F-E7D9-A5F6-0F8A90F9403C}"/>
              </a:ext>
            </a:extLst>
          </p:cNvPr>
          <p:cNvSpPr/>
          <p:nvPr/>
        </p:nvSpPr>
        <p:spPr>
          <a:xfrm rot="12960000">
            <a:off x="6152972" y="201551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8A0F56E-0744-9E67-447B-269D4740D8AE}"/>
              </a:ext>
            </a:extLst>
          </p:cNvPr>
          <p:cNvSpPr/>
          <p:nvPr/>
        </p:nvSpPr>
        <p:spPr>
          <a:xfrm>
            <a:off x="6402619" y="164390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5C4E8A83-00D4-E163-A077-EEF82F78B2A6}"/>
              </a:ext>
            </a:extLst>
          </p:cNvPr>
          <p:cNvSpPr/>
          <p:nvPr/>
        </p:nvSpPr>
        <p:spPr>
          <a:xfrm>
            <a:off x="4792734" y="180637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entágono regular 6">
            <a:extLst>
              <a:ext uri="{FF2B5EF4-FFF2-40B4-BE49-F238E27FC236}">
                <a16:creationId xmlns:a16="http://schemas.microsoft.com/office/drawing/2014/main" id="{C3D51F7A-FCE9-F905-7672-984BBE45C13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A8F16A-5411-2CF1-8B68-88BFE837E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A06D017-1CA9-026F-DCF8-6C98C2B4F50C}"/>
              </a:ext>
            </a:extLst>
          </p:cNvPr>
          <p:cNvSpPr/>
          <p:nvPr/>
        </p:nvSpPr>
        <p:spPr>
          <a:xfrm>
            <a:off x="6580475" y="183921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2B6E0A79-EF99-17A6-18AB-29FD654E3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0000">
            <a:off x="6689247" y="1949142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DD0F571-946F-F913-76FD-215CFDA7994F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B2A91-A5E1-006F-3FE4-5B978A909A68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What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similarities</a:t>
            </a:r>
            <a:r>
              <a:rPr lang="es-ES" dirty="0"/>
              <a:t> and </a:t>
            </a:r>
            <a:r>
              <a:rPr lang="es-ES" dirty="0" err="1"/>
              <a:t>diﬀerences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oﬀerings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more </a:t>
            </a:r>
            <a:r>
              <a:rPr lang="es-ES" dirty="0" err="1"/>
              <a:t>than</a:t>
            </a:r>
            <a:r>
              <a:rPr lang="es-ES" dirty="0"/>
              <a:t> 200 </a:t>
            </a:r>
            <a:r>
              <a:rPr lang="es-ES" dirty="0" err="1"/>
              <a:t>users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99183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2B5328E-2BFC-1582-687C-CBF83EF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22B8107B-1ADE-DCF9-E24F-5C4893E73D67}"/>
              </a:ext>
            </a:extLst>
          </p:cNvPr>
          <p:cNvSpPr/>
          <p:nvPr/>
        </p:nvSpPr>
        <p:spPr bwMode="auto">
          <a:xfrm rot="6492807">
            <a:off x="6345807" y="310358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B9AEACD9-10BD-4CBE-F469-018D41865AC6}"/>
              </a:ext>
            </a:extLst>
          </p:cNvPr>
          <p:cNvSpPr/>
          <p:nvPr/>
        </p:nvSpPr>
        <p:spPr bwMode="auto">
          <a:xfrm rot="6492807">
            <a:off x="3755705" y="305863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8F4CF1A8-4568-4B28-A870-2A03D64878CC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00CEA231-81B5-C265-0684-48A722151EA3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F45F4275-8CD8-6E98-6C6F-BDF45B60D300}"/>
              </a:ext>
            </a:extLst>
          </p:cNvPr>
          <p:cNvSpPr txBox="1"/>
          <p:nvPr/>
        </p:nvSpPr>
        <p:spPr>
          <a:xfrm rot="19452807">
            <a:off x="4042093" y="1130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B0BCEBB-5B8E-8059-A69A-62C30460BED7}"/>
              </a:ext>
            </a:extLst>
          </p:cNvPr>
          <p:cNvSpPr/>
          <p:nvPr/>
        </p:nvSpPr>
        <p:spPr>
          <a:xfrm rot="8652807">
            <a:off x="4568575" y="205512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B412752-89E8-0A76-2EB5-CA6E9B01C011}"/>
              </a:ext>
            </a:extLst>
          </p:cNvPr>
          <p:cNvSpPr/>
          <p:nvPr/>
        </p:nvSpPr>
        <p:spPr>
          <a:xfrm rot="12972807">
            <a:off x="6159720" y="211536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D6ED523-C24D-7523-2A4D-8E171EF557BD}"/>
              </a:ext>
            </a:extLst>
          </p:cNvPr>
          <p:cNvSpPr/>
          <p:nvPr/>
        </p:nvSpPr>
        <p:spPr>
          <a:xfrm rot="17292807">
            <a:off x="4851367" y="171252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449FF4A-F85B-DF7E-20D7-6D99B57CF77B}"/>
              </a:ext>
            </a:extLst>
          </p:cNvPr>
          <p:cNvSpPr/>
          <p:nvPr/>
        </p:nvSpPr>
        <p:spPr>
          <a:xfrm rot="17292807">
            <a:off x="6458888" y="1741062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7E6188B7-40EB-EC1F-779D-F4D58BF51463}"/>
              </a:ext>
            </a:extLst>
          </p:cNvPr>
          <p:cNvSpPr/>
          <p:nvPr/>
        </p:nvSpPr>
        <p:spPr>
          <a:xfrm rot="17292807">
            <a:off x="4651642" y="194678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entágono regular 7">
            <a:extLst>
              <a:ext uri="{FF2B5EF4-FFF2-40B4-BE49-F238E27FC236}">
                <a16:creationId xmlns:a16="http://schemas.microsoft.com/office/drawing/2014/main" id="{CF60E308-606F-0DBF-6FA9-F234563EF1D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117D63-5522-3643-289F-344FBA006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7351424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E1B878A1-463E-A79C-AF82-3592A3C0EEF8}"/>
              </a:ext>
            </a:extLst>
          </p:cNvPr>
          <p:cNvSpPr/>
          <p:nvPr/>
        </p:nvSpPr>
        <p:spPr>
          <a:xfrm rot="17292807">
            <a:off x="5045233" y="18993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B5DA4207-8FFB-33C4-5CB8-C94E32ADDCFC}"/>
              </a:ext>
            </a:extLst>
          </p:cNvPr>
          <p:cNvSpPr txBox="1"/>
          <p:nvPr/>
        </p:nvSpPr>
        <p:spPr>
          <a:xfrm rot="2412807">
            <a:off x="7036007" y="1150043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446AD21-B2D4-1337-27C3-0D9145398E0F}"/>
              </a:ext>
            </a:extLst>
          </p:cNvPr>
          <p:cNvSpPr/>
          <p:nvPr/>
        </p:nvSpPr>
        <p:spPr>
          <a:xfrm rot="17292807">
            <a:off x="6652754" y="1927882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3D98AE98-C3F2-A5FE-A52E-25B4A976C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12807">
            <a:off x="6788285" y="2019257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401465E9-3584-2AC8-8767-AB3F283BF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52807">
            <a:off x="5157070" y="1996218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DBE14EB-57AD-A968-4EB4-7734BAD1E6C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A21F22-33F8-D4D5-8FA6-CC4C776258B2}"/>
              </a:ext>
            </a:extLst>
          </p:cNvPr>
          <p:cNvSpPr txBox="1"/>
          <p:nvPr/>
        </p:nvSpPr>
        <p:spPr>
          <a:xfrm>
            <a:off x="9135291" y="222810"/>
            <a:ext cx="2994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be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needs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analytics</a:t>
            </a:r>
            <a:r>
              <a:rPr lang="es-ES" dirty="0"/>
              <a:t> </a:t>
            </a:r>
            <a:r>
              <a:rPr lang="es-ES" dirty="0" err="1"/>
              <a:t>add-on</a:t>
            </a:r>
            <a:r>
              <a:rPr lang="es-ES" dirty="0"/>
              <a:t> </a:t>
            </a:r>
            <a:r>
              <a:rPr lang="es-ES" dirty="0" err="1"/>
              <a:t>was</a:t>
            </a:r>
            <a:r>
              <a:rPr lang="es-ES" dirty="0"/>
              <a:t> removed?”</a:t>
            </a:r>
          </a:p>
        </p:txBody>
      </p:sp>
    </p:spTree>
    <p:extLst>
      <p:ext uri="{BB962C8B-B14F-4D97-AF65-F5344CB8AC3E}">
        <p14:creationId xmlns:p14="http://schemas.microsoft.com/office/powerpoint/2010/main" val="3769756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D2DD7C0-A73B-507F-522A-7599CFE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DC0F7960-BC67-3EEA-6F84-0D22DFFE9A51}"/>
              </a:ext>
            </a:extLst>
          </p:cNvPr>
          <p:cNvSpPr/>
          <p:nvPr/>
        </p:nvSpPr>
        <p:spPr>
          <a:xfrm rot="12950281">
            <a:off x="4725607" y="210563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BA5255E9-2B1D-D8D9-E246-A562D3D37B3C}"/>
              </a:ext>
            </a:extLst>
          </p:cNvPr>
          <p:cNvSpPr/>
          <p:nvPr/>
        </p:nvSpPr>
        <p:spPr bwMode="auto">
          <a:xfrm rot="2150281">
            <a:off x="5653130" y="757699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7124A9B-F2E1-3D56-6526-435133170E0D}"/>
              </a:ext>
            </a:extLst>
          </p:cNvPr>
          <p:cNvSpPr/>
          <p:nvPr/>
        </p:nvSpPr>
        <p:spPr bwMode="auto">
          <a:xfrm rot="2150281">
            <a:off x="4100536" y="12450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C4238A7C-F51A-BBDC-69CD-A0431B83C146}"/>
              </a:ext>
            </a:extLst>
          </p:cNvPr>
          <p:cNvSpPr/>
          <p:nvPr/>
        </p:nvSpPr>
        <p:spPr bwMode="auto">
          <a:xfrm rot="2150281">
            <a:off x="2813843" y="2577976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E0FA13A-32ED-FCFB-A392-9C0A02D8FBF3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4CA476C-265A-5075-F45E-B0310C48E686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17CFEFB6-E219-2D72-F487-891C2EA421DE}"/>
              </a:ext>
            </a:extLst>
          </p:cNvPr>
          <p:cNvSpPr txBox="1"/>
          <p:nvPr/>
        </p:nvSpPr>
        <p:spPr>
          <a:xfrm rot="15110281">
            <a:off x="3225129" y="3627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1E7CA0A-1E18-CB38-3E28-E8163745FDE0}"/>
              </a:ext>
            </a:extLst>
          </p:cNvPr>
          <p:cNvSpPr/>
          <p:nvPr/>
        </p:nvSpPr>
        <p:spPr>
          <a:xfrm rot="12950281">
            <a:off x="4772081" y="1863374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858F308-0E5B-0DE7-E143-39009A08CC14}"/>
              </a:ext>
            </a:extLst>
          </p:cNvPr>
          <p:cNvSpPr/>
          <p:nvPr/>
        </p:nvSpPr>
        <p:spPr>
          <a:xfrm rot="4310281">
            <a:off x="4098739" y="3565769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A8C8249-F1C1-00BF-1319-56C393DB5E69}"/>
              </a:ext>
            </a:extLst>
          </p:cNvPr>
          <p:cNvSpPr/>
          <p:nvPr/>
        </p:nvSpPr>
        <p:spPr>
          <a:xfrm rot="8630281">
            <a:off x="4605465" y="2091292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D204A2-506F-D49D-BFA6-D26D4051F01D}"/>
              </a:ext>
            </a:extLst>
          </p:cNvPr>
          <p:cNvSpPr/>
          <p:nvPr/>
        </p:nvSpPr>
        <p:spPr>
          <a:xfrm rot="12950281">
            <a:off x="6163936" y="209957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72FABA0-83C5-B161-33D8-0A19152B2A78}"/>
              </a:ext>
            </a:extLst>
          </p:cNvPr>
          <p:cNvSpPr/>
          <p:nvPr/>
        </p:nvSpPr>
        <p:spPr>
          <a:xfrm rot="12950281">
            <a:off x="4419591" y="320039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5719A3D-6175-574F-A090-995C8AFD2289}"/>
              </a:ext>
            </a:extLst>
          </p:cNvPr>
          <p:cNvSpPr/>
          <p:nvPr/>
        </p:nvSpPr>
        <p:spPr>
          <a:xfrm rot="12950281">
            <a:off x="4933515" y="1676967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4CA170F-3786-FDC5-E115-F2BC158EE326}"/>
              </a:ext>
            </a:extLst>
          </p:cNvPr>
          <p:cNvSpPr/>
          <p:nvPr/>
        </p:nvSpPr>
        <p:spPr>
          <a:xfrm rot="12950281">
            <a:off x="6409481" y="169705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ágono regular 10">
            <a:extLst>
              <a:ext uri="{FF2B5EF4-FFF2-40B4-BE49-F238E27FC236}">
                <a16:creationId xmlns:a16="http://schemas.microsoft.com/office/drawing/2014/main" id="{E0D1E93E-5268-E25D-7C3A-FB3751206CD8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C2316C6-6F87-F323-357F-38E944CA3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2825316">
            <a:off x="5343276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889FA190-8D78-BF5B-8D10-E9F88DCC6264}"/>
              </a:ext>
            </a:extLst>
          </p:cNvPr>
          <p:cNvSpPr/>
          <p:nvPr/>
        </p:nvSpPr>
        <p:spPr>
          <a:xfrm rot="12950281">
            <a:off x="4610289" y="33692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EFDB284-E41D-D83D-8725-D54E0831C448}"/>
              </a:ext>
            </a:extLst>
          </p:cNvPr>
          <p:cNvSpPr txBox="1"/>
          <p:nvPr/>
        </p:nvSpPr>
        <p:spPr>
          <a:xfrm rot="19670281">
            <a:off x="4309835" y="99867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7A6677-C976-6CFF-B854-FCD344542CFF}"/>
              </a:ext>
            </a:extLst>
          </p:cNvPr>
          <p:cNvSpPr/>
          <p:nvPr/>
        </p:nvSpPr>
        <p:spPr>
          <a:xfrm rot="12950281">
            <a:off x="5124213" y="1845816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C2580D9-0A51-AAC1-CDDE-3A5B02A02B41}"/>
              </a:ext>
            </a:extLst>
          </p:cNvPr>
          <p:cNvSpPr/>
          <p:nvPr/>
        </p:nvSpPr>
        <p:spPr>
          <a:xfrm rot="12950281">
            <a:off x="6600179" y="1865908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CE15173-413F-1118-D243-19187E38E807}"/>
              </a:ext>
            </a:extLst>
          </p:cNvPr>
          <p:cNvSpPr txBox="1"/>
          <p:nvPr/>
        </p:nvSpPr>
        <p:spPr>
          <a:xfrm rot="2150281">
            <a:off x="6829528" y="1122999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BE562FAD-AF66-3181-A749-BCDAD0D38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50281">
            <a:off x="6711030" y="1960999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6B3F561-BDBC-8FE7-7215-96792FF3F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670281">
            <a:off x="5222985" y="1933641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9C4C9325-E78B-7FD0-FFAB-41471CFC4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110281">
            <a:off x="4710568" y="3459136"/>
            <a:ext cx="517427" cy="51742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7A6DAC6-9C9F-31CD-0CA1-1B4D31220862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BCC43-993C-BD63-E3D6-985F241B9002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,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provider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reduce </a:t>
            </a:r>
            <a:r>
              <a:rPr lang="es-ES" dirty="0" err="1"/>
              <a:t>its</a:t>
            </a:r>
            <a:r>
              <a:rPr lang="es-ES" dirty="0"/>
              <a:t> API </a:t>
            </a:r>
            <a:r>
              <a:rPr lang="es-ES" dirty="0" err="1"/>
              <a:t>usage</a:t>
            </a:r>
            <a:r>
              <a:rPr lang="es-ES" dirty="0"/>
              <a:t> </a:t>
            </a:r>
            <a:r>
              <a:rPr lang="es-ES" dirty="0" err="1"/>
              <a:t>limits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six</a:t>
            </a:r>
            <a:r>
              <a:rPr lang="es-ES" dirty="0"/>
              <a:t> </a:t>
            </a:r>
            <a:r>
              <a:rPr lang="es-ES" dirty="0" err="1"/>
              <a:t>months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294781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F3B8023-27A8-654F-0C58-47DDA41D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99E9869E-CDE3-9AFD-736A-F7F04B205736}"/>
              </a:ext>
            </a:extLst>
          </p:cNvPr>
          <p:cNvSpPr/>
          <p:nvPr/>
        </p:nvSpPr>
        <p:spPr bwMode="auto">
          <a:xfrm rot="19462802">
            <a:off x="3502676" y="7102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3F90C4D3-CBB0-E15E-F172-FF75DBF60B65}"/>
              </a:ext>
            </a:extLst>
          </p:cNvPr>
          <p:cNvSpPr/>
          <p:nvPr/>
        </p:nvSpPr>
        <p:spPr bwMode="auto">
          <a:xfrm rot="19462802">
            <a:off x="6109282" y="6187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3819DF15-CE2D-0AB3-40F9-13035B141A42}"/>
              </a:ext>
            </a:extLst>
          </p:cNvPr>
          <p:cNvSpPr/>
          <p:nvPr/>
        </p:nvSpPr>
        <p:spPr bwMode="auto">
          <a:xfrm rot="19462802">
            <a:off x="3204388" y="2159522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D0270BB-53E9-5599-1C95-BA2596375DED}"/>
              </a:ext>
            </a:extLst>
          </p:cNvPr>
          <p:cNvSpPr/>
          <p:nvPr/>
        </p:nvSpPr>
        <p:spPr bwMode="auto">
          <a:xfrm rot="19462802">
            <a:off x="4676327" y="4128848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3B6533DA-3F2A-A072-B7A6-9E3FA3131399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3C15038C-510E-794D-7BB7-D0AE68107BF2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C49E9E85-653D-FA7E-FD6D-8CE912A0B633}"/>
              </a:ext>
            </a:extLst>
          </p:cNvPr>
          <p:cNvSpPr txBox="1"/>
          <p:nvPr/>
        </p:nvSpPr>
        <p:spPr>
          <a:xfrm rot="10822802">
            <a:off x="5289804" y="514352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EE9B889-EDE1-FCC6-E24F-BED9BC3EABD7}"/>
              </a:ext>
            </a:extLst>
          </p:cNvPr>
          <p:cNvSpPr/>
          <p:nvPr/>
        </p:nvSpPr>
        <p:spPr>
          <a:xfrm rot="22802">
            <a:off x="5342635" y="445238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817CE93-6EBD-A553-E77F-F2BA41F1A729}"/>
              </a:ext>
            </a:extLst>
          </p:cNvPr>
          <p:cNvSpPr/>
          <p:nvPr/>
        </p:nvSpPr>
        <p:spPr>
          <a:xfrm rot="4342802">
            <a:off x="4073551" y="3526300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12EAE8-4871-A87B-58FF-622CBDB5E357}"/>
              </a:ext>
            </a:extLst>
          </p:cNvPr>
          <p:cNvSpPr/>
          <p:nvPr/>
        </p:nvSpPr>
        <p:spPr>
          <a:xfrm rot="8662802">
            <a:off x="4576999" y="2051362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9CED14-B8F5-0C8A-D2D2-35C9A7D51CF3}"/>
              </a:ext>
            </a:extLst>
          </p:cNvPr>
          <p:cNvSpPr/>
          <p:nvPr/>
        </p:nvSpPr>
        <p:spPr>
          <a:xfrm rot="12982802">
            <a:off x="6163071" y="1994087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9D08712-8E71-164C-7B4D-8B8312143016}"/>
              </a:ext>
            </a:extLst>
          </p:cNvPr>
          <p:cNvSpPr/>
          <p:nvPr/>
        </p:nvSpPr>
        <p:spPr>
          <a:xfrm rot="8662802">
            <a:off x="5653758" y="4044229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29284E2C-7403-3B74-F322-3ACC4F7B4F1D}"/>
              </a:ext>
            </a:extLst>
          </p:cNvPr>
          <p:cNvSpPr/>
          <p:nvPr/>
        </p:nvSpPr>
        <p:spPr>
          <a:xfrm rot="8662802">
            <a:off x="4372842" y="3072534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B769C7F-C69D-200F-4FDF-CDF22A9AC35B}"/>
              </a:ext>
            </a:extLst>
          </p:cNvPr>
          <p:cNvSpPr/>
          <p:nvPr/>
        </p:nvSpPr>
        <p:spPr>
          <a:xfrm rot="8662802">
            <a:off x="4861248" y="167957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18BB2C8-153A-4100-3F82-A2D52C2E05A0}"/>
              </a:ext>
            </a:extLst>
          </p:cNvPr>
          <p:cNvSpPr/>
          <p:nvPr/>
        </p:nvSpPr>
        <p:spPr>
          <a:xfrm rot="8662802">
            <a:off x="6416127" y="166673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BB1A060-2FB8-5270-D75C-3CB4DD9AFBF6}"/>
              </a:ext>
            </a:extLst>
          </p:cNvPr>
          <p:cNvSpPr/>
          <p:nvPr/>
        </p:nvSpPr>
        <p:spPr>
          <a:xfrm rot="8662802">
            <a:off x="4865526" y="2065992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7DD3B08C-AA33-8E5F-B467-0E8D3CBE215C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2EB403-F2F1-B621-79A5-0C380B5C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863297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46960B1D-6B2D-08AA-1FAE-3E48EB7C1193}"/>
              </a:ext>
            </a:extLst>
          </p:cNvPr>
          <p:cNvSpPr/>
          <p:nvPr/>
        </p:nvSpPr>
        <p:spPr>
          <a:xfrm rot="8662802">
            <a:off x="5826589" y="421054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4E5D75-2E6F-08A9-1B8E-5A08677F852A}"/>
              </a:ext>
            </a:extLst>
          </p:cNvPr>
          <p:cNvSpPr txBox="1"/>
          <p:nvPr/>
        </p:nvSpPr>
        <p:spPr>
          <a:xfrm rot="15382802">
            <a:off x="3298477" y="3496411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B439838-2C4B-2301-33D9-96551B8D9183}"/>
              </a:ext>
            </a:extLst>
          </p:cNvPr>
          <p:cNvSpPr/>
          <p:nvPr/>
        </p:nvSpPr>
        <p:spPr>
          <a:xfrm rot="8662802">
            <a:off x="4545673" y="3238845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E52DFD4-93EA-A059-3FE7-14580945826D}"/>
              </a:ext>
            </a:extLst>
          </p:cNvPr>
          <p:cNvSpPr/>
          <p:nvPr/>
        </p:nvSpPr>
        <p:spPr>
          <a:xfrm rot="8662802">
            <a:off x="5034079" y="184588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16685E3-04A5-AD76-C0C2-C7CEDBDCD6EB}"/>
              </a:ext>
            </a:extLst>
          </p:cNvPr>
          <p:cNvSpPr txBox="1"/>
          <p:nvPr/>
        </p:nvSpPr>
        <p:spPr>
          <a:xfrm rot="19462802">
            <a:off x="4164039" y="1072578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ACFB273-67EC-21B1-3E2F-952B31EDA8A3}"/>
              </a:ext>
            </a:extLst>
          </p:cNvPr>
          <p:cNvSpPr/>
          <p:nvPr/>
        </p:nvSpPr>
        <p:spPr>
          <a:xfrm rot="8662802">
            <a:off x="6588957" y="1833049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9115A789-CBF5-66A2-9722-CBEDAF6C670C}"/>
              </a:ext>
            </a:extLst>
          </p:cNvPr>
          <p:cNvSpPr txBox="1"/>
          <p:nvPr/>
        </p:nvSpPr>
        <p:spPr>
          <a:xfrm rot="1942802">
            <a:off x="6671018" y="98312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480020-7096-31A3-AF0F-0FBF88B24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662802">
            <a:off x="6754766" y="1997071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E1F2EAFA-F941-6809-2EB7-5E99EBB8D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62802">
            <a:off x="5132693" y="1935152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D586955-6591-C9E2-E686-DF839D1C2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82802">
            <a:off x="4629820" y="3360139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F79727F3-0F5A-24E8-B800-261C14095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22802">
            <a:off x="5916756" y="4309160"/>
            <a:ext cx="517427" cy="5174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E84625A-E65C-EDD0-BB35-77B4C0B9876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4E2B69-7CE7-0269-FD92-7782346BE20A}"/>
              </a:ext>
            </a:extLst>
          </p:cNvPr>
          <p:cNvSpPr txBox="1"/>
          <p:nvPr/>
        </p:nvSpPr>
        <p:spPr>
          <a:xfrm>
            <a:off x="8848495" y="222810"/>
            <a:ext cx="3281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“How are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</a:t>
            </a:r>
            <a:r>
              <a:rPr lang="es-ES" dirty="0" err="1"/>
              <a:t>distributed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configurations</a:t>
            </a:r>
            <a:r>
              <a:rPr lang="es-ES" dirty="0"/>
              <a:t>, and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subscriptions</a:t>
            </a:r>
            <a:r>
              <a:rPr lang="es-ES" dirty="0"/>
              <a:t> are </a:t>
            </a:r>
            <a:r>
              <a:rPr lang="es-ES" dirty="0" err="1"/>
              <a:t>underutilized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89534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969851B-CB11-8D45-1CF1-546DB0DB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A3103C0C-F157-6F6C-EAD1-0871B9593A16}"/>
              </a:ext>
            </a:extLst>
          </p:cNvPr>
          <p:cNvSpPr/>
          <p:nvPr/>
        </p:nvSpPr>
        <p:spPr bwMode="auto">
          <a:xfrm rot="15076377">
            <a:off x="2820108" y="276882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51EFB128-929F-F0F1-542E-9287258CEC8B}"/>
              </a:ext>
            </a:extLst>
          </p:cNvPr>
          <p:cNvSpPr/>
          <p:nvPr/>
        </p:nvSpPr>
        <p:spPr bwMode="auto">
          <a:xfrm rot="15076377">
            <a:off x="3792912" y="243352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3C871F6-190D-1E8C-ACDA-DC4F94823E7D}"/>
              </a:ext>
            </a:extLst>
          </p:cNvPr>
          <p:cNvSpPr/>
          <p:nvPr/>
        </p:nvSpPr>
        <p:spPr bwMode="auto">
          <a:xfrm rot="15076377">
            <a:off x="4934317" y="364588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52EA613-C6A5-835F-27F6-20300316F179}"/>
              </a:ext>
            </a:extLst>
          </p:cNvPr>
          <p:cNvSpPr/>
          <p:nvPr/>
        </p:nvSpPr>
        <p:spPr bwMode="auto">
          <a:xfrm rot="15076377">
            <a:off x="6792121" y="278485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E9B2391C-A2F0-EF0A-3BF9-A9A59E297455}"/>
              </a:ext>
            </a:extLst>
          </p:cNvPr>
          <p:cNvSpPr/>
          <p:nvPr/>
        </p:nvSpPr>
        <p:spPr bwMode="auto">
          <a:xfrm rot="15076377">
            <a:off x="5914061" y="1875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1EAA29FA-2A7A-34EE-8A99-A275B1B0EC4A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90B58342-F164-5BAA-A0A2-5CFFF5B3BD1A}"/>
              </a:ext>
            </a:extLst>
          </p:cNvPr>
          <p:cNvSpPr/>
          <p:nvPr/>
        </p:nvSpPr>
        <p:spPr bwMode="auto">
          <a:xfrm rot="15076377">
            <a:off x="4700107" y="1787214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936BC1A-455C-F746-89BA-E4AB02574D20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A6E3ED8B-CA22-0B61-162B-F39F9688BADF}"/>
              </a:ext>
            </a:extLst>
          </p:cNvPr>
          <p:cNvSpPr txBox="1"/>
          <p:nvPr/>
        </p:nvSpPr>
        <p:spPr>
          <a:xfrm rot="6436377">
            <a:off x="7434259" y="359220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0522096-237A-A8FA-E4DD-F8073467EFD1}"/>
              </a:ext>
            </a:extLst>
          </p:cNvPr>
          <p:cNvSpPr/>
          <p:nvPr/>
        </p:nvSpPr>
        <p:spPr>
          <a:xfrm rot="4276377">
            <a:off x="4697755" y="180879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C39DF6-7019-10C5-D8FA-02814870816F}"/>
              </a:ext>
            </a:extLst>
          </p:cNvPr>
          <p:cNvSpPr/>
          <p:nvPr/>
        </p:nvSpPr>
        <p:spPr>
          <a:xfrm rot="17236377">
            <a:off x="6621088" y="3503188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E9FB75C-CC77-972D-7728-01C2FEC69452}"/>
              </a:ext>
            </a:extLst>
          </p:cNvPr>
          <p:cNvSpPr/>
          <p:nvPr/>
        </p:nvSpPr>
        <p:spPr>
          <a:xfrm rot="21556377">
            <a:off x="5333608" y="447256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B84D2BC5-9BBF-FB8B-8D13-09AF71F6F8AA}"/>
              </a:ext>
            </a:extLst>
          </p:cNvPr>
          <p:cNvSpPr/>
          <p:nvPr/>
        </p:nvSpPr>
        <p:spPr>
          <a:xfrm rot="4276377">
            <a:off x="4068608" y="35622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DE2AD64-7252-8E0B-0C77-F2DC9282EECB}"/>
              </a:ext>
            </a:extLst>
          </p:cNvPr>
          <p:cNvSpPr/>
          <p:nvPr/>
        </p:nvSpPr>
        <p:spPr>
          <a:xfrm rot="8596377">
            <a:off x="4508447" y="2002944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CD43A76-23E9-699B-AB67-562B1ACA559A}"/>
              </a:ext>
            </a:extLst>
          </p:cNvPr>
          <p:cNvSpPr/>
          <p:nvPr/>
        </p:nvSpPr>
        <p:spPr>
          <a:xfrm rot="12916377">
            <a:off x="6104369" y="1983525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5ECEBDF-0FB3-7857-B57C-4DD8DDF3DA0A}"/>
              </a:ext>
            </a:extLst>
          </p:cNvPr>
          <p:cNvSpPr/>
          <p:nvPr/>
        </p:nvSpPr>
        <p:spPr>
          <a:xfrm rot="4276377">
            <a:off x="6887635" y="309121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72B7FB77-117A-BB9E-E8D4-DA68EC77F8FC}"/>
              </a:ext>
            </a:extLst>
          </p:cNvPr>
          <p:cNvSpPr/>
          <p:nvPr/>
        </p:nvSpPr>
        <p:spPr>
          <a:xfrm rot="4276377">
            <a:off x="5585655" y="4034495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5375BAF-9CD6-9E2F-3F66-622A62980F6F}"/>
              </a:ext>
            </a:extLst>
          </p:cNvPr>
          <p:cNvSpPr/>
          <p:nvPr/>
        </p:nvSpPr>
        <p:spPr>
          <a:xfrm rot="4276377">
            <a:off x="4394724" y="316239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835B53A-FB4F-7A90-487D-D03F9E321DF1}"/>
              </a:ext>
            </a:extLst>
          </p:cNvPr>
          <p:cNvSpPr/>
          <p:nvPr/>
        </p:nvSpPr>
        <p:spPr>
          <a:xfrm rot="4276377">
            <a:off x="4834265" y="1670878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A681B1F-A7DE-2013-956C-AA4FEFEA8373}"/>
              </a:ext>
            </a:extLst>
          </p:cNvPr>
          <p:cNvSpPr/>
          <p:nvPr/>
        </p:nvSpPr>
        <p:spPr>
          <a:xfrm rot="4276377">
            <a:off x="6325315" y="162335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A9A9DC6-8153-9FBC-7BD2-BD43DE658454}"/>
              </a:ext>
            </a:extLst>
          </p:cNvPr>
          <p:cNvSpPr/>
          <p:nvPr/>
        </p:nvSpPr>
        <p:spPr>
          <a:xfrm rot="4276377">
            <a:off x="4901442" y="1901849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CF8584A0-3CE8-6029-E735-E2401B55272D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8AF3FB-A045-4863-3D1B-A78122E41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421135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5B3079A-640D-274A-9D90-608E39755313}"/>
              </a:ext>
            </a:extLst>
          </p:cNvPr>
          <p:cNvSpPr/>
          <p:nvPr/>
        </p:nvSpPr>
        <p:spPr>
          <a:xfrm rot="4276377">
            <a:off x="7052454" y="3274094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C52257-A38E-BE4E-E979-A735DBA5B18F}"/>
              </a:ext>
            </a:extLst>
          </p:cNvPr>
          <p:cNvSpPr txBox="1"/>
          <p:nvPr/>
        </p:nvSpPr>
        <p:spPr>
          <a:xfrm rot="10996377">
            <a:off x="5442190" y="523831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EEF5E84-8794-24D9-811C-A8E5B361DCB2}"/>
              </a:ext>
            </a:extLst>
          </p:cNvPr>
          <p:cNvSpPr/>
          <p:nvPr/>
        </p:nvSpPr>
        <p:spPr>
          <a:xfrm rot="4276377">
            <a:off x="5750474" y="4217378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A253148-4834-4896-A242-59D4B3D5E239}"/>
              </a:ext>
            </a:extLst>
          </p:cNvPr>
          <p:cNvSpPr/>
          <p:nvPr/>
        </p:nvSpPr>
        <p:spPr>
          <a:xfrm rot="4276377">
            <a:off x="4559543" y="334527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4D1FA9DD-554C-8B21-3AF2-1FB5A714D024}"/>
              </a:ext>
            </a:extLst>
          </p:cNvPr>
          <p:cNvSpPr txBox="1"/>
          <p:nvPr/>
        </p:nvSpPr>
        <p:spPr>
          <a:xfrm rot="15076377">
            <a:off x="3318743" y="3630620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9B53147-4010-D5CE-1F54-DFA818D39D34}"/>
              </a:ext>
            </a:extLst>
          </p:cNvPr>
          <p:cNvSpPr/>
          <p:nvPr/>
        </p:nvSpPr>
        <p:spPr>
          <a:xfrm rot="4276377">
            <a:off x="4999084" y="1853761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6256A158-A141-85FB-EB0C-E6151FC28EBB}"/>
              </a:ext>
            </a:extLst>
          </p:cNvPr>
          <p:cNvSpPr txBox="1"/>
          <p:nvPr/>
        </p:nvSpPr>
        <p:spPr>
          <a:xfrm rot="19156377">
            <a:off x="3853032" y="105934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202E4D7-9AC3-0763-7604-2FDA33B4B4D9}"/>
              </a:ext>
            </a:extLst>
          </p:cNvPr>
          <p:cNvSpPr/>
          <p:nvPr/>
        </p:nvSpPr>
        <p:spPr>
          <a:xfrm rot="4276377">
            <a:off x="6490133" y="180623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FB63F888-0296-C88F-5D47-00F0577F52E0}"/>
              </a:ext>
            </a:extLst>
          </p:cNvPr>
          <p:cNvSpPr txBox="1"/>
          <p:nvPr/>
        </p:nvSpPr>
        <p:spPr>
          <a:xfrm rot="2116377">
            <a:off x="6664959" y="1031824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787ED1-5D4A-23A5-CB0D-13A2D536B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276377">
            <a:off x="5161610" y="202963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715AFC9B-AAD7-7BB3-1AE6-196A62862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076377">
            <a:off x="4648701" y="3444623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EDAA879-E208-B763-3EC3-2AE61007E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996377">
            <a:off x="5862599" y="436326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0CF8538-6B00-03AC-DC83-CFBCFEBB9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436377">
            <a:off x="7147957" y="3385245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B1F5ED9-E2B2-B635-F966-E2644EBD7FBB}"/>
              </a:ext>
            </a:extLst>
          </p:cNvPr>
          <p:cNvGrpSpPr/>
          <p:nvPr/>
        </p:nvGrpSpPr>
        <p:grpSpPr>
          <a:xfrm rot="4276377">
            <a:off x="6728894" y="1844577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F1AB3C5C-6823-382B-5237-66D8642B96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83E5FAF3-6FF1-FCE2-02B9-C6D155E512F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305AC765-C70B-D826-7EF6-A3B8B0D1769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CB0B760-D1A5-9D56-B520-0B3A263FBC9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CA22C3-46D6-AE5F-8AF8-230B3B1848CE}"/>
              </a:ext>
            </a:extLst>
          </p:cNvPr>
          <p:cNvSpPr txBox="1"/>
          <p:nvPr/>
        </p:nvSpPr>
        <p:spPr>
          <a:xfrm>
            <a:off x="8884734" y="222810"/>
            <a:ext cx="3245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“Does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maximizes</a:t>
            </a:r>
            <a:r>
              <a:rPr lang="es-ES" dirty="0"/>
              <a:t> </a:t>
            </a:r>
            <a:r>
              <a:rPr lang="es-ES" dirty="0" err="1"/>
              <a:t>subscription</a:t>
            </a:r>
            <a:r>
              <a:rPr lang="es-ES" dirty="0"/>
              <a:t> </a:t>
            </a:r>
            <a:r>
              <a:rPr lang="es-ES" dirty="0" err="1"/>
              <a:t>revenue</a:t>
            </a:r>
            <a:r>
              <a:rPr lang="es-ES" dirty="0"/>
              <a:t>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keeping</a:t>
            </a:r>
            <a:r>
              <a:rPr lang="es-ES" dirty="0"/>
              <a:t> </a:t>
            </a:r>
            <a:r>
              <a:rPr lang="es-ES" dirty="0" err="1"/>
              <a:t>operational</a:t>
            </a:r>
            <a:r>
              <a:rPr lang="es-ES" dirty="0"/>
              <a:t> </a:t>
            </a:r>
            <a:r>
              <a:rPr lang="es-ES" dirty="0" err="1"/>
              <a:t>costs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control </a:t>
            </a:r>
            <a:r>
              <a:rPr lang="es-ES" dirty="0" err="1"/>
              <a:t>for</a:t>
            </a:r>
            <a:r>
              <a:rPr lang="es-ES" dirty="0"/>
              <a:t> 10,000 </a:t>
            </a:r>
            <a:r>
              <a:rPr lang="es-ES" dirty="0" err="1"/>
              <a:t>monthly</a:t>
            </a:r>
            <a:r>
              <a:rPr lang="es-ES" dirty="0"/>
              <a:t> API </a:t>
            </a:r>
            <a:r>
              <a:rPr lang="es-ES" dirty="0" err="1"/>
              <a:t>calls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677630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FC782EC-B4E8-C020-AD1C-22B96316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86DEFB44-9FE4-1B84-4C63-97C3A2DC7FAC}"/>
              </a:ext>
            </a:extLst>
          </p:cNvPr>
          <p:cNvSpPr/>
          <p:nvPr/>
        </p:nvSpPr>
        <p:spPr bwMode="auto">
          <a:xfrm rot="10800000">
            <a:off x="1332861" y="41413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7B7D8196-D928-A66E-9969-AC30A96CFB7A}"/>
              </a:ext>
            </a:extLst>
          </p:cNvPr>
          <p:cNvSpPr/>
          <p:nvPr/>
        </p:nvSpPr>
        <p:spPr bwMode="auto">
          <a:xfrm rot="10800000">
            <a:off x="68454" y="2575920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D36A8045-0B38-539B-37A2-BC85F9D28551}"/>
              </a:ext>
            </a:extLst>
          </p:cNvPr>
          <p:cNvSpPr/>
          <p:nvPr/>
        </p:nvSpPr>
        <p:spPr bwMode="auto">
          <a:xfrm rot="10800000">
            <a:off x="3635959" y="260016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26020CE-D9B1-BD15-517D-E1014495AAC9}"/>
              </a:ext>
            </a:extLst>
          </p:cNvPr>
          <p:cNvSpPr/>
          <p:nvPr/>
        </p:nvSpPr>
        <p:spPr bwMode="auto">
          <a:xfrm rot="10800000">
            <a:off x="2973027" y="53284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FE47F69B-584B-C8AD-B6D7-96AC7C193F65}"/>
              </a:ext>
            </a:extLst>
          </p:cNvPr>
          <p:cNvSpPr/>
          <p:nvPr/>
        </p:nvSpPr>
        <p:spPr bwMode="auto">
          <a:xfrm rot="10800000">
            <a:off x="231198" y="533597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ACFF935-2383-9C3D-67B8-61AACC11F629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7DE5036B-E098-15F4-B4CB-87FA24A92A24}"/>
              </a:ext>
            </a:extLst>
          </p:cNvPr>
          <p:cNvSpPr/>
          <p:nvPr/>
        </p:nvSpPr>
        <p:spPr bwMode="auto">
          <a:xfrm rot="10800000">
            <a:off x="1476032" y="1941268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836B001-3079-CCB7-EC7B-ECD2B0742EEB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DDE7FB71-FC09-1676-F7FC-15DBC70A8571}"/>
              </a:ext>
            </a:extLst>
          </p:cNvPr>
          <p:cNvSpPr txBox="1"/>
          <p:nvPr/>
        </p:nvSpPr>
        <p:spPr>
          <a:xfrm rot="2160000">
            <a:off x="3430636" y="125146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27169590-EF33-B056-1943-F8E721A0A15B}"/>
              </a:ext>
            </a:extLst>
          </p:cNvPr>
          <p:cNvSpPr/>
          <p:nvPr/>
        </p:nvSpPr>
        <p:spPr>
          <a:xfrm>
            <a:off x="1489153" y="196453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72BA706-C120-7608-2149-EFC3E016340E}"/>
              </a:ext>
            </a:extLst>
          </p:cNvPr>
          <p:cNvSpPr/>
          <p:nvPr/>
        </p:nvSpPr>
        <p:spPr>
          <a:xfrm rot="-8640000">
            <a:off x="2919163" y="2149217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1EB4500-F143-F796-51E5-BC72F86511A1}"/>
              </a:ext>
            </a:extLst>
          </p:cNvPr>
          <p:cNvSpPr/>
          <p:nvPr/>
        </p:nvSpPr>
        <p:spPr>
          <a:xfrm rot="-4320000">
            <a:off x="3391610" y="370288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14BE4A1-0271-021F-B6A1-F9DF62742EA8}"/>
              </a:ext>
            </a:extLst>
          </p:cNvPr>
          <p:cNvSpPr/>
          <p:nvPr/>
        </p:nvSpPr>
        <p:spPr>
          <a:xfrm>
            <a:off x="2123345" y="46086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17F10DFD-3871-5723-1867-DC5DF65A46BA}"/>
              </a:ext>
            </a:extLst>
          </p:cNvPr>
          <p:cNvSpPr/>
          <p:nvPr/>
        </p:nvSpPr>
        <p:spPr>
          <a:xfrm rot="4320000">
            <a:off x="821219" y="3667511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23CB143-1805-7BF7-BFC8-276B5287119F}"/>
              </a:ext>
            </a:extLst>
          </p:cNvPr>
          <p:cNvSpPr/>
          <p:nvPr/>
        </p:nvSpPr>
        <p:spPr>
          <a:xfrm rot="8640000">
            <a:off x="1312832" y="2151553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3DD045C5-5735-C2AC-53CF-F36B87815AEF}"/>
              </a:ext>
            </a:extLst>
          </p:cNvPr>
          <p:cNvSpPr/>
          <p:nvPr/>
        </p:nvSpPr>
        <p:spPr>
          <a:xfrm>
            <a:off x="3168810" y="1777613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50DA4310-31F0-52CC-4A3A-88C4FDD9EA68}"/>
              </a:ext>
            </a:extLst>
          </p:cNvPr>
          <p:cNvSpPr/>
          <p:nvPr/>
        </p:nvSpPr>
        <p:spPr>
          <a:xfrm>
            <a:off x="3644142" y="3313516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B320CC1A-72CB-1F50-DEBB-E03A7E5E0EE6}"/>
              </a:ext>
            </a:extLst>
          </p:cNvPr>
          <p:cNvSpPr/>
          <p:nvPr/>
        </p:nvSpPr>
        <p:spPr>
          <a:xfrm>
            <a:off x="2435849" y="4161400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B2B7D4F2-3157-C65B-D0AA-588393CAB9CD}"/>
              </a:ext>
            </a:extLst>
          </p:cNvPr>
          <p:cNvSpPr/>
          <p:nvPr/>
        </p:nvSpPr>
        <p:spPr>
          <a:xfrm>
            <a:off x="1164416" y="3266263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B14FA05-7205-9620-9BA8-04FCA2A2E71D}"/>
              </a:ext>
            </a:extLst>
          </p:cNvPr>
          <p:cNvSpPr/>
          <p:nvPr/>
        </p:nvSpPr>
        <p:spPr>
          <a:xfrm>
            <a:off x="1598124" y="183889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4B8B177A-7305-5FD8-E0B5-33161BC0BCA6}"/>
              </a:ext>
            </a:extLst>
          </p:cNvPr>
          <p:cNvSpPr/>
          <p:nvPr/>
        </p:nvSpPr>
        <p:spPr>
          <a:xfrm>
            <a:off x="1558925" y="1940080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entágono regular 3">
            <a:extLst>
              <a:ext uri="{FF2B5EF4-FFF2-40B4-BE49-F238E27FC236}">
                <a16:creationId xmlns:a16="http://schemas.microsoft.com/office/drawing/2014/main" id="{3957A524-2103-5904-F961-163503694CCF}"/>
              </a:ext>
            </a:extLst>
          </p:cNvPr>
          <p:cNvSpPr/>
          <p:nvPr/>
        </p:nvSpPr>
        <p:spPr>
          <a:xfrm>
            <a:off x="1679174" y="2075602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012016-DB70-146F-1E97-9C525EC49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5953" y="2516313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7DFDB5DD-AD4C-C060-CCEA-903E8E464EC6}"/>
              </a:ext>
            </a:extLst>
          </p:cNvPr>
          <p:cNvSpPr/>
          <p:nvPr/>
        </p:nvSpPr>
        <p:spPr>
          <a:xfrm>
            <a:off x="3346666" y="1972916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C6B663F9-1F92-F36C-5477-CE94C96263FD}"/>
              </a:ext>
            </a:extLst>
          </p:cNvPr>
          <p:cNvSpPr txBox="1"/>
          <p:nvPr/>
        </p:nvSpPr>
        <p:spPr>
          <a:xfrm rot="6720000">
            <a:off x="4509669" y="3883669"/>
            <a:ext cx="123783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B346FF30-D73E-BA55-7061-BEF3C93E2710}"/>
              </a:ext>
            </a:extLst>
          </p:cNvPr>
          <p:cNvSpPr/>
          <p:nvPr/>
        </p:nvSpPr>
        <p:spPr>
          <a:xfrm>
            <a:off x="3821998" y="3508819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18A7FFBB-82B2-B0E0-558C-98F134CA6C1D}"/>
              </a:ext>
            </a:extLst>
          </p:cNvPr>
          <p:cNvSpPr/>
          <p:nvPr/>
        </p:nvSpPr>
        <p:spPr>
          <a:xfrm>
            <a:off x="2613705" y="4356703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A517332-3616-818A-55F5-8FCC2F0E4EA4}"/>
              </a:ext>
            </a:extLst>
          </p:cNvPr>
          <p:cNvSpPr txBox="1"/>
          <p:nvPr/>
        </p:nvSpPr>
        <p:spPr>
          <a:xfrm rot="10800000">
            <a:off x="2247995" y="5304143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EE66DE65-DF08-4389-C677-2910D8458BCE}"/>
              </a:ext>
            </a:extLst>
          </p:cNvPr>
          <p:cNvSpPr/>
          <p:nvPr/>
        </p:nvSpPr>
        <p:spPr>
          <a:xfrm>
            <a:off x="1342272" y="3461566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3FE35347-23EC-6EF3-B420-FBC9D952053F}"/>
              </a:ext>
            </a:extLst>
          </p:cNvPr>
          <p:cNvSpPr txBox="1"/>
          <p:nvPr/>
        </p:nvSpPr>
        <p:spPr>
          <a:xfrm rot="-6720000">
            <a:off x="-119551" y="3827622"/>
            <a:ext cx="17091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327CFD47-24D5-CA10-9C45-D44655A1B8BF}"/>
              </a:ext>
            </a:extLst>
          </p:cNvPr>
          <p:cNvSpPr/>
          <p:nvPr/>
        </p:nvSpPr>
        <p:spPr>
          <a:xfrm>
            <a:off x="1775980" y="203419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908934AE-80DE-3DBA-F6A4-0CB93D9F5580}"/>
              </a:ext>
            </a:extLst>
          </p:cNvPr>
          <p:cNvSpPr txBox="1"/>
          <p:nvPr/>
        </p:nvSpPr>
        <p:spPr>
          <a:xfrm rot="-2160000">
            <a:off x="815953" y="1237706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5A4D148E-7D1F-2C91-D6B4-C7BEE072C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4859" y="364404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60098698-3C17-37C0-8679-B6D16B2D2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709423" y="4467874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99750859-2AA6-4E9F-0D84-ECBD0D370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720000">
            <a:off x="3965404" y="3636010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3E47F85F-86EC-3E1C-0AF8-52CE9F2B0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60000">
            <a:off x="3455438" y="2082847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3976FBF7-F6B4-498D-D776-1562D25B6ED3}"/>
              </a:ext>
            </a:extLst>
          </p:cNvPr>
          <p:cNvGrpSpPr/>
          <p:nvPr/>
        </p:nvGrpSpPr>
        <p:grpSpPr>
          <a:xfrm>
            <a:off x="1930340" y="2011795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6A11919E-19BD-198F-3A7C-67D7A3BF32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CD640148-BF03-9D71-A2F8-7E42D53D3782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9134D493-E387-4588-5C4A-F63016C9CEA3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28BC1B6B-715A-2984-AB9A-5B912D10166B}"/>
              </a:ext>
            </a:extLst>
          </p:cNvPr>
          <p:cNvGrpSpPr/>
          <p:nvPr/>
        </p:nvGrpSpPr>
        <p:grpSpPr>
          <a:xfrm>
            <a:off x="5936495" y="624553"/>
            <a:ext cx="6084044" cy="5318160"/>
            <a:chOff x="5962620" y="894518"/>
            <a:chExt cx="6084044" cy="5318160"/>
          </a:xfrm>
        </p:grpSpPr>
        <p:sp>
          <p:nvSpPr>
            <p:cNvPr id="50" name="Rectángulo redondeado 49">
              <a:extLst>
                <a:ext uri="{FF2B5EF4-FFF2-40B4-BE49-F238E27FC236}">
                  <a16:creationId xmlns:a16="http://schemas.microsoft.com/office/drawing/2014/main" id="{5765BD45-8548-285B-5577-B24DCC4A31D9}"/>
                </a:ext>
              </a:extLst>
            </p:cNvPr>
            <p:cNvSpPr/>
            <p:nvPr/>
          </p:nvSpPr>
          <p:spPr>
            <a:xfrm>
              <a:off x="7831162" y="2245197"/>
              <a:ext cx="2346960" cy="57642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MCP SERVER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01C90C8F-2825-650F-23B2-84758D7C967B}"/>
                </a:ext>
              </a:extLst>
            </p:cNvPr>
            <p:cNvSpPr/>
            <p:nvPr/>
          </p:nvSpPr>
          <p:spPr>
            <a:xfrm>
              <a:off x="7429385" y="3710018"/>
              <a:ext cx="3348018" cy="154707"/>
            </a:xfrm>
            <a:prstGeom prst="rect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2" name="Flecha abajo 51">
              <a:extLst>
                <a:ext uri="{FF2B5EF4-FFF2-40B4-BE49-F238E27FC236}">
                  <a16:creationId xmlns:a16="http://schemas.microsoft.com/office/drawing/2014/main" id="{2933EC38-4098-2829-26C0-13F7416B509C}"/>
                </a:ext>
              </a:extLst>
            </p:cNvPr>
            <p:cNvSpPr/>
            <p:nvPr/>
          </p:nvSpPr>
          <p:spPr>
            <a:xfrm rot="10800000">
              <a:off x="8898734" y="2821615"/>
              <a:ext cx="304800" cy="95079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3" name="Flecha abajo 52">
              <a:extLst>
                <a:ext uri="{FF2B5EF4-FFF2-40B4-BE49-F238E27FC236}">
                  <a16:creationId xmlns:a16="http://schemas.microsoft.com/office/drawing/2014/main" id="{422D4296-BF98-0530-3EF8-54D0642073C2}"/>
                </a:ext>
              </a:extLst>
            </p:cNvPr>
            <p:cNvSpPr/>
            <p:nvPr/>
          </p:nvSpPr>
          <p:spPr>
            <a:xfrm>
              <a:off x="7351204" y="3772406"/>
              <a:ext cx="304800" cy="806531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4" name="Flecha abajo 53">
              <a:extLst>
                <a:ext uri="{FF2B5EF4-FFF2-40B4-BE49-F238E27FC236}">
                  <a16:creationId xmlns:a16="http://schemas.microsoft.com/office/drawing/2014/main" id="{92D6CA08-1FEC-0098-319D-A36411C6E0A5}"/>
                </a:ext>
              </a:extLst>
            </p:cNvPr>
            <p:cNvSpPr/>
            <p:nvPr/>
          </p:nvSpPr>
          <p:spPr>
            <a:xfrm>
              <a:off x="10548252" y="3772406"/>
              <a:ext cx="304800" cy="76718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DA75629-BD37-3FCD-DE0C-7E06EDAF8C0E}"/>
                </a:ext>
              </a:extLst>
            </p:cNvPr>
            <p:cNvSpPr/>
            <p:nvPr/>
          </p:nvSpPr>
          <p:spPr>
            <a:xfrm>
              <a:off x="10502456" y="3756021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F88721C1-B2F2-D059-C564-B1273849B42A}"/>
                </a:ext>
              </a:extLst>
            </p:cNvPr>
            <p:cNvSpPr/>
            <p:nvPr/>
          </p:nvSpPr>
          <p:spPr>
            <a:xfrm>
              <a:off x="7448097" y="3754827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DEE3EAF-8573-5576-6C60-1A759B7C18A6}"/>
                </a:ext>
              </a:extLst>
            </p:cNvPr>
            <p:cNvSpPr/>
            <p:nvPr/>
          </p:nvSpPr>
          <p:spPr>
            <a:xfrm>
              <a:off x="8917622" y="3717954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FB7CABC7-9B4B-94EC-8869-0F2C50CCC3C0}"/>
                </a:ext>
              </a:extLst>
            </p:cNvPr>
            <p:cNvGrpSpPr/>
            <p:nvPr/>
          </p:nvGrpSpPr>
          <p:grpSpPr>
            <a:xfrm>
              <a:off x="6343620" y="4572611"/>
              <a:ext cx="5476240" cy="1215875"/>
              <a:chOff x="685674" y="3803846"/>
              <a:chExt cx="5476240" cy="1215875"/>
            </a:xfrm>
          </p:grpSpPr>
          <p:sp>
            <p:nvSpPr>
              <p:cNvPr id="60" name="Rectángulo redondeado 59">
                <a:extLst>
                  <a:ext uri="{FF2B5EF4-FFF2-40B4-BE49-F238E27FC236}">
                    <a16:creationId xmlns:a16="http://schemas.microsoft.com/office/drawing/2014/main" id="{55F3547E-2E1C-74E2-70D9-232BAFA7BF01}"/>
                  </a:ext>
                </a:extLst>
              </p:cNvPr>
              <p:cNvSpPr/>
              <p:nvPr/>
            </p:nvSpPr>
            <p:spPr>
              <a:xfrm>
                <a:off x="3814954" y="3803846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807FF327-538E-128F-B9F8-747F6E6AE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4379" y="4135120"/>
                <a:ext cx="1908109" cy="564168"/>
              </a:xfrm>
              <a:prstGeom prst="rect">
                <a:avLst/>
              </a:prstGeom>
            </p:spPr>
          </p:pic>
          <p:sp>
            <p:nvSpPr>
              <p:cNvPr id="62" name="Rectángulo redondeado 61">
                <a:extLst>
                  <a:ext uri="{FF2B5EF4-FFF2-40B4-BE49-F238E27FC236}">
                    <a16:creationId xmlns:a16="http://schemas.microsoft.com/office/drawing/2014/main" id="{DB743DB7-B434-17BC-0AAF-E5CC7677E919}"/>
                  </a:ext>
                </a:extLst>
              </p:cNvPr>
              <p:cNvSpPr/>
              <p:nvPr/>
            </p:nvSpPr>
            <p:spPr>
              <a:xfrm>
                <a:off x="685674" y="3814687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3" name="Imagen 62">
                <a:extLst>
                  <a:ext uri="{FF2B5EF4-FFF2-40B4-BE49-F238E27FC236}">
                    <a16:creationId xmlns:a16="http://schemas.microsoft.com/office/drawing/2014/main" id="{5B3F6B95-1976-8A55-150E-63D9AC8AC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6063" y="3952347"/>
                <a:ext cx="1279189" cy="925199"/>
              </a:xfrm>
              <a:prstGeom prst="rect">
                <a:avLst/>
              </a:prstGeom>
            </p:spPr>
          </p:pic>
        </p:grp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5FAB836-D531-5E65-6F53-68035697DAB5}"/>
                </a:ext>
              </a:extLst>
            </p:cNvPr>
            <p:cNvGrpSpPr/>
            <p:nvPr/>
          </p:nvGrpSpPr>
          <p:grpSpPr>
            <a:xfrm>
              <a:off x="5962620" y="894518"/>
              <a:ext cx="6084044" cy="5318160"/>
              <a:chOff x="5962620" y="894518"/>
              <a:chExt cx="6084044" cy="5318160"/>
            </a:xfrm>
          </p:grpSpPr>
          <p:sp>
            <p:nvSpPr>
              <p:cNvPr id="47" name="Rectángulo redondeado 46">
                <a:extLst>
                  <a:ext uri="{FF2B5EF4-FFF2-40B4-BE49-F238E27FC236}">
                    <a16:creationId xmlns:a16="http://schemas.microsoft.com/office/drawing/2014/main" id="{2414ECE1-F488-47D1-D668-CD0B32596377}"/>
                  </a:ext>
                </a:extLst>
              </p:cNvPr>
              <p:cNvSpPr/>
              <p:nvPr/>
            </p:nvSpPr>
            <p:spPr>
              <a:xfrm>
                <a:off x="5962620" y="1782918"/>
                <a:ext cx="6084044" cy="4429760"/>
              </a:xfrm>
              <a:prstGeom prst="roundRect">
                <a:avLst>
                  <a:gd name="adj" fmla="val 4529"/>
                </a:avLst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8B14DBAC-71B7-6CFC-A91F-4BB37D064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8245" y="894518"/>
                <a:ext cx="2652793" cy="766089"/>
              </a:xfrm>
              <a:prstGeom prst="rect">
                <a:avLst/>
              </a:prstGeom>
            </p:spPr>
          </p:pic>
        </p:grp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A465E91-71CA-8A91-F19B-199BF6AC991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860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6" name="Logo score" descr="Texto&#10;&#10;Descripción generada automáticamente">
            <a:extLst>
              <a:ext uri="{FF2B5EF4-FFF2-40B4-BE49-F238E27FC236}">
                <a16:creationId xmlns:a16="http://schemas.microsoft.com/office/drawing/2014/main" id="{C29F87AD-5C44-9F32-AEE6-276FD507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12" name="Logo isa" descr="logoisa_isa.jpg">
            <a:extLst>
              <a:ext uri="{FF2B5EF4-FFF2-40B4-BE49-F238E27FC236}">
                <a16:creationId xmlns:a16="http://schemas.microsoft.com/office/drawing/2014/main" id="{4EEA4286-5CA3-A877-FD9D-8EE3C92EA2A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3" name="Logo us">
            <a:extLst>
              <a:ext uri="{FF2B5EF4-FFF2-40B4-BE49-F238E27FC236}">
                <a16:creationId xmlns:a16="http://schemas.microsoft.com/office/drawing/2014/main" id="{60E6C0AF-0564-EAC1-FBEA-44A3E7043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  <p:sp>
        <p:nvSpPr>
          <p:cNvPr id="19" name="Title">
            <a:extLst>
              <a:ext uri="{FF2B5EF4-FFF2-40B4-BE49-F238E27FC236}">
                <a16:creationId xmlns:a16="http://schemas.microsoft.com/office/drawing/2014/main" id="{FF71BECE-1D83-E7F3-95FE-8EC3F57AC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Pricing Intelligence: Rethinking IS Engineering in Volatile SaaS Environments</a:t>
            </a:r>
            <a:endParaRPr lang="en-US" sz="3000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Authors">
            <a:extLst>
              <a:ext uri="{FF2B5EF4-FFF2-40B4-BE49-F238E27FC236}">
                <a16:creationId xmlns:a16="http://schemas.microsoft.com/office/drawing/2014/main" id="{E0E5CA2F-DB90-D0BA-A738-CE947E357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3650" y="3305804"/>
            <a:ext cx="8546846" cy="2299138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Cavero López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Alejandro García-Fernández, José Antonio Parejo, Manuel Resinas, Antonio Ruiz-Cortés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fcavero@us.es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SCORE Lab, I3US, Universidad de Sevilla, Seville, Spain</a:t>
            </a:r>
          </a:p>
        </p:txBody>
      </p:sp>
      <p:sp>
        <p:nvSpPr>
          <p:cNvPr id="21" name="Venue">
            <a:extLst>
              <a:ext uri="{FF2B5EF4-FFF2-40B4-BE49-F238E27FC236}">
                <a16:creationId xmlns:a16="http://schemas.microsoft.com/office/drawing/2014/main" id="{C063A067-1BBC-1B82-78DE-E90B5DC57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2811" y="5944200"/>
            <a:ext cx="3964262" cy="90160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CAiSE'26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June 2026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6" name="Funding logos">
            <a:extLst>
              <a:ext uri="{FF2B5EF4-FFF2-40B4-BE49-F238E27FC236}">
                <a16:creationId xmlns:a16="http://schemas.microsoft.com/office/drawing/2014/main" id="{AE75C524-C125-2DC3-F359-3BA9AF5D2A00}"/>
              </a:ext>
            </a:extLst>
          </p:cNvPr>
          <p:cNvGrpSpPr/>
          <p:nvPr/>
        </p:nvGrpSpPr>
        <p:grpSpPr>
          <a:xfrm>
            <a:off x="7467600" y="5976858"/>
            <a:ext cx="4722284" cy="1049496"/>
            <a:chOff x="7792739" y="6086752"/>
            <a:chExt cx="4397145" cy="900087"/>
          </a:xfrm>
        </p:grpSpPr>
        <p:pic>
          <p:nvPicPr>
            <p:cNvPr id="27" name="Imagen 26" descr="Imagen de la pantalla de un celular con letras&#10;&#10;Descripción generada automáticamente con confianza media">
              <a:extLst>
                <a:ext uri="{FF2B5EF4-FFF2-40B4-BE49-F238E27FC236}">
                  <a16:creationId xmlns:a16="http://schemas.microsoft.com/office/drawing/2014/main" id="{C88F9211-C2E3-91CD-A93E-9DDF28F80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6110" y="6167463"/>
              <a:ext cx="3353774" cy="641409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BB4EA1CD-2849-C39B-1926-D04B23863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739" y="6086752"/>
              <a:ext cx="1186990" cy="900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QR placeholder">
            <a:extLst>
              <a:ext uri="{FF2B5EF4-FFF2-40B4-BE49-F238E27FC236}">
                <a16:creationId xmlns:a16="http://schemas.microsoft.com/office/drawing/2014/main" id="{3C2E9144-6515-DF12-41A1-8340A1369D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5704"/>
            <a:ext cx="3810099" cy="3810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