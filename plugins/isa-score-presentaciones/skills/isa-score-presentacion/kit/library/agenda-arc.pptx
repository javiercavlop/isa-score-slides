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E860803-6FFE-F541-5179-AE5FBC28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2B8F85F9-DAE3-9827-F295-CFDF28C5CEAB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34D7B1-D5B3-B208-50CE-54A9A578DAC1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131A59E-E5D5-3974-7FE7-EF74FFB0BA1A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23DC4F9-1E88-4E65-6133-2BAE1757C96D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9C78FC5-3212-67AD-B8BB-50D17617AAB9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1C8F6377-2EF8-3F1B-4866-BF2E3515DA02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64600DE-7BDC-2E22-CAA7-7A7A655A638B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781489CA-A19F-CC67-E008-74F6CA7D1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C8A96187-A3FB-607C-5ABD-F9DE6C08C598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DDC3E6F-62D4-3A4B-DD15-A54E05A14AD7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B7F674C7-B48B-6E06-F13B-2E1FE9606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7FB75BA7-C5DA-352E-3F6D-FC18AC3A81F4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1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5472B0DC-DF73-9742-9DD7-EFDCC41B0FFE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FA6DD4AB-E793-BB33-A009-C1AE211CA90B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B0B7AE70-0540-DBAC-7B14-109BB58AF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9634385-1E72-9BE1-9848-BBDB4604A90E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C65A13D-A5A7-52BC-CE25-86CE855F5F17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EVALUATION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BA3D3B83-6C10-ED9F-21F6-A9EE2F8A4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BF47116-99DE-61C7-F049-7D3A083C0FFA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2614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27" grpId="1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8887F23-9AD9-F4AA-74EF-63324819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B47748C9-7D86-E7F5-6504-725B6CA85DB2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0C30ABF-FD68-ADF3-7AF9-C3A8BFC8B399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E5D6497-16E1-5B4A-5E7E-71E2CF3DCAF9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2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AFD71C4-ADF6-CC8A-CD15-ED6F8BE1B4AD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4813263-F2AB-C215-5CCB-836674B189AD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F79DF23-AE6C-7AC0-E752-A27C32053920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785EF7C-DB73-E92F-E771-FB2CEF369A5A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26C75FA-FE45-D4FC-83AE-2390E1170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FBE04BE-0507-5F53-ECBF-7F063E1E12B0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9F50BD7-3E87-743E-AAF0-AF1844DC847B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A88EE6A9-4CD4-CE3C-09F1-562B9097F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23431563-7B43-FAEA-E019-981E1B5F2663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9D5F651-A13F-A954-3D23-DCB168B86979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EE34236E-06BB-5B4F-4EA8-F85691BE66A0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035D75BD-43EF-6EE8-51BC-0BCB78E41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16A601B-59D4-A147-98E2-4F033AB9BA51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A680B97-98E5-E644-581D-66316178FA8D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EVALUATION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416DC482-6935-9C78-8581-7E4C61081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FD87514-BB54-B9DB-5597-6836AA8EB1AE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7859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4143BB3-9985-6427-8BA4-4929D47E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E175F55-8547-9D71-E47F-6B18AD807AE1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DA8F129-4014-1EF9-EFEC-342F740885A8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7042D4D-8EA8-0EBE-3B83-C3FA43851F72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97179B3-8CAF-956E-FE8B-76E6F84586F3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3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4AA78EB-8B2F-990C-8208-94F753CDD1C0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4A2C5C9-57F8-859F-1662-648A5E5A5AF4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FD961DD9-1500-B779-195E-2184880CA5E6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B36FFE30-7A33-69B5-0CB9-06F917F55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F67E6A00-E2F1-9A80-B9E6-C988E5115515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3FD115A-A5C3-33C3-3FFB-FFB7B9189C22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83CE835E-58AD-052D-A90A-29C10E207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30450CF3-8DE9-56D4-0D43-A9ED60B444ED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A394A8F-7CE6-1C7B-01A0-E13F623857AB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FA307CAB-71CA-E707-6DBF-CD14FAFCFDFC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6B8AC570-A2B3-EC05-6A22-7B46B756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DB018CB-92BE-2F51-0C6B-1C7EC6AC821C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5F10A20-FE96-9D92-5FD0-46293117D680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EVALUATION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BF20B952-20FC-6BB4-339A-7F4064897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744E363-452C-3A67-39AC-8AD714895FA1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89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4B3415D-55D4-ED80-7E72-1171E7B0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52C3AD6C-B012-B5B0-8306-8BF1C4400172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7AEA25E-1853-D815-0CA7-C65B917CC5AE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A72B92F-2BEA-8A0E-A6A6-5DE04994C8EE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E2E4780-B455-CCD2-B280-9E614913C039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6949A4A-2FF1-8AD9-8894-D5E2AB0B9DA3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4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33B198F6-89D0-989F-5F3A-5CE8A2DC4C6E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2FC4D19-1797-B43F-5AB5-11254935895D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D65F804-0CEF-7753-5BE9-7BE0F33B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F0C7630-3373-D2A0-1EA6-76FFDE066188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CC5FEB8-0502-4B62-2B4A-0779CF308842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7F2E1E4E-F776-7896-789F-1BF212627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C606EB9B-5858-4BB7-6B36-E4EC12989714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3BF0A88-12E7-809D-7100-4EA9C6B4404F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E1B29E4-BF43-C342-B119-D138164A7F31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8FECDC17-EB42-CB21-4AFA-0124FAC1E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075CB4A-7083-7D8D-48A8-EB70B6592DDD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FB8D38C-F4AE-18C3-6BD2-2D6F5CD876DA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EVALUATION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5B22EE2-AC57-7808-B81D-B2A9EAD1E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98792C0-9F6F-0260-86FB-3388FFCB602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29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49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