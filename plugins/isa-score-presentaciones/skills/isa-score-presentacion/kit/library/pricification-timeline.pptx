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34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1/2/26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1/2/26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1/2/26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3.png"/><Relationship Id="rId9" Type="http://schemas.openxmlformats.org/officeDocument/2006/relationships/image" Target="../media/image14.png"/><Relationship Id="rId10" Type="http://schemas.openxmlformats.org/officeDocument/2006/relationships/image" Target="../media/image12.png"/><Relationship Id="rId11" Type="http://schemas.openxmlformats.org/officeDocument/2006/relationships/image" Target="../media/image9.png"/><Relationship Id="rId12" Type="http://schemas.openxmlformats.org/officeDocument/2006/relationships/image" Target="../media/image6.png"/><Relationship Id="rId13" Type="http://schemas.openxmlformats.org/officeDocument/2006/relationships/image" Target="../media/image4.png"/><Relationship Id="rId14" Type="http://schemas.openxmlformats.org/officeDocument/2006/relationships/image" Target="../media/image15.png"/><Relationship Id="rId15" Type="http://schemas.openxmlformats.org/officeDocument/2006/relationships/image" Target="../media/image11.png"/><Relationship Id="rId16" Type="http://schemas.openxmlformats.org/officeDocument/2006/relationships/image" Target="../media/image2.svg"/><Relationship Id="rId17" Type="http://schemas.openxmlformats.org/officeDocument/2006/relationships/image" Target="../media/image7.png"/><Relationship Id="rId18" Type="http://schemas.openxmlformats.org/officeDocument/2006/relationships/image" Target="../media/image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14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1" Type="http://schemas.openxmlformats.org/officeDocument/2006/relationships/image" Target="../media/image6.png"/><Relationship Id="rId12" Type="http://schemas.openxmlformats.org/officeDocument/2006/relationships/image" Target="../media/image4.png"/><Relationship Id="rId1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9.png"/><Relationship Id="rId9" Type="http://schemas.openxmlformats.org/officeDocument/2006/relationships/image" Target="../media/image6.png"/><Relationship Id="rId10" Type="http://schemas.openxmlformats.org/officeDocument/2006/relationships/image" Target="../media/image4.png"/><Relationship Id="rId1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ACAD846-1A57-F86A-09FC-6F0B025C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02D0FD74-BA61-432F-6FFB-8EA2CF6F1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76" y="2851730"/>
            <a:ext cx="2366859" cy="1699382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60BD93E-26DC-2EBC-6DCA-8F39A81EE084}"/>
              </a:ext>
            </a:extLst>
          </p:cNvPr>
          <p:cNvCxnSpPr>
            <a:cxnSpLocks/>
          </p:cNvCxnSpPr>
          <p:nvPr/>
        </p:nvCxnSpPr>
        <p:spPr>
          <a:xfrm>
            <a:off x="3001818" y="3671269"/>
            <a:ext cx="5412509" cy="0"/>
          </a:xfrm>
          <a:prstGeom prst="line">
            <a:avLst/>
          </a:prstGeom>
          <a:ln w="571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Imagen que contiene exterior, luz, calle&#10;&#10;Descripción generada automáticamente">
            <a:extLst>
              <a:ext uri="{FF2B5EF4-FFF2-40B4-BE49-F238E27FC236}">
                <a16:creationId xmlns:a16="http://schemas.microsoft.com/office/drawing/2014/main" id="{B3D0938F-BEF3-8DF3-8B05-0019926C4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15" y="3069632"/>
            <a:ext cx="914718" cy="91471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BA27C62-8F52-B769-E2A5-98A57B2316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348" y="3130310"/>
            <a:ext cx="266434" cy="24008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0D61323-40FB-B46A-BB7A-CF868721E7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2702" y="3431185"/>
            <a:ext cx="266434" cy="24008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3ABD375-4D69-EBD7-2000-29EABE6857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9837" y="3464901"/>
            <a:ext cx="266434" cy="24008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A2CA15C-F6C9-A0E4-E0B3-F62783DFF0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7451" y="3130310"/>
            <a:ext cx="266434" cy="24008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4718237-67F7-E2BE-47FC-71E1D35A37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2399" y="3769633"/>
            <a:ext cx="266434" cy="24008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DA72D28-3C8B-9950-F339-57AF2EDD8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1963" y="3059507"/>
            <a:ext cx="266434" cy="24008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92C537C-265A-4FBC-0EEA-1D2EE566D4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4794" y="3889057"/>
            <a:ext cx="266434" cy="24008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3378BE1-0887-FF50-9940-187C1EE2B5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503" y="3766063"/>
            <a:ext cx="266434" cy="240084"/>
          </a:xfrm>
          <a:prstGeom prst="rect">
            <a:avLst/>
          </a:prstGeom>
        </p:spPr>
      </p:pic>
      <p:pic>
        <p:nvPicPr>
          <p:cNvPr id="29" name="Imagen 28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3016909F-5D77-E64B-57B9-FD9303810CD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44"/>
          <a:stretch/>
        </p:blipFill>
        <p:spPr>
          <a:xfrm>
            <a:off x="8585653" y="2638939"/>
            <a:ext cx="3037792" cy="2064659"/>
          </a:xfrm>
          <a:prstGeom prst="rect">
            <a:avLst/>
          </a:prstGeom>
        </p:spPr>
      </p:pic>
      <p:pic>
        <p:nvPicPr>
          <p:cNvPr id="30" name="Imagen 29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13383A5A-B0B7-4617-894A-C5BAFBA7059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52" t="48887" r="-207" b="10641"/>
          <a:stretch/>
        </p:blipFill>
        <p:spPr>
          <a:xfrm>
            <a:off x="8480951" y="4803357"/>
            <a:ext cx="1594157" cy="835596"/>
          </a:xfrm>
          <a:prstGeom prst="rect">
            <a:avLst/>
          </a:prstGeom>
        </p:spPr>
      </p:pic>
      <p:pic>
        <p:nvPicPr>
          <p:cNvPr id="31" name="Imagen 30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D8207A7F-C5A1-B4AF-DAF6-232B67750F8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45" t="14105" b="48683"/>
          <a:stretch/>
        </p:blipFill>
        <p:spPr>
          <a:xfrm>
            <a:off x="10230435" y="4870663"/>
            <a:ext cx="1594157" cy="768290"/>
          </a:xfrm>
          <a:prstGeom prst="rect">
            <a:avLst/>
          </a:prstGeom>
        </p:spPr>
      </p:pic>
      <p:sp>
        <p:nvSpPr>
          <p:cNvPr id="36" name="Elipse 35">
            <a:extLst>
              <a:ext uri="{FF2B5EF4-FFF2-40B4-BE49-F238E27FC236}">
                <a16:creationId xmlns:a16="http://schemas.microsoft.com/office/drawing/2014/main" id="{758CD920-3EF9-E29E-BF96-E6B9FCC945C8}"/>
              </a:ext>
            </a:extLst>
          </p:cNvPr>
          <p:cNvSpPr/>
          <p:nvPr/>
        </p:nvSpPr>
        <p:spPr>
          <a:xfrm>
            <a:off x="3581400" y="35814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D10C4F5-89B8-1ABE-2CD3-65AAEA473CEF}"/>
              </a:ext>
            </a:extLst>
          </p:cNvPr>
          <p:cNvSpPr/>
          <p:nvPr/>
        </p:nvSpPr>
        <p:spPr>
          <a:xfrm>
            <a:off x="3491400" y="3491268"/>
            <a:ext cx="360000" cy="360000"/>
          </a:xfrm>
          <a:prstGeom prst="ellipse">
            <a:avLst/>
          </a:prstGeom>
          <a:noFill/>
          <a:ln>
            <a:solidFill>
              <a:srgbClr val="7E0029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5D11FC5D-1F4E-4AC1-9AC6-D03E676FA76A}"/>
              </a:ext>
            </a:extLst>
          </p:cNvPr>
          <p:cNvSpPr/>
          <p:nvPr/>
        </p:nvSpPr>
        <p:spPr>
          <a:xfrm>
            <a:off x="3401400" y="3401268"/>
            <a:ext cx="540000" cy="540000"/>
          </a:xfrm>
          <a:prstGeom prst="ellipse">
            <a:avLst/>
          </a:prstGeom>
          <a:noFill/>
          <a:ln>
            <a:solidFill>
              <a:srgbClr val="7E0029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83FFEF7A-6753-4E97-7C66-D0B45DD27964}"/>
              </a:ext>
            </a:extLst>
          </p:cNvPr>
          <p:cNvSpPr/>
          <p:nvPr/>
        </p:nvSpPr>
        <p:spPr>
          <a:xfrm>
            <a:off x="3616169" y="3620024"/>
            <a:ext cx="108000" cy="108000"/>
          </a:xfrm>
          <a:prstGeom prst="ellipse">
            <a:avLst/>
          </a:prstGeom>
          <a:solidFill>
            <a:srgbClr val="7E0029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0466918-A226-6075-AA28-0F31D9A04076}"/>
              </a:ext>
            </a:extLst>
          </p:cNvPr>
          <p:cNvCxnSpPr>
            <a:stCxn id="39" idx="0"/>
          </p:cNvCxnSpPr>
          <p:nvPr/>
        </p:nvCxnSpPr>
        <p:spPr>
          <a:xfrm flipV="1">
            <a:off x="3670169" y="2343367"/>
            <a:ext cx="0" cy="1276657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38942BB-63A4-A323-4C2F-CD9E92836A15}"/>
              </a:ext>
            </a:extLst>
          </p:cNvPr>
          <p:cNvSpPr txBox="1"/>
          <p:nvPr/>
        </p:nvSpPr>
        <p:spPr>
          <a:xfrm>
            <a:off x="2493392" y="1974035"/>
            <a:ext cx="249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/>
              <a:t>Identification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endParaRPr lang="es-ES_tradnl" dirty="0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8E024B02-1751-24DD-27D9-01792C190DFA}"/>
              </a:ext>
            </a:extLst>
          </p:cNvPr>
          <p:cNvCxnSpPr>
            <a:cxnSpLocks/>
          </p:cNvCxnSpPr>
          <p:nvPr/>
        </p:nvCxnSpPr>
        <p:spPr>
          <a:xfrm flipH="1">
            <a:off x="2578143" y="1959311"/>
            <a:ext cx="1530307" cy="0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Gráfico 80" descr="Estrellas con relleno sólido">
            <a:extLst>
              <a:ext uri="{FF2B5EF4-FFF2-40B4-BE49-F238E27FC236}">
                <a16:creationId xmlns:a16="http://schemas.microsoft.com/office/drawing/2014/main" id="{4705834B-13BE-1737-F231-ADA333D5BA9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72858" y="3956977"/>
            <a:ext cx="762777" cy="762777"/>
          </a:xfrm>
          <a:prstGeom prst="rect">
            <a:avLst/>
          </a:prstGeom>
        </p:spPr>
      </p:pic>
      <p:pic>
        <p:nvPicPr>
          <p:cNvPr id="82" name="Gráfico 81" descr="Estrellas con relleno sólido">
            <a:extLst>
              <a:ext uri="{FF2B5EF4-FFF2-40B4-BE49-F238E27FC236}">
                <a16:creationId xmlns:a16="http://schemas.microsoft.com/office/drawing/2014/main" id="{865F4C25-0105-FCD8-CCCE-629FF9EAC52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072858" y="4814433"/>
            <a:ext cx="768263" cy="768263"/>
          </a:xfrm>
          <a:prstGeom prst="rect">
            <a:avLst/>
          </a:prstGeom>
        </p:spPr>
      </p:pic>
      <p:sp>
        <p:nvSpPr>
          <p:cNvPr id="83" name="CuadroTexto 82">
            <a:extLst>
              <a:ext uri="{FF2B5EF4-FFF2-40B4-BE49-F238E27FC236}">
                <a16:creationId xmlns:a16="http://schemas.microsoft.com/office/drawing/2014/main" id="{0E3FF031-E12A-8B7C-9207-9125AF87DD08}"/>
              </a:ext>
            </a:extLst>
          </p:cNvPr>
          <p:cNvSpPr txBox="1"/>
          <p:nvPr/>
        </p:nvSpPr>
        <p:spPr>
          <a:xfrm>
            <a:off x="4802629" y="4065761"/>
            <a:ext cx="2376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 err="1"/>
              <a:t>Essential</a:t>
            </a:r>
            <a:r>
              <a:rPr lang="es-ES_tradnl" sz="2400" dirty="0"/>
              <a:t> </a:t>
            </a:r>
            <a:r>
              <a:rPr lang="es-ES_tradnl" sz="2400" dirty="0" err="1"/>
              <a:t>features</a:t>
            </a:r>
            <a:endParaRPr lang="es-ES_tradnl" sz="2400" dirty="0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E0FF6AB5-FE1C-0D64-D8F6-EED098378A39}"/>
              </a:ext>
            </a:extLst>
          </p:cNvPr>
          <p:cNvSpPr txBox="1"/>
          <p:nvPr/>
        </p:nvSpPr>
        <p:spPr>
          <a:xfrm>
            <a:off x="4875646" y="5006762"/>
            <a:ext cx="1727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/>
              <a:t>Key </a:t>
            </a:r>
            <a:r>
              <a:rPr lang="es-ES_tradnl" sz="2400" dirty="0" err="1"/>
              <a:t>features</a:t>
            </a:r>
            <a:endParaRPr lang="es-ES_tradnl" sz="24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A6AD1BD-49B0-308B-C0D4-31A035CF4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pPr algn="ctr"/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" sz="32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“</a:t>
            </a:r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Pricification</a:t>
            </a:r>
            <a:r>
              <a:rPr lang="es-ES" sz="32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 </a:t>
            </a:r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Process</a:t>
            </a:r>
            <a:endParaRPr lang="es-ES" sz="3200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9FD1DFE-FC98-62DD-FEEF-0C26A011B8AA}"/>
              </a:ext>
            </a:extLst>
          </p:cNvPr>
          <p:cNvSpPr txBox="1"/>
          <p:nvPr/>
        </p:nvSpPr>
        <p:spPr>
          <a:xfrm>
            <a:off x="11664403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86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9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83" grpId="0"/>
      <p:bldP spid="84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329670B-30E2-874D-7CBA-33A259A69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00B5D77-E9E5-D1C8-238B-BD2477E75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76" y="2851730"/>
            <a:ext cx="2366859" cy="1699382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9A45031-4A4E-42D8-78C2-D52C36A05DDA}"/>
              </a:ext>
            </a:extLst>
          </p:cNvPr>
          <p:cNvCxnSpPr>
            <a:cxnSpLocks/>
          </p:cNvCxnSpPr>
          <p:nvPr/>
        </p:nvCxnSpPr>
        <p:spPr>
          <a:xfrm>
            <a:off x="3001818" y="3671269"/>
            <a:ext cx="5412509" cy="0"/>
          </a:xfrm>
          <a:prstGeom prst="line">
            <a:avLst/>
          </a:prstGeom>
          <a:ln w="571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5A3489E7-A64F-9507-147E-A40947B9A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348" y="3130310"/>
            <a:ext cx="266434" cy="24008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CA1A249-E41F-6B30-4784-97E77E1A6E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702" y="3431185"/>
            <a:ext cx="266434" cy="24008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A24CB79-105D-0DC2-95EF-3E6B5F68B6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837" y="3464901"/>
            <a:ext cx="266434" cy="24008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79DAB68-A0DB-AA5C-4E04-397FF98190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7451" y="3130310"/>
            <a:ext cx="266434" cy="24008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EE18EB8-9224-A1B7-58DE-0162A102D7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2399" y="3769633"/>
            <a:ext cx="266434" cy="24008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994CC5C-C39D-1F32-74D5-2DA0AC0D5B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1963" y="3059507"/>
            <a:ext cx="266434" cy="24008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92796AA-CCA9-AB39-1CAF-3875C4D096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4794" y="3889057"/>
            <a:ext cx="266434" cy="24008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0F0061B-8163-8B58-E7DA-7320E045F1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03" y="3766063"/>
            <a:ext cx="266434" cy="240084"/>
          </a:xfrm>
          <a:prstGeom prst="rect">
            <a:avLst/>
          </a:prstGeom>
        </p:spPr>
      </p:pic>
      <p:pic>
        <p:nvPicPr>
          <p:cNvPr id="29" name="Imagen 28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4FF010E2-2E09-5501-ECFC-C6943599C49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44"/>
          <a:stretch/>
        </p:blipFill>
        <p:spPr>
          <a:xfrm>
            <a:off x="8585653" y="2638939"/>
            <a:ext cx="3037792" cy="2064659"/>
          </a:xfrm>
          <a:prstGeom prst="rect">
            <a:avLst/>
          </a:prstGeom>
        </p:spPr>
      </p:pic>
      <p:pic>
        <p:nvPicPr>
          <p:cNvPr id="30" name="Imagen 29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8A2BEF1C-2DE1-F399-20A5-CB6641B4FD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52" t="48887" r="-207" b="10641"/>
          <a:stretch/>
        </p:blipFill>
        <p:spPr>
          <a:xfrm>
            <a:off x="8480951" y="4803357"/>
            <a:ext cx="1594157" cy="835596"/>
          </a:xfrm>
          <a:prstGeom prst="rect">
            <a:avLst/>
          </a:prstGeom>
        </p:spPr>
      </p:pic>
      <p:pic>
        <p:nvPicPr>
          <p:cNvPr id="31" name="Imagen 30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C7F63997-E4D7-ABF8-CE66-BE10D3EF9E8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45" t="14105" b="48683"/>
          <a:stretch/>
        </p:blipFill>
        <p:spPr>
          <a:xfrm>
            <a:off x="10230435" y="4870663"/>
            <a:ext cx="1594157" cy="768290"/>
          </a:xfrm>
          <a:prstGeom prst="rect">
            <a:avLst/>
          </a:prstGeom>
        </p:spPr>
      </p:pic>
      <p:sp>
        <p:nvSpPr>
          <p:cNvPr id="36" name="Elipse 35">
            <a:extLst>
              <a:ext uri="{FF2B5EF4-FFF2-40B4-BE49-F238E27FC236}">
                <a16:creationId xmlns:a16="http://schemas.microsoft.com/office/drawing/2014/main" id="{57A60135-5524-72F4-C7D4-E2271700880B}"/>
              </a:ext>
            </a:extLst>
          </p:cNvPr>
          <p:cNvSpPr/>
          <p:nvPr/>
        </p:nvSpPr>
        <p:spPr>
          <a:xfrm>
            <a:off x="3581400" y="35814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D700CE3C-26AB-7063-13EA-696463F21738}"/>
              </a:ext>
            </a:extLst>
          </p:cNvPr>
          <p:cNvSpPr/>
          <p:nvPr/>
        </p:nvSpPr>
        <p:spPr>
          <a:xfrm>
            <a:off x="3491400" y="3491268"/>
            <a:ext cx="360000" cy="360000"/>
          </a:xfrm>
          <a:prstGeom prst="ellipse">
            <a:avLst/>
          </a:prstGeom>
          <a:noFill/>
          <a:ln>
            <a:solidFill>
              <a:srgbClr val="7E0029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9D5CCD81-C321-B33E-C2EA-A58C262565C4}"/>
              </a:ext>
            </a:extLst>
          </p:cNvPr>
          <p:cNvSpPr/>
          <p:nvPr/>
        </p:nvSpPr>
        <p:spPr>
          <a:xfrm>
            <a:off x="3401400" y="3401268"/>
            <a:ext cx="540000" cy="540000"/>
          </a:xfrm>
          <a:prstGeom prst="ellipse">
            <a:avLst/>
          </a:prstGeom>
          <a:noFill/>
          <a:ln>
            <a:solidFill>
              <a:srgbClr val="7E0029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B0096F3D-C620-F612-1F9E-B144400271AC}"/>
              </a:ext>
            </a:extLst>
          </p:cNvPr>
          <p:cNvSpPr/>
          <p:nvPr/>
        </p:nvSpPr>
        <p:spPr>
          <a:xfrm>
            <a:off x="3616169" y="3620024"/>
            <a:ext cx="108000" cy="108000"/>
          </a:xfrm>
          <a:prstGeom prst="ellipse">
            <a:avLst/>
          </a:prstGeom>
          <a:solidFill>
            <a:srgbClr val="7E0029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F6CFA0E8-FDB5-D363-C226-2C29B6E5266D}"/>
              </a:ext>
            </a:extLst>
          </p:cNvPr>
          <p:cNvCxnSpPr>
            <a:stCxn id="39" idx="0"/>
          </p:cNvCxnSpPr>
          <p:nvPr/>
        </p:nvCxnSpPr>
        <p:spPr>
          <a:xfrm flipV="1">
            <a:off x="3670169" y="2343367"/>
            <a:ext cx="0" cy="1276657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454DFB6-2EB1-4DDB-92FB-2970B076F852}"/>
              </a:ext>
            </a:extLst>
          </p:cNvPr>
          <p:cNvSpPr txBox="1"/>
          <p:nvPr/>
        </p:nvSpPr>
        <p:spPr>
          <a:xfrm>
            <a:off x="2493392" y="1974035"/>
            <a:ext cx="249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/>
              <a:t>Identification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endParaRPr lang="es-ES_tradnl" dirty="0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3466330-A574-F8D0-0F6A-F55643D730E8}"/>
              </a:ext>
            </a:extLst>
          </p:cNvPr>
          <p:cNvCxnSpPr>
            <a:cxnSpLocks/>
          </p:cNvCxnSpPr>
          <p:nvPr/>
        </p:nvCxnSpPr>
        <p:spPr>
          <a:xfrm flipH="1">
            <a:off x="2578143" y="1959311"/>
            <a:ext cx="1530307" cy="0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>
            <a:extLst>
              <a:ext uri="{FF2B5EF4-FFF2-40B4-BE49-F238E27FC236}">
                <a16:creationId xmlns:a16="http://schemas.microsoft.com/office/drawing/2014/main" id="{C423CA7F-7A0A-FAA1-7A97-7C57E5331A11}"/>
              </a:ext>
            </a:extLst>
          </p:cNvPr>
          <p:cNvSpPr/>
          <p:nvPr/>
        </p:nvSpPr>
        <p:spPr>
          <a:xfrm>
            <a:off x="5359149" y="3596123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BDBBFECA-C2E3-49E0-BD19-AC6634FA1EE4}"/>
              </a:ext>
            </a:extLst>
          </p:cNvPr>
          <p:cNvSpPr/>
          <p:nvPr/>
        </p:nvSpPr>
        <p:spPr>
          <a:xfrm>
            <a:off x="5269149" y="3505991"/>
            <a:ext cx="360000" cy="360000"/>
          </a:xfrm>
          <a:prstGeom prst="ellipse">
            <a:avLst/>
          </a:prstGeom>
          <a:noFill/>
          <a:ln>
            <a:solidFill>
              <a:srgbClr val="7E0029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25FB452E-2347-C6CC-BF45-E049ACEA68FB}"/>
              </a:ext>
            </a:extLst>
          </p:cNvPr>
          <p:cNvSpPr/>
          <p:nvPr/>
        </p:nvSpPr>
        <p:spPr>
          <a:xfrm>
            <a:off x="5179149" y="3415991"/>
            <a:ext cx="540000" cy="540000"/>
          </a:xfrm>
          <a:prstGeom prst="ellipse">
            <a:avLst/>
          </a:prstGeom>
          <a:noFill/>
          <a:ln>
            <a:solidFill>
              <a:srgbClr val="7E0029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CD71C480-46E1-6931-CEF3-B9EF345871E6}"/>
              </a:ext>
            </a:extLst>
          </p:cNvPr>
          <p:cNvSpPr/>
          <p:nvPr/>
        </p:nvSpPr>
        <p:spPr>
          <a:xfrm>
            <a:off x="5393918" y="3634747"/>
            <a:ext cx="108000" cy="108000"/>
          </a:xfrm>
          <a:prstGeom prst="ellipse">
            <a:avLst/>
          </a:prstGeom>
          <a:solidFill>
            <a:srgbClr val="7E0029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C12A0C88-BC0A-C6FA-5B4E-4F873FBF7F70}"/>
              </a:ext>
            </a:extLst>
          </p:cNvPr>
          <p:cNvCxnSpPr>
            <a:cxnSpLocks/>
          </p:cNvCxnSpPr>
          <p:nvPr/>
        </p:nvCxnSpPr>
        <p:spPr>
          <a:xfrm flipV="1">
            <a:off x="5447918" y="3726508"/>
            <a:ext cx="0" cy="1276657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5FEC6238-1D95-9B17-DC3C-7E994006DE76}"/>
              </a:ext>
            </a:extLst>
          </p:cNvPr>
          <p:cNvSpPr txBox="1"/>
          <p:nvPr/>
        </p:nvSpPr>
        <p:spPr>
          <a:xfrm>
            <a:off x="3997509" y="4999172"/>
            <a:ext cx="3083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/>
              <a:t>Generation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pricing</a:t>
            </a:r>
            <a:r>
              <a:rPr lang="es-ES_tradnl" dirty="0"/>
              <a:t> </a:t>
            </a:r>
            <a:r>
              <a:rPr lang="es-ES_tradnl" dirty="0" err="1"/>
              <a:t>structure</a:t>
            </a:r>
            <a:endParaRPr lang="es-ES_tradnl" dirty="0"/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458CDF35-DEC0-6CB0-76C2-9D99FC29926C}"/>
              </a:ext>
            </a:extLst>
          </p:cNvPr>
          <p:cNvCxnSpPr>
            <a:cxnSpLocks/>
          </p:cNvCxnSpPr>
          <p:nvPr/>
        </p:nvCxnSpPr>
        <p:spPr>
          <a:xfrm flipH="1">
            <a:off x="4098842" y="5368504"/>
            <a:ext cx="1530307" cy="0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ítulo 1">
            <a:extLst>
              <a:ext uri="{FF2B5EF4-FFF2-40B4-BE49-F238E27FC236}">
                <a16:creationId xmlns:a16="http://schemas.microsoft.com/office/drawing/2014/main" id="{5DA4B6B5-DB87-D4D2-7A3C-E5F1976E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pPr algn="ctr"/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" sz="32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“</a:t>
            </a:r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Pricification</a:t>
            </a:r>
            <a:r>
              <a:rPr lang="es-ES" sz="32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 </a:t>
            </a:r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Process</a:t>
            </a:r>
            <a:endParaRPr lang="es-ES" sz="3200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5B4C53-84D3-6E16-D1A6-D90C2D43C792}"/>
              </a:ext>
            </a:extLst>
          </p:cNvPr>
          <p:cNvSpPr txBox="1"/>
          <p:nvPr/>
        </p:nvSpPr>
        <p:spPr>
          <a:xfrm>
            <a:off x="11664403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77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6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48B183D-0318-4279-59AD-40C4F710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A62B2B2-C017-38E2-2184-96E8BF09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pPr algn="ctr"/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" sz="32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“</a:t>
            </a:r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Pricification</a:t>
            </a:r>
            <a:r>
              <a:rPr lang="es-ES" sz="32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 </a:t>
            </a:r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Process</a:t>
            </a:r>
            <a:endParaRPr lang="es-ES" sz="3200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Imagen 2" descr="Escala de tiempo&#10;&#10;Descripción generada automáticamente con confianza baja">
            <a:extLst>
              <a:ext uri="{FF2B5EF4-FFF2-40B4-BE49-F238E27FC236}">
                <a16:creationId xmlns:a16="http://schemas.microsoft.com/office/drawing/2014/main" id="{7B584744-D5B2-6EBB-85CE-D8D61BC39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28" y="1175006"/>
            <a:ext cx="10756543" cy="481783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BFA1F79-C00C-747C-3F98-A0A53CAD882A}"/>
              </a:ext>
            </a:extLst>
          </p:cNvPr>
          <p:cNvSpPr txBox="1"/>
          <p:nvPr/>
        </p:nvSpPr>
        <p:spPr>
          <a:xfrm>
            <a:off x="11664403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355520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0B3C171-F972-17FA-D6B5-F6D1EAA0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pPr algn="ctr"/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" sz="32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“</a:t>
            </a:r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Pricification</a:t>
            </a:r>
            <a:r>
              <a:rPr lang="es-ES" sz="32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 </a:t>
            </a:r>
            <a:r>
              <a:rPr lang="es-ES" sz="32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Process</a:t>
            </a:r>
            <a:endParaRPr lang="es-ES" sz="3200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0B01F2-177F-2F16-A659-3ACB8812F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76" y="2851730"/>
            <a:ext cx="2366859" cy="1699382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292EEAC-5E3F-BA15-C7C8-0B55E986863F}"/>
              </a:ext>
            </a:extLst>
          </p:cNvPr>
          <p:cNvCxnSpPr>
            <a:cxnSpLocks/>
          </p:cNvCxnSpPr>
          <p:nvPr/>
        </p:nvCxnSpPr>
        <p:spPr>
          <a:xfrm>
            <a:off x="3001818" y="3671269"/>
            <a:ext cx="5412509" cy="0"/>
          </a:xfrm>
          <a:prstGeom prst="line">
            <a:avLst/>
          </a:prstGeom>
          <a:ln w="571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355143F8-031E-9E0A-8917-3577F49F7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48" y="3130310"/>
            <a:ext cx="266434" cy="24008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44DD391-F54E-79EF-7713-0DF40923D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702" y="3431185"/>
            <a:ext cx="266434" cy="24008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F68F238-B603-6F0D-3783-71B14FFDF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837" y="3464901"/>
            <a:ext cx="266434" cy="24008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D3034D7-2180-A5E4-BC01-9582F9691C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7451" y="3130310"/>
            <a:ext cx="266434" cy="2400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03D56F5-9843-95DF-D4DF-DDDC18EDB7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2399" y="3769633"/>
            <a:ext cx="266434" cy="2400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341055E-8C9A-89D2-4189-85761E506B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963" y="3059507"/>
            <a:ext cx="266434" cy="24008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A6A1E3A-CC95-60AE-12E5-BF6C54262F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4794" y="3889057"/>
            <a:ext cx="266434" cy="24008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0CAC217-E6DE-EA44-D3FD-04BD991188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03" y="3766063"/>
            <a:ext cx="266434" cy="240084"/>
          </a:xfrm>
          <a:prstGeom prst="rect">
            <a:avLst/>
          </a:prstGeom>
        </p:spPr>
      </p:pic>
      <p:pic>
        <p:nvPicPr>
          <p:cNvPr id="15" name="Imagen 14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7FD921C7-A2BB-40A5-6FAC-B464621B208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44"/>
          <a:stretch/>
        </p:blipFill>
        <p:spPr>
          <a:xfrm>
            <a:off x="8585653" y="2638939"/>
            <a:ext cx="3037792" cy="2064659"/>
          </a:xfrm>
          <a:prstGeom prst="rect">
            <a:avLst/>
          </a:prstGeom>
        </p:spPr>
      </p:pic>
      <p:pic>
        <p:nvPicPr>
          <p:cNvPr id="16" name="Imagen 15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474937C2-BB6D-7ACA-5FC0-94151F723B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52" t="48887" r="-207" b="10641"/>
          <a:stretch/>
        </p:blipFill>
        <p:spPr>
          <a:xfrm>
            <a:off x="8480951" y="4803357"/>
            <a:ext cx="1594157" cy="835596"/>
          </a:xfrm>
          <a:prstGeom prst="rect">
            <a:avLst/>
          </a:prstGeom>
        </p:spPr>
      </p:pic>
      <p:pic>
        <p:nvPicPr>
          <p:cNvPr id="17" name="Imagen 16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06FBF8D6-D450-22D5-2AF2-F645FEF0D96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45" t="14105" b="48683"/>
          <a:stretch/>
        </p:blipFill>
        <p:spPr>
          <a:xfrm>
            <a:off x="10230435" y="4870663"/>
            <a:ext cx="1594157" cy="768290"/>
          </a:xfrm>
          <a:prstGeom prst="rect">
            <a:avLst/>
          </a:prstGeom>
        </p:spPr>
      </p:pic>
      <p:sp>
        <p:nvSpPr>
          <p:cNvPr id="18" name="Elipse 17">
            <a:extLst>
              <a:ext uri="{FF2B5EF4-FFF2-40B4-BE49-F238E27FC236}">
                <a16:creationId xmlns:a16="http://schemas.microsoft.com/office/drawing/2014/main" id="{9A280D3E-6F81-D5FC-2AC2-B4D5B50E2969}"/>
              </a:ext>
            </a:extLst>
          </p:cNvPr>
          <p:cNvSpPr/>
          <p:nvPr/>
        </p:nvSpPr>
        <p:spPr>
          <a:xfrm>
            <a:off x="3581400" y="35814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BCA7817-FC2B-DE0F-4D04-123559EB6440}"/>
              </a:ext>
            </a:extLst>
          </p:cNvPr>
          <p:cNvSpPr/>
          <p:nvPr/>
        </p:nvSpPr>
        <p:spPr>
          <a:xfrm>
            <a:off x="3491400" y="3491268"/>
            <a:ext cx="360000" cy="360000"/>
          </a:xfrm>
          <a:prstGeom prst="ellipse">
            <a:avLst/>
          </a:prstGeom>
          <a:noFill/>
          <a:ln>
            <a:solidFill>
              <a:srgbClr val="7E0029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10658CF-D9B6-D7C1-A547-921CBE3D2EAB}"/>
              </a:ext>
            </a:extLst>
          </p:cNvPr>
          <p:cNvSpPr/>
          <p:nvPr/>
        </p:nvSpPr>
        <p:spPr>
          <a:xfrm>
            <a:off x="3401400" y="3401268"/>
            <a:ext cx="540000" cy="540000"/>
          </a:xfrm>
          <a:prstGeom prst="ellipse">
            <a:avLst/>
          </a:prstGeom>
          <a:noFill/>
          <a:ln>
            <a:solidFill>
              <a:srgbClr val="7E0029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C9BB339-F77A-C40C-EC19-BE01DD9ACDB4}"/>
              </a:ext>
            </a:extLst>
          </p:cNvPr>
          <p:cNvSpPr/>
          <p:nvPr/>
        </p:nvSpPr>
        <p:spPr>
          <a:xfrm>
            <a:off x="3616169" y="3620024"/>
            <a:ext cx="108000" cy="108000"/>
          </a:xfrm>
          <a:prstGeom prst="ellipse">
            <a:avLst/>
          </a:prstGeom>
          <a:solidFill>
            <a:srgbClr val="7E0029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1A3270E-B7E2-1E51-DE3A-28EB3B58035E}"/>
              </a:ext>
            </a:extLst>
          </p:cNvPr>
          <p:cNvCxnSpPr>
            <a:stCxn id="21" idx="0"/>
          </p:cNvCxnSpPr>
          <p:nvPr/>
        </p:nvCxnSpPr>
        <p:spPr>
          <a:xfrm flipV="1">
            <a:off x="3670169" y="2343367"/>
            <a:ext cx="0" cy="1276657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DC8D007-063A-DF92-65F9-C9789925CB0B}"/>
              </a:ext>
            </a:extLst>
          </p:cNvPr>
          <p:cNvSpPr txBox="1"/>
          <p:nvPr/>
        </p:nvSpPr>
        <p:spPr>
          <a:xfrm>
            <a:off x="2493392" y="1974035"/>
            <a:ext cx="249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/>
              <a:t>Identification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endParaRPr lang="es-ES_tradnl" dirty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F1E16214-057C-CD8C-657A-8CC3B0CF9D10}"/>
              </a:ext>
            </a:extLst>
          </p:cNvPr>
          <p:cNvCxnSpPr>
            <a:cxnSpLocks/>
          </p:cNvCxnSpPr>
          <p:nvPr/>
        </p:nvCxnSpPr>
        <p:spPr>
          <a:xfrm flipH="1">
            <a:off x="2578143" y="1959311"/>
            <a:ext cx="1530307" cy="0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D3E38254-6479-C0DF-0923-B02439E59F5F}"/>
              </a:ext>
            </a:extLst>
          </p:cNvPr>
          <p:cNvSpPr/>
          <p:nvPr/>
        </p:nvSpPr>
        <p:spPr>
          <a:xfrm>
            <a:off x="5359149" y="3596123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3F1FB2E7-1523-9371-67A4-905C08863D6E}"/>
              </a:ext>
            </a:extLst>
          </p:cNvPr>
          <p:cNvSpPr/>
          <p:nvPr/>
        </p:nvSpPr>
        <p:spPr>
          <a:xfrm>
            <a:off x="5269149" y="3505991"/>
            <a:ext cx="360000" cy="360000"/>
          </a:xfrm>
          <a:prstGeom prst="ellipse">
            <a:avLst/>
          </a:prstGeom>
          <a:noFill/>
          <a:ln>
            <a:solidFill>
              <a:srgbClr val="7E0029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22D3FFF6-898A-9DE1-CF4D-EF482439F3BB}"/>
              </a:ext>
            </a:extLst>
          </p:cNvPr>
          <p:cNvSpPr/>
          <p:nvPr/>
        </p:nvSpPr>
        <p:spPr>
          <a:xfrm>
            <a:off x="5179149" y="3415991"/>
            <a:ext cx="540000" cy="540000"/>
          </a:xfrm>
          <a:prstGeom prst="ellipse">
            <a:avLst/>
          </a:prstGeom>
          <a:noFill/>
          <a:ln>
            <a:solidFill>
              <a:srgbClr val="7E0029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4D5DF815-A420-C84B-A7AA-0B53373D655B}"/>
              </a:ext>
            </a:extLst>
          </p:cNvPr>
          <p:cNvSpPr/>
          <p:nvPr/>
        </p:nvSpPr>
        <p:spPr>
          <a:xfrm>
            <a:off x="5393918" y="3634747"/>
            <a:ext cx="108000" cy="108000"/>
          </a:xfrm>
          <a:prstGeom prst="ellipse">
            <a:avLst/>
          </a:prstGeom>
          <a:solidFill>
            <a:srgbClr val="7E0029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3DAB3C35-401C-837C-300F-D6E8FA40AE04}"/>
              </a:ext>
            </a:extLst>
          </p:cNvPr>
          <p:cNvCxnSpPr>
            <a:cxnSpLocks/>
          </p:cNvCxnSpPr>
          <p:nvPr/>
        </p:nvCxnSpPr>
        <p:spPr>
          <a:xfrm flipV="1">
            <a:off x="5447918" y="3726508"/>
            <a:ext cx="0" cy="1276657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488B85B-42E8-5B2C-6A29-8D20AC943F27}"/>
              </a:ext>
            </a:extLst>
          </p:cNvPr>
          <p:cNvSpPr txBox="1"/>
          <p:nvPr/>
        </p:nvSpPr>
        <p:spPr>
          <a:xfrm>
            <a:off x="3997509" y="4999172"/>
            <a:ext cx="3083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/>
              <a:t>Generation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pricing</a:t>
            </a:r>
            <a:r>
              <a:rPr lang="es-ES_tradnl" dirty="0"/>
              <a:t> </a:t>
            </a:r>
            <a:r>
              <a:rPr lang="es-ES_tradnl" dirty="0" err="1"/>
              <a:t>structure</a:t>
            </a:r>
            <a:endParaRPr lang="es-ES_tradnl" dirty="0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79F55A4-E103-61D3-871A-8F396D4BC491}"/>
              </a:ext>
            </a:extLst>
          </p:cNvPr>
          <p:cNvCxnSpPr>
            <a:cxnSpLocks/>
          </p:cNvCxnSpPr>
          <p:nvPr/>
        </p:nvCxnSpPr>
        <p:spPr>
          <a:xfrm flipH="1">
            <a:off x="4098842" y="5368504"/>
            <a:ext cx="1530307" cy="0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B4178DDA-0818-7C3E-9543-282D09E6C772}"/>
              </a:ext>
            </a:extLst>
          </p:cNvPr>
          <p:cNvSpPr/>
          <p:nvPr/>
        </p:nvSpPr>
        <p:spPr>
          <a:xfrm>
            <a:off x="7405305" y="35814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5E6467DF-B68A-81A3-891E-FABD75959DA3}"/>
              </a:ext>
            </a:extLst>
          </p:cNvPr>
          <p:cNvSpPr/>
          <p:nvPr/>
        </p:nvSpPr>
        <p:spPr>
          <a:xfrm>
            <a:off x="7315305" y="3491268"/>
            <a:ext cx="360000" cy="360000"/>
          </a:xfrm>
          <a:prstGeom prst="ellipse">
            <a:avLst/>
          </a:prstGeom>
          <a:noFill/>
          <a:ln>
            <a:solidFill>
              <a:srgbClr val="7E0029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A93E7982-E8ED-BA39-3838-798ED2A264C0}"/>
              </a:ext>
            </a:extLst>
          </p:cNvPr>
          <p:cNvSpPr/>
          <p:nvPr/>
        </p:nvSpPr>
        <p:spPr>
          <a:xfrm>
            <a:off x="7225305" y="3401268"/>
            <a:ext cx="540000" cy="540000"/>
          </a:xfrm>
          <a:prstGeom prst="ellipse">
            <a:avLst/>
          </a:prstGeom>
          <a:noFill/>
          <a:ln>
            <a:solidFill>
              <a:srgbClr val="7E0029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FB7119AA-B1C2-0A0A-80B0-97051F7C4265}"/>
              </a:ext>
            </a:extLst>
          </p:cNvPr>
          <p:cNvSpPr/>
          <p:nvPr/>
        </p:nvSpPr>
        <p:spPr>
          <a:xfrm>
            <a:off x="7440074" y="3620024"/>
            <a:ext cx="108000" cy="108000"/>
          </a:xfrm>
          <a:prstGeom prst="ellipse">
            <a:avLst/>
          </a:prstGeom>
          <a:solidFill>
            <a:srgbClr val="7E0029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D5EC7390-E710-21BF-BA0F-3D7AFDA4409C}"/>
              </a:ext>
            </a:extLst>
          </p:cNvPr>
          <p:cNvCxnSpPr>
            <a:stCxn id="35" idx="0"/>
          </p:cNvCxnSpPr>
          <p:nvPr/>
        </p:nvCxnSpPr>
        <p:spPr>
          <a:xfrm flipV="1">
            <a:off x="7494074" y="2343367"/>
            <a:ext cx="0" cy="1276657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87664B4-CD92-E76C-2CFA-0B0AFAA168DC}"/>
              </a:ext>
            </a:extLst>
          </p:cNvPr>
          <p:cNvSpPr txBox="1"/>
          <p:nvPr/>
        </p:nvSpPr>
        <p:spPr>
          <a:xfrm>
            <a:off x="6947899" y="1966673"/>
            <a:ext cx="109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Set </a:t>
            </a:r>
            <a:r>
              <a:rPr lang="es-ES_tradnl" dirty="0" err="1"/>
              <a:t>prices</a:t>
            </a:r>
            <a:endParaRPr lang="es-ES_tradnl" dirty="0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5F09D103-D16C-557E-B3FE-F23D25A418DC}"/>
              </a:ext>
            </a:extLst>
          </p:cNvPr>
          <p:cNvCxnSpPr>
            <a:cxnSpLocks/>
          </p:cNvCxnSpPr>
          <p:nvPr/>
        </p:nvCxnSpPr>
        <p:spPr>
          <a:xfrm flipH="1">
            <a:off x="7004589" y="1959311"/>
            <a:ext cx="594516" cy="0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70317BE-53BE-79CF-F457-A962CBEB0877}"/>
              </a:ext>
            </a:extLst>
          </p:cNvPr>
          <p:cNvSpPr txBox="1"/>
          <p:nvPr/>
        </p:nvSpPr>
        <p:spPr>
          <a:xfrm>
            <a:off x="11664403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71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