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34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1/2/26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1/2/26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1/2/26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9F56523-ABAE-40B3-D629-9EA07587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BBDAA-0E3F-63E8-B9EB-AB5C45BA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Anatomy of an Evaluation Expression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AE28FD9A-81B5-70BC-3091-DB43BA26E696}"/>
              </a:ext>
            </a:extLst>
          </p:cNvPr>
          <p:cNvGrpSpPr/>
          <p:nvPr/>
        </p:nvGrpSpPr>
        <p:grpSpPr>
          <a:xfrm>
            <a:off x="370927" y="1718893"/>
            <a:ext cx="3054364" cy="3137161"/>
            <a:chOff x="370927" y="1718893"/>
            <a:chExt cx="3054364" cy="3137161"/>
          </a:xfrm>
        </p:grpSpPr>
        <p:pic>
          <p:nvPicPr>
            <p:cNvPr id="4" name="Imagen 3" descr="Forma&#10;&#10;Descripción generada automáticamente">
              <a:extLst>
                <a:ext uri="{FF2B5EF4-FFF2-40B4-BE49-F238E27FC236}">
                  <a16:creationId xmlns:a16="http://schemas.microsoft.com/office/drawing/2014/main" id="{F913AA29-7E5C-252B-154B-347D552D9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959" b="19130"/>
            <a:stretch/>
          </p:blipFill>
          <p:spPr>
            <a:xfrm>
              <a:off x="370927" y="1718893"/>
              <a:ext cx="3054364" cy="2141423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8396B5A0-0DC0-2C69-AD27-571D5AF92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6075" y="4052006"/>
              <a:ext cx="1806354" cy="804048"/>
            </a:xfrm>
            <a:prstGeom prst="rect">
              <a:avLst/>
            </a:prstGeom>
          </p:spPr>
        </p:pic>
        <p:pic>
          <p:nvPicPr>
            <p:cNvPr id="8" name="Imagen 7" descr="Forma&#10;&#10;Descripción generada automáticamente">
              <a:extLst>
                <a:ext uri="{FF2B5EF4-FFF2-40B4-BE49-F238E27FC236}">
                  <a16:creationId xmlns:a16="http://schemas.microsoft.com/office/drawing/2014/main" id="{AD263032-BB22-3A96-4754-CA396BBA3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33" t="59036" r="30593" b="22712"/>
            <a:stretch>
              <a:fillRect/>
            </a:stretch>
          </p:blipFill>
          <p:spPr>
            <a:xfrm>
              <a:off x="1632064" y="4214946"/>
              <a:ext cx="473667" cy="473666"/>
            </a:xfrm>
            <a:prstGeom prst="rect">
              <a:avLst/>
            </a:prstGeom>
          </p:spPr>
        </p:pic>
      </p:grpSp>
      <p:pic>
        <p:nvPicPr>
          <p:cNvPr id="17" name="Imagen 16" descr="Texto&#10;&#10;El contenido generado por IA puede ser incorrecto.">
            <a:extLst>
              <a:ext uri="{FF2B5EF4-FFF2-40B4-BE49-F238E27FC236}">
                <a16:creationId xmlns:a16="http://schemas.microsoft.com/office/drawing/2014/main" id="{BD2BCF07-9890-98A6-FD9D-193237539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9" t="28621" r="13850" b="17798"/>
          <a:stretch>
            <a:fillRect/>
          </a:stretch>
        </p:blipFill>
        <p:spPr>
          <a:xfrm>
            <a:off x="6534641" y="1638945"/>
            <a:ext cx="5473655" cy="3049667"/>
          </a:xfrm>
          <a:prstGeom prst="rect">
            <a:avLst/>
          </a:prstGeom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9B463E12-448B-F569-114E-98218D3AB9AC}"/>
              </a:ext>
            </a:extLst>
          </p:cNvPr>
          <p:cNvGrpSpPr/>
          <p:nvPr/>
        </p:nvGrpSpPr>
        <p:grpSpPr>
          <a:xfrm>
            <a:off x="4026482" y="5168095"/>
            <a:ext cx="3899054" cy="1655180"/>
            <a:chOff x="4026482" y="5168095"/>
            <a:chExt cx="3899054" cy="1655180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1EC084AC-13E2-A782-6EDB-995451A32203}"/>
                </a:ext>
              </a:extLst>
            </p:cNvPr>
            <p:cNvGrpSpPr/>
            <p:nvPr/>
          </p:nvGrpSpPr>
          <p:grpSpPr>
            <a:xfrm>
              <a:off x="4026482" y="5168095"/>
              <a:ext cx="1727799" cy="1655180"/>
              <a:chOff x="4026482" y="5168095"/>
              <a:chExt cx="1727799" cy="1655180"/>
            </a:xfrm>
          </p:grpSpPr>
          <p:pic>
            <p:nvPicPr>
              <p:cNvPr id="19" name="Imagen 18" descr="Forma&#10;&#10;Descripción generada automáticamente">
                <a:extLst>
                  <a:ext uri="{FF2B5EF4-FFF2-40B4-BE49-F238E27FC236}">
                    <a16:creationId xmlns:a16="http://schemas.microsoft.com/office/drawing/2014/main" id="{4DDAB633-DD37-CCE5-D1E5-40572B0D29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36" t="765" r="51771" b="86592"/>
              <a:stretch>
                <a:fillRect/>
              </a:stretch>
            </p:blipFill>
            <p:spPr>
              <a:xfrm>
                <a:off x="4247909" y="5382229"/>
                <a:ext cx="1284947" cy="455708"/>
              </a:xfrm>
              <a:prstGeom prst="rect">
                <a:avLst/>
              </a:prstGeom>
            </p:spPr>
          </p:pic>
          <p:pic>
            <p:nvPicPr>
              <p:cNvPr id="20" name="Imagen 19">
                <a:extLst>
                  <a:ext uri="{FF2B5EF4-FFF2-40B4-BE49-F238E27FC236}">
                    <a16:creationId xmlns:a16="http://schemas.microsoft.com/office/drawing/2014/main" id="{9363C9EC-E403-7A21-6986-893C02221F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63715" y="6106375"/>
                <a:ext cx="1430183" cy="636606"/>
              </a:xfrm>
              <a:prstGeom prst="rect">
                <a:avLst/>
              </a:prstGeom>
            </p:spPr>
          </p:pic>
          <p:pic>
            <p:nvPicPr>
              <p:cNvPr id="23" name="Imagen 22" descr="Forma&#10;&#10;Descripción generada automáticamente">
                <a:extLst>
                  <a:ext uri="{FF2B5EF4-FFF2-40B4-BE49-F238E27FC236}">
                    <a16:creationId xmlns:a16="http://schemas.microsoft.com/office/drawing/2014/main" id="{E5ACC679-D408-DB5A-FFED-9202CF00D5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533" t="59036" r="30593" b="22712"/>
              <a:stretch>
                <a:fillRect/>
              </a:stretch>
            </p:blipFill>
            <p:spPr>
              <a:xfrm>
                <a:off x="4684583" y="6187845"/>
                <a:ext cx="473667" cy="473666"/>
              </a:xfrm>
              <a:prstGeom prst="rect">
                <a:avLst/>
              </a:prstGeom>
            </p:spPr>
          </p:pic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E7DF48BC-19FE-BE6F-C019-8088AF0A7511}"/>
                  </a:ext>
                </a:extLst>
              </p:cNvPr>
              <p:cNvSpPr/>
              <p:nvPr/>
            </p:nvSpPr>
            <p:spPr>
              <a:xfrm>
                <a:off x="4026482" y="5168095"/>
                <a:ext cx="1727799" cy="1655180"/>
              </a:xfrm>
              <a:prstGeom prst="rect">
                <a:avLst/>
              </a:prstGeom>
              <a:noFill/>
              <a:ln w="38100">
                <a:solidFill>
                  <a:srgbClr val="7E002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7" name="Imagen 26" descr="Forma&#10;&#10;Descripción generada automáticamente">
              <a:extLst>
                <a:ext uri="{FF2B5EF4-FFF2-40B4-BE49-F238E27FC236}">
                  <a16:creationId xmlns:a16="http://schemas.microsoft.com/office/drawing/2014/main" id="{DFFBBD63-33D6-CB8F-0EF4-1367C20B3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005" t="1631" r="26021" b="86880"/>
            <a:stretch>
              <a:fillRect/>
            </a:stretch>
          </p:blipFill>
          <p:spPr>
            <a:xfrm>
              <a:off x="6197736" y="5837937"/>
              <a:ext cx="1727800" cy="562171"/>
            </a:xfrm>
            <a:prstGeom prst="rect">
              <a:avLst/>
            </a:prstGeom>
            <a:ln w="38100">
              <a:solidFill>
                <a:srgbClr val="7E0029"/>
              </a:solidFill>
            </a:ln>
          </p:spPr>
        </p:pic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373558E6-7990-28D1-C38B-1F2C9EB5AEA6}"/>
              </a:ext>
            </a:extLst>
          </p:cNvPr>
          <p:cNvGrpSpPr/>
          <p:nvPr/>
        </p:nvGrpSpPr>
        <p:grpSpPr>
          <a:xfrm>
            <a:off x="1562338" y="5018995"/>
            <a:ext cx="2280179" cy="1516250"/>
            <a:chOff x="1562338" y="5018995"/>
            <a:chExt cx="2280179" cy="1516250"/>
          </a:xfrm>
        </p:grpSpPr>
        <p:sp>
          <p:nvSpPr>
            <p:cNvPr id="18" name="Flecha doblada hacia arriba 17">
              <a:extLst>
                <a:ext uri="{FF2B5EF4-FFF2-40B4-BE49-F238E27FC236}">
                  <a16:creationId xmlns:a16="http://schemas.microsoft.com/office/drawing/2014/main" id="{4E4A6B39-16BC-374B-1B88-B72BF35BA541}"/>
                </a:ext>
              </a:extLst>
            </p:cNvPr>
            <p:cNvSpPr/>
            <p:nvPr/>
          </p:nvSpPr>
          <p:spPr>
            <a:xfrm rot="5400000">
              <a:off x="1944303" y="4637030"/>
              <a:ext cx="1516250" cy="2280179"/>
            </a:xfrm>
            <a:prstGeom prst="bentUpArrow">
              <a:avLst/>
            </a:prstGeom>
            <a:solidFill>
              <a:srgbClr val="7E002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5B7DB27C-C0AC-6D38-6618-B450A1B5D187}"/>
                </a:ext>
              </a:extLst>
            </p:cNvPr>
            <p:cNvGrpSpPr/>
            <p:nvPr/>
          </p:nvGrpSpPr>
          <p:grpSpPr>
            <a:xfrm>
              <a:off x="2033442" y="5122842"/>
              <a:ext cx="1337971" cy="974481"/>
              <a:chOff x="3995275" y="3112627"/>
              <a:chExt cx="1337971" cy="974481"/>
            </a:xfrm>
          </p:grpSpPr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F508DCAC-DC51-D56C-6E4C-B06C7F54EECE}"/>
                  </a:ext>
                </a:extLst>
              </p:cNvPr>
              <p:cNvSpPr txBox="1"/>
              <p:nvPr/>
            </p:nvSpPr>
            <p:spPr>
              <a:xfrm>
                <a:off x="3995275" y="3112627"/>
                <a:ext cx="50526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 dirty="0"/>
                  <a:t>¿</a:t>
                </a:r>
                <a:endParaRPr lang="en-US" dirty="0"/>
              </a:p>
            </p:txBody>
          </p:sp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056C4E91-F2A2-E4E6-B36F-E27B82BE33D3}"/>
                  </a:ext>
                </a:extLst>
              </p:cNvPr>
              <p:cNvSpPr txBox="1"/>
              <p:nvPr/>
            </p:nvSpPr>
            <p:spPr>
              <a:xfrm>
                <a:off x="4827979" y="3163778"/>
                <a:ext cx="50526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 dirty="0"/>
                  <a:t>?</a:t>
                </a:r>
              </a:p>
            </p:txBody>
          </p:sp>
          <p:pic>
            <p:nvPicPr>
              <p:cNvPr id="37" name="Imagen 36" descr="Forma&#10;&#10;Descripción generada automáticamente">
                <a:extLst>
                  <a:ext uri="{FF2B5EF4-FFF2-40B4-BE49-F238E27FC236}">
                    <a16:creationId xmlns:a16="http://schemas.microsoft.com/office/drawing/2014/main" id="{902F23E6-BA54-B9CD-1726-CC2F757BE3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533" t="59036" r="30593" b="22712"/>
              <a:stretch>
                <a:fillRect/>
              </a:stretch>
            </p:blipFill>
            <p:spPr>
              <a:xfrm>
                <a:off x="4427427" y="3409799"/>
                <a:ext cx="473667" cy="473666"/>
              </a:xfrm>
              <a:prstGeom prst="rect">
                <a:avLst/>
              </a:prstGeom>
            </p:spPr>
          </p:pic>
        </p:grpSp>
      </p:grpSp>
      <p:sp>
        <p:nvSpPr>
          <p:cNvPr id="39" name="Flecha doblada hacia arriba 38">
            <a:extLst>
              <a:ext uri="{FF2B5EF4-FFF2-40B4-BE49-F238E27FC236}">
                <a16:creationId xmlns:a16="http://schemas.microsoft.com/office/drawing/2014/main" id="{2101A33A-D852-7981-2014-615D5F6181D6}"/>
              </a:ext>
            </a:extLst>
          </p:cNvPr>
          <p:cNvSpPr/>
          <p:nvPr/>
        </p:nvSpPr>
        <p:spPr>
          <a:xfrm>
            <a:off x="8261658" y="4885599"/>
            <a:ext cx="2019619" cy="1448968"/>
          </a:xfrm>
          <a:prstGeom prst="bentUpArrow">
            <a:avLst>
              <a:gd name="adj1" fmla="val 25799"/>
              <a:gd name="adj2" fmla="val 25195"/>
              <a:gd name="adj3" fmla="val 27396"/>
            </a:avLst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040BF31B-EB5D-BF5B-12FF-57FFEAC9DD60}"/>
              </a:ext>
            </a:extLst>
          </p:cNvPr>
          <p:cNvSpPr/>
          <p:nvPr/>
        </p:nvSpPr>
        <p:spPr>
          <a:xfrm>
            <a:off x="7234177" y="1932971"/>
            <a:ext cx="4774119" cy="1689904"/>
          </a:xfrm>
          <a:prstGeom prst="rect">
            <a:avLst/>
          </a:prstGeom>
          <a:noFill/>
          <a:ln w="38100"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1A3AE83-690A-D084-4CAC-A2F9204F9B4B}"/>
              </a:ext>
            </a:extLst>
          </p:cNvPr>
          <p:cNvSpPr/>
          <p:nvPr/>
        </p:nvSpPr>
        <p:spPr>
          <a:xfrm>
            <a:off x="7234178" y="3966943"/>
            <a:ext cx="3183038" cy="373563"/>
          </a:xfrm>
          <a:prstGeom prst="rect">
            <a:avLst/>
          </a:prstGeom>
          <a:noFill/>
          <a:ln w="38100"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E6E03924-C6D4-3517-B3F7-436542F14182}"/>
              </a:ext>
            </a:extLst>
          </p:cNvPr>
          <p:cNvCxnSpPr>
            <a:cxnSpLocks/>
          </p:cNvCxnSpPr>
          <p:nvPr/>
        </p:nvCxnSpPr>
        <p:spPr>
          <a:xfrm flipH="1">
            <a:off x="7616733" y="3814016"/>
            <a:ext cx="1150949" cy="0"/>
          </a:xfrm>
          <a:prstGeom prst="straightConnector1">
            <a:avLst/>
          </a:prstGeom>
          <a:ln w="38100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B70A5F60-4FB8-7398-6715-E68046EB737C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387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4" grpId="0" animBg="1"/>
      <p:bldP spid="45" grpId="0" animBg="1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