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  <p:sldMasterId id="2147483741" r:id="rId11"/>
  </p:sldMasterIdLst>
  <p:notesMasterIdLst>
    <p:notesMasterId r:id="rId54"/>
  </p:notesMasterIdLst>
  <p:sldIdLst>
    <p:sldId id="256" r:id="rId12"/>
    <p:sldId id="257" r:id="rId13"/>
    <p:sldId id="258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1/4/25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1/4/25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1/4/25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1/4/25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1/4/25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5.xml"/><Relationship Id="rId20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1/4/25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842B6B2-6F3B-F788-D9A1-06B6F954B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B3A8E6-6E86-C3BD-030C-E4F32FAB9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QoS</a:t>
            </a:r>
            <a:r>
              <a:rPr lang="es-ES" dirty="0"/>
              <a:t> and </a:t>
            </a:r>
            <a:r>
              <a:rPr lang="es-ES" dirty="0" err="1"/>
              <a:t>Pricing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7C2E8C-7532-3705-7323-CA81B9F5C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510" y="1636320"/>
            <a:ext cx="8639503" cy="197513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4400" dirty="0"/>
              <a:t>QACO</a:t>
            </a:r>
          </a:p>
          <a:p>
            <a:pPr marL="0" indent="0" algn="ctr">
              <a:buNone/>
            </a:pPr>
            <a:r>
              <a:rPr lang="es-ES" sz="3200" dirty="0" err="1"/>
              <a:t>QoS-aware</a:t>
            </a:r>
            <a:r>
              <a:rPr lang="es-ES" sz="3200" dirty="0"/>
              <a:t> </a:t>
            </a:r>
            <a:r>
              <a:rPr lang="es-ES" sz="3200" dirty="0" err="1"/>
              <a:t>composition</a:t>
            </a:r>
            <a:endParaRPr lang="es-ES" sz="32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BA54460-65AB-1642-626C-B44B74663507}"/>
              </a:ext>
            </a:extLst>
          </p:cNvPr>
          <p:cNvSpPr txBox="1"/>
          <p:nvPr/>
        </p:nvSpPr>
        <p:spPr>
          <a:xfrm>
            <a:off x="11290770" y="6352529"/>
            <a:ext cx="800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11/20</a:t>
            </a:r>
          </a:p>
        </p:txBody>
      </p:sp>
    </p:spTree>
    <p:extLst>
      <p:ext uri="{BB962C8B-B14F-4D97-AF65-F5344CB8AC3E}">
        <p14:creationId xmlns:p14="http://schemas.microsoft.com/office/powerpoint/2010/main" val="16472976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75D67ECF-56A6-594C-9A1B-B63F576DE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350557-E335-E8A1-C2EB-5C8A360A4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QoS</a:t>
            </a:r>
            <a:r>
              <a:rPr lang="es-ES" dirty="0"/>
              <a:t> and </a:t>
            </a:r>
            <a:r>
              <a:rPr lang="es-ES" dirty="0" err="1"/>
              <a:t>Pricing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88FBA2-908A-AEE3-E244-FCAD9D619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510" y="1636320"/>
            <a:ext cx="8639503" cy="197513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4400" strike="sngStrike" dirty="0"/>
              <a:t>QACO</a:t>
            </a:r>
          </a:p>
          <a:p>
            <a:pPr marL="0" indent="0" algn="ctr">
              <a:buNone/>
            </a:pPr>
            <a:r>
              <a:rPr lang="es-ES" sz="3200" strike="sngStrike" dirty="0" err="1"/>
              <a:t>QoS-aware</a:t>
            </a:r>
            <a:r>
              <a:rPr lang="es-ES" sz="3200" strike="sngStrike" dirty="0"/>
              <a:t> </a:t>
            </a:r>
            <a:r>
              <a:rPr lang="es-ES" sz="3200" strike="sngStrike" dirty="0" err="1"/>
              <a:t>composition</a:t>
            </a:r>
            <a:endParaRPr lang="es-ES" sz="3200" strike="sngStrike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0EE8B584-E80B-7F37-38E8-E1EE5007AAA7}"/>
              </a:ext>
            </a:extLst>
          </p:cNvPr>
          <p:cNvSpPr txBox="1">
            <a:spLocks/>
          </p:cNvSpPr>
          <p:nvPr/>
        </p:nvSpPr>
        <p:spPr>
          <a:xfrm>
            <a:off x="1534510" y="3611454"/>
            <a:ext cx="8639503" cy="19751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887" indent="-342887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20" indent="-285738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5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36" indent="-228590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17" indent="-228590" algn="l" defTabSz="457182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499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s-ES" sz="4400" dirty="0"/>
              <a:t>PACO</a:t>
            </a:r>
          </a:p>
          <a:p>
            <a:pPr marL="0" indent="0" algn="ctr">
              <a:buFont typeface="Arial"/>
              <a:buNone/>
            </a:pPr>
            <a:r>
              <a:rPr lang="es-ES" sz="3200" dirty="0" err="1"/>
              <a:t>Pricing-aware</a:t>
            </a:r>
            <a:r>
              <a:rPr lang="es-ES" sz="3200" dirty="0"/>
              <a:t> </a:t>
            </a:r>
            <a:r>
              <a:rPr lang="es-ES" sz="3200" dirty="0" err="1"/>
              <a:t>composition</a:t>
            </a:r>
            <a:endParaRPr lang="es-ES" sz="32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CF7D213-4A17-C4E8-55C3-7FA12D568907}"/>
              </a:ext>
            </a:extLst>
          </p:cNvPr>
          <p:cNvSpPr txBox="1"/>
          <p:nvPr/>
        </p:nvSpPr>
        <p:spPr>
          <a:xfrm>
            <a:off x="11290770" y="6352529"/>
            <a:ext cx="800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11/20</a:t>
            </a:r>
          </a:p>
        </p:txBody>
      </p:sp>
    </p:spTree>
    <p:extLst>
      <p:ext uri="{BB962C8B-B14F-4D97-AF65-F5344CB8AC3E}">
        <p14:creationId xmlns:p14="http://schemas.microsoft.com/office/powerpoint/2010/main" val="15259042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6D2D00CB-E514-3D28-C367-C9D920075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CB2F34-84FC-85D7-72E7-FF3C4848D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QoS</a:t>
            </a:r>
            <a:r>
              <a:rPr lang="es-ES" dirty="0"/>
              <a:t> and </a:t>
            </a:r>
            <a:r>
              <a:rPr lang="es-ES" dirty="0" err="1"/>
              <a:t>Pricing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CDA28A-45A5-13DB-51EF-935CBF22E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510" y="1636320"/>
            <a:ext cx="8639503" cy="197513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4400" strike="sngStrike" dirty="0">
                <a:solidFill>
                  <a:srgbClr val="FF0000"/>
                </a:solidFill>
              </a:rPr>
              <a:t>Q</a:t>
            </a:r>
            <a:r>
              <a:rPr lang="es-ES" sz="4400" strike="sngStrike" dirty="0"/>
              <a:t>ACO</a:t>
            </a:r>
          </a:p>
          <a:p>
            <a:pPr marL="0" indent="0" algn="ctr">
              <a:buNone/>
            </a:pPr>
            <a:r>
              <a:rPr lang="es-ES" sz="3200" strike="sngStrike" dirty="0" err="1">
                <a:solidFill>
                  <a:srgbClr val="FF0000"/>
                </a:solidFill>
              </a:rPr>
              <a:t>QoS</a:t>
            </a:r>
            <a:r>
              <a:rPr lang="es-ES" sz="3200" strike="sngStrike" dirty="0" err="1"/>
              <a:t>-aware</a:t>
            </a:r>
            <a:r>
              <a:rPr lang="es-ES" sz="3200" strike="sngStrike" dirty="0"/>
              <a:t> </a:t>
            </a:r>
            <a:r>
              <a:rPr lang="es-ES" sz="3200" strike="sngStrike" dirty="0" err="1"/>
              <a:t>composition</a:t>
            </a:r>
            <a:endParaRPr lang="es-ES" sz="3200" strike="sngStrike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F8E3FAF1-DC4C-5D6F-E621-5FA6DEC7D121}"/>
              </a:ext>
            </a:extLst>
          </p:cNvPr>
          <p:cNvSpPr txBox="1">
            <a:spLocks/>
          </p:cNvSpPr>
          <p:nvPr/>
        </p:nvSpPr>
        <p:spPr>
          <a:xfrm>
            <a:off x="1534510" y="3611454"/>
            <a:ext cx="8639503" cy="19751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887" indent="-342887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20" indent="-285738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5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36" indent="-228590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17" indent="-228590" algn="l" defTabSz="457182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499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s-ES" sz="4400" dirty="0">
                <a:solidFill>
                  <a:srgbClr val="FF0000"/>
                </a:solidFill>
              </a:rPr>
              <a:t>P</a:t>
            </a:r>
            <a:r>
              <a:rPr lang="es-ES" sz="4400" dirty="0"/>
              <a:t>ACO</a:t>
            </a:r>
          </a:p>
          <a:p>
            <a:pPr marL="0" indent="0" algn="ctr">
              <a:buFont typeface="Arial"/>
              <a:buNone/>
            </a:pPr>
            <a:r>
              <a:rPr lang="es-ES" sz="3200" dirty="0" err="1">
                <a:solidFill>
                  <a:srgbClr val="FF0000"/>
                </a:solidFill>
              </a:rPr>
              <a:t>Pricing</a:t>
            </a:r>
            <a:r>
              <a:rPr lang="es-ES" sz="3200" dirty="0" err="1"/>
              <a:t>-aware</a:t>
            </a:r>
            <a:r>
              <a:rPr lang="es-ES" sz="3200" dirty="0"/>
              <a:t> </a:t>
            </a:r>
            <a:r>
              <a:rPr lang="es-ES" sz="3200" dirty="0" err="1"/>
              <a:t>composition</a:t>
            </a:r>
            <a:endParaRPr lang="es-ES" sz="32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A1E141F-FBAA-90C2-93E2-D998B976ED82}"/>
              </a:ext>
            </a:extLst>
          </p:cNvPr>
          <p:cNvSpPr txBox="1"/>
          <p:nvPr/>
        </p:nvSpPr>
        <p:spPr>
          <a:xfrm>
            <a:off x="11290770" y="6352529"/>
            <a:ext cx="819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12/20</a:t>
            </a:r>
          </a:p>
        </p:txBody>
      </p:sp>
    </p:spTree>
    <p:extLst>
      <p:ext uri="{BB962C8B-B14F-4D97-AF65-F5344CB8AC3E}">
        <p14:creationId xmlns:p14="http://schemas.microsoft.com/office/powerpoint/2010/main" val="2215200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