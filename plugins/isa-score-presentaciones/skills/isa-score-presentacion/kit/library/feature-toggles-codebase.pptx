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34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6207-2E42-A260-2215-7A89D34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C912F-0B03-D312-DED4-DD898B28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1D0BD8-73B3-E211-26E0-65118115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F9209-4628-B4FB-E6E0-123E1F79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5886-8DD7-1841-8F61-7FEC91FB9E8A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833EA-567D-295F-B6E5-F775B5F3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9C0A-6389-7D9C-4D5B-18B13C7F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9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9291-70AC-CD38-AD5D-010207D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B8DAA2-F21E-BFE9-9B59-A72BDAE8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38451-C6D1-5796-7106-9408DD8F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CF22-3490-9C48-AAD0-9008F0F5E66B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68F4E-4F54-3BFD-9F5D-4438F92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B18AE-E547-2306-32A2-13DE8B80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467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CCD92A-A34E-D2C0-2FEB-CE76263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5CA3-3CE9-7948-97E8-98AAE23B93A7}" type="datetime1">
              <a:rPr lang="es-ES" smtClean="0"/>
              <a:t>9/9/25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ED4A33-0891-60B6-1F80-1FEC82DF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347339-E438-EEF2-8C9F-F0478DE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78BBE-A5FA-4073-915E-8A98A1CFAC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253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8216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7DC6-EC15-0C9E-D8E2-B2AB070C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4E880-E1B2-2E0E-6B31-AD987993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76F32-EBF2-5C81-6D4D-9DDAB2F7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936FD-3C1D-3C44-8C1A-BA0BF1527D36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8D3DC-E745-18DF-4D74-9AF39DA7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B7C02-E7C5-F3D5-275D-AA85253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648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251F-4AA8-74F0-541B-9046533C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8FF0B-F75B-8CEA-494D-013B68C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C4BB9-CCBD-7DDF-8D12-CC585B5E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CE30-A6A7-7342-AFF7-ED5837B486D0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F3354-CCA3-443B-6324-479B8FF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31B3-370F-FB68-33AA-D1FC5B73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29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9900D-4D3A-ED57-5B28-27B4430F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FE2983-7D96-A3EA-731D-9D61FC47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0F6D-EFD2-DE46-BC52-87FCA8D61492}" type="datetime1">
              <a:rPr lang="es-ES" smtClean="0"/>
              <a:t>9/9/25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295434-EFDD-E0A3-EDBF-7A17BDEA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FC4B29-FDF1-AF4B-BDC0-89717452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563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58087-E991-B6ED-CDC3-2AB5A02C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4DFC4-E067-6008-074F-B7FEA1304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C1AC6-435B-4A03-96D3-0FA332BF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80D-DE82-934F-B6DA-F93999FE90FF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9AFD2-B451-33BE-D1CC-E28BFE25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18213-6836-6471-8437-0D14EE12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663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56B66-FEDB-2FEC-479B-652E26E2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522AA-44FC-1B36-1272-E6C35FA1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54B46-7846-1091-12C8-C8740FEB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173700-6089-0C6E-2CAB-C25DF1D7D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81C747-CF4C-6357-FE04-5E64B3CF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B91CA-BC39-D01F-E846-BBA3D29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0AA-8EF7-1A42-A098-F69E5937DF6C}" type="datetime1">
              <a:rPr lang="es-ES" smtClean="0"/>
              <a:t>9/9/25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1875CB-8D86-4A15-64FD-9CEF2A3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5C1C11-EB90-752A-F5E8-A29B7FF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867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20DBD-387C-9797-C3D8-463B67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BCD540-46F6-9341-DC8D-2C48316D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2607B-4A75-204A-545B-424C6FE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5E11-D71D-A146-BF49-B1ECF88DD0F1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E28A4-5F37-5A00-561B-7C55A775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8CF9D-E5BE-1F9D-0996-AD080A4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79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156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4F94-C924-99C1-88E7-FD092AD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696094-7949-AE1C-B6AD-52DEB5DC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FB0D63-45BD-5A3C-EF9E-F617B428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B709B-D5AA-7B8D-742A-6A451E1E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B2B1-D5E6-3346-B0C4-5D24BAD756F0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64EAD-FEA8-66B0-3C7B-59E1CE60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EC519-DE0B-7651-A797-121D4927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932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6C415F-4666-E7C3-7116-D2922CA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AE60B-3ED2-D693-90DA-957DE6D7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8C4A6-A84A-8738-F9D3-86965BF4F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3EB5-4A05-9A45-9D66-C70D573B598D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120A4-D6CE-93B1-B314-16B569AD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055D-5F47-132A-38C7-3B488240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7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3.png"/><Relationship Id="rId4" Type="http://schemas.openxmlformats.org/officeDocument/2006/relationships/image" Target="../media/image3.jpe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636E25F4-84DD-E114-D992-89582FE49AFD}"/>
              </a:ext>
            </a:extLst>
          </p:cNvPr>
          <p:cNvSpPr txBox="1">
            <a:spLocks/>
          </p:cNvSpPr>
          <p:nvPr/>
        </p:nvSpPr>
        <p:spPr>
          <a:xfrm>
            <a:off x="196171" y="162528"/>
            <a:ext cx="39753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 err="1">
                <a:solidFill>
                  <a:srgbClr val="7E0029"/>
                </a:solidFill>
              </a:rPr>
              <a:t>Feature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Toggles</a:t>
            </a:r>
            <a:endParaRPr lang="es-ES" b="1" dirty="0">
              <a:solidFill>
                <a:srgbClr val="7E0029"/>
              </a:solidFill>
            </a:endParaRPr>
          </a:p>
        </p:txBody>
      </p:sp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56B7BAF3-A701-1997-4730-C0B168DF0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023" y="1622282"/>
            <a:ext cx="5739953" cy="5073190"/>
          </a:xfrm>
          <a:prstGeom prst="rect">
            <a:avLst/>
          </a:prstGeom>
        </p:spPr>
      </p:pic>
      <p:sp>
        <p:nvSpPr>
          <p:cNvPr id="255" name="CuadroTexto 254">
            <a:extLst>
              <a:ext uri="{FF2B5EF4-FFF2-40B4-BE49-F238E27FC236}">
                <a16:creationId xmlns:a16="http://schemas.microsoft.com/office/drawing/2014/main" id="{D47672DC-A637-F825-5E04-A042ADFD63EF}"/>
              </a:ext>
            </a:extLst>
          </p:cNvPr>
          <p:cNvSpPr txBox="1"/>
          <p:nvPr/>
        </p:nvSpPr>
        <p:spPr>
          <a:xfrm>
            <a:off x="11824592" y="6334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7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532892F-4A63-8955-D815-DB612C272741}"/>
              </a:ext>
            </a:extLst>
          </p:cNvPr>
          <p:cNvSpPr/>
          <p:nvPr/>
        </p:nvSpPr>
        <p:spPr>
          <a:xfrm>
            <a:off x="6118301" y="4572000"/>
            <a:ext cx="2456987" cy="2024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8" name="Imagen 7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00066D95-9BBD-6C28-A751-991D0A97D4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064"/>
          <a:stretch/>
        </p:blipFill>
        <p:spPr>
          <a:xfrm>
            <a:off x="6162906" y="4765907"/>
            <a:ext cx="2367776" cy="165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07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C8B49D0F-A8E7-4148-3D5F-ECB0B7B3A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AD3A6DE6-E01D-3207-6079-E094588EFCB1}"/>
              </a:ext>
            </a:extLst>
          </p:cNvPr>
          <p:cNvSpPr txBox="1">
            <a:spLocks/>
          </p:cNvSpPr>
          <p:nvPr/>
        </p:nvSpPr>
        <p:spPr>
          <a:xfrm>
            <a:off x="196171" y="162528"/>
            <a:ext cx="39753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 err="1">
                <a:solidFill>
                  <a:srgbClr val="7E0029"/>
                </a:solidFill>
              </a:rPr>
              <a:t>Feature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Toggles</a:t>
            </a:r>
            <a:endParaRPr lang="es-ES" b="1" dirty="0">
              <a:solidFill>
                <a:srgbClr val="7E0029"/>
              </a:solidFill>
            </a:endParaRPr>
          </a:p>
        </p:txBody>
      </p:sp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95575C70-8360-F63B-EBA2-7EAB5F987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023" y="1622282"/>
            <a:ext cx="5739953" cy="5073190"/>
          </a:xfrm>
          <a:prstGeom prst="rect">
            <a:avLst/>
          </a:prstGeom>
        </p:spPr>
      </p:pic>
      <p:sp>
        <p:nvSpPr>
          <p:cNvPr id="255" name="CuadroTexto 254">
            <a:extLst>
              <a:ext uri="{FF2B5EF4-FFF2-40B4-BE49-F238E27FC236}">
                <a16:creationId xmlns:a16="http://schemas.microsoft.com/office/drawing/2014/main" id="{5AF6DA9C-D3A9-A95B-3A16-A3E369A8A2FC}"/>
              </a:ext>
            </a:extLst>
          </p:cNvPr>
          <p:cNvSpPr txBox="1"/>
          <p:nvPr/>
        </p:nvSpPr>
        <p:spPr>
          <a:xfrm>
            <a:off x="11824592" y="6334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7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A92CF51-925B-ED6A-301F-B4F1C8224B06}"/>
              </a:ext>
            </a:extLst>
          </p:cNvPr>
          <p:cNvSpPr/>
          <p:nvPr/>
        </p:nvSpPr>
        <p:spPr>
          <a:xfrm>
            <a:off x="6118301" y="4572000"/>
            <a:ext cx="2456987" cy="2024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8" name="Imagen 7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11594A4C-C4DC-EB46-8FF9-38E1078A56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064"/>
          <a:stretch/>
        </p:blipFill>
        <p:spPr>
          <a:xfrm>
            <a:off x="6162906" y="4765907"/>
            <a:ext cx="2367776" cy="1652578"/>
          </a:xfrm>
          <a:prstGeom prst="rect">
            <a:avLst/>
          </a:prstGeom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F22C7509-1EC8-5EE1-BE52-6A894652DE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575" y="5954752"/>
            <a:ext cx="395895" cy="407206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E8B67B30-E430-79E6-3413-6F2C6BB8E0FE}"/>
              </a:ext>
            </a:extLst>
          </p:cNvPr>
          <p:cNvSpPr/>
          <p:nvPr/>
        </p:nvSpPr>
        <p:spPr>
          <a:xfrm>
            <a:off x="5720576" y="2486722"/>
            <a:ext cx="442330" cy="40144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7E80585-8B50-A93A-5006-47BF08756B31}"/>
              </a:ext>
            </a:extLst>
          </p:cNvPr>
          <p:cNvSpPr/>
          <p:nvPr/>
        </p:nvSpPr>
        <p:spPr>
          <a:xfrm>
            <a:off x="8020330" y="3205976"/>
            <a:ext cx="442330" cy="40144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55875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F42D5CB-250E-26A1-C399-0E1D42AB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C2EE8F8-160F-ED5D-0E8C-1031AC8476C0}"/>
              </a:ext>
            </a:extLst>
          </p:cNvPr>
          <p:cNvSpPr txBox="1">
            <a:spLocks/>
          </p:cNvSpPr>
          <p:nvPr/>
        </p:nvSpPr>
        <p:spPr>
          <a:xfrm>
            <a:off x="196171" y="162528"/>
            <a:ext cx="40172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 err="1">
                <a:solidFill>
                  <a:srgbClr val="7E0029"/>
                </a:solidFill>
              </a:rPr>
              <a:t>Feature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Toggles</a:t>
            </a:r>
            <a:endParaRPr lang="es-ES" b="1" dirty="0">
              <a:solidFill>
                <a:srgbClr val="7E0029"/>
              </a:solidFill>
            </a:endParaRPr>
          </a:p>
        </p:txBody>
      </p:sp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356B1AF8-B109-385E-EB06-FC9A16B95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81" y="1918447"/>
            <a:ext cx="5994469" cy="5298141"/>
          </a:xfrm>
          <a:prstGeom prst="rect">
            <a:avLst/>
          </a:prstGeom>
        </p:spPr>
      </p:pic>
      <p:sp>
        <p:nvSpPr>
          <p:cNvPr id="2" name="Flecha abajo 1">
            <a:extLst>
              <a:ext uri="{FF2B5EF4-FFF2-40B4-BE49-F238E27FC236}">
                <a16:creationId xmlns:a16="http://schemas.microsoft.com/office/drawing/2014/main" id="{5B5601D1-5CE4-4EFC-7115-98DEB4131B77}"/>
              </a:ext>
            </a:extLst>
          </p:cNvPr>
          <p:cNvSpPr/>
          <p:nvPr/>
        </p:nvSpPr>
        <p:spPr>
          <a:xfrm>
            <a:off x="1154206" y="2573619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Flecha abajo 2">
            <a:extLst>
              <a:ext uri="{FF2B5EF4-FFF2-40B4-BE49-F238E27FC236}">
                <a16:creationId xmlns:a16="http://schemas.microsoft.com/office/drawing/2014/main" id="{E86FF29E-5034-3E00-B937-46423F21F3BA}"/>
              </a:ext>
            </a:extLst>
          </p:cNvPr>
          <p:cNvSpPr/>
          <p:nvPr/>
        </p:nvSpPr>
        <p:spPr>
          <a:xfrm>
            <a:off x="1312396" y="3043892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Flecha abajo 3">
            <a:extLst>
              <a:ext uri="{FF2B5EF4-FFF2-40B4-BE49-F238E27FC236}">
                <a16:creationId xmlns:a16="http://schemas.microsoft.com/office/drawing/2014/main" id="{CF167497-8773-D491-4FC0-83095E563EEC}"/>
              </a:ext>
            </a:extLst>
          </p:cNvPr>
          <p:cNvSpPr/>
          <p:nvPr/>
        </p:nvSpPr>
        <p:spPr>
          <a:xfrm>
            <a:off x="979208" y="3623238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Flecha abajo 4">
            <a:extLst>
              <a:ext uri="{FF2B5EF4-FFF2-40B4-BE49-F238E27FC236}">
                <a16:creationId xmlns:a16="http://schemas.microsoft.com/office/drawing/2014/main" id="{0DD09BCD-D855-8F13-0576-E6F5E3AF3E2E}"/>
              </a:ext>
            </a:extLst>
          </p:cNvPr>
          <p:cNvSpPr/>
          <p:nvPr/>
        </p:nvSpPr>
        <p:spPr>
          <a:xfrm>
            <a:off x="3003517" y="2737598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3" name="Flecha abajo 132">
            <a:extLst>
              <a:ext uri="{FF2B5EF4-FFF2-40B4-BE49-F238E27FC236}">
                <a16:creationId xmlns:a16="http://schemas.microsoft.com/office/drawing/2014/main" id="{EE27573B-A686-5A38-C3C3-BB4B79890D70}"/>
              </a:ext>
            </a:extLst>
          </p:cNvPr>
          <p:cNvSpPr/>
          <p:nvPr/>
        </p:nvSpPr>
        <p:spPr>
          <a:xfrm>
            <a:off x="2779061" y="3345330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4" name="Flecha abajo 133">
            <a:extLst>
              <a:ext uri="{FF2B5EF4-FFF2-40B4-BE49-F238E27FC236}">
                <a16:creationId xmlns:a16="http://schemas.microsoft.com/office/drawing/2014/main" id="{978C5E5E-70D9-E50A-FB62-BA76AE05D461}"/>
              </a:ext>
            </a:extLst>
          </p:cNvPr>
          <p:cNvSpPr/>
          <p:nvPr/>
        </p:nvSpPr>
        <p:spPr>
          <a:xfrm>
            <a:off x="5173756" y="2604994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5" name="Flecha abajo 134">
            <a:extLst>
              <a:ext uri="{FF2B5EF4-FFF2-40B4-BE49-F238E27FC236}">
                <a16:creationId xmlns:a16="http://schemas.microsoft.com/office/drawing/2014/main" id="{604E2281-4BCD-698B-5B7A-46F56C7E55DF}"/>
              </a:ext>
            </a:extLst>
          </p:cNvPr>
          <p:cNvSpPr/>
          <p:nvPr/>
        </p:nvSpPr>
        <p:spPr>
          <a:xfrm>
            <a:off x="3215401" y="3343089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6" name="Flecha abajo 135">
            <a:extLst>
              <a:ext uri="{FF2B5EF4-FFF2-40B4-BE49-F238E27FC236}">
                <a16:creationId xmlns:a16="http://schemas.microsoft.com/office/drawing/2014/main" id="{BD73C4DB-6957-F83D-D052-A25DD21772AB}"/>
              </a:ext>
            </a:extLst>
          </p:cNvPr>
          <p:cNvSpPr/>
          <p:nvPr/>
        </p:nvSpPr>
        <p:spPr>
          <a:xfrm>
            <a:off x="5402990" y="3490634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065114AB-A1DD-539B-DB6B-4C7265B3141B}"/>
              </a:ext>
            </a:extLst>
          </p:cNvPr>
          <p:cNvSpPr txBox="1"/>
          <p:nvPr/>
        </p:nvSpPr>
        <p:spPr>
          <a:xfrm>
            <a:off x="8738979" y="2616842"/>
            <a:ext cx="108234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800" dirty="0">
                <a:solidFill>
                  <a:srgbClr val="7E0029"/>
                </a:solidFill>
              </a:rPr>
              <a:t>8</a:t>
            </a:r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19D4791E-7475-0945-6299-8C9AA3597813}"/>
              </a:ext>
            </a:extLst>
          </p:cNvPr>
          <p:cNvSpPr txBox="1"/>
          <p:nvPr/>
        </p:nvSpPr>
        <p:spPr>
          <a:xfrm>
            <a:off x="3807571" y="412047"/>
            <a:ext cx="44513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>
                <a:solidFill>
                  <a:srgbClr val="7E002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s-ES" sz="4400" b="1" dirty="0" err="1">
                <a:solidFill>
                  <a:srgbClr val="7E0029"/>
                </a:solidFill>
                <a:latin typeface="+mj-lt"/>
                <a:ea typeface="+mj-ea"/>
                <a:cs typeface="+mj-cs"/>
              </a:rPr>
              <a:t>Evaluation</a:t>
            </a:r>
            <a:r>
              <a:rPr lang="es-ES" sz="4400" b="1" dirty="0">
                <a:solidFill>
                  <a:srgbClr val="7E002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ES" sz="4400" b="1" dirty="0" err="1">
                <a:solidFill>
                  <a:srgbClr val="7E0029"/>
                </a:solidFill>
                <a:latin typeface="+mj-lt"/>
                <a:ea typeface="+mj-ea"/>
                <a:cs typeface="+mj-cs"/>
              </a:rPr>
              <a:t>Space</a:t>
            </a:r>
            <a:endParaRPr lang="es-ES_tradnl" sz="4400" b="1" dirty="0">
              <a:solidFill>
                <a:srgbClr val="7E002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282B8B2-2443-78B9-370C-3E333ED17ABA}"/>
              </a:ext>
            </a:extLst>
          </p:cNvPr>
          <p:cNvSpPr txBox="1"/>
          <p:nvPr/>
        </p:nvSpPr>
        <p:spPr>
          <a:xfrm>
            <a:off x="11824592" y="6334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7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8EA8608-00D2-156E-CB04-620CEDF96EF4}"/>
              </a:ext>
            </a:extLst>
          </p:cNvPr>
          <p:cNvSpPr txBox="1"/>
          <p:nvPr/>
        </p:nvSpPr>
        <p:spPr>
          <a:xfrm>
            <a:off x="7878038" y="4567517"/>
            <a:ext cx="2804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 err="1">
                <a:solidFill>
                  <a:srgbClr val="7E0029"/>
                </a:solidFill>
              </a:rPr>
              <a:t>evaluation</a:t>
            </a:r>
            <a:r>
              <a:rPr lang="es-ES_tradnl" sz="2400" dirty="0">
                <a:solidFill>
                  <a:srgbClr val="7E0029"/>
                </a:solidFill>
              </a:rPr>
              <a:t> </a:t>
            </a:r>
            <a:r>
              <a:rPr lang="es-ES_tradnl" sz="2400" dirty="0" err="1">
                <a:solidFill>
                  <a:srgbClr val="7E0029"/>
                </a:solidFill>
              </a:rPr>
              <a:t>space</a:t>
            </a:r>
            <a:r>
              <a:rPr lang="es-ES_tradnl" sz="2400" dirty="0">
                <a:solidFill>
                  <a:srgbClr val="7E0029"/>
                </a:solidFill>
              </a:rPr>
              <a:t> </a:t>
            </a:r>
            <a:r>
              <a:rPr lang="es-ES_tradnl" sz="2400" dirty="0" err="1">
                <a:solidFill>
                  <a:srgbClr val="7E0029"/>
                </a:solidFill>
              </a:rPr>
              <a:t>size</a:t>
            </a:r>
            <a:endParaRPr lang="es-ES_tradnl" sz="2400" dirty="0">
              <a:solidFill>
                <a:srgbClr val="7E0029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2C83481-963B-E9EC-89DB-35D2B9C74D9A}"/>
              </a:ext>
            </a:extLst>
          </p:cNvPr>
          <p:cNvSpPr/>
          <p:nvPr/>
        </p:nvSpPr>
        <p:spPr>
          <a:xfrm>
            <a:off x="3215401" y="5011515"/>
            <a:ext cx="2572082" cy="20918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2" name="Imagen 11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74CD5D01-9754-15E4-0A98-90A8FBEA01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064"/>
          <a:stretch/>
        </p:blipFill>
        <p:spPr>
          <a:xfrm>
            <a:off x="3260005" y="5205421"/>
            <a:ext cx="2527477" cy="176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12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/>
      <p:bldP spid="10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1A1CD2B-3D2D-DDCA-BA4F-410ECC79A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A21FAED-BE86-6A95-393F-E86C5D7F1EED}"/>
              </a:ext>
            </a:extLst>
          </p:cNvPr>
          <p:cNvSpPr txBox="1">
            <a:spLocks/>
          </p:cNvSpPr>
          <p:nvPr/>
        </p:nvSpPr>
        <p:spPr>
          <a:xfrm>
            <a:off x="196171" y="162528"/>
            <a:ext cx="40172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 err="1">
                <a:solidFill>
                  <a:srgbClr val="7E0029"/>
                </a:solidFill>
              </a:rPr>
              <a:t>Feature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Toggles</a:t>
            </a:r>
            <a:endParaRPr lang="es-ES" b="1" dirty="0">
              <a:solidFill>
                <a:srgbClr val="7E0029"/>
              </a:solidFill>
            </a:endParaRPr>
          </a:p>
        </p:txBody>
      </p:sp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B644AB27-0297-0C59-5C4F-1305D04AD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81" y="1918447"/>
            <a:ext cx="5994469" cy="5298141"/>
          </a:xfrm>
          <a:prstGeom prst="rect">
            <a:avLst/>
          </a:prstGeom>
        </p:spPr>
      </p:pic>
      <p:sp>
        <p:nvSpPr>
          <p:cNvPr id="2" name="Flecha abajo 1">
            <a:extLst>
              <a:ext uri="{FF2B5EF4-FFF2-40B4-BE49-F238E27FC236}">
                <a16:creationId xmlns:a16="http://schemas.microsoft.com/office/drawing/2014/main" id="{E28DB79D-B064-58C9-6E3F-D34707E82E36}"/>
              </a:ext>
            </a:extLst>
          </p:cNvPr>
          <p:cNvSpPr/>
          <p:nvPr/>
        </p:nvSpPr>
        <p:spPr>
          <a:xfrm>
            <a:off x="1154206" y="2573619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Flecha abajo 2">
            <a:extLst>
              <a:ext uri="{FF2B5EF4-FFF2-40B4-BE49-F238E27FC236}">
                <a16:creationId xmlns:a16="http://schemas.microsoft.com/office/drawing/2014/main" id="{F297876C-FAA2-4F51-1EFF-30A3A5E076AD}"/>
              </a:ext>
            </a:extLst>
          </p:cNvPr>
          <p:cNvSpPr/>
          <p:nvPr/>
        </p:nvSpPr>
        <p:spPr>
          <a:xfrm>
            <a:off x="1312396" y="3043892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Flecha abajo 3">
            <a:extLst>
              <a:ext uri="{FF2B5EF4-FFF2-40B4-BE49-F238E27FC236}">
                <a16:creationId xmlns:a16="http://schemas.microsoft.com/office/drawing/2014/main" id="{CAE47992-E622-707F-A707-2B08FC4D2643}"/>
              </a:ext>
            </a:extLst>
          </p:cNvPr>
          <p:cNvSpPr/>
          <p:nvPr/>
        </p:nvSpPr>
        <p:spPr>
          <a:xfrm>
            <a:off x="979208" y="3623238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Flecha abajo 4">
            <a:extLst>
              <a:ext uri="{FF2B5EF4-FFF2-40B4-BE49-F238E27FC236}">
                <a16:creationId xmlns:a16="http://schemas.microsoft.com/office/drawing/2014/main" id="{4DB77158-6B74-1115-26B1-E49FCB65FE77}"/>
              </a:ext>
            </a:extLst>
          </p:cNvPr>
          <p:cNvSpPr/>
          <p:nvPr/>
        </p:nvSpPr>
        <p:spPr>
          <a:xfrm>
            <a:off x="3003517" y="2737598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3" name="Flecha abajo 132">
            <a:extLst>
              <a:ext uri="{FF2B5EF4-FFF2-40B4-BE49-F238E27FC236}">
                <a16:creationId xmlns:a16="http://schemas.microsoft.com/office/drawing/2014/main" id="{9CE7ECBE-282B-9558-ED88-EE0F3C16ED60}"/>
              </a:ext>
            </a:extLst>
          </p:cNvPr>
          <p:cNvSpPr/>
          <p:nvPr/>
        </p:nvSpPr>
        <p:spPr>
          <a:xfrm>
            <a:off x="2779061" y="3345330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4" name="Flecha abajo 133">
            <a:extLst>
              <a:ext uri="{FF2B5EF4-FFF2-40B4-BE49-F238E27FC236}">
                <a16:creationId xmlns:a16="http://schemas.microsoft.com/office/drawing/2014/main" id="{9C2EDD4B-F1CB-D9D7-8909-F9E992C5C824}"/>
              </a:ext>
            </a:extLst>
          </p:cNvPr>
          <p:cNvSpPr/>
          <p:nvPr/>
        </p:nvSpPr>
        <p:spPr>
          <a:xfrm>
            <a:off x="5173756" y="2604994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5" name="Flecha abajo 134">
            <a:extLst>
              <a:ext uri="{FF2B5EF4-FFF2-40B4-BE49-F238E27FC236}">
                <a16:creationId xmlns:a16="http://schemas.microsoft.com/office/drawing/2014/main" id="{B595EB38-5879-576E-50AA-1E4D69A2DF48}"/>
              </a:ext>
            </a:extLst>
          </p:cNvPr>
          <p:cNvSpPr/>
          <p:nvPr/>
        </p:nvSpPr>
        <p:spPr>
          <a:xfrm>
            <a:off x="3215401" y="3343089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6" name="Flecha abajo 135">
            <a:extLst>
              <a:ext uri="{FF2B5EF4-FFF2-40B4-BE49-F238E27FC236}">
                <a16:creationId xmlns:a16="http://schemas.microsoft.com/office/drawing/2014/main" id="{78EE8C4F-F03C-BB9C-45AB-685368259114}"/>
              </a:ext>
            </a:extLst>
          </p:cNvPr>
          <p:cNvSpPr/>
          <p:nvPr/>
        </p:nvSpPr>
        <p:spPr>
          <a:xfrm>
            <a:off x="5402990" y="3490634"/>
            <a:ext cx="88900" cy="203200"/>
          </a:xfrm>
          <a:prstGeom prst="down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4C927C56-8A7C-D125-4381-83345A4C75C4}"/>
              </a:ext>
            </a:extLst>
          </p:cNvPr>
          <p:cNvSpPr txBox="1"/>
          <p:nvPr/>
        </p:nvSpPr>
        <p:spPr>
          <a:xfrm>
            <a:off x="3807571" y="412047"/>
            <a:ext cx="44513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>
                <a:solidFill>
                  <a:srgbClr val="7E002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s-ES" sz="4400" b="1" dirty="0" err="1">
                <a:solidFill>
                  <a:srgbClr val="7E0029"/>
                </a:solidFill>
                <a:latin typeface="+mj-lt"/>
                <a:ea typeface="+mj-ea"/>
                <a:cs typeface="+mj-cs"/>
              </a:rPr>
              <a:t>Evaluation</a:t>
            </a:r>
            <a:r>
              <a:rPr lang="es-ES" sz="4400" b="1" dirty="0">
                <a:solidFill>
                  <a:srgbClr val="7E002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ES" sz="4400" b="1" dirty="0" err="1">
                <a:solidFill>
                  <a:srgbClr val="7E0029"/>
                </a:solidFill>
                <a:latin typeface="+mj-lt"/>
                <a:ea typeface="+mj-ea"/>
                <a:cs typeface="+mj-cs"/>
              </a:rPr>
              <a:t>Space</a:t>
            </a:r>
            <a:endParaRPr lang="es-ES_tradnl" sz="4400" b="1" dirty="0">
              <a:solidFill>
                <a:srgbClr val="7E0029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00FDEA6-7C3C-41EB-77EC-31CF8C26EAC0}"/>
              </a:ext>
            </a:extLst>
          </p:cNvPr>
          <p:cNvGrpSpPr/>
          <p:nvPr/>
        </p:nvGrpSpPr>
        <p:grpSpPr>
          <a:xfrm>
            <a:off x="6567837" y="1181488"/>
            <a:ext cx="5624163" cy="2540337"/>
            <a:chOff x="6995891" y="1727574"/>
            <a:chExt cx="4034703" cy="2223247"/>
          </a:xfrm>
        </p:grpSpPr>
        <p:pic>
          <p:nvPicPr>
            <p:cNvPr id="1026" name="Picture 2" descr="What Is Client-Server Architecture? | Liquid Web">
              <a:extLst>
                <a:ext uri="{FF2B5EF4-FFF2-40B4-BE49-F238E27FC236}">
                  <a16:creationId xmlns:a16="http://schemas.microsoft.com/office/drawing/2014/main" id="{C7E61E9D-F208-4BE6-C61F-C32E74634C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5891" y="1727574"/>
              <a:ext cx="3486175" cy="2223247"/>
            </a:xfrm>
            <a:prstGeom prst="rect">
              <a:avLst/>
            </a:prstGeom>
            <a:noFill/>
            <a:ln w="19050">
              <a:solidFill>
                <a:srgbClr val="7E0029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7" name="CuadroTexto 136">
              <a:extLst>
                <a:ext uri="{FF2B5EF4-FFF2-40B4-BE49-F238E27FC236}">
                  <a16:creationId xmlns:a16="http://schemas.microsoft.com/office/drawing/2014/main" id="{2493462E-C054-2D96-C67D-0E2299AEBDF5}"/>
                </a:ext>
              </a:extLst>
            </p:cNvPr>
            <p:cNvSpPr txBox="1"/>
            <p:nvPr/>
          </p:nvSpPr>
          <p:spPr>
            <a:xfrm>
              <a:off x="10533342" y="2526512"/>
              <a:ext cx="49725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4800" dirty="0">
                  <a:solidFill>
                    <a:srgbClr val="7E0029"/>
                  </a:solidFill>
                </a:rPr>
                <a:t>8</a:t>
              </a:r>
              <a:endParaRPr lang="es-ES_tradnl" sz="13800" dirty="0">
                <a:solidFill>
                  <a:srgbClr val="7E0029"/>
                </a:solidFill>
              </a:endParaRPr>
            </a:p>
          </p:txBody>
        </p:sp>
      </p:grpSp>
      <p:pic>
        <p:nvPicPr>
          <p:cNvPr id="1028" name="Picture 4" descr="Microservices Architecture for Enterprise Large-Scaled Application | by  Mehmet Ozkaya | Design Microservices Architecture with Patterns &amp;  Principles | Medium">
            <a:extLst>
              <a:ext uri="{FF2B5EF4-FFF2-40B4-BE49-F238E27FC236}">
                <a16:creationId xmlns:a16="http://schemas.microsoft.com/office/drawing/2014/main" id="{4BB72516-A9D4-2564-0F4D-5867CC373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714" y="3886248"/>
            <a:ext cx="4890667" cy="2802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993BB78-4761-4CF7-1553-179AF33EF5C1}"/>
              </a:ext>
            </a:extLst>
          </p:cNvPr>
          <p:cNvSpPr txBox="1"/>
          <p:nvPr/>
        </p:nvSpPr>
        <p:spPr>
          <a:xfrm>
            <a:off x="11436665" y="4211122"/>
            <a:ext cx="75533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4400" dirty="0">
                <a:solidFill>
                  <a:srgbClr val="7E0029"/>
                </a:solidFill>
              </a:rPr>
              <a:t>8+</a:t>
            </a:r>
          </a:p>
          <a:p>
            <a:pPr algn="ctr"/>
            <a:r>
              <a:rPr lang="es-ES_tradnl" sz="4400" dirty="0">
                <a:solidFill>
                  <a:srgbClr val="7E0029"/>
                </a:solidFill>
              </a:rPr>
              <a:t>…</a:t>
            </a:r>
          </a:p>
          <a:p>
            <a:pPr algn="ctr"/>
            <a:r>
              <a:rPr lang="es-ES_tradnl" sz="4400" dirty="0">
                <a:solidFill>
                  <a:srgbClr val="7E0029"/>
                </a:solidFill>
              </a:rPr>
              <a:t>32</a:t>
            </a:r>
            <a:endParaRPr lang="es-ES_tradnl" sz="11500" dirty="0">
              <a:solidFill>
                <a:srgbClr val="7E0029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29733A3-1188-4167-DFE4-85A73DA1BDCC}"/>
              </a:ext>
            </a:extLst>
          </p:cNvPr>
          <p:cNvSpPr txBox="1"/>
          <p:nvPr/>
        </p:nvSpPr>
        <p:spPr>
          <a:xfrm>
            <a:off x="11824592" y="6334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7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C18E50D-24F4-68FD-4D96-C4B65FCD9246}"/>
              </a:ext>
            </a:extLst>
          </p:cNvPr>
          <p:cNvSpPr/>
          <p:nvPr/>
        </p:nvSpPr>
        <p:spPr>
          <a:xfrm>
            <a:off x="3215401" y="5011515"/>
            <a:ext cx="2572082" cy="20918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1" name="Imagen 10" descr="Imagen que contiene Aplicación&#10;&#10;Descripción generada automáticamente">
            <a:extLst>
              <a:ext uri="{FF2B5EF4-FFF2-40B4-BE49-F238E27FC236}">
                <a16:creationId xmlns:a16="http://schemas.microsoft.com/office/drawing/2014/main" id="{3FFBD82C-AC2F-5569-E074-0A0389F2CD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064"/>
          <a:stretch/>
        </p:blipFill>
        <p:spPr>
          <a:xfrm>
            <a:off x="3260005" y="5205421"/>
            <a:ext cx="2527477" cy="176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50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