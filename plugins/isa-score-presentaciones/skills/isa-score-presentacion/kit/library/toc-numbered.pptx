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4"/>
    <p:sldMasterId id="2147483734" r:id="rId11"/>
  </p:sldMasterIdLst>
  <p:notesMasterIdLst>
    <p:notesMasterId r:id="rId54"/>
  </p:notesMasterIdLst>
  <p:sldIdLst>
    <p:sldId id="256" r:id="rId12"/>
    <p:sldId id="257" r:id="rId1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HARVEY" id="{69C2311D-418E-054C-8B44-695FFBE02399}">
          <p14:sldIdLst>
            <p14:sldId id="1068"/>
            <p14:sldId id="1443"/>
            <p14:sldId id="1514"/>
            <p14:sldId id="1510"/>
            <p14:sldId id="1512"/>
            <p14:sldId id="1471"/>
            <p14:sldId id="1472"/>
            <p14:sldId id="1473"/>
            <p14:sldId id="1474"/>
            <p14:sldId id="1475"/>
            <p14:sldId id="1476"/>
            <p14:sldId id="1477"/>
            <p14:sldId id="1280"/>
            <p14:sldId id="1470"/>
            <p14:sldId id="1496"/>
            <p14:sldId id="1498"/>
            <p14:sldId id="1497"/>
            <p14:sldId id="1500"/>
            <p14:sldId id="1469"/>
            <p14:sldId id="1502"/>
            <p14:sldId id="1463"/>
            <p14:sldId id="1464"/>
            <p14:sldId id="1358"/>
            <p14:sldId id="1366"/>
            <p14:sldId id="1489"/>
            <p14:sldId id="1490"/>
            <p14:sldId id="1491"/>
            <p14:sldId id="1492"/>
            <p14:sldId id="1493"/>
            <p14:sldId id="1494"/>
            <p14:sldId id="1495"/>
            <p14:sldId id="1503"/>
            <p14:sldId id="1466"/>
            <p14:sldId id="1509"/>
            <p14:sldId id="1505"/>
            <p14:sldId id="1478"/>
            <p14:sldId id="1506"/>
            <p14:sldId id="1508"/>
            <p14:sldId id="1507"/>
            <p14:sldId id="1277"/>
            <p14:sldId id="1486"/>
            <p14:sldId id="1487"/>
            <p14:sldId id="1480"/>
            <p14:sldId id="1281"/>
            <p14:sldId id="1282"/>
            <p14:sldId id="1485"/>
            <p14:sldId id="1488"/>
            <p14:sldId id="1513"/>
            <p14:sldId id="123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NUEL RESINAS ARIAS DE REYNA" initials="MRADR" lastIdx="13" clrIdx="0">
    <p:extLst>
      <p:ext uri="{19B8F6BF-5375-455C-9EA6-DF929625EA0E}">
        <p15:presenceInfo xmlns:p15="http://schemas.microsoft.com/office/powerpoint/2012/main" userId="S::resinas@us.es::03212896-fb2f-4e95-9dcf-71df1a9d8c3f" providerId="AD"/>
      </p:ext>
    </p:extLst>
  </p:cmAuthor>
  <p:cmAuthor id="2" name="MARIA SALAS URBANO" initials="MSU" lastIdx="3" clrIdx="1">
    <p:extLst>
      <p:ext uri="{19B8F6BF-5375-455C-9EA6-DF929625EA0E}">
        <p15:presenceInfo xmlns:p15="http://schemas.microsoft.com/office/powerpoint/2012/main" userId="MARIA SALAS URBANO" providerId="None"/>
      </p:ext>
    </p:extLst>
  </p:cmAuthor>
  <p:cmAuthor id="3" name="CRISTINA CABANILLAS MACIAS" initials="CCM" lastIdx="1" clrIdx="2">
    <p:extLst>
      <p:ext uri="{19B8F6BF-5375-455C-9EA6-DF929625EA0E}">
        <p15:presenceInfo xmlns:p15="http://schemas.microsoft.com/office/powerpoint/2012/main" userId="S::cristinacabanillas@us.es::4532e087-6711-4360-a25b-0477b7cdd7f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B1B3F"/>
    <a:srgbClr val="000000"/>
    <a:srgbClr val="9DD8E9"/>
    <a:srgbClr val="31859C"/>
    <a:srgbClr val="FFC68C"/>
    <a:srgbClr val="FFEEA3"/>
    <a:srgbClr val="68A5AB"/>
    <a:srgbClr val="DEBCDA"/>
    <a:srgbClr val="87999C"/>
    <a:srgbClr val="FF9D9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67"/>
    <p:restoredTop sz="89066" autoAdjust="0"/>
  </p:normalViewPr>
  <p:slideViewPr>
    <p:cSldViewPr snapToGrid="0">
      <p:cViewPr varScale="1">
        <p:scale>
          <a:sx n="139" d="100"/>
          <a:sy n="139" d="100"/>
        </p:scale>
        <p:origin x="200" y="35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1" Type="http://schemas.openxmlformats.org/officeDocument/2006/relationships/slideMaster" Target="slideMasters/slideMaster2.xml"/><Relationship Id="rId12" Type="http://schemas.openxmlformats.org/officeDocument/2006/relationships/slide" Target="slides/slide1.xml"/><Relationship Id="rId13" Type="http://schemas.openxmlformats.org/officeDocument/2006/relationships/slide" Target="slides/slide2.xml"/><Relationship Id="rId54" Type="http://schemas.openxmlformats.org/officeDocument/2006/relationships/notesMaster" Target="notesMasters/notesMaster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7E1B5A-6D1D-4424-B231-BA9578D043E9}" type="datetimeFigureOut">
              <a:rPr lang="es-ES" smtClean="0"/>
              <a:t>10/6/26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DB20BF-CB95-4761-9F17-69DD67B5745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9529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eg"/><Relationship Id="rId3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2747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AFCF6-EFA1-9446-8881-BC6657C215F2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2038806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ulo y imagen gra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0" y="997765"/>
            <a:ext cx="12192000" cy="586023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6138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45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2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09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27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4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DBD8D-0E47-C747-9A57-FEF8A3D0819A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9988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677D6-0971-FA40-A670-383B7DB29D60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58079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 arriba y abaj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09600" y="947340"/>
            <a:ext cx="10972800" cy="28511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3798462"/>
            <a:ext cx="10972800" cy="29438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9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93369" y="1535114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2" indent="0">
              <a:buNone/>
              <a:defRPr sz="2000" b="1"/>
            </a:lvl2pPr>
            <a:lvl3pPr marL="914364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1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C0E6A-D9EE-0441-88E9-DAF705FD65AB}" type="datetime1">
              <a:rPr lang="es-ES" smtClean="0"/>
              <a:t>10/6/26</a:t>
            </a:fld>
            <a:endParaRPr lang="en-GB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161624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1330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2558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2" indent="0">
              <a:buNone/>
              <a:defRPr sz="2800"/>
            </a:lvl2pPr>
            <a:lvl3pPr marL="914364" indent="0">
              <a:buNone/>
              <a:defRPr sz="2400"/>
            </a:lvl3pPr>
            <a:lvl4pPr marL="1371545" indent="0">
              <a:buNone/>
              <a:defRPr sz="2000"/>
            </a:lvl4pPr>
            <a:lvl5pPr marL="1828727" indent="0">
              <a:buNone/>
              <a:defRPr sz="2000"/>
            </a:lvl5pPr>
            <a:lvl6pPr marL="2285909" indent="0">
              <a:buNone/>
              <a:defRPr sz="2000"/>
            </a:lvl6pPr>
            <a:lvl7pPr marL="2743091" indent="0">
              <a:buNone/>
              <a:defRPr sz="2000"/>
            </a:lvl7pPr>
            <a:lvl8pPr marL="3200272" indent="0">
              <a:buNone/>
              <a:defRPr sz="2000"/>
            </a:lvl8pPr>
            <a:lvl9pPr marL="3657454" indent="0">
              <a:buNone/>
              <a:defRPr sz="2000"/>
            </a:lvl9pPr>
          </a:lstStyle>
          <a:p>
            <a:r>
              <a:rPr lang="en-GB"/>
              <a:t>Click icon to add picture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2" indent="0">
              <a:buNone/>
              <a:defRPr sz="1200"/>
            </a:lvl2pPr>
            <a:lvl3pPr marL="914364" indent="0">
              <a:buNone/>
              <a:defRPr sz="1000"/>
            </a:lvl3pPr>
            <a:lvl4pPr marL="1371545" indent="0">
              <a:buNone/>
              <a:defRPr sz="900"/>
            </a:lvl4pPr>
            <a:lvl5pPr marL="1828727" indent="0">
              <a:buNone/>
              <a:defRPr sz="900"/>
            </a:lvl5pPr>
            <a:lvl6pPr marL="2285909" indent="0">
              <a:buNone/>
              <a:defRPr sz="900"/>
            </a:lvl6pPr>
            <a:lvl7pPr marL="2743091" indent="0">
              <a:buNone/>
              <a:defRPr sz="900"/>
            </a:lvl7pPr>
            <a:lvl8pPr marL="3200272" indent="0">
              <a:buNone/>
              <a:defRPr sz="900"/>
            </a:lvl8pPr>
            <a:lvl9pPr marL="3657454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83E56-88EC-654C-B949-97EB307B43C5}" type="datetime1">
              <a:rPr lang="es-ES" smtClean="0"/>
              <a:t>10/6/26</a:t>
            </a:fld>
            <a:endParaRPr lang="en-GB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357037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ent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84859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ral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31371" y="1729497"/>
            <a:ext cx="11106189" cy="3355688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Clr>
                <a:srgbClr val="A8003B"/>
              </a:buClr>
              <a:buFont typeface="Arial" pitchFamily="34" charset="0"/>
              <a:buNone/>
              <a:defRPr sz="36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1pPr>
            <a:lvl2pPr marL="457182" indent="0" algn="ctr">
              <a:buClr>
                <a:srgbClr val="A8003B"/>
              </a:buClr>
              <a:buFont typeface="Arial" pitchFamily="34" charset="0"/>
              <a:buNone/>
              <a:defRPr sz="32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2pPr>
            <a:lvl3pPr marL="914364" indent="0" algn="ctr">
              <a:buClr>
                <a:srgbClr val="A8003B"/>
              </a:buClr>
              <a:buNone/>
              <a:defRPr sz="28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3pPr>
            <a:lvl4pPr marL="1371545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4pPr>
            <a:lvl5pPr marL="1828727" indent="0" algn="ctr">
              <a:buClr>
                <a:srgbClr val="A8003B"/>
              </a:buClr>
              <a:buFont typeface="Arial" pitchFamily="34" charset="0"/>
              <a:buNone/>
              <a:defRPr sz="2400" baseline="0">
                <a:solidFill>
                  <a:srgbClr val="7F7F7F"/>
                </a:solidFill>
                <a:latin typeface="Arial Narrow" pitchFamily="34" charset="0"/>
                <a:cs typeface="Arial" pitchFamily="34" charset="0"/>
              </a:defRPr>
            </a:lvl5pPr>
          </a:lstStyle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021013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lo ima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97579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grande con ti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arcador de contenido 6"/>
          <p:cNvSpPr>
            <a:spLocks noGrp="1"/>
          </p:cNvSpPr>
          <p:nvPr>
            <p:ph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4433643"/>
            <a:ext cx="12192000" cy="1580728"/>
          </a:xfrm>
          <a:solidFill>
            <a:schemeClr val="tx1">
              <a:alpha val="34000"/>
            </a:schemeClr>
          </a:solidFill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146570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341133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ítulo y objetos encima del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24417" y="152400"/>
            <a:ext cx="10752667" cy="762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24419" y="1196975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24419" y="3865564"/>
            <a:ext cx="10754783" cy="25161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32135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628446" y="1544637"/>
            <a:ext cx="7127052" cy="2321807"/>
          </a:xfrm>
          <a:noFill/>
        </p:spPr>
        <p:txBody>
          <a:bodyPr/>
          <a:lstStyle>
            <a:lvl1pPr>
              <a:defRPr sz="4000" cap="none">
                <a:solidFill>
                  <a:schemeClr val="tx2"/>
                </a:solidFill>
              </a:defRPr>
            </a:lvl1pPr>
          </a:lstStyle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628446" y="4069645"/>
            <a:ext cx="7127052" cy="1752600"/>
          </a:xfrm>
        </p:spPr>
        <p:txBody>
          <a:bodyPr anchor="ctr"/>
          <a:lstStyle>
            <a:lvl1pPr marL="0" indent="0" algn="ctr">
              <a:buNone/>
              <a:defRPr>
                <a:solidFill>
                  <a:schemeClr val="tx2"/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/>
              <a:t>Haga clic para modificar el estilo de subtítulo del patrón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76368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>
          <a:xfrm>
            <a:off x="476211" y="274638"/>
            <a:ext cx="11430080" cy="439718"/>
          </a:xfrm>
          <a:prstGeom prst="rect">
            <a:avLst/>
          </a:prstGeom>
          <a:noFill/>
          <a:ln>
            <a:noFill/>
          </a:ln>
        </p:spPr>
        <p:txBody>
          <a:bodyPr>
            <a:noAutofit/>
          </a:bodyPr>
          <a:lstStyle>
            <a:lvl1pPr algn="ctr">
              <a:defRPr sz="2600" b="1" i="0" spc="-80" baseline="0">
                <a:solidFill>
                  <a:srgbClr val="A8003B"/>
                </a:solidFill>
                <a:latin typeface="Arial Narrow" pitchFamily="34" charset="0"/>
                <a:cs typeface="Times New Roman" pitchFamily="18" charset="0"/>
              </a:defRPr>
            </a:lvl1pPr>
          </a:lstStyle>
          <a:p>
            <a:r>
              <a:rPr lang="en-GB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37289954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utoShape 29" descr="http://ftp.us.es/ftp/pub/Logos/marca-dos-tintas_300.gif"/>
          <p:cNvSpPr>
            <a:spLocks noChangeAspect="1" noChangeArrowheads="1"/>
          </p:cNvSpPr>
          <p:nvPr userDrawn="1"/>
        </p:nvSpPr>
        <p:spPr bwMode="auto">
          <a:xfrm>
            <a:off x="5545667" y="5645150"/>
            <a:ext cx="406400" cy="304800"/>
          </a:xfrm>
          <a:prstGeom prst="rect">
            <a:avLst/>
          </a:prstGeom>
          <a:noFill/>
        </p:spPr>
        <p:txBody>
          <a:bodyPr/>
          <a:lstStyle/>
          <a:p>
            <a:endParaRPr lang="es-ES" sz="1620"/>
          </a:p>
        </p:txBody>
      </p:sp>
    </p:spTree>
    <p:extLst>
      <p:ext uri="{BB962C8B-B14F-4D97-AF65-F5344CB8AC3E}">
        <p14:creationId xmlns:p14="http://schemas.microsoft.com/office/powerpoint/2010/main" val="12871468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8E6207-2E42-A260-2215-7A89D342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FC912F-0B03-D312-DED4-DD898B286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61D0BD8-73B3-E211-26E0-65118115ED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F9209-4628-B4FB-E6E0-123E1F79F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865886-8DD7-1841-8F61-7FEC91FB9E8A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50833EA-567D-295F-B6E5-F775B5F3B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579C0A-6389-7D9C-4D5B-18B13C7FA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41279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5A9291-70AC-CD38-AD5D-010207DEC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EB8DAA2-F21E-BFE9-9B59-A72BDAE84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D38451-C6D1-5796-7106-9408DD8F4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ACF22-3490-9C48-AAD0-9008F0F5E66B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768F4E-4F54-3BFD-9F5D-4438F92B7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D6B18AE-E547-2306-32A2-13DE8B80D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974675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9CCD92A-A34E-D2C0-2FEB-CE76263D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A5CA3-3CE9-7948-97E8-98AAE23B93A7}" type="datetime1">
              <a:rPr lang="es-ES" smtClean="0"/>
              <a:t>9/9/25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AED4A33-0891-60B6-1F80-1FEC82DF0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8347339-E438-EEF2-8C9F-F0478DE00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C78BBE-A5FA-4073-915E-8A98A1CFAC5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6425344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118" y="1487532"/>
            <a:ext cx="12189884" cy="1548172"/>
          </a:xfrm>
          <a:solidFill>
            <a:srgbClr val="7E0029"/>
          </a:solidFill>
        </p:spPr>
        <p:txBody>
          <a:bodyPr/>
          <a:lstStyle>
            <a:lvl1pPr>
              <a:defRPr sz="3200" cap="none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2118" y="3897512"/>
            <a:ext cx="12189884" cy="747126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</a:p>
        </p:txBody>
      </p:sp>
      <p:pic>
        <p:nvPicPr>
          <p:cNvPr id="5" name="8 Imagen" descr="logoisa_is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87357" y="188640"/>
            <a:ext cx="2048127" cy="837396"/>
          </a:xfrm>
          <a:prstGeom prst="rect">
            <a:avLst/>
          </a:prstGeom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35713" y="-1"/>
            <a:ext cx="1536481" cy="11800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Marcador de texto 14"/>
          <p:cNvSpPr>
            <a:spLocks noGrp="1"/>
          </p:cNvSpPr>
          <p:nvPr>
            <p:ph type="body" sz="quarter" idx="10"/>
          </p:nvPr>
        </p:nvSpPr>
        <p:spPr>
          <a:xfrm>
            <a:off x="2118" y="6001700"/>
            <a:ext cx="12189884" cy="560387"/>
          </a:xfrm>
        </p:spPr>
        <p:txBody>
          <a:bodyPr>
            <a:noAutofit/>
          </a:bodyPr>
          <a:lstStyle>
            <a:lvl1pPr marL="0" indent="0" algn="ctr">
              <a:buNone/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382162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337DC6-EC15-0C9E-D8E2-B2AB070C1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D14E880-E1B2-2E0E-6B31-AD987993B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476F32-EBF2-5C81-6D4D-9DDAB2F7E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0936FD-3C1D-3C44-8C1A-BA0BF1527D36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528D3DC-E745-18DF-4D74-9AF39DA7A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DB7C02-E7C5-F3D5-275D-AA85253E0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676488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54251F-4AA8-74F0-541B-9046533CC6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C8FF0B-F75B-8CEA-494D-013B68CEC1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5C4BB9-CCBD-7DDF-8D12-CC585B5E3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4CE30-A6A7-7342-AFF7-ED5837B486D0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7F3354-CCA3-443B-6324-479B8FFB7E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B6431B3-370F-FB68-33AA-D1FC5B737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102993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49900D-4D3A-ED57-5B28-27B4430FD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8FE2983-7D96-A3EA-731D-9D61FC476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E0F6D-EFD2-DE46-BC52-87FCA8D61492}" type="datetime1">
              <a:rPr lang="es-ES" smtClean="0"/>
              <a:t>9/9/25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7295434-EFDD-E0A3-EDBF-7A17BDEA0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AFC4B29-FDF1-AF4B-BDC0-897174525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2856346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F158087-E991-B6ED-CDC3-2AB5A02C1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84DFC4-E067-6008-074F-B7FEA1304C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7C1AC6-435B-4A03-96D3-0FA332BFD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6C80D-DE82-934F-B6DA-F93999FE90FF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699AFD2-B451-33BE-D1CC-E28BFE25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2218213-6836-6471-8437-0D14EE12A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1566335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956B66-FEDB-2FEC-479B-652E26E2C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67522AA-44FC-1B36-1272-E6C35FA19E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9354B46-7846-1091-12C8-C8740FEB67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9173700-6089-0C6E-2CAB-C25DF1D7D7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481C747-CF4C-6357-FE04-5E64B3CF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7B91CA-BC39-D01F-E846-BBA3D294C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5F0AA-8EF7-1A42-A098-F69E5937DF6C}" type="datetime1">
              <a:rPr lang="es-ES" smtClean="0"/>
              <a:t>9/9/25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1875CB-8D86-4A15-64FD-9CEF2A30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35C1C11-EB90-752A-F5E8-A29B7FFE9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3586722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20DBD-387C-9797-C3D8-463B67EB6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DBCD540-46F6-9341-DC8D-2C48316D2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62607B-4A75-204A-545B-424C6FEF3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35E11-D71D-A146-BF49-B1ECF88DD0F1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4E28A4-5F37-5A00-561B-7C55A7756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38CF9D-E5BE-1F9D-0996-AD080A475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87970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2CA51-9759-CD68-5CC3-F2657CB8F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125010-4404-32D0-FABE-270D3A5302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5F88668-3D27-4C2E-7065-81782A0766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C9D353-59FF-B5EE-4969-899AD7033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44121-E195-C147-8E03-AE5DA9552ECC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5E41CA-20F0-4A97-914D-7AEBEFF8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DAD3DB-9679-7FEE-3425-76EF8C757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8115649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BB4F94-C924-99C1-88E7-FD092AD11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F696094-7949-AE1C-B6AD-52DEB5DCB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0FB0D63-45BD-5A3C-EF9E-F617B42895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37B709B-D5AA-7B8D-742A-6A451E1E7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AB2B1-D5E6-3346-B0C4-5D24BAD756F0}" type="datetime1">
              <a:rPr lang="es-ES" smtClean="0"/>
              <a:t>9/9/25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E964EAD-FEA8-66B0-3C7B-59E1CE605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DEC519-DE0B-7651-A797-121D4927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89324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91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_tradnl"/>
              <a:t>Clic para editar título</a:t>
            </a:r>
            <a:endParaRPr lang="en-GB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9600" y="133562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n-GB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B9D3B6-3A05-794A-B623-4160B776B823}" type="datetime1">
              <a:rPr lang="es-ES" smtClean="0"/>
              <a:t>10/6/26</a:t>
            </a:fld>
            <a:endParaRPr lang="en-GB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83FE60-6DF1-F347-AB28-EF2DA5AFB82F}" type="slidenum">
              <a:rPr lang="en-ES" smtClean="0"/>
              <a:t>‹Nº›</a:t>
            </a:fld>
            <a:endParaRPr lang="en-ES"/>
          </a:p>
        </p:txBody>
      </p:sp>
    </p:spTree>
    <p:extLst>
      <p:ext uri="{BB962C8B-B14F-4D97-AF65-F5344CB8AC3E}">
        <p14:creationId xmlns:p14="http://schemas.microsoft.com/office/powerpoint/2010/main" val="93130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</p:sldLayoutIdLst>
  <p:hf sldNum="0" hdr="0" ftr="0" dt="0"/>
  <p:txStyles>
    <p:titleStyle>
      <a:lvl1pPr algn="ctr" defTabSz="457182" rtl="0" eaLnBrk="1" latinLnBrk="0" hangingPunct="1">
        <a:spcBef>
          <a:spcPct val="0"/>
        </a:spcBef>
        <a:buNone/>
        <a:defRPr sz="2800" b="1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342887" indent="-342887" algn="l" defTabSz="457182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1pPr>
      <a:lvl2pPr marL="742920" indent="-285738" algn="l" defTabSz="457182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2pPr>
      <a:lvl3pPr marL="114295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3pPr>
      <a:lvl4pPr marL="1600136" indent="-228590" algn="l" defTabSz="457182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4pPr>
      <a:lvl5pPr marL="2057317" indent="-228590" algn="l" defTabSz="457182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bg1">
              <a:lumMod val="50000"/>
            </a:schemeClr>
          </a:solidFill>
          <a:latin typeface="+mn-lt"/>
          <a:ea typeface="+mn-ea"/>
          <a:cs typeface="+mn-cs"/>
        </a:defRPr>
      </a:lvl5pPr>
      <a:lvl6pPr marL="2514499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4" indent="-228590" algn="l" defTabSz="457182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1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45718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06C415F-4666-E7C3-7116-D2922CA94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90AE60B-3ED2-D693-90DA-957DE6D75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C8C4A6-A84A-8738-F9D3-86965BF4F6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EF3EB5-4A05-9A45-9D66-C70D573B598D}" type="datetime1">
              <a:rPr lang="es-ES" smtClean="0"/>
              <a:t>9/9/25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9120A4-D6CE-93B1-B314-16B569AD53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BC055D-5F47-132A-38C7-3B4882408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71E07-87FB-4813-BEC4-300B8112868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88771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  <p:sldLayoutId id="2147483725" r:id="rId4"/>
    <p:sldLayoutId id="2147483726" r:id="rId5"/>
    <p:sldLayoutId id="2147483727" r:id="rId6"/>
    <p:sldLayoutId id="2147483728" r:id="rId7"/>
    <p:sldLayoutId id="2147483729" r:id="rId8"/>
    <p:sldLayoutId id="2147483730" r:id="rId9"/>
    <p:sldLayoutId id="2147483731" r:id="rId10"/>
    <p:sldLayoutId id="2147483732" r:id="rId11"/>
    <p:sldLayoutId id="214748373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AF82909D-5CAA-204D-2F8B-10336C407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3F0F99-A7AF-8EFD-ED8D-B68176104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22" y="270340"/>
            <a:ext cx="5878904" cy="1325563"/>
          </a:xfrm>
        </p:spPr>
        <p:txBody>
          <a:bodyPr/>
          <a:lstStyle/>
          <a:p>
            <a:pPr algn="just"/>
            <a:r>
              <a:rPr lang="es-ES" b="1" dirty="0">
                <a:solidFill>
                  <a:srgbClr val="7E0029"/>
                </a:solidFill>
              </a:rPr>
              <a:t> </a:t>
            </a:r>
            <a:r>
              <a:rPr lang="es-ES" b="1" dirty="0" err="1">
                <a:solidFill>
                  <a:srgbClr val="7E0029"/>
                </a:solidFill>
              </a:rPr>
              <a:t>What</a:t>
            </a:r>
            <a:r>
              <a:rPr lang="es-ES" b="1" dirty="0">
                <a:solidFill>
                  <a:srgbClr val="7E0029"/>
                </a:solidFill>
              </a:rPr>
              <a:t> </a:t>
            </a:r>
            <a:r>
              <a:rPr lang="es-ES" b="1" dirty="0" err="1">
                <a:solidFill>
                  <a:srgbClr val="7E0029"/>
                </a:solidFill>
              </a:rPr>
              <a:t>is</a:t>
            </a:r>
            <a:r>
              <a:rPr lang="es-ES" b="1" dirty="0">
                <a:solidFill>
                  <a:srgbClr val="7E0029"/>
                </a:solidFill>
              </a:rPr>
              <a:t> </a:t>
            </a:r>
            <a:r>
              <a:rPr lang="es-ES" b="1" dirty="0" err="1">
                <a:solidFill>
                  <a:srgbClr val="7E0029"/>
                </a:solidFill>
              </a:rPr>
              <a:t>this</a:t>
            </a:r>
            <a:r>
              <a:rPr lang="es-ES" b="1" dirty="0">
                <a:solidFill>
                  <a:srgbClr val="7E0029"/>
                </a:solidFill>
              </a:rPr>
              <a:t> </a:t>
            </a:r>
            <a:r>
              <a:rPr lang="es-ES" b="1" dirty="0" err="1">
                <a:solidFill>
                  <a:srgbClr val="7E0029"/>
                </a:solidFill>
              </a:rPr>
              <a:t>about</a:t>
            </a:r>
            <a:r>
              <a:rPr lang="es-ES" b="1" dirty="0">
                <a:solidFill>
                  <a:srgbClr val="7E0029"/>
                </a:solidFill>
              </a:rPr>
              <a:t>?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E3F4F154-BE9C-C59D-5E50-E0426F66779A}"/>
              </a:ext>
            </a:extLst>
          </p:cNvPr>
          <p:cNvGrpSpPr/>
          <p:nvPr/>
        </p:nvGrpSpPr>
        <p:grpSpPr>
          <a:xfrm>
            <a:off x="1081667" y="1208204"/>
            <a:ext cx="6991815" cy="1325563"/>
            <a:chOff x="1081668" y="1943041"/>
            <a:chExt cx="6991815" cy="1325563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1C8C9821-9DC5-000C-0CF7-CA86631EEBF3}"/>
                </a:ext>
              </a:extLst>
            </p:cNvPr>
            <p:cNvSpPr txBox="1"/>
            <p:nvPr/>
          </p:nvSpPr>
          <p:spPr>
            <a:xfrm>
              <a:off x="1081668" y="2051825"/>
              <a:ext cx="729687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6600" b="1" dirty="0">
                  <a:solidFill>
                    <a:srgbClr val="7E0029"/>
                  </a:solidFill>
                  <a:latin typeface="ACADEMY ENGRAVED LET PLAIN:1.0" panose="02000000000000000000" pitchFamily="2" charset="0"/>
                </a:rPr>
                <a:t>1.</a:t>
              </a:r>
            </a:p>
          </p:txBody>
        </p:sp>
        <p:sp>
          <p:nvSpPr>
            <p:cNvPr id="5" name="Título 1">
              <a:extLst>
                <a:ext uri="{FF2B5EF4-FFF2-40B4-BE49-F238E27FC236}">
                  <a16:creationId xmlns:a16="http://schemas.microsoft.com/office/drawing/2014/main" id="{7B8A1851-8D23-72B1-A50F-610091626641}"/>
                </a:ext>
              </a:extLst>
            </p:cNvPr>
            <p:cNvSpPr txBox="1">
              <a:spLocks/>
            </p:cNvSpPr>
            <p:nvPr/>
          </p:nvSpPr>
          <p:spPr>
            <a:xfrm>
              <a:off x="1852813" y="1943041"/>
              <a:ext cx="622067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s-ES" sz="3200" b="1" dirty="0" err="1">
                  <a:latin typeface="Calibri" panose="020F0502020204030204" pitchFamily="34" charset="0"/>
                  <a:cs typeface="Calibri" panose="020F0502020204030204" pitchFamily="34" charset="0"/>
                </a:rPr>
                <a:t>Introduction</a:t>
              </a:r>
              <a:endParaRPr lang="es-ES" b="1" dirty="0">
                <a:latin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1E7C1A55-13DF-687B-DC3C-BD7ADA100A6C}"/>
              </a:ext>
            </a:extLst>
          </p:cNvPr>
          <p:cNvSpPr txBox="1"/>
          <p:nvPr/>
        </p:nvSpPr>
        <p:spPr>
          <a:xfrm>
            <a:off x="1081667" y="3655403"/>
            <a:ext cx="79220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6600" b="1" dirty="0">
                <a:solidFill>
                  <a:srgbClr val="7E0029"/>
                </a:solidFill>
                <a:latin typeface="ACADEMY ENGRAVED LET PLAIN:1.0" panose="02000000000000000000" pitchFamily="2" charset="0"/>
              </a:rPr>
              <a:t>2.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CE355F23-2E7A-C11F-0FB1-22F720816FE3}"/>
              </a:ext>
            </a:extLst>
          </p:cNvPr>
          <p:cNvSpPr txBox="1">
            <a:spLocks/>
          </p:cNvSpPr>
          <p:nvPr/>
        </p:nvSpPr>
        <p:spPr>
          <a:xfrm>
            <a:off x="1902766" y="3554788"/>
            <a:ext cx="457154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3200" b="1" dirty="0" err="1"/>
              <a:t>Analysis</a:t>
            </a:r>
            <a:r>
              <a:rPr lang="es-ES" sz="3200" b="1" dirty="0"/>
              <a:t> </a:t>
            </a:r>
            <a:r>
              <a:rPr lang="es-ES" sz="3200" b="1" dirty="0" err="1"/>
              <a:t>of</a:t>
            </a:r>
            <a:r>
              <a:rPr lang="es-ES" sz="3200" b="1" dirty="0"/>
              <a:t> </a:t>
            </a:r>
            <a:r>
              <a:rPr lang="es-ES" sz="3200" b="1" dirty="0" err="1"/>
              <a:t>the</a:t>
            </a:r>
            <a:r>
              <a:rPr lang="es-ES" sz="3200" b="1" dirty="0"/>
              <a:t> </a:t>
            </a:r>
            <a:r>
              <a:rPr lang="es-ES" sz="3200" b="1" dirty="0" err="1"/>
              <a:t>Industry</a:t>
            </a:r>
            <a:endParaRPr lang="es-ES" b="1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86EE9556-A79B-D071-2134-1676F30F5B03}"/>
              </a:ext>
            </a:extLst>
          </p:cNvPr>
          <p:cNvSpPr txBox="1"/>
          <p:nvPr/>
        </p:nvSpPr>
        <p:spPr>
          <a:xfrm>
            <a:off x="1081667" y="4592943"/>
            <a:ext cx="80823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6600" b="1" dirty="0">
                <a:solidFill>
                  <a:srgbClr val="7E0029"/>
                </a:solidFill>
                <a:latin typeface="ACADEMY ENGRAVED LET PLAIN:1.0" panose="02000000000000000000" pitchFamily="2" charset="0"/>
              </a:rPr>
              <a:t>3.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58D0DBE4-80EE-CCE1-9CC9-5E3937CAB34A}"/>
              </a:ext>
            </a:extLst>
          </p:cNvPr>
          <p:cNvSpPr txBox="1">
            <a:spLocks/>
          </p:cNvSpPr>
          <p:nvPr/>
        </p:nvSpPr>
        <p:spPr>
          <a:xfrm>
            <a:off x="1915922" y="4542643"/>
            <a:ext cx="546751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3200" b="1" dirty="0" err="1"/>
              <a:t>Conclusions</a:t>
            </a:r>
            <a:r>
              <a:rPr lang="es-ES" sz="3200" b="1" dirty="0"/>
              <a:t> &amp; Future </a:t>
            </a:r>
            <a:r>
              <a:rPr lang="es-ES" sz="3200" b="1" dirty="0" err="1"/>
              <a:t>Work</a:t>
            </a:r>
            <a:endParaRPr lang="es-ES" b="1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37DF555A-3EC7-4799-C210-F0F91D027657}"/>
              </a:ext>
            </a:extLst>
          </p:cNvPr>
          <p:cNvGrpSpPr/>
          <p:nvPr/>
        </p:nvGrpSpPr>
        <p:grpSpPr>
          <a:xfrm>
            <a:off x="1679932" y="2357685"/>
            <a:ext cx="9512755" cy="523220"/>
            <a:chOff x="1179909" y="2366878"/>
            <a:chExt cx="6590424" cy="523220"/>
          </a:xfrm>
        </p:grpSpPr>
        <p:sp>
          <p:nvSpPr>
            <p:cNvPr id="15" name="CuadroTexto 14">
              <a:extLst>
                <a:ext uri="{FF2B5EF4-FFF2-40B4-BE49-F238E27FC236}">
                  <a16:creationId xmlns:a16="http://schemas.microsoft.com/office/drawing/2014/main" id="{5C02F83A-D39B-FBA8-89EC-7607A56C79F5}"/>
                </a:ext>
              </a:extLst>
            </p:cNvPr>
            <p:cNvSpPr txBox="1"/>
            <p:nvPr/>
          </p:nvSpPr>
          <p:spPr>
            <a:xfrm>
              <a:off x="1179909" y="2366878"/>
              <a:ext cx="55976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2800" b="1" dirty="0">
                  <a:solidFill>
                    <a:srgbClr val="7E0029"/>
                  </a:solidFill>
                  <a:latin typeface="ACADEMY ENGRAVED LET PLAIN:1.0" panose="02000000000000000000" pitchFamily="2" charset="0"/>
                </a:rPr>
                <a:t>1.1</a:t>
              </a:r>
            </a:p>
          </p:txBody>
        </p:sp>
        <p:sp>
          <p:nvSpPr>
            <p:cNvPr id="16" name="Título 1">
              <a:extLst>
                <a:ext uri="{FF2B5EF4-FFF2-40B4-BE49-F238E27FC236}">
                  <a16:creationId xmlns:a16="http://schemas.microsoft.com/office/drawing/2014/main" id="{0A003F92-E1EE-AF7F-4AB7-E2EA51F1E416}"/>
                </a:ext>
              </a:extLst>
            </p:cNvPr>
            <p:cNvSpPr txBox="1">
              <a:spLocks/>
            </p:cNvSpPr>
            <p:nvPr/>
          </p:nvSpPr>
          <p:spPr>
            <a:xfrm>
              <a:off x="1549663" y="2500544"/>
              <a:ext cx="6220670" cy="276814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s-ES" sz="2000" b="1" dirty="0"/>
                <a:t>Pricings</a:t>
              </a:r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688DC6F-652D-013F-01F6-F4A65925998D}"/>
              </a:ext>
            </a:extLst>
          </p:cNvPr>
          <p:cNvSpPr txBox="1"/>
          <p:nvPr/>
        </p:nvSpPr>
        <p:spPr>
          <a:xfrm>
            <a:off x="1667378" y="2794406"/>
            <a:ext cx="5854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>
                <a:solidFill>
                  <a:srgbClr val="7E0029"/>
                </a:solidFill>
                <a:latin typeface="ACADEMY ENGRAVED LET PLAIN:1.0" panose="02000000000000000000" pitchFamily="2" charset="0"/>
              </a:rPr>
              <a:t>1.2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D1E6BCA3-FA3F-3179-0F0E-95D04EEC8010}"/>
              </a:ext>
            </a:extLst>
          </p:cNvPr>
          <p:cNvSpPr txBox="1">
            <a:spLocks/>
          </p:cNvSpPr>
          <p:nvPr/>
        </p:nvSpPr>
        <p:spPr>
          <a:xfrm>
            <a:off x="2213642" y="2910979"/>
            <a:ext cx="8979044" cy="354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2900" b="1" dirty="0" err="1"/>
              <a:t>Feature</a:t>
            </a:r>
            <a:r>
              <a:rPr lang="es-ES" sz="3200" b="1" dirty="0"/>
              <a:t> </a:t>
            </a:r>
            <a:r>
              <a:rPr lang="es-ES" sz="2900" b="1" dirty="0" err="1"/>
              <a:t>Toggles</a:t>
            </a:r>
            <a:endParaRPr lang="es-ES" sz="3200" b="1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2F01EA68-3343-FF90-0148-D360C41D5340}"/>
              </a:ext>
            </a:extLst>
          </p:cNvPr>
          <p:cNvSpPr txBox="1"/>
          <p:nvPr/>
        </p:nvSpPr>
        <p:spPr>
          <a:xfrm>
            <a:off x="1667378" y="3227810"/>
            <a:ext cx="5934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b="1" dirty="0">
                <a:solidFill>
                  <a:srgbClr val="7E0029"/>
                </a:solidFill>
                <a:latin typeface="ACADEMY ENGRAVED LET PLAIN:1.0" panose="02000000000000000000" pitchFamily="2" charset="0"/>
              </a:rPr>
              <a:t>1.3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D165AFCE-5D90-F44A-EE5F-EE13B2F7928A}"/>
              </a:ext>
            </a:extLst>
          </p:cNvPr>
          <p:cNvSpPr txBox="1">
            <a:spLocks/>
          </p:cNvSpPr>
          <p:nvPr/>
        </p:nvSpPr>
        <p:spPr>
          <a:xfrm>
            <a:off x="2213642" y="3320534"/>
            <a:ext cx="8979044" cy="3547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2000" b="1" dirty="0" err="1"/>
              <a:t>Configuration</a:t>
            </a:r>
            <a:r>
              <a:rPr lang="es-ES" sz="2000" b="1" dirty="0"/>
              <a:t> and </a:t>
            </a:r>
            <a:r>
              <a:rPr lang="es-ES" sz="2000" b="1" dirty="0" err="1"/>
              <a:t>Evaluation</a:t>
            </a:r>
            <a:r>
              <a:rPr lang="es-ES" sz="2000" b="1" dirty="0"/>
              <a:t> Spaces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9356151-FD23-45F7-E336-90C1734D4C96}"/>
              </a:ext>
            </a:extLst>
          </p:cNvPr>
          <p:cNvSpPr txBox="1"/>
          <p:nvPr/>
        </p:nvSpPr>
        <p:spPr>
          <a:xfrm>
            <a:off x="11824592" y="63347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671886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a16:creationId xmlns:a16="http://schemas.microsoft.com/office/drawing/2014/main" id="{C72FF50F-5008-B928-A4C7-56F96416B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ECD2E9-9126-4AA6-4314-4B2420266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922" y="270340"/>
            <a:ext cx="5878904" cy="1325563"/>
          </a:xfrm>
        </p:spPr>
        <p:txBody>
          <a:bodyPr/>
          <a:lstStyle/>
          <a:p>
            <a:pPr algn="just"/>
            <a:r>
              <a:rPr lang="es-ES" b="1" dirty="0">
                <a:solidFill>
                  <a:srgbClr val="7E0029"/>
                </a:solidFill>
              </a:rPr>
              <a:t> </a:t>
            </a:r>
            <a:r>
              <a:rPr lang="es-ES" b="1" dirty="0" err="1">
                <a:solidFill>
                  <a:srgbClr val="7E0029"/>
                </a:solidFill>
              </a:rPr>
              <a:t>What</a:t>
            </a:r>
            <a:r>
              <a:rPr lang="es-ES" b="1" dirty="0">
                <a:solidFill>
                  <a:srgbClr val="7E0029"/>
                </a:solidFill>
              </a:rPr>
              <a:t> </a:t>
            </a:r>
            <a:r>
              <a:rPr lang="es-ES" b="1" dirty="0" err="1">
                <a:solidFill>
                  <a:srgbClr val="7E0029"/>
                </a:solidFill>
              </a:rPr>
              <a:t>is</a:t>
            </a:r>
            <a:r>
              <a:rPr lang="es-ES" b="1" dirty="0">
                <a:solidFill>
                  <a:srgbClr val="7E0029"/>
                </a:solidFill>
              </a:rPr>
              <a:t> </a:t>
            </a:r>
            <a:r>
              <a:rPr lang="es-ES" b="1" dirty="0" err="1">
                <a:solidFill>
                  <a:srgbClr val="7E0029"/>
                </a:solidFill>
              </a:rPr>
              <a:t>this</a:t>
            </a:r>
            <a:r>
              <a:rPr lang="es-ES" b="1" dirty="0">
                <a:solidFill>
                  <a:srgbClr val="7E0029"/>
                </a:solidFill>
              </a:rPr>
              <a:t> </a:t>
            </a:r>
            <a:r>
              <a:rPr lang="es-ES" b="1" dirty="0" err="1">
                <a:solidFill>
                  <a:srgbClr val="7E0029"/>
                </a:solidFill>
              </a:rPr>
              <a:t>about</a:t>
            </a:r>
            <a:r>
              <a:rPr lang="es-ES" b="1" dirty="0">
                <a:solidFill>
                  <a:srgbClr val="7E0029"/>
                </a:solidFill>
              </a:rPr>
              <a:t>?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89356376-F6BB-ECA8-B77B-75F58ACD2357}"/>
              </a:ext>
            </a:extLst>
          </p:cNvPr>
          <p:cNvGrpSpPr/>
          <p:nvPr/>
        </p:nvGrpSpPr>
        <p:grpSpPr>
          <a:xfrm>
            <a:off x="1170345" y="1926676"/>
            <a:ext cx="6991815" cy="1325563"/>
            <a:chOff x="1081668" y="2038577"/>
            <a:chExt cx="6991815" cy="1325563"/>
          </a:xfrm>
        </p:grpSpPr>
        <p:sp>
          <p:nvSpPr>
            <p:cNvPr id="3" name="CuadroTexto 2">
              <a:extLst>
                <a:ext uri="{FF2B5EF4-FFF2-40B4-BE49-F238E27FC236}">
                  <a16:creationId xmlns:a16="http://schemas.microsoft.com/office/drawing/2014/main" id="{3AEECBA8-DCAF-44B3-E6B7-501162B6EE8E}"/>
                </a:ext>
              </a:extLst>
            </p:cNvPr>
            <p:cNvSpPr txBox="1"/>
            <p:nvPr/>
          </p:nvSpPr>
          <p:spPr>
            <a:xfrm>
              <a:off x="1081668" y="2147361"/>
              <a:ext cx="729687" cy="110799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ES_tradnl" sz="6600" b="1" dirty="0">
                  <a:solidFill>
                    <a:srgbClr val="7E0029"/>
                  </a:solidFill>
                  <a:latin typeface="ACADEMY ENGRAVED LET PLAIN:1.0" panose="02000000000000000000" pitchFamily="2" charset="0"/>
                </a:rPr>
                <a:t>1.</a:t>
              </a:r>
            </a:p>
          </p:txBody>
        </p:sp>
        <p:sp>
          <p:nvSpPr>
            <p:cNvPr id="5" name="Título 1">
              <a:extLst>
                <a:ext uri="{FF2B5EF4-FFF2-40B4-BE49-F238E27FC236}">
                  <a16:creationId xmlns:a16="http://schemas.microsoft.com/office/drawing/2014/main" id="{405B351E-7A9D-7986-5830-8D0D8B66CE80}"/>
                </a:ext>
              </a:extLst>
            </p:cNvPr>
            <p:cNvSpPr txBox="1">
              <a:spLocks/>
            </p:cNvSpPr>
            <p:nvPr/>
          </p:nvSpPr>
          <p:spPr>
            <a:xfrm>
              <a:off x="1852813" y="2038577"/>
              <a:ext cx="6220670" cy="1325563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just"/>
              <a:r>
                <a:rPr lang="es-ES" sz="3200" b="1" dirty="0" err="1"/>
                <a:t>Introduction</a:t>
              </a:r>
              <a:endParaRPr lang="es-ES" b="1" dirty="0"/>
            </a:p>
          </p:txBody>
        </p:sp>
      </p:grpSp>
      <p:sp>
        <p:nvSpPr>
          <p:cNvPr id="8" name="CuadroTexto 7">
            <a:extLst>
              <a:ext uri="{FF2B5EF4-FFF2-40B4-BE49-F238E27FC236}">
                <a16:creationId xmlns:a16="http://schemas.microsoft.com/office/drawing/2014/main" id="{DBF96516-4140-AC9B-93F0-E48588987D8A}"/>
              </a:ext>
            </a:extLst>
          </p:cNvPr>
          <p:cNvSpPr txBox="1"/>
          <p:nvPr/>
        </p:nvSpPr>
        <p:spPr>
          <a:xfrm>
            <a:off x="1081667" y="3054902"/>
            <a:ext cx="79220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6600" b="1" dirty="0">
                <a:solidFill>
                  <a:srgbClr val="7E0029"/>
                </a:solidFill>
                <a:latin typeface="ACADEMY ENGRAVED LET PLAIN:1.0" panose="02000000000000000000" pitchFamily="2" charset="0"/>
              </a:rPr>
              <a:t>2.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CB248E5-BDB5-E6EE-E056-D9931EB0FC26}"/>
              </a:ext>
            </a:extLst>
          </p:cNvPr>
          <p:cNvSpPr txBox="1">
            <a:spLocks/>
          </p:cNvSpPr>
          <p:nvPr/>
        </p:nvSpPr>
        <p:spPr>
          <a:xfrm>
            <a:off x="1902766" y="2954287"/>
            <a:ext cx="457154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Analysis</a:t>
            </a:r>
            <a:r>
              <a:rPr lang="es-ES" sz="3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s-ES" sz="3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the</a:t>
            </a:r>
            <a:r>
              <a:rPr lang="es-ES" sz="32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ES" sz="3200" b="1" dirty="0" err="1">
                <a:latin typeface="Calibri" panose="020F0502020204030204" pitchFamily="34" charset="0"/>
                <a:cs typeface="Calibri" panose="020F0502020204030204" pitchFamily="34" charset="0"/>
              </a:rPr>
              <a:t>Industry</a:t>
            </a:r>
            <a:endParaRPr lang="es-ES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F41BCDF-A838-EEEB-96B1-60A58398648B}"/>
              </a:ext>
            </a:extLst>
          </p:cNvPr>
          <p:cNvSpPr txBox="1"/>
          <p:nvPr/>
        </p:nvSpPr>
        <p:spPr>
          <a:xfrm>
            <a:off x="1081667" y="3992442"/>
            <a:ext cx="80823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6600" b="1" dirty="0">
                <a:solidFill>
                  <a:srgbClr val="7E0029"/>
                </a:solidFill>
                <a:latin typeface="ACADEMY ENGRAVED LET PLAIN:1.0" panose="02000000000000000000" pitchFamily="2" charset="0"/>
              </a:rPr>
              <a:t>3.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8EFB023-4910-3950-3865-147BBAC952ED}"/>
              </a:ext>
            </a:extLst>
          </p:cNvPr>
          <p:cNvSpPr txBox="1">
            <a:spLocks/>
          </p:cNvSpPr>
          <p:nvPr/>
        </p:nvSpPr>
        <p:spPr>
          <a:xfrm>
            <a:off x="1915922" y="3942142"/>
            <a:ext cx="559034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s-ES" sz="3200" b="1" dirty="0" err="1"/>
              <a:t>Conclusions</a:t>
            </a:r>
            <a:r>
              <a:rPr lang="es-ES" sz="3200" b="1" dirty="0"/>
              <a:t> &amp; Future </a:t>
            </a:r>
            <a:r>
              <a:rPr lang="es-ES" sz="3200" b="1" dirty="0" err="1"/>
              <a:t>Work</a:t>
            </a:r>
            <a:endParaRPr lang="es-ES" b="1" dirty="0"/>
          </a:p>
        </p:txBody>
      </p:sp>
      <p:sp>
        <p:nvSpPr>
          <p:cNvPr id="267" name="CuadroTexto 266">
            <a:extLst>
              <a:ext uri="{FF2B5EF4-FFF2-40B4-BE49-F238E27FC236}">
                <a16:creationId xmlns:a16="http://schemas.microsoft.com/office/drawing/2014/main" id="{F17335E4-974F-09D7-07C4-CCBDC378F373}"/>
              </a:ext>
            </a:extLst>
          </p:cNvPr>
          <p:cNvSpPr txBox="1"/>
          <p:nvPr/>
        </p:nvSpPr>
        <p:spPr>
          <a:xfrm>
            <a:off x="11824592" y="6334780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_tradnl" sz="2800" dirty="0">
                <a:solidFill>
                  <a:srgbClr val="7E0029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484314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3107"/>
    </mc:Choice>
    <mc:Fallback xmlns="">
      <p:transition advTm="83107"/>
    </mc:Fallback>
  </mc:AlternateContent>
</p:sld>
</file>

<file path=ppt/theme/theme1.xml><?xml version="1.0" encoding="utf-8"?>
<a:theme xmlns:a="http://schemas.openxmlformats.org/drawingml/2006/main" name="isa-v2">
  <a:themeElements>
    <a:clrScheme name="Colores Cristina">
      <a:dk1>
        <a:srgbClr val="141414"/>
      </a:dk1>
      <a:lt1>
        <a:sysClr val="window" lastClr="FFFFFF"/>
      </a:lt1>
      <a:dk2>
        <a:srgbClr val="A8003B"/>
      </a:dk2>
      <a:lt2>
        <a:srgbClr val="FFFFFF"/>
      </a:lt2>
      <a:accent1>
        <a:srgbClr val="A8003B"/>
      </a:accent1>
      <a:accent2>
        <a:srgbClr val="A8003B"/>
      </a:accent2>
      <a:accent3>
        <a:srgbClr val="00504D"/>
      </a:accent3>
      <a:accent4>
        <a:srgbClr val="00A19B"/>
      </a:accent4>
      <a:accent5>
        <a:srgbClr val="4BACC6"/>
      </a:accent5>
      <a:accent6>
        <a:srgbClr val="967140"/>
      </a:accent6>
      <a:hlink>
        <a:srgbClr val="0000FF"/>
      </a:hlink>
      <a:folHlink>
        <a:srgbClr val="800080"/>
      </a:folHlink>
    </a:clrScheme>
    <a:fontScheme name="Horizonte">
      <a:maj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rial Narrow"/>
        <a:ea typeface=""/>
        <a:cs typeface=""/>
        <a:font script="Jpan" typeface="ＭＳ ゴシック"/>
        <a:font script="Hang" typeface="HY얕은샘물M"/>
        <a:font script="Hans" typeface="华文新魏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8914df6-f81e-44fe-8da3-31cef5d48baf" xsi:nil="true"/>
    <lcf76f155ced4ddcb4097134ff3c332f xmlns="49df82a0-becc-4ef3-aa57-ac77f6d841c6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009037354106145AFF53138C3A15B5B" ma:contentTypeVersion="17" ma:contentTypeDescription="Crear nuevo documento." ma:contentTypeScope="" ma:versionID="c14e123252ae82666fbd2866e6fbdb99">
  <xsd:schema xmlns:xsd="http://www.w3.org/2001/XMLSchema" xmlns:xs="http://www.w3.org/2001/XMLSchema" xmlns:p="http://schemas.microsoft.com/office/2006/metadata/properties" xmlns:ns2="49df82a0-becc-4ef3-aa57-ac77f6d841c6" xmlns:ns3="28914df6-f81e-44fe-8da3-31cef5d48baf" targetNamespace="http://schemas.microsoft.com/office/2006/metadata/properties" ma:root="true" ma:fieldsID="7f2abced8826decc87f6846122c80dcc" ns2:_="" ns3:_="">
    <xsd:import namespace="49df82a0-becc-4ef3-aa57-ac77f6d841c6"/>
    <xsd:import namespace="28914df6-f81e-44fe-8da3-31cef5d48b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df82a0-becc-4ef3-aa57-ac77f6d841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Etiquetas de imagen" ma:readOnly="false" ma:fieldId="{5cf76f15-5ced-4ddc-b409-7134ff3c332f}" ma:taxonomyMulti="true" ma:sspId="5543dc2c-c282-4bcc-a46d-38262559636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8914df6-f81e-44fe-8da3-31cef5d48baf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6e318aa8-aa72-4d3f-82ad-179b0daa7511}" ma:internalName="TaxCatchAll" ma:showField="CatchAllData" ma:web="28914df6-f81e-44fe-8da3-31cef5d48ba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7E3F93E-46CE-4709-90F5-743461247A81}">
  <ds:schemaRefs>
    <ds:schemaRef ds:uri="http://schemas.microsoft.com/office/2006/metadata/properties"/>
    <ds:schemaRef ds:uri="http://www.w3.org/2000/xmlns/"/>
    <ds:schemaRef ds:uri="28914df6-f81e-44fe-8da3-31cef5d48baf"/>
    <ds:schemaRef ds:uri="http://www.w3.org/2001/XMLSchema-instance"/>
    <ds:schemaRef ds:uri="49df82a0-becc-4ef3-aa57-ac77f6d841c6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5CA2171B-CD22-4571-B5E0-6855EC799ED2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49df82a0-becc-4ef3-aa57-ac77f6d841c6"/>
    <ds:schemaRef ds:uri="28914df6-f81e-44fe-8da3-31cef5d48baf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B066068-8CCD-4AC0-A0E7-63369DC6BB0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56451</TotalTime>
  <Words>3007</Words>
  <Application>Microsoft Macintosh PowerPoint</Application>
  <PresentationFormat>Panorámica</PresentationFormat>
  <Paragraphs>438</Paragraphs>
  <Slides>49</Slides>
  <Notes>44</Notes>
  <HiddenSlides>7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49</vt:i4>
      </vt:variant>
    </vt:vector>
  </HeadingPairs>
  <TitlesOfParts>
    <vt:vector size="56" baseType="lpstr">
      <vt:lpstr>Aharoni</vt:lpstr>
      <vt:lpstr>Arial</vt:lpstr>
      <vt:lpstr>Arial Narrow</vt:lpstr>
      <vt:lpstr>Calibri</vt:lpstr>
      <vt:lpstr>Helvetica</vt:lpstr>
      <vt:lpstr>Roboto</vt:lpstr>
      <vt:lpstr>isa-v2</vt:lpstr>
      <vt:lpstr>Pricing Intelligence: Rethinking IS Engineering in Volatile SaaS Environments</vt:lpstr>
      <vt:lpstr>SaaS Pricings</vt:lpstr>
      <vt:lpstr>Presentación de PowerPoint</vt:lpstr>
      <vt:lpstr>Presentación de PowerPoint</vt:lpstr>
      <vt:lpstr>Presentación de PowerPoint</vt:lpstr>
      <vt:lpstr>SaaS Pricings</vt:lpstr>
      <vt:lpstr>SaaS Pricings</vt:lpstr>
      <vt:lpstr>SaaS Pricings</vt:lpstr>
      <vt:lpstr>SaaS Pricings</vt:lpstr>
      <vt:lpstr>SaaS Pricings</vt:lpstr>
      <vt:lpstr>Presentación de PowerPoint</vt:lpstr>
      <vt:lpstr>Configuration Space</vt:lpstr>
      <vt:lpstr>Curse of Customization</vt:lpstr>
      <vt:lpstr>Curse of Customization</vt:lpstr>
      <vt:lpstr>Intelligent Pricing (iPricing)</vt:lpstr>
      <vt:lpstr>Intelligent Pricing (iPricing)</vt:lpstr>
      <vt:lpstr>Intelligent Pricing (iPricing)</vt:lpstr>
      <vt:lpstr>Presentación de PowerPoint</vt:lpstr>
      <vt:lpstr>Pricing Intelligence (PI)</vt:lpstr>
      <vt:lpstr>Presentación de PowerPoint</vt:lpstr>
      <vt:lpstr>Pricing Intelligence Interpretation Process (PIIP)</vt:lpstr>
      <vt:lpstr>Capability Layer</vt:lpstr>
      <vt:lpstr>Holistic Agent for Reasoning on Value and Economic analYsis (H.A.R.V.E.Y.)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H.A.R.V.E.Y. Architecture</vt:lpstr>
      <vt:lpstr>Evaluation</vt:lpstr>
      <vt:lpstr>Methodology</vt:lpstr>
      <vt:lpstr>Methodology</vt:lpstr>
      <vt:lpstr>Current Coverage of PI Needs</vt:lpstr>
      <vt:lpstr>Strategy and Value Accuracy</vt:lpstr>
      <vt:lpstr>Strategy and Value Accuracy</vt:lpstr>
      <vt:lpstr>Strategy and Value Accuracy</vt:lpstr>
      <vt:lpstr>Strategy and Value Accuracy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Pricing Intelligence: Rethinking IS Engineering in Volatile SaaS Environments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ISA · SCORE presentation template</dc:title>
  <dc:subject/>
  <dc:creator>SCORE Lab · Universidad de Sevilla</dc:creator>
  <cp:keywords/>
  <dc:description/>
  <cp:lastModifiedBy>Francisco Javier Cavero López</cp:lastModifiedBy>
  <cp:revision>311</cp:revision>
  <dcterms:created xsi:type="dcterms:W3CDTF">2022-08-04T07:42:23Z</dcterms:created>
  <dcterms:modified xsi:type="dcterms:W3CDTF">2026-06-10T06:10:04Z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0x010100D009037354106145AFF53138C3A15B5B</vt:lpwstr>
  </property>
  <property fmtid="{D5CDD505-2E9C-101B-9397-08002B2CF9AE}" pid="3" name="MediaServiceImageTags">
    <vt:lpwstr/>
  </property>
</Properties>
</file>