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2" r:id="rId4"/>
  </p:sldMasterIdLst>
  <p:notesMasterIdLst>
    <p:notesMasterId r:id="rId54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ARVEY" id="{69C2311D-418E-054C-8B44-695FFBE02399}">
          <p14:sldIdLst>
            <p14:sldId id="1068"/>
            <p14:sldId id="1443"/>
            <p14:sldId id="1514"/>
            <p14:sldId id="1510"/>
            <p14:sldId id="1512"/>
            <p14:sldId id="1471"/>
            <p14:sldId id="1472"/>
            <p14:sldId id="1473"/>
            <p14:sldId id="1474"/>
            <p14:sldId id="1475"/>
            <p14:sldId id="1476"/>
            <p14:sldId id="1477"/>
            <p14:sldId id="1280"/>
            <p14:sldId id="1470"/>
            <p14:sldId id="1496"/>
            <p14:sldId id="1498"/>
            <p14:sldId id="1497"/>
            <p14:sldId id="1500"/>
            <p14:sldId id="1469"/>
            <p14:sldId id="1502"/>
            <p14:sldId id="1463"/>
            <p14:sldId id="1464"/>
            <p14:sldId id="1358"/>
            <p14:sldId id="1366"/>
            <p14:sldId id="1489"/>
            <p14:sldId id="1490"/>
            <p14:sldId id="1491"/>
            <p14:sldId id="1492"/>
            <p14:sldId id="1493"/>
            <p14:sldId id="1494"/>
            <p14:sldId id="1495"/>
            <p14:sldId id="1503"/>
            <p14:sldId id="1466"/>
            <p14:sldId id="1509"/>
            <p14:sldId id="1505"/>
            <p14:sldId id="1478"/>
            <p14:sldId id="1506"/>
            <p14:sldId id="1508"/>
            <p14:sldId id="1507"/>
            <p14:sldId id="1277"/>
            <p14:sldId id="1486"/>
            <p14:sldId id="1487"/>
            <p14:sldId id="1480"/>
            <p14:sldId id="1281"/>
            <p14:sldId id="1282"/>
            <p14:sldId id="1485"/>
            <p14:sldId id="1488"/>
            <p14:sldId id="1513"/>
            <p14:sldId id="123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NUEL RESINAS ARIAS DE REYNA" initials="MRADR" lastIdx="13" clrIdx="0">
    <p:extLst>
      <p:ext uri="{19B8F6BF-5375-455C-9EA6-DF929625EA0E}">
        <p15:presenceInfo xmlns:p15="http://schemas.microsoft.com/office/powerpoint/2012/main" userId="S::resinas@us.es::03212896-fb2f-4e95-9dcf-71df1a9d8c3f" providerId="AD"/>
      </p:ext>
    </p:extLst>
  </p:cmAuthor>
  <p:cmAuthor id="2" name="MARIA SALAS URBANO" initials="MSU" lastIdx="3" clrIdx="1">
    <p:extLst>
      <p:ext uri="{19B8F6BF-5375-455C-9EA6-DF929625EA0E}">
        <p15:presenceInfo xmlns:p15="http://schemas.microsoft.com/office/powerpoint/2012/main" userId="MARIA SALAS URBANO" providerId="None"/>
      </p:ext>
    </p:extLst>
  </p:cmAuthor>
  <p:cmAuthor id="3" name="CRISTINA CABANILLAS MACIAS" initials="CCM" lastIdx="1" clrIdx="2">
    <p:extLst>
      <p:ext uri="{19B8F6BF-5375-455C-9EA6-DF929625EA0E}">
        <p15:presenceInfo xmlns:p15="http://schemas.microsoft.com/office/powerpoint/2012/main" userId="S::cristinacabanillas@us.es::4532e087-6711-4360-a25b-0477b7cdd7f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1B3F"/>
    <a:srgbClr val="000000"/>
    <a:srgbClr val="9DD8E9"/>
    <a:srgbClr val="31859C"/>
    <a:srgbClr val="FFC68C"/>
    <a:srgbClr val="FFEEA3"/>
    <a:srgbClr val="68A5AB"/>
    <a:srgbClr val="DEBCDA"/>
    <a:srgbClr val="87999C"/>
    <a:srgbClr val="FF9D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67"/>
    <p:restoredTop sz="89066" autoAdjust="0"/>
  </p:normalViewPr>
  <p:slideViewPr>
    <p:cSldViewPr snapToGrid="0">
      <p:cViewPr varScale="1">
        <p:scale>
          <a:sx n="139" d="100"/>
          <a:sy n="139" d="100"/>
        </p:scale>
        <p:origin x="200" y="3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54" Type="http://schemas.openxmlformats.org/officeDocument/2006/relationships/notesMaster" Target="notesMasters/notesMaster1.xml"/><Relationship Id="rId55" Type="http://schemas.openxmlformats.org/officeDocument/2006/relationships/commentAuthors" Target="commentAuthors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E1B5A-6D1D-4424-B231-BA9578D043E9}" type="datetimeFigureOut">
              <a:rPr lang="es-ES" smtClean="0"/>
              <a:t>10/6/26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DB20BF-CB95-4761-9F17-69DD67B574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5290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2747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AFCF6-EFA1-9446-8881-BC6657C215F2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806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997765"/>
            <a:ext cx="12192000" cy="5860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388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BD8D-0E47-C747-9A57-FEF8A3D0819A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880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77D6-0971-FA40-A670-383B7DB29D60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58079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rriba y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947340"/>
            <a:ext cx="10972800" cy="2851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3798462"/>
            <a:ext cx="10972800" cy="29438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9485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0E6A-D9EE-0441-88E9-DAF705FD65AB}" type="datetime1">
              <a:rPr lang="es-ES" smtClean="0"/>
              <a:t>10/6/26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1624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304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58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E56-88EC-654C-B949-97EB307B43C5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0371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4859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al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101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579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grande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33643"/>
            <a:ext cx="12192000" cy="1580728"/>
          </a:xfrm>
          <a:solidFill>
            <a:schemeClr val="tx1">
              <a:alpha val="34000"/>
            </a:schemeClr>
          </a:solidFill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657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1133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4417" y="152400"/>
            <a:ext cx="10752667" cy="762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4419" y="1196975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24419" y="3865564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2135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28446" y="1544637"/>
            <a:ext cx="7127052" cy="2321807"/>
          </a:xfrm>
          <a:noFill/>
        </p:spPr>
        <p:txBody>
          <a:bodyPr/>
          <a:lstStyle>
            <a:lvl1pPr>
              <a:defRPr sz="4000" cap="none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28446" y="4069645"/>
            <a:ext cx="7127052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368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89954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9" descr="http://ftp.us.es/ftp/pub/Logos/marca-dos-tintas_300.gif"/>
          <p:cNvSpPr>
            <a:spLocks noChangeAspect="1" noChangeArrowheads="1"/>
          </p:cNvSpPr>
          <p:nvPr userDrawn="1"/>
        </p:nvSpPr>
        <p:spPr bwMode="auto">
          <a:xfrm>
            <a:off x="5545667" y="5645150"/>
            <a:ext cx="406400" cy="304800"/>
          </a:xfrm>
          <a:prstGeom prst="rect">
            <a:avLst/>
          </a:prstGeom>
          <a:noFill/>
        </p:spPr>
        <p:txBody>
          <a:bodyPr/>
          <a:lstStyle/>
          <a:p>
            <a:endParaRPr lang="es-ES" sz="1620"/>
          </a:p>
        </p:txBody>
      </p:sp>
    </p:spTree>
    <p:extLst>
      <p:ext uri="{BB962C8B-B14F-4D97-AF65-F5344CB8AC3E}">
        <p14:creationId xmlns:p14="http://schemas.microsoft.com/office/powerpoint/2010/main" val="128714681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33562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D3B6-3A05-794A-B623-4160B776B823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313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</p:sldLayoutIdLst>
  <p:hf sldNum="0" hdr="0" ftr="0" dt="0"/>
  <p:txStyles>
    <p:titleStyle>
      <a:lvl1pPr algn="ctr" defTabSz="457182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4.png"/><Relationship Id="rId8" Type="http://schemas.openxmlformats.org/officeDocument/2006/relationships/image" Target="../media/image1.png"/><Relationship Id="rId9" Type="http://schemas.openxmlformats.org/officeDocument/2006/relationships/image" Target="../media/image9.png"/><Relationship Id="rId10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image" Target="../media/image6.png"/><Relationship Id="rId8" Type="http://schemas.openxmlformats.org/officeDocument/2006/relationships/image" Target="../media/image3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image" Target="../media/image6.png"/><Relationship Id="rId8" Type="http://schemas.openxmlformats.org/officeDocument/2006/relationships/image" Target="../media/image3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7.png"/><Relationship Id="rId12" Type="http://schemas.openxmlformats.org/officeDocument/2006/relationships/image" Target="../media/image12.png"/><Relationship Id="rId13" Type="http://schemas.openxmlformats.org/officeDocument/2006/relationships/image" Target="../media/image11.png"/><Relationship Id="rId14" Type="http://schemas.openxmlformats.org/officeDocument/2006/relationships/image" Target="../media/image14.png"/><Relationship Id="rId15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image" Target="../media/image6.png"/><Relationship Id="rId8" Type="http://schemas.openxmlformats.org/officeDocument/2006/relationships/image" Target="../media/image3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7.png"/><Relationship Id="rId12" Type="http://schemas.openxmlformats.org/officeDocument/2006/relationships/image" Target="../media/image14.png"/><Relationship Id="rId13" Type="http://schemas.openxmlformats.org/officeDocument/2006/relationships/image" Target="../media/image12.png"/><Relationship Id="rId14" Type="http://schemas.openxmlformats.org/officeDocument/2006/relationships/image" Target="../media/image11.png"/><Relationship Id="rId15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image" Target="../media/image6.png"/><Relationship Id="rId8" Type="http://schemas.openxmlformats.org/officeDocument/2006/relationships/image" Target="../media/image3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7.png"/><Relationship Id="rId12" Type="http://schemas.openxmlformats.org/officeDocument/2006/relationships/image" Target="../media/image14.png"/><Relationship Id="rId13" Type="http://schemas.openxmlformats.org/officeDocument/2006/relationships/image" Target="../media/image12.png"/><Relationship Id="rId14" Type="http://schemas.openxmlformats.org/officeDocument/2006/relationships/image" Target="../media/image11.png"/><Relationship Id="rId15" Type="http://schemas.openxmlformats.org/officeDocument/2006/relationships/image" Target="../media/image13.png"/><Relationship Id="rId16" Type="http://schemas.openxmlformats.org/officeDocument/2006/relationships/image" Target="../media/image17.png"/><Relationship Id="rId17" Type="http://schemas.openxmlformats.org/officeDocument/2006/relationships/image" Target="../media/image16.png"/><Relationship Id="rId18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image" Target="../media/image1.png"/><Relationship Id="rId8" Type="http://schemas.openxmlformats.org/officeDocument/2006/relationships/image" Target="../media/image7.png"/><Relationship Id="rId9" Type="http://schemas.openxmlformats.org/officeDocument/2006/relationships/image" Target="../media/image14.png"/><Relationship Id="rId10" Type="http://schemas.openxmlformats.org/officeDocument/2006/relationships/image" Target="../media/image6.png"/><Relationship Id="rId11" Type="http://schemas.openxmlformats.org/officeDocument/2006/relationships/image" Target="../media/image9.png"/><Relationship Id="rId12" Type="http://schemas.openxmlformats.org/officeDocument/2006/relationships/image" Target="../media/image12.png"/><Relationship Id="rId13" Type="http://schemas.openxmlformats.org/officeDocument/2006/relationships/image" Target="../media/image3.png"/><Relationship Id="rId14" Type="http://schemas.openxmlformats.org/officeDocument/2006/relationships/image" Target="../media/image8.png"/><Relationship Id="rId15" Type="http://schemas.openxmlformats.org/officeDocument/2006/relationships/image" Target="../media/image11.png"/><Relationship Id="rId16" Type="http://schemas.openxmlformats.org/officeDocument/2006/relationships/image" Target="../media/image18.png"/><Relationship Id="rId17" Type="http://schemas.openxmlformats.org/officeDocument/2006/relationships/image" Target="../media/image17.png"/><Relationship Id="rId18" Type="http://schemas.openxmlformats.org/officeDocument/2006/relationships/image" Target="../media/image16.png"/><Relationship Id="rId19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image" Target="../media/image1.png"/><Relationship Id="rId8" Type="http://schemas.openxmlformats.org/officeDocument/2006/relationships/image" Target="../media/image7.png"/><Relationship Id="rId9" Type="http://schemas.openxmlformats.org/officeDocument/2006/relationships/image" Target="../media/image14.png"/><Relationship Id="rId10" Type="http://schemas.openxmlformats.org/officeDocument/2006/relationships/image" Target="../media/image6.png"/><Relationship Id="rId11" Type="http://schemas.openxmlformats.org/officeDocument/2006/relationships/image" Target="../media/image9.png"/><Relationship Id="rId12" Type="http://schemas.openxmlformats.org/officeDocument/2006/relationships/image" Target="../media/image12.png"/><Relationship Id="rId13" Type="http://schemas.openxmlformats.org/officeDocument/2006/relationships/image" Target="../media/image3.png"/><Relationship Id="rId14" Type="http://schemas.openxmlformats.org/officeDocument/2006/relationships/image" Target="../media/image8.png"/><Relationship Id="rId15" Type="http://schemas.openxmlformats.org/officeDocument/2006/relationships/image" Target="../media/image11.png"/><Relationship Id="rId16" Type="http://schemas.openxmlformats.org/officeDocument/2006/relationships/image" Target="../media/image18.png"/><Relationship Id="rId17" Type="http://schemas.openxmlformats.org/officeDocument/2006/relationships/image" Target="../media/image17.png"/><Relationship Id="rId18" Type="http://schemas.openxmlformats.org/officeDocument/2006/relationships/image" Target="../media/image16.png"/><Relationship Id="rId19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BB6B7D3D-9810-C03F-EF2A-5DCFC1778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ítulo 1">
            <a:extLst>
              <a:ext uri="{FF2B5EF4-FFF2-40B4-BE49-F238E27FC236}">
                <a16:creationId xmlns:a16="http://schemas.microsoft.com/office/drawing/2014/main" id="{6F913ED1-DC65-AF10-C594-73FCE26BC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</p:spPr>
        <p:txBody>
          <a:bodyPr/>
          <a:lstStyle/>
          <a:p>
            <a:r>
              <a:rPr lang="es-ES" dirty="0"/>
              <a:t>SaaS </a:t>
            </a:r>
            <a:r>
              <a:rPr lang="es-ES" dirty="0" err="1"/>
              <a:t>Pricings</a:t>
            </a:r>
            <a:endParaRPr lang="es-ES" dirty="0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781FC56D-429E-0FFF-906D-7FFC5C008FEE}"/>
              </a:ext>
            </a:extLst>
          </p:cNvPr>
          <p:cNvSpPr txBox="1"/>
          <p:nvPr/>
        </p:nvSpPr>
        <p:spPr>
          <a:xfrm>
            <a:off x="11866268" y="6374031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4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34A4485-1EA5-38BF-95E2-4BAFD6C694CE}"/>
              </a:ext>
            </a:extLst>
          </p:cNvPr>
          <p:cNvSpPr txBox="1"/>
          <p:nvPr/>
        </p:nvSpPr>
        <p:spPr>
          <a:xfrm>
            <a:off x="107575" y="6200472"/>
            <a:ext cx="118692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García-Fernández, A., Parejo, J. A., &amp; Ruiz-Cortés, A. (2024, May). Pricing4SaaS: Towards a pricing model to drive the operation of SaaS. In </a:t>
            </a:r>
            <a:r>
              <a:rPr lang="en-US" sz="1400" b="0" i="1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International Conference on Advanced Information Systems Engineering</a:t>
            </a:r>
            <a:r>
              <a:rPr lang="en-US" sz="14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(pp. 47-54). Cham: Springer Nature Switzerland.</a:t>
            </a:r>
            <a:endParaRPr lang="en-US" sz="1400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40886D6B-50A9-63E4-03E0-6722BD5CEB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0795" y="2622379"/>
            <a:ext cx="1104572" cy="1104572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0D71606E-9CAD-7BE7-1990-5DA3F77706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2634" y="1706967"/>
            <a:ext cx="1095406" cy="1095406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F6536E65-C243-DCF0-4ACA-94D0DCA8B8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9930" y="3365947"/>
            <a:ext cx="1104585" cy="1104585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91C6741C-737D-EDD7-D7E4-26493760DE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3551" y="5432870"/>
            <a:ext cx="1104585" cy="1104585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A696DC68-2524-F871-CCE3-0F20C59BEF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96491" y="4919515"/>
            <a:ext cx="1151566" cy="1151566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CACE1FF1-0AFE-CDEC-2CE4-AD64DD0B3D3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81032" y="1706967"/>
            <a:ext cx="1095406" cy="1095406"/>
          </a:xfrm>
          <a:prstGeom prst="rect">
            <a:avLst/>
          </a:prstGeom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5705C1B2-8DC9-7C4F-546B-BAB216A684B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640" y="4859462"/>
            <a:ext cx="1124290" cy="1146817"/>
          </a:xfrm>
          <a:prstGeom prst="rect">
            <a:avLst/>
          </a:prstGeom>
        </p:spPr>
      </p:pic>
      <p:pic>
        <p:nvPicPr>
          <p:cNvPr id="40" name="Imagen 39">
            <a:extLst>
              <a:ext uri="{FF2B5EF4-FFF2-40B4-BE49-F238E27FC236}">
                <a16:creationId xmlns:a16="http://schemas.microsoft.com/office/drawing/2014/main" id="{A387AD30-FB6A-3D71-BE58-B08851198A8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59154" y="4744507"/>
            <a:ext cx="1063580" cy="1104585"/>
          </a:xfrm>
          <a:prstGeom prst="rect">
            <a:avLst/>
          </a:prstGeom>
        </p:spPr>
      </p:pic>
      <p:pic>
        <p:nvPicPr>
          <p:cNvPr id="41" name="Imagen 40">
            <a:extLst>
              <a:ext uri="{FF2B5EF4-FFF2-40B4-BE49-F238E27FC236}">
                <a16:creationId xmlns:a16="http://schemas.microsoft.com/office/drawing/2014/main" id="{BD578C8C-A008-4747-4FF0-0FD27BEE446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640" y="4859461"/>
            <a:ext cx="1124290" cy="1146817"/>
          </a:xfrm>
          <a:prstGeom prst="rect">
            <a:avLst/>
          </a:prstGeom>
        </p:spPr>
      </p:pic>
      <p:pic>
        <p:nvPicPr>
          <p:cNvPr id="42" name="Imagen 41">
            <a:extLst>
              <a:ext uri="{FF2B5EF4-FFF2-40B4-BE49-F238E27FC236}">
                <a16:creationId xmlns:a16="http://schemas.microsoft.com/office/drawing/2014/main" id="{932FE1DF-BDE0-8B56-1900-40A2766CA8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9930" y="3365947"/>
            <a:ext cx="1104585" cy="1104585"/>
          </a:xfrm>
          <a:prstGeom prst="rect">
            <a:avLst/>
          </a:prstGeom>
        </p:spPr>
      </p:pic>
      <p:pic>
        <p:nvPicPr>
          <p:cNvPr id="43" name="Imagen 42">
            <a:extLst>
              <a:ext uri="{FF2B5EF4-FFF2-40B4-BE49-F238E27FC236}">
                <a16:creationId xmlns:a16="http://schemas.microsoft.com/office/drawing/2014/main" id="{319DD37D-7875-5697-DF52-74AC4A0079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3550" y="5421649"/>
            <a:ext cx="1104585" cy="1104585"/>
          </a:xfrm>
          <a:prstGeom prst="rect">
            <a:avLst/>
          </a:prstGeom>
        </p:spPr>
      </p:pic>
      <p:pic>
        <p:nvPicPr>
          <p:cNvPr id="44" name="Imagen 43">
            <a:extLst>
              <a:ext uri="{FF2B5EF4-FFF2-40B4-BE49-F238E27FC236}">
                <a16:creationId xmlns:a16="http://schemas.microsoft.com/office/drawing/2014/main" id="{0B86F118-4411-B37D-B60A-B8AA0276F7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945" y="5410428"/>
            <a:ext cx="1104585" cy="1104585"/>
          </a:xfrm>
          <a:prstGeom prst="rect">
            <a:avLst/>
          </a:prstGeom>
        </p:spPr>
      </p:pic>
      <p:pic>
        <p:nvPicPr>
          <p:cNvPr id="45" name="Imagen 44">
            <a:extLst>
              <a:ext uri="{FF2B5EF4-FFF2-40B4-BE49-F238E27FC236}">
                <a16:creationId xmlns:a16="http://schemas.microsoft.com/office/drawing/2014/main" id="{B10617B7-1469-9670-7249-0C5ECFE30F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86096" y="4919515"/>
            <a:ext cx="1151566" cy="1151566"/>
          </a:xfrm>
          <a:prstGeom prst="rect">
            <a:avLst/>
          </a:prstGeom>
        </p:spPr>
      </p:pic>
      <p:pic>
        <p:nvPicPr>
          <p:cNvPr id="46" name="Imagen 45">
            <a:extLst>
              <a:ext uri="{FF2B5EF4-FFF2-40B4-BE49-F238E27FC236}">
                <a16:creationId xmlns:a16="http://schemas.microsoft.com/office/drawing/2014/main" id="{BDF820E6-4A77-1969-6335-87D3288006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06885" y="4919515"/>
            <a:ext cx="1151566" cy="1151566"/>
          </a:xfrm>
          <a:prstGeom prst="rect">
            <a:avLst/>
          </a:prstGeom>
        </p:spPr>
      </p:pic>
      <p:pic>
        <p:nvPicPr>
          <p:cNvPr id="47" name="Imagen 46">
            <a:extLst>
              <a:ext uri="{FF2B5EF4-FFF2-40B4-BE49-F238E27FC236}">
                <a16:creationId xmlns:a16="http://schemas.microsoft.com/office/drawing/2014/main" id="{60993DCB-1028-C2FB-FEDC-E1F34E3D9BE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81032" y="1706967"/>
            <a:ext cx="1095406" cy="1095406"/>
          </a:xfrm>
          <a:prstGeom prst="rect">
            <a:avLst/>
          </a:prstGeom>
        </p:spPr>
      </p:pic>
      <p:pic>
        <p:nvPicPr>
          <p:cNvPr id="48" name="Imagen 47">
            <a:extLst>
              <a:ext uri="{FF2B5EF4-FFF2-40B4-BE49-F238E27FC236}">
                <a16:creationId xmlns:a16="http://schemas.microsoft.com/office/drawing/2014/main" id="{28269A59-0BB7-019E-0C88-BE73E9D6E39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81032" y="1706967"/>
            <a:ext cx="1095406" cy="1095406"/>
          </a:xfrm>
          <a:prstGeom prst="rect">
            <a:avLst/>
          </a:prstGeom>
        </p:spPr>
      </p:pic>
      <p:pic>
        <p:nvPicPr>
          <p:cNvPr id="49" name="Imagen 48">
            <a:extLst>
              <a:ext uri="{FF2B5EF4-FFF2-40B4-BE49-F238E27FC236}">
                <a16:creationId xmlns:a16="http://schemas.microsoft.com/office/drawing/2014/main" id="{8F1DEB50-174B-ECBF-4260-902F73B9D07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59154" y="4753405"/>
            <a:ext cx="1063580" cy="1104585"/>
          </a:xfrm>
          <a:prstGeom prst="rect">
            <a:avLst/>
          </a:prstGeom>
        </p:spPr>
      </p:pic>
      <p:pic>
        <p:nvPicPr>
          <p:cNvPr id="50" name="Imagen 49">
            <a:extLst>
              <a:ext uri="{FF2B5EF4-FFF2-40B4-BE49-F238E27FC236}">
                <a16:creationId xmlns:a16="http://schemas.microsoft.com/office/drawing/2014/main" id="{DFB07B94-2E15-B2AC-25B4-51C1EE3E6F0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59154" y="4753404"/>
            <a:ext cx="1063580" cy="1104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3539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8844BD07-3152-E15A-B819-331156493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ítulo 1">
            <a:extLst>
              <a:ext uri="{FF2B5EF4-FFF2-40B4-BE49-F238E27FC236}">
                <a16:creationId xmlns:a16="http://schemas.microsoft.com/office/drawing/2014/main" id="{11F7FC94-BCA4-2355-1F79-88C4D4E2D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</p:spPr>
        <p:txBody>
          <a:bodyPr/>
          <a:lstStyle/>
          <a:p>
            <a:r>
              <a:rPr lang="es-ES" dirty="0"/>
              <a:t>SaaS </a:t>
            </a:r>
            <a:r>
              <a:rPr lang="es-ES" dirty="0" err="1"/>
              <a:t>Pricings</a:t>
            </a:r>
            <a:endParaRPr lang="es-ES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DA67248-B3E9-A75E-F5D5-2D1AB2BDC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4170" y="1378547"/>
            <a:ext cx="5609138" cy="394541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C4DF37B-DCDD-36ED-70FF-C247523556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1154" y="2814633"/>
            <a:ext cx="409161" cy="40916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EA5F9000-C548-4CC2-EA36-F96B399723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3118" y="2298330"/>
            <a:ext cx="405780" cy="40578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73256FC-9CA6-6416-6C09-A3D587D7F2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0097" y="2803999"/>
            <a:ext cx="362861" cy="36286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BC0FCC2-E20D-1859-0DCD-B5853990B3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4404" y="3410202"/>
            <a:ext cx="362861" cy="36286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AFB7E29-11F8-C620-A8F2-9B9E70C3F2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3557" y="2811986"/>
            <a:ext cx="409161" cy="40916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D22D84A-9F63-6CC4-F2FC-09BBEF117D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6938" y="2245698"/>
            <a:ext cx="405780" cy="40578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2F53EAE-114A-97EF-0A30-7009A34DA3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0888" y="2841264"/>
            <a:ext cx="362861" cy="36286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CB4F272E-A48F-2D55-A57E-1FEEE167129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4400" y="4062432"/>
            <a:ext cx="362861" cy="36286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6624453F-31B2-01EB-0039-894AB31C830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0515" y="4048565"/>
            <a:ext cx="316061" cy="316061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3C0B4890-26FC-D17A-7111-AE11BF89FE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3385" y="3406972"/>
            <a:ext cx="362861" cy="36286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F6DC1889-964F-16A5-A000-F19FE512779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34400" y="3425195"/>
            <a:ext cx="362861" cy="36286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16BA5673-29FB-6345-C9FD-FA8686E35B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4486" y="2803999"/>
            <a:ext cx="409161" cy="409161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AD74FB2F-E23C-0273-F9CF-0A2D61C6FF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7867" y="2208358"/>
            <a:ext cx="405780" cy="40578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40DB7188-345D-F901-1E25-EA4A184A3C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7374" y="2855847"/>
            <a:ext cx="362861" cy="362861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75319635-82A3-47D6-6DAD-44BEB0021C7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18490" y="2258456"/>
            <a:ext cx="394432" cy="401048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BDA1E80B-5D2C-A239-04B2-328BA32B98E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62231" y="3397800"/>
            <a:ext cx="371518" cy="378962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E4D6C846-CBF1-EE6B-591D-7B09D9F4835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44166" y="2226855"/>
            <a:ext cx="404548" cy="438046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4AD4E101-BAB8-5061-47F6-C3CCE6D4EFF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09829" y="2208358"/>
            <a:ext cx="419289" cy="435454"/>
          </a:xfrm>
          <a:prstGeom prst="rect">
            <a:avLst/>
          </a:prstGeom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E255B544-E3F1-1ED1-FA09-E562AFC5FC68}"/>
              </a:ext>
            </a:extLst>
          </p:cNvPr>
          <p:cNvSpPr txBox="1"/>
          <p:nvPr/>
        </p:nvSpPr>
        <p:spPr>
          <a:xfrm>
            <a:off x="107575" y="6200472"/>
            <a:ext cx="118692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García-Fernández, A., Parejo, J. A., &amp; Ruiz-Cortés, A. (2024, May). Pricing4SaaS: Towards a pricing model to drive the operation of SaaS. In </a:t>
            </a:r>
            <a:r>
              <a:rPr lang="en-US" sz="1400" b="0" i="1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International Conference on Advanced Information Systems Engineering</a:t>
            </a:r>
            <a:r>
              <a:rPr lang="en-US" sz="14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(pp. 47-54). Cham: Springer Nature Switzerland.</a:t>
            </a:r>
            <a:endParaRPr lang="en-US" sz="1400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E88182E8-2DC5-6A26-991A-3FECA92DE39E}"/>
              </a:ext>
            </a:extLst>
          </p:cNvPr>
          <p:cNvSpPr txBox="1"/>
          <p:nvPr/>
        </p:nvSpPr>
        <p:spPr>
          <a:xfrm>
            <a:off x="11866268" y="6374031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333706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F96B8549-123C-5C83-050B-7559C7F44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ítulo 1">
            <a:extLst>
              <a:ext uri="{FF2B5EF4-FFF2-40B4-BE49-F238E27FC236}">
                <a16:creationId xmlns:a16="http://schemas.microsoft.com/office/drawing/2014/main" id="{908A2C8C-91A9-8169-1C31-0861145C8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</p:spPr>
        <p:txBody>
          <a:bodyPr/>
          <a:lstStyle/>
          <a:p>
            <a:r>
              <a:rPr lang="es-ES" dirty="0"/>
              <a:t>SaaS </a:t>
            </a:r>
            <a:r>
              <a:rPr lang="es-ES" dirty="0" err="1"/>
              <a:t>Pricings</a:t>
            </a:r>
            <a:endParaRPr lang="es-ES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66D1D92-8735-21E4-22BD-8F34939EE1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348" y="1604579"/>
            <a:ext cx="5609138" cy="394541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844C5520-9E25-7DD1-2068-4E1B17B1DE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2332" y="3040665"/>
            <a:ext cx="409161" cy="40916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1DA8375C-BB2F-0727-27B4-CAA8A4F573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4296" y="2524362"/>
            <a:ext cx="405780" cy="40578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A35AE6D-D867-4F6D-B71B-C4F318A4A0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1275" y="3030031"/>
            <a:ext cx="362861" cy="36286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BE0EA12-4F05-02BB-17E5-DAFEBA191F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5582" y="3636234"/>
            <a:ext cx="362861" cy="36286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E3C3614-73A0-EFDB-DCCA-18C8C71EB0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4735" y="3038018"/>
            <a:ext cx="409161" cy="40916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71DFE4C-627D-69FE-1371-4FC89E5F33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8116" y="2471730"/>
            <a:ext cx="405780" cy="40578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BE7396A-2EB1-EC9E-A1ED-B37CDDD387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2066" y="3067296"/>
            <a:ext cx="362861" cy="36286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BEC0D814-1A2A-8911-BE17-DF17EF01A8C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85578" y="4288464"/>
            <a:ext cx="362861" cy="36286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B4820B70-8F62-A0D7-666C-D49A1391473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41693" y="4274597"/>
            <a:ext cx="316061" cy="316061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88B19F5C-E65C-04D1-5F14-FFC432E5AF0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563" y="3633004"/>
            <a:ext cx="362861" cy="36286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3C8C2F51-AC5C-9725-526A-FE61EFB8C7F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85578" y="3651227"/>
            <a:ext cx="362861" cy="36286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8A9144C2-6CEA-7869-FE3B-499018B10C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5664" y="3030031"/>
            <a:ext cx="409161" cy="409161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961A80DD-3EF0-EB41-9170-D068F7955F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9045" y="2434390"/>
            <a:ext cx="405780" cy="40578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81DD2DAB-9EF7-7011-53D3-46A33FBEE7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8552" y="3081879"/>
            <a:ext cx="362861" cy="362861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DEA95A3A-B0AA-B0BA-4E86-74F1D092C08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69668" y="2484488"/>
            <a:ext cx="394432" cy="401048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B3787047-4D10-875C-C846-61BF5553565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13409" y="3623832"/>
            <a:ext cx="371518" cy="378962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35D566BB-2CA1-E922-4419-DC0852DC174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95344" y="2452887"/>
            <a:ext cx="404548" cy="438046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9BD3A8F2-C463-D97B-0244-A6DFC92F53D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61007" y="2434390"/>
            <a:ext cx="419289" cy="435454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FC4143B1-7B16-F705-13BA-C77C36D1643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37990" y="2010569"/>
            <a:ext cx="303749" cy="365439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891D5E24-5AC8-7981-F7FC-7BDE8BF4998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34988" y="2016591"/>
            <a:ext cx="312010" cy="353621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56C421DF-6CC5-1380-A511-5AE0EAACA11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35733" y="1600598"/>
            <a:ext cx="311265" cy="359185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89E7AC6A-5DF1-E2E5-88A0-FB952F70958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83123" y="2540451"/>
            <a:ext cx="353261" cy="359185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01144F87-791C-791A-F692-8CE798714DE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24010" y="1114291"/>
            <a:ext cx="2521835" cy="1932688"/>
          </a:xfrm>
          <a:prstGeom prst="rect">
            <a:avLst/>
          </a:prstGeom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40F8E10A-91DF-F07D-8D9F-56D94819731B}"/>
              </a:ext>
            </a:extLst>
          </p:cNvPr>
          <p:cNvSpPr txBox="1"/>
          <p:nvPr/>
        </p:nvSpPr>
        <p:spPr>
          <a:xfrm>
            <a:off x="107575" y="6200472"/>
            <a:ext cx="118692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García-Fernández, A., Parejo, J. A., &amp; Ruiz-Cortés, A. (2024, May). Pricing4SaaS: Towards a pricing model to drive the operation of SaaS. In </a:t>
            </a:r>
            <a:r>
              <a:rPr lang="en-US" sz="1400" b="0" i="1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International Conference on Advanced Information Systems Engineering</a:t>
            </a:r>
            <a:r>
              <a:rPr lang="en-US" sz="14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(pp. 47-54). Cham: Springer Nature Switzerland.</a:t>
            </a:r>
            <a:endParaRPr lang="en-US" sz="1400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72F3B58D-6EA0-BDF3-0A4B-A6EDBF390D7C}"/>
              </a:ext>
            </a:extLst>
          </p:cNvPr>
          <p:cNvSpPr txBox="1"/>
          <p:nvPr/>
        </p:nvSpPr>
        <p:spPr>
          <a:xfrm>
            <a:off x="11866268" y="6374031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881295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0022FE14-60F8-511A-F6BB-47D7CD6CC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ítulo 1">
            <a:extLst>
              <a:ext uri="{FF2B5EF4-FFF2-40B4-BE49-F238E27FC236}">
                <a16:creationId xmlns:a16="http://schemas.microsoft.com/office/drawing/2014/main" id="{EE31EF59-69E6-BF84-F328-16BDC5A50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</p:spPr>
        <p:txBody>
          <a:bodyPr/>
          <a:lstStyle/>
          <a:p>
            <a:r>
              <a:rPr lang="es-ES" dirty="0"/>
              <a:t>SaaS </a:t>
            </a:r>
            <a:r>
              <a:rPr lang="es-ES" dirty="0" err="1"/>
              <a:t>Pricings</a:t>
            </a:r>
            <a:endParaRPr lang="es-ES" dirty="0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ACE9881A-8D1A-27AE-924F-5F225B33F577}"/>
              </a:ext>
            </a:extLst>
          </p:cNvPr>
          <p:cNvSpPr txBox="1"/>
          <p:nvPr/>
        </p:nvSpPr>
        <p:spPr>
          <a:xfrm>
            <a:off x="11866268" y="6374031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4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A3D7E0E-2464-7B86-DD53-89BE99D75D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348" y="1604579"/>
            <a:ext cx="5609138" cy="394541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A7AD649B-57B2-B57E-9BBE-69EF15A49F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2332" y="3040665"/>
            <a:ext cx="409161" cy="40916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A49B6CE1-1D5B-749D-27EB-B87DB1D64B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4296" y="2524362"/>
            <a:ext cx="405780" cy="40578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B393094-E987-22EB-80D4-CEE3D5A598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1275" y="3030031"/>
            <a:ext cx="362861" cy="36286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AAF082A-85C3-46F1-08C0-3CBABF936C3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5582" y="3636234"/>
            <a:ext cx="362861" cy="36286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20102C2-DED6-B77F-F3C2-A9B0D98CC8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4735" y="3038018"/>
            <a:ext cx="409161" cy="40916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A835C0F-1364-7702-8661-F9BE87CECF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8116" y="2471730"/>
            <a:ext cx="405780" cy="40578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5E02BF4-334E-B997-4FCB-6B08FDEB64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2066" y="3067296"/>
            <a:ext cx="362861" cy="36286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9575968-15EF-50D9-F538-690854BB205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85578" y="4288464"/>
            <a:ext cx="362861" cy="36286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A979398E-313A-7BB0-DD21-FFA41311BD2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41693" y="4274597"/>
            <a:ext cx="316061" cy="316061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4F95F85D-6C0C-5BC9-55C5-42992DDA76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563" y="3633004"/>
            <a:ext cx="362861" cy="36286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37106085-E4F4-3C16-298B-19D43076F2B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85578" y="3651227"/>
            <a:ext cx="362861" cy="36286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E0DB6573-C4B4-93D5-D465-53F5741B52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5664" y="3030031"/>
            <a:ext cx="409161" cy="409161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D8AAA39A-ED28-BDD2-1491-D81E1683C2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9045" y="2434390"/>
            <a:ext cx="405780" cy="40578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C8D5F9AE-6F3C-55E7-E41D-B2ED966BF8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8552" y="3081879"/>
            <a:ext cx="362861" cy="362861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E0AB814C-475B-3F25-6735-3BB3A07F99A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69668" y="2484488"/>
            <a:ext cx="394432" cy="401048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753CF6B3-D36B-9022-EE77-21A5432E1B0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13409" y="3623832"/>
            <a:ext cx="371518" cy="378962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D060C169-F719-94A0-3334-E42E744AD4E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95344" y="2452887"/>
            <a:ext cx="404548" cy="438046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6A72AE3E-66AA-CD4D-CF34-CF629F4BD4F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61007" y="2434390"/>
            <a:ext cx="419289" cy="435454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AA778D70-2E3B-D96B-ADD6-7A782BD1F9C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20381" y="2452887"/>
            <a:ext cx="199386" cy="202729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ECA77563-49C2-3D55-6368-DCC00F7DFFB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48609" y="2434390"/>
            <a:ext cx="184792" cy="207716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C16F7168-FF6B-5F2E-94AE-DB0FADCAEC5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65702" y="3506445"/>
            <a:ext cx="184792" cy="207716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3081617A-301F-7C13-C1A7-03F3934EE19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18956" y="2434390"/>
            <a:ext cx="180004" cy="207716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F6541B10-C6BA-DBBD-6015-1A26AC97D17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24010" y="1114291"/>
            <a:ext cx="2521835" cy="1932688"/>
          </a:xfrm>
          <a:prstGeom prst="rect">
            <a:avLst/>
          </a:prstGeom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87A45B72-EB8F-9C33-98BF-070E5465F9D8}"/>
              </a:ext>
            </a:extLst>
          </p:cNvPr>
          <p:cNvSpPr txBox="1"/>
          <p:nvPr/>
        </p:nvSpPr>
        <p:spPr>
          <a:xfrm>
            <a:off x="107575" y="6200472"/>
            <a:ext cx="118692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García-Fernández, A., Parejo, J. A., &amp; Ruiz-Cortés, A. (2024, May). Pricing4SaaS: Towards a pricing model to drive the operation of SaaS. In </a:t>
            </a:r>
            <a:r>
              <a:rPr lang="en-US" sz="1400" b="0" i="1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International Conference on Advanced Information Systems Engineering</a:t>
            </a:r>
            <a:r>
              <a:rPr lang="en-US" sz="14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(pp. 47-54). Cham: Springer Nature Switzerland.</a:t>
            </a:r>
            <a:endParaRPr lang="en-US" sz="1400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73470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97D2E75C-265A-FA59-BD27-F595DC49D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ítulo 1">
            <a:extLst>
              <a:ext uri="{FF2B5EF4-FFF2-40B4-BE49-F238E27FC236}">
                <a16:creationId xmlns:a16="http://schemas.microsoft.com/office/drawing/2014/main" id="{85BD76E5-36D9-51CC-6D97-767B5AEAC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</p:spPr>
        <p:txBody>
          <a:bodyPr/>
          <a:lstStyle/>
          <a:p>
            <a:r>
              <a:rPr lang="es-ES" dirty="0"/>
              <a:t>SaaS </a:t>
            </a:r>
            <a:r>
              <a:rPr lang="es-ES" dirty="0" err="1"/>
              <a:t>Pricings</a:t>
            </a:r>
            <a:endParaRPr lang="es-ES" dirty="0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A9695524-1B6A-00F3-3CCF-C210C427B452}"/>
              </a:ext>
            </a:extLst>
          </p:cNvPr>
          <p:cNvSpPr txBox="1"/>
          <p:nvPr/>
        </p:nvSpPr>
        <p:spPr>
          <a:xfrm>
            <a:off x="11866268" y="6374031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4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4EEA39B4-999E-DBEE-A7C0-BE86617A3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348" y="1604579"/>
            <a:ext cx="5609138" cy="394541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021261C7-BF92-7A8A-2532-99C31E0C16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2332" y="3040665"/>
            <a:ext cx="409161" cy="40916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F071C4E8-A2BF-F1E3-7DC8-20196E66F6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4296" y="2524362"/>
            <a:ext cx="405780" cy="40578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C67E0C6-242E-1709-3510-44A1712CAA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1275" y="3030031"/>
            <a:ext cx="362861" cy="36286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71F8E85-AA07-A6BF-D195-BA0766D626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5582" y="3636234"/>
            <a:ext cx="362861" cy="36286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F14B8C8-4700-E6AE-7407-7AC7742043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4735" y="3038018"/>
            <a:ext cx="409161" cy="40916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58DD6B56-7262-4155-A667-ABBFAF7200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8116" y="2471730"/>
            <a:ext cx="405780" cy="40578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2434FBF-C5EA-B655-1601-ACEEFA73E3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2066" y="3067296"/>
            <a:ext cx="362861" cy="36286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E82A241F-7D88-4C7C-1C1D-E2E5E64577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85578" y="4288464"/>
            <a:ext cx="362861" cy="36286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7668606A-E531-030C-597C-0BDD8D9ABAA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41693" y="4274597"/>
            <a:ext cx="316061" cy="316061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79C8C0AA-B8A3-77D0-783C-B03E0FA8A6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563" y="3633004"/>
            <a:ext cx="362861" cy="36286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4AE8D1D3-0F99-D010-87F6-58E065B99B8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85578" y="3651227"/>
            <a:ext cx="362861" cy="36286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90632220-43C4-3EB4-E7AC-8596CE3B75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5664" y="3030031"/>
            <a:ext cx="409161" cy="409161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B18587C2-6232-64C2-9EE1-2CA554AE25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9045" y="2434390"/>
            <a:ext cx="405780" cy="40578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CE84D3E2-5A1E-4167-7BE9-0E9E92F2A8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8552" y="3081879"/>
            <a:ext cx="362861" cy="362861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E4441780-9409-3809-2CC6-EFC19A7241E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69668" y="2484488"/>
            <a:ext cx="394432" cy="401048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101C718E-6FDA-B84F-BF2C-BA7DEB42612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13409" y="3623832"/>
            <a:ext cx="371518" cy="378962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C8037E1D-4469-D862-2E5A-5D90DF8D630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95344" y="2452887"/>
            <a:ext cx="404548" cy="438046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0D7F0DD0-AF5C-E042-96D1-FD093F851C7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61007" y="2434390"/>
            <a:ext cx="419289" cy="435454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BB49C6D6-6CCC-34A2-621D-5B9E4BD8355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20381" y="2452887"/>
            <a:ext cx="199386" cy="202729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CC849CC3-C826-A309-0E62-75299B951AA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48609" y="2434390"/>
            <a:ext cx="184792" cy="207716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2A48861C-2974-B35F-6D15-91E7EEF9066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65702" y="3506445"/>
            <a:ext cx="184792" cy="207716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6995029A-1176-5C23-ECBB-32B30857553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18956" y="2434390"/>
            <a:ext cx="180004" cy="207716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AD4DF273-ACE2-450D-2F1A-90109712A1A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24010" y="1114291"/>
            <a:ext cx="2521835" cy="1932688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0AE5006D-5423-F087-B0F5-A074A1CE477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18644" y="3715345"/>
            <a:ext cx="2524409" cy="1123670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CF3F769A-2CD8-55CE-D0B3-B9839031BDA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21765" y="4414071"/>
            <a:ext cx="1661150" cy="256351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64E0FF4D-BE1A-5B94-F8A9-5B7A086BEDB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716807" y="3896116"/>
            <a:ext cx="401866" cy="378481"/>
          </a:xfrm>
          <a:prstGeom prst="rect">
            <a:avLst/>
          </a:prstGeom>
        </p:spPr>
      </p:pic>
      <p:sp>
        <p:nvSpPr>
          <p:cNvPr id="29" name="CuadroTexto 28">
            <a:extLst>
              <a:ext uri="{FF2B5EF4-FFF2-40B4-BE49-F238E27FC236}">
                <a16:creationId xmlns:a16="http://schemas.microsoft.com/office/drawing/2014/main" id="{BD10D8A9-9B12-D647-1C05-85C123742E45}"/>
              </a:ext>
            </a:extLst>
          </p:cNvPr>
          <p:cNvSpPr txBox="1"/>
          <p:nvPr/>
        </p:nvSpPr>
        <p:spPr>
          <a:xfrm>
            <a:off x="107575" y="6200472"/>
            <a:ext cx="118692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García-Fernández, A., Parejo, J. A., &amp; Ruiz-Cortés, A. (2024, May). Pricing4SaaS: Towards a pricing model to drive the operation of SaaS. In </a:t>
            </a:r>
            <a:r>
              <a:rPr lang="en-US" sz="1400" b="0" i="1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International Conference on Advanced Information Systems Engineering</a:t>
            </a:r>
            <a:r>
              <a:rPr lang="en-US" sz="14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(pp. 47-54). Cham: Springer Nature Switzerland.</a:t>
            </a:r>
            <a:endParaRPr lang="en-US" sz="1400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39661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6C644978-EB9A-9C15-C7BE-D53603F1D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CuadroTexto 37">
            <a:extLst>
              <a:ext uri="{FF2B5EF4-FFF2-40B4-BE49-F238E27FC236}">
                <a16:creationId xmlns:a16="http://schemas.microsoft.com/office/drawing/2014/main" id="{2AD76363-C9C7-70C4-7294-BE95153A52AA}"/>
              </a:ext>
            </a:extLst>
          </p:cNvPr>
          <p:cNvSpPr txBox="1"/>
          <p:nvPr/>
        </p:nvSpPr>
        <p:spPr>
          <a:xfrm>
            <a:off x="11866268" y="6374031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4</a:t>
            </a:r>
          </a:p>
        </p:txBody>
      </p:sp>
      <p:pic>
        <p:nvPicPr>
          <p:cNvPr id="132" name="Imagen 131">
            <a:extLst>
              <a:ext uri="{FF2B5EF4-FFF2-40B4-BE49-F238E27FC236}">
                <a16:creationId xmlns:a16="http://schemas.microsoft.com/office/drawing/2014/main" id="{A6A65188-F0F5-C7E3-A45C-8D88211A1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520" y="4930537"/>
            <a:ext cx="1727289" cy="1323763"/>
          </a:xfrm>
          <a:prstGeom prst="rect">
            <a:avLst/>
          </a:prstGeom>
        </p:spPr>
      </p:pic>
      <p:pic>
        <p:nvPicPr>
          <p:cNvPr id="133" name="Imagen 132">
            <a:extLst>
              <a:ext uri="{FF2B5EF4-FFF2-40B4-BE49-F238E27FC236}">
                <a16:creationId xmlns:a16="http://schemas.microsoft.com/office/drawing/2014/main" id="{46AC247C-EDC0-E970-0FDC-0CBE358E55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838" y="543570"/>
            <a:ext cx="5914070" cy="4200583"/>
          </a:xfrm>
          <a:prstGeom prst="rect">
            <a:avLst/>
          </a:prstGeom>
        </p:spPr>
      </p:pic>
      <p:pic>
        <p:nvPicPr>
          <p:cNvPr id="134" name="Imagen 133">
            <a:extLst>
              <a:ext uri="{FF2B5EF4-FFF2-40B4-BE49-F238E27FC236}">
                <a16:creationId xmlns:a16="http://schemas.microsoft.com/office/drawing/2014/main" id="{D7603348-2810-0F54-DB57-5B7EC565C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7763" y="2271691"/>
            <a:ext cx="431404" cy="435624"/>
          </a:xfrm>
          <a:prstGeom prst="rect">
            <a:avLst/>
          </a:prstGeom>
        </p:spPr>
      </p:pic>
      <p:pic>
        <p:nvPicPr>
          <p:cNvPr id="135" name="Imagen 134">
            <a:extLst>
              <a:ext uri="{FF2B5EF4-FFF2-40B4-BE49-F238E27FC236}">
                <a16:creationId xmlns:a16="http://schemas.microsoft.com/office/drawing/2014/main" id="{05F2F5BC-1ACF-5B3C-4872-8E37A6C5B8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1327" y="1663776"/>
            <a:ext cx="427840" cy="432024"/>
          </a:xfrm>
          <a:prstGeom prst="rect">
            <a:avLst/>
          </a:prstGeom>
        </p:spPr>
      </p:pic>
      <p:pic>
        <p:nvPicPr>
          <p:cNvPr id="136" name="Imagen 135">
            <a:extLst>
              <a:ext uri="{FF2B5EF4-FFF2-40B4-BE49-F238E27FC236}">
                <a16:creationId xmlns:a16="http://schemas.microsoft.com/office/drawing/2014/main" id="{7F063301-2893-FF2F-963E-679219B570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126" y="2320986"/>
            <a:ext cx="382587" cy="386329"/>
          </a:xfrm>
          <a:prstGeom prst="rect">
            <a:avLst/>
          </a:prstGeom>
        </p:spPr>
      </p:pic>
      <p:pic>
        <p:nvPicPr>
          <p:cNvPr id="137" name="Imagen 136">
            <a:extLst>
              <a:ext uri="{FF2B5EF4-FFF2-40B4-BE49-F238E27FC236}">
                <a16:creationId xmlns:a16="http://schemas.microsoft.com/office/drawing/2014/main" id="{175D48F6-BC24-4E18-4C29-634F0212835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5873" y="1663776"/>
            <a:ext cx="427840" cy="432024"/>
          </a:xfrm>
          <a:prstGeom prst="rect">
            <a:avLst/>
          </a:prstGeom>
        </p:spPr>
      </p:pic>
      <p:pic>
        <p:nvPicPr>
          <p:cNvPr id="138" name="Imagen 137">
            <a:extLst>
              <a:ext uri="{FF2B5EF4-FFF2-40B4-BE49-F238E27FC236}">
                <a16:creationId xmlns:a16="http://schemas.microsoft.com/office/drawing/2014/main" id="{D92C3591-577E-7B1B-2647-CB208AE1672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9413" y="1694577"/>
            <a:ext cx="160895" cy="162468"/>
          </a:xfrm>
          <a:prstGeom prst="rect">
            <a:avLst/>
          </a:prstGeom>
        </p:spPr>
      </p:pic>
      <p:pic>
        <p:nvPicPr>
          <p:cNvPr id="139" name="Imagen 138">
            <a:extLst>
              <a:ext uri="{FF2B5EF4-FFF2-40B4-BE49-F238E27FC236}">
                <a16:creationId xmlns:a16="http://schemas.microsoft.com/office/drawing/2014/main" id="{51B09E62-BF35-927D-5200-907A6332576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69250" y="2936804"/>
            <a:ext cx="382587" cy="386329"/>
          </a:xfrm>
          <a:prstGeom prst="rect">
            <a:avLst/>
          </a:prstGeom>
        </p:spPr>
      </p:pic>
      <p:pic>
        <p:nvPicPr>
          <p:cNvPr id="140" name="Imagen 139">
            <a:extLst>
              <a:ext uri="{FF2B5EF4-FFF2-40B4-BE49-F238E27FC236}">
                <a16:creationId xmlns:a16="http://schemas.microsoft.com/office/drawing/2014/main" id="{26DFA8D9-6F16-E012-E2F7-5150F21017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4843" y="2271692"/>
            <a:ext cx="431404" cy="435624"/>
          </a:xfrm>
          <a:prstGeom prst="rect">
            <a:avLst/>
          </a:prstGeom>
        </p:spPr>
      </p:pic>
      <p:pic>
        <p:nvPicPr>
          <p:cNvPr id="141" name="Imagen 140">
            <a:extLst>
              <a:ext uri="{FF2B5EF4-FFF2-40B4-BE49-F238E27FC236}">
                <a16:creationId xmlns:a16="http://schemas.microsoft.com/office/drawing/2014/main" id="{D96E6776-B157-28C8-F4B3-A5BE7C2BD3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8407" y="1663776"/>
            <a:ext cx="427840" cy="432025"/>
          </a:xfrm>
          <a:prstGeom prst="rect">
            <a:avLst/>
          </a:prstGeom>
        </p:spPr>
      </p:pic>
      <p:pic>
        <p:nvPicPr>
          <p:cNvPr id="142" name="Imagen 141">
            <a:extLst>
              <a:ext uri="{FF2B5EF4-FFF2-40B4-BE49-F238E27FC236}">
                <a16:creationId xmlns:a16="http://schemas.microsoft.com/office/drawing/2014/main" id="{6DFC468C-D461-593E-669F-1AE3E8FD16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48206" y="2320986"/>
            <a:ext cx="382587" cy="386329"/>
          </a:xfrm>
          <a:prstGeom prst="rect">
            <a:avLst/>
          </a:prstGeom>
        </p:spPr>
      </p:pic>
      <p:pic>
        <p:nvPicPr>
          <p:cNvPr id="143" name="Imagen 142">
            <a:extLst>
              <a:ext uri="{FF2B5EF4-FFF2-40B4-BE49-F238E27FC236}">
                <a16:creationId xmlns:a16="http://schemas.microsoft.com/office/drawing/2014/main" id="{BF8E6291-7D8A-D56D-2B96-212733A820B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53873" y="2932501"/>
            <a:ext cx="382587" cy="386330"/>
          </a:xfrm>
          <a:prstGeom prst="rect">
            <a:avLst/>
          </a:prstGeom>
        </p:spPr>
      </p:pic>
      <p:pic>
        <p:nvPicPr>
          <p:cNvPr id="144" name="Imagen 143">
            <a:extLst>
              <a:ext uri="{FF2B5EF4-FFF2-40B4-BE49-F238E27FC236}">
                <a16:creationId xmlns:a16="http://schemas.microsoft.com/office/drawing/2014/main" id="{E543617E-7650-27DB-24C4-4C60DEEB48A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6085" y="2820027"/>
            <a:ext cx="140504" cy="157642"/>
          </a:xfrm>
          <a:prstGeom prst="rect">
            <a:avLst/>
          </a:prstGeom>
        </p:spPr>
      </p:pic>
      <p:pic>
        <p:nvPicPr>
          <p:cNvPr id="145" name="Imagen 144">
            <a:extLst>
              <a:ext uri="{FF2B5EF4-FFF2-40B4-BE49-F238E27FC236}">
                <a16:creationId xmlns:a16="http://schemas.microsoft.com/office/drawing/2014/main" id="{22F9C424-C448-A360-933D-BD8F0BD71A1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02953" y="1663776"/>
            <a:ext cx="427840" cy="432025"/>
          </a:xfrm>
          <a:prstGeom prst="rect">
            <a:avLst/>
          </a:prstGeom>
        </p:spPr>
      </p:pic>
      <p:pic>
        <p:nvPicPr>
          <p:cNvPr id="146" name="Imagen 145">
            <a:extLst>
              <a:ext uri="{FF2B5EF4-FFF2-40B4-BE49-F238E27FC236}">
                <a16:creationId xmlns:a16="http://schemas.microsoft.com/office/drawing/2014/main" id="{34CE1B77-16BE-AAF5-2139-DF1045D428D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93463" y="1691865"/>
            <a:ext cx="140504" cy="157642"/>
          </a:xfrm>
          <a:prstGeom prst="rect">
            <a:avLst/>
          </a:prstGeom>
        </p:spPr>
      </p:pic>
      <p:pic>
        <p:nvPicPr>
          <p:cNvPr id="147" name="Imagen 146">
            <a:extLst>
              <a:ext uri="{FF2B5EF4-FFF2-40B4-BE49-F238E27FC236}">
                <a16:creationId xmlns:a16="http://schemas.microsoft.com/office/drawing/2014/main" id="{8654327B-8465-DD20-D77E-27D8B288E0B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31722" y="3569463"/>
            <a:ext cx="382587" cy="386329"/>
          </a:xfrm>
          <a:prstGeom prst="rect">
            <a:avLst/>
          </a:prstGeom>
        </p:spPr>
      </p:pic>
      <p:pic>
        <p:nvPicPr>
          <p:cNvPr id="148" name="Imagen 147">
            <a:extLst>
              <a:ext uri="{FF2B5EF4-FFF2-40B4-BE49-F238E27FC236}">
                <a16:creationId xmlns:a16="http://schemas.microsoft.com/office/drawing/2014/main" id="{7F22022F-180E-FF73-0F34-261D4294EF2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89927" y="3580710"/>
            <a:ext cx="333243" cy="336503"/>
          </a:xfrm>
          <a:prstGeom prst="rect">
            <a:avLst/>
          </a:prstGeom>
        </p:spPr>
      </p:pic>
      <p:pic>
        <p:nvPicPr>
          <p:cNvPr id="149" name="Imagen 148">
            <a:extLst>
              <a:ext uri="{FF2B5EF4-FFF2-40B4-BE49-F238E27FC236}">
                <a16:creationId xmlns:a16="http://schemas.microsoft.com/office/drawing/2014/main" id="{9EAF89A3-21F2-821B-749F-0C97C332CEF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52766" y="2964893"/>
            <a:ext cx="382587" cy="386329"/>
          </a:xfrm>
          <a:prstGeom prst="rect">
            <a:avLst/>
          </a:prstGeom>
        </p:spPr>
      </p:pic>
      <p:pic>
        <p:nvPicPr>
          <p:cNvPr id="150" name="Imagen 149">
            <a:extLst>
              <a:ext uri="{FF2B5EF4-FFF2-40B4-BE49-F238E27FC236}">
                <a16:creationId xmlns:a16="http://schemas.microsoft.com/office/drawing/2014/main" id="{2A7449CF-EA58-0BC8-DA84-6E5739FF1A1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37389" y="2960590"/>
            <a:ext cx="382587" cy="386329"/>
          </a:xfrm>
          <a:prstGeom prst="rect">
            <a:avLst/>
          </a:prstGeom>
        </p:spPr>
      </p:pic>
      <p:pic>
        <p:nvPicPr>
          <p:cNvPr id="151" name="Imagen 150">
            <a:extLst>
              <a:ext uri="{FF2B5EF4-FFF2-40B4-BE49-F238E27FC236}">
                <a16:creationId xmlns:a16="http://schemas.microsoft.com/office/drawing/2014/main" id="{98C2FACF-FE21-015D-AC56-A73692D66A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8359" y="2299781"/>
            <a:ext cx="431404" cy="435624"/>
          </a:xfrm>
          <a:prstGeom prst="rect">
            <a:avLst/>
          </a:prstGeom>
        </p:spPr>
      </p:pic>
      <p:pic>
        <p:nvPicPr>
          <p:cNvPr id="152" name="Imagen 151">
            <a:extLst>
              <a:ext uri="{FF2B5EF4-FFF2-40B4-BE49-F238E27FC236}">
                <a16:creationId xmlns:a16="http://schemas.microsoft.com/office/drawing/2014/main" id="{FF07021F-6EEE-6477-9904-6ACE24F05A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1923" y="1691865"/>
            <a:ext cx="427840" cy="432025"/>
          </a:xfrm>
          <a:prstGeom prst="rect">
            <a:avLst/>
          </a:prstGeom>
        </p:spPr>
      </p:pic>
      <p:pic>
        <p:nvPicPr>
          <p:cNvPr id="153" name="Imagen 152">
            <a:extLst>
              <a:ext uri="{FF2B5EF4-FFF2-40B4-BE49-F238E27FC236}">
                <a16:creationId xmlns:a16="http://schemas.microsoft.com/office/drawing/2014/main" id="{00CDA729-2EF8-0241-DE00-55EF242A44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1722" y="2349075"/>
            <a:ext cx="382587" cy="386329"/>
          </a:xfrm>
          <a:prstGeom prst="rect">
            <a:avLst/>
          </a:prstGeom>
        </p:spPr>
      </p:pic>
      <p:pic>
        <p:nvPicPr>
          <p:cNvPr id="154" name="Imagen 153">
            <a:extLst>
              <a:ext uri="{FF2B5EF4-FFF2-40B4-BE49-F238E27FC236}">
                <a16:creationId xmlns:a16="http://schemas.microsoft.com/office/drawing/2014/main" id="{3B6A0E4E-490B-C994-A260-4D09F5E00E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6469" y="1669782"/>
            <a:ext cx="427839" cy="432024"/>
          </a:xfrm>
          <a:prstGeom prst="rect">
            <a:avLst/>
          </a:prstGeom>
        </p:spPr>
      </p:pic>
      <p:pic>
        <p:nvPicPr>
          <p:cNvPr id="155" name="Imagen 154">
            <a:extLst>
              <a:ext uri="{FF2B5EF4-FFF2-40B4-BE49-F238E27FC236}">
                <a16:creationId xmlns:a16="http://schemas.microsoft.com/office/drawing/2014/main" id="{6F6BABBC-9FF0-F15F-C674-1ED74F614D9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75634" y="1666935"/>
            <a:ext cx="140504" cy="157643"/>
          </a:xfrm>
          <a:prstGeom prst="rect">
            <a:avLst/>
          </a:prstGeom>
        </p:spPr>
      </p:pic>
      <p:pic>
        <p:nvPicPr>
          <p:cNvPr id="156" name="Imagen 155">
            <a:extLst>
              <a:ext uri="{FF2B5EF4-FFF2-40B4-BE49-F238E27FC236}">
                <a16:creationId xmlns:a16="http://schemas.microsoft.com/office/drawing/2014/main" id="{1ECDDEF2-D487-7352-8FF1-281B3018D5D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79058" y="638926"/>
            <a:ext cx="2366859" cy="1556371"/>
          </a:xfrm>
          <a:prstGeom prst="rect">
            <a:avLst/>
          </a:prstGeom>
        </p:spPr>
      </p:pic>
      <p:pic>
        <p:nvPicPr>
          <p:cNvPr id="157" name="Imagen 156">
            <a:extLst>
              <a:ext uri="{FF2B5EF4-FFF2-40B4-BE49-F238E27FC236}">
                <a16:creationId xmlns:a16="http://schemas.microsoft.com/office/drawing/2014/main" id="{6FAA62C5-AF08-87B6-0B68-83E61DAEB8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9304" y="923349"/>
            <a:ext cx="327996" cy="327996"/>
          </a:xfrm>
          <a:prstGeom prst="rect">
            <a:avLst/>
          </a:prstGeom>
        </p:spPr>
      </p:pic>
      <p:pic>
        <p:nvPicPr>
          <p:cNvPr id="158" name="Imagen 157">
            <a:extLst>
              <a:ext uri="{FF2B5EF4-FFF2-40B4-BE49-F238E27FC236}">
                <a16:creationId xmlns:a16="http://schemas.microsoft.com/office/drawing/2014/main" id="{F7687C3D-9F62-989A-2B42-DDE6028A69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1704" y="952847"/>
            <a:ext cx="320162" cy="320162"/>
          </a:xfrm>
          <a:prstGeom prst="rect">
            <a:avLst/>
          </a:prstGeom>
        </p:spPr>
      </p:pic>
      <p:pic>
        <p:nvPicPr>
          <p:cNvPr id="159" name="Imagen 158">
            <a:extLst>
              <a:ext uri="{FF2B5EF4-FFF2-40B4-BE49-F238E27FC236}">
                <a16:creationId xmlns:a16="http://schemas.microsoft.com/office/drawing/2014/main" id="{7D2E1561-AFC8-258F-6026-DC2DFF4E2F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2002" y="952847"/>
            <a:ext cx="320162" cy="320162"/>
          </a:xfrm>
          <a:prstGeom prst="rect">
            <a:avLst/>
          </a:prstGeom>
        </p:spPr>
      </p:pic>
      <p:grpSp>
        <p:nvGrpSpPr>
          <p:cNvPr id="160" name="Grupo 159">
            <a:extLst>
              <a:ext uri="{FF2B5EF4-FFF2-40B4-BE49-F238E27FC236}">
                <a16:creationId xmlns:a16="http://schemas.microsoft.com/office/drawing/2014/main" id="{CC8BE9B8-56B0-19EA-07E2-974B34539538}"/>
              </a:ext>
            </a:extLst>
          </p:cNvPr>
          <p:cNvGrpSpPr/>
          <p:nvPr/>
        </p:nvGrpSpPr>
        <p:grpSpPr>
          <a:xfrm>
            <a:off x="7068941" y="975553"/>
            <a:ext cx="294562" cy="294562"/>
            <a:chOff x="497018" y="4873520"/>
            <a:chExt cx="294562" cy="294562"/>
          </a:xfrm>
        </p:grpSpPr>
        <p:pic>
          <p:nvPicPr>
            <p:cNvPr id="161" name="Imagen 160">
              <a:extLst>
                <a:ext uri="{FF2B5EF4-FFF2-40B4-BE49-F238E27FC236}">
                  <a16:creationId xmlns:a16="http://schemas.microsoft.com/office/drawing/2014/main" id="{FB19FC35-9F30-B81D-9A62-6481319A073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97018" y="4873520"/>
              <a:ext cx="294562" cy="294562"/>
            </a:xfrm>
            <a:prstGeom prst="rect">
              <a:avLst/>
            </a:prstGeom>
          </p:spPr>
        </p:pic>
        <p:pic>
          <p:nvPicPr>
            <p:cNvPr id="162" name="Imagen 161">
              <a:extLst>
                <a:ext uri="{FF2B5EF4-FFF2-40B4-BE49-F238E27FC236}">
                  <a16:creationId xmlns:a16="http://schemas.microsoft.com/office/drawing/2014/main" id="{73AF0EC8-8D77-8435-6AAB-BD13D64DB32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70303" y="4892843"/>
              <a:ext cx="110774" cy="110774"/>
            </a:xfrm>
            <a:prstGeom prst="rect">
              <a:avLst/>
            </a:prstGeom>
          </p:spPr>
        </p:pic>
      </p:grpSp>
      <p:pic>
        <p:nvPicPr>
          <p:cNvPr id="163" name="Imagen 162">
            <a:extLst>
              <a:ext uri="{FF2B5EF4-FFF2-40B4-BE49-F238E27FC236}">
                <a16:creationId xmlns:a16="http://schemas.microsoft.com/office/drawing/2014/main" id="{423E707B-2C13-ACC7-8FC6-4D12E9C4681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98524" y="2729289"/>
            <a:ext cx="2366859" cy="1556371"/>
          </a:xfrm>
          <a:prstGeom prst="rect">
            <a:avLst/>
          </a:prstGeom>
        </p:spPr>
      </p:pic>
      <p:pic>
        <p:nvPicPr>
          <p:cNvPr id="164" name="Imagen 163">
            <a:extLst>
              <a:ext uri="{FF2B5EF4-FFF2-40B4-BE49-F238E27FC236}">
                <a16:creationId xmlns:a16="http://schemas.microsoft.com/office/drawing/2014/main" id="{67BB6DAA-47FC-9874-EE9A-4D758D1587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8770" y="3013712"/>
            <a:ext cx="327996" cy="327996"/>
          </a:xfrm>
          <a:prstGeom prst="rect">
            <a:avLst/>
          </a:prstGeom>
        </p:spPr>
      </p:pic>
      <p:pic>
        <p:nvPicPr>
          <p:cNvPr id="165" name="Imagen 164">
            <a:extLst>
              <a:ext uri="{FF2B5EF4-FFF2-40B4-BE49-F238E27FC236}">
                <a16:creationId xmlns:a16="http://schemas.microsoft.com/office/drawing/2014/main" id="{92925619-324F-8F43-1993-A87E0DE783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1170" y="3043210"/>
            <a:ext cx="320162" cy="320162"/>
          </a:xfrm>
          <a:prstGeom prst="rect">
            <a:avLst/>
          </a:prstGeom>
        </p:spPr>
      </p:pic>
      <p:pic>
        <p:nvPicPr>
          <p:cNvPr id="166" name="Imagen 165">
            <a:extLst>
              <a:ext uri="{FF2B5EF4-FFF2-40B4-BE49-F238E27FC236}">
                <a16:creationId xmlns:a16="http://schemas.microsoft.com/office/drawing/2014/main" id="{8CBE2745-2BA8-FDBA-B43D-C65B9F0EC6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1468" y="3043210"/>
            <a:ext cx="320162" cy="320162"/>
          </a:xfrm>
          <a:prstGeom prst="rect">
            <a:avLst/>
          </a:prstGeom>
        </p:spPr>
      </p:pic>
      <p:grpSp>
        <p:nvGrpSpPr>
          <p:cNvPr id="167" name="Grupo 166">
            <a:extLst>
              <a:ext uri="{FF2B5EF4-FFF2-40B4-BE49-F238E27FC236}">
                <a16:creationId xmlns:a16="http://schemas.microsoft.com/office/drawing/2014/main" id="{15FE8D97-A34C-A50D-CC16-10959B314917}"/>
              </a:ext>
            </a:extLst>
          </p:cNvPr>
          <p:cNvGrpSpPr/>
          <p:nvPr/>
        </p:nvGrpSpPr>
        <p:grpSpPr>
          <a:xfrm>
            <a:off x="7099994" y="3068407"/>
            <a:ext cx="300068" cy="300068"/>
            <a:chOff x="3678209" y="4702103"/>
            <a:chExt cx="300068" cy="300068"/>
          </a:xfrm>
        </p:grpSpPr>
        <p:pic>
          <p:nvPicPr>
            <p:cNvPr id="168" name="Imagen 167">
              <a:extLst>
                <a:ext uri="{FF2B5EF4-FFF2-40B4-BE49-F238E27FC236}">
                  <a16:creationId xmlns:a16="http://schemas.microsoft.com/office/drawing/2014/main" id="{3E1B4DC5-875B-61DD-BCEC-BB3359321EE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678209" y="4702103"/>
              <a:ext cx="300068" cy="300068"/>
            </a:xfrm>
            <a:prstGeom prst="rect">
              <a:avLst/>
            </a:prstGeom>
          </p:spPr>
        </p:pic>
        <p:pic>
          <p:nvPicPr>
            <p:cNvPr id="169" name="Imagen 168">
              <a:extLst>
                <a:ext uri="{FF2B5EF4-FFF2-40B4-BE49-F238E27FC236}">
                  <a16:creationId xmlns:a16="http://schemas.microsoft.com/office/drawing/2014/main" id="{5DAC028A-A082-0987-ED30-ACB7476CE11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862244" y="4719725"/>
              <a:ext cx="98544" cy="109492"/>
            </a:xfrm>
            <a:prstGeom prst="rect">
              <a:avLst/>
            </a:prstGeom>
          </p:spPr>
        </p:pic>
      </p:grpSp>
      <p:grpSp>
        <p:nvGrpSpPr>
          <p:cNvPr id="170" name="Grupo 169">
            <a:extLst>
              <a:ext uri="{FF2B5EF4-FFF2-40B4-BE49-F238E27FC236}">
                <a16:creationId xmlns:a16="http://schemas.microsoft.com/office/drawing/2014/main" id="{21479A6C-5741-5394-D07D-F8BB3B48590C}"/>
              </a:ext>
            </a:extLst>
          </p:cNvPr>
          <p:cNvGrpSpPr/>
          <p:nvPr/>
        </p:nvGrpSpPr>
        <p:grpSpPr>
          <a:xfrm>
            <a:off x="7485043" y="3502767"/>
            <a:ext cx="285755" cy="317675"/>
            <a:chOff x="4063257" y="5136462"/>
            <a:chExt cx="285755" cy="317675"/>
          </a:xfrm>
        </p:grpSpPr>
        <p:pic>
          <p:nvPicPr>
            <p:cNvPr id="171" name="Imagen 170">
              <a:extLst>
                <a:ext uri="{FF2B5EF4-FFF2-40B4-BE49-F238E27FC236}">
                  <a16:creationId xmlns:a16="http://schemas.microsoft.com/office/drawing/2014/main" id="{D534A94C-0171-033E-2B7E-68F92D1B9EB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063257" y="5200137"/>
              <a:ext cx="254000" cy="254000"/>
            </a:xfrm>
            <a:prstGeom prst="rect">
              <a:avLst/>
            </a:prstGeom>
          </p:spPr>
        </p:pic>
        <p:pic>
          <p:nvPicPr>
            <p:cNvPr id="172" name="Imagen 171">
              <a:extLst>
                <a:ext uri="{FF2B5EF4-FFF2-40B4-BE49-F238E27FC236}">
                  <a16:creationId xmlns:a16="http://schemas.microsoft.com/office/drawing/2014/main" id="{BF30C5A3-B068-D710-600F-2361A0D4048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255731" y="5136462"/>
              <a:ext cx="93281" cy="103645"/>
            </a:xfrm>
            <a:prstGeom prst="rect">
              <a:avLst/>
            </a:prstGeom>
          </p:spPr>
        </p:pic>
      </p:grpSp>
      <p:pic>
        <p:nvPicPr>
          <p:cNvPr id="173" name="Imagen 172">
            <a:extLst>
              <a:ext uri="{FF2B5EF4-FFF2-40B4-BE49-F238E27FC236}">
                <a16:creationId xmlns:a16="http://schemas.microsoft.com/office/drawing/2014/main" id="{7AD879B9-3424-AF70-7405-41E0A62CE9A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02638" y="3547996"/>
            <a:ext cx="294780" cy="294780"/>
          </a:xfrm>
          <a:prstGeom prst="rect">
            <a:avLst/>
          </a:prstGeom>
        </p:spPr>
      </p:pic>
      <p:pic>
        <p:nvPicPr>
          <p:cNvPr id="174" name="Imagen 173">
            <a:extLst>
              <a:ext uri="{FF2B5EF4-FFF2-40B4-BE49-F238E27FC236}">
                <a16:creationId xmlns:a16="http://schemas.microsoft.com/office/drawing/2014/main" id="{EDA5AFBA-B535-BA0C-1A6F-B36234A6516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98524" y="4822168"/>
            <a:ext cx="2366859" cy="1556371"/>
          </a:xfrm>
          <a:prstGeom prst="rect">
            <a:avLst/>
          </a:prstGeom>
        </p:spPr>
      </p:pic>
      <p:pic>
        <p:nvPicPr>
          <p:cNvPr id="175" name="Imagen 174">
            <a:extLst>
              <a:ext uri="{FF2B5EF4-FFF2-40B4-BE49-F238E27FC236}">
                <a16:creationId xmlns:a16="http://schemas.microsoft.com/office/drawing/2014/main" id="{5E398D6C-7C9B-897B-DC44-72F80D979A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8770" y="5106591"/>
            <a:ext cx="327996" cy="327996"/>
          </a:xfrm>
          <a:prstGeom prst="rect">
            <a:avLst/>
          </a:prstGeom>
        </p:spPr>
      </p:pic>
      <p:pic>
        <p:nvPicPr>
          <p:cNvPr id="176" name="Imagen 175">
            <a:extLst>
              <a:ext uri="{FF2B5EF4-FFF2-40B4-BE49-F238E27FC236}">
                <a16:creationId xmlns:a16="http://schemas.microsoft.com/office/drawing/2014/main" id="{DB247FE6-4009-5EC4-92B2-6ABAC7767D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1170" y="5136089"/>
            <a:ext cx="320162" cy="320162"/>
          </a:xfrm>
          <a:prstGeom prst="rect">
            <a:avLst/>
          </a:prstGeom>
        </p:spPr>
      </p:pic>
      <p:pic>
        <p:nvPicPr>
          <p:cNvPr id="177" name="Imagen 176">
            <a:extLst>
              <a:ext uri="{FF2B5EF4-FFF2-40B4-BE49-F238E27FC236}">
                <a16:creationId xmlns:a16="http://schemas.microsoft.com/office/drawing/2014/main" id="{7535C169-0242-9B39-7A7E-74E1C53119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1468" y="5136089"/>
            <a:ext cx="320162" cy="320162"/>
          </a:xfrm>
          <a:prstGeom prst="rect">
            <a:avLst/>
          </a:prstGeom>
        </p:spPr>
      </p:pic>
      <p:pic>
        <p:nvPicPr>
          <p:cNvPr id="178" name="Imagen 177">
            <a:extLst>
              <a:ext uri="{FF2B5EF4-FFF2-40B4-BE49-F238E27FC236}">
                <a16:creationId xmlns:a16="http://schemas.microsoft.com/office/drawing/2014/main" id="{8B522939-F7FE-47FF-515D-251D780FC24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85042" y="5659320"/>
            <a:ext cx="254000" cy="254000"/>
          </a:xfrm>
          <a:prstGeom prst="rect">
            <a:avLst/>
          </a:prstGeom>
        </p:spPr>
      </p:pic>
      <p:pic>
        <p:nvPicPr>
          <p:cNvPr id="179" name="Imagen 178">
            <a:extLst>
              <a:ext uri="{FF2B5EF4-FFF2-40B4-BE49-F238E27FC236}">
                <a16:creationId xmlns:a16="http://schemas.microsoft.com/office/drawing/2014/main" id="{2094BE8C-C8C0-9CF7-495A-70E23387A80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02638" y="5640875"/>
            <a:ext cx="294780" cy="294780"/>
          </a:xfrm>
          <a:prstGeom prst="rect">
            <a:avLst/>
          </a:prstGeom>
        </p:spPr>
      </p:pic>
      <p:grpSp>
        <p:nvGrpSpPr>
          <p:cNvPr id="180" name="Grupo 179">
            <a:extLst>
              <a:ext uri="{FF2B5EF4-FFF2-40B4-BE49-F238E27FC236}">
                <a16:creationId xmlns:a16="http://schemas.microsoft.com/office/drawing/2014/main" id="{752443D7-2C80-5330-81B8-114FC2B54D34}"/>
              </a:ext>
            </a:extLst>
          </p:cNvPr>
          <p:cNvGrpSpPr/>
          <p:nvPr/>
        </p:nvGrpSpPr>
        <p:grpSpPr>
          <a:xfrm>
            <a:off x="7107468" y="5172752"/>
            <a:ext cx="300068" cy="301854"/>
            <a:chOff x="6785945" y="4956058"/>
            <a:chExt cx="300068" cy="301860"/>
          </a:xfrm>
        </p:grpSpPr>
        <p:pic>
          <p:nvPicPr>
            <p:cNvPr id="181" name="Imagen 180">
              <a:extLst>
                <a:ext uri="{FF2B5EF4-FFF2-40B4-BE49-F238E27FC236}">
                  <a16:creationId xmlns:a16="http://schemas.microsoft.com/office/drawing/2014/main" id="{5D3B30E5-0D58-0DD2-6544-52B036E4766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785945" y="4957850"/>
              <a:ext cx="300068" cy="300068"/>
            </a:xfrm>
            <a:prstGeom prst="rect">
              <a:avLst/>
            </a:prstGeom>
          </p:spPr>
        </p:pic>
        <p:pic>
          <p:nvPicPr>
            <p:cNvPr id="182" name="Imagen 181">
              <a:extLst>
                <a:ext uri="{FF2B5EF4-FFF2-40B4-BE49-F238E27FC236}">
                  <a16:creationId xmlns:a16="http://schemas.microsoft.com/office/drawing/2014/main" id="{643E7D6F-4D58-1F20-50EC-37762689BF6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969128" y="4956064"/>
              <a:ext cx="98544" cy="109494"/>
            </a:xfrm>
            <a:prstGeom prst="rect">
              <a:avLst/>
            </a:prstGeom>
          </p:spPr>
        </p:pic>
      </p:grpSp>
      <p:pic>
        <p:nvPicPr>
          <p:cNvPr id="183" name="Imagen 182">
            <a:extLst>
              <a:ext uri="{FF2B5EF4-FFF2-40B4-BE49-F238E27FC236}">
                <a16:creationId xmlns:a16="http://schemas.microsoft.com/office/drawing/2014/main" id="{8F2C4D8E-66C5-F8A8-12DF-EA718AB87D5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65378" y="5621441"/>
            <a:ext cx="294780" cy="294780"/>
          </a:xfrm>
          <a:prstGeom prst="rect">
            <a:avLst/>
          </a:prstGeom>
        </p:spPr>
      </p:pic>
      <p:pic>
        <p:nvPicPr>
          <p:cNvPr id="184" name="Imagen 183">
            <a:extLst>
              <a:ext uri="{FF2B5EF4-FFF2-40B4-BE49-F238E27FC236}">
                <a16:creationId xmlns:a16="http://schemas.microsoft.com/office/drawing/2014/main" id="{FAF96F6C-388E-DBDA-47CC-1CB532E0635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91411" y="5659322"/>
            <a:ext cx="253999" cy="253999"/>
          </a:xfrm>
          <a:prstGeom prst="rect">
            <a:avLst/>
          </a:prstGeom>
        </p:spPr>
      </p:pic>
      <p:sp>
        <p:nvSpPr>
          <p:cNvPr id="185" name="Abrir llave 432">
            <a:extLst>
              <a:ext uri="{FF2B5EF4-FFF2-40B4-BE49-F238E27FC236}">
                <a16:creationId xmlns:a16="http://schemas.microsoft.com/office/drawing/2014/main" id="{2982B61E-DB68-3DF8-8528-AE28C15B12DF}"/>
              </a:ext>
            </a:extLst>
          </p:cNvPr>
          <p:cNvSpPr/>
          <p:nvPr/>
        </p:nvSpPr>
        <p:spPr>
          <a:xfrm>
            <a:off x="6159329" y="624465"/>
            <a:ext cx="518765" cy="5624888"/>
          </a:xfrm>
          <a:prstGeom prst="leftBrace">
            <a:avLst/>
          </a:prstGeom>
          <a:noFill/>
          <a:ln w="28575">
            <a:solidFill>
              <a:srgbClr val="7E002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86" name="Imagen 185">
            <a:extLst>
              <a:ext uri="{FF2B5EF4-FFF2-40B4-BE49-F238E27FC236}">
                <a16:creationId xmlns:a16="http://schemas.microsoft.com/office/drawing/2014/main" id="{0815656B-A892-DC2D-5578-6381825A340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746085" y="5041102"/>
            <a:ext cx="2524409" cy="1123670"/>
          </a:xfrm>
          <a:prstGeom prst="rect">
            <a:avLst/>
          </a:prstGeom>
        </p:spPr>
      </p:pic>
      <p:pic>
        <p:nvPicPr>
          <p:cNvPr id="187" name="Imagen 186">
            <a:extLst>
              <a:ext uri="{FF2B5EF4-FFF2-40B4-BE49-F238E27FC236}">
                <a16:creationId xmlns:a16="http://schemas.microsoft.com/office/drawing/2014/main" id="{A1289314-AB78-CEE4-9C64-FB41E90680E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249206" y="5739828"/>
            <a:ext cx="1661150" cy="256351"/>
          </a:xfrm>
          <a:prstGeom prst="rect">
            <a:avLst/>
          </a:prstGeom>
        </p:spPr>
      </p:pic>
      <p:pic>
        <p:nvPicPr>
          <p:cNvPr id="188" name="Imagen 187">
            <a:extLst>
              <a:ext uri="{FF2B5EF4-FFF2-40B4-BE49-F238E27FC236}">
                <a16:creationId xmlns:a16="http://schemas.microsoft.com/office/drawing/2014/main" id="{3282828D-8320-4D4A-E8C4-D5E1E3C04CE3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44248" y="5221873"/>
            <a:ext cx="401866" cy="378481"/>
          </a:xfrm>
          <a:prstGeom prst="rect">
            <a:avLst/>
          </a:prstGeom>
        </p:spPr>
      </p:pic>
      <p:pic>
        <p:nvPicPr>
          <p:cNvPr id="189" name="Imagen 188">
            <a:extLst>
              <a:ext uri="{FF2B5EF4-FFF2-40B4-BE49-F238E27FC236}">
                <a16:creationId xmlns:a16="http://schemas.microsoft.com/office/drawing/2014/main" id="{A0D125EB-DABF-37E1-2D5F-3C7D47D9B4D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550908" y="638926"/>
            <a:ext cx="2366859" cy="1556371"/>
          </a:xfrm>
          <a:prstGeom prst="rect">
            <a:avLst/>
          </a:prstGeom>
        </p:spPr>
      </p:pic>
      <p:pic>
        <p:nvPicPr>
          <p:cNvPr id="190" name="Imagen 189">
            <a:extLst>
              <a:ext uri="{FF2B5EF4-FFF2-40B4-BE49-F238E27FC236}">
                <a16:creationId xmlns:a16="http://schemas.microsoft.com/office/drawing/2014/main" id="{7F3C342E-1C17-F8E6-24F2-A728F4F974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01154" y="923349"/>
            <a:ext cx="327996" cy="327996"/>
          </a:xfrm>
          <a:prstGeom prst="rect">
            <a:avLst/>
          </a:prstGeom>
        </p:spPr>
      </p:pic>
      <p:pic>
        <p:nvPicPr>
          <p:cNvPr id="191" name="Imagen 190">
            <a:extLst>
              <a:ext uri="{FF2B5EF4-FFF2-40B4-BE49-F238E27FC236}">
                <a16:creationId xmlns:a16="http://schemas.microsoft.com/office/drawing/2014/main" id="{29C82E1F-9B4F-0C35-AC2F-BFBF8923DC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33554" y="952847"/>
            <a:ext cx="320162" cy="320162"/>
          </a:xfrm>
          <a:prstGeom prst="rect">
            <a:avLst/>
          </a:prstGeom>
        </p:spPr>
      </p:pic>
      <p:pic>
        <p:nvPicPr>
          <p:cNvPr id="192" name="Imagen 191">
            <a:extLst>
              <a:ext uri="{FF2B5EF4-FFF2-40B4-BE49-F238E27FC236}">
                <a16:creationId xmlns:a16="http://schemas.microsoft.com/office/drawing/2014/main" id="{06BE8E12-2C3A-C129-9780-132B47632C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73852" y="952847"/>
            <a:ext cx="320162" cy="320162"/>
          </a:xfrm>
          <a:prstGeom prst="rect">
            <a:avLst/>
          </a:prstGeom>
        </p:spPr>
      </p:pic>
      <p:grpSp>
        <p:nvGrpSpPr>
          <p:cNvPr id="193" name="Grupo 192">
            <a:extLst>
              <a:ext uri="{FF2B5EF4-FFF2-40B4-BE49-F238E27FC236}">
                <a16:creationId xmlns:a16="http://schemas.microsoft.com/office/drawing/2014/main" id="{01AF2754-AF6B-8DE1-FB60-93A7B37BF520}"/>
              </a:ext>
            </a:extLst>
          </p:cNvPr>
          <p:cNvGrpSpPr/>
          <p:nvPr/>
        </p:nvGrpSpPr>
        <p:grpSpPr>
          <a:xfrm>
            <a:off x="9740791" y="975553"/>
            <a:ext cx="294562" cy="294562"/>
            <a:chOff x="497018" y="4873520"/>
            <a:chExt cx="294562" cy="294562"/>
          </a:xfrm>
        </p:grpSpPr>
        <p:pic>
          <p:nvPicPr>
            <p:cNvPr id="194" name="Imagen 193">
              <a:extLst>
                <a:ext uri="{FF2B5EF4-FFF2-40B4-BE49-F238E27FC236}">
                  <a16:creationId xmlns:a16="http://schemas.microsoft.com/office/drawing/2014/main" id="{3F11FDE5-68DC-1F33-E9EB-743D515D8C3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97018" y="4873520"/>
              <a:ext cx="294562" cy="294562"/>
            </a:xfrm>
            <a:prstGeom prst="rect">
              <a:avLst/>
            </a:prstGeom>
          </p:spPr>
        </p:pic>
        <p:pic>
          <p:nvPicPr>
            <p:cNvPr id="195" name="Imagen 194">
              <a:extLst>
                <a:ext uri="{FF2B5EF4-FFF2-40B4-BE49-F238E27FC236}">
                  <a16:creationId xmlns:a16="http://schemas.microsoft.com/office/drawing/2014/main" id="{1064BE4E-CCC4-3A4C-3F50-59A5BADB6B0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70303" y="4892843"/>
              <a:ext cx="110774" cy="110774"/>
            </a:xfrm>
            <a:prstGeom prst="rect">
              <a:avLst/>
            </a:prstGeom>
          </p:spPr>
        </p:pic>
      </p:grpSp>
      <p:pic>
        <p:nvPicPr>
          <p:cNvPr id="196" name="Imagen 195">
            <a:extLst>
              <a:ext uri="{FF2B5EF4-FFF2-40B4-BE49-F238E27FC236}">
                <a16:creationId xmlns:a16="http://schemas.microsoft.com/office/drawing/2014/main" id="{13B0D229-2871-CDC7-1876-462052C8151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570374" y="2729289"/>
            <a:ext cx="2366859" cy="1556371"/>
          </a:xfrm>
          <a:prstGeom prst="rect">
            <a:avLst/>
          </a:prstGeom>
        </p:spPr>
      </p:pic>
      <p:pic>
        <p:nvPicPr>
          <p:cNvPr id="197" name="Imagen 196">
            <a:extLst>
              <a:ext uri="{FF2B5EF4-FFF2-40B4-BE49-F238E27FC236}">
                <a16:creationId xmlns:a16="http://schemas.microsoft.com/office/drawing/2014/main" id="{1A82BBF6-6DC1-67BC-9330-6E87948079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0620" y="3013712"/>
            <a:ext cx="327996" cy="327996"/>
          </a:xfrm>
          <a:prstGeom prst="rect">
            <a:avLst/>
          </a:prstGeom>
        </p:spPr>
      </p:pic>
      <p:pic>
        <p:nvPicPr>
          <p:cNvPr id="198" name="Imagen 197">
            <a:extLst>
              <a:ext uri="{FF2B5EF4-FFF2-40B4-BE49-F238E27FC236}">
                <a16:creationId xmlns:a16="http://schemas.microsoft.com/office/drawing/2014/main" id="{20FD5B27-014A-7449-EA83-6977DF8989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3020" y="3043210"/>
            <a:ext cx="320162" cy="320162"/>
          </a:xfrm>
          <a:prstGeom prst="rect">
            <a:avLst/>
          </a:prstGeom>
        </p:spPr>
      </p:pic>
      <p:pic>
        <p:nvPicPr>
          <p:cNvPr id="199" name="Imagen 198">
            <a:extLst>
              <a:ext uri="{FF2B5EF4-FFF2-40B4-BE49-F238E27FC236}">
                <a16:creationId xmlns:a16="http://schemas.microsoft.com/office/drawing/2014/main" id="{D5BC8E54-CAA9-DCDF-2E9D-318FDB421C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93318" y="3043210"/>
            <a:ext cx="320162" cy="320162"/>
          </a:xfrm>
          <a:prstGeom prst="rect">
            <a:avLst/>
          </a:prstGeom>
        </p:spPr>
      </p:pic>
      <p:grpSp>
        <p:nvGrpSpPr>
          <p:cNvPr id="200" name="Grupo 199">
            <a:extLst>
              <a:ext uri="{FF2B5EF4-FFF2-40B4-BE49-F238E27FC236}">
                <a16:creationId xmlns:a16="http://schemas.microsoft.com/office/drawing/2014/main" id="{A71407A2-DE58-E17D-B005-E73C231BE9F5}"/>
              </a:ext>
            </a:extLst>
          </p:cNvPr>
          <p:cNvGrpSpPr/>
          <p:nvPr/>
        </p:nvGrpSpPr>
        <p:grpSpPr>
          <a:xfrm>
            <a:off x="9771844" y="3068407"/>
            <a:ext cx="300068" cy="300068"/>
            <a:chOff x="3678209" y="4702103"/>
            <a:chExt cx="300068" cy="300068"/>
          </a:xfrm>
        </p:grpSpPr>
        <p:pic>
          <p:nvPicPr>
            <p:cNvPr id="201" name="Imagen 200">
              <a:extLst>
                <a:ext uri="{FF2B5EF4-FFF2-40B4-BE49-F238E27FC236}">
                  <a16:creationId xmlns:a16="http://schemas.microsoft.com/office/drawing/2014/main" id="{A0BA367F-B9CA-1B99-D7D6-89D0E3A0690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678209" y="4702103"/>
              <a:ext cx="300068" cy="300068"/>
            </a:xfrm>
            <a:prstGeom prst="rect">
              <a:avLst/>
            </a:prstGeom>
          </p:spPr>
        </p:pic>
        <p:pic>
          <p:nvPicPr>
            <p:cNvPr id="202" name="Imagen 201">
              <a:extLst>
                <a:ext uri="{FF2B5EF4-FFF2-40B4-BE49-F238E27FC236}">
                  <a16:creationId xmlns:a16="http://schemas.microsoft.com/office/drawing/2014/main" id="{0A8D324A-1D75-3E94-AB9D-F49B442BD4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862244" y="4719725"/>
              <a:ext cx="98544" cy="109492"/>
            </a:xfrm>
            <a:prstGeom prst="rect">
              <a:avLst/>
            </a:prstGeom>
          </p:spPr>
        </p:pic>
      </p:grpSp>
      <p:grpSp>
        <p:nvGrpSpPr>
          <p:cNvPr id="203" name="Grupo 202">
            <a:extLst>
              <a:ext uri="{FF2B5EF4-FFF2-40B4-BE49-F238E27FC236}">
                <a16:creationId xmlns:a16="http://schemas.microsoft.com/office/drawing/2014/main" id="{5210FB15-3055-BF9D-D2D9-2EE514CD051A}"/>
              </a:ext>
            </a:extLst>
          </p:cNvPr>
          <p:cNvGrpSpPr/>
          <p:nvPr/>
        </p:nvGrpSpPr>
        <p:grpSpPr>
          <a:xfrm>
            <a:off x="10156893" y="3502767"/>
            <a:ext cx="285755" cy="317675"/>
            <a:chOff x="4063257" y="5136462"/>
            <a:chExt cx="285755" cy="317675"/>
          </a:xfrm>
        </p:grpSpPr>
        <p:pic>
          <p:nvPicPr>
            <p:cNvPr id="204" name="Imagen 203">
              <a:extLst>
                <a:ext uri="{FF2B5EF4-FFF2-40B4-BE49-F238E27FC236}">
                  <a16:creationId xmlns:a16="http://schemas.microsoft.com/office/drawing/2014/main" id="{34148B57-30A8-F42E-6D1A-C456EAFCAE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063257" y="5200137"/>
              <a:ext cx="254000" cy="254000"/>
            </a:xfrm>
            <a:prstGeom prst="rect">
              <a:avLst/>
            </a:prstGeom>
          </p:spPr>
        </p:pic>
        <p:pic>
          <p:nvPicPr>
            <p:cNvPr id="205" name="Imagen 204">
              <a:extLst>
                <a:ext uri="{FF2B5EF4-FFF2-40B4-BE49-F238E27FC236}">
                  <a16:creationId xmlns:a16="http://schemas.microsoft.com/office/drawing/2014/main" id="{E695D34E-B767-C04B-1E80-78067B8509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255731" y="5136462"/>
              <a:ext cx="93281" cy="103645"/>
            </a:xfrm>
            <a:prstGeom prst="rect">
              <a:avLst/>
            </a:prstGeom>
          </p:spPr>
        </p:pic>
      </p:grpSp>
      <p:pic>
        <p:nvPicPr>
          <p:cNvPr id="206" name="Imagen 205">
            <a:extLst>
              <a:ext uri="{FF2B5EF4-FFF2-40B4-BE49-F238E27FC236}">
                <a16:creationId xmlns:a16="http://schemas.microsoft.com/office/drawing/2014/main" id="{6A439BCB-86DA-2F73-9C2B-69A0F1FC52D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74488" y="3547996"/>
            <a:ext cx="294780" cy="294780"/>
          </a:xfrm>
          <a:prstGeom prst="rect">
            <a:avLst/>
          </a:prstGeom>
        </p:spPr>
      </p:pic>
      <p:pic>
        <p:nvPicPr>
          <p:cNvPr id="207" name="Imagen 206">
            <a:extLst>
              <a:ext uri="{FF2B5EF4-FFF2-40B4-BE49-F238E27FC236}">
                <a16:creationId xmlns:a16="http://schemas.microsoft.com/office/drawing/2014/main" id="{9F94016F-0AE1-FD08-C0DE-697DDE09553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443690" y="3255584"/>
            <a:ext cx="273521" cy="273521"/>
          </a:xfrm>
          <a:prstGeom prst="rect">
            <a:avLst/>
          </a:prstGeom>
        </p:spPr>
      </p:pic>
      <p:pic>
        <p:nvPicPr>
          <p:cNvPr id="208" name="Imagen 207">
            <a:extLst>
              <a:ext uri="{FF2B5EF4-FFF2-40B4-BE49-F238E27FC236}">
                <a16:creationId xmlns:a16="http://schemas.microsoft.com/office/drawing/2014/main" id="{C768B47C-30F7-75FC-600B-5FEBB5FEF0F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570374" y="4822168"/>
            <a:ext cx="2366859" cy="1556371"/>
          </a:xfrm>
          <a:prstGeom prst="rect">
            <a:avLst/>
          </a:prstGeom>
        </p:spPr>
      </p:pic>
      <p:pic>
        <p:nvPicPr>
          <p:cNvPr id="209" name="Imagen 208">
            <a:extLst>
              <a:ext uri="{FF2B5EF4-FFF2-40B4-BE49-F238E27FC236}">
                <a16:creationId xmlns:a16="http://schemas.microsoft.com/office/drawing/2014/main" id="{3AFB7DB2-7B97-2C6C-6127-400236879B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0620" y="5106591"/>
            <a:ext cx="327996" cy="327996"/>
          </a:xfrm>
          <a:prstGeom prst="rect">
            <a:avLst/>
          </a:prstGeom>
        </p:spPr>
      </p:pic>
      <p:pic>
        <p:nvPicPr>
          <p:cNvPr id="210" name="Imagen 209">
            <a:extLst>
              <a:ext uri="{FF2B5EF4-FFF2-40B4-BE49-F238E27FC236}">
                <a16:creationId xmlns:a16="http://schemas.microsoft.com/office/drawing/2014/main" id="{66D5B8F4-0CC0-BD9B-C361-EDB985BD10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3020" y="5136089"/>
            <a:ext cx="320162" cy="320162"/>
          </a:xfrm>
          <a:prstGeom prst="rect">
            <a:avLst/>
          </a:prstGeom>
        </p:spPr>
      </p:pic>
      <p:pic>
        <p:nvPicPr>
          <p:cNvPr id="211" name="Imagen 210">
            <a:extLst>
              <a:ext uri="{FF2B5EF4-FFF2-40B4-BE49-F238E27FC236}">
                <a16:creationId xmlns:a16="http://schemas.microsoft.com/office/drawing/2014/main" id="{165C732C-0F77-ED85-C9AF-992BAB6C71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93318" y="5136089"/>
            <a:ext cx="320162" cy="320162"/>
          </a:xfrm>
          <a:prstGeom prst="rect">
            <a:avLst/>
          </a:prstGeom>
        </p:spPr>
      </p:pic>
      <p:pic>
        <p:nvPicPr>
          <p:cNvPr id="212" name="Imagen 211">
            <a:extLst>
              <a:ext uri="{FF2B5EF4-FFF2-40B4-BE49-F238E27FC236}">
                <a16:creationId xmlns:a16="http://schemas.microsoft.com/office/drawing/2014/main" id="{F39F235B-4F7C-9E8F-CC08-9CF3A870E7E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56892" y="5659320"/>
            <a:ext cx="254000" cy="254000"/>
          </a:xfrm>
          <a:prstGeom prst="rect">
            <a:avLst/>
          </a:prstGeom>
        </p:spPr>
      </p:pic>
      <p:pic>
        <p:nvPicPr>
          <p:cNvPr id="213" name="Imagen 212">
            <a:extLst>
              <a:ext uri="{FF2B5EF4-FFF2-40B4-BE49-F238E27FC236}">
                <a16:creationId xmlns:a16="http://schemas.microsoft.com/office/drawing/2014/main" id="{8D94A943-D082-7A26-BECB-08FADAF613B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74488" y="5640875"/>
            <a:ext cx="294780" cy="294780"/>
          </a:xfrm>
          <a:prstGeom prst="rect">
            <a:avLst/>
          </a:prstGeom>
        </p:spPr>
      </p:pic>
      <p:grpSp>
        <p:nvGrpSpPr>
          <p:cNvPr id="214" name="Grupo 213">
            <a:extLst>
              <a:ext uri="{FF2B5EF4-FFF2-40B4-BE49-F238E27FC236}">
                <a16:creationId xmlns:a16="http://schemas.microsoft.com/office/drawing/2014/main" id="{242A4A8F-4F77-5B82-F3FA-8ED65DF46C1C}"/>
              </a:ext>
            </a:extLst>
          </p:cNvPr>
          <p:cNvGrpSpPr/>
          <p:nvPr/>
        </p:nvGrpSpPr>
        <p:grpSpPr>
          <a:xfrm>
            <a:off x="9779318" y="5172752"/>
            <a:ext cx="300068" cy="301854"/>
            <a:chOff x="6785945" y="4956058"/>
            <a:chExt cx="300068" cy="301860"/>
          </a:xfrm>
        </p:grpSpPr>
        <p:pic>
          <p:nvPicPr>
            <p:cNvPr id="215" name="Imagen 214">
              <a:extLst>
                <a:ext uri="{FF2B5EF4-FFF2-40B4-BE49-F238E27FC236}">
                  <a16:creationId xmlns:a16="http://schemas.microsoft.com/office/drawing/2014/main" id="{69BABF20-02A7-6EB5-1CB0-C4C00A70B99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785945" y="4957850"/>
              <a:ext cx="300068" cy="300068"/>
            </a:xfrm>
            <a:prstGeom prst="rect">
              <a:avLst/>
            </a:prstGeom>
          </p:spPr>
        </p:pic>
        <p:pic>
          <p:nvPicPr>
            <p:cNvPr id="216" name="Imagen 215">
              <a:extLst>
                <a:ext uri="{FF2B5EF4-FFF2-40B4-BE49-F238E27FC236}">
                  <a16:creationId xmlns:a16="http://schemas.microsoft.com/office/drawing/2014/main" id="{DBE5BC98-681C-2252-9000-5217165120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969128" y="4956064"/>
              <a:ext cx="98544" cy="109494"/>
            </a:xfrm>
            <a:prstGeom prst="rect">
              <a:avLst/>
            </a:prstGeom>
          </p:spPr>
        </p:pic>
      </p:grpSp>
      <p:pic>
        <p:nvPicPr>
          <p:cNvPr id="217" name="Imagen 216">
            <a:extLst>
              <a:ext uri="{FF2B5EF4-FFF2-40B4-BE49-F238E27FC236}">
                <a16:creationId xmlns:a16="http://schemas.microsoft.com/office/drawing/2014/main" id="{BCB7E28F-A8A6-5EED-4A8A-8BBF9444AEB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537228" y="5621441"/>
            <a:ext cx="294780" cy="294780"/>
          </a:xfrm>
          <a:prstGeom prst="rect">
            <a:avLst/>
          </a:prstGeom>
        </p:spPr>
      </p:pic>
      <p:pic>
        <p:nvPicPr>
          <p:cNvPr id="218" name="Imagen 217">
            <a:extLst>
              <a:ext uri="{FF2B5EF4-FFF2-40B4-BE49-F238E27FC236}">
                <a16:creationId xmlns:a16="http://schemas.microsoft.com/office/drawing/2014/main" id="{8068D0C7-43CB-651B-E3F9-95FD94EE2F4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963261" y="5659322"/>
            <a:ext cx="253999" cy="253999"/>
          </a:xfrm>
          <a:prstGeom prst="rect">
            <a:avLst/>
          </a:prstGeom>
        </p:spPr>
      </p:pic>
      <p:pic>
        <p:nvPicPr>
          <p:cNvPr id="219" name="Imagen 218">
            <a:extLst>
              <a:ext uri="{FF2B5EF4-FFF2-40B4-BE49-F238E27FC236}">
                <a16:creationId xmlns:a16="http://schemas.microsoft.com/office/drawing/2014/main" id="{5DC3FB54-B586-0E3C-C36E-26FB0B4EC9E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446297" y="5367354"/>
            <a:ext cx="273521" cy="273521"/>
          </a:xfrm>
          <a:prstGeom prst="rect">
            <a:avLst/>
          </a:prstGeom>
        </p:spPr>
      </p:pic>
      <p:pic>
        <p:nvPicPr>
          <p:cNvPr id="220" name="Imagen 219">
            <a:extLst>
              <a:ext uri="{FF2B5EF4-FFF2-40B4-BE49-F238E27FC236}">
                <a16:creationId xmlns:a16="http://schemas.microsoft.com/office/drawing/2014/main" id="{1AF0897D-092D-20A0-D572-DD10A040DAC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426830" y="1160585"/>
            <a:ext cx="273521" cy="273521"/>
          </a:xfrm>
          <a:prstGeom prst="rect">
            <a:avLst/>
          </a:prstGeom>
        </p:spPr>
      </p:pic>
      <p:sp>
        <p:nvSpPr>
          <p:cNvPr id="221" name="CuadroTexto 220">
            <a:extLst>
              <a:ext uri="{FF2B5EF4-FFF2-40B4-BE49-F238E27FC236}">
                <a16:creationId xmlns:a16="http://schemas.microsoft.com/office/drawing/2014/main" id="{1B875DCF-BDC3-008A-CDA1-5A674128B1DF}"/>
              </a:ext>
            </a:extLst>
          </p:cNvPr>
          <p:cNvSpPr txBox="1"/>
          <p:nvPr/>
        </p:nvSpPr>
        <p:spPr>
          <a:xfrm>
            <a:off x="7481170" y="276365"/>
            <a:ext cx="10672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800" dirty="0"/>
              <a:t>Ⓢ(BASIC)</a:t>
            </a:r>
            <a:endParaRPr lang="es-ES_tradnl" sz="1800" dirty="0"/>
          </a:p>
        </p:txBody>
      </p:sp>
      <p:sp>
        <p:nvSpPr>
          <p:cNvPr id="222" name="CuadroTexto 221">
            <a:extLst>
              <a:ext uri="{FF2B5EF4-FFF2-40B4-BE49-F238E27FC236}">
                <a16:creationId xmlns:a16="http://schemas.microsoft.com/office/drawing/2014/main" id="{E5AF1D36-2652-0B52-1601-D7FE7F91C2CA}"/>
              </a:ext>
            </a:extLst>
          </p:cNvPr>
          <p:cNvSpPr txBox="1"/>
          <p:nvPr/>
        </p:nvSpPr>
        <p:spPr>
          <a:xfrm>
            <a:off x="9944890" y="285763"/>
            <a:ext cx="15788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800" dirty="0"/>
              <a:t>Ⓢ(BASIC, </a:t>
            </a:r>
            <a:r>
              <a:rPr lang="es-ES" sz="1800" dirty="0" err="1"/>
              <a:t>calls</a:t>
            </a:r>
            <a:r>
              <a:rPr lang="es-ES" sz="1800" dirty="0"/>
              <a:t>)</a:t>
            </a:r>
            <a:endParaRPr lang="es-ES_tradnl" sz="1800" dirty="0"/>
          </a:p>
        </p:txBody>
      </p:sp>
      <p:sp>
        <p:nvSpPr>
          <p:cNvPr id="223" name="CuadroTexto 222">
            <a:extLst>
              <a:ext uri="{FF2B5EF4-FFF2-40B4-BE49-F238E27FC236}">
                <a16:creationId xmlns:a16="http://schemas.microsoft.com/office/drawing/2014/main" id="{2EA1F2BE-969F-ACDD-C84D-EB55B827727A}"/>
              </a:ext>
            </a:extLst>
          </p:cNvPr>
          <p:cNvSpPr txBox="1"/>
          <p:nvPr/>
        </p:nvSpPr>
        <p:spPr>
          <a:xfrm>
            <a:off x="7583839" y="2393325"/>
            <a:ext cx="918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800" dirty="0"/>
              <a:t>Ⓢ(PRO)</a:t>
            </a:r>
            <a:endParaRPr lang="es-ES_tradnl" sz="1800" dirty="0"/>
          </a:p>
        </p:txBody>
      </p:sp>
      <p:sp>
        <p:nvSpPr>
          <p:cNvPr id="224" name="CuadroTexto 223">
            <a:extLst>
              <a:ext uri="{FF2B5EF4-FFF2-40B4-BE49-F238E27FC236}">
                <a16:creationId xmlns:a16="http://schemas.microsoft.com/office/drawing/2014/main" id="{B9D39094-C011-57F5-81B7-B580AA45EE7C}"/>
              </a:ext>
            </a:extLst>
          </p:cNvPr>
          <p:cNvSpPr txBox="1"/>
          <p:nvPr/>
        </p:nvSpPr>
        <p:spPr>
          <a:xfrm>
            <a:off x="9971890" y="2387677"/>
            <a:ext cx="1425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800" dirty="0"/>
              <a:t>Ⓢ(PRO, </a:t>
            </a:r>
            <a:r>
              <a:rPr lang="es-ES" sz="1800" dirty="0" err="1"/>
              <a:t>calls</a:t>
            </a:r>
            <a:r>
              <a:rPr lang="es-ES" sz="1800" dirty="0"/>
              <a:t>)</a:t>
            </a:r>
            <a:endParaRPr lang="es-ES_tradnl" sz="1800" dirty="0"/>
          </a:p>
        </p:txBody>
      </p:sp>
      <p:sp>
        <p:nvSpPr>
          <p:cNvPr id="225" name="CuadroTexto 224">
            <a:extLst>
              <a:ext uri="{FF2B5EF4-FFF2-40B4-BE49-F238E27FC236}">
                <a16:creationId xmlns:a16="http://schemas.microsoft.com/office/drawing/2014/main" id="{23A14C6F-D4D4-F215-7F70-B1274F351A78}"/>
              </a:ext>
            </a:extLst>
          </p:cNvPr>
          <p:cNvSpPr txBox="1"/>
          <p:nvPr/>
        </p:nvSpPr>
        <p:spPr>
          <a:xfrm>
            <a:off x="7297187" y="4476817"/>
            <a:ext cx="1431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800" dirty="0"/>
              <a:t>Ⓢ(BUSINESS)</a:t>
            </a:r>
            <a:endParaRPr lang="es-ES_tradnl" sz="1800" dirty="0"/>
          </a:p>
        </p:txBody>
      </p:sp>
      <p:sp>
        <p:nvSpPr>
          <p:cNvPr id="226" name="CuadroTexto 225">
            <a:extLst>
              <a:ext uri="{FF2B5EF4-FFF2-40B4-BE49-F238E27FC236}">
                <a16:creationId xmlns:a16="http://schemas.microsoft.com/office/drawing/2014/main" id="{84E4C936-8D04-3F8A-2C36-2C7953C28CAD}"/>
              </a:ext>
            </a:extLst>
          </p:cNvPr>
          <p:cNvSpPr txBox="1"/>
          <p:nvPr/>
        </p:nvSpPr>
        <p:spPr>
          <a:xfrm>
            <a:off x="9712716" y="4459658"/>
            <a:ext cx="1943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800" dirty="0"/>
              <a:t>Ⓢ(BUSINESS, </a:t>
            </a:r>
            <a:r>
              <a:rPr lang="es-ES" sz="1800" dirty="0" err="1"/>
              <a:t>calls</a:t>
            </a:r>
            <a:r>
              <a:rPr lang="es-ES" sz="1800" dirty="0"/>
              <a:t>)</a:t>
            </a:r>
            <a:endParaRPr lang="es-ES_tradnl" sz="1800" dirty="0"/>
          </a:p>
        </p:txBody>
      </p:sp>
      <p:sp>
        <p:nvSpPr>
          <p:cNvPr id="227" name="Abrir llave 2">
            <a:extLst>
              <a:ext uri="{FF2B5EF4-FFF2-40B4-BE49-F238E27FC236}">
                <a16:creationId xmlns:a16="http://schemas.microsoft.com/office/drawing/2014/main" id="{E32C6DEB-CA2B-6183-A7F0-5712CA664C54}"/>
              </a:ext>
            </a:extLst>
          </p:cNvPr>
          <p:cNvSpPr/>
          <p:nvPr/>
        </p:nvSpPr>
        <p:spPr>
          <a:xfrm rot="10800000">
            <a:off x="12292139" y="579900"/>
            <a:ext cx="518765" cy="5624888"/>
          </a:xfrm>
          <a:prstGeom prst="leftBrace">
            <a:avLst/>
          </a:prstGeom>
          <a:noFill/>
          <a:ln w="28575">
            <a:solidFill>
              <a:srgbClr val="7E002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64106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1AFD2BB3-E90A-3704-A91F-411435C4D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CuadroTexto 37">
            <a:extLst>
              <a:ext uri="{FF2B5EF4-FFF2-40B4-BE49-F238E27FC236}">
                <a16:creationId xmlns:a16="http://schemas.microsoft.com/office/drawing/2014/main" id="{3807DFEC-E380-0039-F242-4EB66C41C308}"/>
              </a:ext>
            </a:extLst>
          </p:cNvPr>
          <p:cNvSpPr txBox="1"/>
          <p:nvPr/>
        </p:nvSpPr>
        <p:spPr>
          <a:xfrm>
            <a:off x="11866268" y="6374031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4</a:t>
            </a:r>
          </a:p>
        </p:txBody>
      </p:sp>
      <p:pic>
        <p:nvPicPr>
          <p:cNvPr id="132" name="Imagen 131">
            <a:extLst>
              <a:ext uri="{FF2B5EF4-FFF2-40B4-BE49-F238E27FC236}">
                <a16:creationId xmlns:a16="http://schemas.microsoft.com/office/drawing/2014/main" id="{62CA37AB-8E14-AFD2-6B60-A12928056F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526574" y="4852750"/>
            <a:ext cx="1727289" cy="1323763"/>
          </a:xfrm>
          <a:prstGeom prst="rect">
            <a:avLst/>
          </a:prstGeom>
        </p:spPr>
      </p:pic>
      <p:pic>
        <p:nvPicPr>
          <p:cNvPr id="133" name="Imagen 132">
            <a:extLst>
              <a:ext uri="{FF2B5EF4-FFF2-40B4-BE49-F238E27FC236}">
                <a16:creationId xmlns:a16="http://schemas.microsoft.com/office/drawing/2014/main" id="{845EC0B4-94CE-9B51-3F1B-D5AEA124F0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544256" y="465783"/>
            <a:ext cx="5914070" cy="4200583"/>
          </a:xfrm>
          <a:prstGeom prst="rect">
            <a:avLst/>
          </a:prstGeom>
        </p:spPr>
      </p:pic>
      <p:pic>
        <p:nvPicPr>
          <p:cNvPr id="134" name="Imagen 133">
            <a:extLst>
              <a:ext uri="{FF2B5EF4-FFF2-40B4-BE49-F238E27FC236}">
                <a16:creationId xmlns:a16="http://schemas.microsoft.com/office/drawing/2014/main" id="{18FEA7FB-EF76-9C4E-C105-7B69C715FB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320331" y="2193904"/>
            <a:ext cx="431404" cy="435624"/>
          </a:xfrm>
          <a:prstGeom prst="rect">
            <a:avLst/>
          </a:prstGeom>
        </p:spPr>
      </p:pic>
      <p:pic>
        <p:nvPicPr>
          <p:cNvPr id="135" name="Imagen 134">
            <a:extLst>
              <a:ext uri="{FF2B5EF4-FFF2-40B4-BE49-F238E27FC236}">
                <a16:creationId xmlns:a16="http://schemas.microsoft.com/office/drawing/2014/main" id="{00D7378E-4686-FCC5-3EEA-0C189E6A47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5316767" y="1585989"/>
            <a:ext cx="427840" cy="432024"/>
          </a:xfrm>
          <a:prstGeom prst="rect">
            <a:avLst/>
          </a:prstGeom>
        </p:spPr>
      </p:pic>
      <p:pic>
        <p:nvPicPr>
          <p:cNvPr id="136" name="Imagen 135">
            <a:extLst>
              <a:ext uri="{FF2B5EF4-FFF2-40B4-BE49-F238E27FC236}">
                <a16:creationId xmlns:a16="http://schemas.microsoft.com/office/drawing/2014/main" id="{089E7BDA-9F0B-6C6A-AB65-B7CB73A787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6216968" y="2243199"/>
            <a:ext cx="382587" cy="386329"/>
          </a:xfrm>
          <a:prstGeom prst="rect">
            <a:avLst/>
          </a:prstGeom>
        </p:spPr>
      </p:pic>
      <p:pic>
        <p:nvPicPr>
          <p:cNvPr id="137" name="Imagen 136">
            <a:extLst>
              <a:ext uri="{FF2B5EF4-FFF2-40B4-BE49-F238E27FC236}">
                <a16:creationId xmlns:a16="http://schemas.microsoft.com/office/drawing/2014/main" id="{E62BF748-08A5-B124-CADA-D9C52263489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6262221" y="1585989"/>
            <a:ext cx="427840" cy="432024"/>
          </a:xfrm>
          <a:prstGeom prst="rect">
            <a:avLst/>
          </a:prstGeom>
        </p:spPr>
      </p:pic>
      <p:pic>
        <p:nvPicPr>
          <p:cNvPr id="138" name="Imagen 137">
            <a:extLst>
              <a:ext uri="{FF2B5EF4-FFF2-40B4-BE49-F238E27FC236}">
                <a16:creationId xmlns:a16="http://schemas.microsoft.com/office/drawing/2014/main" id="{1E969E37-E422-6FB9-0A7A-9ABFF2DA477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5988681" y="1616790"/>
            <a:ext cx="160895" cy="162468"/>
          </a:xfrm>
          <a:prstGeom prst="rect">
            <a:avLst/>
          </a:prstGeom>
        </p:spPr>
      </p:pic>
      <p:pic>
        <p:nvPicPr>
          <p:cNvPr id="139" name="Imagen 138">
            <a:extLst>
              <a:ext uri="{FF2B5EF4-FFF2-40B4-BE49-F238E27FC236}">
                <a16:creationId xmlns:a16="http://schemas.microsoft.com/office/drawing/2014/main" id="{1D8C71A8-045D-A0FF-A0D8-1E98E4AA9BE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3308844" y="2859017"/>
            <a:ext cx="382587" cy="386329"/>
          </a:xfrm>
          <a:prstGeom prst="rect">
            <a:avLst/>
          </a:prstGeom>
        </p:spPr>
      </p:pic>
      <p:pic>
        <p:nvPicPr>
          <p:cNvPr id="140" name="Imagen 139">
            <a:extLst>
              <a:ext uri="{FF2B5EF4-FFF2-40B4-BE49-F238E27FC236}">
                <a16:creationId xmlns:a16="http://schemas.microsoft.com/office/drawing/2014/main" id="{1BEF9822-287D-A0D1-AE39-DEF9A38506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333251" y="2193905"/>
            <a:ext cx="431404" cy="435624"/>
          </a:xfrm>
          <a:prstGeom prst="rect">
            <a:avLst/>
          </a:prstGeom>
        </p:spPr>
      </p:pic>
      <p:pic>
        <p:nvPicPr>
          <p:cNvPr id="141" name="Imagen 140">
            <a:extLst>
              <a:ext uri="{FF2B5EF4-FFF2-40B4-BE49-F238E27FC236}">
                <a16:creationId xmlns:a16="http://schemas.microsoft.com/office/drawing/2014/main" id="{9BEF2C21-383B-11E3-9441-6CA46EF65B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3329687" y="1585989"/>
            <a:ext cx="427840" cy="432025"/>
          </a:xfrm>
          <a:prstGeom prst="rect">
            <a:avLst/>
          </a:prstGeom>
        </p:spPr>
      </p:pic>
      <p:pic>
        <p:nvPicPr>
          <p:cNvPr id="142" name="Imagen 141">
            <a:extLst>
              <a:ext uri="{FF2B5EF4-FFF2-40B4-BE49-F238E27FC236}">
                <a16:creationId xmlns:a16="http://schemas.microsoft.com/office/drawing/2014/main" id="{3B502226-645B-8552-77C1-75EACD5EE7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4229888" y="2243199"/>
            <a:ext cx="382587" cy="386329"/>
          </a:xfrm>
          <a:prstGeom prst="rect">
            <a:avLst/>
          </a:prstGeom>
        </p:spPr>
      </p:pic>
      <p:pic>
        <p:nvPicPr>
          <p:cNvPr id="143" name="Imagen 142">
            <a:extLst>
              <a:ext uri="{FF2B5EF4-FFF2-40B4-BE49-F238E27FC236}">
                <a16:creationId xmlns:a16="http://schemas.microsoft.com/office/drawing/2014/main" id="{4213A849-B9A3-B85F-1712-C507CA3CF4F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4224221" y="2854714"/>
            <a:ext cx="382587" cy="386330"/>
          </a:xfrm>
          <a:prstGeom prst="rect">
            <a:avLst/>
          </a:prstGeom>
        </p:spPr>
      </p:pic>
      <p:pic>
        <p:nvPicPr>
          <p:cNvPr id="144" name="Imagen 143">
            <a:extLst>
              <a:ext uri="{FF2B5EF4-FFF2-40B4-BE49-F238E27FC236}">
                <a16:creationId xmlns:a16="http://schemas.microsoft.com/office/drawing/2014/main" id="{60AE9CE6-6E1F-669B-9EE7-CD31467F4C3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3932009" y="2742240"/>
            <a:ext cx="140504" cy="157642"/>
          </a:xfrm>
          <a:prstGeom prst="rect">
            <a:avLst/>
          </a:prstGeom>
        </p:spPr>
      </p:pic>
      <p:pic>
        <p:nvPicPr>
          <p:cNvPr id="145" name="Imagen 144">
            <a:extLst>
              <a:ext uri="{FF2B5EF4-FFF2-40B4-BE49-F238E27FC236}">
                <a16:creationId xmlns:a16="http://schemas.microsoft.com/office/drawing/2014/main" id="{675A6B79-C7E4-875E-E10A-D0E0E910779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4275141" y="1585989"/>
            <a:ext cx="427840" cy="432025"/>
          </a:xfrm>
          <a:prstGeom prst="rect">
            <a:avLst/>
          </a:prstGeom>
        </p:spPr>
      </p:pic>
      <p:pic>
        <p:nvPicPr>
          <p:cNvPr id="146" name="Imagen 145">
            <a:extLst>
              <a:ext uri="{FF2B5EF4-FFF2-40B4-BE49-F238E27FC236}">
                <a16:creationId xmlns:a16="http://schemas.microsoft.com/office/drawing/2014/main" id="{400E8A2F-2A65-12C9-3617-2C56CFC9E71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3984631" y="1614078"/>
            <a:ext cx="140504" cy="157642"/>
          </a:xfrm>
          <a:prstGeom prst="rect">
            <a:avLst/>
          </a:prstGeom>
        </p:spPr>
      </p:pic>
      <p:pic>
        <p:nvPicPr>
          <p:cNvPr id="147" name="Imagen 146">
            <a:extLst>
              <a:ext uri="{FF2B5EF4-FFF2-40B4-BE49-F238E27FC236}">
                <a16:creationId xmlns:a16="http://schemas.microsoft.com/office/drawing/2014/main" id="{49B826DA-AB5F-294B-D0C4-20086A6B86E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2246372" y="3491676"/>
            <a:ext cx="382587" cy="386329"/>
          </a:xfrm>
          <a:prstGeom prst="rect">
            <a:avLst/>
          </a:prstGeom>
        </p:spPr>
      </p:pic>
      <p:pic>
        <p:nvPicPr>
          <p:cNvPr id="148" name="Imagen 147">
            <a:extLst>
              <a:ext uri="{FF2B5EF4-FFF2-40B4-BE49-F238E27FC236}">
                <a16:creationId xmlns:a16="http://schemas.microsoft.com/office/drawing/2014/main" id="{0EB0C627-0AAA-CD3D-9086-998F5BE5F91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1288167" y="3502923"/>
            <a:ext cx="333243" cy="336503"/>
          </a:xfrm>
          <a:prstGeom prst="rect">
            <a:avLst/>
          </a:prstGeom>
        </p:spPr>
      </p:pic>
      <p:pic>
        <p:nvPicPr>
          <p:cNvPr id="149" name="Imagen 148">
            <a:extLst>
              <a:ext uri="{FF2B5EF4-FFF2-40B4-BE49-F238E27FC236}">
                <a16:creationId xmlns:a16="http://schemas.microsoft.com/office/drawing/2014/main" id="{4C80F332-AA22-6744-FC53-10CE2448057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1325328" y="2887106"/>
            <a:ext cx="382587" cy="386329"/>
          </a:xfrm>
          <a:prstGeom prst="rect">
            <a:avLst/>
          </a:prstGeom>
        </p:spPr>
      </p:pic>
      <p:pic>
        <p:nvPicPr>
          <p:cNvPr id="150" name="Imagen 149">
            <a:extLst>
              <a:ext uri="{FF2B5EF4-FFF2-40B4-BE49-F238E27FC236}">
                <a16:creationId xmlns:a16="http://schemas.microsoft.com/office/drawing/2014/main" id="{6392C5B8-BAA0-905B-AE73-1245FE9DC33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2240705" y="2882803"/>
            <a:ext cx="382587" cy="386329"/>
          </a:xfrm>
          <a:prstGeom prst="rect">
            <a:avLst/>
          </a:prstGeom>
        </p:spPr>
      </p:pic>
      <p:pic>
        <p:nvPicPr>
          <p:cNvPr id="151" name="Imagen 150">
            <a:extLst>
              <a:ext uri="{FF2B5EF4-FFF2-40B4-BE49-F238E27FC236}">
                <a16:creationId xmlns:a16="http://schemas.microsoft.com/office/drawing/2014/main" id="{2DE0DB19-4B92-751B-3B6D-E1BA55D14C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349735" y="2221994"/>
            <a:ext cx="431404" cy="435624"/>
          </a:xfrm>
          <a:prstGeom prst="rect">
            <a:avLst/>
          </a:prstGeom>
        </p:spPr>
      </p:pic>
      <p:pic>
        <p:nvPicPr>
          <p:cNvPr id="152" name="Imagen 151">
            <a:extLst>
              <a:ext uri="{FF2B5EF4-FFF2-40B4-BE49-F238E27FC236}">
                <a16:creationId xmlns:a16="http://schemas.microsoft.com/office/drawing/2014/main" id="{6D55CB47-F835-C985-1746-6A7F8D8431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346171" y="1614078"/>
            <a:ext cx="427840" cy="432025"/>
          </a:xfrm>
          <a:prstGeom prst="rect">
            <a:avLst/>
          </a:prstGeom>
        </p:spPr>
      </p:pic>
      <p:pic>
        <p:nvPicPr>
          <p:cNvPr id="153" name="Imagen 152">
            <a:extLst>
              <a:ext uri="{FF2B5EF4-FFF2-40B4-BE49-F238E27FC236}">
                <a16:creationId xmlns:a16="http://schemas.microsoft.com/office/drawing/2014/main" id="{07E79D34-A20C-39F2-586C-4A9F4898C4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2246372" y="2271288"/>
            <a:ext cx="382587" cy="386329"/>
          </a:xfrm>
          <a:prstGeom prst="rect">
            <a:avLst/>
          </a:prstGeom>
        </p:spPr>
      </p:pic>
      <p:pic>
        <p:nvPicPr>
          <p:cNvPr id="154" name="Imagen 153">
            <a:extLst>
              <a:ext uri="{FF2B5EF4-FFF2-40B4-BE49-F238E27FC236}">
                <a16:creationId xmlns:a16="http://schemas.microsoft.com/office/drawing/2014/main" id="{A1440E57-AAF0-0B86-C3B3-E1EA43B2CBB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2291625" y="1591995"/>
            <a:ext cx="427839" cy="432024"/>
          </a:xfrm>
          <a:prstGeom prst="rect">
            <a:avLst/>
          </a:prstGeom>
        </p:spPr>
      </p:pic>
      <p:pic>
        <p:nvPicPr>
          <p:cNvPr id="155" name="Imagen 154">
            <a:extLst>
              <a:ext uri="{FF2B5EF4-FFF2-40B4-BE49-F238E27FC236}">
                <a16:creationId xmlns:a16="http://schemas.microsoft.com/office/drawing/2014/main" id="{055E595E-461C-0B77-7CFE-138C0F75E27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2002460" y="1589148"/>
            <a:ext cx="140504" cy="157643"/>
          </a:xfrm>
          <a:prstGeom prst="rect">
            <a:avLst/>
          </a:prstGeom>
        </p:spPr>
      </p:pic>
      <p:pic>
        <p:nvPicPr>
          <p:cNvPr id="156" name="Imagen 155">
            <a:extLst>
              <a:ext uri="{FF2B5EF4-FFF2-40B4-BE49-F238E27FC236}">
                <a16:creationId xmlns:a16="http://schemas.microsoft.com/office/drawing/2014/main" id="{7F5EFA91-8260-3D2A-6BBF-53651A07A9A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65000" y="595167"/>
            <a:ext cx="2366859" cy="1556371"/>
          </a:xfrm>
          <a:prstGeom prst="rect">
            <a:avLst/>
          </a:prstGeom>
        </p:spPr>
      </p:pic>
      <p:pic>
        <p:nvPicPr>
          <p:cNvPr id="157" name="Imagen 156">
            <a:extLst>
              <a:ext uri="{FF2B5EF4-FFF2-40B4-BE49-F238E27FC236}">
                <a16:creationId xmlns:a16="http://schemas.microsoft.com/office/drawing/2014/main" id="{B46820F0-84D6-6B09-A825-0FE8B666F9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5246" y="879590"/>
            <a:ext cx="327996" cy="327996"/>
          </a:xfrm>
          <a:prstGeom prst="rect">
            <a:avLst/>
          </a:prstGeom>
        </p:spPr>
      </p:pic>
      <p:pic>
        <p:nvPicPr>
          <p:cNvPr id="158" name="Imagen 157">
            <a:extLst>
              <a:ext uri="{FF2B5EF4-FFF2-40B4-BE49-F238E27FC236}">
                <a16:creationId xmlns:a16="http://schemas.microsoft.com/office/drawing/2014/main" id="{FFEE7EA9-0DFE-B456-EB2F-ABF815845A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646" y="909088"/>
            <a:ext cx="320162" cy="320162"/>
          </a:xfrm>
          <a:prstGeom prst="rect">
            <a:avLst/>
          </a:prstGeom>
        </p:spPr>
      </p:pic>
      <p:pic>
        <p:nvPicPr>
          <p:cNvPr id="159" name="Imagen 158">
            <a:extLst>
              <a:ext uri="{FF2B5EF4-FFF2-40B4-BE49-F238E27FC236}">
                <a16:creationId xmlns:a16="http://schemas.microsoft.com/office/drawing/2014/main" id="{28923C17-095A-94A2-3AF3-0D72C65715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7944" y="909088"/>
            <a:ext cx="320162" cy="320162"/>
          </a:xfrm>
          <a:prstGeom prst="rect">
            <a:avLst/>
          </a:prstGeom>
        </p:spPr>
      </p:pic>
      <p:grpSp>
        <p:nvGrpSpPr>
          <p:cNvPr id="160" name="Grupo 159">
            <a:extLst>
              <a:ext uri="{FF2B5EF4-FFF2-40B4-BE49-F238E27FC236}">
                <a16:creationId xmlns:a16="http://schemas.microsoft.com/office/drawing/2014/main" id="{41115037-2EA7-93EA-9D61-B4670A5A8F1C}"/>
              </a:ext>
            </a:extLst>
          </p:cNvPr>
          <p:cNvGrpSpPr/>
          <p:nvPr/>
        </p:nvGrpSpPr>
        <p:grpSpPr>
          <a:xfrm>
            <a:off x="454883" y="931794"/>
            <a:ext cx="294562" cy="294562"/>
            <a:chOff x="497018" y="4873520"/>
            <a:chExt cx="294562" cy="294562"/>
          </a:xfrm>
        </p:grpSpPr>
        <p:pic>
          <p:nvPicPr>
            <p:cNvPr id="161" name="Imagen 160">
              <a:extLst>
                <a:ext uri="{FF2B5EF4-FFF2-40B4-BE49-F238E27FC236}">
                  <a16:creationId xmlns:a16="http://schemas.microsoft.com/office/drawing/2014/main" id="{722698A6-1C62-3142-3338-A1C36351A50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97018" y="4873520"/>
              <a:ext cx="294562" cy="294562"/>
            </a:xfrm>
            <a:prstGeom prst="rect">
              <a:avLst/>
            </a:prstGeom>
          </p:spPr>
        </p:pic>
        <p:pic>
          <p:nvPicPr>
            <p:cNvPr id="162" name="Imagen 161">
              <a:extLst>
                <a:ext uri="{FF2B5EF4-FFF2-40B4-BE49-F238E27FC236}">
                  <a16:creationId xmlns:a16="http://schemas.microsoft.com/office/drawing/2014/main" id="{EF30FFA9-09F3-3D69-B24D-CD38B4A6E76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70303" y="4892843"/>
              <a:ext cx="110774" cy="110774"/>
            </a:xfrm>
            <a:prstGeom prst="rect">
              <a:avLst/>
            </a:prstGeom>
          </p:spPr>
        </p:pic>
      </p:grpSp>
      <p:pic>
        <p:nvPicPr>
          <p:cNvPr id="163" name="Imagen 162">
            <a:extLst>
              <a:ext uri="{FF2B5EF4-FFF2-40B4-BE49-F238E27FC236}">
                <a16:creationId xmlns:a16="http://schemas.microsoft.com/office/drawing/2014/main" id="{EF870661-E7EE-3743-92D2-EFE862E1521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84466" y="2685530"/>
            <a:ext cx="2366859" cy="1556371"/>
          </a:xfrm>
          <a:prstGeom prst="rect">
            <a:avLst/>
          </a:prstGeom>
        </p:spPr>
      </p:pic>
      <p:pic>
        <p:nvPicPr>
          <p:cNvPr id="164" name="Imagen 163">
            <a:extLst>
              <a:ext uri="{FF2B5EF4-FFF2-40B4-BE49-F238E27FC236}">
                <a16:creationId xmlns:a16="http://schemas.microsoft.com/office/drawing/2014/main" id="{0D03A25E-D525-C564-2557-78F8891CBA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712" y="2969953"/>
            <a:ext cx="327996" cy="327996"/>
          </a:xfrm>
          <a:prstGeom prst="rect">
            <a:avLst/>
          </a:prstGeom>
        </p:spPr>
      </p:pic>
      <p:pic>
        <p:nvPicPr>
          <p:cNvPr id="165" name="Imagen 164">
            <a:extLst>
              <a:ext uri="{FF2B5EF4-FFF2-40B4-BE49-F238E27FC236}">
                <a16:creationId xmlns:a16="http://schemas.microsoft.com/office/drawing/2014/main" id="{6B1A79CC-F306-7ABA-A7C0-F3CAD1D244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7112" y="2999451"/>
            <a:ext cx="320162" cy="320162"/>
          </a:xfrm>
          <a:prstGeom prst="rect">
            <a:avLst/>
          </a:prstGeom>
        </p:spPr>
      </p:pic>
      <p:pic>
        <p:nvPicPr>
          <p:cNvPr id="166" name="Imagen 165">
            <a:extLst>
              <a:ext uri="{FF2B5EF4-FFF2-40B4-BE49-F238E27FC236}">
                <a16:creationId xmlns:a16="http://schemas.microsoft.com/office/drawing/2014/main" id="{39970CA6-033F-E958-B960-7AAA52AE2C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7410" y="2999451"/>
            <a:ext cx="320162" cy="320162"/>
          </a:xfrm>
          <a:prstGeom prst="rect">
            <a:avLst/>
          </a:prstGeom>
        </p:spPr>
      </p:pic>
      <p:grpSp>
        <p:nvGrpSpPr>
          <p:cNvPr id="167" name="Grupo 166">
            <a:extLst>
              <a:ext uri="{FF2B5EF4-FFF2-40B4-BE49-F238E27FC236}">
                <a16:creationId xmlns:a16="http://schemas.microsoft.com/office/drawing/2014/main" id="{5AFEEED1-2811-A5F4-9C49-E589BC789484}"/>
              </a:ext>
            </a:extLst>
          </p:cNvPr>
          <p:cNvGrpSpPr/>
          <p:nvPr/>
        </p:nvGrpSpPr>
        <p:grpSpPr>
          <a:xfrm>
            <a:off x="485936" y="3024648"/>
            <a:ext cx="300068" cy="300068"/>
            <a:chOff x="3678209" y="4702103"/>
            <a:chExt cx="300068" cy="300068"/>
          </a:xfrm>
        </p:grpSpPr>
        <p:pic>
          <p:nvPicPr>
            <p:cNvPr id="168" name="Imagen 167">
              <a:extLst>
                <a:ext uri="{FF2B5EF4-FFF2-40B4-BE49-F238E27FC236}">
                  <a16:creationId xmlns:a16="http://schemas.microsoft.com/office/drawing/2014/main" id="{2005B451-668A-8FEC-97CA-4E2B43A2768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678209" y="4702103"/>
              <a:ext cx="300068" cy="300068"/>
            </a:xfrm>
            <a:prstGeom prst="rect">
              <a:avLst/>
            </a:prstGeom>
          </p:spPr>
        </p:pic>
        <p:pic>
          <p:nvPicPr>
            <p:cNvPr id="169" name="Imagen 168">
              <a:extLst>
                <a:ext uri="{FF2B5EF4-FFF2-40B4-BE49-F238E27FC236}">
                  <a16:creationId xmlns:a16="http://schemas.microsoft.com/office/drawing/2014/main" id="{7F4E605D-761B-0AF6-F951-5FCA72F3FA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862244" y="4719725"/>
              <a:ext cx="98544" cy="109492"/>
            </a:xfrm>
            <a:prstGeom prst="rect">
              <a:avLst/>
            </a:prstGeom>
          </p:spPr>
        </p:pic>
      </p:grpSp>
      <p:grpSp>
        <p:nvGrpSpPr>
          <p:cNvPr id="170" name="Grupo 169">
            <a:extLst>
              <a:ext uri="{FF2B5EF4-FFF2-40B4-BE49-F238E27FC236}">
                <a16:creationId xmlns:a16="http://schemas.microsoft.com/office/drawing/2014/main" id="{0B1A7948-0A9B-26F5-5660-389A08F2C18C}"/>
              </a:ext>
            </a:extLst>
          </p:cNvPr>
          <p:cNvGrpSpPr/>
          <p:nvPr/>
        </p:nvGrpSpPr>
        <p:grpSpPr>
          <a:xfrm>
            <a:off x="870985" y="3459008"/>
            <a:ext cx="285755" cy="317675"/>
            <a:chOff x="4063257" y="5136462"/>
            <a:chExt cx="285755" cy="317675"/>
          </a:xfrm>
        </p:grpSpPr>
        <p:pic>
          <p:nvPicPr>
            <p:cNvPr id="171" name="Imagen 170">
              <a:extLst>
                <a:ext uri="{FF2B5EF4-FFF2-40B4-BE49-F238E27FC236}">
                  <a16:creationId xmlns:a16="http://schemas.microsoft.com/office/drawing/2014/main" id="{DEB562B6-D77A-84E3-5077-2DCFE9D0453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063257" y="5200137"/>
              <a:ext cx="254000" cy="254000"/>
            </a:xfrm>
            <a:prstGeom prst="rect">
              <a:avLst/>
            </a:prstGeom>
          </p:spPr>
        </p:pic>
        <p:pic>
          <p:nvPicPr>
            <p:cNvPr id="172" name="Imagen 171">
              <a:extLst>
                <a:ext uri="{FF2B5EF4-FFF2-40B4-BE49-F238E27FC236}">
                  <a16:creationId xmlns:a16="http://schemas.microsoft.com/office/drawing/2014/main" id="{6394D759-2EB9-6F38-4F5F-F21162C7B53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255731" y="5136462"/>
              <a:ext cx="93281" cy="103645"/>
            </a:xfrm>
            <a:prstGeom prst="rect">
              <a:avLst/>
            </a:prstGeom>
          </p:spPr>
        </p:pic>
      </p:grpSp>
      <p:pic>
        <p:nvPicPr>
          <p:cNvPr id="173" name="Imagen 172">
            <a:extLst>
              <a:ext uri="{FF2B5EF4-FFF2-40B4-BE49-F238E27FC236}">
                <a16:creationId xmlns:a16="http://schemas.microsoft.com/office/drawing/2014/main" id="{0797609F-DB01-1CF0-1688-959F4E8857C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8580" y="3504237"/>
            <a:ext cx="294780" cy="294780"/>
          </a:xfrm>
          <a:prstGeom prst="rect">
            <a:avLst/>
          </a:prstGeom>
        </p:spPr>
      </p:pic>
      <p:pic>
        <p:nvPicPr>
          <p:cNvPr id="174" name="Imagen 173">
            <a:extLst>
              <a:ext uri="{FF2B5EF4-FFF2-40B4-BE49-F238E27FC236}">
                <a16:creationId xmlns:a16="http://schemas.microsoft.com/office/drawing/2014/main" id="{9C60BA56-AF8D-E265-FECC-7946C5B372A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84466" y="4778409"/>
            <a:ext cx="2366859" cy="1556371"/>
          </a:xfrm>
          <a:prstGeom prst="rect">
            <a:avLst/>
          </a:prstGeom>
        </p:spPr>
      </p:pic>
      <p:pic>
        <p:nvPicPr>
          <p:cNvPr id="175" name="Imagen 174">
            <a:extLst>
              <a:ext uri="{FF2B5EF4-FFF2-40B4-BE49-F238E27FC236}">
                <a16:creationId xmlns:a16="http://schemas.microsoft.com/office/drawing/2014/main" id="{9329952F-29C1-FC4A-A195-2ADD1ED569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712" y="5062832"/>
            <a:ext cx="327996" cy="327996"/>
          </a:xfrm>
          <a:prstGeom prst="rect">
            <a:avLst/>
          </a:prstGeom>
        </p:spPr>
      </p:pic>
      <p:pic>
        <p:nvPicPr>
          <p:cNvPr id="176" name="Imagen 175">
            <a:extLst>
              <a:ext uri="{FF2B5EF4-FFF2-40B4-BE49-F238E27FC236}">
                <a16:creationId xmlns:a16="http://schemas.microsoft.com/office/drawing/2014/main" id="{9641E12B-177B-1154-928C-686EE995E5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7112" y="5092330"/>
            <a:ext cx="320162" cy="320162"/>
          </a:xfrm>
          <a:prstGeom prst="rect">
            <a:avLst/>
          </a:prstGeom>
        </p:spPr>
      </p:pic>
      <p:pic>
        <p:nvPicPr>
          <p:cNvPr id="177" name="Imagen 176">
            <a:extLst>
              <a:ext uri="{FF2B5EF4-FFF2-40B4-BE49-F238E27FC236}">
                <a16:creationId xmlns:a16="http://schemas.microsoft.com/office/drawing/2014/main" id="{A16B6FEA-88D5-47F8-882D-F0BB359727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7410" y="5092330"/>
            <a:ext cx="320162" cy="320162"/>
          </a:xfrm>
          <a:prstGeom prst="rect">
            <a:avLst/>
          </a:prstGeom>
        </p:spPr>
      </p:pic>
      <p:pic>
        <p:nvPicPr>
          <p:cNvPr id="178" name="Imagen 177">
            <a:extLst>
              <a:ext uri="{FF2B5EF4-FFF2-40B4-BE49-F238E27FC236}">
                <a16:creationId xmlns:a16="http://schemas.microsoft.com/office/drawing/2014/main" id="{8F4D1A3D-627F-D799-D039-5DA16E3F5BA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0984" y="5615561"/>
            <a:ext cx="254000" cy="254000"/>
          </a:xfrm>
          <a:prstGeom prst="rect">
            <a:avLst/>
          </a:prstGeom>
        </p:spPr>
      </p:pic>
      <p:pic>
        <p:nvPicPr>
          <p:cNvPr id="179" name="Imagen 178">
            <a:extLst>
              <a:ext uri="{FF2B5EF4-FFF2-40B4-BE49-F238E27FC236}">
                <a16:creationId xmlns:a16="http://schemas.microsoft.com/office/drawing/2014/main" id="{264CA05D-C669-ED22-04DC-070B6F6DF6B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8580" y="5597116"/>
            <a:ext cx="294780" cy="294780"/>
          </a:xfrm>
          <a:prstGeom prst="rect">
            <a:avLst/>
          </a:prstGeom>
        </p:spPr>
      </p:pic>
      <p:grpSp>
        <p:nvGrpSpPr>
          <p:cNvPr id="180" name="Grupo 179">
            <a:extLst>
              <a:ext uri="{FF2B5EF4-FFF2-40B4-BE49-F238E27FC236}">
                <a16:creationId xmlns:a16="http://schemas.microsoft.com/office/drawing/2014/main" id="{D19E8F84-EC54-CB70-1596-1D0F4422933B}"/>
              </a:ext>
            </a:extLst>
          </p:cNvPr>
          <p:cNvGrpSpPr/>
          <p:nvPr/>
        </p:nvGrpSpPr>
        <p:grpSpPr>
          <a:xfrm>
            <a:off x="493410" y="5128993"/>
            <a:ext cx="300068" cy="301854"/>
            <a:chOff x="6785945" y="4956058"/>
            <a:chExt cx="300068" cy="301860"/>
          </a:xfrm>
        </p:grpSpPr>
        <p:pic>
          <p:nvPicPr>
            <p:cNvPr id="181" name="Imagen 180">
              <a:extLst>
                <a:ext uri="{FF2B5EF4-FFF2-40B4-BE49-F238E27FC236}">
                  <a16:creationId xmlns:a16="http://schemas.microsoft.com/office/drawing/2014/main" id="{0F376412-32B5-F7FD-3C2B-7506CF62F65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785945" y="4957850"/>
              <a:ext cx="300068" cy="300068"/>
            </a:xfrm>
            <a:prstGeom prst="rect">
              <a:avLst/>
            </a:prstGeom>
          </p:spPr>
        </p:pic>
        <p:pic>
          <p:nvPicPr>
            <p:cNvPr id="182" name="Imagen 181">
              <a:extLst>
                <a:ext uri="{FF2B5EF4-FFF2-40B4-BE49-F238E27FC236}">
                  <a16:creationId xmlns:a16="http://schemas.microsoft.com/office/drawing/2014/main" id="{815889EF-0056-3CB9-11EF-36C340C691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969128" y="4956064"/>
              <a:ext cx="98544" cy="109494"/>
            </a:xfrm>
            <a:prstGeom prst="rect">
              <a:avLst/>
            </a:prstGeom>
          </p:spPr>
        </p:pic>
      </p:grpSp>
      <p:pic>
        <p:nvPicPr>
          <p:cNvPr id="183" name="Imagen 182">
            <a:extLst>
              <a:ext uri="{FF2B5EF4-FFF2-40B4-BE49-F238E27FC236}">
                <a16:creationId xmlns:a16="http://schemas.microsoft.com/office/drawing/2014/main" id="{77AE6E59-43F7-3601-BA2F-75616E7AB86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51320" y="5577682"/>
            <a:ext cx="294780" cy="294780"/>
          </a:xfrm>
          <a:prstGeom prst="rect">
            <a:avLst/>
          </a:prstGeom>
        </p:spPr>
      </p:pic>
      <p:pic>
        <p:nvPicPr>
          <p:cNvPr id="184" name="Imagen 183">
            <a:extLst>
              <a:ext uri="{FF2B5EF4-FFF2-40B4-BE49-F238E27FC236}">
                <a16:creationId xmlns:a16="http://schemas.microsoft.com/office/drawing/2014/main" id="{98E7560F-0B27-8D84-1D7B-1C59010761D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77353" y="5615563"/>
            <a:ext cx="253999" cy="253999"/>
          </a:xfrm>
          <a:prstGeom prst="rect">
            <a:avLst/>
          </a:prstGeom>
        </p:spPr>
      </p:pic>
      <p:sp>
        <p:nvSpPr>
          <p:cNvPr id="185" name="Abrir llave 432">
            <a:extLst>
              <a:ext uri="{FF2B5EF4-FFF2-40B4-BE49-F238E27FC236}">
                <a16:creationId xmlns:a16="http://schemas.microsoft.com/office/drawing/2014/main" id="{640A870A-26A4-5D5B-4967-741EB9405A07}"/>
              </a:ext>
            </a:extLst>
          </p:cNvPr>
          <p:cNvSpPr/>
          <p:nvPr/>
        </p:nvSpPr>
        <p:spPr>
          <a:xfrm>
            <a:off x="-518765" y="546678"/>
            <a:ext cx="518765" cy="5624888"/>
          </a:xfrm>
          <a:prstGeom prst="leftBrace">
            <a:avLst/>
          </a:prstGeom>
          <a:noFill/>
          <a:ln w="28575">
            <a:solidFill>
              <a:srgbClr val="7E002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86" name="Imagen 185">
            <a:extLst>
              <a:ext uri="{FF2B5EF4-FFF2-40B4-BE49-F238E27FC236}">
                <a16:creationId xmlns:a16="http://schemas.microsoft.com/office/drawing/2014/main" id="{55E13767-3BE2-9F27-6251-83AFCD60D71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-3932009" y="4963315"/>
            <a:ext cx="2524409" cy="1123670"/>
          </a:xfrm>
          <a:prstGeom prst="rect">
            <a:avLst/>
          </a:prstGeom>
        </p:spPr>
      </p:pic>
      <p:pic>
        <p:nvPicPr>
          <p:cNvPr id="187" name="Imagen 186">
            <a:extLst>
              <a:ext uri="{FF2B5EF4-FFF2-40B4-BE49-F238E27FC236}">
                <a16:creationId xmlns:a16="http://schemas.microsoft.com/office/drawing/2014/main" id="{C4E073DE-7A35-2F8E-C91F-F5F5BABA16D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3428888" y="5662041"/>
            <a:ext cx="1661150" cy="256351"/>
          </a:xfrm>
          <a:prstGeom prst="rect">
            <a:avLst/>
          </a:prstGeom>
        </p:spPr>
      </p:pic>
      <p:pic>
        <p:nvPicPr>
          <p:cNvPr id="188" name="Imagen 187">
            <a:extLst>
              <a:ext uri="{FF2B5EF4-FFF2-40B4-BE49-F238E27FC236}">
                <a16:creationId xmlns:a16="http://schemas.microsoft.com/office/drawing/2014/main" id="{EEE7F0AA-69A6-5E40-6FC2-5B9804723B5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-2833846" y="5144086"/>
            <a:ext cx="401866" cy="378481"/>
          </a:xfrm>
          <a:prstGeom prst="rect">
            <a:avLst/>
          </a:prstGeom>
        </p:spPr>
      </p:pic>
      <p:pic>
        <p:nvPicPr>
          <p:cNvPr id="189" name="Imagen 188">
            <a:extLst>
              <a:ext uri="{FF2B5EF4-FFF2-40B4-BE49-F238E27FC236}">
                <a16:creationId xmlns:a16="http://schemas.microsoft.com/office/drawing/2014/main" id="{16E5146B-C696-463A-3B32-BDE7BF3CF66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36850" y="595167"/>
            <a:ext cx="2366859" cy="1556371"/>
          </a:xfrm>
          <a:prstGeom prst="rect">
            <a:avLst/>
          </a:prstGeom>
        </p:spPr>
      </p:pic>
      <p:pic>
        <p:nvPicPr>
          <p:cNvPr id="190" name="Imagen 189">
            <a:extLst>
              <a:ext uri="{FF2B5EF4-FFF2-40B4-BE49-F238E27FC236}">
                <a16:creationId xmlns:a16="http://schemas.microsoft.com/office/drawing/2014/main" id="{EBB481F8-6DBA-0C8F-1445-9CF779ADF5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7096" y="879590"/>
            <a:ext cx="327996" cy="327996"/>
          </a:xfrm>
          <a:prstGeom prst="rect">
            <a:avLst/>
          </a:prstGeom>
        </p:spPr>
      </p:pic>
      <p:pic>
        <p:nvPicPr>
          <p:cNvPr id="191" name="Imagen 190">
            <a:extLst>
              <a:ext uri="{FF2B5EF4-FFF2-40B4-BE49-F238E27FC236}">
                <a16:creationId xmlns:a16="http://schemas.microsoft.com/office/drawing/2014/main" id="{BA042A86-4F93-2D2D-2EE8-DBB804C73E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9496" y="909088"/>
            <a:ext cx="320162" cy="320162"/>
          </a:xfrm>
          <a:prstGeom prst="rect">
            <a:avLst/>
          </a:prstGeom>
        </p:spPr>
      </p:pic>
      <p:pic>
        <p:nvPicPr>
          <p:cNvPr id="192" name="Imagen 191">
            <a:extLst>
              <a:ext uri="{FF2B5EF4-FFF2-40B4-BE49-F238E27FC236}">
                <a16:creationId xmlns:a16="http://schemas.microsoft.com/office/drawing/2014/main" id="{40FFB8CA-6536-7D3A-BB8C-A75F2F7618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59794" y="909088"/>
            <a:ext cx="320162" cy="320162"/>
          </a:xfrm>
          <a:prstGeom prst="rect">
            <a:avLst/>
          </a:prstGeom>
        </p:spPr>
      </p:pic>
      <p:grpSp>
        <p:nvGrpSpPr>
          <p:cNvPr id="193" name="Grupo 192">
            <a:extLst>
              <a:ext uri="{FF2B5EF4-FFF2-40B4-BE49-F238E27FC236}">
                <a16:creationId xmlns:a16="http://schemas.microsoft.com/office/drawing/2014/main" id="{D1F84AB4-89A6-C7C6-6840-8D4F7FD6E9B2}"/>
              </a:ext>
            </a:extLst>
          </p:cNvPr>
          <p:cNvGrpSpPr/>
          <p:nvPr/>
        </p:nvGrpSpPr>
        <p:grpSpPr>
          <a:xfrm>
            <a:off x="3126733" y="931794"/>
            <a:ext cx="294562" cy="294562"/>
            <a:chOff x="497018" y="4873520"/>
            <a:chExt cx="294562" cy="294562"/>
          </a:xfrm>
        </p:grpSpPr>
        <p:pic>
          <p:nvPicPr>
            <p:cNvPr id="194" name="Imagen 193">
              <a:extLst>
                <a:ext uri="{FF2B5EF4-FFF2-40B4-BE49-F238E27FC236}">
                  <a16:creationId xmlns:a16="http://schemas.microsoft.com/office/drawing/2014/main" id="{EDC8EAEB-60C5-F0AB-AF45-A2AA694ECBE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97018" y="4873520"/>
              <a:ext cx="294562" cy="294562"/>
            </a:xfrm>
            <a:prstGeom prst="rect">
              <a:avLst/>
            </a:prstGeom>
          </p:spPr>
        </p:pic>
        <p:pic>
          <p:nvPicPr>
            <p:cNvPr id="195" name="Imagen 194">
              <a:extLst>
                <a:ext uri="{FF2B5EF4-FFF2-40B4-BE49-F238E27FC236}">
                  <a16:creationId xmlns:a16="http://schemas.microsoft.com/office/drawing/2014/main" id="{AFB9AED6-94B4-0272-13D5-86132BA8FDC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70303" y="4892843"/>
              <a:ext cx="110774" cy="110774"/>
            </a:xfrm>
            <a:prstGeom prst="rect">
              <a:avLst/>
            </a:prstGeom>
          </p:spPr>
        </p:pic>
      </p:grpSp>
      <p:pic>
        <p:nvPicPr>
          <p:cNvPr id="196" name="Imagen 195">
            <a:extLst>
              <a:ext uri="{FF2B5EF4-FFF2-40B4-BE49-F238E27FC236}">
                <a16:creationId xmlns:a16="http://schemas.microsoft.com/office/drawing/2014/main" id="{EEBAC243-E4C5-3F12-893E-81A328649F3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56316" y="2685530"/>
            <a:ext cx="2366859" cy="1556371"/>
          </a:xfrm>
          <a:prstGeom prst="rect">
            <a:avLst/>
          </a:prstGeom>
        </p:spPr>
      </p:pic>
      <p:pic>
        <p:nvPicPr>
          <p:cNvPr id="197" name="Imagen 196">
            <a:extLst>
              <a:ext uri="{FF2B5EF4-FFF2-40B4-BE49-F238E27FC236}">
                <a16:creationId xmlns:a16="http://schemas.microsoft.com/office/drawing/2014/main" id="{84455684-943D-4BD3-8793-ECFC2579A7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6562" y="2969953"/>
            <a:ext cx="327996" cy="327996"/>
          </a:xfrm>
          <a:prstGeom prst="rect">
            <a:avLst/>
          </a:prstGeom>
        </p:spPr>
      </p:pic>
      <p:pic>
        <p:nvPicPr>
          <p:cNvPr id="198" name="Imagen 197">
            <a:extLst>
              <a:ext uri="{FF2B5EF4-FFF2-40B4-BE49-F238E27FC236}">
                <a16:creationId xmlns:a16="http://schemas.microsoft.com/office/drawing/2014/main" id="{4B10BC5E-D028-9A97-FFF0-2997B15A01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8962" y="2999451"/>
            <a:ext cx="320162" cy="320162"/>
          </a:xfrm>
          <a:prstGeom prst="rect">
            <a:avLst/>
          </a:prstGeom>
        </p:spPr>
      </p:pic>
      <p:pic>
        <p:nvPicPr>
          <p:cNvPr id="199" name="Imagen 198">
            <a:extLst>
              <a:ext uri="{FF2B5EF4-FFF2-40B4-BE49-F238E27FC236}">
                <a16:creationId xmlns:a16="http://schemas.microsoft.com/office/drawing/2014/main" id="{5F9E63D1-DEA8-DBA5-483A-DB1DAA9200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79260" y="2999451"/>
            <a:ext cx="320162" cy="320162"/>
          </a:xfrm>
          <a:prstGeom prst="rect">
            <a:avLst/>
          </a:prstGeom>
        </p:spPr>
      </p:pic>
      <p:grpSp>
        <p:nvGrpSpPr>
          <p:cNvPr id="200" name="Grupo 199">
            <a:extLst>
              <a:ext uri="{FF2B5EF4-FFF2-40B4-BE49-F238E27FC236}">
                <a16:creationId xmlns:a16="http://schemas.microsoft.com/office/drawing/2014/main" id="{C0654A05-C558-1584-686D-9A13B1127A75}"/>
              </a:ext>
            </a:extLst>
          </p:cNvPr>
          <p:cNvGrpSpPr/>
          <p:nvPr/>
        </p:nvGrpSpPr>
        <p:grpSpPr>
          <a:xfrm>
            <a:off x="3157786" y="3024648"/>
            <a:ext cx="300068" cy="300068"/>
            <a:chOff x="3678209" y="4702103"/>
            <a:chExt cx="300068" cy="300068"/>
          </a:xfrm>
        </p:grpSpPr>
        <p:pic>
          <p:nvPicPr>
            <p:cNvPr id="201" name="Imagen 200">
              <a:extLst>
                <a:ext uri="{FF2B5EF4-FFF2-40B4-BE49-F238E27FC236}">
                  <a16:creationId xmlns:a16="http://schemas.microsoft.com/office/drawing/2014/main" id="{34535A21-0AA1-413A-F360-9E25EE267EE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678209" y="4702103"/>
              <a:ext cx="300068" cy="300068"/>
            </a:xfrm>
            <a:prstGeom prst="rect">
              <a:avLst/>
            </a:prstGeom>
          </p:spPr>
        </p:pic>
        <p:pic>
          <p:nvPicPr>
            <p:cNvPr id="202" name="Imagen 201">
              <a:extLst>
                <a:ext uri="{FF2B5EF4-FFF2-40B4-BE49-F238E27FC236}">
                  <a16:creationId xmlns:a16="http://schemas.microsoft.com/office/drawing/2014/main" id="{4D5E7071-AA09-260C-BA5A-C1C188FD64D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862244" y="4719725"/>
              <a:ext cx="98544" cy="109492"/>
            </a:xfrm>
            <a:prstGeom prst="rect">
              <a:avLst/>
            </a:prstGeom>
          </p:spPr>
        </p:pic>
      </p:grpSp>
      <p:grpSp>
        <p:nvGrpSpPr>
          <p:cNvPr id="203" name="Grupo 202">
            <a:extLst>
              <a:ext uri="{FF2B5EF4-FFF2-40B4-BE49-F238E27FC236}">
                <a16:creationId xmlns:a16="http://schemas.microsoft.com/office/drawing/2014/main" id="{40D2C1F1-275D-2A2A-1591-BE0C78361C20}"/>
              </a:ext>
            </a:extLst>
          </p:cNvPr>
          <p:cNvGrpSpPr/>
          <p:nvPr/>
        </p:nvGrpSpPr>
        <p:grpSpPr>
          <a:xfrm>
            <a:off x="3542835" y="3459008"/>
            <a:ext cx="285755" cy="317675"/>
            <a:chOff x="4063257" y="5136462"/>
            <a:chExt cx="285755" cy="317675"/>
          </a:xfrm>
        </p:grpSpPr>
        <p:pic>
          <p:nvPicPr>
            <p:cNvPr id="204" name="Imagen 203">
              <a:extLst>
                <a:ext uri="{FF2B5EF4-FFF2-40B4-BE49-F238E27FC236}">
                  <a16:creationId xmlns:a16="http://schemas.microsoft.com/office/drawing/2014/main" id="{D6266A02-CD28-B7D4-1D33-40745489E6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063257" y="5200137"/>
              <a:ext cx="254000" cy="254000"/>
            </a:xfrm>
            <a:prstGeom prst="rect">
              <a:avLst/>
            </a:prstGeom>
          </p:spPr>
        </p:pic>
        <p:pic>
          <p:nvPicPr>
            <p:cNvPr id="205" name="Imagen 204">
              <a:extLst>
                <a:ext uri="{FF2B5EF4-FFF2-40B4-BE49-F238E27FC236}">
                  <a16:creationId xmlns:a16="http://schemas.microsoft.com/office/drawing/2014/main" id="{C8E3AB57-E03D-39C6-63FF-6964C27752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255731" y="5136462"/>
              <a:ext cx="93281" cy="103645"/>
            </a:xfrm>
            <a:prstGeom prst="rect">
              <a:avLst/>
            </a:prstGeom>
          </p:spPr>
        </p:pic>
      </p:grpSp>
      <p:pic>
        <p:nvPicPr>
          <p:cNvPr id="206" name="Imagen 205">
            <a:extLst>
              <a:ext uri="{FF2B5EF4-FFF2-40B4-BE49-F238E27FC236}">
                <a16:creationId xmlns:a16="http://schemas.microsoft.com/office/drawing/2014/main" id="{30FBB767-F5A6-44B1-57E7-864EAC63A26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60430" y="3504237"/>
            <a:ext cx="294780" cy="294780"/>
          </a:xfrm>
          <a:prstGeom prst="rect">
            <a:avLst/>
          </a:prstGeom>
        </p:spPr>
      </p:pic>
      <p:pic>
        <p:nvPicPr>
          <p:cNvPr id="207" name="Imagen 206">
            <a:extLst>
              <a:ext uri="{FF2B5EF4-FFF2-40B4-BE49-F238E27FC236}">
                <a16:creationId xmlns:a16="http://schemas.microsoft.com/office/drawing/2014/main" id="{95D0BEEE-5E18-116B-9363-CFE2B0FA293B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829632" y="3211825"/>
            <a:ext cx="273521" cy="273521"/>
          </a:xfrm>
          <a:prstGeom prst="rect">
            <a:avLst/>
          </a:prstGeom>
        </p:spPr>
      </p:pic>
      <p:pic>
        <p:nvPicPr>
          <p:cNvPr id="208" name="Imagen 207">
            <a:extLst>
              <a:ext uri="{FF2B5EF4-FFF2-40B4-BE49-F238E27FC236}">
                <a16:creationId xmlns:a16="http://schemas.microsoft.com/office/drawing/2014/main" id="{81575556-B2BE-B117-760E-690F1340705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56316" y="4778409"/>
            <a:ext cx="2366859" cy="1556371"/>
          </a:xfrm>
          <a:prstGeom prst="rect">
            <a:avLst/>
          </a:prstGeom>
        </p:spPr>
      </p:pic>
      <p:pic>
        <p:nvPicPr>
          <p:cNvPr id="209" name="Imagen 208">
            <a:extLst>
              <a:ext uri="{FF2B5EF4-FFF2-40B4-BE49-F238E27FC236}">
                <a16:creationId xmlns:a16="http://schemas.microsoft.com/office/drawing/2014/main" id="{45F0F704-5528-8F6E-537B-1574F5E193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6562" y="5062832"/>
            <a:ext cx="327996" cy="327996"/>
          </a:xfrm>
          <a:prstGeom prst="rect">
            <a:avLst/>
          </a:prstGeom>
        </p:spPr>
      </p:pic>
      <p:pic>
        <p:nvPicPr>
          <p:cNvPr id="210" name="Imagen 209">
            <a:extLst>
              <a:ext uri="{FF2B5EF4-FFF2-40B4-BE49-F238E27FC236}">
                <a16:creationId xmlns:a16="http://schemas.microsoft.com/office/drawing/2014/main" id="{9485C41F-737D-FEE1-F3C2-C0EBAE6593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8962" y="5092330"/>
            <a:ext cx="320162" cy="320162"/>
          </a:xfrm>
          <a:prstGeom prst="rect">
            <a:avLst/>
          </a:prstGeom>
        </p:spPr>
      </p:pic>
      <p:pic>
        <p:nvPicPr>
          <p:cNvPr id="211" name="Imagen 210">
            <a:extLst>
              <a:ext uri="{FF2B5EF4-FFF2-40B4-BE49-F238E27FC236}">
                <a16:creationId xmlns:a16="http://schemas.microsoft.com/office/drawing/2014/main" id="{F3C8F50C-70E3-780E-64E5-A8D8EE1C6B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79260" y="5092330"/>
            <a:ext cx="320162" cy="320162"/>
          </a:xfrm>
          <a:prstGeom prst="rect">
            <a:avLst/>
          </a:prstGeom>
        </p:spPr>
      </p:pic>
      <p:pic>
        <p:nvPicPr>
          <p:cNvPr id="212" name="Imagen 211">
            <a:extLst>
              <a:ext uri="{FF2B5EF4-FFF2-40B4-BE49-F238E27FC236}">
                <a16:creationId xmlns:a16="http://schemas.microsoft.com/office/drawing/2014/main" id="{7BEE5558-E878-9698-9AC3-B21CC61A550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42834" y="5615561"/>
            <a:ext cx="254000" cy="254000"/>
          </a:xfrm>
          <a:prstGeom prst="rect">
            <a:avLst/>
          </a:prstGeom>
        </p:spPr>
      </p:pic>
      <p:pic>
        <p:nvPicPr>
          <p:cNvPr id="213" name="Imagen 212">
            <a:extLst>
              <a:ext uri="{FF2B5EF4-FFF2-40B4-BE49-F238E27FC236}">
                <a16:creationId xmlns:a16="http://schemas.microsoft.com/office/drawing/2014/main" id="{FE5F3387-1475-6A90-DFAC-32957F2FF67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60430" y="5597116"/>
            <a:ext cx="294780" cy="294780"/>
          </a:xfrm>
          <a:prstGeom prst="rect">
            <a:avLst/>
          </a:prstGeom>
        </p:spPr>
      </p:pic>
      <p:grpSp>
        <p:nvGrpSpPr>
          <p:cNvPr id="214" name="Grupo 213">
            <a:extLst>
              <a:ext uri="{FF2B5EF4-FFF2-40B4-BE49-F238E27FC236}">
                <a16:creationId xmlns:a16="http://schemas.microsoft.com/office/drawing/2014/main" id="{29B0A018-3771-19D1-6C71-DD4E3A41C38C}"/>
              </a:ext>
            </a:extLst>
          </p:cNvPr>
          <p:cNvGrpSpPr/>
          <p:nvPr/>
        </p:nvGrpSpPr>
        <p:grpSpPr>
          <a:xfrm>
            <a:off x="3165260" y="5128993"/>
            <a:ext cx="300068" cy="301854"/>
            <a:chOff x="6785945" y="4956058"/>
            <a:chExt cx="300068" cy="301860"/>
          </a:xfrm>
        </p:grpSpPr>
        <p:pic>
          <p:nvPicPr>
            <p:cNvPr id="215" name="Imagen 214">
              <a:extLst>
                <a:ext uri="{FF2B5EF4-FFF2-40B4-BE49-F238E27FC236}">
                  <a16:creationId xmlns:a16="http://schemas.microsoft.com/office/drawing/2014/main" id="{4A0014DA-465C-A5BA-C970-A1DFA7A4C5F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785945" y="4957850"/>
              <a:ext cx="300068" cy="300068"/>
            </a:xfrm>
            <a:prstGeom prst="rect">
              <a:avLst/>
            </a:prstGeom>
          </p:spPr>
        </p:pic>
        <p:pic>
          <p:nvPicPr>
            <p:cNvPr id="216" name="Imagen 215">
              <a:extLst>
                <a:ext uri="{FF2B5EF4-FFF2-40B4-BE49-F238E27FC236}">
                  <a16:creationId xmlns:a16="http://schemas.microsoft.com/office/drawing/2014/main" id="{77EAC372-F3A0-6AAA-2DE4-8CCE922137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969128" y="4956064"/>
              <a:ext cx="98544" cy="109494"/>
            </a:xfrm>
            <a:prstGeom prst="rect">
              <a:avLst/>
            </a:prstGeom>
          </p:spPr>
        </p:pic>
      </p:grpSp>
      <p:pic>
        <p:nvPicPr>
          <p:cNvPr id="217" name="Imagen 216">
            <a:extLst>
              <a:ext uri="{FF2B5EF4-FFF2-40B4-BE49-F238E27FC236}">
                <a16:creationId xmlns:a16="http://schemas.microsoft.com/office/drawing/2014/main" id="{5E2E22AB-A4D7-C567-E6E2-B74E31A5E41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23170" y="5577682"/>
            <a:ext cx="294780" cy="294780"/>
          </a:xfrm>
          <a:prstGeom prst="rect">
            <a:avLst/>
          </a:prstGeom>
        </p:spPr>
      </p:pic>
      <p:pic>
        <p:nvPicPr>
          <p:cNvPr id="218" name="Imagen 217">
            <a:extLst>
              <a:ext uri="{FF2B5EF4-FFF2-40B4-BE49-F238E27FC236}">
                <a16:creationId xmlns:a16="http://schemas.microsoft.com/office/drawing/2014/main" id="{B339F9BE-944F-9640-D8C1-FA17C4EF8D5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49203" y="5615563"/>
            <a:ext cx="253999" cy="253999"/>
          </a:xfrm>
          <a:prstGeom prst="rect">
            <a:avLst/>
          </a:prstGeom>
        </p:spPr>
      </p:pic>
      <p:pic>
        <p:nvPicPr>
          <p:cNvPr id="219" name="Imagen 218">
            <a:extLst>
              <a:ext uri="{FF2B5EF4-FFF2-40B4-BE49-F238E27FC236}">
                <a16:creationId xmlns:a16="http://schemas.microsoft.com/office/drawing/2014/main" id="{40BD2F09-1A09-0232-A3D6-0B98C84E2A3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832239" y="5323595"/>
            <a:ext cx="273521" cy="273521"/>
          </a:xfrm>
          <a:prstGeom prst="rect">
            <a:avLst/>
          </a:prstGeom>
        </p:spPr>
      </p:pic>
      <p:pic>
        <p:nvPicPr>
          <p:cNvPr id="220" name="Imagen 219">
            <a:extLst>
              <a:ext uri="{FF2B5EF4-FFF2-40B4-BE49-F238E27FC236}">
                <a16:creationId xmlns:a16="http://schemas.microsoft.com/office/drawing/2014/main" id="{50A2DB41-3052-62B1-4FEA-449593A3ED43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812772" y="1116826"/>
            <a:ext cx="273521" cy="273521"/>
          </a:xfrm>
          <a:prstGeom prst="rect">
            <a:avLst/>
          </a:prstGeom>
        </p:spPr>
      </p:pic>
      <p:sp>
        <p:nvSpPr>
          <p:cNvPr id="221" name="CuadroTexto 220">
            <a:extLst>
              <a:ext uri="{FF2B5EF4-FFF2-40B4-BE49-F238E27FC236}">
                <a16:creationId xmlns:a16="http://schemas.microsoft.com/office/drawing/2014/main" id="{3178615A-0FFE-A917-B68B-CC64DAB80B4A}"/>
              </a:ext>
            </a:extLst>
          </p:cNvPr>
          <p:cNvSpPr txBox="1"/>
          <p:nvPr/>
        </p:nvSpPr>
        <p:spPr>
          <a:xfrm>
            <a:off x="867112" y="232606"/>
            <a:ext cx="10672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800" dirty="0"/>
              <a:t>Ⓢ(BASIC)</a:t>
            </a:r>
            <a:endParaRPr lang="es-ES_tradnl" sz="1800" dirty="0"/>
          </a:p>
        </p:txBody>
      </p:sp>
      <p:sp>
        <p:nvSpPr>
          <p:cNvPr id="222" name="CuadroTexto 221">
            <a:extLst>
              <a:ext uri="{FF2B5EF4-FFF2-40B4-BE49-F238E27FC236}">
                <a16:creationId xmlns:a16="http://schemas.microsoft.com/office/drawing/2014/main" id="{75A695E0-574F-89E4-656B-B62C9292B26E}"/>
              </a:ext>
            </a:extLst>
          </p:cNvPr>
          <p:cNvSpPr txBox="1"/>
          <p:nvPr/>
        </p:nvSpPr>
        <p:spPr>
          <a:xfrm>
            <a:off x="3330832" y="242004"/>
            <a:ext cx="15788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800" dirty="0"/>
              <a:t>Ⓢ(BASIC, </a:t>
            </a:r>
            <a:r>
              <a:rPr lang="es-ES" sz="1800" dirty="0" err="1"/>
              <a:t>calls</a:t>
            </a:r>
            <a:r>
              <a:rPr lang="es-ES" sz="1800" dirty="0"/>
              <a:t>)</a:t>
            </a:r>
            <a:endParaRPr lang="es-ES_tradnl" sz="1800" dirty="0"/>
          </a:p>
        </p:txBody>
      </p:sp>
      <p:sp>
        <p:nvSpPr>
          <p:cNvPr id="223" name="CuadroTexto 222">
            <a:extLst>
              <a:ext uri="{FF2B5EF4-FFF2-40B4-BE49-F238E27FC236}">
                <a16:creationId xmlns:a16="http://schemas.microsoft.com/office/drawing/2014/main" id="{DC6267D8-B48A-ADE3-D7A4-406F14AE69C5}"/>
              </a:ext>
            </a:extLst>
          </p:cNvPr>
          <p:cNvSpPr txBox="1"/>
          <p:nvPr/>
        </p:nvSpPr>
        <p:spPr>
          <a:xfrm>
            <a:off x="969781" y="2349566"/>
            <a:ext cx="918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800" dirty="0"/>
              <a:t>Ⓢ(PRO)</a:t>
            </a:r>
            <a:endParaRPr lang="es-ES_tradnl" sz="1800" dirty="0"/>
          </a:p>
        </p:txBody>
      </p:sp>
      <p:sp>
        <p:nvSpPr>
          <p:cNvPr id="224" name="CuadroTexto 223">
            <a:extLst>
              <a:ext uri="{FF2B5EF4-FFF2-40B4-BE49-F238E27FC236}">
                <a16:creationId xmlns:a16="http://schemas.microsoft.com/office/drawing/2014/main" id="{993644BF-CBFB-BACF-B112-A287BFFB1AB2}"/>
              </a:ext>
            </a:extLst>
          </p:cNvPr>
          <p:cNvSpPr txBox="1"/>
          <p:nvPr/>
        </p:nvSpPr>
        <p:spPr>
          <a:xfrm>
            <a:off x="3357832" y="2343918"/>
            <a:ext cx="1425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800" dirty="0"/>
              <a:t>Ⓢ(PRO, </a:t>
            </a:r>
            <a:r>
              <a:rPr lang="es-ES" sz="1800" dirty="0" err="1"/>
              <a:t>calls</a:t>
            </a:r>
            <a:r>
              <a:rPr lang="es-ES" sz="1800" dirty="0"/>
              <a:t>)</a:t>
            </a:r>
            <a:endParaRPr lang="es-ES_tradnl" sz="1800" dirty="0"/>
          </a:p>
        </p:txBody>
      </p:sp>
      <p:sp>
        <p:nvSpPr>
          <p:cNvPr id="225" name="CuadroTexto 224">
            <a:extLst>
              <a:ext uri="{FF2B5EF4-FFF2-40B4-BE49-F238E27FC236}">
                <a16:creationId xmlns:a16="http://schemas.microsoft.com/office/drawing/2014/main" id="{EB76DF96-0195-64B0-F28D-F311A8E44866}"/>
              </a:ext>
            </a:extLst>
          </p:cNvPr>
          <p:cNvSpPr txBox="1"/>
          <p:nvPr/>
        </p:nvSpPr>
        <p:spPr>
          <a:xfrm>
            <a:off x="683129" y="4433058"/>
            <a:ext cx="1431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800" dirty="0"/>
              <a:t>Ⓢ(BUSINESS)</a:t>
            </a:r>
            <a:endParaRPr lang="es-ES_tradnl" sz="1800" dirty="0"/>
          </a:p>
        </p:txBody>
      </p:sp>
      <p:sp>
        <p:nvSpPr>
          <p:cNvPr id="226" name="CuadroTexto 225">
            <a:extLst>
              <a:ext uri="{FF2B5EF4-FFF2-40B4-BE49-F238E27FC236}">
                <a16:creationId xmlns:a16="http://schemas.microsoft.com/office/drawing/2014/main" id="{A6EDF2AC-D49C-E283-52B2-44BC6E06F637}"/>
              </a:ext>
            </a:extLst>
          </p:cNvPr>
          <p:cNvSpPr txBox="1"/>
          <p:nvPr/>
        </p:nvSpPr>
        <p:spPr>
          <a:xfrm>
            <a:off x="3098658" y="4415899"/>
            <a:ext cx="1943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800" dirty="0"/>
              <a:t>Ⓢ(BUSINESS, </a:t>
            </a:r>
            <a:r>
              <a:rPr lang="es-ES" sz="1800" dirty="0" err="1"/>
              <a:t>calls</a:t>
            </a:r>
            <a:r>
              <a:rPr lang="es-ES" sz="1800" dirty="0"/>
              <a:t>)</a:t>
            </a:r>
            <a:endParaRPr lang="es-ES_tradnl" sz="1800" dirty="0"/>
          </a:p>
        </p:txBody>
      </p:sp>
      <p:sp>
        <p:nvSpPr>
          <p:cNvPr id="227" name="Abrir llave 2">
            <a:extLst>
              <a:ext uri="{FF2B5EF4-FFF2-40B4-BE49-F238E27FC236}">
                <a16:creationId xmlns:a16="http://schemas.microsoft.com/office/drawing/2014/main" id="{85099C21-7625-3E90-521B-CC4178F6EC7D}"/>
              </a:ext>
            </a:extLst>
          </p:cNvPr>
          <p:cNvSpPr/>
          <p:nvPr/>
        </p:nvSpPr>
        <p:spPr>
          <a:xfrm rot="10800000">
            <a:off x="5678081" y="536141"/>
            <a:ext cx="518765" cy="5624888"/>
          </a:xfrm>
          <a:prstGeom prst="leftBrace">
            <a:avLst/>
          </a:prstGeom>
          <a:noFill/>
          <a:ln w="28575">
            <a:solidFill>
              <a:srgbClr val="7E002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8" name="Título 1">
            <a:extLst>
              <a:ext uri="{FF2B5EF4-FFF2-40B4-BE49-F238E27FC236}">
                <a16:creationId xmlns:a16="http://schemas.microsoft.com/office/drawing/2014/main" id="{210FEDEB-D157-2ABD-368E-4761AC14C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9192" y="1987340"/>
            <a:ext cx="7992983" cy="2563583"/>
          </a:xfrm>
        </p:spPr>
        <p:txBody>
          <a:bodyPr>
            <a:normAutofit/>
          </a:bodyPr>
          <a:lstStyle/>
          <a:p>
            <a:pPr algn="ctr"/>
            <a:r>
              <a:rPr lang="en-US" sz="7200" b="1" dirty="0">
                <a:solidFill>
                  <a:srgbClr val="7E0029"/>
                </a:solidFill>
              </a:rPr>
              <a:t>Configuration</a:t>
            </a:r>
            <a:br>
              <a:rPr lang="en-US" sz="7200" b="1" dirty="0">
                <a:solidFill>
                  <a:srgbClr val="7E0029"/>
                </a:solidFill>
              </a:rPr>
            </a:br>
            <a:r>
              <a:rPr lang="en-US" sz="7200" b="1" dirty="0">
                <a:solidFill>
                  <a:srgbClr val="7E0029"/>
                </a:solidFill>
              </a:rPr>
              <a:t>Space</a:t>
            </a:r>
          </a:p>
        </p:txBody>
      </p:sp>
    </p:spTree>
    <p:extLst>
      <p:ext uri="{BB962C8B-B14F-4D97-AF65-F5344CB8AC3E}">
        <p14:creationId xmlns:p14="http://schemas.microsoft.com/office/powerpoint/2010/main" val="32980798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" grpId="0"/>
    </p:bldLst>
  </p:timing>
</p:sld>
</file>

<file path=ppt/theme/theme1.xml><?xml version="1.0" encoding="utf-8"?>
<a:theme xmlns:a="http://schemas.openxmlformats.org/drawingml/2006/main" name="isa-v2">
  <a:themeElements>
    <a:clrScheme name="Colores Cristina">
      <a:dk1>
        <a:srgbClr val="141414"/>
      </a:dk1>
      <a:lt1>
        <a:sysClr val="window" lastClr="FFFFFF"/>
      </a:lt1>
      <a:dk2>
        <a:srgbClr val="A8003B"/>
      </a:dk2>
      <a:lt2>
        <a:srgbClr val="FFFFFF"/>
      </a:lt2>
      <a:accent1>
        <a:srgbClr val="A8003B"/>
      </a:accent1>
      <a:accent2>
        <a:srgbClr val="A8003B"/>
      </a:accent2>
      <a:accent3>
        <a:srgbClr val="00504D"/>
      </a:accent3>
      <a:accent4>
        <a:srgbClr val="00A19B"/>
      </a:accent4>
      <a:accent5>
        <a:srgbClr val="4BACC6"/>
      </a:accent5>
      <a:accent6>
        <a:srgbClr val="967140"/>
      </a:accent6>
      <a:hlink>
        <a:srgbClr val="0000FF"/>
      </a:hlink>
      <a:folHlink>
        <a:srgbClr val="800080"/>
      </a:folHlink>
    </a:clrScheme>
    <a:fontScheme name="Horizonte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8914df6-f81e-44fe-8da3-31cef5d48baf" xsi:nil="true"/>
    <lcf76f155ced4ddcb4097134ff3c332f xmlns="49df82a0-becc-4ef3-aa57-ac77f6d841c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09037354106145AFF53138C3A15B5B" ma:contentTypeVersion="17" ma:contentTypeDescription="Crear nuevo documento." ma:contentTypeScope="" ma:versionID="c14e123252ae82666fbd2866e6fbdb99">
  <xsd:schema xmlns:xsd="http://www.w3.org/2001/XMLSchema" xmlns:xs="http://www.w3.org/2001/XMLSchema" xmlns:p="http://schemas.microsoft.com/office/2006/metadata/properties" xmlns:ns2="49df82a0-becc-4ef3-aa57-ac77f6d841c6" xmlns:ns3="28914df6-f81e-44fe-8da3-31cef5d48baf" targetNamespace="http://schemas.microsoft.com/office/2006/metadata/properties" ma:root="true" ma:fieldsID="7f2abced8826decc87f6846122c80dcc" ns2:_="" ns3:_="">
    <xsd:import namespace="49df82a0-becc-4ef3-aa57-ac77f6d841c6"/>
    <xsd:import namespace="28914df6-f81e-44fe-8da3-31cef5d48b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f82a0-becc-4ef3-aa57-ac77f6d841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5543dc2c-c282-4bcc-a46d-38262559636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914df6-f81e-44fe-8da3-31cef5d48baf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e318aa8-aa72-4d3f-82ad-179b0daa7511}" ma:internalName="TaxCatchAll" ma:showField="CatchAllData" ma:web="28914df6-f81e-44fe-8da3-31cef5d48b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E3F93E-46CE-4709-90F5-743461247A81}">
  <ds:schemaRefs>
    <ds:schemaRef ds:uri="http://schemas.microsoft.com/office/2006/metadata/properties"/>
    <ds:schemaRef ds:uri="http://www.w3.org/2000/xmlns/"/>
    <ds:schemaRef ds:uri="28914df6-f81e-44fe-8da3-31cef5d48baf"/>
    <ds:schemaRef ds:uri="http://www.w3.org/2001/XMLSchema-instance"/>
    <ds:schemaRef ds:uri="49df82a0-becc-4ef3-aa57-ac77f6d841c6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CA2171B-CD22-4571-B5E0-6855EC799ED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9df82a0-becc-4ef3-aa57-ac77f6d841c6"/>
    <ds:schemaRef ds:uri="28914df6-f81e-44fe-8da3-31cef5d48baf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B066068-8CCD-4AC0-A0E7-63369DC6BB0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56451</TotalTime>
  <Words>3007</Words>
  <Application>Microsoft Macintosh PowerPoint</Application>
  <PresentationFormat>Panorámica</PresentationFormat>
  <Paragraphs>438</Paragraphs>
  <Slides>49</Slides>
  <Notes>44</Notes>
  <HiddenSlides>7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49</vt:i4>
      </vt:variant>
    </vt:vector>
  </HeadingPairs>
  <TitlesOfParts>
    <vt:vector size="56" baseType="lpstr">
      <vt:lpstr>Aharoni</vt:lpstr>
      <vt:lpstr>Arial</vt:lpstr>
      <vt:lpstr>Arial Narrow</vt:lpstr>
      <vt:lpstr>Calibri</vt:lpstr>
      <vt:lpstr>Helvetica</vt:lpstr>
      <vt:lpstr>Roboto</vt:lpstr>
      <vt:lpstr>isa-v2</vt:lpstr>
      <vt:lpstr>Pricing Intelligence: Rethinking IS Engineering in Volatile SaaS Environments</vt:lpstr>
      <vt:lpstr>SaaS Pricings</vt:lpstr>
      <vt:lpstr>Presentación de PowerPoint</vt:lpstr>
      <vt:lpstr>Presentación de PowerPoint</vt:lpstr>
      <vt:lpstr>Presentación de PowerPoint</vt:lpstr>
      <vt:lpstr>SaaS Pricings</vt:lpstr>
      <vt:lpstr>SaaS Pricings</vt:lpstr>
      <vt:lpstr>SaaS Pricings</vt:lpstr>
      <vt:lpstr>SaaS Pricings</vt:lpstr>
      <vt:lpstr>SaaS Pricings</vt:lpstr>
      <vt:lpstr>Presentación de PowerPoint</vt:lpstr>
      <vt:lpstr>Configuration Space</vt:lpstr>
      <vt:lpstr>Curse of Customization</vt:lpstr>
      <vt:lpstr>Curse of Customization</vt:lpstr>
      <vt:lpstr>Intelligent Pricing (iPricing)</vt:lpstr>
      <vt:lpstr>Intelligent Pricing (iPricing)</vt:lpstr>
      <vt:lpstr>Intelligent Pricing (iPricing)</vt:lpstr>
      <vt:lpstr>Presentación de PowerPoint</vt:lpstr>
      <vt:lpstr>Pricing Intelligence (PI)</vt:lpstr>
      <vt:lpstr>Presentación de PowerPoint</vt:lpstr>
      <vt:lpstr>Pricing Intelligence Interpretation Process (PIIP)</vt:lpstr>
      <vt:lpstr>Capability Layer</vt:lpstr>
      <vt:lpstr>Holistic Agent for Reasoning on Value and Economic analYsis (H.A.R.V.E.Y.)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Evaluation</vt:lpstr>
      <vt:lpstr>Methodology</vt:lpstr>
      <vt:lpstr>Methodology</vt:lpstr>
      <vt:lpstr>Current Coverage of PI Needs</vt:lpstr>
      <vt:lpstr>Strategy and Value Accuracy</vt:lpstr>
      <vt:lpstr>Strategy and Value Accuracy</vt:lpstr>
      <vt:lpstr>Strategy and Value Accuracy</vt:lpstr>
      <vt:lpstr>Strategy and Value Accuracy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Conclusions</vt:lpstr>
      <vt:lpstr>Pricing Intelligence: Rethinking IS Engineering in Volatile SaaS Environments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 · SCORE presentation template</dc:title>
  <dc:subject/>
  <dc:creator>SCORE Lab · Universidad de Sevilla</dc:creator>
  <cp:keywords/>
  <dc:description/>
  <cp:lastModifiedBy>Francisco Javier Cavero López</cp:lastModifiedBy>
  <cp:revision>311</cp:revision>
  <dcterms:created xsi:type="dcterms:W3CDTF">2022-08-04T07:42:23Z</dcterms:created>
  <dcterms:modified xsi:type="dcterms:W3CDTF">2026-06-10T06:10:04Z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0x010100D009037354106145AFF53138C3A15B5B</vt:lpwstr>
  </property>
  <property fmtid="{D5CDD505-2E9C-101B-9397-08002B2CF9AE}" pid="3" name="MediaServiceImageTags">
    <vt:lpwstr/>
  </property>
</Properties>
</file>