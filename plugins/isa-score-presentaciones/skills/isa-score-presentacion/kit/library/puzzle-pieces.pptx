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97CD3F1A-6A6A-7FDC-4986-FD8362C3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68C8-6E95-4BB9-AE1B-8C6773B8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Pricing-Aware</a:t>
            </a:r>
            <a:r>
              <a:rPr lang="es-ES" dirty="0"/>
              <a:t> </a:t>
            </a:r>
            <a:r>
              <a:rPr lang="es-ES" dirty="0" err="1"/>
              <a:t>Composition</a:t>
            </a:r>
            <a:r>
              <a:rPr lang="es-ES" dirty="0"/>
              <a:t> (PACO)</a:t>
            </a:r>
          </a:p>
        </p:txBody>
      </p:sp>
      <p:sp>
        <p:nvSpPr>
          <p:cNvPr id="4" name="Google Shape;3799;p46">
            <a:extLst>
              <a:ext uri="{FF2B5EF4-FFF2-40B4-BE49-F238E27FC236}">
                <a16:creationId xmlns:a16="http://schemas.microsoft.com/office/drawing/2014/main" id="{2AEB7461-6DE7-60DB-41BF-66763BA4B2AB}"/>
              </a:ext>
            </a:extLst>
          </p:cNvPr>
          <p:cNvSpPr/>
          <p:nvPr/>
        </p:nvSpPr>
        <p:spPr>
          <a:xfrm>
            <a:off x="4580077" y="1881960"/>
            <a:ext cx="1929058" cy="1531896"/>
          </a:xfrm>
          <a:custGeom>
            <a:avLst/>
            <a:gdLst/>
            <a:ahLst/>
            <a:cxnLst/>
            <a:rect l="l" t="t" r="r" b="b"/>
            <a:pathLst>
              <a:path w="127950" h="105145" extrusionOk="0">
                <a:moveTo>
                  <a:pt x="18697" y="0"/>
                </a:moveTo>
                <a:cubicBezTo>
                  <a:pt x="8371" y="0"/>
                  <a:pt x="1" y="8371"/>
                  <a:pt x="1" y="18697"/>
                </a:cubicBezTo>
                <a:lnTo>
                  <a:pt x="1" y="105145"/>
                </a:lnTo>
                <a:lnTo>
                  <a:pt x="36857" y="105145"/>
                </a:lnTo>
                <a:cubicBezTo>
                  <a:pt x="35719" y="102283"/>
                  <a:pt x="35385" y="99165"/>
                  <a:pt x="35897" y="96130"/>
                </a:cubicBezTo>
                <a:cubicBezTo>
                  <a:pt x="37137" y="88648"/>
                  <a:pt x="43398" y="82793"/>
                  <a:pt x="50957" y="82096"/>
                </a:cubicBezTo>
                <a:cubicBezTo>
                  <a:pt x="51501" y="82045"/>
                  <a:pt x="52041" y="82020"/>
                  <a:pt x="52575" y="82020"/>
                </a:cubicBezTo>
                <a:cubicBezTo>
                  <a:pt x="61906" y="82020"/>
                  <a:pt x="69475" y="89593"/>
                  <a:pt x="69475" y="98926"/>
                </a:cubicBezTo>
                <a:cubicBezTo>
                  <a:pt x="69475" y="101055"/>
                  <a:pt x="69070" y="103165"/>
                  <a:pt x="68283" y="105145"/>
                </a:cubicBezTo>
                <a:lnTo>
                  <a:pt x="105145" y="105145"/>
                </a:lnTo>
                <a:lnTo>
                  <a:pt x="105145" y="68419"/>
                </a:lnTo>
                <a:cubicBezTo>
                  <a:pt x="106958" y="69088"/>
                  <a:pt x="108908" y="69476"/>
                  <a:pt x="110955" y="69476"/>
                </a:cubicBezTo>
                <a:cubicBezTo>
                  <a:pt x="111990" y="69476"/>
                  <a:pt x="113050" y="69377"/>
                  <a:pt x="114130" y="69164"/>
                </a:cubicBezTo>
                <a:cubicBezTo>
                  <a:pt x="121952" y="67632"/>
                  <a:pt x="127801" y="60687"/>
                  <a:pt x="127866" y="52715"/>
                </a:cubicBezTo>
                <a:cubicBezTo>
                  <a:pt x="127950" y="43313"/>
                  <a:pt x="120348" y="35664"/>
                  <a:pt x="110964" y="35664"/>
                </a:cubicBezTo>
                <a:cubicBezTo>
                  <a:pt x="108979" y="35670"/>
                  <a:pt x="107005" y="36028"/>
                  <a:pt x="105145" y="36720"/>
                </a:cubicBezTo>
                <a:lnTo>
                  <a:pt x="105145" y="0"/>
                </a:lnTo>
                <a:close/>
              </a:path>
            </a:pathLst>
          </a:custGeom>
          <a:solidFill>
            <a:srgbClr val="7A002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3800;p46">
            <a:extLst>
              <a:ext uri="{FF2B5EF4-FFF2-40B4-BE49-F238E27FC236}">
                <a16:creationId xmlns:a16="http://schemas.microsoft.com/office/drawing/2014/main" id="{9A954FB1-A886-871B-C735-3032D4E5C351}"/>
              </a:ext>
            </a:extLst>
          </p:cNvPr>
          <p:cNvSpPr/>
          <p:nvPr/>
        </p:nvSpPr>
        <p:spPr>
          <a:xfrm>
            <a:off x="4576272" y="3065306"/>
            <a:ext cx="1585236" cy="1862954"/>
          </a:xfrm>
          <a:custGeom>
            <a:avLst/>
            <a:gdLst/>
            <a:ahLst/>
            <a:cxnLst/>
            <a:rect l="l" t="t" r="r" b="b"/>
            <a:pathLst>
              <a:path w="105145" h="127868" extrusionOk="0">
                <a:moveTo>
                  <a:pt x="52573" y="1"/>
                </a:moveTo>
                <a:cubicBezTo>
                  <a:pt x="43236" y="1"/>
                  <a:pt x="35664" y="7567"/>
                  <a:pt x="35664" y="16910"/>
                </a:cubicBezTo>
                <a:cubicBezTo>
                  <a:pt x="35670" y="18895"/>
                  <a:pt x="36028" y="20862"/>
                  <a:pt x="36720" y="22722"/>
                </a:cubicBezTo>
                <a:lnTo>
                  <a:pt x="0" y="22722"/>
                </a:lnTo>
                <a:lnTo>
                  <a:pt x="0" y="110011"/>
                </a:lnTo>
                <a:cubicBezTo>
                  <a:pt x="0" y="119872"/>
                  <a:pt x="7995" y="127867"/>
                  <a:pt x="17862" y="127867"/>
                </a:cubicBezTo>
                <a:lnTo>
                  <a:pt x="105145" y="127867"/>
                </a:lnTo>
                <a:lnTo>
                  <a:pt x="105145" y="91010"/>
                </a:lnTo>
                <a:cubicBezTo>
                  <a:pt x="103158" y="91801"/>
                  <a:pt x="101044" y="92206"/>
                  <a:pt x="98916" y="92206"/>
                </a:cubicBezTo>
                <a:cubicBezTo>
                  <a:pt x="98350" y="92206"/>
                  <a:pt x="97782" y="92177"/>
                  <a:pt x="97215" y="92119"/>
                </a:cubicBezTo>
                <a:cubicBezTo>
                  <a:pt x="88869" y="91267"/>
                  <a:pt x="82269" y="84184"/>
                  <a:pt x="82024" y="75802"/>
                </a:cubicBezTo>
                <a:cubicBezTo>
                  <a:pt x="81744" y="66233"/>
                  <a:pt x="89417" y="58393"/>
                  <a:pt x="98920" y="58393"/>
                </a:cubicBezTo>
                <a:cubicBezTo>
                  <a:pt x="101055" y="58393"/>
                  <a:pt x="103159" y="58792"/>
                  <a:pt x="105139" y="59585"/>
                </a:cubicBezTo>
                <a:lnTo>
                  <a:pt x="105139" y="22728"/>
                </a:lnTo>
                <a:lnTo>
                  <a:pt x="68419" y="22728"/>
                </a:lnTo>
                <a:cubicBezTo>
                  <a:pt x="69427" y="19992"/>
                  <a:pt x="69796" y="16951"/>
                  <a:pt x="69164" y="13738"/>
                </a:cubicBezTo>
                <a:cubicBezTo>
                  <a:pt x="67632" y="5922"/>
                  <a:pt x="60686" y="73"/>
                  <a:pt x="52715" y="2"/>
                </a:cubicBezTo>
                <a:cubicBezTo>
                  <a:pt x="52668" y="1"/>
                  <a:pt x="52620" y="1"/>
                  <a:pt x="52573" y="1"/>
                </a:cubicBezTo>
                <a:close/>
              </a:path>
            </a:pathLst>
          </a:custGeom>
          <a:solidFill>
            <a:srgbClr val="A8003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3801;p46">
            <a:extLst>
              <a:ext uri="{FF2B5EF4-FFF2-40B4-BE49-F238E27FC236}">
                <a16:creationId xmlns:a16="http://schemas.microsoft.com/office/drawing/2014/main" id="{74C26454-2295-0CE5-22FE-DE78C507771B}"/>
              </a:ext>
            </a:extLst>
          </p:cNvPr>
          <p:cNvSpPr/>
          <p:nvPr/>
        </p:nvSpPr>
        <p:spPr>
          <a:xfrm>
            <a:off x="6157972" y="1881960"/>
            <a:ext cx="1585251" cy="1847722"/>
          </a:xfrm>
          <a:custGeom>
            <a:avLst/>
            <a:gdLst/>
            <a:ahLst/>
            <a:cxnLst/>
            <a:rect l="l" t="t" r="r" b="b"/>
            <a:pathLst>
              <a:path w="105146" h="127873" extrusionOk="0">
                <a:moveTo>
                  <a:pt x="1" y="1"/>
                </a:moveTo>
                <a:lnTo>
                  <a:pt x="1" y="36857"/>
                </a:lnTo>
                <a:cubicBezTo>
                  <a:pt x="1988" y="36066"/>
                  <a:pt x="4101" y="35662"/>
                  <a:pt x="6229" y="35662"/>
                </a:cubicBezTo>
                <a:cubicBezTo>
                  <a:pt x="6796" y="35662"/>
                  <a:pt x="7364" y="35691"/>
                  <a:pt x="7930" y="35748"/>
                </a:cubicBezTo>
                <a:cubicBezTo>
                  <a:pt x="16277" y="36595"/>
                  <a:pt x="22877" y="43684"/>
                  <a:pt x="23121" y="52066"/>
                </a:cubicBezTo>
                <a:cubicBezTo>
                  <a:pt x="23396" y="61635"/>
                  <a:pt x="15722" y="69481"/>
                  <a:pt x="6219" y="69481"/>
                </a:cubicBezTo>
                <a:cubicBezTo>
                  <a:pt x="4091" y="69475"/>
                  <a:pt x="1980" y="69076"/>
                  <a:pt x="1" y="68289"/>
                </a:cubicBezTo>
                <a:lnTo>
                  <a:pt x="1" y="105145"/>
                </a:lnTo>
                <a:lnTo>
                  <a:pt x="36720" y="105145"/>
                </a:lnTo>
                <a:cubicBezTo>
                  <a:pt x="35719" y="107882"/>
                  <a:pt x="35343" y="110916"/>
                  <a:pt x="35975" y="114130"/>
                </a:cubicBezTo>
                <a:cubicBezTo>
                  <a:pt x="37513" y="121952"/>
                  <a:pt x="44459" y="127801"/>
                  <a:pt x="52424" y="127872"/>
                </a:cubicBezTo>
                <a:cubicBezTo>
                  <a:pt x="52472" y="127873"/>
                  <a:pt x="52519" y="127873"/>
                  <a:pt x="52567" y="127873"/>
                </a:cubicBezTo>
                <a:cubicBezTo>
                  <a:pt x="61909" y="127873"/>
                  <a:pt x="69481" y="120301"/>
                  <a:pt x="69481" y="110964"/>
                </a:cubicBezTo>
                <a:cubicBezTo>
                  <a:pt x="69475" y="108979"/>
                  <a:pt x="69118" y="107005"/>
                  <a:pt x="68426" y="105145"/>
                </a:cubicBezTo>
                <a:lnTo>
                  <a:pt x="105145" y="105145"/>
                </a:lnTo>
                <a:lnTo>
                  <a:pt x="105145" y="16354"/>
                </a:lnTo>
                <a:cubicBezTo>
                  <a:pt x="105140" y="7328"/>
                  <a:pt x="97818" y="1"/>
                  <a:pt x="88786" y="1"/>
                </a:cubicBezTo>
                <a:close/>
              </a:path>
            </a:pathLst>
          </a:custGeom>
          <a:solidFill>
            <a:srgbClr val="BE324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802;p46">
            <a:extLst>
              <a:ext uri="{FF2B5EF4-FFF2-40B4-BE49-F238E27FC236}">
                <a16:creationId xmlns:a16="http://schemas.microsoft.com/office/drawing/2014/main" id="{1C191334-BA14-6A39-81DE-205114D070E6}"/>
              </a:ext>
            </a:extLst>
          </p:cNvPr>
          <p:cNvSpPr/>
          <p:nvPr/>
        </p:nvSpPr>
        <p:spPr>
          <a:xfrm>
            <a:off x="5820798" y="3391435"/>
            <a:ext cx="1928968" cy="1531822"/>
          </a:xfrm>
          <a:custGeom>
            <a:avLst/>
            <a:gdLst/>
            <a:ahLst/>
            <a:cxnLst/>
            <a:rect l="l" t="t" r="r" b="b"/>
            <a:pathLst>
              <a:path w="127944" h="105140" extrusionOk="0">
                <a:moveTo>
                  <a:pt x="22805" y="0"/>
                </a:moveTo>
                <a:lnTo>
                  <a:pt x="22805" y="36720"/>
                </a:lnTo>
                <a:cubicBezTo>
                  <a:pt x="20992" y="36051"/>
                  <a:pt x="19042" y="35663"/>
                  <a:pt x="16995" y="35663"/>
                </a:cubicBezTo>
                <a:cubicBezTo>
                  <a:pt x="15960" y="35663"/>
                  <a:pt x="14900" y="35762"/>
                  <a:pt x="13820" y="35975"/>
                </a:cubicBezTo>
                <a:cubicBezTo>
                  <a:pt x="5998" y="37513"/>
                  <a:pt x="150" y="44453"/>
                  <a:pt x="78" y="52424"/>
                </a:cubicBezTo>
                <a:cubicBezTo>
                  <a:pt x="1" y="61826"/>
                  <a:pt x="7602" y="69481"/>
                  <a:pt x="16986" y="69481"/>
                </a:cubicBezTo>
                <a:cubicBezTo>
                  <a:pt x="18971" y="69475"/>
                  <a:pt x="20945" y="69117"/>
                  <a:pt x="22805" y="68420"/>
                </a:cubicBezTo>
                <a:lnTo>
                  <a:pt x="22805" y="105139"/>
                </a:lnTo>
                <a:lnTo>
                  <a:pt x="108943" y="105139"/>
                </a:lnTo>
                <a:cubicBezTo>
                  <a:pt x="119436" y="105139"/>
                  <a:pt x="127944" y="96631"/>
                  <a:pt x="127944" y="86138"/>
                </a:cubicBezTo>
                <a:lnTo>
                  <a:pt x="127944" y="0"/>
                </a:lnTo>
                <a:lnTo>
                  <a:pt x="91087" y="0"/>
                </a:lnTo>
                <a:cubicBezTo>
                  <a:pt x="92088" y="2510"/>
                  <a:pt x="92470" y="5235"/>
                  <a:pt x="92196" y="7924"/>
                </a:cubicBezTo>
                <a:cubicBezTo>
                  <a:pt x="91343" y="16271"/>
                  <a:pt x="84260" y="22870"/>
                  <a:pt x="75878" y="23115"/>
                </a:cubicBezTo>
                <a:cubicBezTo>
                  <a:pt x="75708" y="23120"/>
                  <a:pt x="75539" y="23122"/>
                  <a:pt x="75370" y="23122"/>
                </a:cubicBezTo>
                <a:cubicBezTo>
                  <a:pt x="66033" y="23122"/>
                  <a:pt x="58469" y="15553"/>
                  <a:pt x="58469" y="6219"/>
                </a:cubicBezTo>
                <a:cubicBezTo>
                  <a:pt x="58469" y="4084"/>
                  <a:pt x="58869" y="1980"/>
                  <a:pt x="59662" y="0"/>
                </a:cubicBezTo>
                <a:close/>
              </a:path>
            </a:pathLst>
          </a:custGeom>
          <a:solidFill>
            <a:srgbClr val="FC005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A0029"/>
              </a:solidFill>
            </a:endParaRPr>
          </a:p>
        </p:txBody>
      </p:sp>
      <p:cxnSp>
        <p:nvCxnSpPr>
          <p:cNvPr id="8" name="Google Shape;3809;p46">
            <a:extLst>
              <a:ext uri="{FF2B5EF4-FFF2-40B4-BE49-F238E27FC236}">
                <a16:creationId xmlns:a16="http://schemas.microsoft.com/office/drawing/2014/main" id="{582934F0-78E6-46FA-9AEF-C0DE22C06AF9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577403" y="2078232"/>
            <a:ext cx="1346481" cy="36820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" name="Google Shape;3811;p46">
            <a:extLst>
              <a:ext uri="{FF2B5EF4-FFF2-40B4-BE49-F238E27FC236}">
                <a16:creationId xmlns:a16="http://schemas.microsoft.com/office/drawing/2014/main" id="{55C953FC-BE2B-65D3-84E3-0C88290E496D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561207" y="3924170"/>
            <a:ext cx="1187457" cy="30422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0" name="Google Shape;3813;p46">
            <a:extLst>
              <a:ext uri="{FF2B5EF4-FFF2-40B4-BE49-F238E27FC236}">
                <a16:creationId xmlns:a16="http://schemas.microsoft.com/office/drawing/2014/main" id="{A0EB1136-7BAA-F7A0-94F7-28AE1DC8E5AA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V="1">
            <a:off x="7557463" y="2060910"/>
            <a:ext cx="966169" cy="2689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" name="Google Shape;3814;p46">
            <a:extLst>
              <a:ext uri="{FF2B5EF4-FFF2-40B4-BE49-F238E27FC236}">
                <a16:creationId xmlns:a16="http://schemas.microsoft.com/office/drawing/2014/main" id="{D9B6D2BE-B3DF-8BC2-0111-97ECA502F57D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7402230" y="3727692"/>
            <a:ext cx="1148425" cy="3942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2" name="Grupo 11">
            <a:extLst>
              <a:ext uri="{FF2B5EF4-FFF2-40B4-BE49-F238E27FC236}">
                <a16:creationId xmlns:a16="http://schemas.microsoft.com/office/drawing/2014/main" id="{F485F5D0-BF9D-C3DA-BCB1-126460720517}"/>
              </a:ext>
            </a:extLst>
          </p:cNvPr>
          <p:cNvGrpSpPr/>
          <p:nvPr/>
        </p:nvGrpSpPr>
        <p:grpSpPr>
          <a:xfrm>
            <a:off x="8496608" y="1756684"/>
            <a:ext cx="2776627" cy="2005518"/>
            <a:chOff x="6561311" y="2198362"/>
            <a:chExt cx="1849500" cy="1382382"/>
          </a:xfrm>
        </p:grpSpPr>
        <p:grpSp>
          <p:nvGrpSpPr>
            <p:cNvPr id="13" name="Google Shape;3803;p46">
              <a:extLst>
                <a:ext uri="{FF2B5EF4-FFF2-40B4-BE49-F238E27FC236}">
                  <a16:creationId xmlns:a16="http://schemas.microsoft.com/office/drawing/2014/main" id="{7EF9DCC2-53D8-862E-FE93-21410F9E0279}"/>
                </a:ext>
              </a:extLst>
            </p:cNvPr>
            <p:cNvGrpSpPr/>
            <p:nvPr/>
          </p:nvGrpSpPr>
          <p:grpSpPr>
            <a:xfrm>
              <a:off x="6561311" y="2198362"/>
              <a:ext cx="1849500" cy="1382382"/>
              <a:chOff x="6574700" y="1896535"/>
              <a:chExt cx="1849500" cy="1382382"/>
            </a:xfrm>
          </p:grpSpPr>
          <p:sp>
            <p:nvSpPr>
              <p:cNvPr id="15" name="Google Shape;3804;p46">
                <a:extLst>
                  <a:ext uri="{FF2B5EF4-FFF2-40B4-BE49-F238E27FC236}">
                    <a16:creationId xmlns:a16="http://schemas.microsoft.com/office/drawing/2014/main" id="{0C1C39D4-2626-BD0B-270F-7E13BBBFAA2F}"/>
                  </a:ext>
                </a:extLst>
              </p:cNvPr>
              <p:cNvSpPr txBox="1"/>
              <p:nvPr/>
            </p:nvSpPr>
            <p:spPr>
              <a:xfrm>
                <a:off x="6574700" y="2315912"/>
                <a:ext cx="1849500" cy="9630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Rates</a:t>
                </a:r>
              </a:p>
            </p:txBody>
          </p:sp>
          <p:sp>
            <p:nvSpPr>
              <p:cNvPr id="16" name="Google Shape;3805;p46">
                <a:extLst>
                  <a:ext uri="{FF2B5EF4-FFF2-40B4-BE49-F238E27FC236}">
                    <a16:creationId xmlns:a16="http://schemas.microsoft.com/office/drawing/2014/main" id="{F401F4E6-C404-C32A-220D-8E8EE64554FA}"/>
                  </a:ext>
                </a:extLst>
              </p:cNvPr>
              <p:cNvSpPr/>
              <p:nvPr/>
            </p:nvSpPr>
            <p:spPr>
              <a:xfrm>
                <a:off x="65927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BE324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sp>
          <p:nvSpPr>
            <p:cNvPr id="14" name="Google Shape;15262;p81">
              <a:extLst>
                <a:ext uri="{FF2B5EF4-FFF2-40B4-BE49-F238E27FC236}">
                  <a16:creationId xmlns:a16="http://schemas.microsoft.com/office/drawing/2014/main" id="{E488EAED-8950-FE2F-06FC-F3E7E663AA36}"/>
                </a:ext>
              </a:extLst>
            </p:cNvPr>
            <p:cNvSpPr/>
            <p:nvPr/>
          </p:nvSpPr>
          <p:spPr>
            <a:xfrm>
              <a:off x="7283256" y="2213075"/>
              <a:ext cx="424716" cy="386273"/>
            </a:xfrm>
            <a:custGeom>
              <a:avLst/>
              <a:gdLst/>
              <a:ahLst/>
              <a:cxnLst/>
              <a:rect l="l" t="t" r="r" b="b"/>
              <a:pathLst>
                <a:path w="12193" h="11674" extrusionOk="0">
                  <a:moveTo>
                    <a:pt x="9483" y="1174"/>
                  </a:moveTo>
                  <a:lnTo>
                    <a:pt x="9483" y="2308"/>
                  </a:lnTo>
                  <a:cubicBezTo>
                    <a:pt x="9483" y="2497"/>
                    <a:pt x="9641" y="2655"/>
                    <a:pt x="9830" y="2655"/>
                  </a:cubicBezTo>
                  <a:lnTo>
                    <a:pt x="10901" y="2655"/>
                  </a:lnTo>
                  <a:lnTo>
                    <a:pt x="9515" y="4041"/>
                  </a:lnTo>
                  <a:lnTo>
                    <a:pt x="8097" y="4041"/>
                  </a:lnTo>
                  <a:lnTo>
                    <a:pt x="8097" y="2560"/>
                  </a:lnTo>
                  <a:lnTo>
                    <a:pt x="9483" y="1174"/>
                  </a:lnTo>
                  <a:close/>
                  <a:moveTo>
                    <a:pt x="4885" y="6181"/>
                  </a:moveTo>
                  <a:cubicBezTo>
                    <a:pt x="5033" y="6181"/>
                    <a:pt x="5183" y="6212"/>
                    <a:pt x="5325" y="6278"/>
                  </a:cubicBezTo>
                  <a:lnTo>
                    <a:pt x="4600" y="7003"/>
                  </a:lnTo>
                  <a:cubicBezTo>
                    <a:pt x="4474" y="7129"/>
                    <a:pt x="4474" y="7349"/>
                    <a:pt x="4600" y="7475"/>
                  </a:cubicBezTo>
                  <a:cubicBezTo>
                    <a:pt x="4663" y="7538"/>
                    <a:pt x="4750" y="7570"/>
                    <a:pt x="4836" y="7570"/>
                  </a:cubicBezTo>
                  <a:cubicBezTo>
                    <a:pt x="4923" y="7570"/>
                    <a:pt x="5010" y="7538"/>
                    <a:pt x="5073" y="7475"/>
                  </a:cubicBezTo>
                  <a:lnTo>
                    <a:pt x="5797" y="6751"/>
                  </a:lnTo>
                  <a:lnTo>
                    <a:pt x="5797" y="6751"/>
                  </a:lnTo>
                  <a:cubicBezTo>
                    <a:pt x="5986" y="7160"/>
                    <a:pt x="5892" y="7633"/>
                    <a:pt x="5577" y="7948"/>
                  </a:cubicBezTo>
                  <a:cubicBezTo>
                    <a:pt x="5388" y="8137"/>
                    <a:pt x="5128" y="8231"/>
                    <a:pt x="4864" y="8231"/>
                  </a:cubicBezTo>
                  <a:cubicBezTo>
                    <a:pt x="4600" y="8231"/>
                    <a:pt x="4332" y="8137"/>
                    <a:pt x="4127" y="7948"/>
                  </a:cubicBezTo>
                  <a:cubicBezTo>
                    <a:pt x="3749" y="7538"/>
                    <a:pt x="3749" y="6877"/>
                    <a:pt x="4127" y="6499"/>
                  </a:cubicBezTo>
                  <a:cubicBezTo>
                    <a:pt x="4333" y="6293"/>
                    <a:pt x="4606" y="6181"/>
                    <a:pt x="4885" y="6181"/>
                  </a:cubicBezTo>
                  <a:close/>
                  <a:moveTo>
                    <a:pt x="4897" y="4831"/>
                  </a:moveTo>
                  <a:cubicBezTo>
                    <a:pt x="5396" y="4831"/>
                    <a:pt x="5890" y="4990"/>
                    <a:pt x="6301" y="5301"/>
                  </a:cubicBezTo>
                  <a:lnTo>
                    <a:pt x="5829" y="5774"/>
                  </a:lnTo>
                  <a:cubicBezTo>
                    <a:pt x="5553" y="5590"/>
                    <a:pt x="5233" y="5499"/>
                    <a:pt x="4911" y="5499"/>
                  </a:cubicBezTo>
                  <a:cubicBezTo>
                    <a:pt x="4460" y="5499"/>
                    <a:pt x="4004" y="5677"/>
                    <a:pt x="3655" y="6026"/>
                  </a:cubicBezTo>
                  <a:cubicBezTo>
                    <a:pt x="2993" y="6688"/>
                    <a:pt x="2993" y="7790"/>
                    <a:pt x="3655" y="8420"/>
                  </a:cubicBezTo>
                  <a:cubicBezTo>
                    <a:pt x="3986" y="8751"/>
                    <a:pt x="4427" y="8917"/>
                    <a:pt x="4864" y="8917"/>
                  </a:cubicBezTo>
                  <a:cubicBezTo>
                    <a:pt x="5301" y="8917"/>
                    <a:pt x="5734" y="8751"/>
                    <a:pt x="6049" y="8420"/>
                  </a:cubicBezTo>
                  <a:cubicBezTo>
                    <a:pt x="6648" y="7822"/>
                    <a:pt x="6742" y="6908"/>
                    <a:pt x="6301" y="6246"/>
                  </a:cubicBezTo>
                  <a:lnTo>
                    <a:pt x="6774" y="5774"/>
                  </a:lnTo>
                  <a:lnTo>
                    <a:pt x="6774" y="5774"/>
                  </a:lnTo>
                  <a:cubicBezTo>
                    <a:pt x="7467" y="6719"/>
                    <a:pt x="7404" y="8074"/>
                    <a:pt x="6585" y="8924"/>
                  </a:cubicBezTo>
                  <a:cubicBezTo>
                    <a:pt x="6112" y="9397"/>
                    <a:pt x="5498" y="9633"/>
                    <a:pt x="4883" y="9633"/>
                  </a:cubicBezTo>
                  <a:cubicBezTo>
                    <a:pt x="4269" y="9633"/>
                    <a:pt x="3655" y="9397"/>
                    <a:pt x="3182" y="8924"/>
                  </a:cubicBezTo>
                  <a:cubicBezTo>
                    <a:pt x="2237" y="7979"/>
                    <a:pt x="2237" y="6499"/>
                    <a:pt x="3182" y="5553"/>
                  </a:cubicBezTo>
                  <a:cubicBezTo>
                    <a:pt x="3667" y="5068"/>
                    <a:pt x="4286" y="4831"/>
                    <a:pt x="4897" y="4831"/>
                  </a:cubicBezTo>
                  <a:close/>
                  <a:moveTo>
                    <a:pt x="4873" y="3463"/>
                  </a:moveTo>
                  <a:cubicBezTo>
                    <a:pt x="5728" y="3463"/>
                    <a:pt x="6583" y="3748"/>
                    <a:pt x="7278" y="4325"/>
                  </a:cubicBezTo>
                  <a:lnTo>
                    <a:pt x="6805" y="4797"/>
                  </a:lnTo>
                  <a:cubicBezTo>
                    <a:pt x="6228" y="4353"/>
                    <a:pt x="5533" y="4125"/>
                    <a:pt x="4844" y="4125"/>
                  </a:cubicBezTo>
                  <a:cubicBezTo>
                    <a:pt x="4065" y="4125"/>
                    <a:pt x="3294" y="4416"/>
                    <a:pt x="2710" y="5018"/>
                  </a:cubicBezTo>
                  <a:cubicBezTo>
                    <a:pt x="1481" y="6246"/>
                    <a:pt x="1481" y="8168"/>
                    <a:pt x="2710" y="9397"/>
                  </a:cubicBezTo>
                  <a:cubicBezTo>
                    <a:pt x="3324" y="10011"/>
                    <a:pt x="4112" y="10318"/>
                    <a:pt x="4899" y="10318"/>
                  </a:cubicBezTo>
                  <a:cubicBezTo>
                    <a:pt x="5687" y="10318"/>
                    <a:pt x="6474" y="10011"/>
                    <a:pt x="7089" y="9397"/>
                  </a:cubicBezTo>
                  <a:cubicBezTo>
                    <a:pt x="8223" y="8263"/>
                    <a:pt x="8255" y="6467"/>
                    <a:pt x="7309" y="5301"/>
                  </a:cubicBezTo>
                  <a:lnTo>
                    <a:pt x="7782" y="4829"/>
                  </a:lnTo>
                  <a:lnTo>
                    <a:pt x="7782" y="4829"/>
                  </a:lnTo>
                  <a:cubicBezTo>
                    <a:pt x="8979" y="6278"/>
                    <a:pt x="8885" y="8483"/>
                    <a:pt x="7530" y="9870"/>
                  </a:cubicBezTo>
                  <a:cubicBezTo>
                    <a:pt x="6790" y="10594"/>
                    <a:pt x="5821" y="10956"/>
                    <a:pt x="4856" y="10956"/>
                  </a:cubicBezTo>
                  <a:cubicBezTo>
                    <a:pt x="3891" y="10956"/>
                    <a:pt x="2930" y="10594"/>
                    <a:pt x="2206" y="9870"/>
                  </a:cubicBezTo>
                  <a:cubicBezTo>
                    <a:pt x="756" y="8420"/>
                    <a:pt x="756" y="6026"/>
                    <a:pt x="2206" y="4545"/>
                  </a:cubicBezTo>
                  <a:cubicBezTo>
                    <a:pt x="2941" y="3827"/>
                    <a:pt x="3907" y="3463"/>
                    <a:pt x="4873" y="3463"/>
                  </a:cubicBezTo>
                  <a:close/>
                  <a:moveTo>
                    <a:pt x="9899" y="0"/>
                  </a:moveTo>
                  <a:cubicBezTo>
                    <a:pt x="9813" y="0"/>
                    <a:pt x="9722" y="32"/>
                    <a:pt x="9641" y="103"/>
                  </a:cubicBezTo>
                  <a:lnTo>
                    <a:pt x="7561" y="2182"/>
                  </a:lnTo>
                  <a:cubicBezTo>
                    <a:pt x="7467" y="2277"/>
                    <a:pt x="7435" y="2340"/>
                    <a:pt x="7435" y="2434"/>
                  </a:cubicBezTo>
                  <a:lnTo>
                    <a:pt x="7435" y="3600"/>
                  </a:lnTo>
                  <a:cubicBezTo>
                    <a:pt x="6670" y="3071"/>
                    <a:pt x="5769" y="2807"/>
                    <a:pt x="4868" y="2807"/>
                  </a:cubicBezTo>
                  <a:cubicBezTo>
                    <a:pt x="3731" y="2807"/>
                    <a:pt x="2595" y="3229"/>
                    <a:pt x="1733" y="4073"/>
                  </a:cubicBezTo>
                  <a:cubicBezTo>
                    <a:pt x="0" y="5805"/>
                    <a:pt x="0" y="8641"/>
                    <a:pt x="1733" y="10374"/>
                  </a:cubicBezTo>
                  <a:cubicBezTo>
                    <a:pt x="2599" y="11240"/>
                    <a:pt x="3741" y="11673"/>
                    <a:pt x="4883" y="11673"/>
                  </a:cubicBezTo>
                  <a:cubicBezTo>
                    <a:pt x="6026" y="11673"/>
                    <a:pt x="7168" y="11240"/>
                    <a:pt x="8034" y="10374"/>
                  </a:cubicBezTo>
                  <a:cubicBezTo>
                    <a:pt x="9578" y="8861"/>
                    <a:pt x="9735" y="6436"/>
                    <a:pt x="8538" y="4703"/>
                  </a:cubicBezTo>
                  <a:lnTo>
                    <a:pt x="9672" y="4703"/>
                  </a:lnTo>
                  <a:cubicBezTo>
                    <a:pt x="9767" y="4703"/>
                    <a:pt x="9893" y="4671"/>
                    <a:pt x="9924" y="4608"/>
                  </a:cubicBezTo>
                  <a:lnTo>
                    <a:pt x="12004" y="2497"/>
                  </a:lnTo>
                  <a:cubicBezTo>
                    <a:pt x="12193" y="2308"/>
                    <a:pt x="12035" y="1962"/>
                    <a:pt x="11783" y="1962"/>
                  </a:cubicBezTo>
                  <a:lnTo>
                    <a:pt x="10239" y="1962"/>
                  </a:lnTo>
                  <a:lnTo>
                    <a:pt x="10239" y="355"/>
                  </a:lnTo>
                  <a:cubicBezTo>
                    <a:pt x="10239" y="141"/>
                    <a:pt x="10080" y="0"/>
                    <a:pt x="98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B7660E6D-173D-35F2-9386-D29A715347C6}"/>
              </a:ext>
            </a:extLst>
          </p:cNvPr>
          <p:cNvGrpSpPr/>
          <p:nvPr/>
        </p:nvGrpSpPr>
        <p:grpSpPr>
          <a:xfrm>
            <a:off x="827799" y="1774005"/>
            <a:ext cx="2776627" cy="2039562"/>
            <a:chOff x="706411" y="2198362"/>
            <a:chExt cx="1849500" cy="1405848"/>
          </a:xfrm>
        </p:grpSpPr>
        <p:grpSp>
          <p:nvGrpSpPr>
            <p:cNvPr id="18" name="Google Shape;3828;p46">
              <a:extLst>
                <a:ext uri="{FF2B5EF4-FFF2-40B4-BE49-F238E27FC236}">
                  <a16:creationId xmlns:a16="http://schemas.microsoft.com/office/drawing/2014/main" id="{1A24421C-A5B7-5FB6-1A53-E1751802E439}"/>
                </a:ext>
              </a:extLst>
            </p:cNvPr>
            <p:cNvGrpSpPr/>
            <p:nvPr/>
          </p:nvGrpSpPr>
          <p:grpSpPr>
            <a:xfrm>
              <a:off x="706411" y="2198362"/>
              <a:ext cx="1849500" cy="1405848"/>
              <a:chOff x="719800" y="1896535"/>
              <a:chExt cx="1849500" cy="1405848"/>
            </a:xfrm>
          </p:grpSpPr>
          <p:sp>
            <p:nvSpPr>
              <p:cNvPr id="28" name="Google Shape;3829;p46">
                <a:extLst>
                  <a:ext uri="{FF2B5EF4-FFF2-40B4-BE49-F238E27FC236}">
                    <a16:creationId xmlns:a16="http://schemas.microsoft.com/office/drawing/2014/main" id="{6F707889-F6C0-55BE-B570-5BD524D6349B}"/>
                  </a:ext>
                </a:extLst>
              </p:cNvPr>
              <p:cNvSpPr txBox="1"/>
              <p:nvPr/>
            </p:nvSpPr>
            <p:spPr>
              <a:xfrm>
                <a:off x="719800" y="2315912"/>
                <a:ext cx="1849500" cy="986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Explosion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in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the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binding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space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29" name="Google Shape;3810;p46">
                <a:extLst>
                  <a:ext uri="{FF2B5EF4-FFF2-40B4-BE49-F238E27FC236}">
                    <a16:creationId xmlns:a16="http://schemas.microsoft.com/office/drawing/2014/main" id="{B8DA08AE-33EB-19E6-1687-DF01D013828A}"/>
                  </a:ext>
                </a:extLst>
              </p:cNvPr>
              <p:cNvSpPr/>
              <p:nvPr/>
            </p:nvSpPr>
            <p:spPr>
              <a:xfrm>
                <a:off x="737800" y="1896535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7A002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19" name="Google Shape;15116;p81">
              <a:extLst>
                <a:ext uri="{FF2B5EF4-FFF2-40B4-BE49-F238E27FC236}">
                  <a16:creationId xmlns:a16="http://schemas.microsoft.com/office/drawing/2014/main" id="{1E0C9EBC-7134-2097-CD9D-E53AB84F91BF}"/>
                </a:ext>
              </a:extLst>
            </p:cNvPr>
            <p:cNvGrpSpPr/>
            <p:nvPr/>
          </p:nvGrpSpPr>
          <p:grpSpPr>
            <a:xfrm>
              <a:off x="1426025" y="2230908"/>
              <a:ext cx="362589" cy="350608"/>
              <a:chOff x="-3137650" y="2787000"/>
              <a:chExt cx="291450" cy="257575"/>
            </a:xfrm>
            <a:solidFill>
              <a:schemeClr val="bg1"/>
            </a:solidFill>
          </p:grpSpPr>
          <p:sp>
            <p:nvSpPr>
              <p:cNvPr id="20" name="Google Shape;15117;p81">
                <a:extLst>
                  <a:ext uri="{FF2B5EF4-FFF2-40B4-BE49-F238E27FC236}">
                    <a16:creationId xmlns:a16="http://schemas.microsoft.com/office/drawing/2014/main" id="{D317CB2D-0BD1-9B58-8D6B-0C351C5BF259}"/>
                  </a:ext>
                </a:extLst>
              </p:cNvPr>
              <p:cNvSpPr/>
              <p:nvPr/>
            </p:nvSpPr>
            <p:spPr>
              <a:xfrm>
                <a:off x="-3137650" y="2787000"/>
                <a:ext cx="2914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0303" extrusionOk="0">
                    <a:moveTo>
                      <a:pt x="10618" y="693"/>
                    </a:moveTo>
                    <a:cubicBezTo>
                      <a:pt x="10807" y="693"/>
                      <a:pt x="10964" y="851"/>
                      <a:pt x="10964" y="1040"/>
                    </a:cubicBezTo>
                    <a:lnTo>
                      <a:pt x="10964" y="2741"/>
                    </a:lnTo>
                    <a:lnTo>
                      <a:pt x="662" y="2741"/>
                    </a:lnTo>
                    <a:lnTo>
                      <a:pt x="662" y="1040"/>
                    </a:lnTo>
                    <a:cubicBezTo>
                      <a:pt x="662" y="851"/>
                      <a:pt x="820" y="693"/>
                      <a:pt x="1009" y="693"/>
                    </a:cubicBezTo>
                    <a:close/>
                    <a:moveTo>
                      <a:pt x="10996" y="3403"/>
                    </a:moveTo>
                    <a:lnTo>
                      <a:pt x="10996" y="9231"/>
                    </a:lnTo>
                    <a:cubicBezTo>
                      <a:pt x="10964" y="9420"/>
                      <a:pt x="10838" y="9578"/>
                      <a:pt x="10618" y="9578"/>
                    </a:cubicBezTo>
                    <a:lnTo>
                      <a:pt x="1009" y="9578"/>
                    </a:lnTo>
                    <a:cubicBezTo>
                      <a:pt x="820" y="9578"/>
                      <a:pt x="662" y="9420"/>
                      <a:pt x="662" y="9231"/>
                    </a:cubicBezTo>
                    <a:lnTo>
                      <a:pt x="662" y="3403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40"/>
                    </a:cubicBezTo>
                    <a:lnTo>
                      <a:pt x="1" y="9263"/>
                    </a:lnTo>
                    <a:cubicBezTo>
                      <a:pt x="1" y="9830"/>
                      <a:pt x="473" y="10302"/>
                      <a:pt x="1009" y="10302"/>
                    </a:cubicBezTo>
                    <a:lnTo>
                      <a:pt x="10618" y="10302"/>
                    </a:lnTo>
                    <a:cubicBezTo>
                      <a:pt x="11185" y="10302"/>
                      <a:pt x="11658" y="9830"/>
                      <a:pt x="11658" y="9263"/>
                    </a:cubicBezTo>
                    <a:lnTo>
                      <a:pt x="11658" y="1040"/>
                    </a:lnTo>
                    <a:cubicBezTo>
                      <a:pt x="11658" y="441"/>
                      <a:pt x="11217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5118;p81">
                <a:extLst>
                  <a:ext uri="{FF2B5EF4-FFF2-40B4-BE49-F238E27FC236}">
                    <a16:creationId xmlns:a16="http://schemas.microsoft.com/office/drawing/2014/main" id="{F867DA0E-964B-F185-21E4-CF97FC14BCB0}"/>
                  </a:ext>
                </a:extLst>
              </p:cNvPr>
              <p:cNvSpPr/>
              <p:nvPr/>
            </p:nvSpPr>
            <p:spPr>
              <a:xfrm>
                <a:off x="-3104575" y="2820875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8" y="693"/>
                    </a:cubicBezTo>
                    <a:cubicBezTo>
                      <a:pt x="568" y="693"/>
                      <a:pt x="726" y="536"/>
                      <a:pt x="726" y="347"/>
                    </a:cubicBezTo>
                    <a:cubicBezTo>
                      <a:pt x="726" y="158"/>
                      <a:pt x="568" y="0"/>
                      <a:pt x="34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119;p81">
                <a:extLst>
                  <a:ext uri="{FF2B5EF4-FFF2-40B4-BE49-F238E27FC236}">
                    <a16:creationId xmlns:a16="http://schemas.microsoft.com/office/drawing/2014/main" id="{48503683-7F99-2430-C7ED-6AB05BE3081E}"/>
                  </a:ext>
                </a:extLst>
              </p:cNvPr>
              <p:cNvSpPr/>
              <p:nvPr/>
            </p:nvSpPr>
            <p:spPr>
              <a:xfrm>
                <a:off x="-306990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120;p81">
                <a:extLst>
                  <a:ext uri="{FF2B5EF4-FFF2-40B4-BE49-F238E27FC236}">
                    <a16:creationId xmlns:a16="http://schemas.microsoft.com/office/drawing/2014/main" id="{7FF4F485-2EC5-5557-F407-45C2343998CB}"/>
                  </a:ext>
                </a:extLst>
              </p:cNvPr>
              <p:cNvSpPr/>
              <p:nvPr/>
            </p:nvSpPr>
            <p:spPr>
              <a:xfrm>
                <a:off x="-3035250" y="2820875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36" y="693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121;p81">
                <a:extLst>
                  <a:ext uri="{FF2B5EF4-FFF2-40B4-BE49-F238E27FC236}">
                    <a16:creationId xmlns:a16="http://schemas.microsoft.com/office/drawing/2014/main" id="{7B59D32E-1C46-7A51-7428-24274F64F745}"/>
                  </a:ext>
                </a:extLst>
              </p:cNvPr>
              <p:cNvSpPr/>
              <p:nvPr/>
            </p:nvSpPr>
            <p:spPr>
              <a:xfrm>
                <a:off x="-3002175" y="2820875"/>
                <a:ext cx="1213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32" y="536"/>
                      <a:pt x="190" y="693"/>
                      <a:pt x="347" y="693"/>
                    </a:cubicBezTo>
                    <a:lnTo>
                      <a:pt x="4506" y="693"/>
                    </a:lnTo>
                    <a:cubicBezTo>
                      <a:pt x="4695" y="693"/>
                      <a:pt x="4852" y="536"/>
                      <a:pt x="4852" y="347"/>
                    </a:cubicBezTo>
                    <a:cubicBezTo>
                      <a:pt x="4852" y="158"/>
                      <a:pt x="4695" y="0"/>
                      <a:pt x="450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122;p81">
                <a:extLst>
                  <a:ext uri="{FF2B5EF4-FFF2-40B4-BE49-F238E27FC236}">
                    <a16:creationId xmlns:a16="http://schemas.microsoft.com/office/drawing/2014/main" id="{A0C6EE1E-E393-1A25-8DE4-083F779E3D10}"/>
                  </a:ext>
                </a:extLst>
              </p:cNvPr>
              <p:cNvSpPr/>
              <p:nvPr/>
            </p:nvSpPr>
            <p:spPr>
              <a:xfrm>
                <a:off x="-2948625" y="2907300"/>
                <a:ext cx="5202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3412" extrusionOk="0">
                    <a:moveTo>
                      <a:pt x="347" y="1"/>
                    </a:moveTo>
                    <a:cubicBezTo>
                      <a:pt x="261" y="1"/>
                      <a:pt x="174" y="24"/>
                      <a:pt x="127" y="72"/>
                    </a:cubicBezTo>
                    <a:cubicBezTo>
                      <a:pt x="1" y="198"/>
                      <a:pt x="1" y="450"/>
                      <a:pt x="127" y="544"/>
                    </a:cubicBezTo>
                    <a:lnTo>
                      <a:pt x="1261" y="1710"/>
                    </a:lnTo>
                    <a:lnTo>
                      <a:pt x="127" y="2844"/>
                    </a:lnTo>
                    <a:cubicBezTo>
                      <a:pt x="1" y="2970"/>
                      <a:pt x="1" y="3191"/>
                      <a:pt x="127" y="3317"/>
                    </a:cubicBezTo>
                    <a:cubicBezTo>
                      <a:pt x="174" y="3380"/>
                      <a:pt x="261" y="3411"/>
                      <a:pt x="347" y="3411"/>
                    </a:cubicBezTo>
                    <a:cubicBezTo>
                      <a:pt x="434" y="3411"/>
                      <a:pt x="521" y="3380"/>
                      <a:pt x="568" y="3317"/>
                    </a:cubicBezTo>
                    <a:lnTo>
                      <a:pt x="1954" y="1930"/>
                    </a:lnTo>
                    <a:cubicBezTo>
                      <a:pt x="2080" y="1804"/>
                      <a:pt x="2080" y="1584"/>
                      <a:pt x="1954" y="1458"/>
                    </a:cubicBezTo>
                    <a:lnTo>
                      <a:pt x="568" y="72"/>
                    </a:lnTo>
                    <a:cubicBezTo>
                      <a:pt x="521" y="24"/>
                      <a:pt x="434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123;p81">
                <a:extLst>
                  <a:ext uri="{FF2B5EF4-FFF2-40B4-BE49-F238E27FC236}">
                    <a16:creationId xmlns:a16="http://schemas.microsoft.com/office/drawing/2014/main" id="{DDDA3714-0939-FA59-3EF5-EAC1792DD17B}"/>
                  </a:ext>
                </a:extLst>
              </p:cNvPr>
              <p:cNvSpPr/>
              <p:nvPr/>
            </p:nvSpPr>
            <p:spPr>
              <a:xfrm>
                <a:off x="-3088025" y="2907300"/>
                <a:ext cx="53575" cy="8530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3412" extrusionOk="0">
                    <a:moveTo>
                      <a:pt x="1749" y="1"/>
                    </a:moveTo>
                    <a:cubicBezTo>
                      <a:pt x="1662" y="1"/>
                      <a:pt x="1576" y="24"/>
                      <a:pt x="1513" y="72"/>
                    </a:cubicBezTo>
                    <a:lnTo>
                      <a:pt x="127" y="1458"/>
                    </a:lnTo>
                    <a:cubicBezTo>
                      <a:pt x="1" y="1584"/>
                      <a:pt x="1" y="1804"/>
                      <a:pt x="127" y="1930"/>
                    </a:cubicBezTo>
                    <a:lnTo>
                      <a:pt x="1513" y="3317"/>
                    </a:lnTo>
                    <a:cubicBezTo>
                      <a:pt x="1576" y="3380"/>
                      <a:pt x="1662" y="3411"/>
                      <a:pt x="1749" y="3411"/>
                    </a:cubicBezTo>
                    <a:cubicBezTo>
                      <a:pt x="1836" y="3411"/>
                      <a:pt x="1922" y="3380"/>
                      <a:pt x="1985" y="3317"/>
                    </a:cubicBezTo>
                    <a:cubicBezTo>
                      <a:pt x="2111" y="3191"/>
                      <a:pt x="2111" y="2970"/>
                      <a:pt x="1985" y="2844"/>
                    </a:cubicBezTo>
                    <a:lnTo>
                      <a:pt x="851" y="1710"/>
                    </a:lnTo>
                    <a:lnTo>
                      <a:pt x="1985" y="544"/>
                    </a:lnTo>
                    <a:cubicBezTo>
                      <a:pt x="2143" y="450"/>
                      <a:pt x="2143" y="198"/>
                      <a:pt x="1985" y="72"/>
                    </a:cubicBezTo>
                    <a:cubicBezTo>
                      <a:pt x="1922" y="24"/>
                      <a:pt x="1836" y="1"/>
                      <a:pt x="17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124;p81">
                <a:extLst>
                  <a:ext uri="{FF2B5EF4-FFF2-40B4-BE49-F238E27FC236}">
                    <a16:creationId xmlns:a16="http://schemas.microsoft.com/office/drawing/2014/main" id="{17B696B9-400E-DEB5-83CC-0134242A7A8C}"/>
                  </a:ext>
                </a:extLst>
              </p:cNvPr>
              <p:cNvSpPr/>
              <p:nvPr/>
            </p:nvSpPr>
            <p:spPr>
              <a:xfrm>
                <a:off x="-3019500" y="2888975"/>
                <a:ext cx="54375" cy="119400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4776" extrusionOk="0">
                    <a:moveTo>
                      <a:pt x="1778" y="0"/>
                    </a:moveTo>
                    <a:cubicBezTo>
                      <a:pt x="1617" y="0"/>
                      <a:pt x="1501" y="108"/>
                      <a:pt x="1450" y="237"/>
                    </a:cubicBezTo>
                    <a:lnTo>
                      <a:pt x="63" y="4333"/>
                    </a:lnTo>
                    <a:cubicBezTo>
                      <a:pt x="0" y="4522"/>
                      <a:pt x="95" y="4680"/>
                      <a:pt x="253" y="4743"/>
                    </a:cubicBezTo>
                    <a:cubicBezTo>
                      <a:pt x="305" y="4765"/>
                      <a:pt x="354" y="4775"/>
                      <a:pt x="399" y="4775"/>
                    </a:cubicBezTo>
                    <a:cubicBezTo>
                      <a:pt x="543" y="4775"/>
                      <a:pt x="646" y="4674"/>
                      <a:pt x="694" y="4554"/>
                    </a:cubicBezTo>
                    <a:lnTo>
                      <a:pt x="2080" y="458"/>
                    </a:lnTo>
                    <a:cubicBezTo>
                      <a:pt x="2174" y="300"/>
                      <a:pt x="2048" y="111"/>
                      <a:pt x="1891" y="17"/>
                    </a:cubicBezTo>
                    <a:cubicBezTo>
                      <a:pt x="1851" y="6"/>
                      <a:pt x="1813" y="0"/>
                      <a:pt x="17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29D678A-ABE4-5311-241D-CE9A905BA3A4}"/>
              </a:ext>
            </a:extLst>
          </p:cNvPr>
          <p:cNvGrpSpPr/>
          <p:nvPr/>
        </p:nvGrpSpPr>
        <p:grpSpPr>
          <a:xfrm>
            <a:off x="811603" y="3924170"/>
            <a:ext cx="2776627" cy="2045552"/>
            <a:chOff x="706411" y="3905724"/>
            <a:chExt cx="1849500" cy="1409977"/>
          </a:xfrm>
        </p:grpSpPr>
        <p:grpSp>
          <p:nvGrpSpPr>
            <p:cNvPr id="31" name="Google Shape;3815;p46">
              <a:extLst>
                <a:ext uri="{FF2B5EF4-FFF2-40B4-BE49-F238E27FC236}">
                  <a16:creationId xmlns:a16="http://schemas.microsoft.com/office/drawing/2014/main" id="{C3E49AFD-4088-3E64-0DB2-47F52F2742D3}"/>
                </a:ext>
              </a:extLst>
            </p:cNvPr>
            <p:cNvGrpSpPr/>
            <p:nvPr/>
          </p:nvGrpSpPr>
          <p:grpSpPr>
            <a:xfrm>
              <a:off x="706411" y="3905724"/>
              <a:ext cx="1849500" cy="1409977"/>
              <a:chOff x="719800" y="3603897"/>
              <a:chExt cx="1849500" cy="1409977"/>
            </a:xfrm>
          </p:grpSpPr>
          <p:sp>
            <p:nvSpPr>
              <p:cNvPr id="35" name="Google Shape;3816;p46">
                <a:extLst>
                  <a:ext uri="{FF2B5EF4-FFF2-40B4-BE49-F238E27FC236}">
                    <a16:creationId xmlns:a16="http://schemas.microsoft.com/office/drawing/2014/main" id="{0C94ED3A-C2EB-3772-AEA2-4916D441EE55}"/>
                  </a:ext>
                </a:extLst>
              </p:cNvPr>
              <p:cNvSpPr txBox="1"/>
              <p:nvPr/>
            </p:nvSpPr>
            <p:spPr>
              <a:xfrm>
                <a:off x="7198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Usage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limits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(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quotas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)</a:t>
                </a:r>
              </a:p>
            </p:txBody>
          </p:sp>
          <p:sp>
            <p:nvSpPr>
              <p:cNvPr id="36" name="Google Shape;3812;p46">
                <a:extLst>
                  <a:ext uri="{FF2B5EF4-FFF2-40B4-BE49-F238E27FC236}">
                    <a16:creationId xmlns:a16="http://schemas.microsoft.com/office/drawing/2014/main" id="{09113250-D633-E913-8078-4B8101373301}"/>
                  </a:ext>
                </a:extLst>
              </p:cNvPr>
              <p:cNvSpPr/>
              <p:nvPr/>
            </p:nvSpPr>
            <p:spPr>
              <a:xfrm>
                <a:off x="7378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A8003B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32" name="Google Shape;15133;p81">
              <a:extLst>
                <a:ext uri="{FF2B5EF4-FFF2-40B4-BE49-F238E27FC236}">
                  <a16:creationId xmlns:a16="http://schemas.microsoft.com/office/drawing/2014/main" id="{6ADF2E17-165C-0171-2345-FE68C4755A9C}"/>
                </a:ext>
              </a:extLst>
            </p:cNvPr>
            <p:cNvGrpSpPr/>
            <p:nvPr/>
          </p:nvGrpSpPr>
          <p:grpSpPr>
            <a:xfrm>
              <a:off x="1443427" y="3928008"/>
              <a:ext cx="375468" cy="374811"/>
              <a:chOff x="-4573475" y="2045850"/>
              <a:chExt cx="293800" cy="293800"/>
            </a:xfrm>
            <a:solidFill>
              <a:schemeClr val="bg1"/>
            </a:solidFill>
          </p:grpSpPr>
          <p:sp>
            <p:nvSpPr>
              <p:cNvPr id="33" name="Google Shape;15134;p81">
                <a:extLst>
                  <a:ext uri="{FF2B5EF4-FFF2-40B4-BE49-F238E27FC236}">
                    <a16:creationId xmlns:a16="http://schemas.microsoft.com/office/drawing/2014/main" id="{40819CCB-2647-84D5-E4C6-82E9133D64A3}"/>
                  </a:ext>
                </a:extLst>
              </p:cNvPr>
              <p:cNvSpPr/>
              <p:nvPr/>
            </p:nvSpPr>
            <p:spPr>
              <a:xfrm>
                <a:off x="-4573475" y="2045850"/>
                <a:ext cx="293800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52" extrusionOk="0">
                    <a:moveTo>
                      <a:pt x="6333" y="756"/>
                    </a:moveTo>
                    <a:lnTo>
                      <a:pt x="6459" y="1292"/>
                    </a:lnTo>
                    <a:cubicBezTo>
                      <a:pt x="6490" y="1418"/>
                      <a:pt x="6585" y="1544"/>
                      <a:pt x="6742" y="1576"/>
                    </a:cubicBezTo>
                    <a:cubicBezTo>
                      <a:pt x="7372" y="1702"/>
                      <a:pt x="7908" y="1922"/>
                      <a:pt x="8444" y="2300"/>
                    </a:cubicBezTo>
                    <a:cubicBezTo>
                      <a:pt x="8491" y="2332"/>
                      <a:pt x="8546" y="2347"/>
                      <a:pt x="8605" y="2347"/>
                    </a:cubicBezTo>
                    <a:cubicBezTo>
                      <a:pt x="8664" y="2347"/>
                      <a:pt x="8727" y="2332"/>
                      <a:pt x="8790" y="2300"/>
                    </a:cubicBezTo>
                    <a:lnTo>
                      <a:pt x="9231" y="2017"/>
                    </a:lnTo>
                    <a:lnTo>
                      <a:pt x="9798" y="2584"/>
                    </a:lnTo>
                    <a:lnTo>
                      <a:pt x="9546" y="3025"/>
                    </a:lnTo>
                    <a:cubicBezTo>
                      <a:pt x="9452" y="3151"/>
                      <a:pt x="9452" y="3308"/>
                      <a:pt x="9546" y="3371"/>
                    </a:cubicBezTo>
                    <a:cubicBezTo>
                      <a:pt x="9893" y="3907"/>
                      <a:pt x="10113" y="4505"/>
                      <a:pt x="10239" y="5073"/>
                    </a:cubicBezTo>
                    <a:cubicBezTo>
                      <a:pt x="10271" y="5199"/>
                      <a:pt x="10365" y="5325"/>
                      <a:pt x="10523" y="5356"/>
                    </a:cubicBezTo>
                    <a:lnTo>
                      <a:pt x="11058" y="5482"/>
                    </a:lnTo>
                    <a:lnTo>
                      <a:pt x="11058" y="6301"/>
                    </a:lnTo>
                    <a:lnTo>
                      <a:pt x="10523" y="6427"/>
                    </a:lnTo>
                    <a:cubicBezTo>
                      <a:pt x="10397" y="6459"/>
                      <a:pt x="10271" y="6553"/>
                      <a:pt x="10239" y="6711"/>
                    </a:cubicBezTo>
                    <a:cubicBezTo>
                      <a:pt x="10113" y="7309"/>
                      <a:pt x="9893" y="7877"/>
                      <a:pt x="9546" y="8381"/>
                    </a:cubicBezTo>
                    <a:cubicBezTo>
                      <a:pt x="9452" y="8507"/>
                      <a:pt x="9452" y="8633"/>
                      <a:pt x="9546" y="8759"/>
                    </a:cubicBezTo>
                    <a:lnTo>
                      <a:pt x="9798" y="9168"/>
                    </a:lnTo>
                    <a:lnTo>
                      <a:pt x="9231" y="9767"/>
                    </a:lnTo>
                    <a:lnTo>
                      <a:pt x="8790" y="9483"/>
                    </a:lnTo>
                    <a:cubicBezTo>
                      <a:pt x="8727" y="9452"/>
                      <a:pt x="8656" y="9436"/>
                      <a:pt x="8593" y="9436"/>
                    </a:cubicBezTo>
                    <a:cubicBezTo>
                      <a:pt x="8530" y="9436"/>
                      <a:pt x="8475" y="9452"/>
                      <a:pt x="8444" y="9483"/>
                    </a:cubicBezTo>
                    <a:cubicBezTo>
                      <a:pt x="7908" y="9861"/>
                      <a:pt x="7341" y="10082"/>
                      <a:pt x="6742" y="10208"/>
                    </a:cubicBezTo>
                    <a:cubicBezTo>
                      <a:pt x="6616" y="10239"/>
                      <a:pt x="6490" y="10334"/>
                      <a:pt x="6459" y="10428"/>
                    </a:cubicBezTo>
                    <a:lnTo>
                      <a:pt x="6333" y="10964"/>
                    </a:lnTo>
                    <a:lnTo>
                      <a:pt x="5514" y="10964"/>
                    </a:lnTo>
                    <a:lnTo>
                      <a:pt x="5388" y="10428"/>
                    </a:lnTo>
                    <a:cubicBezTo>
                      <a:pt x="5356" y="10334"/>
                      <a:pt x="5230" y="10208"/>
                      <a:pt x="5136" y="10208"/>
                    </a:cubicBezTo>
                    <a:cubicBezTo>
                      <a:pt x="4505" y="10082"/>
                      <a:pt x="3938" y="9861"/>
                      <a:pt x="3434" y="9483"/>
                    </a:cubicBezTo>
                    <a:cubicBezTo>
                      <a:pt x="3371" y="9452"/>
                      <a:pt x="3308" y="9436"/>
                      <a:pt x="3249" y="9436"/>
                    </a:cubicBezTo>
                    <a:cubicBezTo>
                      <a:pt x="3190" y="9436"/>
                      <a:pt x="3135" y="9452"/>
                      <a:pt x="3088" y="9483"/>
                    </a:cubicBezTo>
                    <a:lnTo>
                      <a:pt x="2647" y="9767"/>
                    </a:lnTo>
                    <a:lnTo>
                      <a:pt x="2048" y="9168"/>
                    </a:lnTo>
                    <a:lnTo>
                      <a:pt x="2332" y="8759"/>
                    </a:lnTo>
                    <a:cubicBezTo>
                      <a:pt x="2395" y="8633"/>
                      <a:pt x="2395" y="8475"/>
                      <a:pt x="2332" y="8381"/>
                    </a:cubicBezTo>
                    <a:cubicBezTo>
                      <a:pt x="1985" y="7877"/>
                      <a:pt x="1733" y="7278"/>
                      <a:pt x="1607" y="6711"/>
                    </a:cubicBezTo>
                    <a:cubicBezTo>
                      <a:pt x="1575" y="6585"/>
                      <a:pt x="1512" y="6459"/>
                      <a:pt x="1386" y="6427"/>
                    </a:cubicBezTo>
                    <a:lnTo>
                      <a:pt x="882" y="6301"/>
                    </a:lnTo>
                    <a:lnTo>
                      <a:pt x="882" y="5482"/>
                    </a:lnTo>
                    <a:lnTo>
                      <a:pt x="1386" y="5356"/>
                    </a:lnTo>
                    <a:cubicBezTo>
                      <a:pt x="1512" y="5325"/>
                      <a:pt x="1607" y="5199"/>
                      <a:pt x="1607" y="5073"/>
                    </a:cubicBezTo>
                    <a:cubicBezTo>
                      <a:pt x="1733" y="4442"/>
                      <a:pt x="1985" y="3907"/>
                      <a:pt x="2332" y="3371"/>
                    </a:cubicBezTo>
                    <a:cubicBezTo>
                      <a:pt x="2395" y="3277"/>
                      <a:pt x="2395" y="3151"/>
                      <a:pt x="2332" y="3025"/>
                    </a:cubicBezTo>
                    <a:lnTo>
                      <a:pt x="2048" y="2584"/>
                    </a:lnTo>
                    <a:lnTo>
                      <a:pt x="2647" y="2017"/>
                    </a:lnTo>
                    <a:lnTo>
                      <a:pt x="3088" y="2300"/>
                    </a:lnTo>
                    <a:cubicBezTo>
                      <a:pt x="3135" y="2332"/>
                      <a:pt x="3198" y="2347"/>
                      <a:pt x="3261" y="2347"/>
                    </a:cubicBezTo>
                    <a:cubicBezTo>
                      <a:pt x="3324" y="2347"/>
                      <a:pt x="3387" y="2332"/>
                      <a:pt x="3434" y="2300"/>
                    </a:cubicBezTo>
                    <a:cubicBezTo>
                      <a:pt x="3938" y="1922"/>
                      <a:pt x="4537" y="1702"/>
                      <a:pt x="5136" y="1576"/>
                    </a:cubicBezTo>
                    <a:cubicBezTo>
                      <a:pt x="5230" y="1544"/>
                      <a:pt x="5356" y="1450"/>
                      <a:pt x="5388" y="1292"/>
                    </a:cubicBezTo>
                    <a:lnTo>
                      <a:pt x="5514" y="756"/>
                    </a:lnTo>
                    <a:close/>
                    <a:moveTo>
                      <a:pt x="5167" y="0"/>
                    </a:moveTo>
                    <a:cubicBezTo>
                      <a:pt x="5009" y="0"/>
                      <a:pt x="4852" y="126"/>
                      <a:pt x="4852" y="284"/>
                    </a:cubicBezTo>
                    <a:lnTo>
                      <a:pt x="4694" y="882"/>
                    </a:lnTo>
                    <a:cubicBezTo>
                      <a:pt x="4127" y="977"/>
                      <a:pt x="3623" y="1229"/>
                      <a:pt x="3119" y="1513"/>
                    </a:cubicBezTo>
                    <a:lnTo>
                      <a:pt x="2615" y="1197"/>
                    </a:lnTo>
                    <a:cubicBezTo>
                      <a:pt x="2557" y="1154"/>
                      <a:pt x="2485" y="1130"/>
                      <a:pt x="2412" y="1130"/>
                    </a:cubicBezTo>
                    <a:cubicBezTo>
                      <a:pt x="2327" y="1130"/>
                      <a:pt x="2242" y="1161"/>
                      <a:pt x="2174" y="1229"/>
                    </a:cubicBezTo>
                    <a:lnTo>
                      <a:pt x="1197" y="2206"/>
                    </a:lnTo>
                    <a:cubicBezTo>
                      <a:pt x="1071" y="2332"/>
                      <a:pt x="1071" y="2489"/>
                      <a:pt x="1134" y="2647"/>
                    </a:cubicBezTo>
                    <a:lnTo>
                      <a:pt x="1449" y="3151"/>
                    </a:lnTo>
                    <a:cubicBezTo>
                      <a:pt x="1134" y="3623"/>
                      <a:pt x="945" y="4159"/>
                      <a:pt x="819" y="4726"/>
                    </a:cubicBezTo>
                    <a:lnTo>
                      <a:pt x="284" y="4884"/>
                    </a:lnTo>
                    <a:cubicBezTo>
                      <a:pt x="126" y="4915"/>
                      <a:pt x="0" y="5041"/>
                      <a:pt x="0" y="5199"/>
                    </a:cubicBezTo>
                    <a:lnTo>
                      <a:pt x="0" y="6585"/>
                    </a:lnTo>
                    <a:cubicBezTo>
                      <a:pt x="0" y="6742"/>
                      <a:pt x="126" y="6868"/>
                      <a:pt x="284" y="6900"/>
                    </a:cubicBezTo>
                    <a:lnTo>
                      <a:pt x="819" y="7057"/>
                    </a:lnTo>
                    <a:cubicBezTo>
                      <a:pt x="945" y="7593"/>
                      <a:pt x="1197" y="8129"/>
                      <a:pt x="1449" y="8633"/>
                    </a:cubicBezTo>
                    <a:lnTo>
                      <a:pt x="1134" y="9137"/>
                    </a:lnTo>
                    <a:cubicBezTo>
                      <a:pt x="1071" y="9263"/>
                      <a:pt x="1071" y="9452"/>
                      <a:pt x="1197" y="9578"/>
                    </a:cubicBezTo>
                    <a:lnTo>
                      <a:pt x="2174" y="10554"/>
                    </a:lnTo>
                    <a:cubicBezTo>
                      <a:pt x="2242" y="10622"/>
                      <a:pt x="2318" y="10653"/>
                      <a:pt x="2399" y="10653"/>
                    </a:cubicBezTo>
                    <a:cubicBezTo>
                      <a:pt x="2469" y="10653"/>
                      <a:pt x="2542" y="10630"/>
                      <a:pt x="2615" y="10586"/>
                    </a:cubicBezTo>
                    <a:lnTo>
                      <a:pt x="3119" y="10271"/>
                    </a:lnTo>
                    <a:cubicBezTo>
                      <a:pt x="3592" y="10586"/>
                      <a:pt x="4127" y="10806"/>
                      <a:pt x="4694" y="10901"/>
                    </a:cubicBezTo>
                    <a:lnTo>
                      <a:pt x="4852" y="11468"/>
                    </a:lnTo>
                    <a:cubicBezTo>
                      <a:pt x="4883" y="11626"/>
                      <a:pt x="5009" y="11752"/>
                      <a:pt x="5167" y="11752"/>
                    </a:cubicBezTo>
                    <a:lnTo>
                      <a:pt x="6553" y="11752"/>
                    </a:lnTo>
                    <a:cubicBezTo>
                      <a:pt x="6711" y="11752"/>
                      <a:pt x="6805" y="11626"/>
                      <a:pt x="6868" y="11468"/>
                    </a:cubicBezTo>
                    <a:lnTo>
                      <a:pt x="7026" y="10901"/>
                    </a:lnTo>
                    <a:cubicBezTo>
                      <a:pt x="7561" y="10806"/>
                      <a:pt x="8065" y="10554"/>
                      <a:pt x="8601" y="10271"/>
                    </a:cubicBezTo>
                    <a:lnTo>
                      <a:pt x="9105" y="10586"/>
                    </a:lnTo>
                    <a:cubicBezTo>
                      <a:pt x="9164" y="10630"/>
                      <a:pt x="9236" y="10653"/>
                      <a:pt x="9309" y="10653"/>
                    </a:cubicBezTo>
                    <a:cubicBezTo>
                      <a:pt x="9393" y="10653"/>
                      <a:pt x="9479" y="10622"/>
                      <a:pt x="9546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4" y="9137"/>
                    </a:cubicBezTo>
                    <a:lnTo>
                      <a:pt x="10239" y="8633"/>
                    </a:lnTo>
                    <a:cubicBezTo>
                      <a:pt x="10554" y="8160"/>
                      <a:pt x="10743" y="7656"/>
                      <a:pt x="10869" y="7057"/>
                    </a:cubicBezTo>
                    <a:lnTo>
                      <a:pt x="11468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9"/>
                    </a:lnTo>
                    <a:cubicBezTo>
                      <a:pt x="11752" y="5041"/>
                      <a:pt x="11626" y="4915"/>
                      <a:pt x="11468" y="4884"/>
                    </a:cubicBezTo>
                    <a:lnTo>
                      <a:pt x="10869" y="4726"/>
                    </a:lnTo>
                    <a:cubicBezTo>
                      <a:pt x="10743" y="4159"/>
                      <a:pt x="10523" y="3655"/>
                      <a:pt x="10239" y="3151"/>
                    </a:cubicBezTo>
                    <a:lnTo>
                      <a:pt x="10554" y="2647"/>
                    </a:lnTo>
                    <a:cubicBezTo>
                      <a:pt x="10649" y="2521"/>
                      <a:pt x="10649" y="2332"/>
                      <a:pt x="10523" y="2206"/>
                    </a:cubicBezTo>
                    <a:lnTo>
                      <a:pt x="9546" y="1229"/>
                    </a:lnTo>
                    <a:cubicBezTo>
                      <a:pt x="9479" y="1161"/>
                      <a:pt x="9402" y="1130"/>
                      <a:pt x="9321" y="1130"/>
                    </a:cubicBezTo>
                    <a:cubicBezTo>
                      <a:pt x="9251" y="1130"/>
                      <a:pt x="9178" y="1154"/>
                      <a:pt x="9105" y="1197"/>
                    </a:cubicBezTo>
                    <a:lnTo>
                      <a:pt x="8601" y="1513"/>
                    </a:lnTo>
                    <a:cubicBezTo>
                      <a:pt x="8128" y="1197"/>
                      <a:pt x="7593" y="977"/>
                      <a:pt x="7026" y="882"/>
                    </a:cubicBezTo>
                    <a:lnTo>
                      <a:pt x="6868" y="284"/>
                    </a:lnTo>
                    <a:cubicBezTo>
                      <a:pt x="6805" y="126"/>
                      <a:pt x="6711" y="0"/>
                      <a:pt x="65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135;p81">
                <a:extLst>
                  <a:ext uri="{FF2B5EF4-FFF2-40B4-BE49-F238E27FC236}">
                    <a16:creationId xmlns:a16="http://schemas.microsoft.com/office/drawing/2014/main" id="{7E71A0CC-D8B8-EAF7-368F-D79ED8F08606}"/>
                  </a:ext>
                </a:extLst>
              </p:cNvPr>
              <p:cNvSpPr/>
              <p:nvPr/>
            </p:nvSpPr>
            <p:spPr>
              <a:xfrm>
                <a:off x="-4521500" y="2099400"/>
                <a:ext cx="189050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31" extrusionOk="0">
                    <a:moveTo>
                      <a:pt x="3750" y="662"/>
                    </a:moveTo>
                    <a:cubicBezTo>
                      <a:pt x="5451" y="662"/>
                      <a:pt x="6837" y="2017"/>
                      <a:pt x="6837" y="3718"/>
                    </a:cubicBezTo>
                    <a:cubicBezTo>
                      <a:pt x="6869" y="5104"/>
                      <a:pt x="6049" y="6239"/>
                      <a:pt x="4821" y="6648"/>
                    </a:cubicBezTo>
                    <a:lnTo>
                      <a:pt x="4821" y="5892"/>
                    </a:lnTo>
                    <a:cubicBezTo>
                      <a:pt x="5640" y="5514"/>
                      <a:pt x="6207" y="4663"/>
                      <a:pt x="6207" y="3718"/>
                    </a:cubicBezTo>
                    <a:cubicBezTo>
                      <a:pt x="6207" y="2710"/>
                      <a:pt x="5577" y="1796"/>
                      <a:pt x="4569" y="1481"/>
                    </a:cubicBezTo>
                    <a:cubicBezTo>
                      <a:pt x="4535" y="1472"/>
                      <a:pt x="4501" y="1467"/>
                      <a:pt x="4468" y="1467"/>
                    </a:cubicBezTo>
                    <a:cubicBezTo>
                      <a:pt x="4278" y="1467"/>
                      <a:pt x="4096" y="1609"/>
                      <a:pt x="4096" y="1796"/>
                    </a:cubicBezTo>
                    <a:lnTo>
                      <a:pt x="4096" y="3372"/>
                    </a:lnTo>
                    <a:lnTo>
                      <a:pt x="3435" y="3372"/>
                    </a:lnTo>
                    <a:lnTo>
                      <a:pt x="3435" y="1796"/>
                    </a:lnTo>
                    <a:cubicBezTo>
                      <a:pt x="3435" y="1609"/>
                      <a:pt x="3276" y="1467"/>
                      <a:pt x="3073" y="1467"/>
                    </a:cubicBezTo>
                    <a:cubicBezTo>
                      <a:pt x="3037" y="1467"/>
                      <a:pt x="3000" y="1472"/>
                      <a:pt x="2962" y="1481"/>
                    </a:cubicBezTo>
                    <a:cubicBezTo>
                      <a:pt x="2017" y="1828"/>
                      <a:pt x="1355" y="2742"/>
                      <a:pt x="1355" y="3718"/>
                    </a:cubicBezTo>
                    <a:cubicBezTo>
                      <a:pt x="1355" y="4663"/>
                      <a:pt x="1891" y="5514"/>
                      <a:pt x="2741" y="5892"/>
                    </a:cubicBezTo>
                    <a:lnTo>
                      <a:pt x="2741" y="6648"/>
                    </a:lnTo>
                    <a:cubicBezTo>
                      <a:pt x="1544" y="6207"/>
                      <a:pt x="694" y="5073"/>
                      <a:pt x="694" y="3718"/>
                    </a:cubicBezTo>
                    <a:cubicBezTo>
                      <a:pt x="694" y="2017"/>
                      <a:pt x="2048" y="662"/>
                      <a:pt x="3750" y="662"/>
                    </a:cubicBezTo>
                    <a:close/>
                    <a:moveTo>
                      <a:pt x="4852" y="2363"/>
                    </a:moveTo>
                    <a:cubicBezTo>
                      <a:pt x="5293" y="2679"/>
                      <a:pt x="5514" y="3183"/>
                      <a:pt x="5514" y="3718"/>
                    </a:cubicBezTo>
                    <a:cubicBezTo>
                      <a:pt x="5514" y="4443"/>
                      <a:pt x="5041" y="5104"/>
                      <a:pt x="4380" y="5356"/>
                    </a:cubicBezTo>
                    <a:cubicBezTo>
                      <a:pt x="4254" y="5388"/>
                      <a:pt x="4159" y="5545"/>
                      <a:pt x="4159" y="5671"/>
                    </a:cubicBezTo>
                    <a:lnTo>
                      <a:pt x="4159" y="6806"/>
                    </a:lnTo>
                    <a:lnTo>
                      <a:pt x="3781" y="6806"/>
                    </a:lnTo>
                    <a:cubicBezTo>
                      <a:pt x="3734" y="6821"/>
                      <a:pt x="3679" y="6829"/>
                      <a:pt x="3624" y="6829"/>
                    </a:cubicBezTo>
                    <a:cubicBezTo>
                      <a:pt x="3568" y="6829"/>
                      <a:pt x="3513" y="6821"/>
                      <a:pt x="3466" y="6806"/>
                    </a:cubicBezTo>
                    <a:lnTo>
                      <a:pt x="3466" y="5671"/>
                    </a:lnTo>
                    <a:cubicBezTo>
                      <a:pt x="3466" y="5514"/>
                      <a:pt x="3403" y="5388"/>
                      <a:pt x="3246" y="5356"/>
                    </a:cubicBezTo>
                    <a:cubicBezTo>
                      <a:pt x="2584" y="5104"/>
                      <a:pt x="2111" y="4443"/>
                      <a:pt x="2111" y="3718"/>
                    </a:cubicBezTo>
                    <a:cubicBezTo>
                      <a:pt x="2111" y="3183"/>
                      <a:pt x="2363" y="2679"/>
                      <a:pt x="2773" y="2363"/>
                    </a:cubicBezTo>
                    <a:lnTo>
                      <a:pt x="2773" y="3718"/>
                    </a:lnTo>
                    <a:cubicBezTo>
                      <a:pt x="2773" y="3939"/>
                      <a:pt x="2930" y="4096"/>
                      <a:pt x="3120" y="4096"/>
                    </a:cubicBezTo>
                    <a:lnTo>
                      <a:pt x="4506" y="4096"/>
                    </a:lnTo>
                    <a:cubicBezTo>
                      <a:pt x="4695" y="4096"/>
                      <a:pt x="4852" y="3939"/>
                      <a:pt x="4852" y="3718"/>
                    </a:cubicBezTo>
                    <a:lnTo>
                      <a:pt x="4852" y="2363"/>
                    </a:lnTo>
                    <a:close/>
                    <a:moveTo>
                      <a:pt x="3781" y="1"/>
                    </a:moveTo>
                    <a:cubicBezTo>
                      <a:pt x="1702" y="1"/>
                      <a:pt x="1" y="1670"/>
                      <a:pt x="1" y="3781"/>
                    </a:cubicBezTo>
                    <a:cubicBezTo>
                      <a:pt x="1" y="5861"/>
                      <a:pt x="1702" y="7530"/>
                      <a:pt x="3781" y="7530"/>
                    </a:cubicBezTo>
                    <a:cubicBezTo>
                      <a:pt x="5892" y="7530"/>
                      <a:pt x="7562" y="5861"/>
                      <a:pt x="7562" y="3781"/>
                    </a:cubicBezTo>
                    <a:cubicBezTo>
                      <a:pt x="7562" y="1670"/>
                      <a:pt x="5892" y="1"/>
                      <a:pt x="3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785F2C2-0449-B689-4F26-13891C2D656E}"/>
              </a:ext>
            </a:extLst>
          </p:cNvPr>
          <p:cNvGrpSpPr/>
          <p:nvPr/>
        </p:nvGrpSpPr>
        <p:grpSpPr>
          <a:xfrm>
            <a:off x="8523631" y="3817737"/>
            <a:ext cx="2776627" cy="2045552"/>
            <a:chOff x="6561311" y="3905724"/>
            <a:chExt cx="1849500" cy="1409977"/>
          </a:xfrm>
        </p:grpSpPr>
        <p:grpSp>
          <p:nvGrpSpPr>
            <p:cNvPr id="38" name="Google Shape;3806;p46">
              <a:extLst>
                <a:ext uri="{FF2B5EF4-FFF2-40B4-BE49-F238E27FC236}">
                  <a16:creationId xmlns:a16="http://schemas.microsoft.com/office/drawing/2014/main" id="{43446BCF-7AA2-B496-5BC8-EF306DB3AF95}"/>
                </a:ext>
              </a:extLst>
            </p:cNvPr>
            <p:cNvGrpSpPr/>
            <p:nvPr/>
          </p:nvGrpSpPr>
          <p:grpSpPr>
            <a:xfrm>
              <a:off x="6561311" y="3905724"/>
              <a:ext cx="1849500" cy="1409977"/>
              <a:chOff x="6574700" y="3603897"/>
              <a:chExt cx="1849500" cy="1409977"/>
            </a:xfrm>
          </p:grpSpPr>
          <p:sp>
            <p:nvSpPr>
              <p:cNvPr id="44" name="Google Shape;3807;p46">
                <a:extLst>
                  <a:ext uri="{FF2B5EF4-FFF2-40B4-BE49-F238E27FC236}">
                    <a16:creationId xmlns:a16="http://schemas.microsoft.com/office/drawing/2014/main" id="{EFAD8C49-D9BF-B32F-FAA8-F109C07B9205}"/>
                  </a:ext>
                </a:extLst>
              </p:cNvPr>
              <p:cNvSpPr txBox="1"/>
              <p:nvPr/>
            </p:nvSpPr>
            <p:spPr>
              <a:xfrm>
                <a:off x="6574700" y="4023276"/>
                <a:ext cx="1849500" cy="9905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Family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of</a:t>
                </a:r>
                <a:r>
                  <a:rPr lang="es-ES" dirty="0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 </a:t>
                </a:r>
                <a:r>
                  <a:rPr lang="es-ES" dirty="0" err="1">
                    <a:solidFill>
                      <a:schemeClr val="dk1"/>
                    </a:solidFill>
                    <a:latin typeface="Barlow Semi Condensed"/>
                    <a:ea typeface="Barlow Semi Condensed"/>
                    <a:cs typeface="Barlow Semi Condensed"/>
                    <a:sym typeface="Barlow Semi Condensed"/>
                  </a:rPr>
                  <a:t>problems</a:t>
                </a:r>
                <a:endParaRPr lang="es-ES" dirty="0">
                  <a:solidFill>
                    <a:schemeClr val="dk1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endParaRPr>
              </a:p>
            </p:txBody>
          </p:sp>
          <p:sp>
            <p:nvSpPr>
              <p:cNvPr id="45" name="Google Shape;3808;p46">
                <a:extLst>
                  <a:ext uri="{FF2B5EF4-FFF2-40B4-BE49-F238E27FC236}">
                    <a16:creationId xmlns:a16="http://schemas.microsoft.com/office/drawing/2014/main" id="{9FE2CA9C-E699-B93E-F3F1-62206C345D0A}"/>
                  </a:ext>
                </a:extLst>
              </p:cNvPr>
              <p:cNvSpPr/>
              <p:nvPr/>
            </p:nvSpPr>
            <p:spPr>
              <a:xfrm>
                <a:off x="6592700" y="3603897"/>
                <a:ext cx="1813500" cy="419400"/>
              </a:xfrm>
              <a:prstGeom prst="roundRect">
                <a:avLst>
                  <a:gd name="adj" fmla="val 16667"/>
                </a:avLst>
              </a:prstGeom>
              <a:solidFill>
                <a:srgbClr val="FC005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endParaRPr>
              </a:p>
            </p:txBody>
          </p:sp>
        </p:grpSp>
        <p:grpSp>
          <p:nvGrpSpPr>
            <p:cNvPr id="39" name="Google Shape;13352;p75">
              <a:extLst>
                <a:ext uri="{FF2B5EF4-FFF2-40B4-BE49-F238E27FC236}">
                  <a16:creationId xmlns:a16="http://schemas.microsoft.com/office/drawing/2014/main" id="{905E3EA3-FF8C-401B-EE26-6D536CE9CED2}"/>
                </a:ext>
              </a:extLst>
            </p:cNvPr>
            <p:cNvGrpSpPr/>
            <p:nvPr/>
          </p:nvGrpSpPr>
          <p:grpSpPr>
            <a:xfrm>
              <a:off x="7318832" y="3945320"/>
              <a:ext cx="353564" cy="340186"/>
              <a:chOff x="2077575" y="2615925"/>
              <a:chExt cx="502150" cy="483150"/>
            </a:xfrm>
            <a:solidFill>
              <a:schemeClr val="bg1"/>
            </a:solidFill>
          </p:grpSpPr>
          <p:sp>
            <p:nvSpPr>
              <p:cNvPr id="40" name="Google Shape;13353;p75">
                <a:extLst>
                  <a:ext uri="{FF2B5EF4-FFF2-40B4-BE49-F238E27FC236}">
                    <a16:creationId xmlns:a16="http://schemas.microsoft.com/office/drawing/2014/main" id="{028588EF-D3AC-9FD5-C4F1-6B681EB926E6}"/>
                  </a:ext>
                </a:extLst>
              </p:cNvPr>
              <p:cNvSpPr/>
              <p:nvPr/>
            </p:nvSpPr>
            <p:spPr>
              <a:xfrm>
                <a:off x="2213375" y="2817500"/>
                <a:ext cx="151225" cy="148400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936" extrusionOk="0">
                    <a:moveTo>
                      <a:pt x="5426" y="0"/>
                    </a:moveTo>
                    <a:cubicBezTo>
                      <a:pt x="5281" y="0"/>
                      <a:pt x="5136" y="56"/>
                      <a:pt x="5025" y="166"/>
                    </a:cubicBezTo>
                    <a:lnTo>
                      <a:pt x="4557" y="634"/>
                    </a:lnTo>
                    <a:cubicBezTo>
                      <a:pt x="4322" y="522"/>
                      <a:pt x="4072" y="468"/>
                      <a:pt x="3825" y="468"/>
                    </a:cubicBezTo>
                    <a:cubicBezTo>
                      <a:pt x="3288" y="468"/>
                      <a:pt x="2764" y="723"/>
                      <a:pt x="2437" y="1186"/>
                    </a:cubicBezTo>
                    <a:cubicBezTo>
                      <a:pt x="1957" y="1863"/>
                      <a:pt x="2038" y="2784"/>
                      <a:pt x="2624" y="3369"/>
                    </a:cubicBezTo>
                    <a:cubicBezTo>
                      <a:pt x="2980" y="3726"/>
                      <a:pt x="2727" y="4336"/>
                      <a:pt x="2223" y="4336"/>
                    </a:cubicBezTo>
                    <a:cubicBezTo>
                      <a:pt x="1718" y="4336"/>
                      <a:pt x="1468" y="3726"/>
                      <a:pt x="1824" y="3369"/>
                    </a:cubicBezTo>
                    <a:cubicBezTo>
                      <a:pt x="2044" y="3149"/>
                      <a:pt x="2044" y="2790"/>
                      <a:pt x="1824" y="2569"/>
                    </a:cubicBezTo>
                    <a:cubicBezTo>
                      <a:pt x="1714" y="2458"/>
                      <a:pt x="1569" y="2402"/>
                      <a:pt x="1424" y="2402"/>
                    </a:cubicBezTo>
                    <a:cubicBezTo>
                      <a:pt x="1279" y="2402"/>
                      <a:pt x="1134" y="2458"/>
                      <a:pt x="1024" y="2569"/>
                    </a:cubicBezTo>
                    <a:cubicBezTo>
                      <a:pt x="514" y="3077"/>
                      <a:pt x="381" y="3853"/>
                      <a:pt x="692" y="4502"/>
                    </a:cubicBezTo>
                    <a:lnTo>
                      <a:pt x="221" y="4970"/>
                    </a:lnTo>
                    <a:cubicBezTo>
                      <a:pt x="0" y="5190"/>
                      <a:pt x="0" y="5549"/>
                      <a:pt x="221" y="5770"/>
                    </a:cubicBezTo>
                    <a:cubicBezTo>
                      <a:pt x="332" y="5880"/>
                      <a:pt x="477" y="5935"/>
                      <a:pt x="622" y="5935"/>
                    </a:cubicBezTo>
                    <a:cubicBezTo>
                      <a:pt x="767" y="5935"/>
                      <a:pt x="912" y="5880"/>
                      <a:pt x="1024" y="5770"/>
                    </a:cubicBezTo>
                    <a:lnTo>
                      <a:pt x="1492" y="5302"/>
                    </a:lnTo>
                    <a:cubicBezTo>
                      <a:pt x="1726" y="5414"/>
                      <a:pt x="1975" y="5467"/>
                      <a:pt x="2220" y="5467"/>
                    </a:cubicBezTo>
                    <a:cubicBezTo>
                      <a:pt x="2758" y="5467"/>
                      <a:pt x="3281" y="5211"/>
                      <a:pt x="3608" y="4749"/>
                    </a:cubicBezTo>
                    <a:cubicBezTo>
                      <a:pt x="4089" y="4073"/>
                      <a:pt x="4010" y="3152"/>
                      <a:pt x="3424" y="2569"/>
                    </a:cubicBezTo>
                    <a:cubicBezTo>
                      <a:pt x="3068" y="2210"/>
                      <a:pt x="3322" y="1600"/>
                      <a:pt x="3826" y="1600"/>
                    </a:cubicBezTo>
                    <a:cubicBezTo>
                      <a:pt x="4330" y="1600"/>
                      <a:pt x="4581" y="2210"/>
                      <a:pt x="4224" y="2569"/>
                    </a:cubicBezTo>
                    <a:cubicBezTo>
                      <a:pt x="4004" y="2790"/>
                      <a:pt x="4004" y="3146"/>
                      <a:pt x="4224" y="3369"/>
                    </a:cubicBezTo>
                    <a:cubicBezTo>
                      <a:pt x="4335" y="3480"/>
                      <a:pt x="4480" y="3535"/>
                      <a:pt x="4624" y="3535"/>
                    </a:cubicBezTo>
                    <a:cubicBezTo>
                      <a:pt x="4769" y="3535"/>
                      <a:pt x="4914" y="3480"/>
                      <a:pt x="5025" y="3369"/>
                    </a:cubicBezTo>
                    <a:cubicBezTo>
                      <a:pt x="5535" y="2859"/>
                      <a:pt x="5668" y="2086"/>
                      <a:pt x="5360" y="1434"/>
                    </a:cubicBezTo>
                    <a:lnTo>
                      <a:pt x="5828" y="966"/>
                    </a:lnTo>
                    <a:cubicBezTo>
                      <a:pt x="6048" y="745"/>
                      <a:pt x="6048" y="386"/>
                      <a:pt x="5828" y="166"/>
                    </a:cubicBezTo>
                    <a:cubicBezTo>
                      <a:pt x="5716" y="56"/>
                      <a:pt x="5571" y="0"/>
                      <a:pt x="5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1" name="Google Shape;13354;p75">
                <a:extLst>
                  <a:ext uri="{FF2B5EF4-FFF2-40B4-BE49-F238E27FC236}">
                    <a16:creationId xmlns:a16="http://schemas.microsoft.com/office/drawing/2014/main" id="{25FC3409-C6E8-8257-E3B9-AAE22962C1E0}"/>
                  </a:ext>
                </a:extLst>
              </p:cNvPr>
              <p:cNvSpPr/>
              <p:nvPr/>
            </p:nvSpPr>
            <p:spPr>
              <a:xfrm>
                <a:off x="2333550" y="2737450"/>
                <a:ext cx="51050" cy="48325"/>
              </a:xfrm>
              <a:custGeom>
                <a:avLst/>
                <a:gdLst/>
                <a:ahLst/>
                <a:cxnLst/>
                <a:rect l="l" t="t" r="r" b="b"/>
                <a:pathLst>
                  <a:path w="2042" h="1933" extrusionOk="0">
                    <a:moveTo>
                      <a:pt x="619" y="1"/>
                    </a:moveTo>
                    <a:cubicBezTo>
                      <a:pt x="475" y="1"/>
                      <a:pt x="330" y="56"/>
                      <a:pt x="221" y="167"/>
                    </a:cubicBezTo>
                    <a:cubicBezTo>
                      <a:pt x="0" y="388"/>
                      <a:pt x="0" y="747"/>
                      <a:pt x="221" y="967"/>
                    </a:cubicBezTo>
                    <a:lnTo>
                      <a:pt x="1021" y="1767"/>
                    </a:lnTo>
                    <a:cubicBezTo>
                      <a:pt x="1131" y="1878"/>
                      <a:pt x="1276" y="1933"/>
                      <a:pt x="1421" y="1933"/>
                    </a:cubicBezTo>
                    <a:cubicBezTo>
                      <a:pt x="1566" y="1933"/>
                      <a:pt x="1711" y="1878"/>
                      <a:pt x="1821" y="1767"/>
                    </a:cubicBezTo>
                    <a:cubicBezTo>
                      <a:pt x="2041" y="1547"/>
                      <a:pt x="2041" y="1188"/>
                      <a:pt x="1821" y="967"/>
                    </a:cubicBezTo>
                    <a:lnTo>
                      <a:pt x="1021" y="167"/>
                    </a:lnTo>
                    <a:cubicBezTo>
                      <a:pt x="910" y="57"/>
                      <a:pt x="765" y="1"/>
                      <a:pt x="6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2" name="Google Shape;13355;p75">
                <a:extLst>
                  <a:ext uri="{FF2B5EF4-FFF2-40B4-BE49-F238E27FC236}">
                    <a16:creationId xmlns:a16="http://schemas.microsoft.com/office/drawing/2014/main" id="{511DBE3E-469E-260E-E1F6-AFB7E6872058}"/>
                  </a:ext>
                </a:extLst>
              </p:cNvPr>
              <p:cNvSpPr/>
              <p:nvPr/>
            </p:nvSpPr>
            <p:spPr>
              <a:xfrm>
                <a:off x="2393550" y="2797500"/>
                <a:ext cx="5112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1935" extrusionOk="0">
                    <a:moveTo>
                      <a:pt x="621" y="0"/>
                    </a:moveTo>
                    <a:cubicBezTo>
                      <a:pt x="476" y="0"/>
                      <a:pt x="331" y="55"/>
                      <a:pt x="221" y="166"/>
                    </a:cubicBezTo>
                    <a:cubicBezTo>
                      <a:pt x="1" y="386"/>
                      <a:pt x="1" y="745"/>
                      <a:pt x="221" y="966"/>
                    </a:cubicBezTo>
                    <a:lnTo>
                      <a:pt x="1021" y="1769"/>
                    </a:lnTo>
                    <a:cubicBezTo>
                      <a:pt x="1131" y="1879"/>
                      <a:pt x="1276" y="1934"/>
                      <a:pt x="1421" y="1934"/>
                    </a:cubicBezTo>
                    <a:cubicBezTo>
                      <a:pt x="1566" y="1934"/>
                      <a:pt x="1711" y="1879"/>
                      <a:pt x="1821" y="1769"/>
                    </a:cubicBezTo>
                    <a:cubicBezTo>
                      <a:pt x="2045" y="1545"/>
                      <a:pt x="2042" y="1189"/>
                      <a:pt x="1821" y="966"/>
                    </a:cubicBezTo>
                    <a:lnTo>
                      <a:pt x="1021" y="166"/>
                    </a:lnTo>
                    <a:cubicBezTo>
                      <a:pt x="911" y="55"/>
                      <a:pt x="766" y="0"/>
                      <a:pt x="6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3" name="Google Shape;13356;p75">
                <a:extLst>
                  <a:ext uri="{FF2B5EF4-FFF2-40B4-BE49-F238E27FC236}">
                    <a16:creationId xmlns:a16="http://schemas.microsoft.com/office/drawing/2014/main" id="{AB41080F-0108-5135-FBD9-C59796CE2622}"/>
                  </a:ext>
                </a:extLst>
              </p:cNvPr>
              <p:cNvSpPr/>
              <p:nvPr/>
            </p:nvSpPr>
            <p:spPr>
              <a:xfrm>
                <a:off x="2077575" y="2615925"/>
                <a:ext cx="502150" cy="483150"/>
              </a:xfrm>
              <a:custGeom>
                <a:avLst/>
                <a:gdLst/>
                <a:ahLst/>
                <a:cxnLst/>
                <a:rect l="l" t="t" r="r" b="b"/>
                <a:pathLst>
                  <a:path w="20086" h="19326" extrusionOk="0">
                    <a:moveTo>
                      <a:pt x="14865" y="4061"/>
                    </a:moveTo>
                    <a:cubicBezTo>
                      <a:pt x="14901" y="4061"/>
                      <a:pt x="14937" y="4064"/>
                      <a:pt x="14974" y="4071"/>
                    </a:cubicBezTo>
                    <a:cubicBezTo>
                      <a:pt x="15239" y="4125"/>
                      <a:pt x="15430" y="4358"/>
                      <a:pt x="15430" y="4627"/>
                    </a:cubicBezTo>
                    <a:cubicBezTo>
                      <a:pt x="15430" y="4778"/>
                      <a:pt x="15369" y="4922"/>
                      <a:pt x="15264" y="5028"/>
                    </a:cubicBezTo>
                    <a:cubicBezTo>
                      <a:pt x="15153" y="5137"/>
                      <a:pt x="15008" y="5194"/>
                      <a:pt x="14862" y="5194"/>
                    </a:cubicBezTo>
                    <a:cubicBezTo>
                      <a:pt x="14753" y="5194"/>
                      <a:pt x="14643" y="5162"/>
                      <a:pt x="14548" y="5098"/>
                    </a:cubicBezTo>
                    <a:cubicBezTo>
                      <a:pt x="14324" y="4947"/>
                      <a:pt x="14237" y="4660"/>
                      <a:pt x="14340" y="4409"/>
                    </a:cubicBezTo>
                    <a:cubicBezTo>
                      <a:pt x="14428" y="4195"/>
                      <a:pt x="14638" y="4061"/>
                      <a:pt x="14865" y="4061"/>
                    </a:cubicBezTo>
                    <a:close/>
                    <a:moveTo>
                      <a:pt x="13258" y="1136"/>
                    </a:moveTo>
                    <a:cubicBezTo>
                      <a:pt x="14386" y="1136"/>
                      <a:pt x="15514" y="1507"/>
                      <a:pt x="16441" y="2247"/>
                    </a:cubicBezTo>
                    <a:lnTo>
                      <a:pt x="15593" y="3096"/>
                    </a:lnTo>
                    <a:cubicBezTo>
                      <a:pt x="15349" y="2979"/>
                      <a:pt x="15100" y="2926"/>
                      <a:pt x="14858" y="2926"/>
                    </a:cubicBezTo>
                    <a:cubicBezTo>
                      <a:pt x="13865" y="2926"/>
                      <a:pt x="12999" y="3824"/>
                      <a:pt x="13186" y="4916"/>
                    </a:cubicBezTo>
                    <a:cubicBezTo>
                      <a:pt x="13295" y="5541"/>
                      <a:pt x="13742" y="6055"/>
                      <a:pt x="14346" y="6248"/>
                    </a:cubicBezTo>
                    <a:cubicBezTo>
                      <a:pt x="14514" y="6301"/>
                      <a:pt x="14688" y="6327"/>
                      <a:pt x="14859" y="6327"/>
                    </a:cubicBezTo>
                    <a:cubicBezTo>
                      <a:pt x="15304" y="6327"/>
                      <a:pt x="15739" y="6153"/>
                      <a:pt x="16064" y="5828"/>
                    </a:cubicBezTo>
                    <a:cubicBezTo>
                      <a:pt x="16571" y="5321"/>
                      <a:pt x="16704" y="4545"/>
                      <a:pt x="16396" y="3896"/>
                    </a:cubicBezTo>
                    <a:lnTo>
                      <a:pt x="17241" y="3050"/>
                    </a:lnTo>
                    <a:lnTo>
                      <a:pt x="17241" y="3050"/>
                    </a:lnTo>
                    <a:cubicBezTo>
                      <a:pt x="18842" y="5046"/>
                      <a:pt x="18715" y="7981"/>
                      <a:pt x="16864" y="9832"/>
                    </a:cubicBezTo>
                    <a:lnTo>
                      <a:pt x="16462" y="10231"/>
                    </a:lnTo>
                    <a:lnTo>
                      <a:pt x="16064" y="9832"/>
                    </a:lnTo>
                    <a:cubicBezTo>
                      <a:pt x="15952" y="9722"/>
                      <a:pt x="15806" y="9666"/>
                      <a:pt x="15661" y="9666"/>
                    </a:cubicBezTo>
                    <a:cubicBezTo>
                      <a:pt x="15516" y="9666"/>
                      <a:pt x="15372" y="9721"/>
                      <a:pt x="15261" y="9832"/>
                    </a:cubicBezTo>
                    <a:cubicBezTo>
                      <a:pt x="15040" y="10053"/>
                      <a:pt x="15040" y="10412"/>
                      <a:pt x="15261" y="10632"/>
                    </a:cubicBezTo>
                    <a:lnTo>
                      <a:pt x="15662" y="11034"/>
                    </a:lnTo>
                    <a:lnTo>
                      <a:pt x="8666" y="18027"/>
                    </a:lnTo>
                    <a:cubicBezTo>
                      <a:pt x="8556" y="18137"/>
                      <a:pt x="8411" y="18192"/>
                      <a:pt x="8266" y="18192"/>
                    </a:cubicBezTo>
                    <a:cubicBezTo>
                      <a:pt x="8121" y="18192"/>
                      <a:pt x="7976" y="18137"/>
                      <a:pt x="7866" y="18027"/>
                    </a:cubicBezTo>
                    <a:lnTo>
                      <a:pt x="1462" y="11623"/>
                    </a:lnTo>
                    <a:cubicBezTo>
                      <a:pt x="1241" y="11402"/>
                      <a:pt x="1241" y="11043"/>
                      <a:pt x="1462" y="10822"/>
                    </a:cubicBezTo>
                    <a:lnTo>
                      <a:pt x="8458" y="3826"/>
                    </a:lnTo>
                    <a:lnTo>
                      <a:pt x="8856" y="4228"/>
                    </a:lnTo>
                    <a:cubicBezTo>
                      <a:pt x="8966" y="4338"/>
                      <a:pt x="9111" y="4393"/>
                      <a:pt x="9256" y="4393"/>
                    </a:cubicBezTo>
                    <a:cubicBezTo>
                      <a:pt x="9401" y="4393"/>
                      <a:pt x="9546" y="4338"/>
                      <a:pt x="9656" y="4228"/>
                    </a:cubicBezTo>
                    <a:cubicBezTo>
                      <a:pt x="9880" y="4005"/>
                      <a:pt x="9877" y="3648"/>
                      <a:pt x="9656" y="3425"/>
                    </a:cubicBezTo>
                    <a:lnTo>
                      <a:pt x="9258" y="3026"/>
                    </a:lnTo>
                    <a:lnTo>
                      <a:pt x="9656" y="2625"/>
                    </a:lnTo>
                    <a:cubicBezTo>
                      <a:pt x="10649" y="1632"/>
                      <a:pt x="11954" y="1136"/>
                      <a:pt x="13258" y="1136"/>
                    </a:cubicBezTo>
                    <a:close/>
                    <a:moveTo>
                      <a:pt x="13261" y="1"/>
                    </a:moveTo>
                    <a:cubicBezTo>
                      <a:pt x="11661" y="1"/>
                      <a:pt x="10066" y="615"/>
                      <a:pt x="8856" y="1825"/>
                    </a:cubicBezTo>
                    <a:lnTo>
                      <a:pt x="8056" y="2625"/>
                    </a:lnTo>
                    <a:lnTo>
                      <a:pt x="661" y="10019"/>
                    </a:lnTo>
                    <a:cubicBezTo>
                      <a:pt x="0" y="10684"/>
                      <a:pt x="0" y="11759"/>
                      <a:pt x="661" y="12423"/>
                    </a:cubicBezTo>
                    <a:lnTo>
                      <a:pt x="7066" y="18827"/>
                    </a:lnTo>
                    <a:cubicBezTo>
                      <a:pt x="7398" y="19159"/>
                      <a:pt x="7833" y="19325"/>
                      <a:pt x="8267" y="19325"/>
                    </a:cubicBezTo>
                    <a:cubicBezTo>
                      <a:pt x="8702" y="19325"/>
                      <a:pt x="9137" y="19159"/>
                      <a:pt x="9469" y="18827"/>
                    </a:cubicBezTo>
                    <a:lnTo>
                      <a:pt x="17664" y="10632"/>
                    </a:lnTo>
                    <a:cubicBezTo>
                      <a:pt x="19956" y="8337"/>
                      <a:pt x="20086" y="4687"/>
                      <a:pt x="18044" y="2244"/>
                    </a:cubicBezTo>
                    <a:lnTo>
                      <a:pt x="19264" y="1024"/>
                    </a:lnTo>
                    <a:cubicBezTo>
                      <a:pt x="19485" y="804"/>
                      <a:pt x="19485" y="445"/>
                      <a:pt x="19264" y="224"/>
                    </a:cubicBezTo>
                    <a:cubicBezTo>
                      <a:pt x="19154" y="114"/>
                      <a:pt x="19009" y="59"/>
                      <a:pt x="18864" y="59"/>
                    </a:cubicBezTo>
                    <a:cubicBezTo>
                      <a:pt x="18719" y="59"/>
                      <a:pt x="18574" y="114"/>
                      <a:pt x="18464" y="224"/>
                    </a:cubicBezTo>
                    <a:lnTo>
                      <a:pt x="17244" y="1444"/>
                    </a:lnTo>
                    <a:cubicBezTo>
                      <a:pt x="16086" y="478"/>
                      <a:pt x="14671" y="1"/>
                      <a:pt x="132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957CC3A-0DBD-AC70-6B2A-0311D4806AE4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60471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