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30/6/25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svg"/><Relationship Id="rId6" Type="http://schemas.openxmlformats.org/officeDocument/2006/relationships/image" Target="../media/image4.png"/><Relationship Id="rId7" Type="http://schemas.openxmlformats.org/officeDocument/2006/relationships/image" Target="../media/image1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3.svg"/><Relationship Id="rId6" Type="http://schemas.openxmlformats.org/officeDocument/2006/relationships/image" Target="../media/image5.png"/><Relationship Id="rId7" Type="http://schemas.openxmlformats.org/officeDocument/2006/relationships/image" Target="../media/image2.svg"/><Relationship Id="rId8" Type="http://schemas.openxmlformats.org/officeDocument/2006/relationships/image" Target="../media/image4.png"/><Relationship Id="rId9" Type="http://schemas.openxmlformats.org/officeDocument/2006/relationships/image" Target="../media/image1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svg"/><Relationship Id="rId6" Type="http://schemas.openxmlformats.org/officeDocument/2006/relationships/image" Target="../media/image6.png"/><Relationship Id="rId7" Type="http://schemas.openxmlformats.org/officeDocument/2006/relationships/image" Target="../media/image3.svg"/><Relationship Id="rId8" Type="http://schemas.openxmlformats.org/officeDocument/2006/relationships/image" Target="../media/image5.png"/><Relationship Id="rId9" Type="http://schemas.openxmlformats.org/officeDocument/2006/relationships/image" Target="../media/image2.svg"/><Relationship Id="rId10" Type="http://schemas.openxmlformats.org/officeDocument/2006/relationships/image" Target="../media/image4.png"/><Relationship Id="rId11" Type="http://schemas.openxmlformats.org/officeDocument/2006/relationships/image" Target="../media/image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svg"/><Relationship Id="rId6" Type="http://schemas.openxmlformats.org/officeDocument/2006/relationships/image" Target="../media/image6.png"/><Relationship Id="rId7" Type="http://schemas.openxmlformats.org/officeDocument/2006/relationships/image" Target="../media/image3.svg"/><Relationship Id="rId8" Type="http://schemas.openxmlformats.org/officeDocument/2006/relationships/image" Target="../media/image5.png"/><Relationship Id="rId9" Type="http://schemas.openxmlformats.org/officeDocument/2006/relationships/image" Target="../media/image2.svg"/><Relationship Id="rId10" Type="http://schemas.openxmlformats.org/officeDocument/2006/relationships/image" Target="../media/image4.png"/><Relationship Id="rId11" Type="http://schemas.openxmlformats.org/officeDocument/2006/relationships/image" Target="../media/image1.svg"/><Relationship Id="rId12" Type="http://schemas.openxmlformats.org/officeDocument/2006/relationships/image" Target="../media/image8.png"/><Relationship Id="rId13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DBB38B7-88C1-3CE1-87C1-29E290A6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6AB297EC-9DB7-6913-EE52-814BFED4D51B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A5C0AF02-890D-F4AE-8931-D75F0866B762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AB75DB3-F577-D949-6315-7859439EB422}"/>
              </a:ext>
            </a:extLst>
          </p:cNvPr>
          <p:cNvSpPr/>
          <p:nvPr/>
        </p:nvSpPr>
        <p:spPr>
          <a:xfrm>
            <a:off x="4714672" y="1835782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9D540E8C-1EA8-7973-B9DA-F0FB55CE0C8D}"/>
              </a:ext>
            </a:extLst>
          </p:cNvPr>
          <p:cNvSpPr/>
          <p:nvPr/>
        </p:nvSpPr>
        <p:spPr>
          <a:xfrm>
            <a:off x="4784444" y="1811324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7CB5060-97A5-5AE9-86F4-A7CC19AEFE07}"/>
              </a:ext>
            </a:extLst>
          </p:cNvPr>
          <p:cNvGrpSpPr/>
          <p:nvPr/>
        </p:nvGrpSpPr>
        <p:grpSpPr>
          <a:xfrm>
            <a:off x="4896403" y="1951795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0490BA66-4226-6A75-1BD7-FFB10C540C5A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99707863-31FF-B369-F5B1-DAF1B22E5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B110821F-56C4-E680-DCDA-0386FAD04E7B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0716841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DE5F830-D83A-4020-F5BB-15EB26D8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64B4E600-B1A7-928C-B4A4-987693417BFD}"/>
              </a:ext>
            </a:extLst>
          </p:cNvPr>
          <p:cNvSpPr/>
          <p:nvPr/>
        </p:nvSpPr>
        <p:spPr bwMode="auto">
          <a:xfrm rot="10800000">
            <a:off x="6206836" y="39914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79FDE07E-AA6B-38DC-B740-483BA1514E06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40FA3348-A32B-8B7C-B393-6064CD644EFB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5E6159A5-E97F-E664-06F3-764D4D7B46E7}"/>
              </a:ext>
            </a:extLst>
          </p:cNvPr>
          <p:cNvSpPr txBox="1"/>
          <p:nvPr/>
        </p:nvSpPr>
        <p:spPr>
          <a:xfrm rot="2160000">
            <a:off x="6664445" y="111776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70338572-8B12-FBEA-648E-CE88343BA637}"/>
              </a:ext>
            </a:extLst>
          </p:cNvPr>
          <p:cNvSpPr/>
          <p:nvPr/>
        </p:nvSpPr>
        <p:spPr>
          <a:xfrm>
            <a:off x="4722962" y="1830833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E5282F8-0F7F-E7D9-A5F6-0F8A90F9403C}"/>
              </a:ext>
            </a:extLst>
          </p:cNvPr>
          <p:cNvSpPr/>
          <p:nvPr/>
        </p:nvSpPr>
        <p:spPr>
          <a:xfrm rot="12960000">
            <a:off x="6152972" y="201551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18A0F56E-0744-9E67-447B-269D4740D8AE}"/>
              </a:ext>
            </a:extLst>
          </p:cNvPr>
          <p:cNvSpPr/>
          <p:nvPr/>
        </p:nvSpPr>
        <p:spPr>
          <a:xfrm>
            <a:off x="6402619" y="1643908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5C4E8A83-00D4-E163-A077-EEF82F78B2A6}"/>
              </a:ext>
            </a:extLst>
          </p:cNvPr>
          <p:cNvSpPr/>
          <p:nvPr/>
        </p:nvSpPr>
        <p:spPr>
          <a:xfrm>
            <a:off x="4792734" y="180637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26FF4B0C-2048-7616-2EEA-A7B69B6D7DDA}"/>
              </a:ext>
            </a:extLst>
          </p:cNvPr>
          <p:cNvGrpSpPr/>
          <p:nvPr/>
        </p:nvGrpSpPr>
        <p:grpSpPr>
          <a:xfrm>
            <a:off x="4904693" y="1946846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43551E58-65B6-8FF6-5E49-7CD48CFD4A7E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3054B94B-CD79-0F7D-7A9E-79449742F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5A06D017-1CA9-026F-DCF8-6C98C2B4F50C}"/>
              </a:ext>
            </a:extLst>
          </p:cNvPr>
          <p:cNvSpPr/>
          <p:nvPr/>
        </p:nvSpPr>
        <p:spPr>
          <a:xfrm>
            <a:off x="6580475" y="183921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8" name="Gráfico 107">
            <a:extLst>
              <a:ext uri="{FF2B5EF4-FFF2-40B4-BE49-F238E27FC236}">
                <a16:creationId xmlns:a16="http://schemas.microsoft.com/office/drawing/2014/main" id="{2B6E0A79-EF99-17A6-18AB-29FD654E3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60000">
            <a:off x="6689247" y="1949142"/>
            <a:ext cx="517427" cy="5174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7710FFD-BEE2-D163-FCE6-2F7AC14AB731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88457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2B5328E-2BFC-1582-687C-CBF83EF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22B8107B-1ADE-DCF9-E24F-5C4893E73D67}"/>
              </a:ext>
            </a:extLst>
          </p:cNvPr>
          <p:cNvSpPr/>
          <p:nvPr/>
        </p:nvSpPr>
        <p:spPr bwMode="auto">
          <a:xfrm rot="6492807">
            <a:off x="6345807" y="310358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B9AEACD9-10BD-4CBE-F469-018D41865AC6}"/>
              </a:ext>
            </a:extLst>
          </p:cNvPr>
          <p:cNvSpPr/>
          <p:nvPr/>
        </p:nvSpPr>
        <p:spPr bwMode="auto">
          <a:xfrm rot="6492807">
            <a:off x="3755705" y="305863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8F4CF1A8-4568-4B28-A870-2A03D64878CC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00CEA231-81B5-C265-0684-48A722151EA3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F45F4275-8CD8-6E98-6C6F-BDF45B60D300}"/>
              </a:ext>
            </a:extLst>
          </p:cNvPr>
          <p:cNvSpPr txBox="1"/>
          <p:nvPr/>
        </p:nvSpPr>
        <p:spPr>
          <a:xfrm rot="19452807">
            <a:off x="4042093" y="1130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B0BCEBB-5B8E-8059-A69A-62C30460BED7}"/>
              </a:ext>
            </a:extLst>
          </p:cNvPr>
          <p:cNvSpPr/>
          <p:nvPr/>
        </p:nvSpPr>
        <p:spPr>
          <a:xfrm rot="8652807">
            <a:off x="4568575" y="2055124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EB412752-89E8-0A76-2EB5-CA6E9B01C011}"/>
              </a:ext>
            </a:extLst>
          </p:cNvPr>
          <p:cNvSpPr/>
          <p:nvPr/>
        </p:nvSpPr>
        <p:spPr>
          <a:xfrm rot="12972807">
            <a:off x="6159720" y="2115367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5D6ED523-C24D-7523-2A4D-8E171EF557BD}"/>
              </a:ext>
            </a:extLst>
          </p:cNvPr>
          <p:cNvSpPr/>
          <p:nvPr/>
        </p:nvSpPr>
        <p:spPr>
          <a:xfrm rot="17292807">
            <a:off x="4851367" y="171252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0449FF4A-F85B-DF7E-20D7-6D99B57CF77B}"/>
              </a:ext>
            </a:extLst>
          </p:cNvPr>
          <p:cNvSpPr/>
          <p:nvPr/>
        </p:nvSpPr>
        <p:spPr>
          <a:xfrm rot="17292807">
            <a:off x="6458888" y="1741062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7E6188B7-40EB-EC1F-779D-F4D58BF51463}"/>
              </a:ext>
            </a:extLst>
          </p:cNvPr>
          <p:cNvSpPr/>
          <p:nvPr/>
        </p:nvSpPr>
        <p:spPr>
          <a:xfrm rot="17292807">
            <a:off x="4651642" y="194678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7196AADE-5578-9927-813D-BF9F555DC21A}"/>
              </a:ext>
            </a:extLst>
          </p:cNvPr>
          <p:cNvGrpSpPr/>
          <p:nvPr/>
        </p:nvGrpSpPr>
        <p:grpSpPr>
          <a:xfrm rot="17292807">
            <a:off x="4784116" y="2079148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BBB4074D-F80C-6D6F-CAD6-4EF72FA35BA7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CFFC014E-CB6A-4D0E-8212-FAA1B000D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E1B878A1-463E-A79C-AF82-3592A3C0EEF8}"/>
              </a:ext>
            </a:extLst>
          </p:cNvPr>
          <p:cNvSpPr/>
          <p:nvPr/>
        </p:nvSpPr>
        <p:spPr>
          <a:xfrm rot="17292807">
            <a:off x="5045233" y="18993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B5DA4207-8FFB-33C4-5CB8-C94E32ADDCFC}"/>
              </a:ext>
            </a:extLst>
          </p:cNvPr>
          <p:cNvSpPr txBox="1"/>
          <p:nvPr/>
        </p:nvSpPr>
        <p:spPr>
          <a:xfrm rot="2412807">
            <a:off x="6776321" y="1150043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8446AD21-B2D4-1337-27C3-0D9145398E0F}"/>
              </a:ext>
            </a:extLst>
          </p:cNvPr>
          <p:cNvSpPr/>
          <p:nvPr/>
        </p:nvSpPr>
        <p:spPr>
          <a:xfrm rot="17292807">
            <a:off x="6652754" y="1927882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" name="Gráfico 104">
            <a:extLst>
              <a:ext uri="{FF2B5EF4-FFF2-40B4-BE49-F238E27FC236}">
                <a16:creationId xmlns:a16="http://schemas.microsoft.com/office/drawing/2014/main" id="{3D98AE98-C3F2-A5FE-A52E-25B4A976CE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412807">
            <a:off x="6788285" y="2019257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401465E9-3584-2AC8-8767-AB3F283BF3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52807">
            <a:off x="5157070" y="1996218"/>
            <a:ext cx="517427" cy="5174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BA82439-2B89-84AF-4286-267955D2BFE7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66458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D2DD7C0-A73B-507F-522A-7599CFEF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BA5255E9-2B1D-D8D9-E246-A562D3D37B3C}"/>
              </a:ext>
            </a:extLst>
          </p:cNvPr>
          <p:cNvSpPr/>
          <p:nvPr/>
        </p:nvSpPr>
        <p:spPr bwMode="auto">
          <a:xfrm rot="2150281">
            <a:off x="5653130" y="757699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67124A9B-F2E1-3D56-6526-435133170E0D}"/>
              </a:ext>
            </a:extLst>
          </p:cNvPr>
          <p:cNvSpPr/>
          <p:nvPr/>
        </p:nvSpPr>
        <p:spPr bwMode="auto">
          <a:xfrm rot="2150281">
            <a:off x="4100536" y="124506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C4238A7C-F51A-BBDC-69CD-A0431B83C146}"/>
              </a:ext>
            </a:extLst>
          </p:cNvPr>
          <p:cNvSpPr/>
          <p:nvPr/>
        </p:nvSpPr>
        <p:spPr bwMode="auto">
          <a:xfrm rot="2150281">
            <a:off x="2813843" y="2577976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E0FA13A-32ED-FCFB-A392-9C0A02D8FBF3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4CA476C-265A-5075-F45E-B0310C48E686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17CFEFB6-E219-2D72-F487-891C2EA421DE}"/>
              </a:ext>
            </a:extLst>
          </p:cNvPr>
          <p:cNvSpPr txBox="1"/>
          <p:nvPr/>
        </p:nvSpPr>
        <p:spPr>
          <a:xfrm rot="15110281">
            <a:off x="3225129" y="3627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11E7CA0A-1E18-CB38-3E28-E8163745FDE0}"/>
              </a:ext>
            </a:extLst>
          </p:cNvPr>
          <p:cNvSpPr/>
          <p:nvPr/>
        </p:nvSpPr>
        <p:spPr>
          <a:xfrm rot="12950281">
            <a:off x="4772081" y="1863374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858F308-0E5B-0DE7-E143-39009A08CC14}"/>
              </a:ext>
            </a:extLst>
          </p:cNvPr>
          <p:cNvSpPr/>
          <p:nvPr/>
        </p:nvSpPr>
        <p:spPr>
          <a:xfrm rot="4310281">
            <a:off x="4098739" y="3565769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FA8C8249-F1C1-00BF-1319-56C393DB5E69}"/>
              </a:ext>
            </a:extLst>
          </p:cNvPr>
          <p:cNvSpPr/>
          <p:nvPr/>
        </p:nvSpPr>
        <p:spPr>
          <a:xfrm rot="8630281">
            <a:off x="4605465" y="2091292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8D204A2-506F-D49D-BFA6-D26D4051F01D}"/>
              </a:ext>
            </a:extLst>
          </p:cNvPr>
          <p:cNvSpPr/>
          <p:nvPr/>
        </p:nvSpPr>
        <p:spPr>
          <a:xfrm rot="12950281">
            <a:off x="6163936" y="209957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E72FABA0-83C5-B161-33D8-0A19152B2A78}"/>
              </a:ext>
            </a:extLst>
          </p:cNvPr>
          <p:cNvSpPr/>
          <p:nvPr/>
        </p:nvSpPr>
        <p:spPr>
          <a:xfrm rot="12950281">
            <a:off x="4419591" y="320039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85719A3D-6175-574F-A090-995C8AFD2289}"/>
              </a:ext>
            </a:extLst>
          </p:cNvPr>
          <p:cNvSpPr/>
          <p:nvPr/>
        </p:nvSpPr>
        <p:spPr>
          <a:xfrm rot="12950281">
            <a:off x="4933515" y="1676967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14CA170F-3786-FDC5-E115-F2BC158EE326}"/>
              </a:ext>
            </a:extLst>
          </p:cNvPr>
          <p:cNvSpPr/>
          <p:nvPr/>
        </p:nvSpPr>
        <p:spPr>
          <a:xfrm rot="12950281">
            <a:off x="6409481" y="1697058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DC0F7960-BC67-3EEA-6F84-0D22DFFE9A51}"/>
              </a:ext>
            </a:extLst>
          </p:cNvPr>
          <p:cNvSpPr/>
          <p:nvPr/>
        </p:nvSpPr>
        <p:spPr>
          <a:xfrm rot="12950281">
            <a:off x="4725607" y="2105636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EF848324-E62A-536D-4147-C144EF86C2CF}"/>
              </a:ext>
            </a:extLst>
          </p:cNvPr>
          <p:cNvGrpSpPr/>
          <p:nvPr/>
        </p:nvGrpSpPr>
        <p:grpSpPr>
          <a:xfrm rot="12950281">
            <a:off x="4856669" y="2215827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E8FDB0BA-B7A0-FFBF-6568-F96F846F1516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0A3194DB-F234-E431-44D1-0104814DD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889FA190-8D78-BF5B-8D10-E9F88DCC6264}"/>
              </a:ext>
            </a:extLst>
          </p:cNvPr>
          <p:cNvSpPr/>
          <p:nvPr/>
        </p:nvSpPr>
        <p:spPr>
          <a:xfrm rot="12950281">
            <a:off x="4610289" y="33692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EFDB284-E41D-D83D-8725-D54E0831C448}"/>
              </a:ext>
            </a:extLst>
          </p:cNvPr>
          <p:cNvSpPr txBox="1"/>
          <p:nvPr/>
        </p:nvSpPr>
        <p:spPr>
          <a:xfrm rot="19670281">
            <a:off x="4050149" y="998677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7A7A6677-C976-6CFF-B854-FCD344542CFF}"/>
              </a:ext>
            </a:extLst>
          </p:cNvPr>
          <p:cNvSpPr/>
          <p:nvPr/>
        </p:nvSpPr>
        <p:spPr>
          <a:xfrm rot="12950281">
            <a:off x="5124213" y="1845816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BC2580D9-0A51-AAC1-CDDE-3A5B02A02B41}"/>
              </a:ext>
            </a:extLst>
          </p:cNvPr>
          <p:cNvSpPr/>
          <p:nvPr/>
        </p:nvSpPr>
        <p:spPr>
          <a:xfrm rot="12950281">
            <a:off x="6600179" y="1865908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FCE15173-413F-1118-D243-19187E38E807}"/>
              </a:ext>
            </a:extLst>
          </p:cNvPr>
          <p:cNvSpPr txBox="1"/>
          <p:nvPr/>
        </p:nvSpPr>
        <p:spPr>
          <a:xfrm rot="2150281">
            <a:off x="6836741" y="1122999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pic>
        <p:nvPicPr>
          <p:cNvPr id="103" name="Gráfico 102">
            <a:extLst>
              <a:ext uri="{FF2B5EF4-FFF2-40B4-BE49-F238E27FC236}">
                <a16:creationId xmlns:a16="http://schemas.microsoft.com/office/drawing/2014/main" id="{BE562FAD-AF66-3181-A749-BCDAD0D38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50281">
            <a:off x="6711030" y="1960999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36B3F561-BDBC-8FE7-7215-96792FF3FC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281">
            <a:off x="5222985" y="1933641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9C4C9325-E78B-7FD0-FFAB-41471CFC4E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110281">
            <a:off x="4710568" y="3459136"/>
            <a:ext cx="517427" cy="5174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EA77022-20A9-F174-D6C8-03095A0A1382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478126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F3B8023-27A8-654F-0C58-47DDA41D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99E9869E-CDE3-9AFD-736A-F7F04B205736}"/>
              </a:ext>
            </a:extLst>
          </p:cNvPr>
          <p:cNvSpPr/>
          <p:nvPr/>
        </p:nvSpPr>
        <p:spPr bwMode="auto">
          <a:xfrm rot="19462802">
            <a:off x="3502676" y="710234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3F90C4D3-CBB0-E15E-F172-FF75DBF60B65}"/>
              </a:ext>
            </a:extLst>
          </p:cNvPr>
          <p:cNvSpPr/>
          <p:nvPr/>
        </p:nvSpPr>
        <p:spPr bwMode="auto">
          <a:xfrm rot="19462802">
            <a:off x="6109282" y="61877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3819DF15-CE2D-0AB3-40F9-13035B141A42}"/>
              </a:ext>
            </a:extLst>
          </p:cNvPr>
          <p:cNvSpPr/>
          <p:nvPr/>
        </p:nvSpPr>
        <p:spPr bwMode="auto">
          <a:xfrm rot="19462802">
            <a:off x="3204388" y="2159522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8D0270BB-53E9-5599-1C95-BA2596375DED}"/>
              </a:ext>
            </a:extLst>
          </p:cNvPr>
          <p:cNvSpPr/>
          <p:nvPr/>
        </p:nvSpPr>
        <p:spPr bwMode="auto">
          <a:xfrm rot="19462802">
            <a:off x="4676327" y="4128848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3B6533DA-3F2A-A072-B7A6-9E3FA3131399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3C15038C-510E-794D-7BB7-D0AE68107BF2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C49E9E85-653D-FA7E-FD6D-8CE912A0B633}"/>
              </a:ext>
            </a:extLst>
          </p:cNvPr>
          <p:cNvSpPr txBox="1"/>
          <p:nvPr/>
        </p:nvSpPr>
        <p:spPr>
          <a:xfrm rot="10822802">
            <a:off x="5289804" y="5143525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EE9B889-EDE1-FCC6-E24F-BED9BC3EABD7}"/>
              </a:ext>
            </a:extLst>
          </p:cNvPr>
          <p:cNvSpPr/>
          <p:nvPr/>
        </p:nvSpPr>
        <p:spPr>
          <a:xfrm rot="22802">
            <a:off x="5342635" y="445238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817CE93-6EBD-A553-E77F-F2BA41F1A729}"/>
              </a:ext>
            </a:extLst>
          </p:cNvPr>
          <p:cNvSpPr/>
          <p:nvPr/>
        </p:nvSpPr>
        <p:spPr>
          <a:xfrm rot="4342802">
            <a:off x="4073551" y="3526300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12EAE8-4871-A87B-58FF-622CBDB5E357}"/>
              </a:ext>
            </a:extLst>
          </p:cNvPr>
          <p:cNvSpPr/>
          <p:nvPr/>
        </p:nvSpPr>
        <p:spPr>
          <a:xfrm rot="8662802">
            <a:off x="4576999" y="2051362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C9CED14-B8F5-0C8A-D2D2-35C9A7D51CF3}"/>
              </a:ext>
            </a:extLst>
          </p:cNvPr>
          <p:cNvSpPr/>
          <p:nvPr/>
        </p:nvSpPr>
        <p:spPr>
          <a:xfrm rot="12982802">
            <a:off x="6163071" y="1994087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79D08712-8E71-164C-7B4D-8B8312143016}"/>
              </a:ext>
            </a:extLst>
          </p:cNvPr>
          <p:cNvSpPr/>
          <p:nvPr/>
        </p:nvSpPr>
        <p:spPr>
          <a:xfrm rot="8662802">
            <a:off x="5653758" y="4044229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29284E2C-7403-3B74-F322-3ACC4F7B4F1D}"/>
              </a:ext>
            </a:extLst>
          </p:cNvPr>
          <p:cNvSpPr/>
          <p:nvPr/>
        </p:nvSpPr>
        <p:spPr>
          <a:xfrm rot="8662802">
            <a:off x="4372842" y="3072534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EB769C7F-C69D-200F-4FDF-CDF22A9AC35B}"/>
              </a:ext>
            </a:extLst>
          </p:cNvPr>
          <p:cNvSpPr/>
          <p:nvPr/>
        </p:nvSpPr>
        <p:spPr>
          <a:xfrm rot="8662802">
            <a:off x="4861248" y="167957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18BB2C8-153A-4100-3F82-A2D52C2E05A0}"/>
              </a:ext>
            </a:extLst>
          </p:cNvPr>
          <p:cNvSpPr/>
          <p:nvPr/>
        </p:nvSpPr>
        <p:spPr>
          <a:xfrm rot="8662802">
            <a:off x="6416127" y="1666737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8BB1A060-2FB8-5270-D75C-3CB4DD9AFBF6}"/>
              </a:ext>
            </a:extLst>
          </p:cNvPr>
          <p:cNvSpPr/>
          <p:nvPr/>
        </p:nvSpPr>
        <p:spPr>
          <a:xfrm rot="8662802">
            <a:off x="4865526" y="2065992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19D1259D-8ABF-7C87-B30B-10A0D4E08FF8}"/>
              </a:ext>
            </a:extLst>
          </p:cNvPr>
          <p:cNvGrpSpPr/>
          <p:nvPr/>
        </p:nvGrpSpPr>
        <p:grpSpPr>
          <a:xfrm rot="8662802">
            <a:off x="4975309" y="2170705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71FDD097-E059-6D2F-9491-FAC85F5D8BF5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4CC13D2E-11C9-476E-7924-8240E281D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46960B1D-6B2D-08AA-1FAE-3E48EB7C1193}"/>
              </a:ext>
            </a:extLst>
          </p:cNvPr>
          <p:cNvSpPr/>
          <p:nvPr/>
        </p:nvSpPr>
        <p:spPr>
          <a:xfrm rot="8662802">
            <a:off x="5826589" y="421054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4E5D75-2E6F-08A9-1B8E-5A08677F852A}"/>
              </a:ext>
            </a:extLst>
          </p:cNvPr>
          <p:cNvSpPr txBox="1"/>
          <p:nvPr/>
        </p:nvSpPr>
        <p:spPr>
          <a:xfrm rot="15382802">
            <a:off x="3038791" y="3496411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DB439838-2C4B-2301-33D9-96551B8D9183}"/>
              </a:ext>
            </a:extLst>
          </p:cNvPr>
          <p:cNvSpPr/>
          <p:nvPr/>
        </p:nvSpPr>
        <p:spPr>
          <a:xfrm rot="8662802">
            <a:off x="4545673" y="3238845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E52DFD4-93EA-A059-3FE7-14580945826D}"/>
              </a:ext>
            </a:extLst>
          </p:cNvPr>
          <p:cNvSpPr/>
          <p:nvPr/>
        </p:nvSpPr>
        <p:spPr>
          <a:xfrm rot="8662802">
            <a:off x="5034079" y="184588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816685E3-04A5-AD76-C0C2-C7CEDBDCD6EB}"/>
              </a:ext>
            </a:extLst>
          </p:cNvPr>
          <p:cNvSpPr txBox="1"/>
          <p:nvPr/>
        </p:nvSpPr>
        <p:spPr>
          <a:xfrm rot="19462802">
            <a:off x="4171252" y="1072578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ACFB273-67EC-21B1-3E2F-952B31EDA8A3}"/>
              </a:ext>
            </a:extLst>
          </p:cNvPr>
          <p:cNvSpPr/>
          <p:nvPr/>
        </p:nvSpPr>
        <p:spPr>
          <a:xfrm rot="8662802">
            <a:off x="6588957" y="1833049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9115A789-CBF5-66A2-9722-CBEDAF6C670C}"/>
              </a:ext>
            </a:extLst>
          </p:cNvPr>
          <p:cNvSpPr txBox="1"/>
          <p:nvPr/>
        </p:nvSpPr>
        <p:spPr>
          <a:xfrm rot="1942802">
            <a:off x="6800861" y="1137010"/>
            <a:ext cx="144943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480020-7096-31A3-AF0F-0FBF88B24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662802">
            <a:off x="6754766" y="1997071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E1F2EAFA-F941-6809-2EB7-5E99EBB8D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462802">
            <a:off x="5132693" y="1935152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0D586955-6591-C9E2-E686-DF839D1C24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382802">
            <a:off x="4629820" y="3360139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F79727F3-0F5A-24E8-B800-261C14095A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22802">
            <a:off x="5916756" y="4309160"/>
            <a:ext cx="517427" cy="5174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15FAD1E-32F3-2816-D12F-FED4F64E3703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5340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969851B-CB11-8D45-1CF1-546DB0DB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A3103C0C-F157-6F6C-EAD1-0871B9593A16}"/>
              </a:ext>
            </a:extLst>
          </p:cNvPr>
          <p:cNvSpPr/>
          <p:nvPr/>
        </p:nvSpPr>
        <p:spPr bwMode="auto">
          <a:xfrm rot="15076377">
            <a:off x="2820108" y="2768823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51EFB128-929F-F0F1-542E-9287258CEC8B}"/>
              </a:ext>
            </a:extLst>
          </p:cNvPr>
          <p:cNvSpPr/>
          <p:nvPr/>
        </p:nvSpPr>
        <p:spPr bwMode="auto">
          <a:xfrm rot="15076377">
            <a:off x="3792912" y="243352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C3C871F6-190D-1E8C-ACDA-DC4F94823E7D}"/>
              </a:ext>
            </a:extLst>
          </p:cNvPr>
          <p:cNvSpPr/>
          <p:nvPr/>
        </p:nvSpPr>
        <p:spPr bwMode="auto">
          <a:xfrm rot="15076377">
            <a:off x="4934317" y="3645880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052EA613-C6A5-835F-27F6-20300316F179}"/>
              </a:ext>
            </a:extLst>
          </p:cNvPr>
          <p:cNvSpPr/>
          <p:nvPr/>
        </p:nvSpPr>
        <p:spPr bwMode="auto">
          <a:xfrm rot="15076377">
            <a:off x="6792121" y="278485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E9B2391C-A2F0-EF0A-3BF9-A9A59E297455}"/>
              </a:ext>
            </a:extLst>
          </p:cNvPr>
          <p:cNvSpPr/>
          <p:nvPr/>
        </p:nvSpPr>
        <p:spPr bwMode="auto">
          <a:xfrm rot="15076377">
            <a:off x="5914061" y="187541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1EAA29FA-2A7A-34EE-8A99-A275B1B0EC4A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90B58342-F164-5BAA-A0A2-5CFFF5B3BD1A}"/>
              </a:ext>
            </a:extLst>
          </p:cNvPr>
          <p:cNvSpPr/>
          <p:nvPr/>
        </p:nvSpPr>
        <p:spPr bwMode="auto">
          <a:xfrm rot="15076377">
            <a:off x="4700107" y="1787214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936BC1A-455C-F746-89BA-E4AB02574D20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A6E3ED8B-CA22-0B61-162B-F39F9688BADF}"/>
              </a:ext>
            </a:extLst>
          </p:cNvPr>
          <p:cNvSpPr txBox="1"/>
          <p:nvPr/>
        </p:nvSpPr>
        <p:spPr>
          <a:xfrm rot="6436377">
            <a:off x="7434259" y="359220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C0522096-237A-A8FA-E4DD-F8073467EFD1}"/>
              </a:ext>
            </a:extLst>
          </p:cNvPr>
          <p:cNvSpPr/>
          <p:nvPr/>
        </p:nvSpPr>
        <p:spPr>
          <a:xfrm rot="4276377">
            <a:off x="4697755" y="1808798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91C39DF6-7019-10C5-D8FA-02814870816F}"/>
              </a:ext>
            </a:extLst>
          </p:cNvPr>
          <p:cNvSpPr/>
          <p:nvPr/>
        </p:nvSpPr>
        <p:spPr>
          <a:xfrm rot="17236377">
            <a:off x="6621088" y="3503188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E9FB75C-CC77-972D-7728-01C2FEC69452}"/>
              </a:ext>
            </a:extLst>
          </p:cNvPr>
          <p:cNvSpPr/>
          <p:nvPr/>
        </p:nvSpPr>
        <p:spPr>
          <a:xfrm rot="21556377">
            <a:off x="5333608" y="447256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B84D2BC5-9BBF-FB8B-8D13-09AF71F6F8AA}"/>
              </a:ext>
            </a:extLst>
          </p:cNvPr>
          <p:cNvSpPr/>
          <p:nvPr/>
        </p:nvSpPr>
        <p:spPr>
          <a:xfrm rot="4276377">
            <a:off x="4068608" y="356224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EDE2AD64-7252-8E0B-0C77-F2DC9282EECB}"/>
              </a:ext>
            </a:extLst>
          </p:cNvPr>
          <p:cNvSpPr/>
          <p:nvPr/>
        </p:nvSpPr>
        <p:spPr>
          <a:xfrm rot="8596377">
            <a:off x="4508447" y="2002944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4CD43A76-23E9-699B-AB67-562B1ACA559A}"/>
              </a:ext>
            </a:extLst>
          </p:cNvPr>
          <p:cNvSpPr/>
          <p:nvPr/>
        </p:nvSpPr>
        <p:spPr>
          <a:xfrm rot="12916377">
            <a:off x="6104369" y="1983525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A5ECEBDF-0FB3-7857-B57C-4DD8DDF3DA0A}"/>
              </a:ext>
            </a:extLst>
          </p:cNvPr>
          <p:cNvSpPr/>
          <p:nvPr/>
        </p:nvSpPr>
        <p:spPr>
          <a:xfrm rot="4276377">
            <a:off x="6887635" y="309121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72B7FB77-117A-BB9E-E8D4-DA68EC77F8FC}"/>
              </a:ext>
            </a:extLst>
          </p:cNvPr>
          <p:cNvSpPr/>
          <p:nvPr/>
        </p:nvSpPr>
        <p:spPr>
          <a:xfrm rot="4276377">
            <a:off x="5585655" y="4034495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45375BAF-9CD6-9E2F-3F66-622A62980F6F}"/>
              </a:ext>
            </a:extLst>
          </p:cNvPr>
          <p:cNvSpPr/>
          <p:nvPr/>
        </p:nvSpPr>
        <p:spPr>
          <a:xfrm rot="4276377">
            <a:off x="4394724" y="316239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1835B53A-FB4F-7A90-487D-D03F9E321DF1}"/>
              </a:ext>
            </a:extLst>
          </p:cNvPr>
          <p:cNvSpPr/>
          <p:nvPr/>
        </p:nvSpPr>
        <p:spPr>
          <a:xfrm rot="4276377">
            <a:off x="4834265" y="1670878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6A681B1F-A7DE-2013-956C-AA4FEFEA8373}"/>
              </a:ext>
            </a:extLst>
          </p:cNvPr>
          <p:cNvSpPr/>
          <p:nvPr/>
        </p:nvSpPr>
        <p:spPr>
          <a:xfrm rot="4276377">
            <a:off x="6325315" y="1623353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2A9A9DC6-8153-9FBC-7BD2-BD43DE658454}"/>
              </a:ext>
            </a:extLst>
          </p:cNvPr>
          <p:cNvSpPr/>
          <p:nvPr/>
        </p:nvSpPr>
        <p:spPr>
          <a:xfrm rot="4276377">
            <a:off x="4901442" y="1901849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0A125372-552F-DBD6-E086-942FFCEFFE72}"/>
              </a:ext>
            </a:extLst>
          </p:cNvPr>
          <p:cNvGrpSpPr/>
          <p:nvPr/>
        </p:nvGrpSpPr>
        <p:grpSpPr>
          <a:xfrm rot="4276377">
            <a:off x="4999299" y="2025535"/>
            <a:ext cx="2557171" cy="2387324"/>
            <a:chOff x="4928539" y="2020392"/>
            <a:chExt cx="2449132" cy="2298898"/>
          </a:xfrm>
        </p:grpSpPr>
        <p:sp>
          <p:nvSpPr>
            <p:cNvPr id="18" name="Pentágono regular 17">
              <a:extLst>
                <a:ext uri="{FF2B5EF4-FFF2-40B4-BE49-F238E27FC236}">
                  <a16:creationId xmlns:a16="http://schemas.microsoft.com/office/drawing/2014/main" id="{2B72E04A-0E1B-DBEB-9247-2EB49DD67FD6}"/>
                </a:ext>
              </a:extLst>
            </p:cNvPr>
            <p:cNvSpPr/>
            <p:nvPr/>
          </p:nvSpPr>
          <p:spPr>
            <a:xfrm>
              <a:off x="4928539" y="2020392"/>
              <a:ext cx="2449132" cy="2298898"/>
            </a:xfrm>
            <a:prstGeom prst="pentagon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" name="Imagen 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EC9AF2D9-315D-3606-EA91-C19A92DF2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0444" y="2500383"/>
              <a:ext cx="1594297" cy="1315343"/>
            </a:xfrm>
            <a:prstGeom prst="rect">
              <a:avLst/>
            </a:prstGeom>
          </p:spPr>
        </p:pic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55B3079A-640D-274A-9D90-608E39755313}"/>
              </a:ext>
            </a:extLst>
          </p:cNvPr>
          <p:cNvSpPr/>
          <p:nvPr/>
        </p:nvSpPr>
        <p:spPr>
          <a:xfrm rot="4276377">
            <a:off x="7052454" y="3274094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C52257-A38E-BE4E-E979-A735DBA5B18F}"/>
              </a:ext>
            </a:extLst>
          </p:cNvPr>
          <p:cNvSpPr txBox="1"/>
          <p:nvPr/>
        </p:nvSpPr>
        <p:spPr>
          <a:xfrm rot="10996377">
            <a:off x="5182504" y="5238317"/>
            <a:ext cx="176522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CEEF5E84-8794-24D9-811C-A8E5B361DCB2}"/>
              </a:ext>
            </a:extLst>
          </p:cNvPr>
          <p:cNvSpPr/>
          <p:nvPr/>
        </p:nvSpPr>
        <p:spPr>
          <a:xfrm rot="4276377">
            <a:off x="5750474" y="4217378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A253148-4834-4896-A242-59D4B3D5E239}"/>
              </a:ext>
            </a:extLst>
          </p:cNvPr>
          <p:cNvSpPr/>
          <p:nvPr/>
        </p:nvSpPr>
        <p:spPr>
          <a:xfrm rot="4276377">
            <a:off x="4559543" y="334527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4D1FA9DD-554C-8B21-3AF2-1FB5A714D024}"/>
              </a:ext>
            </a:extLst>
          </p:cNvPr>
          <p:cNvSpPr txBox="1"/>
          <p:nvPr/>
        </p:nvSpPr>
        <p:spPr>
          <a:xfrm rot="15076377">
            <a:off x="3325956" y="3630620"/>
            <a:ext cx="13885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B9B53147-4010-D5CE-1F54-DFA818D39D34}"/>
              </a:ext>
            </a:extLst>
          </p:cNvPr>
          <p:cNvSpPr/>
          <p:nvPr/>
        </p:nvSpPr>
        <p:spPr>
          <a:xfrm rot="4276377">
            <a:off x="4999084" y="1853761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6256A158-A141-85FB-EB0C-E6151FC28EBB}"/>
              </a:ext>
            </a:extLst>
          </p:cNvPr>
          <p:cNvSpPr txBox="1"/>
          <p:nvPr/>
        </p:nvSpPr>
        <p:spPr>
          <a:xfrm rot="19156377">
            <a:off x="3982875" y="1213230"/>
            <a:ext cx="1449436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A202E4D7-9AC3-0763-7604-2FDA33B4B4D9}"/>
              </a:ext>
            </a:extLst>
          </p:cNvPr>
          <p:cNvSpPr/>
          <p:nvPr/>
        </p:nvSpPr>
        <p:spPr>
          <a:xfrm rot="4276377">
            <a:off x="6490133" y="1806236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FB63F888-0296-C88F-5D47-00F0577F52E0}"/>
              </a:ext>
            </a:extLst>
          </p:cNvPr>
          <p:cNvSpPr txBox="1"/>
          <p:nvPr/>
        </p:nvSpPr>
        <p:spPr>
          <a:xfrm rot="2116377">
            <a:off x="6522292" y="1031824"/>
            <a:ext cx="182133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Automation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787ED1-5D4A-23A5-CB0D-13A2D536B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276377">
            <a:off x="5161610" y="2029638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715AFC9B-AAD7-7BB3-1AE6-196A628629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076377">
            <a:off x="4648701" y="3444623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4EDAA879-E208-B763-3EC3-2AE61007E9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996377">
            <a:off x="5862599" y="4363268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00CF8538-6B00-03AC-DC83-CFBCFEBB94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6436377">
            <a:off x="7147957" y="3385245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6B1F5ED9-E2B2-B635-F966-E2644EBD7FBB}"/>
              </a:ext>
            </a:extLst>
          </p:cNvPr>
          <p:cNvGrpSpPr/>
          <p:nvPr/>
        </p:nvGrpSpPr>
        <p:grpSpPr>
          <a:xfrm rot="4276377">
            <a:off x="6728894" y="1844577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F1AB3C5C-6823-382B-5237-66D8642B9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83E5FAF3-6FF1-FCE2-02B9-C6D155E512FE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305AC765-C70B-D826-7EF6-A3B8B0D17692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9972F08F-009D-5308-E937-84D4EAE72B97}"/>
              </a:ext>
            </a:extLst>
          </p:cNvPr>
          <p:cNvSpPr txBox="1"/>
          <p:nvPr/>
        </p:nvSpPr>
        <p:spPr>
          <a:xfrm>
            <a:off x="11838774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776307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