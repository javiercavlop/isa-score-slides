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27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256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7C8386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578599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807804" y="6422320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A0029"/>
                </a:solidFill>
              </a:defRPr>
            </a:lvl1pPr>
          </a:lstStyle>
          <a:p>
            <a:r>
              <a:rPr lang="es-ES" dirty="0"/>
              <a:t>JISBD 2024 -La Coruña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038176" y="644825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7A0029"/>
                </a:solidFill>
              </a:defRPr>
            </a:lvl1pPr>
          </a:lstStyle>
          <a:p>
            <a:fld id="{4EDA299C-975A-44F3-A2CE-3B7F9790D52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256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7A0029"/>
                </a:solidFill>
                <a:latin typeface="+mn-lt"/>
                <a:cs typeface="Times New Roman" pitchFamily="18" charset="0"/>
              </a:defRPr>
            </a:lvl1pPr>
          </a:lstStyle>
          <a:p>
            <a:r>
              <a:rPr lang="en-GB" noProof="0" dirty="0"/>
              <a:t>Haga clic para modificar el estilo de título del patrón</a:t>
            </a:r>
          </a:p>
        </p:txBody>
      </p:sp>
      <p:sp>
        <p:nvSpPr>
          <p:cNvPr id="8" name="2 Marcador de contenido"/>
          <p:cNvSpPr>
            <a:spLocks noGrp="1"/>
          </p:cNvSpPr>
          <p:nvPr>
            <p:ph idx="1"/>
          </p:nvPr>
        </p:nvSpPr>
        <p:spPr>
          <a:xfrm>
            <a:off x="357159" y="928670"/>
            <a:ext cx="8329642" cy="5429288"/>
          </a:xfrm>
          <a:prstGeom prst="rect">
            <a:avLst/>
          </a:prstGeom>
          <a:noFill/>
        </p:spPr>
        <p:txBody>
          <a:bodyPr/>
          <a:lstStyle>
            <a:lvl1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2pPr>
            <a:lvl3pPr>
              <a:buClr>
                <a:srgbClr val="A8003B"/>
              </a:buClr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</a:lstStyle>
          <a:p>
            <a:pPr lvl="0"/>
            <a:r>
              <a:rPr lang="en-GB" noProof="0" dirty="0"/>
              <a:t>Haga clic para modificar el estilo de texto del patrón</a:t>
            </a:r>
          </a:p>
          <a:p>
            <a:pPr lvl="1"/>
            <a:r>
              <a:rPr lang="en-GB" noProof="0" dirty="0"/>
              <a:t>Segundo nivel</a:t>
            </a:r>
          </a:p>
          <a:p>
            <a:pPr lvl="2"/>
            <a:r>
              <a:rPr lang="en-GB" noProof="0" dirty="0"/>
              <a:t>Tercer nivel</a:t>
            </a:r>
          </a:p>
          <a:p>
            <a:pPr lvl="3"/>
            <a:r>
              <a:rPr lang="en-GB" noProof="0" dirty="0"/>
              <a:t>Cuarto nivel</a:t>
            </a:r>
          </a:p>
          <a:p>
            <a:pPr lvl="4"/>
            <a:r>
              <a:rPr lang="en-GB" noProof="0" dirty="0"/>
              <a:t>Quinto nivel</a:t>
            </a:r>
          </a:p>
        </p:txBody>
      </p:sp>
      <p:pic>
        <p:nvPicPr>
          <p:cNvPr id="10" name="8 Imagen" descr="logoisa_isa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030" y="6358305"/>
            <a:ext cx="915454" cy="429140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16416" y="6121138"/>
            <a:ext cx="827584" cy="73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B776D589-4EDC-5C71-2719-FBB138CB0D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2613" y="6259699"/>
            <a:ext cx="1727284" cy="69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20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041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713175" y="720367"/>
            <a:ext cx="7717800" cy="6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0768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2/12/24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0282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38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5.png"/><Relationship Id="rId9" Type="http://schemas.openxmlformats.org/officeDocument/2006/relationships/image" Target="../media/image17.png"/><Relationship Id="rId10" Type="http://schemas.openxmlformats.org/officeDocument/2006/relationships/image" Target="../media/image15.png"/><Relationship Id="rId11" Type="http://schemas.openxmlformats.org/officeDocument/2006/relationships/image" Target="../media/image12.png"/><Relationship Id="rId12" Type="http://schemas.openxmlformats.org/officeDocument/2006/relationships/image" Target="../media/image9.png"/><Relationship Id="rId13" Type="http://schemas.openxmlformats.org/officeDocument/2006/relationships/image" Target="../media/image6.png"/><Relationship Id="rId14" Type="http://schemas.openxmlformats.org/officeDocument/2006/relationships/image" Target="../media/image18.png"/><Relationship Id="rId15" Type="http://schemas.openxmlformats.org/officeDocument/2006/relationships/image" Target="../media/image14.png"/><Relationship Id="rId1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8.png"/><Relationship Id="rId9" Type="http://schemas.openxmlformats.org/officeDocument/2006/relationships/image" Target="../media/image20.png"/><Relationship Id="rId10" Type="http://schemas.openxmlformats.org/officeDocument/2006/relationships/image" Target="../media/image5.png"/><Relationship Id="rId11" Type="http://schemas.openxmlformats.org/officeDocument/2006/relationships/image" Target="../media/image17.png"/><Relationship Id="rId12" Type="http://schemas.openxmlformats.org/officeDocument/2006/relationships/image" Target="../media/image15.png"/><Relationship Id="rId13" Type="http://schemas.openxmlformats.org/officeDocument/2006/relationships/image" Target="../media/image18.png"/><Relationship Id="rId14" Type="http://schemas.openxmlformats.org/officeDocument/2006/relationships/image" Target="../media/image14.png"/><Relationship Id="rId15" Type="http://schemas.openxmlformats.org/officeDocument/2006/relationships/image" Target="../media/image12.png"/><Relationship Id="rId16" Type="http://schemas.openxmlformats.org/officeDocument/2006/relationships/image" Target="../media/image9.png"/><Relationship Id="rId17" Type="http://schemas.openxmlformats.org/officeDocument/2006/relationships/image" Target="../media/image6.png"/><Relationship Id="rId18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5.png"/><Relationship Id="rId9" Type="http://schemas.openxmlformats.org/officeDocument/2006/relationships/image" Target="../media/image17.png"/><Relationship Id="rId10" Type="http://schemas.openxmlformats.org/officeDocument/2006/relationships/image" Target="../media/image15.png"/><Relationship Id="rId11" Type="http://schemas.openxmlformats.org/officeDocument/2006/relationships/image" Target="../media/image18.png"/><Relationship Id="rId12" Type="http://schemas.openxmlformats.org/officeDocument/2006/relationships/image" Target="../media/image14.png"/><Relationship Id="rId1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5.png"/><Relationship Id="rId9" Type="http://schemas.openxmlformats.org/officeDocument/2006/relationships/image" Target="../media/image17.png"/><Relationship Id="rId10" Type="http://schemas.openxmlformats.org/officeDocument/2006/relationships/image" Target="../media/image15.png"/><Relationship Id="rId11" Type="http://schemas.openxmlformats.org/officeDocument/2006/relationships/image" Target="../media/image18.png"/><Relationship Id="rId12" Type="http://schemas.openxmlformats.org/officeDocument/2006/relationships/image" Target="../media/image14.png"/><Relationship Id="rId13" Type="http://schemas.openxmlformats.org/officeDocument/2006/relationships/image" Target="../media/image21.png"/><Relationship Id="rId1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8.png"/><Relationship Id="rId9" Type="http://schemas.openxmlformats.org/officeDocument/2006/relationships/image" Target="../media/image5.png"/><Relationship Id="rId10" Type="http://schemas.openxmlformats.org/officeDocument/2006/relationships/image" Target="../media/image17.png"/><Relationship Id="rId11" Type="http://schemas.openxmlformats.org/officeDocument/2006/relationships/image" Target="../media/image15.png"/><Relationship Id="rId12" Type="http://schemas.openxmlformats.org/officeDocument/2006/relationships/image" Target="../media/image18.png"/><Relationship Id="rId13" Type="http://schemas.openxmlformats.org/officeDocument/2006/relationships/image" Target="../media/image14.png"/><Relationship Id="rId1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22FF86C-BE59-2217-7607-3812FFAA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869;p27">
            <a:extLst>
              <a:ext uri="{FF2B5EF4-FFF2-40B4-BE49-F238E27FC236}">
                <a16:creationId xmlns:a16="http://schemas.microsoft.com/office/drawing/2014/main" id="{56768710-3317-761E-5790-7E8EAE907B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1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How did we evaluate it?</a:t>
            </a:r>
            <a:endParaRPr sz="4000" dirty="0">
              <a:solidFill>
                <a:srgbClr val="7A0029"/>
              </a:solidFill>
            </a:endParaRPr>
          </a:p>
        </p:txBody>
      </p:sp>
      <p:cxnSp>
        <p:nvCxnSpPr>
          <p:cNvPr id="54" name="Google Shape;870;p27">
            <a:extLst>
              <a:ext uri="{FF2B5EF4-FFF2-40B4-BE49-F238E27FC236}">
                <a16:creationId xmlns:a16="http://schemas.microsoft.com/office/drawing/2014/main" id="{9CAA336D-177A-EA4A-A540-32B1A2F70504}"/>
              </a:ext>
            </a:extLst>
          </p:cNvPr>
          <p:cNvCxnSpPr>
            <a:stCxn id="60" idx="6"/>
            <a:endCxn id="78" idx="2"/>
          </p:cNvCxnSpPr>
          <p:nvPr/>
        </p:nvCxnSpPr>
        <p:spPr>
          <a:xfrm>
            <a:off x="3618900" y="2407629"/>
            <a:ext cx="1999500" cy="605700"/>
          </a:xfrm>
          <a:prstGeom prst="curvedConnector3">
            <a:avLst>
              <a:gd name="adj1" fmla="val 5000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873;p27">
            <a:extLst>
              <a:ext uri="{FF2B5EF4-FFF2-40B4-BE49-F238E27FC236}">
                <a16:creationId xmlns:a16="http://schemas.microsoft.com/office/drawing/2014/main" id="{0299206B-F212-8905-E4BA-BBF8C4BFC55D}"/>
              </a:ext>
            </a:extLst>
          </p:cNvPr>
          <p:cNvCxnSpPr>
            <a:stCxn id="61" idx="6"/>
            <a:endCxn id="78" idx="2"/>
          </p:cNvCxnSpPr>
          <p:nvPr/>
        </p:nvCxnSpPr>
        <p:spPr>
          <a:xfrm rot="10800000" flipH="1">
            <a:off x="3618900" y="3013515"/>
            <a:ext cx="1999500" cy="1064100"/>
          </a:xfrm>
          <a:prstGeom prst="curvedConnector3">
            <a:avLst>
              <a:gd name="adj1" fmla="val 5000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" name="Google Shape;875;p27">
            <a:extLst>
              <a:ext uri="{FF2B5EF4-FFF2-40B4-BE49-F238E27FC236}">
                <a16:creationId xmlns:a16="http://schemas.microsoft.com/office/drawing/2014/main" id="{91566319-3DA4-146F-15BE-9949F57454AE}"/>
              </a:ext>
            </a:extLst>
          </p:cNvPr>
          <p:cNvCxnSpPr>
            <a:stCxn id="62" idx="2"/>
            <a:endCxn id="78" idx="6"/>
          </p:cNvCxnSpPr>
          <p:nvPr/>
        </p:nvCxnSpPr>
        <p:spPr>
          <a:xfrm flipH="1">
            <a:off x="6573300" y="2407629"/>
            <a:ext cx="2000100" cy="6057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" name="Google Shape;877;p27">
            <a:extLst>
              <a:ext uri="{FF2B5EF4-FFF2-40B4-BE49-F238E27FC236}">
                <a16:creationId xmlns:a16="http://schemas.microsoft.com/office/drawing/2014/main" id="{DB7D3A52-6164-7656-601B-A9ED5E6EB20A}"/>
              </a:ext>
            </a:extLst>
          </p:cNvPr>
          <p:cNvCxnSpPr>
            <a:stCxn id="63" idx="2"/>
            <a:endCxn id="78" idx="6"/>
          </p:cNvCxnSpPr>
          <p:nvPr/>
        </p:nvCxnSpPr>
        <p:spPr>
          <a:xfrm rot="10800000">
            <a:off x="6573300" y="3013515"/>
            <a:ext cx="2000100" cy="10641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879;p27">
            <a:extLst>
              <a:ext uri="{FF2B5EF4-FFF2-40B4-BE49-F238E27FC236}">
                <a16:creationId xmlns:a16="http://schemas.microsoft.com/office/drawing/2014/main" id="{B3B38A43-4B81-D808-28E2-C004E26DAA52}"/>
              </a:ext>
            </a:extLst>
          </p:cNvPr>
          <p:cNvSpPr/>
          <p:nvPr/>
        </p:nvSpPr>
        <p:spPr>
          <a:xfrm>
            <a:off x="5223934" y="3549015"/>
            <a:ext cx="1738439" cy="1549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7A0029"/>
              </a:buClr>
              <a:buSzPts val="1400"/>
              <a:buFont typeface="Work Sans"/>
              <a:buChar char="●"/>
            </a:pPr>
            <a:r>
              <a:rPr lang="es-ES" dirty="0" err="1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rPr>
              <a:t>Accuracy</a:t>
            </a:r>
            <a:endParaRPr dirty="0">
              <a:solidFill>
                <a:schemeClr val="dk2"/>
              </a:solidFill>
              <a:latin typeface="Barlow" pitchFamily="2" charset="77"/>
              <a:ea typeface="Work Sans"/>
              <a:cs typeface="Work Sans"/>
              <a:sym typeface="Work Sans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7A0029"/>
              </a:buClr>
              <a:buSzPts val="1400"/>
              <a:buFont typeface="Work Sans"/>
              <a:buChar char="●"/>
            </a:pPr>
            <a:r>
              <a:rPr lang="es-ES" dirty="0" err="1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rPr>
              <a:t>Precision</a:t>
            </a:r>
            <a:endParaRPr dirty="0">
              <a:solidFill>
                <a:schemeClr val="dk2"/>
              </a:solidFill>
              <a:latin typeface="Barlow" pitchFamily="2" charset="77"/>
              <a:ea typeface="Work Sans"/>
              <a:cs typeface="Work Sans"/>
              <a:sym typeface="Work Sans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7A0029"/>
              </a:buClr>
              <a:buSzPts val="1400"/>
              <a:buFont typeface="Work Sans"/>
              <a:buChar char="●"/>
            </a:pPr>
            <a:r>
              <a:rPr lang="en" dirty="0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rPr>
              <a:t>Recall</a:t>
            </a:r>
            <a:endParaRPr dirty="0">
              <a:solidFill>
                <a:schemeClr val="dk2"/>
              </a:solidFill>
              <a:latin typeface="Barlow" pitchFamily="2" charset="77"/>
              <a:ea typeface="Work Sans"/>
              <a:cs typeface="Work Sans"/>
              <a:sym typeface="Work Sans"/>
            </a:endParaRPr>
          </a:p>
        </p:txBody>
      </p:sp>
      <p:cxnSp>
        <p:nvCxnSpPr>
          <p:cNvPr id="59" name="Google Shape;880;p27">
            <a:extLst>
              <a:ext uri="{FF2B5EF4-FFF2-40B4-BE49-F238E27FC236}">
                <a16:creationId xmlns:a16="http://schemas.microsoft.com/office/drawing/2014/main" id="{C78476AC-A145-30C2-C582-42E36AF31FCB}"/>
              </a:ext>
            </a:extLst>
          </p:cNvPr>
          <p:cNvCxnSpPr>
            <a:stCxn id="78" idx="0"/>
            <a:endCxn id="76" idx="2"/>
          </p:cNvCxnSpPr>
          <p:nvPr/>
        </p:nvCxnSpPr>
        <p:spPr>
          <a:xfrm rot="16200000">
            <a:off x="5938050" y="2377397"/>
            <a:ext cx="316500" cy="600"/>
          </a:xfrm>
          <a:prstGeom prst="curvedConnector3">
            <a:avLst>
              <a:gd name="adj1" fmla="val 50023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60" name="Google Shape;871;p27">
            <a:extLst>
              <a:ext uri="{FF2B5EF4-FFF2-40B4-BE49-F238E27FC236}">
                <a16:creationId xmlns:a16="http://schemas.microsoft.com/office/drawing/2014/main" id="{C94E9253-7ADE-330A-D269-5E291CEA4E98}"/>
              </a:ext>
            </a:extLst>
          </p:cNvPr>
          <p:cNvSpPr/>
          <p:nvPr/>
        </p:nvSpPr>
        <p:spPr>
          <a:xfrm>
            <a:off x="3126300" y="2161329"/>
            <a:ext cx="492600" cy="4926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1</a:t>
            </a:r>
            <a:endParaRPr sz="18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1" name="Google Shape;874;p27">
            <a:extLst>
              <a:ext uri="{FF2B5EF4-FFF2-40B4-BE49-F238E27FC236}">
                <a16:creationId xmlns:a16="http://schemas.microsoft.com/office/drawing/2014/main" id="{936D1429-4D0B-D179-3A33-D3F7D6E4206D}"/>
              </a:ext>
            </a:extLst>
          </p:cNvPr>
          <p:cNvSpPr/>
          <p:nvPr/>
        </p:nvSpPr>
        <p:spPr>
          <a:xfrm>
            <a:off x="3126300" y="3831315"/>
            <a:ext cx="492600" cy="4926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2</a:t>
            </a:r>
            <a:endParaRPr sz="18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2" name="Google Shape;876;p27">
            <a:extLst>
              <a:ext uri="{FF2B5EF4-FFF2-40B4-BE49-F238E27FC236}">
                <a16:creationId xmlns:a16="http://schemas.microsoft.com/office/drawing/2014/main" id="{B05D5647-B2A7-7F7A-541E-5A6F6188C5A2}"/>
              </a:ext>
            </a:extLst>
          </p:cNvPr>
          <p:cNvSpPr/>
          <p:nvPr/>
        </p:nvSpPr>
        <p:spPr>
          <a:xfrm>
            <a:off x="8573400" y="2161329"/>
            <a:ext cx="492600" cy="4926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3</a:t>
            </a:r>
            <a:endParaRPr sz="18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" name="Google Shape;878;p27">
            <a:extLst>
              <a:ext uri="{FF2B5EF4-FFF2-40B4-BE49-F238E27FC236}">
                <a16:creationId xmlns:a16="http://schemas.microsoft.com/office/drawing/2014/main" id="{65DE5B93-2A24-87AC-372E-00F1D15402B5}"/>
              </a:ext>
            </a:extLst>
          </p:cNvPr>
          <p:cNvSpPr/>
          <p:nvPr/>
        </p:nvSpPr>
        <p:spPr>
          <a:xfrm>
            <a:off x="8573400" y="3831315"/>
            <a:ext cx="492600" cy="4926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4</a:t>
            </a:r>
            <a:endParaRPr sz="18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64" name="Google Shape;882;p27">
            <a:extLst>
              <a:ext uri="{FF2B5EF4-FFF2-40B4-BE49-F238E27FC236}">
                <a16:creationId xmlns:a16="http://schemas.microsoft.com/office/drawing/2014/main" id="{82EC5FDD-9362-BCB0-A83C-2F6450EDB129}"/>
              </a:ext>
            </a:extLst>
          </p:cNvPr>
          <p:cNvGrpSpPr/>
          <p:nvPr/>
        </p:nvGrpSpPr>
        <p:grpSpPr>
          <a:xfrm>
            <a:off x="1696858" y="2803735"/>
            <a:ext cx="2858881" cy="868860"/>
            <a:chOff x="650542" y="2075250"/>
            <a:chExt cx="2372609" cy="868860"/>
          </a:xfrm>
        </p:grpSpPr>
        <p:sp>
          <p:nvSpPr>
            <p:cNvPr id="65" name="Google Shape;883;p27">
              <a:extLst>
                <a:ext uri="{FF2B5EF4-FFF2-40B4-BE49-F238E27FC236}">
                  <a16:creationId xmlns:a16="http://schemas.microsoft.com/office/drawing/2014/main" id="{F27A2850-D708-E79C-2AF0-182966747913}"/>
                </a:ext>
              </a:extLst>
            </p:cNvPr>
            <p:cNvSpPr txBox="1"/>
            <p:nvPr/>
          </p:nvSpPr>
          <p:spPr>
            <a:xfrm>
              <a:off x="650542" y="2395410"/>
              <a:ext cx="2372609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Barlow" pitchFamily="2" charset="77"/>
                  <a:ea typeface="Work Sans"/>
                  <a:cs typeface="Work Sans"/>
                  <a:sym typeface="Work Sans"/>
                </a:rPr>
                <a:t>Element should be extracted (it was)</a:t>
              </a:r>
              <a:endParaRPr dirty="0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6" name="Google Shape;884;p27">
              <a:extLst>
                <a:ext uri="{FF2B5EF4-FFF2-40B4-BE49-F238E27FC236}">
                  <a16:creationId xmlns:a16="http://schemas.microsoft.com/office/drawing/2014/main" id="{908E963B-7C53-D2FA-6C8E-7A664CC4C79F}"/>
                </a:ext>
              </a:extLst>
            </p:cNvPr>
            <p:cNvSpPr txBox="1"/>
            <p:nvPr/>
          </p:nvSpPr>
          <p:spPr>
            <a:xfrm>
              <a:off x="715950" y="2075250"/>
              <a:ext cx="22653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dk1"/>
                  </a:solidFill>
                  <a:latin typeface="Barlow" pitchFamily="2" charset="77"/>
                  <a:ea typeface="Roboto Condensed"/>
                  <a:cs typeface="Roboto Condensed"/>
                  <a:sym typeface="Roboto Condensed"/>
                </a:rPr>
                <a:t>TP</a:t>
              </a:r>
              <a:endParaRPr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7" name="Google Shape;885;p27">
            <a:extLst>
              <a:ext uri="{FF2B5EF4-FFF2-40B4-BE49-F238E27FC236}">
                <a16:creationId xmlns:a16="http://schemas.microsoft.com/office/drawing/2014/main" id="{EB626D59-7433-11F1-20CB-0141D58DD176}"/>
              </a:ext>
            </a:extLst>
          </p:cNvPr>
          <p:cNvGrpSpPr/>
          <p:nvPr/>
        </p:nvGrpSpPr>
        <p:grpSpPr>
          <a:xfrm>
            <a:off x="1646369" y="4473735"/>
            <a:ext cx="2988182" cy="858225"/>
            <a:chOff x="608642" y="3745250"/>
            <a:chExt cx="2479916" cy="858225"/>
          </a:xfrm>
        </p:grpSpPr>
        <p:sp>
          <p:nvSpPr>
            <p:cNvPr id="68" name="Google Shape;886;p27">
              <a:extLst>
                <a:ext uri="{FF2B5EF4-FFF2-40B4-BE49-F238E27FC236}">
                  <a16:creationId xmlns:a16="http://schemas.microsoft.com/office/drawing/2014/main" id="{C68DBE26-1B56-BA1E-CF16-6C50081DB75B}"/>
                </a:ext>
              </a:extLst>
            </p:cNvPr>
            <p:cNvSpPr txBox="1"/>
            <p:nvPr/>
          </p:nvSpPr>
          <p:spPr>
            <a:xfrm>
              <a:off x="608642" y="4054775"/>
              <a:ext cx="2479916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79025" bIns="91425" anchor="ctr" anchorCtr="0">
              <a:noAutofit/>
            </a:bodyPr>
            <a:lstStyle/>
            <a:p>
              <a:pPr lvl="0" algn="ctr">
                <a:buSzPts val="1100"/>
              </a:pPr>
              <a:r>
                <a:rPr lang="en" dirty="0">
                  <a:solidFill>
                    <a:schemeClr val="dk2"/>
                  </a:solidFill>
                  <a:latin typeface="Barlow" pitchFamily="2" charset="77"/>
                  <a:ea typeface="Work Sans"/>
                  <a:cs typeface="Work Sans"/>
                  <a:sym typeface="Work Sans"/>
                </a:rPr>
                <a:t>Element should </a:t>
              </a:r>
            </a:p>
            <a:p>
              <a:pPr lvl="0" algn="ctr">
                <a:buSzPts val="1100"/>
              </a:pPr>
              <a:r>
                <a:rPr lang="en" dirty="0">
                  <a:solidFill>
                    <a:schemeClr val="dk2"/>
                  </a:solidFill>
                  <a:latin typeface="Barlow" pitchFamily="2" charset="77"/>
                  <a:ea typeface="Work Sans"/>
                  <a:cs typeface="Work Sans"/>
                  <a:sym typeface="Work Sans"/>
                </a:rPr>
                <a:t>not be extracted (it was)</a:t>
              </a:r>
              <a:endParaRPr dirty="0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" name="Google Shape;887;p27">
              <a:extLst>
                <a:ext uri="{FF2B5EF4-FFF2-40B4-BE49-F238E27FC236}">
                  <a16:creationId xmlns:a16="http://schemas.microsoft.com/office/drawing/2014/main" id="{13B9610C-8DDA-5B4E-D2AE-0DA3D6FAAA4C}"/>
                </a:ext>
              </a:extLst>
            </p:cNvPr>
            <p:cNvSpPr txBox="1"/>
            <p:nvPr/>
          </p:nvSpPr>
          <p:spPr>
            <a:xfrm>
              <a:off x="715950" y="3745250"/>
              <a:ext cx="22653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790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200" b="1" dirty="0">
                  <a:solidFill>
                    <a:schemeClr val="dk1"/>
                  </a:solidFill>
                  <a:latin typeface="Barlow" pitchFamily="2" charset="77"/>
                  <a:ea typeface="Roboto Condensed"/>
                  <a:cs typeface="Roboto Condensed"/>
                  <a:sym typeface="Roboto Condensed"/>
                </a:rPr>
                <a:t>FP</a:t>
              </a:r>
              <a:endParaRPr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70" name="Google Shape;888;p27">
            <a:extLst>
              <a:ext uri="{FF2B5EF4-FFF2-40B4-BE49-F238E27FC236}">
                <a16:creationId xmlns:a16="http://schemas.microsoft.com/office/drawing/2014/main" id="{817F8144-03C4-7A03-DAC2-497B71E7B1FC}"/>
              </a:ext>
            </a:extLst>
          </p:cNvPr>
          <p:cNvGrpSpPr/>
          <p:nvPr/>
        </p:nvGrpSpPr>
        <p:grpSpPr>
          <a:xfrm>
            <a:off x="7687049" y="2803735"/>
            <a:ext cx="2743591" cy="868852"/>
            <a:chOff x="6163050" y="2075250"/>
            <a:chExt cx="2277178" cy="868852"/>
          </a:xfrm>
        </p:grpSpPr>
        <p:sp>
          <p:nvSpPr>
            <p:cNvPr id="71" name="Google Shape;889;p27">
              <a:extLst>
                <a:ext uri="{FF2B5EF4-FFF2-40B4-BE49-F238E27FC236}">
                  <a16:creationId xmlns:a16="http://schemas.microsoft.com/office/drawing/2014/main" id="{2182A7D7-C945-158F-042E-FA1B75005782}"/>
                </a:ext>
              </a:extLst>
            </p:cNvPr>
            <p:cNvSpPr txBox="1"/>
            <p:nvPr/>
          </p:nvSpPr>
          <p:spPr>
            <a:xfrm>
              <a:off x="6174928" y="2395402"/>
              <a:ext cx="2265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dirty="0">
                  <a:solidFill>
                    <a:schemeClr val="dk2"/>
                  </a:solidFill>
                  <a:latin typeface="Barlow" pitchFamily="2" charset="77"/>
                  <a:ea typeface="Work Sans"/>
                  <a:cs typeface="Work Sans"/>
                  <a:sym typeface="Work Sans"/>
                </a:rPr>
                <a:t>Element should be extracted (it was not)</a:t>
              </a:r>
              <a:endParaRPr dirty="0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2" name="Google Shape;890;p27">
              <a:extLst>
                <a:ext uri="{FF2B5EF4-FFF2-40B4-BE49-F238E27FC236}">
                  <a16:creationId xmlns:a16="http://schemas.microsoft.com/office/drawing/2014/main" id="{659F5095-D949-A930-F142-F175B47D8445}"/>
                </a:ext>
              </a:extLst>
            </p:cNvPr>
            <p:cNvSpPr txBox="1"/>
            <p:nvPr/>
          </p:nvSpPr>
          <p:spPr>
            <a:xfrm>
              <a:off x="6163050" y="2075250"/>
              <a:ext cx="22653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200" b="1" dirty="0">
                  <a:solidFill>
                    <a:schemeClr val="dk1"/>
                  </a:solidFill>
                  <a:latin typeface="Barlow" pitchFamily="2" charset="77"/>
                  <a:ea typeface="Roboto Condensed"/>
                  <a:cs typeface="Roboto Condensed"/>
                  <a:sym typeface="Roboto Condensed"/>
                </a:rPr>
                <a:t>FN</a:t>
              </a:r>
              <a:endParaRPr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73" name="Google Shape;891;p27">
            <a:extLst>
              <a:ext uri="{FF2B5EF4-FFF2-40B4-BE49-F238E27FC236}">
                <a16:creationId xmlns:a16="http://schemas.microsoft.com/office/drawing/2014/main" id="{4B6063AC-B76A-0793-8D47-C6929C07ACAB}"/>
              </a:ext>
            </a:extLst>
          </p:cNvPr>
          <p:cNvGrpSpPr/>
          <p:nvPr/>
        </p:nvGrpSpPr>
        <p:grpSpPr>
          <a:xfrm>
            <a:off x="7657925" y="4473735"/>
            <a:ext cx="2809801" cy="858225"/>
            <a:chOff x="6138875" y="3745250"/>
            <a:chExt cx="2332132" cy="858225"/>
          </a:xfrm>
        </p:grpSpPr>
        <p:sp>
          <p:nvSpPr>
            <p:cNvPr id="74" name="Google Shape;892;p27">
              <a:extLst>
                <a:ext uri="{FF2B5EF4-FFF2-40B4-BE49-F238E27FC236}">
                  <a16:creationId xmlns:a16="http://schemas.microsoft.com/office/drawing/2014/main" id="{8B484311-AB63-10A1-D52A-395A5FA66557}"/>
                </a:ext>
              </a:extLst>
            </p:cNvPr>
            <p:cNvSpPr txBox="1"/>
            <p:nvPr/>
          </p:nvSpPr>
          <p:spPr>
            <a:xfrm>
              <a:off x="6138875" y="4054775"/>
              <a:ext cx="233213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Barlow" pitchFamily="2" charset="77"/>
                  <a:ea typeface="Work Sans"/>
                  <a:cs typeface="Work Sans"/>
                  <a:sym typeface="Work Sans"/>
                </a:rPr>
                <a:t>Element should not be extracted (it was not)</a:t>
              </a:r>
              <a:endParaRPr dirty="0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" name="Google Shape;893;p27">
              <a:extLst>
                <a:ext uri="{FF2B5EF4-FFF2-40B4-BE49-F238E27FC236}">
                  <a16:creationId xmlns:a16="http://schemas.microsoft.com/office/drawing/2014/main" id="{8EE3BBB1-2642-CEB0-6213-30DC8FB848D5}"/>
                </a:ext>
              </a:extLst>
            </p:cNvPr>
            <p:cNvSpPr txBox="1"/>
            <p:nvPr/>
          </p:nvSpPr>
          <p:spPr>
            <a:xfrm>
              <a:off x="6163050" y="3745250"/>
              <a:ext cx="22653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dk1"/>
                  </a:solidFill>
                  <a:latin typeface="Barlow" pitchFamily="2" charset="77"/>
                  <a:ea typeface="Roboto Condensed"/>
                  <a:cs typeface="Roboto Condensed"/>
                  <a:sym typeface="Roboto Condensed"/>
                </a:rPr>
                <a:t>TN</a:t>
              </a:r>
              <a:endParaRPr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76" name="Google Shape;881;p27">
            <a:extLst>
              <a:ext uri="{FF2B5EF4-FFF2-40B4-BE49-F238E27FC236}">
                <a16:creationId xmlns:a16="http://schemas.microsoft.com/office/drawing/2014/main" id="{04B619FD-DBE9-F4BE-9E2A-190DC8EA230E}"/>
              </a:ext>
            </a:extLst>
          </p:cNvPr>
          <p:cNvSpPr txBox="1"/>
          <p:nvPr/>
        </p:nvSpPr>
        <p:spPr>
          <a:xfrm>
            <a:off x="4691100" y="1852704"/>
            <a:ext cx="28098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Point-based system</a:t>
            </a:r>
            <a:endParaRPr sz="2200" b="1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D29DD08-3884-E663-D32D-8E46A502D345}"/>
              </a:ext>
            </a:extLst>
          </p:cNvPr>
          <p:cNvGrpSpPr/>
          <p:nvPr/>
        </p:nvGrpSpPr>
        <p:grpSpPr>
          <a:xfrm>
            <a:off x="5618550" y="2535947"/>
            <a:ext cx="954900" cy="954900"/>
            <a:chOff x="4094550" y="1807462"/>
            <a:chExt cx="954900" cy="954900"/>
          </a:xfrm>
          <a:solidFill>
            <a:srgbClr val="A8003B"/>
          </a:solidFill>
        </p:grpSpPr>
        <p:sp>
          <p:nvSpPr>
            <p:cNvPr id="78" name="Google Shape;872;p27">
              <a:extLst>
                <a:ext uri="{FF2B5EF4-FFF2-40B4-BE49-F238E27FC236}">
                  <a16:creationId xmlns:a16="http://schemas.microsoft.com/office/drawing/2014/main" id="{17E8CBB5-9170-942F-C2E9-E58455046D73}"/>
                </a:ext>
              </a:extLst>
            </p:cNvPr>
            <p:cNvSpPr/>
            <p:nvPr/>
          </p:nvSpPr>
          <p:spPr>
            <a:xfrm>
              <a:off x="4094550" y="1807462"/>
              <a:ext cx="954900" cy="954900"/>
            </a:xfrm>
            <a:prstGeom prst="ellipse">
              <a:avLst/>
            </a:prstGeom>
            <a:grpFill/>
            <a:ln w="19050" cap="flat" cmpd="sng">
              <a:solidFill>
                <a:srgbClr val="7A00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Barlow" pitchFamily="2" charset="77"/>
              </a:endParaRPr>
            </a:p>
          </p:txBody>
        </p:sp>
        <p:grpSp>
          <p:nvGrpSpPr>
            <p:cNvPr id="79" name="Google Shape;894;p27">
              <a:extLst>
                <a:ext uri="{FF2B5EF4-FFF2-40B4-BE49-F238E27FC236}">
                  <a16:creationId xmlns:a16="http://schemas.microsoft.com/office/drawing/2014/main" id="{C88F2A54-F4A4-831D-D840-E66C91495311}"/>
                </a:ext>
              </a:extLst>
            </p:cNvPr>
            <p:cNvGrpSpPr/>
            <p:nvPr/>
          </p:nvGrpSpPr>
          <p:grpSpPr>
            <a:xfrm>
              <a:off x="4362983" y="1979287"/>
              <a:ext cx="430400" cy="605717"/>
              <a:chOff x="1052450" y="4096750"/>
              <a:chExt cx="271700" cy="382325"/>
            </a:xfrm>
            <a:grpFill/>
          </p:grpSpPr>
          <p:sp>
            <p:nvSpPr>
              <p:cNvPr id="80" name="Google Shape;895;p27">
                <a:extLst>
                  <a:ext uri="{FF2B5EF4-FFF2-40B4-BE49-F238E27FC236}">
                    <a16:creationId xmlns:a16="http://schemas.microsoft.com/office/drawing/2014/main" id="{C094BAB4-DD83-9769-1491-5EDE83024F19}"/>
                  </a:ext>
                </a:extLst>
              </p:cNvPr>
              <p:cNvSpPr/>
              <p:nvPr/>
            </p:nvSpPr>
            <p:spPr>
              <a:xfrm>
                <a:off x="1058025" y="4143250"/>
                <a:ext cx="254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0173" h="13211" extrusionOk="0">
                    <a:moveTo>
                      <a:pt x="301" y="0"/>
                    </a:moveTo>
                    <a:cubicBezTo>
                      <a:pt x="131" y="0"/>
                      <a:pt x="0" y="131"/>
                      <a:pt x="0" y="301"/>
                    </a:cubicBezTo>
                    <a:lnTo>
                      <a:pt x="0" y="12909"/>
                    </a:lnTo>
                    <a:cubicBezTo>
                      <a:pt x="0" y="13079"/>
                      <a:pt x="131" y="13210"/>
                      <a:pt x="301" y="13210"/>
                    </a:cubicBezTo>
                    <a:lnTo>
                      <a:pt x="8837" y="13210"/>
                    </a:lnTo>
                    <a:lnTo>
                      <a:pt x="9859" y="13066"/>
                    </a:lnTo>
                    <a:lnTo>
                      <a:pt x="9872" y="13066"/>
                    </a:lnTo>
                    <a:cubicBezTo>
                      <a:pt x="10029" y="13066"/>
                      <a:pt x="10173" y="12935"/>
                      <a:pt x="10173" y="12765"/>
                    </a:cubicBezTo>
                    <a:lnTo>
                      <a:pt x="10120" y="628"/>
                    </a:lnTo>
                    <a:cubicBezTo>
                      <a:pt x="10120" y="458"/>
                      <a:pt x="9976" y="327"/>
                      <a:pt x="9819" y="327"/>
                    </a:cubicBezTo>
                    <a:lnTo>
                      <a:pt x="1401" y="210"/>
                    </a:lnTo>
                    <a:lnTo>
                      <a:pt x="917" y="0"/>
                    </a:lnTo>
                    <a:close/>
                  </a:path>
                </a:pathLst>
              </a:custGeom>
              <a:grpFill/>
              <a:ln>
                <a:solidFill>
                  <a:srgbClr val="7A0029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1" name="Google Shape;896;p27">
                <a:extLst>
                  <a:ext uri="{FF2B5EF4-FFF2-40B4-BE49-F238E27FC236}">
                    <a16:creationId xmlns:a16="http://schemas.microsoft.com/office/drawing/2014/main" id="{E558087E-DF8B-54A8-BB37-929A74671303}"/>
                  </a:ext>
                </a:extLst>
              </p:cNvPr>
              <p:cNvSpPr/>
              <p:nvPr/>
            </p:nvSpPr>
            <p:spPr>
              <a:xfrm>
                <a:off x="1276325" y="4143250"/>
                <a:ext cx="42250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3211" extrusionOk="0">
                    <a:moveTo>
                      <a:pt x="773" y="0"/>
                    </a:moveTo>
                    <a:lnTo>
                      <a:pt x="171" y="4307"/>
                    </a:lnTo>
                    <a:lnTo>
                      <a:pt x="786" y="10670"/>
                    </a:lnTo>
                    <a:lnTo>
                      <a:pt x="786" y="12425"/>
                    </a:lnTo>
                    <a:cubicBezTo>
                      <a:pt x="786" y="12857"/>
                      <a:pt x="433" y="13210"/>
                      <a:pt x="1" y="13210"/>
                    </a:cubicBezTo>
                    <a:lnTo>
                      <a:pt x="1388" y="13210"/>
                    </a:lnTo>
                    <a:cubicBezTo>
                      <a:pt x="1546" y="13210"/>
                      <a:pt x="1690" y="13079"/>
                      <a:pt x="1690" y="12909"/>
                    </a:cubicBezTo>
                    <a:lnTo>
                      <a:pt x="1690" y="301"/>
                    </a:lnTo>
                    <a:cubicBezTo>
                      <a:pt x="1690" y="131"/>
                      <a:pt x="1546" y="0"/>
                      <a:pt x="138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2" name="Google Shape;897;p27">
                <a:extLst>
                  <a:ext uri="{FF2B5EF4-FFF2-40B4-BE49-F238E27FC236}">
                    <a16:creationId xmlns:a16="http://schemas.microsoft.com/office/drawing/2014/main" id="{51F8CA3E-A01F-2991-1CE3-056D96CADE57}"/>
                  </a:ext>
                </a:extLst>
              </p:cNvPr>
              <p:cNvSpPr/>
              <p:nvPr/>
            </p:nvSpPr>
            <p:spPr>
              <a:xfrm>
                <a:off x="1080925" y="4143250"/>
                <a:ext cx="210800" cy="307350"/>
              </a:xfrm>
              <a:custGeom>
                <a:avLst/>
                <a:gdLst/>
                <a:ahLst/>
                <a:cxnLst/>
                <a:rect l="l" t="t" r="r" b="b"/>
                <a:pathLst>
                  <a:path w="8432" h="12294" extrusionOk="0">
                    <a:moveTo>
                      <a:pt x="1" y="0"/>
                    </a:moveTo>
                    <a:lnTo>
                      <a:pt x="1" y="12136"/>
                    </a:lnTo>
                    <a:cubicBezTo>
                      <a:pt x="1" y="12228"/>
                      <a:pt x="66" y="12294"/>
                      <a:pt x="158" y="12294"/>
                    </a:cubicBezTo>
                    <a:lnTo>
                      <a:pt x="6966" y="12294"/>
                    </a:lnTo>
                    <a:lnTo>
                      <a:pt x="8367" y="10670"/>
                    </a:lnTo>
                    <a:cubicBezTo>
                      <a:pt x="8393" y="10644"/>
                      <a:pt x="8406" y="10605"/>
                      <a:pt x="8406" y="10565"/>
                    </a:cubicBezTo>
                    <a:lnTo>
                      <a:pt x="8432" y="196"/>
                    </a:lnTo>
                    <a:lnTo>
                      <a:pt x="7987" y="0"/>
                    </a:lnTo>
                    <a:close/>
                  </a:path>
                </a:pathLst>
              </a:custGeom>
              <a:grpFill/>
              <a:ln>
                <a:solidFill>
                  <a:srgbClr val="7A0029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Barlow" pitchFamily="2" charset="77"/>
                </a:endParaRPr>
              </a:p>
            </p:txBody>
          </p:sp>
          <p:sp>
            <p:nvSpPr>
              <p:cNvPr id="83" name="Google Shape;898;p27">
                <a:extLst>
                  <a:ext uri="{FF2B5EF4-FFF2-40B4-BE49-F238E27FC236}">
                    <a16:creationId xmlns:a16="http://schemas.microsoft.com/office/drawing/2014/main" id="{EE129AAE-ECB6-C4C2-DA52-9B38F87206D6}"/>
                  </a:ext>
                </a:extLst>
              </p:cNvPr>
              <p:cNvSpPr/>
              <p:nvPr/>
            </p:nvSpPr>
            <p:spPr>
              <a:xfrm>
                <a:off x="1280575" y="4143250"/>
                <a:ext cx="15100" cy="276925"/>
              </a:xfrm>
              <a:custGeom>
                <a:avLst/>
                <a:gdLst/>
                <a:ahLst/>
                <a:cxnLst/>
                <a:rect l="l" t="t" r="r" b="b"/>
                <a:pathLst>
                  <a:path w="604" h="11077" extrusionOk="0">
                    <a:moveTo>
                      <a:pt x="1" y="0"/>
                    </a:moveTo>
                    <a:lnTo>
                      <a:pt x="1" y="11076"/>
                    </a:lnTo>
                    <a:lnTo>
                      <a:pt x="341" y="10749"/>
                    </a:lnTo>
                    <a:lnTo>
                      <a:pt x="603" y="10670"/>
                    </a:lnTo>
                    <a:lnTo>
                      <a:pt x="60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4" name="Google Shape;899;p27">
                <a:extLst>
                  <a:ext uri="{FF2B5EF4-FFF2-40B4-BE49-F238E27FC236}">
                    <a16:creationId xmlns:a16="http://schemas.microsoft.com/office/drawing/2014/main" id="{DDB072DE-8BF8-E858-200D-7B24102172B4}"/>
                  </a:ext>
                </a:extLst>
              </p:cNvPr>
              <p:cNvSpPr/>
              <p:nvPr/>
            </p:nvSpPr>
            <p:spPr>
              <a:xfrm>
                <a:off x="1254725" y="4410000"/>
                <a:ext cx="40600" cy="40600"/>
              </a:xfrm>
              <a:custGeom>
                <a:avLst/>
                <a:gdLst/>
                <a:ahLst/>
                <a:cxnLst/>
                <a:rect l="l" t="t" r="r" b="b"/>
                <a:pathLst>
                  <a:path w="1624" h="1624" extrusionOk="0">
                    <a:moveTo>
                      <a:pt x="158" y="0"/>
                    </a:moveTo>
                    <a:cubicBezTo>
                      <a:pt x="66" y="0"/>
                      <a:pt x="1" y="66"/>
                      <a:pt x="1" y="157"/>
                    </a:cubicBezTo>
                    <a:lnTo>
                      <a:pt x="14" y="1624"/>
                    </a:lnTo>
                    <a:lnTo>
                      <a:pt x="1624" y="0"/>
                    </a:lnTo>
                    <a:close/>
                  </a:path>
                </a:pathLst>
              </a:custGeom>
              <a:grpFill/>
              <a:ln>
                <a:solidFill>
                  <a:srgbClr val="7A0029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5" name="Google Shape;900;p27">
                <a:extLst>
                  <a:ext uri="{FF2B5EF4-FFF2-40B4-BE49-F238E27FC236}">
                    <a16:creationId xmlns:a16="http://schemas.microsoft.com/office/drawing/2014/main" id="{D63A1C48-8C5A-22D1-251F-C2C332602B1B}"/>
                  </a:ext>
                </a:extLst>
              </p:cNvPr>
              <p:cNvSpPr/>
              <p:nvPr/>
            </p:nvSpPr>
            <p:spPr>
              <a:xfrm>
                <a:off x="1124450" y="4102325"/>
                <a:ext cx="125675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5027" h="2266" extrusionOk="0">
                    <a:moveTo>
                      <a:pt x="1127" y="1"/>
                    </a:moveTo>
                    <a:cubicBezTo>
                      <a:pt x="1022" y="14"/>
                      <a:pt x="930" y="92"/>
                      <a:pt x="930" y="210"/>
                    </a:cubicBezTo>
                    <a:lnTo>
                      <a:pt x="930" y="550"/>
                    </a:lnTo>
                    <a:lnTo>
                      <a:pt x="1140" y="825"/>
                    </a:lnTo>
                    <a:lnTo>
                      <a:pt x="930" y="1009"/>
                    </a:lnTo>
                    <a:lnTo>
                      <a:pt x="655" y="1009"/>
                    </a:lnTo>
                    <a:cubicBezTo>
                      <a:pt x="315" y="1009"/>
                      <a:pt x="40" y="1270"/>
                      <a:pt x="14" y="1611"/>
                    </a:cubicBezTo>
                    <a:cubicBezTo>
                      <a:pt x="1" y="1964"/>
                      <a:pt x="289" y="2265"/>
                      <a:pt x="642" y="2265"/>
                    </a:cubicBezTo>
                    <a:lnTo>
                      <a:pt x="3549" y="2265"/>
                    </a:lnTo>
                    <a:lnTo>
                      <a:pt x="4426" y="2174"/>
                    </a:lnTo>
                    <a:cubicBezTo>
                      <a:pt x="4441" y="2175"/>
                      <a:pt x="4455" y="2176"/>
                      <a:pt x="4469" y="2176"/>
                    </a:cubicBezTo>
                    <a:cubicBezTo>
                      <a:pt x="4777" y="2176"/>
                      <a:pt x="5027" y="1911"/>
                      <a:pt x="4989" y="1598"/>
                    </a:cubicBezTo>
                    <a:cubicBezTo>
                      <a:pt x="4976" y="1257"/>
                      <a:pt x="4714" y="1113"/>
                      <a:pt x="4374" y="1113"/>
                    </a:cubicBezTo>
                    <a:lnTo>
                      <a:pt x="4374" y="1100"/>
                    </a:lnTo>
                    <a:lnTo>
                      <a:pt x="4099" y="1100"/>
                    </a:lnTo>
                    <a:lnTo>
                      <a:pt x="4099" y="262"/>
                    </a:lnTo>
                    <a:cubicBezTo>
                      <a:pt x="4099" y="158"/>
                      <a:pt x="4020" y="66"/>
                      <a:pt x="3902" y="66"/>
                    </a:cubicBezTo>
                    <a:lnTo>
                      <a:pt x="3195" y="1"/>
                    </a:lnTo>
                    <a:close/>
                  </a:path>
                </a:pathLst>
              </a:custGeom>
              <a:grpFill/>
              <a:ln>
                <a:solidFill>
                  <a:srgbClr val="7A0029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6" name="Google Shape;901;p27">
                <a:extLst>
                  <a:ext uri="{FF2B5EF4-FFF2-40B4-BE49-F238E27FC236}">
                    <a16:creationId xmlns:a16="http://schemas.microsoft.com/office/drawing/2014/main" id="{B8D039B0-A762-AAAC-4EDB-016324173BA0}"/>
                  </a:ext>
                </a:extLst>
              </p:cNvPr>
              <p:cNvSpPr/>
              <p:nvPr/>
            </p:nvSpPr>
            <p:spPr>
              <a:xfrm>
                <a:off x="1204325" y="4102325"/>
                <a:ext cx="47475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1899" h="2266" extrusionOk="0">
                    <a:moveTo>
                      <a:pt x="0" y="1"/>
                    </a:moveTo>
                    <a:lnTo>
                      <a:pt x="0" y="760"/>
                    </a:lnTo>
                    <a:cubicBezTo>
                      <a:pt x="0" y="891"/>
                      <a:pt x="105" y="1009"/>
                      <a:pt x="249" y="1009"/>
                    </a:cubicBezTo>
                    <a:lnTo>
                      <a:pt x="275" y="1009"/>
                    </a:lnTo>
                    <a:cubicBezTo>
                      <a:pt x="616" y="1009"/>
                      <a:pt x="904" y="1270"/>
                      <a:pt x="917" y="1611"/>
                    </a:cubicBezTo>
                    <a:cubicBezTo>
                      <a:pt x="930" y="1964"/>
                      <a:pt x="642" y="2265"/>
                      <a:pt x="288" y="2265"/>
                    </a:cubicBezTo>
                    <a:lnTo>
                      <a:pt x="1257" y="2265"/>
                    </a:lnTo>
                    <a:cubicBezTo>
                      <a:pt x="1624" y="2265"/>
                      <a:pt x="1899" y="1964"/>
                      <a:pt x="1899" y="1611"/>
                    </a:cubicBezTo>
                    <a:cubicBezTo>
                      <a:pt x="1873" y="1270"/>
                      <a:pt x="1585" y="1009"/>
                      <a:pt x="1244" y="1009"/>
                    </a:cubicBezTo>
                    <a:lnTo>
                      <a:pt x="969" y="1009"/>
                    </a:lnTo>
                    <a:lnTo>
                      <a:pt x="851" y="786"/>
                    </a:lnTo>
                    <a:lnTo>
                      <a:pt x="969" y="550"/>
                    </a:lnTo>
                    <a:lnTo>
                      <a:pt x="969" y="210"/>
                    </a:lnTo>
                    <a:cubicBezTo>
                      <a:pt x="969" y="92"/>
                      <a:pt x="878" y="14"/>
                      <a:pt x="773" y="1"/>
                    </a:cubicBezTo>
                    <a:close/>
                  </a:path>
                </a:pathLst>
              </a:custGeom>
              <a:grpFill/>
              <a:ln>
                <a:solidFill>
                  <a:srgbClr val="7A0029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7" name="Google Shape;902;p27">
                <a:extLst>
                  <a:ext uri="{FF2B5EF4-FFF2-40B4-BE49-F238E27FC236}">
                    <a16:creationId xmlns:a16="http://schemas.microsoft.com/office/drawing/2014/main" id="{9919C6DB-8A35-B485-0E4E-42EBB3496D19}"/>
                  </a:ext>
                </a:extLst>
              </p:cNvPr>
              <p:cNvSpPr/>
              <p:nvPr/>
            </p:nvSpPr>
            <p:spPr>
              <a:xfrm>
                <a:off x="1107100" y="4215575"/>
                <a:ext cx="51750" cy="51400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2056" extrusionOk="0">
                    <a:moveTo>
                      <a:pt x="158" y="0"/>
                    </a:moveTo>
                    <a:cubicBezTo>
                      <a:pt x="80" y="0"/>
                      <a:pt x="14" y="66"/>
                      <a:pt x="14" y="144"/>
                    </a:cubicBezTo>
                    <a:lnTo>
                      <a:pt x="14" y="1912"/>
                    </a:lnTo>
                    <a:cubicBezTo>
                      <a:pt x="1" y="1990"/>
                      <a:pt x="80" y="2056"/>
                      <a:pt x="158" y="2056"/>
                    </a:cubicBezTo>
                    <a:lnTo>
                      <a:pt x="1926" y="2056"/>
                    </a:lnTo>
                    <a:cubicBezTo>
                      <a:pt x="2004" y="2056"/>
                      <a:pt x="2070" y="1977"/>
                      <a:pt x="2070" y="1899"/>
                    </a:cubicBezTo>
                    <a:lnTo>
                      <a:pt x="2070" y="144"/>
                    </a:lnTo>
                    <a:cubicBezTo>
                      <a:pt x="2070" y="66"/>
                      <a:pt x="2004" y="0"/>
                      <a:pt x="1926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8" name="Google Shape;903;p27">
                <a:extLst>
                  <a:ext uri="{FF2B5EF4-FFF2-40B4-BE49-F238E27FC236}">
                    <a16:creationId xmlns:a16="http://schemas.microsoft.com/office/drawing/2014/main" id="{66E76C84-AB8F-42DC-2912-42963416CE98}"/>
                  </a:ext>
                </a:extLst>
              </p:cNvPr>
              <p:cNvSpPr/>
              <p:nvPr/>
            </p:nvSpPr>
            <p:spPr>
              <a:xfrm>
                <a:off x="1107450" y="4293800"/>
                <a:ext cx="51400" cy="51400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2056" extrusionOk="0">
                    <a:moveTo>
                      <a:pt x="144" y="0"/>
                    </a:moveTo>
                    <a:cubicBezTo>
                      <a:pt x="66" y="0"/>
                      <a:pt x="0" y="66"/>
                      <a:pt x="0" y="144"/>
                    </a:cubicBezTo>
                    <a:lnTo>
                      <a:pt x="0" y="1912"/>
                    </a:lnTo>
                    <a:cubicBezTo>
                      <a:pt x="0" y="1990"/>
                      <a:pt x="66" y="2056"/>
                      <a:pt x="144" y="2056"/>
                    </a:cubicBezTo>
                    <a:lnTo>
                      <a:pt x="1912" y="2056"/>
                    </a:lnTo>
                    <a:cubicBezTo>
                      <a:pt x="1990" y="2056"/>
                      <a:pt x="2056" y="1990"/>
                      <a:pt x="2056" y="1912"/>
                    </a:cubicBezTo>
                    <a:lnTo>
                      <a:pt x="2056" y="144"/>
                    </a:lnTo>
                    <a:cubicBezTo>
                      <a:pt x="2056" y="66"/>
                      <a:pt x="1990" y="0"/>
                      <a:pt x="1912" y="0"/>
                    </a:cubicBezTo>
                    <a:close/>
                  </a:path>
                </a:pathLst>
              </a:custGeom>
              <a:grpFill/>
              <a:ln>
                <a:solidFill>
                  <a:srgbClr val="7A0029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9" name="Google Shape;904;p27">
                <a:extLst>
                  <a:ext uri="{FF2B5EF4-FFF2-40B4-BE49-F238E27FC236}">
                    <a16:creationId xmlns:a16="http://schemas.microsoft.com/office/drawing/2014/main" id="{321F2EED-A6C4-FA95-CC12-A8C69AFBD681}"/>
                  </a:ext>
                </a:extLst>
              </p:cNvPr>
              <p:cNvSpPr/>
              <p:nvPr/>
            </p:nvSpPr>
            <p:spPr>
              <a:xfrm>
                <a:off x="1107450" y="4372350"/>
                <a:ext cx="51400" cy="5142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2057" extrusionOk="0">
                    <a:moveTo>
                      <a:pt x="144" y="1"/>
                    </a:moveTo>
                    <a:cubicBezTo>
                      <a:pt x="66" y="1"/>
                      <a:pt x="0" y="66"/>
                      <a:pt x="0" y="145"/>
                    </a:cubicBezTo>
                    <a:lnTo>
                      <a:pt x="0" y="1912"/>
                    </a:lnTo>
                    <a:cubicBezTo>
                      <a:pt x="0" y="1991"/>
                      <a:pt x="66" y="2056"/>
                      <a:pt x="144" y="2056"/>
                    </a:cubicBezTo>
                    <a:lnTo>
                      <a:pt x="1912" y="2056"/>
                    </a:lnTo>
                    <a:cubicBezTo>
                      <a:pt x="1990" y="2056"/>
                      <a:pt x="2056" y="1991"/>
                      <a:pt x="2056" y="1912"/>
                    </a:cubicBezTo>
                    <a:lnTo>
                      <a:pt x="2056" y="145"/>
                    </a:lnTo>
                    <a:cubicBezTo>
                      <a:pt x="2056" y="66"/>
                      <a:pt x="1990" y="1"/>
                      <a:pt x="1912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0" name="Google Shape;905;p27">
                <a:extLst>
                  <a:ext uri="{FF2B5EF4-FFF2-40B4-BE49-F238E27FC236}">
                    <a16:creationId xmlns:a16="http://schemas.microsoft.com/office/drawing/2014/main" id="{3CD8687E-5F78-81FD-A13C-301BCCCAE9E7}"/>
                  </a:ext>
                </a:extLst>
              </p:cNvPr>
              <p:cNvSpPr/>
              <p:nvPr/>
            </p:nvSpPr>
            <p:spPr>
              <a:xfrm>
                <a:off x="1052450" y="4096750"/>
                <a:ext cx="271700" cy="382325"/>
              </a:xfrm>
              <a:custGeom>
                <a:avLst/>
                <a:gdLst/>
                <a:ahLst/>
                <a:cxnLst/>
                <a:rect l="l" t="t" r="r" b="b"/>
                <a:pathLst>
                  <a:path w="10868" h="15293" extrusionOk="0">
                    <a:moveTo>
                      <a:pt x="9178" y="12753"/>
                    </a:moveTo>
                    <a:lnTo>
                      <a:pt x="8327" y="13604"/>
                    </a:lnTo>
                    <a:lnTo>
                      <a:pt x="8327" y="12753"/>
                    </a:lnTo>
                    <a:close/>
                    <a:moveTo>
                      <a:pt x="4007" y="1"/>
                    </a:moveTo>
                    <a:cubicBezTo>
                      <a:pt x="3771" y="1"/>
                      <a:pt x="3588" y="197"/>
                      <a:pt x="3588" y="433"/>
                    </a:cubicBezTo>
                    <a:lnTo>
                      <a:pt x="3588" y="1009"/>
                    </a:lnTo>
                    <a:lnTo>
                      <a:pt x="3535" y="1009"/>
                    </a:lnTo>
                    <a:cubicBezTo>
                      <a:pt x="3143" y="1009"/>
                      <a:pt x="2802" y="1258"/>
                      <a:pt x="2698" y="1637"/>
                    </a:cubicBezTo>
                    <a:lnTo>
                      <a:pt x="524" y="1637"/>
                    </a:lnTo>
                    <a:cubicBezTo>
                      <a:pt x="236" y="1637"/>
                      <a:pt x="1" y="1873"/>
                      <a:pt x="1" y="2161"/>
                    </a:cubicBezTo>
                    <a:lnTo>
                      <a:pt x="1" y="14769"/>
                    </a:lnTo>
                    <a:cubicBezTo>
                      <a:pt x="1" y="15057"/>
                      <a:pt x="236" y="15293"/>
                      <a:pt x="524" y="15293"/>
                    </a:cubicBezTo>
                    <a:lnTo>
                      <a:pt x="10343" y="15293"/>
                    </a:lnTo>
                    <a:cubicBezTo>
                      <a:pt x="10631" y="15293"/>
                      <a:pt x="10867" y="15057"/>
                      <a:pt x="10867" y="14769"/>
                    </a:cubicBezTo>
                    <a:lnTo>
                      <a:pt x="10867" y="7005"/>
                    </a:lnTo>
                    <a:cubicBezTo>
                      <a:pt x="10867" y="6855"/>
                      <a:pt x="10756" y="6779"/>
                      <a:pt x="10645" y="6779"/>
                    </a:cubicBezTo>
                    <a:cubicBezTo>
                      <a:pt x="10533" y="6779"/>
                      <a:pt x="10422" y="6855"/>
                      <a:pt x="10422" y="7005"/>
                    </a:cubicBezTo>
                    <a:lnTo>
                      <a:pt x="10422" y="14769"/>
                    </a:lnTo>
                    <a:cubicBezTo>
                      <a:pt x="10422" y="14808"/>
                      <a:pt x="10383" y="14847"/>
                      <a:pt x="10343" y="14847"/>
                    </a:cubicBezTo>
                    <a:lnTo>
                      <a:pt x="524" y="14847"/>
                    </a:lnTo>
                    <a:cubicBezTo>
                      <a:pt x="485" y="14847"/>
                      <a:pt x="446" y="14808"/>
                      <a:pt x="446" y="14769"/>
                    </a:cubicBezTo>
                    <a:lnTo>
                      <a:pt x="446" y="2161"/>
                    </a:lnTo>
                    <a:cubicBezTo>
                      <a:pt x="446" y="2122"/>
                      <a:pt x="485" y="2083"/>
                      <a:pt x="524" y="2083"/>
                    </a:cubicBezTo>
                    <a:lnTo>
                      <a:pt x="917" y="2083"/>
                    </a:lnTo>
                    <a:lnTo>
                      <a:pt x="917" y="4544"/>
                    </a:lnTo>
                    <a:cubicBezTo>
                      <a:pt x="917" y="4688"/>
                      <a:pt x="1028" y="4760"/>
                      <a:pt x="1140" y="4760"/>
                    </a:cubicBezTo>
                    <a:cubicBezTo>
                      <a:pt x="1251" y="4760"/>
                      <a:pt x="1362" y="4688"/>
                      <a:pt x="1362" y="4544"/>
                    </a:cubicBezTo>
                    <a:lnTo>
                      <a:pt x="1362" y="2083"/>
                    </a:lnTo>
                    <a:lnTo>
                      <a:pt x="2698" y="2083"/>
                    </a:lnTo>
                    <a:cubicBezTo>
                      <a:pt x="2737" y="2227"/>
                      <a:pt x="2802" y="2344"/>
                      <a:pt x="2907" y="2449"/>
                    </a:cubicBezTo>
                    <a:cubicBezTo>
                      <a:pt x="3064" y="2619"/>
                      <a:pt x="3287" y="2711"/>
                      <a:pt x="3522" y="2711"/>
                    </a:cubicBezTo>
                    <a:lnTo>
                      <a:pt x="5774" y="2711"/>
                    </a:lnTo>
                    <a:cubicBezTo>
                      <a:pt x="5783" y="2712"/>
                      <a:pt x="5791" y="2712"/>
                      <a:pt x="5799" y="2712"/>
                    </a:cubicBezTo>
                    <a:cubicBezTo>
                      <a:pt x="6093" y="2712"/>
                      <a:pt x="6093" y="2265"/>
                      <a:pt x="5799" y="2265"/>
                    </a:cubicBezTo>
                    <a:cubicBezTo>
                      <a:pt x="5791" y="2265"/>
                      <a:pt x="5783" y="2265"/>
                      <a:pt x="5774" y="2266"/>
                    </a:cubicBezTo>
                    <a:lnTo>
                      <a:pt x="3522" y="2266"/>
                    </a:lnTo>
                    <a:cubicBezTo>
                      <a:pt x="3418" y="2266"/>
                      <a:pt x="3313" y="2227"/>
                      <a:pt x="3234" y="2148"/>
                    </a:cubicBezTo>
                    <a:cubicBezTo>
                      <a:pt x="3156" y="2056"/>
                      <a:pt x="3117" y="1952"/>
                      <a:pt x="3117" y="1847"/>
                    </a:cubicBezTo>
                    <a:cubicBezTo>
                      <a:pt x="3142" y="1632"/>
                      <a:pt x="3313" y="1467"/>
                      <a:pt x="3513" y="1467"/>
                    </a:cubicBezTo>
                    <a:cubicBezTo>
                      <a:pt x="3520" y="1467"/>
                      <a:pt x="3528" y="1467"/>
                      <a:pt x="3535" y="1467"/>
                    </a:cubicBezTo>
                    <a:lnTo>
                      <a:pt x="4570" y="1467"/>
                    </a:lnTo>
                    <a:cubicBezTo>
                      <a:pt x="4578" y="1468"/>
                      <a:pt x="4586" y="1468"/>
                      <a:pt x="4594" y="1468"/>
                    </a:cubicBezTo>
                    <a:cubicBezTo>
                      <a:pt x="4889" y="1468"/>
                      <a:pt x="4889" y="1008"/>
                      <a:pt x="4594" y="1008"/>
                    </a:cubicBezTo>
                    <a:cubicBezTo>
                      <a:pt x="4586" y="1008"/>
                      <a:pt x="4578" y="1008"/>
                      <a:pt x="4570" y="1009"/>
                    </a:cubicBezTo>
                    <a:lnTo>
                      <a:pt x="4046" y="1009"/>
                    </a:lnTo>
                    <a:lnTo>
                      <a:pt x="4046" y="459"/>
                    </a:lnTo>
                    <a:lnTo>
                      <a:pt x="6822" y="459"/>
                    </a:lnTo>
                    <a:lnTo>
                      <a:pt x="6822" y="1009"/>
                    </a:lnTo>
                    <a:lnTo>
                      <a:pt x="6298" y="1009"/>
                    </a:lnTo>
                    <a:cubicBezTo>
                      <a:pt x="6290" y="1008"/>
                      <a:pt x="6282" y="1008"/>
                      <a:pt x="6274" y="1008"/>
                    </a:cubicBezTo>
                    <a:cubicBezTo>
                      <a:pt x="5979" y="1008"/>
                      <a:pt x="5979" y="1468"/>
                      <a:pt x="6274" y="1468"/>
                    </a:cubicBezTo>
                    <a:cubicBezTo>
                      <a:pt x="6282" y="1468"/>
                      <a:pt x="6290" y="1468"/>
                      <a:pt x="6298" y="1467"/>
                    </a:cubicBezTo>
                    <a:lnTo>
                      <a:pt x="7319" y="1467"/>
                    </a:lnTo>
                    <a:cubicBezTo>
                      <a:pt x="7327" y="1467"/>
                      <a:pt x="7335" y="1467"/>
                      <a:pt x="7343" y="1467"/>
                    </a:cubicBezTo>
                    <a:cubicBezTo>
                      <a:pt x="7555" y="1467"/>
                      <a:pt x="7726" y="1632"/>
                      <a:pt x="7751" y="1847"/>
                    </a:cubicBezTo>
                    <a:cubicBezTo>
                      <a:pt x="7751" y="2083"/>
                      <a:pt x="7568" y="2279"/>
                      <a:pt x="7345" y="2279"/>
                    </a:cubicBezTo>
                    <a:lnTo>
                      <a:pt x="6822" y="2279"/>
                    </a:lnTo>
                    <a:cubicBezTo>
                      <a:pt x="6813" y="2278"/>
                      <a:pt x="6805" y="2278"/>
                      <a:pt x="6797" y="2278"/>
                    </a:cubicBezTo>
                    <a:cubicBezTo>
                      <a:pt x="6502" y="2278"/>
                      <a:pt x="6502" y="2725"/>
                      <a:pt x="6797" y="2725"/>
                    </a:cubicBezTo>
                    <a:cubicBezTo>
                      <a:pt x="6805" y="2725"/>
                      <a:pt x="6813" y="2725"/>
                      <a:pt x="6822" y="2724"/>
                    </a:cubicBezTo>
                    <a:lnTo>
                      <a:pt x="7332" y="2724"/>
                    </a:lnTo>
                    <a:cubicBezTo>
                      <a:pt x="7725" y="2711"/>
                      <a:pt x="8052" y="2462"/>
                      <a:pt x="8157" y="2096"/>
                    </a:cubicBezTo>
                    <a:lnTo>
                      <a:pt x="9492" y="2096"/>
                    </a:lnTo>
                    <a:lnTo>
                      <a:pt x="9492" y="12321"/>
                    </a:lnTo>
                    <a:lnTo>
                      <a:pt x="8105" y="12321"/>
                    </a:lnTo>
                    <a:cubicBezTo>
                      <a:pt x="7974" y="12321"/>
                      <a:pt x="7869" y="12412"/>
                      <a:pt x="7869" y="12543"/>
                    </a:cubicBezTo>
                    <a:lnTo>
                      <a:pt x="7869" y="13931"/>
                    </a:lnTo>
                    <a:lnTo>
                      <a:pt x="6822" y="13931"/>
                    </a:lnTo>
                    <a:cubicBezTo>
                      <a:pt x="6520" y="13931"/>
                      <a:pt x="6520" y="14389"/>
                      <a:pt x="6822" y="14389"/>
                    </a:cubicBezTo>
                    <a:lnTo>
                      <a:pt x="8039" y="14389"/>
                    </a:lnTo>
                    <a:cubicBezTo>
                      <a:pt x="8144" y="14389"/>
                      <a:pt x="8236" y="14350"/>
                      <a:pt x="8301" y="14271"/>
                    </a:cubicBezTo>
                    <a:lnTo>
                      <a:pt x="9833" y="12740"/>
                    </a:lnTo>
                    <a:cubicBezTo>
                      <a:pt x="9911" y="12674"/>
                      <a:pt x="9951" y="12583"/>
                      <a:pt x="9951" y="12478"/>
                    </a:cubicBezTo>
                    <a:lnTo>
                      <a:pt x="9951" y="2083"/>
                    </a:lnTo>
                    <a:lnTo>
                      <a:pt x="10343" y="2083"/>
                    </a:lnTo>
                    <a:cubicBezTo>
                      <a:pt x="10383" y="2083"/>
                      <a:pt x="10422" y="2122"/>
                      <a:pt x="10422" y="2161"/>
                    </a:cubicBezTo>
                    <a:lnTo>
                      <a:pt x="10422" y="5958"/>
                    </a:lnTo>
                    <a:cubicBezTo>
                      <a:pt x="10422" y="6076"/>
                      <a:pt x="10514" y="6180"/>
                      <a:pt x="10645" y="6180"/>
                    </a:cubicBezTo>
                    <a:cubicBezTo>
                      <a:pt x="10762" y="6180"/>
                      <a:pt x="10867" y="6076"/>
                      <a:pt x="10867" y="5958"/>
                    </a:cubicBezTo>
                    <a:lnTo>
                      <a:pt x="10867" y="2161"/>
                    </a:lnTo>
                    <a:cubicBezTo>
                      <a:pt x="10867" y="1873"/>
                      <a:pt x="10631" y="1637"/>
                      <a:pt x="10343" y="1637"/>
                    </a:cubicBezTo>
                    <a:lnTo>
                      <a:pt x="8157" y="1637"/>
                    </a:lnTo>
                    <a:cubicBezTo>
                      <a:pt x="8052" y="1258"/>
                      <a:pt x="7712" y="1009"/>
                      <a:pt x="7319" y="1009"/>
                    </a:cubicBezTo>
                    <a:lnTo>
                      <a:pt x="7267" y="1009"/>
                    </a:lnTo>
                    <a:lnTo>
                      <a:pt x="7267" y="433"/>
                    </a:lnTo>
                    <a:cubicBezTo>
                      <a:pt x="7267" y="197"/>
                      <a:pt x="7083" y="14"/>
                      <a:pt x="6848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Barlow" pitchFamily="2" charset="77"/>
                </a:endParaRPr>
              </a:p>
            </p:txBody>
          </p:sp>
          <p:sp>
            <p:nvSpPr>
              <p:cNvPr id="91" name="Google Shape;906;p27">
                <a:extLst>
                  <a:ext uri="{FF2B5EF4-FFF2-40B4-BE49-F238E27FC236}">
                    <a16:creationId xmlns:a16="http://schemas.microsoft.com/office/drawing/2014/main" id="{572B1CD7-BF92-8259-6310-9E93BAB1CEFC}"/>
                  </a:ext>
                </a:extLst>
              </p:cNvPr>
              <p:cNvSpPr/>
              <p:nvPr/>
            </p:nvSpPr>
            <p:spPr>
              <a:xfrm>
                <a:off x="1075375" y="4230625"/>
                <a:ext cx="128975" cy="225550"/>
              </a:xfrm>
              <a:custGeom>
                <a:avLst/>
                <a:gdLst/>
                <a:ahLst/>
                <a:cxnLst/>
                <a:rect l="l" t="t" r="r" b="b"/>
                <a:pathLst>
                  <a:path w="5159" h="9022" extrusionOk="0">
                    <a:moveTo>
                      <a:pt x="223" y="1"/>
                    </a:moveTo>
                    <a:cubicBezTo>
                      <a:pt x="105" y="1"/>
                      <a:pt x="0" y="92"/>
                      <a:pt x="0" y="223"/>
                    </a:cubicBezTo>
                    <a:lnTo>
                      <a:pt x="0" y="8641"/>
                    </a:lnTo>
                    <a:cubicBezTo>
                      <a:pt x="0" y="8851"/>
                      <a:pt x="170" y="9021"/>
                      <a:pt x="380" y="9021"/>
                    </a:cubicBezTo>
                    <a:lnTo>
                      <a:pt x="4857" y="9021"/>
                    </a:lnTo>
                    <a:cubicBezTo>
                      <a:pt x="5158" y="9021"/>
                      <a:pt x="5158" y="8576"/>
                      <a:pt x="4857" y="8576"/>
                    </a:cubicBezTo>
                    <a:lnTo>
                      <a:pt x="445" y="8576"/>
                    </a:lnTo>
                    <a:lnTo>
                      <a:pt x="445" y="223"/>
                    </a:lnTo>
                    <a:cubicBezTo>
                      <a:pt x="445" y="105"/>
                      <a:pt x="354" y="1"/>
                      <a:pt x="223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2" name="Google Shape;907;p27">
                <a:extLst>
                  <a:ext uri="{FF2B5EF4-FFF2-40B4-BE49-F238E27FC236}">
                    <a16:creationId xmlns:a16="http://schemas.microsoft.com/office/drawing/2014/main" id="{7D8F81C0-4EC8-0CAD-2BC1-9D3C95FD59B9}"/>
                  </a:ext>
                </a:extLst>
              </p:cNvPr>
              <p:cNvSpPr/>
              <p:nvPr/>
            </p:nvSpPr>
            <p:spPr>
              <a:xfrm>
                <a:off x="1148025" y="4180875"/>
                <a:ext cx="80550" cy="1115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46" extrusionOk="0">
                    <a:moveTo>
                      <a:pt x="302" y="1"/>
                    </a:moveTo>
                    <a:cubicBezTo>
                      <a:pt x="0" y="1"/>
                      <a:pt x="0" y="446"/>
                      <a:pt x="302" y="446"/>
                    </a:cubicBezTo>
                    <a:lnTo>
                      <a:pt x="2920" y="446"/>
                    </a:lnTo>
                    <a:cubicBezTo>
                      <a:pt x="3221" y="446"/>
                      <a:pt x="3221" y="1"/>
                      <a:pt x="2920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3" name="Google Shape;908;p27">
                <a:extLst>
                  <a:ext uri="{FF2B5EF4-FFF2-40B4-BE49-F238E27FC236}">
                    <a16:creationId xmlns:a16="http://schemas.microsoft.com/office/drawing/2014/main" id="{45FC7978-2A81-75B1-DBA1-D27EE0B749AC}"/>
                  </a:ext>
                </a:extLst>
              </p:cNvPr>
              <p:cNvSpPr/>
              <p:nvPr/>
            </p:nvSpPr>
            <p:spPr>
              <a:xfrm>
                <a:off x="1101550" y="4206850"/>
                <a:ext cx="69175" cy="65700"/>
              </a:xfrm>
              <a:custGeom>
                <a:avLst/>
                <a:gdLst/>
                <a:ahLst/>
                <a:cxnLst/>
                <a:rect l="l" t="t" r="r" b="b"/>
                <a:pathLst>
                  <a:path w="2767" h="2628" extrusionOk="0">
                    <a:moveTo>
                      <a:pt x="1925" y="572"/>
                    </a:moveTo>
                    <a:lnTo>
                      <a:pt x="1362" y="1344"/>
                    </a:lnTo>
                    <a:lnTo>
                      <a:pt x="1166" y="1148"/>
                    </a:lnTo>
                    <a:cubicBezTo>
                      <a:pt x="1122" y="1120"/>
                      <a:pt x="1078" y="1108"/>
                      <a:pt x="1036" y="1108"/>
                    </a:cubicBezTo>
                    <a:cubicBezTo>
                      <a:pt x="862" y="1108"/>
                      <a:pt x="727" y="1317"/>
                      <a:pt x="864" y="1475"/>
                    </a:cubicBezTo>
                    <a:lnTo>
                      <a:pt x="1257" y="1829"/>
                    </a:lnTo>
                    <a:cubicBezTo>
                      <a:pt x="1297" y="1868"/>
                      <a:pt x="1349" y="1894"/>
                      <a:pt x="1414" y="1894"/>
                    </a:cubicBezTo>
                    <a:lnTo>
                      <a:pt x="1427" y="1894"/>
                    </a:lnTo>
                    <a:cubicBezTo>
                      <a:pt x="1493" y="1881"/>
                      <a:pt x="1558" y="1855"/>
                      <a:pt x="1598" y="1803"/>
                    </a:cubicBezTo>
                    <a:lnTo>
                      <a:pt x="2069" y="1148"/>
                    </a:lnTo>
                    <a:lnTo>
                      <a:pt x="2069" y="2182"/>
                    </a:lnTo>
                    <a:lnTo>
                      <a:pt x="459" y="2182"/>
                    </a:lnTo>
                    <a:lnTo>
                      <a:pt x="459" y="572"/>
                    </a:lnTo>
                    <a:close/>
                    <a:moveTo>
                      <a:pt x="2455" y="0"/>
                    </a:moveTo>
                    <a:cubicBezTo>
                      <a:pt x="2392" y="0"/>
                      <a:pt x="2327" y="30"/>
                      <a:pt x="2278" y="101"/>
                    </a:cubicBezTo>
                    <a:lnTo>
                      <a:pt x="2252" y="140"/>
                    </a:lnTo>
                    <a:cubicBezTo>
                      <a:pt x="2213" y="127"/>
                      <a:pt x="2174" y="127"/>
                      <a:pt x="2148" y="127"/>
                    </a:cubicBezTo>
                    <a:lnTo>
                      <a:pt x="380" y="127"/>
                    </a:lnTo>
                    <a:cubicBezTo>
                      <a:pt x="171" y="127"/>
                      <a:pt x="0" y="284"/>
                      <a:pt x="13" y="493"/>
                    </a:cubicBezTo>
                    <a:lnTo>
                      <a:pt x="13" y="2261"/>
                    </a:lnTo>
                    <a:cubicBezTo>
                      <a:pt x="13" y="2457"/>
                      <a:pt x="171" y="2614"/>
                      <a:pt x="380" y="2627"/>
                    </a:cubicBezTo>
                    <a:lnTo>
                      <a:pt x="2148" y="2627"/>
                    </a:lnTo>
                    <a:cubicBezTo>
                      <a:pt x="2344" y="2627"/>
                      <a:pt x="2514" y="2457"/>
                      <a:pt x="2514" y="2248"/>
                    </a:cubicBezTo>
                    <a:lnTo>
                      <a:pt x="2514" y="520"/>
                    </a:lnTo>
                    <a:lnTo>
                      <a:pt x="2645" y="363"/>
                    </a:lnTo>
                    <a:cubicBezTo>
                      <a:pt x="2767" y="185"/>
                      <a:pt x="2614" y="0"/>
                      <a:pt x="2455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4" name="Google Shape;909;p27">
                <a:extLst>
                  <a:ext uri="{FF2B5EF4-FFF2-40B4-BE49-F238E27FC236}">
                    <a16:creationId xmlns:a16="http://schemas.microsoft.com/office/drawing/2014/main" id="{7419D021-14C7-664E-0A81-2866EA0478F0}"/>
                  </a:ext>
                </a:extLst>
              </p:cNvPr>
              <p:cNvSpPr/>
              <p:nvPr/>
            </p:nvSpPr>
            <p:spPr>
              <a:xfrm>
                <a:off x="1101550" y="4285275"/>
                <a:ext cx="69225" cy="65500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2620" extrusionOk="0">
                    <a:moveTo>
                      <a:pt x="1925" y="564"/>
                    </a:moveTo>
                    <a:lnTo>
                      <a:pt x="1375" y="1336"/>
                    </a:lnTo>
                    <a:lnTo>
                      <a:pt x="1166" y="1140"/>
                    </a:lnTo>
                    <a:cubicBezTo>
                      <a:pt x="1122" y="1112"/>
                      <a:pt x="1078" y="1100"/>
                      <a:pt x="1036" y="1100"/>
                    </a:cubicBezTo>
                    <a:cubicBezTo>
                      <a:pt x="862" y="1100"/>
                      <a:pt x="727" y="1309"/>
                      <a:pt x="864" y="1467"/>
                    </a:cubicBezTo>
                    <a:lnTo>
                      <a:pt x="1257" y="1834"/>
                    </a:lnTo>
                    <a:cubicBezTo>
                      <a:pt x="1297" y="1860"/>
                      <a:pt x="1349" y="1886"/>
                      <a:pt x="1414" y="1886"/>
                    </a:cubicBezTo>
                    <a:lnTo>
                      <a:pt x="1427" y="1886"/>
                    </a:lnTo>
                    <a:cubicBezTo>
                      <a:pt x="1493" y="1873"/>
                      <a:pt x="1558" y="1847"/>
                      <a:pt x="1598" y="1795"/>
                    </a:cubicBezTo>
                    <a:lnTo>
                      <a:pt x="2069" y="1140"/>
                    </a:lnTo>
                    <a:lnTo>
                      <a:pt x="2069" y="2174"/>
                    </a:lnTo>
                    <a:lnTo>
                      <a:pt x="459" y="2174"/>
                    </a:lnTo>
                    <a:lnTo>
                      <a:pt x="459" y="564"/>
                    </a:lnTo>
                    <a:close/>
                    <a:moveTo>
                      <a:pt x="2449" y="1"/>
                    </a:moveTo>
                    <a:cubicBezTo>
                      <a:pt x="2387" y="1"/>
                      <a:pt x="2325" y="28"/>
                      <a:pt x="2278" y="93"/>
                    </a:cubicBezTo>
                    <a:lnTo>
                      <a:pt x="2252" y="145"/>
                    </a:lnTo>
                    <a:cubicBezTo>
                      <a:pt x="2213" y="132"/>
                      <a:pt x="2174" y="119"/>
                      <a:pt x="2148" y="119"/>
                    </a:cubicBezTo>
                    <a:lnTo>
                      <a:pt x="380" y="119"/>
                    </a:lnTo>
                    <a:cubicBezTo>
                      <a:pt x="171" y="119"/>
                      <a:pt x="0" y="289"/>
                      <a:pt x="13" y="499"/>
                    </a:cubicBezTo>
                    <a:lnTo>
                      <a:pt x="13" y="2253"/>
                    </a:lnTo>
                    <a:cubicBezTo>
                      <a:pt x="13" y="2462"/>
                      <a:pt x="171" y="2619"/>
                      <a:pt x="380" y="2619"/>
                    </a:cubicBezTo>
                    <a:lnTo>
                      <a:pt x="2148" y="2619"/>
                    </a:lnTo>
                    <a:cubicBezTo>
                      <a:pt x="2344" y="2619"/>
                      <a:pt x="2514" y="2462"/>
                      <a:pt x="2514" y="2253"/>
                    </a:cubicBezTo>
                    <a:lnTo>
                      <a:pt x="2514" y="525"/>
                    </a:lnTo>
                    <a:lnTo>
                      <a:pt x="2645" y="368"/>
                    </a:lnTo>
                    <a:cubicBezTo>
                      <a:pt x="2768" y="188"/>
                      <a:pt x="2610" y="1"/>
                      <a:pt x="2449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5" name="Google Shape;910;p27">
                <a:extLst>
                  <a:ext uri="{FF2B5EF4-FFF2-40B4-BE49-F238E27FC236}">
                    <a16:creationId xmlns:a16="http://schemas.microsoft.com/office/drawing/2014/main" id="{7D634E74-D0AC-8175-A375-4081EBE24C84}"/>
                  </a:ext>
                </a:extLst>
              </p:cNvPr>
              <p:cNvSpPr/>
              <p:nvPr/>
            </p:nvSpPr>
            <p:spPr>
              <a:xfrm>
                <a:off x="1101550" y="4366800"/>
                <a:ext cx="62875" cy="62525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2501" extrusionOk="0">
                    <a:moveTo>
                      <a:pt x="2069" y="445"/>
                    </a:moveTo>
                    <a:lnTo>
                      <a:pt x="2069" y="2055"/>
                    </a:lnTo>
                    <a:lnTo>
                      <a:pt x="459" y="2055"/>
                    </a:lnTo>
                    <a:lnTo>
                      <a:pt x="459" y="445"/>
                    </a:lnTo>
                    <a:close/>
                    <a:moveTo>
                      <a:pt x="380" y="0"/>
                    </a:moveTo>
                    <a:cubicBezTo>
                      <a:pt x="171" y="0"/>
                      <a:pt x="0" y="170"/>
                      <a:pt x="13" y="367"/>
                    </a:cubicBezTo>
                    <a:lnTo>
                      <a:pt x="13" y="2134"/>
                    </a:lnTo>
                    <a:cubicBezTo>
                      <a:pt x="0" y="2330"/>
                      <a:pt x="171" y="2501"/>
                      <a:pt x="380" y="2501"/>
                    </a:cubicBezTo>
                    <a:lnTo>
                      <a:pt x="2148" y="2501"/>
                    </a:lnTo>
                    <a:cubicBezTo>
                      <a:pt x="2344" y="2501"/>
                      <a:pt x="2514" y="2343"/>
                      <a:pt x="2514" y="2134"/>
                    </a:cubicBezTo>
                    <a:lnTo>
                      <a:pt x="2514" y="367"/>
                    </a:lnTo>
                    <a:cubicBezTo>
                      <a:pt x="2514" y="157"/>
                      <a:pt x="2344" y="0"/>
                      <a:pt x="2148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6" name="Google Shape;911;p27">
                <a:extLst>
                  <a:ext uri="{FF2B5EF4-FFF2-40B4-BE49-F238E27FC236}">
                    <a16:creationId xmlns:a16="http://schemas.microsoft.com/office/drawing/2014/main" id="{87325504-812C-80E9-EABC-EBA95C806ADD}"/>
                  </a:ext>
                </a:extLst>
              </p:cNvPr>
              <p:cNvSpPr/>
              <p:nvPr/>
            </p:nvSpPr>
            <p:spPr>
              <a:xfrm>
                <a:off x="1183050" y="4223425"/>
                <a:ext cx="90025" cy="11150"/>
              </a:xfrm>
              <a:custGeom>
                <a:avLst/>
                <a:gdLst/>
                <a:ahLst/>
                <a:cxnLst/>
                <a:rect l="l" t="t" r="r" b="b"/>
                <a:pathLst>
                  <a:path w="3601" h="446" extrusionOk="0">
                    <a:moveTo>
                      <a:pt x="289" y="0"/>
                    </a:moveTo>
                    <a:cubicBezTo>
                      <a:pt x="0" y="0"/>
                      <a:pt x="5" y="446"/>
                      <a:pt x="301" y="446"/>
                    </a:cubicBezTo>
                    <a:lnTo>
                      <a:pt x="3300" y="446"/>
                    </a:lnTo>
                    <a:cubicBezTo>
                      <a:pt x="3596" y="446"/>
                      <a:pt x="3601" y="0"/>
                      <a:pt x="3312" y="0"/>
                    </a:cubicBezTo>
                    <a:cubicBezTo>
                      <a:pt x="3308" y="0"/>
                      <a:pt x="3304" y="0"/>
                      <a:pt x="3300" y="1"/>
                    </a:cubicBezTo>
                    <a:lnTo>
                      <a:pt x="301" y="1"/>
                    </a:lnTo>
                    <a:cubicBezTo>
                      <a:pt x="297" y="0"/>
                      <a:pt x="293" y="0"/>
                      <a:pt x="28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7" name="Google Shape;912;p27">
                <a:extLst>
                  <a:ext uri="{FF2B5EF4-FFF2-40B4-BE49-F238E27FC236}">
                    <a16:creationId xmlns:a16="http://schemas.microsoft.com/office/drawing/2014/main" id="{6A4C742B-0799-7C06-C95E-DF7687F1DEBE}"/>
                  </a:ext>
                </a:extLst>
              </p:cNvPr>
              <p:cNvSpPr/>
              <p:nvPr/>
            </p:nvSpPr>
            <p:spPr>
              <a:xfrm>
                <a:off x="1183050" y="4247325"/>
                <a:ext cx="75950" cy="11475"/>
              </a:xfrm>
              <a:custGeom>
                <a:avLst/>
                <a:gdLst/>
                <a:ahLst/>
                <a:cxnLst/>
                <a:rect l="l" t="t" r="r" b="b"/>
                <a:pathLst>
                  <a:path w="3038" h="459" extrusionOk="0">
                    <a:moveTo>
                      <a:pt x="301" y="0"/>
                    </a:moveTo>
                    <a:cubicBezTo>
                      <a:pt x="0" y="0"/>
                      <a:pt x="0" y="459"/>
                      <a:pt x="301" y="459"/>
                    </a:cubicBezTo>
                    <a:lnTo>
                      <a:pt x="2750" y="459"/>
                    </a:lnTo>
                    <a:cubicBezTo>
                      <a:pt x="3038" y="459"/>
                      <a:pt x="3038" y="0"/>
                      <a:pt x="275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8" name="Google Shape;913;p27">
                <a:extLst>
                  <a:ext uri="{FF2B5EF4-FFF2-40B4-BE49-F238E27FC236}">
                    <a16:creationId xmlns:a16="http://schemas.microsoft.com/office/drawing/2014/main" id="{F7081AE2-28DA-C826-F9E6-FDDF265D6195}"/>
                  </a:ext>
                </a:extLst>
              </p:cNvPr>
              <p:cNvSpPr/>
              <p:nvPr/>
            </p:nvSpPr>
            <p:spPr>
              <a:xfrm>
                <a:off x="1182600" y="4303275"/>
                <a:ext cx="90925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3637" h="448" extrusionOk="0">
                    <a:moveTo>
                      <a:pt x="295" y="0"/>
                    </a:moveTo>
                    <a:cubicBezTo>
                      <a:pt x="0" y="0"/>
                      <a:pt x="0" y="447"/>
                      <a:pt x="295" y="447"/>
                    </a:cubicBezTo>
                    <a:cubicBezTo>
                      <a:pt x="303" y="447"/>
                      <a:pt x="311" y="447"/>
                      <a:pt x="319" y="446"/>
                    </a:cubicBezTo>
                    <a:lnTo>
                      <a:pt x="3318" y="446"/>
                    </a:lnTo>
                    <a:cubicBezTo>
                      <a:pt x="3326" y="447"/>
                      <a:pt x="3334" y="447"/>
                      <a:pt x="3342" y="447"/>
                    </a:cubicBezTo>
                    <a:cubicBezTo>
                      <a:pt x="3637" y="447"/>
                      <a:pt x="3637" y="0"/>
                      <a:pt x="3342" y="0"/>
                    </a:cubicBezTo>
                    <a:cubicBezTo>
                      <a:pt x="3334" y="0"/>
                      <a:pt x="3326" y="0"/>
                      <a:pt x="3318" y="1"/>
                    </a:cubicBezTo>
                    <a:lnTo>
                      <a:pt x="319" y="1"/>
                    </a:lnTo>
                    <a:cubicBezTo>
                      <a:pt x="311" y="0"/>
                      <a:pt x="303" y="0"/>
                      <a:pt x="29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9" name="Google Shape;914;p27">
                <a:extLst>
                  <a:ext uri="{FF2B5EF4-FFF2-40B4-BE49-F238E27FC236}">
                    <a16:creationId xmlns:a16="http://schemas.microsoft.com/office/drawing/2014/main" id="{888936D9-3563-C931-1717-EEAADA4746E6}"/>
                  </a:ext>
                </a:extLst>
              </p:cNvPr>
              <p:cNvSpPr/>
              <p:nvPr/>
            </p:nvSpPr>
            <p:spPr>
              <a:xfrm>
                <a:off x="1238025" y="4327500"/>
                <a:ext cx="35050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447" extrusionOk="0">
                    <a:moveTo>
                      <a:pt x="1113" y="1"/>
                    </a:moveTo>
                    <a:cubicBezTo>
                      <a:pt x="1109" y="1"/>
                      <a:pt x="1105" y="1"/>
                      <a:pt x="1101" y="1"/>
                    </a:cubicBezTo>
                    <a:lnTo>
                      <a:pt x="302" y="1"/>
                    </a:lnTo>
                    <a:cubicBezTo>
                      <a:pt x="1" y="1"/>
                      <a:pt x="1" y="446"/>
                      <a:pt x="302" y="446"/>
                    </a:cubicBezTo>
                    <a:lnTo>
                      <a:pt x="1101" y="446"/>
                    </a:lnTo>
                    <a:cubicBezTo>
                      <a:pt x="1397" y="446"/>
                      <a:pt x="1402" y="1"/>
                      <a:pt x="1113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100" name="Google Shape;915;p27">
                <a:extLst>
                  <a:ext uri="{FF2B5EF4-FFF2-40B4-BE49-F238E27FC236}">
                    <a16:creationId xmlns:a16="http://schemas.microsoft.com/office/drawing/2014/main" id="{16EC52E4-044A-9AEF-F582-2A8FCD42A4A7}"/>
                  </a:ext>
                </a:extLst>
              </p:cNvPr>
              <p:cNvSpPr/>
              <p:nvPr/>
            </p:nvSpPr>
            <p:spPr>
              <a:xfrm>
                <a:off x="1183050" y="4327500"/>
                <a:ext cx="4387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447" extrusionOk="0">
                    <a:moveTo>
                      <a:pt x="289" y="1"/>
                    </a:moveTo>
                    <a:cubicBezTo>
                      <a:pt x="0" y="1"/>
                      <a:pt x="5" y="446"/>
                      <a:pt x="301" y="446"/>
                    </a:cubicBezTo>
                    <a:lnTo>
                      <a:pt x="1454" y="446"/>
                    </a:lnTo>
                    <a:cubicBezTo>
                      <a:pt x="1750" y="446"/>
                      <a:pt x="1755" y="1"/>
                      <a:pt x="1466" y="1"/>
                    </a:cubicBezTo>
                    <a:cubicBezTo>
                      <a:pt x="1462" y="1"/>
                      <a:pt x="1458" y="1"/>
                      <a:pt x="1454" y="1"/>
                    </a:cubicBezTo>
                    <a:lnTo>
                      <a:pt x="301" y="1"/>
                    </a:lnTo>
                    <a:cubicBezTo>
                      <a:pt x="297" y="1"/>
                      <a:pt x="293" y="1"/>
                      <a:pt x="289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101" name="Google Shape;916;p27">
                <a:extLst>
                  <a:ext uri="{FF2B5EF4-FFF2-40B4-BE49-F238E27FC236}">
                    <a16:creationId xmlns:a16="http://schemas.microsoft.com/office/drawing/2014/main" id="{B72D2E18-F8BE-C036-94F5-4BBB981D03E3}"/>
                  </a:ext>
                </a:extLst>
              </p:cNvPr>
              <p:cNvSpPr/>
              <p:nvPr/>
            </p:nvSpPr>
            <p:spPr>
              <a:xfrm>
                <a:off x="1182600" y="4380500"/>
                <a:ext cx="90925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3637" h="448" extrusionOk="0">
                    <a:moveTo>
                      <a:pt x="295" y="1"/>
                    </a:moveTo>
                    <a:cubicBezTo>
                      <a:pt x="0" y="1"/>
                      <a:pt x="0" y="448"/>
                      <a:pt x="295" y="448"/>
                    </a:cubicBezTo>
                    <a:cubicBezTo>
                      <a:pt x="303" y="448"/>
                      <a:pt x="311" y="448"/>
                      <a:pt x="319" y="447"/>
                    </a:cubicBezTo>
                    <a:lnTo>
                      <a:pt x="3318" y="447"/>
                    </a:lnTo>
                    <a:cubicBezTo>
                      <a:pt x="3326" y="448"/>
                      <a:pt x="3334" y="448"/>
                      <a:pt x="3342" y="448"/>
                    </a:cubicBezTo>
                    <a:cubicBezTo>
                      <a:pt x="3637" y="448"/>
                      <a:pt x="3637" y="1"/>
                      <a:pt x="3342" y="1"/>
                    </a:cubicBezTo>
                    <a:cubicBezTo>
                      <a:pt x="3334" y="1"/>
                      <a:pt x="3326" y="1"/>
                      <a:pt x="3318" y="2"/>
                    </a:cubicBezTo>
                    <a:lnTo>
                      <a:pt x="319" y="2"/>
                    </a:lnTo>
                    <a:cubicBezTo>
                      <a:pt x="311" y="1"/>
                      <a:pt x="303" y="1"/>
                      <a:pt x="295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102" name="Google Shape;917;p27">
                <a:extLst>
                  <a:ext uri="{FF2B5EF4-FFF2-40B4-BE49-F238E27FC236}">
                    <a16:creationId xmlns:a16="http://schemas.microsoft.com/office/drawing/2014/main" id="{845CB8A7-C5E6-1940-736A-A71410AD887D}"/>
                  </a:ext>
                </a:extLst>
              </p:cNvPr>
              <p:cNvSpPr/>
              <p:nvPr/>
            </p:nvSpPr>
            <p:spPr>
              <a:xfrm>
                <a:off x="1183050" y="4404425"/>
                <a:ext cx="50425" cy="11150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446" extrusionOk="0">
                    <a:moveTo>
                      <a:pt x="301" y="1"/>
                    </a:moveTo>
                    <a:cubicBezTo>
                      <a:pt x="0" y="1"/>
                      <a:pt x="0" y="446"/>
                      <a:pt x="301" y="446"/>
                    </a:cubicBezTo>
                    <a:lnTo>
                      <a:pt x="1794" y="446"/>
                    </a:lnTo>
                    <a:cubicBezTo>
                      <a:pt x="1912" y="446"/>
                      <a:pt x="2017" y="354"/>
                      <a:pt x="2017" y="223"/>
                    </a:cubicBezTo>
                    <a:cubicBezTo>
                      <a:pt x="2017" y="105"/>
                      <a:pt x="1912" y="1"/>
                      <a:pt x="1794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</p:grp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32D757E0-ACDC-6B29-31E1-40473E22877E}"/>
              </a:ext>
            </a:extLst>
          </p:cNvPr>
          <p:cNvSpPr txBox="1"/>
          <p:nvPr/>
        </p:nvSpPr>
        <p:spPr>
          <a:xfrm>
            <a:off x="10128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64972A-2307-C49C-A17A-C6644A09F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103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9222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0" grpId="0" animBg="1"/>
      <p:bldP spid="61" grpId="0" animBg="1"/>
      <p:bldP spid="62" grpId="0" animBg="1"/>
      <p:bldP spid="63" grpId="0" animBg="1"/>
      <p:bldP spid="76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3EAFAF65-ED82-2721-B223-A199A730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869;p27">
            <a:extLst>
              <a:ext uri="{FF2B5EF4-FFF2-40B4-BE49-F238E27FC236}">
                <a16:creationId xmlns:a16="http://schemas.microsoft.com/office/drawing/2014/main" id="{20F7FFD6-E888-D64D-C0B3-A4C28097F6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1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How did we evaluate it?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9CFAECF-8598-A538-0D09-E1A303B46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050" y="1829723"/>
            <a:ext cx="1151707" cy="24261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D182B07-4B85-238C-862D-0E7E4D1FF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078" y="1829723"/>
            <a:ext cx="1151707" cy="24261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C92A608-A4EB-7E7B-1ED7-7BCE40AAB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241" y="1829723"/>
            <a:ext cx="1151707" cy="24261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4D05F5A-E0F2-2848-7B6B-B89007F2A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0519" y="1894192"/>
            <a:ext cx="175387" cy="2864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7A27B04-1D84-CF63-5434-FC25B2E277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1167" y="1894192"/>
            <a:ext cx="374158" cy="2864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19D706F-666A-A449-3AEA-FB82091C26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700" y="1894191"/>
            <a:ext cx="567084" cy="2864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6BBCF6F-6BE9-47A0-BAFD-C1000F7794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9591" y="2366601"/>
            <a:ext cx="584623" cy="58462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219E41D-875A-648C-5D4D-54BC2E8D7E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5663" y="2951224"/>
            <a:ext cx="584623" cy="58462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37CDB11-CB40-89C2-F465-89B06B82E7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7551" y="3641292"/>
            <a:ext cx="467698" cy="46769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C40AD917-7F7F-1B72-5F7C-5B9D3D29E2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7125" y="4541398"/>
            <a:ext cx="1917561" cy="83601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0BAC5C0-B188-6D59-F773-64C5BD2EB4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91356" y="4541398"/>
            <a:ext cx="1917561" cy="83601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F38260C-1316-6B4D-4823-061D6D5613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31694" y="4636265"/>
            <a:ext cx="584623" cy="5846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D2C30EB9-1371-C2D7-67EA-BBF1CD1D87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0507" y="4707730"/>
            <a:ext cx="409236" cy="4092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66B372A0-730E-3DB9-24A7-CBCCD74B5FB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05084" y="2956594"/>
            <a:ext cx="584623" cy="584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DD125121-D85D-3AB5-F604-FB4656CB45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3546" y="3664713"/>
            <a:ext cx="467698" cy="46769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DDB98BD-C877-465A-7B4D-AB7079319F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215" y="2925970"/>
            <a:ext cx="584623" cy="58462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1E0F20BD-657E-16D0-1B34-C12E79D752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5934" y="2341347"/>
            <a:ext cx="584623" cy="58462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C408D74F-9599-63BB-9A3D-745FFE67A4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9089" y="2341347"/>
            <a:ext cx="584623" cy="58462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0D5A6C5B-BEE6-C88C-73C9-53DF7BE6AEC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92030" y="3666096"/>
            <a:ext cx="467698" cy="467698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67EC80E5-7DC8-EA96-D41B-45EF2C526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052" y="1847515"/>
            <a:ext cx="1151707" cy="2426184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73464B8-18B7-31BD-16E4-09AE871CD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80" y="1847515"/>
            <a:ext cx="1151707" cy="2426184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5F81CE32-C30F-FB58-A2C6-B39E85E1E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4243" y="1847515"/>
            <a:ext cx="1151707" cy="2426184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2BC92A84-D446-8638-F5C2-91AF5BE89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521" y="1911984"/>
            <a:ext cx="175387" cy="286465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8974A555-46C7-C6F1-EBFD-737AFDFC6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9169" y="1911984"/>
            <a:ext cx="374158" cy="286465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60896967-75BE-8057-C7E4-C81EF15B9F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3702" y="1911983"/>
            <a:ext cx="567084" cy="286465"/>
          </a:xfrm>
          <a:prstGeom prst="rect">
            <a:avLst/>
          </a:prstGeom>
        </p:spPr>
      </p:pic>
      <p:sp>
        <p:nvSpPr>
          <p:cNvPr id="38" name="Rectángulo 37">
            <a:extLst>
              <a:ext uri="{FF2B5EF4-FFF2-40B4-BE49-F238E27FC236}">
                <a16:creationId xmlns:a16="http://schemas.microsoft.com/office/drawing/2014/main" id="{DDE78732-2C43-4ACB-6A7F-40099F4FEB17}"/>
              </a:ext>
            </a:extLst>
          </p:cNvPr>
          <p:cNvSpPr/>
          <p:nvPr/>
        </p:nvSpPr>
        <p:spPr>
          <a:xfrm>
            <a:off x="2053592" y="1637112"/>
            <a:ext cx="3744574" cy="284236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DE8E7CC-FA4D-A885-C56E-134106FE9785}"/>
              </a:ext>
            </a:extLst>
          </p:cNvPr>
          <p:cNvSpPr/>
          <p:nvPr/>
        </p:nvSpPr>
        <p:spPr>
          <a:xfrm>
            <a:off x="6423961" y="1621634"/>
            <a:ext cx="3744574" cy="284236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061BA519-A330-7323-E925-503BA126601E}"/>
              </a:ext>
            </a:extLst>
          </p:cNvPr>
          <p:cNvCxnSpPr/>
          <p:nvPr/>
        </p:nvCxnSpPr>
        <p:spPr>
          <a:xfrm>
            <a:off x="6104398" y="1304764"/>
            <a:ext cx="0" cy="424847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E52BB0C-16C0-9256-8017-4B82F9733BA3}"/>
              </a:ext>
            </a:extLst>
          </p:cNvPr>
          <p:cNvSpPr txBox="1"/>
          <p:nvPr/>
        </p:nvSpPr>
        <p:spPr>
          <a:xfrm>
            <a:off x="3268433" y="114877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Barlow" pitchFamily="2" charset="77"/>
              </a:rPr>
              <a:t>Ground</a:t>
            </a:r>
            <a:r>
              <a:rPr lang="es-ES" dirty="0">
                <a:latin typeface="Barlow" pitchFamily="2" charset="77"/>
              </a:rPr>
              <a:t> </a:t>
            </a:r>
            <a:r>
              <a:rPr lang="es-ES" dirty="0" err="1">
                <a:latin typeface="Barlow" pitchFamily="2" charset="77"/>
              </a:rPr>
              <a:t>Truth</a:t>
            </a:r>
            <a:endParaRPr lang="es-ES" dirty="0">
              <a:latin typeface="Barlow" pitchFamily="2" charset="77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56B18AE-81D7-69EB-B009-A640861357B2}"/>
              </a:ext>
            </a:extLst>
          </p:cNvPr>
          <p:cNvSpPr txBox="1"/>
          <p:nvPr/>
        </p:nvSpPr>
        <p:spPr>
          <a:xfrm>
            <a:off x="7524766" y="1148776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Barlow" pitchFamily="2" charset="77"/>
              </a:rPr>
              <a:t>True Positives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38CCB8-560F-8D62-E949-8190F0376A1D}"/>
              </a:ext>
            </a:extLst>
          </p:cNvPr>
          <p:cNvSpPr txBox="1"/>
          <p:nvPr/>
        </p:nvSpPr>
        <p:spPr>
          <a:xfrm>
            <a:off x="10128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11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82D6B1-7FED-8D80-8102-D48C23A4C9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54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4169909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94489C5-BA44-0AB7-3095-D321DE577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n 51">
            <a:extLst>
              <a:ext uri="{FF2B5EF4-FFF2-40B4-BE49-F238E27FC236}">
                <a16:creationId xmlns:a16="http://schemas.microsoft.com/office/drawing/2014/main" id="{2963E4F4-36AB-6296-E0FA-7A47BDEF9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787" y="1829708"/>
            <a:ext cx="1151707" cy="2426184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E6FFDD37-56D3-6A2F-E698-0917620B4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815" y="1829708"/>
            <a:ext cx="1151707" cy="2426184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6A66FA39-B483-E5A2-E1BA-0455DA823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978" y="1829708"/>
            <a:ext cx="1151707" cy="2426184"/>
          </a:xfrm>
          <a:prstGeom prst="rect">
            <a:avLst/>
          </a:prstGeom>
        </p:spPr>
      </p:pic>
      <p:sp>
        <p:nvSpPr>
          <p:cNvPr id="53" name="Google Shape;869;p27">
            <a:extLst>
              <a:ext uri="{FF2B5EF4-FFF2-40B4-BE49-F238E27FC236}">
                <a16:creationId xmlns:a16="http://schemas.microsoft.com/office/drawing/2014/main" id="{4FAA8915-2FB7-10B3-D3C6-05C160C718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1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How did we evaluate it?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0CBED53-6498-8648-7672-AD932B56F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050" y="1829723"/>
            <a:ext cx="1151707" cy="24261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6275133-B0FE-B59F-F1DA-BBC6FC3B4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078" y="1829723"/>
            <a:ext cx="1151707" cy="24261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8D8FD88-EBDD-93CD-0119-3D2C91646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241" y="1829723"/>
            <a:ext cx="1151707" cy="242618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33C175D-0896-8CDF-185F-EFF64FB97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0356" y="1829723"/>
            <a:ext cx="1140014" cy="24261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3AB6058-E61C-5E67-B4FF-D873C99C9D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0519" y="1894192"/>
            <a:ext cx="175387" cy="2864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5FE1AC3-17E1-44D2-40B6-A9DD5EB7CE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1167" y="1894192"/>
            <a:ext cx="374158" cy="2864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EAFA2E0-4521-0E1E-09C8-3391D204C4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5700" y="1894191"/>
            <a:ext cx="567084" cy="2864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32EFF2F-AC13-9509-C797-9B72841BC5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0359" y="1922430"/>
            <a:ext cx="760009" cy="2864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6A2FFFC-178C-9940-81C4-A8C5B1472E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9591" y="2366601"/>
            <a:ext cx="584623" cy="58462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3DFA2F7-7E61-313D-5055-9CE4AD192B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5663" y="2951224"/>
            <a:ext cx="584623" cy="58462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DAED1CD-7ACF-5460-668C-DD0CA41984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7551" y="3641292"/>
            <a:ext cx="467698" cy="46769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51820EEF-5360-16B6-0B70-0EBFC609D0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5084" y="2956594"/>
            <a:ext cx="584623" cy="584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53C530B1-3910-997B-2D01-B7F8D14333C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63546" y="3664713"/>
            <a:ext cx="467698" cy="46769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A31D79A5-C85A-4717-5960-55243D0270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215" y="2925970"/>
            <a:ext cx="584623" cy="58462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9293E3AA-E665-2C22-4F3E-82E99E7B98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5934" y="2341347"/>
            <a:ext cx="584623" cy="58462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55BB12F7-ABAB-63C8-12E1-507F4C4BAF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9089" y="2341347"/>
            <a:ext cx="584623" cy="58462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8D5BCC67-2436-277A-42A0-3C56C012E30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2030" y="3666096"/>
            <a:ext cx="467698" cy="46769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9535A0A-087F-643F-410C-A62A9A19F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927" y="1894192"/>
            <a:ext cx="175387" cy="28646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EE71356-DA67-F7E6-89B2-3FF3CE1430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3575" y="1894192"/>
            <a:ext cx="374158" cy="28646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DBC2DBB-97EF-FF88-4A40-033486767C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8108" y="1894191"/>
            <a:ext cx="567084" cy="28646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FD096AC-41A9-3652-0B3A-27CFFDC374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1999" y="2366601"/>
            <a:ext cx="584623" cy="58462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FCC9A2E-7185-861F-889A-FF83B527A5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98071" y="2951224"/>
            <a:ext cx="584623" cy="584623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7593B99-9A0C-0C48-72FB-DED6D86B4E8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9959" y="3641292"/>
            <a:ext cx="467698" cy="46769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1BBF7B9B-1ADF-6592-E446-2884EFA27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97412" y="4549925"/>
            <a:ext cx="1917561" cy="83601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DE942F6-FBB8-2986-5F47-123F8BCBD08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8051" y="2301602"/>
            <a:ext cx="584623" cy="584623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D97B88D6-6069-989E-2D85-7884248181E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16563" y="4716257"/>
            <a:ext cx="409236" cy="409236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253714C9-83AC-DB12-DC3D-EA5E6F368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7492" y="2956594"/>
            <a:ext cx="584623" cy="584623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11C450C4-DF24-9E25-6C02-5372D207583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5954" y="3664713"/>
            <a:ext cx="467698" cy="467698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99EB2E46-618A-F312-CD7B-EEC421DD54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4623" y="2925970"/>
            <a:ext cx="584623" cy="584623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702BE0E6-3DC0-515C-7269-E6E98AB781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8342" y="2341347"/>
            <a:ext cx="584623" cy="584623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58924267-C2FF-53E0-BFDD-C85969C4E0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1497" y="2341347"/>
            <a:ext cx="584623" cy="584623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683F806A-6592-1FEE-28D0-B06F115FA6A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64438" y="3666096"/>
            <a:ext cx="467698" cy="467698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F2D27839-C460-95CA-BF54-7E85354159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33763" y="4411396"/>
            <a:ext cx="1917561" cy="83601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140DC1EE-8B74-522A-3DFA-6B41BE66154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37698" y="5342273"/>
            <a:ext cx="1917561" cy="836010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E32D69BB-D3B0-899B-2194-600C37AF42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38332" y="4506263"/>
            <a:ext cx="584623" cy="584623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03C0103B-0F72-F093-D6CC-3316364F36B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56849" y="5508605"/>
            <a:ext cx="409236" cy="409236"/>
          </a:xfrm>
          <a:prstGeom prst="rect">
            <a:avLst/>
          </a:prstGeom>
        </p:spPr>
      </p:pic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0CAF2064-1297-8674-68C7-0311CB56CBAC}"/>
              </a:ext>
            </a:extLst>
          </p:cNvPr>
          <p:cNvCxnSpPr>
            <a:cxnSpLocks/>
          </p:cNvCxnSpPr>
          <p:nvPr/>
        </p:nvCxnSpPr>
        <p:spPr>
          <a:xfrm>
            <a:off x="5735960" y="1148776"/>
            <a:ext cx="0" cy="502950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278D897-974D-EE08-EFC3-F2AD02EEC614}"/>
              </a:ext>
            </a:extLst>
          </p:cNvPr>
          <p:cNvSpPr txBox="1"/>
          <p:nvPr/>
        </p:nvSpPr>
        <p:spPr>
          <a:xfrm>
            <a:off x="3268433" y="114877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Barlow" pitchFamily="2" charset="77"/>
              </a:rPr>
              <a:t>Ground</a:t>
            </a:r>
            <a:r>
              <a:rPr lang="es-ES" dirty="0">
                <a:latin typeface="Barlow" pitchFamily="2" charset="77"/>
              </a:rPr>
              <a:t> </a:t>
            </a:r>
            <a:r>
              <a:rPr lang="es-ES" dirty="0" err="1">
                <a:latin typeface="Barlow" pitchFamily="2" charset="77"/>
              </a:rPr>
              <a:t>Truth</a:t>
            </a:r>
            <a:endParaRPr lang="es-ES" dirty="0">
              <a:latin typeface="Barlow" pitchFamily="2" charset="77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4FA7C3E-191B-4A1D-0253-383D2998BB36}"/>
              </a:ext>
            </a:extLst>
          </p:cNvPr>
          <p:cNvSpPr txBox="1"/>
          <p:nvPr/>
        </p:nvSpPr>
        <p:spPr>
          <a:xfrm>
            <a:off x="7524766" y="1148776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Barlow" pitchFamily="2" charset="77"/>
              </a:rPr>
              <a:t>False Positives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931B8E4E-6E4A-A338-6FFF-3E71FB5BB185}"/>
              </a:ext>
            </a:extLst>
          </p:cNvPr>
          <p:cNvSpPr/>
          <p:nvPr/>
        </p:nvSpPr>
        <p:spPr>
          <a:xfrm>
            <a:off x="2963655" y="4320375"/>
            <a:ext cx="2083122" cy="97991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D71C0745-CB33-DC80-9ED8-004274B85BBA}"/>
              </a:ext>
            </a:extLst>
          </p:cNvPr>
          <p:cNvSpPr/>
          <p:nvPr/>
        </p:nvSpPr>
        <p:spPr>
          <a:xfrm>
            <a:off x="9131781" y="1655839"/>
            <a:ext cx="1464718" cy="2755557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02B48A-6CEB-C562-6AF6-2CAF53A07DD4}"/>
              </a:ext>
            </a:extLst>
          </p:cNvPr>
          <p:cNvSpPr txBox="1"/>
          <p:nvPr/>
        </p:nvSpPr>
        <p:spPr>
          <a:xfrm>
            <a:off x="10128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11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340E7A-E07B-009D-0BC6-032AAF36A3E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56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669346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15A688F-8F1F-8B8D-2C87-51CF6CEB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869;p27">
            <a:extLst>
              <a:ext uri="{FF2B5EF4-FFF2-40B4-BE49-F238E27FC236}">
                <a16:creationId xmlns:a16="http://schemas.microsoft.com/office/drawing/2014/main" id="{33ABCAE0-02F3-36C9-0796-11E5FEDBB5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1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How did we evaluate it?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03B6202-5FCF-5347-24A2-21A68896D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050" y="1829723"/>
            <a:ext cx="1151707" cy="24261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E028E90-33BA-1B3B-5684-FDAE428B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078" y="1829723"/>
            <a:ext cx="1151707" cy="24261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4F75A38-F880-8150-1407-121AE5723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241" y="1829723"/>
            <a:ext cx="1151707" cy="24261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7D9694C-5FC9-2F24-25A3-DA2D057A1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0519" y="1894192"/>
            <a:ext cx="175387" cy="2864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6DA376F-B4CC-E445-FE3A-68A045DD80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1167" y="1894192"/>
            <a:ext cx="374158" cy="2864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E0D144A-B1E4-178A-235F-F593F4FDF5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700" y="1894191"/>
            <a:ext cx="567084" cy="2864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EA0EC35-EC13-0AB3-550C-C042A999A3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9591" y="2366601"/>
            <a:ext cx="584623" cy="58462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98C9E3B-812D-9040-8D81-51C58AAD0F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5663" y="2951224"/>
            <a:ext cx="584623" cy="58462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F14FB87-E685-994F-0966-ABB23E0C83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7551" y="3641292"/>
            <a:ext cx="467698" cy="46769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1B6AAB97-141E-801F-43E9-B36750AC14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05084" y="2956594"/>
            <a:ext cx="584623" cy="584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5806AE3B-4247-DEE9-0E52-9382321672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3546" y="3664713"/>
            <a:ext cx="467698" cy="46769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4A35F5FB-969F-48C4-D1ED-AE2B6428C7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215" y="2925970"/>
            <a:ext cx="584623" cy="58462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01C9CF3D-7DDA-F22B-2238-AB1715028B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5934" y="2341347"/>
            <a:ext cx="584623" cy="58462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4B54B2F-B090-FB5E-7110-EBE31DD7DE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9089" y="2341347"/>
            <a:ext cx="584623" cy="58462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10171C51-9E5E-6C56-D46A-76AA7EF5486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2030" y="3666096"/>
            <a:ext cx="467698" cy="46769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968F0F2-1060-F114-168E-125F4EAB9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833" y="1834936"/>
            <a:ext cx="1151707" cy="24261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85AF3A9-84D1-9056-94C4-34B931352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861" y="1834936"/>
            <a:ext cx="1151707" cy="24261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575479-7010-8180-04B5-481EEC5C4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024" y="1834936"/>
            <a:ext cx="1151707" cy="242618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CB4E3A3-9AC4-AAD3-7E25-B72EA3E79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302" y="1899405"/>
            <a:ext cx="175387" cy="28646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17FED19-935F-6900-6717-64EAC4275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950" y="1899405"/>
            <a:ext cx="374158" cy="28646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D2107AD-AE37-FC34-DF1B-05000DA4D1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6483" y="1899404"/>
            <a:ext cx="567084" cy="28646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E37D49C-3D06-330F-EC14-FB0008060A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0374" y="2371814"/>
            <a:ext cx="584623" cy="584623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B3C9FE5D-4A46-8B13-2E71-9C203D4638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8334" y="3646505"/>
            <a:ext cx="467698" cy="467698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9F62B22A-8646-5F6B-5776-D65CBC3E2F7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4329" y="3669926"/>
            <a:ext cx="467698" cy="467698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AEA11CDA-E188-23A2-FE16-CD2ACFBF1C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6717" y="2346560"/>
            <a:ext cx="584623" cy="584623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53F70267-11E2-D176-976E-802983058D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9872" y="2346560"/>
            <a:ext cx="584623" cy="584623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09D04188-65F9-CE7A-08B4-923408C0AA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2813" y="3671309"/>
            <a:ext cx="467698" cy="467698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FD5A0B78-3C80-8BA2-8A8A-751C20B58365}"/>
              </a:ext>
            </a:extLst>
          </p:cNvPr>
          <p:cNvSpPr txBox="1"/>
          <p:nvPr/>
        </p:nvSpPr>
        <p:spPr>
          <a:xfrm>
            <a:off x="3268433" y="114877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Barlow" pitchFamily="2" charset="77"/>
              </a:rPr>
              <a:t>Ground</a:t>
            </a:r>
            <a:r>
              <a:rPr lang="es-ES" dirty="0">
                <a:latin typeface="Barlow" pitchFamily="2" charset="77"/>
              </a:rPr>
              <a:t> </a:t>
            </a:r>
            <a:r>
              <a:rPr lang="es-ES" dirty="0" err="1">
                <a:latin typeface="Barlow" pitchFamily="2" charset="77"/>
              </a:rPr>
              <a:t>Truth</a:t>
            </a:r>
            <a:endParaRPr lang="es-ES" dirty="0">
              <a:latin typeface="Barlow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AA153E8-F16E-2191-2CC9-53E6EC25DE70}"/>
              </a:ext>
            </a:extLst>
          </p:cNvPr>
          <p:cNvSpPr txBox="1"/>
          <p:nvPr/>
        </p:nvSpPr>
        <p:spPr>
          <a:xfrm>
            <a:off x="7524766" y="1148776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Barlow" pitchFamily="2" charset="77"/>
              </a:rPr>
              <a:t>False Negatives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8BA187C6-DF22-73EA-E9C4-AAE9DC2BB21F}"/>
              </a:ext>
            </a:extLst>
          </p:cNvPr>
          <p:cNvSpPr/>
          <p:nvPr/>
        </p:nvSpPr>
        <p:spPr>
          <a:xfrm>
            <a:off x="2149961" y="2925969"/>
            <a:ext cx="3515939" cy="61663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9AE6D685-A032-74D9-55EB-A3318AF6850C}"/>
              </a:ext>
            </a:extLst>
          </p:cNvPr>
          <p:cNvSpPr/>
          <p:nvPr/>
        </p:nvSpPr>
        <p:spPr>
          <a:xfrm>
            <a:off x="6550744" y="2947406"/>
            <a:ext cx="3515939" cy="61663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DF8A10FF-8B5A-914F-1291-0C6E65A6A45C}"/>
              </a:ext>
            </a:extLst>
          </p:cNvPr>
          <p:cNvCxnSpPr>
            <a:cxnSpLocks/>
          </p:cNvCxnSpPr>
          <p:nvPr/>
        </p:nvCxnSpPr>
        <p:spPr>
          <a:xfrm>
            <a:off x="6096000" y="1156555"/>
            <a:ext cx="0" cy="378461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A053F21-F438-8CF2-B4C2-2499135DE274}"/>
              </a:ext>
            </a:extLst>
          </p:cNvPr>
          <p:cNvSpPr txBox="1"/>
          <p:nvPr/>
        </p:nvSpPr>
        <p:spPr>
          <a:xfrm>
            <a:off x="10128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11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FB53D9B-18D6-4B91-084A-16751584A3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54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189105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01BD1D6-21E0-38BC-1746-75BF2085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869;p27">
            <a:extLst>
              <a:ext uri="{FF2B5EF4-FFF2-40B4-BE49-F238E27FC236}">
                <a16:creationId xmlns:a16="http://schemas.microsoft.com/office/drawing/2014/main" id="{91C7033A-91AE-045B-BE32-F0EAA948C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1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How did we evaluate it?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455A64C-1AF1-361D-7442-CDB3733CC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050" y="1829723"/>
            <a:ext cx="1151707" cy="24261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0D2A908-96DA-5FCA-A7ED-287BB4968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078" y="1829723"/>
            <a:ext cx="1151707" cy="24261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8EE652A-0A2C-3859-EF40-74B47587F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241" y="1829723"/>
            <a:ext cx="1151707" cy="24261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B91A23B-342F-82F8-B926-8EA7A3F9C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009" y="1902423"/>
            <a:ext cx="175387" cy="2864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8D8FBEC-9237-72B7-E7AE-66957D1D27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951" y="1894192"/>
            <a:ext cx="374158" cy="2864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6B940EA-9944-00F3-7554-A601632C4C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400" y="1889788"/>
            <a:ext cx="567084" cy="2864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9F261CF-28B2-BCFB-EC43-ADCFAE0A1B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9591" y="2366601"/>
            <a:ext cx="584623" cy="58462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A0D1678-757C-B7F3-865F-979E2535D3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5663" y="2951224"/>
            <a:ext cx="584623" cy="58462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7FC9891-5358-CC75-B604-2B6DAC1FE0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7551" y="3641292"/>
            <a:ext cx="467698" cy="46769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5588C4C9-88B1-2FA7-B159-376F143887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05084" y="2956594"/>
            <a:ext cx="584623" cy="584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75E9227-5C6F-96A6-FD2C-CD773729D7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3546" y="3664713"/>
            <a:ext cx="467698" cy="46769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74ACE60-20D8-A152-9E8A-CAC0E9A1E9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215" y="2925970"/>
            <a:ext cx="584623" cy="58462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5D568EE-7C0F-F659-7CC0-7A53363BB8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5934" y="2341347"/>
            <a:ext cx="584623" cy="58462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108373E2-0F32-894A-92E5-C1A23366B7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9089" y="2341347"/>
            <a:ext cx="584623" cy="58462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947E333D-D45E-41D1-CE2B-475757E7D95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2030" y="3666096"/>
            <a:ext cx="467698" cy="46769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77734E4-A01C-B81E-E8C3-315708F0F4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880" y="1889787"/>
            <a:ext cx="374158" cy="286465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D7FE5EC-A4C6-317E-5E4E-0ECAF6CBA78E}"/>
              </a:ext>
            </a:extLst>
          </p:cNvPr>
          <p:cNvCxnSpPr/>
          <p:nvPr/>
        </p:nvCxnSpPr>
        <p:spPr>
          <a:xfrm flipV="1">
            <a:off x="4556789" y="1918404"/>
            <a:ext cx="584623" cy="2578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A589E611-A86A-A326-AE47-A1F35CF8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054" y="1829723"/>
            <a:ext cx="1151707" cy="242618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373CBD7-F75C-F3F4-E6F2-A4200C07E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082" y="1829723"/>
            <a:ext cx="1151707" cy="242618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7F2AD0B-30BC-FBFC-F5CD-D427415E1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2245" y="1829723"/>
            <a:ext cx="1151707" cy="242618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199E66C-C022-7A3C-B377-4B895B1420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523" y="1894192"/>
            <a:ext cx="175387" cy="28646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2F731AC-EA43-1A0A-CE47-930CB250D5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171" y="1894192"/>
            <a:ext cx="374158" cy="28646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C2AA80FE-7CC3-FAC7-C97C-7611D18232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0116" y="1887818"/>
            <a:ext cx="567084" cy="286465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7372364C-FD5E-C372-04C5-41B6B38A1D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5595" y="2366601"/>
            <a:ext cx="584623" cy="584623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CD60D4BF-F6F7-E6E6-964B-17E6946D39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1667" y="2951224"/>
            <a:ext cx="584623" cy="584623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EA188F53-01E9-C684-2FD6-A7E6FB314D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3555" y="3641292"/>
            <a:ext cx="467698" cy="467698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13F7A0C6-DA34-EB8C-F749-7AEBAD5DE0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1088" y="2956594"/>
            <a:ext cx="584623" cy="584623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BA404EBE-DCE5-3360-9C38-E85A24ADC7D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89550" y="3664713"/>
            <a:ext cx="467698" cy="467698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DAA65284-D6C1-18A6-B8DE-EBE9C8CC4C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8219" y="2925970"/>
            <a:ext cx="584623" cy="584623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169379E9-AB7D-038E-160B-F9EAAC311B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1938" y="2341347"/>
            <a:ext cx="584623" cy="584623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7078A821-2DB9-4A5A-A14B-F3CEE150F5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5093" y="2341347"/>
            <a:ext cx="584623" cy="584623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28BC613F-5D54-C51C-CC54-D49A501373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8034" y="3666096"/>
            <a:ext cx="467698" cy="467698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FCB61E0F-EE89-A0E9-D1C3-9B2A92422ED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36174" y="1894192"/>
            <a:ext cx="204987" cy="289809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BFC3C4DF-B432-F287-4B47-29209370B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859" y="1894191"/>
            <a:ext cx="175387" cy="286465"/>
          </a:xfrm>
          <a:prstGeom prst="rect">
            <a:avLst/>
          </a:prstGeom>
        </p:spPr>
      </p:pic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A742791D-C3B2-7348-C982-59E116837C78}"/>
              </a:ext>
            </a:extLst>
          </p:cNvPr>
          <p:cNvCxnSpPr>
            <a:cxnSpLocks/>
          </p:cNvCxnSpPr>
          <p:nvPr/>
        </p:nvCxnSpPr>
        <p:spPr>
          <a:xfrm flipV="1">
            <a:off x="3463153" y="1918404"/>
            <a:ext cx="415956" cy="2558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13078CE9-3C91-575E-CD5C-219187B902F3}"/>
              </a:ext>
            </a:extLst>
          </p:cNvPr>
          <p:cNvCxnSpPr>
            <a:cxnSpLocks/>
          </p:cNvCxnSpPr>
          <p:nvPr/>
        </p:nvCxnSpPr>
        <p:spPr>
          <a:xfrm flipV="1">
            <a:off x="2437972" y="1918404"/>
            <a:ext cx="231292" cy="2622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 59">
            <a:extLst>
              <a:ext uri="{FF2B5EF4-FFF2-40B4-BE49-F238E27FC236}">
                <a16:creationId xmlns:a16="http://schemas.microsoft.com/office/drawing/2014/main" id="{094922BD-F29B-94D5-172E-2DDC32001DE2}"/>
              </a:ext>
            </a:extLst>
          </p:cNvPr>
          <p:cNvSpPr/>
          <p:nvPr/>
        </p:nvSpPr>
        <p:spPr>
          <a:xfrm>
            <a:off x="2149961" y="1724716"/>
            <a:ext cx="3515939" cy="61663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1EEAF852-71CE-145B-CAF8-31734EEF027D}"/>
              </a:ext>
            </a:extLst>
          </p:cNvPr>
          <p:cNvSpPr/>
          <p:nvPr/>
        </p:nvSpPr>
        <p:spPr>
          <a:xfrm>
            <a:off x="6481466" y="1716553"/>
            <a:ext cx="3515939" cy="61663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11A8F7F-8914-FB2E-8957-CA2C1B7346F9}"/>
              </a:ext>
            </a:extLst>
          </p:cNvPr>
          <p:cNvSpPr txBox="1"/>
          <p:nvPr/>
        </p:nvSpPr>
        <p:spPr>
          <a:xfrm>
            <a:off x="3268433" y="114877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Barlow" pitchFamily="2" charset="77"/>
              </a:rPr>
              <a:t>Ground</a:t>
            </a:r>
            <a:r>
              <a:rPr lang="es-ES" dirty="0">
                <a:latin typeface="Barlow" pitchFamily="2" charset="77"/>
              </a:rPr>
              <a:t> </a:t>
            </a:r>
            <a:r>
              <a:rPr lang="es-ES" dirty="0" err="1">
                <a:latin typeface="Barlow" pitchFamily="2" charset="77"/>
              </a:rPr>
              <a:t>Truth</a:t>
            </a:r>
            <a:endParaRPr lang="es-ES" dirty="0">
              <a:latin typeface="Barlow" pitchFamily="2" charset="77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630B81F1-F25B-2553-61BC-F9EBFF9C3498}"/>
              </a:ext>
            </a:extLst>
          </p:cNvPr>
          <p:cNvSpPr txBox="1"/>
          <p:nvPr/>
        </p:nvSpPr>
        <p:spPr>
          <a:xfrm>
            <a:off x="7524766" y="1148776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Barlow" pitchFamily="2" charset="77"/>
              </a:rPr>
              <a:t>True Negatives</a:t>
            </a:r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156ED1AC-5F2A-B17D-7C59-5CB450133B37}"/>
              </a:ext>
            </a:extLst>
          </p:cNvPr>
          <p:cNvCxnSpPr>
            <a:cxnSpLocks/>
          </p:cNvCxnSpPr>
          <p:nvPr/>
        </p:nvCxnSpPr>
        <p:spPr>
          <a:xfrm>
            <a:off x="6096000" y="1156555"/>
            <a:ext cx="0" cy="378461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DAE37E1-286D-3B33-090B-4730C1F6E85B}"/>
              </a:ext>
            </a:extLst>
          </p:cNvPr>
          <p:cNvSpPr txBox="1"/>
          <p:nvPr/>
        </p:nvSpPr>
        <p:spPr>
          <a:xfrm>
            <a:off x="10128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11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319DE46-811D-3F7A-6445-C8769EEB953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67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87610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B918D7B9-92D9-110A-7892-2A8D920A8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869;p27">
            <a:extLst>
              <a:ext uri="{FF2B5EF4-FFF2-40B4-BE49-F238E27FC236}">
                <a16:creationId xmlns:a16="http://schemas.microsoft.com/office/drawing/2014/main" id="{1FDDF9C2-AE8B-A2AE-10F2-953D54E4F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1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How did we evaluate it?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D77B55A-71BE-2A0F-B649-160EECC1B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050" y="1829723"/>
            <a:ext cx="1151707" cy="24261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7ECDECD-C591-1064-0A90-82EB4BE4D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078" y="1829723"/>
            <a:ext cx="1151707" cy="24261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D54A17F-D5E8-23BB-0548-C7485EECD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241" y="1829723"/>
            <a:ext cx="1151707" cy="24261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97FCC98-D19D-F598-E693-FB723D56D4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0519" y="1894192"/>
            <a:ext cx="175387" cy="2864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60A4E93-8572-F67C-7053-050B2821C1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1167" y="1894192"/>
            <a:ext cx="374158" cy="2864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733A7BC-3F3A-DBEE-2CCC-E4A9D184DF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5700" y="1894191"/>
            <a:ext cx="567084" cy="2864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0AABE98-8225-ACD3-07D3-C478DD46E6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9591" y="2366601"/>
            <a:ext cx="584623" cy="58462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CB99400-A0D4-808A-DB0F-A653EA0C50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663" y="2951224"/>
            <a:ext cx="584623" cy="58462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957B73D-7A38-C31B-A369-C766E21204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7551" y="3641292"/>
            <a:ext cx="467698" cy="46769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E0B861D1-BEE3-1BD3-477B-DC616206FF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05084" y="2956594"/>
            <a:ext cx="584623" cy="584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893FE53-0957-EC0B-568F-D3EF30798C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63546" y="3664713"/>
            <a:ext cx="467698" cy="46769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F7CD47CC-35CE-7CC4-390C-D887AE58B0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215" y="2925970"/>
            <a:ext cx="584623" cy="58462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171809A6-5933-F265-64A9-5FDFC7D762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5934" y="2341347"/>
            <a:ext cx="584623" cy="58462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EADE8DCF-1132-6AB4-8491-824B08BB95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9089" y="2341347"/>
            <a:ext cx="584623" cy="58462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FFD4B05C-1B3E-B2A3-A20B-A6B2BE6652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92030" y="3666096"/>
            <a:ext cx="467698" cy="46769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7676338-1F6D-76CF-0814-5B8565BFF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925" y="1839581"/>
            <a:ext cx="1151707" cy="24261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3BD7640-20E2-DF40-8C65-ED465E515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8953" y="1839581"/>
            <a:ext cx="1151707" cy="24261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E56F4B1-CB2A-E372-BD7C-3EB5AAC47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3116" y="1839581"/>
            <a:ext cx="1151707" cy="242618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1F6DF21-0126-D5CE-3EEB-9A3C5D0EC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7394" y="1904050"/>
            <a:ext cx="175387" cy="28646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8804218-8AEF-BD10-452A-EDCEFC1802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8042" y="1904050"/>
            <a:ext cx="374158" cy="28646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D6D603E-39FA-311E-0059-708002692A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75" y="1904049"/>
            <a:ext cx="567084" cy="28646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7DAA147-F802-07CE-D65D-CFD7F0EA14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6466" y="2376459"/>
            <a:ext cx="584623" cy="584623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8F031A97-9ECA-6B32-9782-57A7FD5728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14426" y="3651150"/>
            <a:ext cx="467698" cy="467698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B74ED6E3-5C62-ED21-7281-82DE3AC0FB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1959" y="2966452"/>
            <a:ext cx="584623" cy="584623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21C8DC84-725B-B284-7434-098B1830CC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60421" y="3674571"/>
            <a:ext cx="467698" cy="467698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C1429F4C-745F-8C82-65E7-1AC385AE63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9090" y="2935828"/>
            <a:ext cx="584623" cy="584623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BAD1FA6D-DBC9-8131-7DE3-21BBFC50E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2809" y="2351205"/>
            <a:ext cx="584623" cy="584623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D954D253-2FF6-0253-13CC-9C4A463CE7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5964" y="2351205"/>
            <a:ext cx="584623" cy="584623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A652D205-6205-4FA9-D070-B4692BCCD2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0313" y="2966376"/>
            <a:ext cx="584623" cy="584623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E2597E12-6ACC-F982-28CF-2619615915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96449" y="3667569"/>
            <a:ext cx="467698" cy="467698"/>
          </a:xfrm>
          <a:prstGeom prst="rect">
            <a:avLst/>
          </a:prstGeom>
        </p:spPr>
      </p:pic>
      <p:sp>
        <p:nvSpPr>
          <p:cNvPr id="44" name="Rectángulo 43">
            <a:extLst>
              <a:ext uri="{FF2B5EF4-FFF2-40B4-BE49-F238E27FC236}">
                <a16:creationId xmlns:a16="http://schemas.microsoft.com/office/drawing/2014/main" id="{91304A8F-BD5E-0E62-3ED8-3D28C7DF28E1}"/>
              </a:ext>
            </a:extLst>
          </p:cNvPr>
          <p:cNvSpPr/>
          <p:nvPr/>
        </p:nvSpPr>
        <p:spPr>
          <a:xfrm>
            <a:off x="2141857" y="2909966"/>
            <a:ext cx="3515939" cy="61663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880335F1-2835-FAE9-066E-DDF7DFF837FC}"/>
              </a:ext>
            </a:extLst>
          </p:cNvPr>
          <p:cNvSpPr/>
          <p:nvPr/>
        </p:nvSpPr>
        <p:spPr>
          <a:xfrm>
            <a:off x="6449276" y="2916584"/>
            <a:ext cx="3515939" cy="61663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ED274FC-C2B9-EF54-0AE7-0C66FE1DEA8B}"/>
              </a:ext>
            </a:extLst>
          </p:cNvPr>
          <p:cNvSpPr txBox="1"/>
          <p:nvPr/>
        </p:nvSpPr>
        <p:spPr>
          <a:xfrm>
            <a:off x="3268433" y="114877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Barlow" pitchFamily="2" charset="77"/>
              </a:rPr>
              <a:t>Ground</a:t>
            </a:r>
            <a:r>
              <a:rPr lang="es-ES" dirty="0">
                <a:latin typeface="Barlow" pitchFamily="2" charset="77"/>
              </a:rPr>
              <a:t> </a:t>
            </a:r>
            <a:r>
              <a:rPr lang="es-ES" dirty="0" err="1">
                <a:latin typeface="Barlow" pitchFamily="2" charset="77"/>
              </a:rPr>
              <a:t>Truth</a:t>
            </a:r>
            <a:endParaRPr lang="es-ES" dirty="0">
              <a:latin typeface="Barlow" pitchFamily="2" charset="77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BCD84D6-6EF0-D92D-E6C0-36DF0F182158}"/>
              </a:ext>
            </a:extLst>
          </p:cNvPr>
          <p:cNvSpPr txBox="1"/>
          <p:nvPr/>
        </p:nvSpPr>
        <p:spPr>
          <a:xfrm>
            <a:off x="7524766" y="1148776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Barlow" pitchFamily="2" charset="77"/>
              </a:rPr>
              <a:t>Half</a:t>
            </a:r>
            <a:r>
              <a:rPr lang="es-ES" dirty="0">
                <a:latin typeface="Barlow" pitchFamily="2" charset="77"/>
              </a:rPr>
              <a:t> </a:t>
            </a:r>
            <a:r>
              <a:rPr lang="es-ES" dirty="0" err="1">
                <a:latin typeface="Barlow" pitchFamily="2" charset="77"/>
              </a:rPr>
              <a:t>Points</a:t>
            </a:r>
            <a:endParaRPr lang="es-ES" dirty="0">
              <a:latin typeface="Barlow" pitchFamily="2" charset="77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CEAED8A-8122-EA87-B0A3-EF3BADFC2C06}"/>
              </a:ext>
            </a:extLst>
          </p:cNvPr>
          <p:cNvSpPr/>
          <p:nvPr/>
        </p:nvSpPr>
        <p:spPr>
          <a:xfrm>
            <a:off x="2141857" y="3600104"/>
            <a:ext cx="3515939" cy="61663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FFC70A5-746B-B7F3-B7F7-14C883E6643C}"/>
              </a:ext>
            </a:extLst>
          </p:cNvPr>
          <p:cNvSpPr/>
          <p:nvPr/>
        </p:nvSpPr>
        <p:spPr>
          <a:xfrm>
            <a:off x="6449276" y="3609020"/>
            <a:ext cx="3515939" cy="61663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4C2FE11-44B5-4F52-51A9-C856B249954A}"/>
              </a:ext>
            </a:extLst>
          </p:cNvPr>
          <p:cNvSpPr txBox="1"/>
          <p:nvPr/>
        </p:nvSpPr>
        <p:spPr>
          <a:xfrm>
            <a:off x="7386582" y="4722663"/>
            <a:ext cx="1895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7A0029"/>
                </a:solidFill>
                <a:latin typeface="Barlow" pitchFamily="2" charset="77"/>
              </a:rPr>
              <a:t>0.5 TP &amp; 0.5 FN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87FB2603-D913-034B-7CCB-17F0BC74E8FA}"/>
              </a:ext>
            </a:extLst>
          </p:cNvPr>
          <p:cNvSpPr txBox="1"/>
          <p:nvPr/>
        </p:nvSpPr>
        <p:spPr>
          <a:xfrm>
            <a:off x="7386589" y="5218185"/>
            <a:ext cx="18790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tx2"/>
                </a:solidFill>
                <a:latin typeface="Barlow" pitchFamily="2" charset="77"/>
              </a:rPr>
              <a:t>0.5 TP &amp; 0.5 FP</a:t>
            </a:r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74FB73AA-FE5C-F3A7-3C17-4849F60B9EE2}"/>
              </a:ext>
            </a:extLst>
          </p:cNvPr>
          <p:cNvCxnSpPr>
            <a:cxnSpLocks/>
          </p:cNvCxnSpPr>
          <p:nvPr/>
        </p:nvCxnSpPr>
        <p:spPr>
          <a:xfrm>
            <a:off x="6096000" y="1156555"/>
            <a:ext cx="0" cy="378461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522CB4D1-55A9-10A6-2363-41BA20DC40E1}"/>
              </a:ext>
            </a:extLst>
          </p:cNvPr>
          <p:cNvSpPr txBox="1"/>
          <p:nvPr/>
        </p:nvSpPr>
        <p:spPr>
          <a:xfrm>
            <a:off x="10128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11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0AEEB1B-6C60-5085-092C-8869CF5456E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57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18462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50" grpId="0" animBg="1"/>
      <p:bldP spid="51" grpId="0" animBg="1"/>
      <p:bldP spid="52" grpId="0"/>
      <p:bldP spid="55" grpId="0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