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16/6/25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17255E1-8068-9883-7EB4-8E6CFF446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A6F54AF7-79B2-4105-0D8E-84DB18282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6" r="12906"/>
          <a:stretch>
            <a:fillRect/>
          </a:stretch>
        </p:blipFill>
        <p:spPr>
          <a:xfrm>
            <a:off x="5115455" y="1228648"/>
            <a:ext cx="6874615" cy="5240638"/>
          </a:xfrm>
          <a:prstGeom prst="rect">
            <a:avLst/>
          </a:prstGeom>
          <a:ln w="28575">
            <a:solidFill>
              <a:srgbClr val="7E0229"/>
            </a:solidFill>
          </a:ln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6E37E7B9-BD4C-8530-EBE2-1B7A9D5F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90851BB-C5CD-CBF1-B82F-C09DB6D3A145}"/>
              </a:ext>
            </a:extLst>
          </p:cNvPr>
          <p:cNvSpPr/>
          <p:nvPr/>
        </p:nvSpPr>
        <p:spPr>
          <a:xfrm>
            <a:off x="5115455" y="1228648"/>
            <a:ext cx="6874614" cy="2097482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B9671B3-1DDB-119B-3614-C63869D524BF}"/>
              </a:ext>
            </a:extLst>
          </p:cNvPr>
          <p:cNvSpPr/>
          <p:nvPr/>
        </p:nvSpPr>
        <p:spPr>
          <a:xfrm>
            <a:off x="5115454" y="3326130"/>
            <a:ext cx="4154271" cy="314315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702A99E-FAAC-7E6B-376C-19202D0A8EE2}"/>
              </a:ext>
            </a:extLst>
          </p:cNvPr>
          <p:cNvSpPr/>
          <p:nvPr/>
        </p:nvSpPr>
        <p:spPr>
          <a:xfrm>
            <a:off x="9269725" y="4354830"/>
            <a:ext cx="2720344" cy="211445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07CB9DD-82EF-07C7-BA52-CEA165EEA447}"/>
              </a:ext>
            </a:extLst>
          </p:cNvPr>
          <p:cNvSpPr/>
          <p:nvPr/>
        </p:nvSpPr>
        <p:spPr>
          <a:xfrm>
            <a:off x="10172702" y="3326129"/>
            <a:ext cx="1817366" cy="1028700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197CE00-6120-95A7-8D83-FC4CC3F742CE}"/>
              </a:ext>
            </a:extLst>
          </p:cNvPr>
          <p:cNvSpPr/>
          <p:nvPr/>
        </p:nvSpPr>
        <p:spPr>
          <a:xfrm>
            <a:off x="9269728" y="3326130"/>
            <a:ext cx="902974" cy="102870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81B40F4-453C-D191-7BF3-9C0C279E189E}"/>
              </a:ext>
            </a:extLst>
          </p:cNvPr>
          <p:cNvSpPr txBox="1"/>
          <p:nvPr/>
        </p:nvSpPr>
        <p:spPr>
          <a:xfrm>
            <a:off x="11687941" y="642622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D2E3B7D-2273-986D-82ED-ECA953BF7B25}"/>
              </a:ext>
            </a:extLst>
          </p:cNvPr>
          <p:cNvSpPr txBox="1"/>
          <p:nvPr/>
        </p:nvSpPr>
        <p:spPr>
          <a:xfrm>
            <a:off x="51021" y="1262718"/>
            <a:ext cx="510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771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5C42AD0-B612-885C-F578-B4609A70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8AE3B268-380C-C4C8-9FC5-C5CFF449B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6" r="12906"/>
          <a:stretch>
            <a:fillRect/>
          </a:stretch>
        </p:blipFill>
        <p:spPr>
          <a:xfrm>
            <a:off x="5115455" y="1228648"/>
            <a:ext cx="6874615" cy="5240638"/>
          </a:xfrm>
          <a:prstGeom prst="rect">
            <a:avLst/>
          </a:prstGeom>
          <a:ln w="28575">
            <a:solidFill>
              <a:srgbClr val="7E0229"/>
            </a:solidFill>
          </a:ln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EDEDF6A0-5B1F-88B9-305D-A922B156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E1845D2-F14A-D599-9557-E936075E3DD1}"/>
              </a:ext>
            </a:extLst>
          </p:cNvPr>
          <p:cNvSpPr/>
          <p:nvPr/>
        </p:nvSpPr>
        <p:spPr>
          <a:xfrm>
            <a:off x="5115455" y="1228648"/>
            <a:ext cx="6874614" cy="943052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16969D2-45F9-48A7-9310-4DD31322253F}"/>
              </a:ext>
            </a:extLst>
          </p:cNvPr>
          <p:cNvSpPr/>
          <p:nvPr/>
        </p:nvSpPr>
        <p:spPr>
          <a:xfrm>
            <a:off x="5115455" y="2171700"/>
            <a:ext cx="393804" cy="429758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EADAB7D-F096-C4B2-DDED-A28B560F7932}"/>
              </a:ext>
            </a:extLst>
          </p:cNvPr>
          <p:cNvSpPr/>
          <p:nvPr/>
        </p:nvSpPr>
        <p:spPr>
          <a:xfrm>
            <a:off x="5509259" y="4354830"/>
            <a:ext cx="6480810" cy="211445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0347831-BAD2-8BBD-4E87-F0A4BBE17EA9}"/>
              </a:ext>
            </a:extLst>
          </p:cNvPr>
          <p:cNvSpPr/>
          <p:nvPr/>
        </p:nvSpPr>
        <p:spPr>
          <a:xfrm>
            <a:off x="11898630" y="2171700"/>
            <a:ext cx="91438" cy="2183130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415A34B-A881-A77B-C92E-91591AE0CA8F}"/>
              </a:ext>
            </a:extLst>
          </p:cNvPr>
          <p:cNvSpPr/>
          <p:nvPr/>
        </p:nvSpPr>
        <p:spPr>
          <a:xfrm>
            <a:off x="5509260" y="2171700"/>
            <a:ext cx="6389370" cy="218313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A4691A-B538-52E6-EA74-7BF53D1A14BD}"/>
              </a:ext>
            </a:extLst>
          </p:cNvPr>
          <p:cNvSpPr txBox="1"/>
          <p:nvPr/>
        </p:nvSpPr>
        <p:spPr>
          <a:xfrm>
            <a:off x="11687941" y="642622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93339F4-495E-754B-9E38-0A764D311DD9}"/>
              </a:ext>
            </a:extLst>
          </p:cNvPr>
          <p:cNvSpPr txBox="1"/>
          <p:nvPr/>
        </p:nvSpPr>
        <p:spPr>
          <a:xfrm>
            <a:off x="51021" y="1262718"/>
            <a:ext cx="510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8F3DAA-8FE4-C03E-4A36-6C5FA0C5BBAA}"/>
              </a:ext>
            </a:extLst>
          </p:cNvPr>
          <p:cNvSpPr txBox="1"/>
          <p:nvPr/>
        </p:nvSpPr>
        <p:spPr>
          <a:xfrm>
            <a:off x="51021" y="1917461"/>
            <a:ext cx="482208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mapping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CSOP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datafiles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combined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whose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define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iPricing’s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489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3107">
        <p159:morph option="byObject"/>
      </p:transition>
    </mc:Choice>
    <mc:Fallback xmlns="">
      <p:transition spd="slow" advTm="83107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6F048C3-53CB-2870-EBF4-920CFFFA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89FF45A7-56D5-FCB0-C82A-1D04BC40D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6" r="12906"/>
          <a:stretch>
            <a:fillRect/>
          </a:stretch>
        </p:blipFill>
        <p:spPr>
          <a:xfrm>
            <a:off x="5115455" y="1228648"/>
            <a:ext cx="6874615" cy="5240638"/>
          </a:xfrm>
          <a:prstGeom prst="rect">
            <a:avLst/>
          </a:prstGeom>
          <a:ln w="28575">
            <a:solidFill>
              <a:srgbClr val="7E0229"/>
            </a:solidFill>
          </a:ln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9912E967-7D1D-4C7B-EBED-D271D544A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F4818A-10E9-4DC1-1E51-4559B4964C5B}"/>
              </a:ext>
            </a:extLst>
          </p:cNvPr>
          <p:cNvSpPr/>
          <p:nvPr/>
        </p:nvSpPr>
        <p:spPr>
          <a:xfrm>
            <a:off x="5115455" y="1228648"/>
            <a:ext cx="6874614" cy="2726132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AB00608-E898-6AD9-3483-6815328FF9A5}"/>
              </a:ext>
            </a:extLst>
          </p:cNvPr>
          <p:cNvSpPr/>
          <p:nvPr/>
        </p:nvSpPr>
        <p:spPr>
          <a:xfrm>
            <a:off x="5115453" y="3954780"/>
            <a:ext cx="77576" cy="251450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965CE7C-858C-CD8C-4F70-A35062D977A5}"/>
              </a:ext>
            </a:extLst>
          </p:cNvPr>
          <p:cNvSpPr/>
          <p:nvPr/>
        </p:nvSpPr>
        <p:spPr>
          <a:xfrm>
            <a:off x="5193029" y="6126480"/>
            <a:ext cx="6797040" cy="34280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6EB4AF0-6717-F544-6F1A-800815185EF6}"/>
              </a:ext>
            </a:extLst>
          </p:cNvPr>
          <p:cNvSpPr/>
          <p:nvPr/>
        </p:nvSpPr>
        <p:spPr>
          <a:xfrm>
            <a:off x="11898628" y="3954779"/>
            <a:ext cx="91438" cy="2171699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A9C5132-352A-6DCA-8E42-353F424928D8}"/>
              </a:ext>
            </a:extLst>
          </p:cNvPr>
          <p:cNvSpPr/>
          <p:nvPr/>
        </p:nvSpPr>
        <p:spPr>
          <a:xfrm>
            <a:off x="5193030" y="3954780"/>
            <a:ext cx="6705598" cy="218313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A7E33D-63AE-2AF9-A249-134D3858AC01}"/>
              </a:ext>
            </a:extLst>
          </p:cNvPr>
          <p:cNvSpPr txBox="1"/>
          <p:nvPr/>
        </p:nvSpPr>
        <p:spPr>
          <a:xfrm>
            <a:off x="11687941" y="642622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A17FF2-3DC1-CF38-3962-324B81D9552D}"/>
              </a:ext>
            </a:extLst>
          </p:cNvPr>
          <p:cNvSpPr txBox="1"/>
          <p:nvPr/>
        </p:nvSpPr>
        <p:spPr>
          <a:xfrm>
            <a:off x="51021" y="3332816"/>
            <a:ext cx="48220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extensible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set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2D30D1-BDE9-0815-927C-1A4152D58AE2}"/>
              </a:ext>
            </a:extLst>
          </p:cNvPr>
          <p:cNvSpPr txBox="1"/>
          <p:nvPr/>
        </p:nvSpPr>
        <p:spPr>
          <a:xfrm>
            <a:off x="51021" y="1917461"/>
            <a:ext cx="482208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mapping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CSOP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datafiles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combined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whose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define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iPricing’s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3EE1FB-332A-C987-D533-326F1CD46870}"/>
              </a:ext>
            </a:extLst>
          </p:cNvPr>
          <p:cNvSpPr txBox="1"/>
          <p:nvPr/>
        </p:nvSpPr>
        <p:spPr>
          <a:xfrm>
            <a:off x="51021" y="1262718"/>
            <a:ext cx="510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0891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3107"/>
    </mc:Choice>
    <mc:Fallback>
      <p:transition advTm="83107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A8E7B7A-72DF-173D-C506-32DF75316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0EFEFFD5-CD7C-78D8-94F7-4083A86C8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  <p:pic>
        <p:nvPicPr>
          <p:cNvPr id="22" name="Imagen 21" descr="Diagrama&#10;&#10;El contenido generado por IA puede ser incorrecto.">
            <a:extLst>
              <a:ext uri="{FF2B5EF4-FFF2-40B4-BE49-F238E27FC236}">
                <a16:creationId xmlns:a16="http://schemas.microsoft.com/office/drawing/2014/main" id="{581AC197-3A8C-6C40-B787-00F80ED4B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"/>
          <a:stretch>
            <a:fillRect/>
          </a:stretch>
        </p:blipFill>
        <p:spPr>
          <a:xfrm>
            <a:off x="4755848" y="2180014"/>
            <a:ext cx="7264703" cy="4097732"/>
          </a:xfrm>
          <a:prstGeom prst="rect">
            <a:avLst/>
          </a:prstGeom>
          <a:ln w="28575">
            <a:solidFill>
              <a:srgbClr val="7E0229"/>
            </a:solidFill>
          </a:ln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1E01916-129E-9E34-9E21-7B1D27284B76}"/>
              </a:ext>
            </a:extLst>
          </p:cNvPr>
          <p:cNvSpPr/>
          <p:nvPr/>
        </p:nvSpPr>
        <p:spPr>
          <a:xfrm>
            <a:off x="8238069" y="2167891"/>
            <a:ext cx="2617470" cy="943052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4493D4-6F45-7178-AFCD-6122C509F358}"/>
              </a:ext>
            </a:extLst>
          </p:cNvPr>
          <p:cNvSpPr/>
          <p:nvPr/>
        </p:nvSpPr>
        <p:spPr>
          <a:xfrm>
            <a:off x="4755846" y="2171700"/>
            <a:ext cx="3482224" cy="410604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6D53D4B-00A9-EBC5-1E41-8D7A16742515}"/>
              </a:ext>
            </a:extLst>
          </p:cNvPr>
          <p:cNvSpPr/>
          <p:nvPr/>
        </p:nvSpPr>
        <p:spPr>
          <a:xfrm>
            <a:off x="8238069" y="5637664"/>
            <a:ext cx="3782482" cy="640081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447EBED-86FA-7E74-49C5-31B8CD3D936A}"/>
              </a:ext>
            </a:extLst>
          </p:cNvPr>
          <p:cNvSpPr/>
          <p:nvPr/>
        </p:nvSpPr>
        <p:spPr>
          <a:xfrm>
            <a:off x="10855539" y="2171699"/>
            <a:ext cx="1165011" cy="3465963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9855C25-28F3-A3F2-61D4-A9E4A6E8F17B}"/>
              </a:ext>
            </a:extLst>
          </p:cNvPr>
          <p:cNvSpPr/>
          <p:nvPr/>
        </p:nvSpPr>
        <p:spPr>
          <a:xfrm>
            <a:off x="8241030" y="3098820"/>
            <a:ext cx="2617470" cy="2530531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67E8FA2-B6BF-9AA2-EEBC-C5B250C35242}"/>
              </a:ext>
            </a:extLst>
          </p:cNvPr>
          <p:cNvSpPr txBox="1"/>
          <p:nvPr/>
        </p:nvSpPr>
        <p:spPr>
          <a:xfrm>
            <a:off x="11687941" y="642622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3F9ECE9-4534-90C0-9D4B-0B789A110D07}"/>
              </a:ext>
            </a:extLst>
          </p:cNvPr>
          <p:cNvSpPr txBox="1"/>
          <p:nvPr/>
        </p:nvSpPr>
        <p:spPr>
          <a:xfrm>
            <a:off x="51021" y="4228880"/>
            <a:ext cx="482208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tool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layered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architecture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that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approach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using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Minizinc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as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solver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DB5952-D5F6-4B50-24A9-C7F5DA3D8F80}"/>
              </a:ext>
            </a:extLst>
          </p:cNvPr>
          <p:cNvSpPr txBox="1"/>
          <p:nvPr/>
        </p:nvSpPr>
        <p:spPr>
          <a:xfrm>
            <a:off x="48061" y="5367653"/>
            <a:ext cx="482208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benchmark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inconsistencies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that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can be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future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solutions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9699205-7DBB-55D9-B5FC-B23D74AF713A}"/>
              </a:ext>
            </a:extLst>
          </p:cNvPr>
          <p:cNvSpPr txBox="1"/>
          <p:nvPr/>
        </p:nvSpPr>
        <p:spPr>
          <a:xfrm>
            <a:off x="51021" y="3332816"/>
            <a:ext cx="48220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extensible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set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58705BA-F692-AD10-F556-A30360458A22}"/>
              </a:ext>
            </a:extLst>
          </p:cNvPr>
          <p:cNvSpPr txBox="1"/>
          <p:nvPr/>
        </p:nvSpPr>
        <p:spPr>
          <a:xfrm>
            <a:off x="51021" y="1917461"/>
            <a:ext cx="482208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mapping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datafiles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combined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whose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define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iPricing’s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740BDD9-A802-CB07-7D3C-CC6581A95CAF}"/>
              </a:ext>
            </a:extLst>
          </p:cNvPr>
          <p:cNvSpPr txBox="1"/>
          <p:nvPr/>
        </p:nvSpPr>
        <p:spPr>
          <a:xfrm>
            <a:off x="51021" y="1262718"/>
            <a:ext cx="510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957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