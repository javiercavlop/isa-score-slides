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  <p:sldId id="257" r:id="rId13"/>
    <p:sldId id="258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16/6/25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B1FE5E3-F094-4055-E898-52E0F5B3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975CAE4-9AF5-D739-FFE8-C4E00464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69444"/>
            <a:ext cx="10972800" cy="519112"/>
          </a:xfrm>
        </p:spPr>
        <p:txBody>
          <a:bodyPr/>
          <a:lstStyle/>
          <a:p>
            <a:r>
              <a:rPr lang="es-ES_tradnl" sz="36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</a:t>
            </a:r>
            <a:r>
              <a:rPr lang="es-ES_tradnl" sz="3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can </a:t>
            </a:r>
            <a:r>
              <a:rPr lang="es-ES_tradnl" sz="36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</a:t>
            </a:r>
            <a:r>
              <a:rPr lang="es-ES_tradnl" sz="3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do </a:t>
            </a:r>
            <a:r>
              <a:rPr lang="es-ES_tradnl" sz="36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</a:t>
            </a:r>
            <a:r>
              <a:rPr lang="es-ES_tradnl" sz="3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  <a:endParaRPr lang="es-ES_tradnl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AA604A-754B-1B77-92DF-50414C7BF9EF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1644286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9C5B8E47-1309-6CDA-3275-92B1B4B6B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109564-8827-FBCC-02C6-24D487D4D6FC}"/>
              </a:ext>
            </a:extLst>
          </p:cNvPr>
          <p:cNvSpPr txBox="1"/>
          <p:nvPr/>
        </p:nvSpPr>
        <p:spPr>
          <a:xfrm>
            <a:off x="3040516" y="2321004"/>
            <a:ext cx="611096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8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 S O P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970E862-75B2-99C4-E08C-9787C4FEAAF2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20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157804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B6FB169-454B-D8CE-469F-BBF5ACAA8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DBA427D-595C-19BC-9F5B-0573B096DAE6}"/>
              </a:ext>
            </a:extLst>
          </p:cNvPr>
          <p:cNvSpPr txBox="1"/>
          <p:nvPr/>
        </p:nvSpPr>
        <p:spPr>
          <a:xfrm>
            <a:off x="3040516" y="501805"/>
            <a:ext cx="611096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8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 S O P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28D42CF-0CD6-B934-45A2-597F2955E495}"/>
              </a:ext>
            </a:extLst>
          </p:cNvPr>
          <p:cNvSpPr txBox="1"/>
          <p:nvPr/>
        </p:nvSpPr>
        <p:spPr>
          <a:xfrm>
            <a:off x="0" y="4329775"/>
            <a:ext cx="28328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b="1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lang="es-ES_tradnl" sz="4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onstraint</a:t>
            </a:r>
            <a:endParaRPr lang="es-ES_tradnl" sz="5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450CDA9-BE22-1CE0-DF6A-42F0972CC7FD}"/>
              </a:ext>
            </a:extLst>
          </p:cNvPr>
          <p:cNvSpPr txBox="1"/>
          <p:nvPr/>
        </p:nvSpPr>
        <p:spPr>
          <a:xfrm>
            <a:off x="2832827" y="4329775"/>
            <a:ext cx="32351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b="1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</a:t>
            </a:r>
            <a:r>
              <a:rPr lang="es-ES_tradnl" sz="4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atisfaction</a:t>
            </a:r>
            <a:endParaRPr lang="es-ES_tradnl" sz="5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195CB8-7747-541C-9E1D-29730069BBC6}"/>
              </a:ext>
            </a:extLst>
          </p:cNvPr>
          <p:cNvSpPr txBox="1"/>
          <p:nvPr/>
        </p:nvSpPr>
        <p:spPr>
          <a:xfrm>
            <a:off x="6068008" y="4329774"/>
            <a:ext cx="34323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b="1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</a:t>
            </a:r>
            <a:r>
              <a:rPr lang="es-ES_tradnl" sz="4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ptimization</a:t>
            </a:r>
            <a:endParaRPr lang="es-ES_tradnl" sz="5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140D195-A3E0-6549-859A-FC2089223F0A}"/>
              </a:ext>
            </a:extLst>
          </p:cNvPr>
          <p:cNvSpPr txBox="1"/>
          <p:nvPr/>
        </p:nvSpPr>
        <p:spPr>
          <a:xfrm>
            <a:off x="9500358" y="4329773"/>
            <a:ext cx="2624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b="1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</a:t>
            </a:r>
            <a:r>
              <a:rPr lang="es-ES_tradnl" sz="4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roblems</a:t>
            </a:r>
            <a:endParaRPr lang="es-ES_tradnl" sz="5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98D70E4-1CEA-2488-93EA-4D7863944574}"/>
              </a:ext>
            </a:extLst>
          </p:cNvPr>
          <p:cNvCxnSpPr>
            <a:cxnSpLocks/>
          </p:cNvCxnSpPr>
          <p:nvPr/>
        </p:nvCxnSpPr>
        <p:spPr>
          <a:xfrm flipH="1">
            <a:off x="490654" y="2141034"/>
            <a:ext cx="2743200" cy="23306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E803AB98-5649-FA77-3A5C-86438F5DC140}"/>
              </a:ext>
            </a:extLst>
          </p:cNvPr>
          <p:cNvCxnSpPr>
            <a:cxnSpLocks/>
          </p:cNvCxnSpPr>
          <p:nvPr/>
        </p:nvCxnSpPr>
        <p:spPr>
          <a:xfrm flipH="1">
            <a:off x="3233854" y="2297151"/>
            <a:ext cx="1806497" cy="21744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3EF4F46-C727-2AE2-256A-83C678DF6B9A}"/>
              </a:ext>
            </a:extLst>
          </p:cNvPr>
          <p:cNvCxnSpPr>
            <a:cxnSpLocks/>
          </p:cNvCxnSpPr>
          <p:nvPr/>
        </p:nvCxnSpPr>
        <p:spPr>
          <a:xfrm flipH="1">
            <a:off x="6423102" y="2386361"/>
            <a:ext cx="345688" cy="20852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601C6B67-736D-E611-7477-53F54E77E234}"/>
              </a:ext>
            </a:extLst>
          </p:cNvPr>
          <p:cNvCxnSpPr>
            <a:cxnSpLocks/>
          </p:cNvCxnSpPr>
          <p:nvPr/>
        </p:nvCxnSpPr>
        <p:spPr>
          <a:xfrm>
            <a:off x="8541834" y="2297151"/>
            <a:ext cx="1115122" cy="21744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851AB7D4-EB5A-84D2-50D8-7177AA94350F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20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380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