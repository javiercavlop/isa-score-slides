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6.png"/><Relationship Id="rId5" Type="http://schemas.openxmlformats.org/officeDocument/2006/relationships/image" Target="../media/image2.svg"/><Relationship Id="rId6" Type="http://schemas.openxmlformats.org/officeDocument/2006/relationships/image" Target="../media/image4.png"/><Relationship Id="rId7" Type="http://schemas.openxmlformats.org/officeDocument/2006/relationships/image" Target="../media/image1.svg"/><Relationship Id="rId8" Type="http://schemas.openxmlformats.org/officeDocument/2006/relationships/image" Target="../media/image3.png"/><Relationship Id="rId9" Type="http://schemas.openxmlformats.org/officeDocument/2006/relationships/image" Target="../media/image3.svg"/><Relationship Id="rId10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4.svg"/><Relationship Id="rId8" Type="http://schemas.openxmlformats.org/officeDocument/2006/relationships/image" Target="../media/image7.png"/><Relationship Id="rId9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4.svg"/><Relationship Id="rId8" Type="http://schemas.openxmlformats.org/officeDocument/2006/relationships/image" Target="../media/image7.png"/><Relationship Id="rId9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F1C9453-F16C-9A03-8128-CD3BC37D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94468-0282-F287-B5ED-DEA9C46D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2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Are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current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tools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appropriate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for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optimizing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D68D614-2131-0CF5-CACD-0E8ED3503D37}"/>
              </a:ext>
            </a:extLst>
          </p:cNvPr>
          <p:cNvGrpSpPr/>
          <p:nvPr/>
        </p:nvGrpSpPr>
        <p:grpSpPr>
          <a:xfrm>
            <a:off x="511154" y="2761398"/>
            <a:ext cx="1928301" cy="1834792"/>
            <a:chOff x="904119" y="1325563"/>
            <a:chExt cx="1928301" cy="1834792"/>
          </a:xfrm>
        </p:grpSpPr>
        <p:pic>
          <p:nvPicPr>
            <p:cNvPr id="4" name="Gráfico 3" descr="Lupa con relleno sólido">
              <a:extLst>
                <a:ext uri="{FF2B5EF4-FFF2-40B4-BE49-F238E27FC236}">
                  <a16:creationId xmlns:a16="http://schemas.microsoft.com/office/drawing/2014/main" id="{D9350083-0A19-0406-D33A-CFB6414BF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904119" y="1325563"/>
              <a:ext cx="1928301" cy="1834792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D284A4B0-78F5-C528-1209-E5FA2BA99EEF}"/>
                </a:ext>
              </a:extLst>
            </p:cNvPr>
            <p:cNvSpPr txBox="1"/>
            <p:nvPr/>
          </p:nvSpPr>
          <p:spPr>
            <a:xfrm>
              <a:off x="1591808" y="1873627"/>
              <a:ext cx="984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 err="1">
                  <a:solidFill>
                    <a:srgbClr val="7E0029"/>
                  </a:solidFill>
                </a:rPr>
                <a:t>keyword</a:t>
              </a:r>
              <a:endParaRPr lang="es-ES_tradnl" dirty="0">
                <a:solidFill>
                  <a:srgbClr val="7E0029"/>
                </a:solidFill>
              </a:endParaRPr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245BB34A-0EBC-2F1F-3E46-E1D581A9420B}"/>
              </a:ext>
            </a:extLst>
          </p:cNvPr>
          <p:cNvSpPr txBox="1"/>
          <p:nvPr/>
        </p:nvSpPr>
        <p:spPr>
          <a:xfrm>
            <a:off x="7293996" y="3285290"/>
            <a:ext cx="130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snowballing</a:t>
            </a: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4BB1CF7-9269-2AF1-AE14-1BDE7D355C64}"/>
              </a:ext>
            </a:extLst>
          </p:cNvPr>
          <p:cNvSpPr txBox="1"/>
          <p:nvPr/>
        </p:nvSpPr>
        <p:spPr>
          <a:xfrm>
            <a:off x="380286" y="4593223"/>
            <a:ext cx="2621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“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feature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toggling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”</a:t>
            </a:r>
          </a:p>
          <a:p>
            <a:pPr algn="ctr"/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“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feature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toggling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library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”</a:t>
            </a:r>
          </a:p>
          <a:p>
            <a:endParaRPr lang="es-ES_tradnl" dirty="0"/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F9106B7E-A670-DB0F-2066-75DBBFFD4F8D}"/>
              </a:ext>
            </a:extLst>
          </p:cNvPr>
          <p:cNvSpPr/>
          <p:nvPr/>
        </p:nvSpPr>
        <p:spPr>
          <a:xfrm>
            <a:off x="3127144" y="328529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310CA916-F708-DB72-D98B-1991C02E24DD}"/>
              </a:ext>
            </a:extLst>
          </p:cNvPr>
          <p:cNvSpPr/>
          <p:nvPr/>
        </p:nvSpPr>
        <p:spPr>
          <a:xfrm>
            <a:off x="8879305" y="3289457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080FB3-E3F8-663C-6BB9-F4712484D143}"/>
              </a:ext>
            </a:extLst>
          </p:cNvPr>
          <p:cNvSpPr txBox="1"/>
          <p:nvPr/>
        </p:nvSpPr>
        <p:spPr>
          <a:xfrm>
            <a:off x="4835565" y="4091258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dirty="0">
                <a:solidFill>
                  <a:srgbClr val="7E0029"/>
                </a:solidFill>
              </a:rPr>
              <a:t>5</a:t>
            </a:r>
            <a:endParaRPr lang="es-ES_tradnl" dirty="0">
              <a:solidFill>
                <a:srgbClr val="7E0029"/>
              </a:solidFill>
            </a:endParaRPr>
          </a:p>
        </p:txBody>
      </p:sp>
      <p:pic>
        <p:nvPicPr>
          <p:cNvPr id="15" name="Gráfico 14" descr="Herramientas con relleno sólido">
            <a:extLst>
              <a:ext uri="{FF2B5EF4-FFF2-40B4-BE49-F238E27FC236}">
                <a16:creationId xmlns:a16="http://schemas.microsoft.com/office/drawing/2014/main" id="{87A87E28-A4EA-2012-0A97-CF2DA366A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4" y="2959593"/>
            <a:ext cx="1131665" cy="1131665"/>
          </a:xfrm>
          <a:prstGeom prst="rect">
            <a:avLst/>
          </a:prstGeom>
        </p:spPr>
      </p:pic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A3E69F6F-9A42-636A-489F-FEEB83AE709B}"/>
              </a:ext>
            </a:extLst>
          </p:cNvPr>
          <p:cNvSpPr/>
          <p:nvPr/>
        </p:nvSpPr>
        <p:spPr>
          <a:xfrm>
            <a:off x="5873184" y="328529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FBB3BB-F3D4-D094-AFBF-EF20DFBD7259}"/>
              </a:ext>
            </a:extLst>
          </p:cNvPr>
          <p:cNvSpPr txBox="1"/>
          <p:nvPr/>
        </p:nvSpPr>
        <p:spPr>
          <a:xfrm>
            <a:off x="10433602" y="399483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dirty="0">
                <a:solidFill>
                  <a:srgbClr val="7E0029"/>
                </a:solidFill>
              </a:rPr>
              <a:t>21</a:t>
            </a:r>
            <a:endParaRPr lang="es-ES_tradnl" dirty="0">
              <a:solidFill>
                <a:srgbClr val="7E0029"/>
              </a:solidFill>
            </a:endParaRPr>
          </a:p>
        </p:txBody>
      </p:sp>
      <p:pic>
        <p:nvPicPr>
          <p:cNvPr id="18" name="Gráfico 17" descr="Herramientas con relleno sólido">
            <a:extLst>
              <a:ext uri="{FF2B5EF4-FFF2-40B4-BE49-F238E27FC236}">
                <a16:creationId xmlns:a16="http://schemas.microsoft.com/office/drawing/2014/main" id="{988B7A6A-23AF-F0A2-445C-AF08360989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2646" y="2863167"/>
            <a:ext cx="1131665" cy="113166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474C0ED-E472-330A-788C-E6179487A319}"/>
              </a:ext>
            </a:extLst>
          </p:cNvPr>
          <p:cNvSpPr txBox="1"/>
          <p:nvPr/>
        </p:nvSpPr>
        <p:spPr>
          <a:xfrm>
            <a:off x="7033059" y="440855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rgbClr val="0000FF"/>
                </a:solidFill>
                <a:effectLst/>
                <a:latin typeface="Helvetica" pitchFamily="2" charset="0"/>
              </a:rPr>
              <a:t>alternativeto.net</a:t>
            </a:r>
            <a:endParaRPr lang="es-E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  <p:pic>
        <p:nvPicPr>
          <p:cNvPr id="21" name="Gráfico 20" descr="Agregar con relleno sólido">
            <a:extLst>
              <a:ext uri="{FF2B5EF4-FFF2-40B4-BE49-F238E27FC236}">
                <a16:creationId xmlns:a16="http://schemas.microsoft.com/office/drawing/2014/main" id="{F65AEBE9-AEE2-A126-8B14-5606B3A63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2125" y="3702966"/>
            <a:ext cx="554236" cy="5542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0C458D-8038-649A-7E89-5DD482DCEDA3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13</a:t>
            </a:r>
          </a:p>
        </p:txBody>
      </p:sp>
      <p:pic>
        <p:nvPicPr>
          <p:cNvPr id="6146" name="Picture 2" descr="Snowball - Free weather icons">
            <a:extLst>
              <a:ext uri="{FF2B5EF4-FFF2-40B4-BE49-F238E27FC236}">
                <a16:creationId xmlns:a16="http://schemas.microsoft.com/office/drawing/2014/main" id="{1B79CE3A-A621-DB4E-FB7D-5992D6C12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996" y="1914651"/>
            <a:ext cx="1233408" cy="123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056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D66B2DD-45A9-1938-F98A-F8B1904E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36DAE-A8D9-901E-20F8-5E91DA9B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2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Are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current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tools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appropriate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for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optimizing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342C34-CE21-60B6-11B6-D870E5D5488F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Triángulo 3">
            <a:extLst>
              <a:ext uri="{FF2B5EF4-FFF2-40B4-BE49-F238E27FC236}">
                <a16:creationId xmlns:a16="http://schemas.microsoft.com/office/drawing/2014/main" id="{A386B214-4CD0-1534-FE9B-978CDF765246}"/>
              </a:ext>
            </a:extLst>
          </p:cNvPr>
          <p:cNvSpPr/>
          <p:nvPr/>
        </p:nvSpPr>
        <p:spPr>
          <a:xfrm>
            <a:off x="223025" y="1938880"/>
            <a:ext cx="5352585" cy="4261198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768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A8BEE7C-EFEA-59A5-A207-0D557E87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EEC9A692-DF61-2922-927A-D29825BB4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8" t="11747" r="6377" b="11747"/>
          <a:stretch/>
        </p:blipFill>
        <p:spPr>
          <a:xfrm>
            <a:off x="5873316" y="3557238"/>
            <a:ext cx="5798634" cy="2642840"/>
          </a:xfrm>
          <a:prstGeom prst="rect">
            <a:avLst/>
          </a:prstGeom>
          <a:ln w="28575">
            <a:solidFill>
              <a:srgbClr val="7E0029"/>
            </a:solidFill>
          </a:ln>
        </p:spPr>
      </p:pic>
      <p:sp>
        <p:nvSpPr>
          <p:cNvPr id="13" name="Llamada rectangular redondeada 12">
            <a:extLst>
              <a:ext uri="{FF2B5EF4-FFF2-40B4-BE49-F238E27FC236}">
                <a16:creationId xmlns:a16="http://schemas.microsoft.com/office/drawing/2014/main" id="{AE5BE34A-7A1F-1E89-8798-FA331BB440AA}"/>
              </a:ext>
            </a:extLst>
          </p:cNvPr>
          <p:cNvSpPr/>
          <p:nvPr/>
        </p:nvSpPr>
        <p:spPr>
          <a:xfrm>
            <a:off x="5352585" y="1716400"/>
            <a:ext cx="5285678" cy="1706136"/>
          </a:xfrm>
          <a:prstGeom prst="wedgeRoundRectCallout">
            <a:avLst>
              <a:gd name="adj1" fmla="val 52374"/>
              <a:gd name="adj2" fmla="val 113480"/>
              <a:gd name="adj3" fmla="val 16667"/>
            </a:avLst>
          </a:prstGeom>
          <a:solidFill>
            <a:schemeClr val="bg1"/>
          </a:solidFill>
          <a:ln w="38100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0F4940-2A13-8532-C438-FF6DF350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2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Are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current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tools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appropriate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for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optimizing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BF2F7C-A34B-483C-D751-FF9E32BABFAD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Triángulo 3">
            <a:extLst>
              <a:ext uri="{FF2B5EF4-FFF2-40B4-BE49-F238E27FC236}">
                <a16:creationId xmlns:a16="http://schemas.microsoft.com/office/drawing/2014/main" id="{5D430151-AD65-B463-6A56-85AC3BE20AE4}"/>
              </a:ext>
            </a:extLst>
          </p:cNvPr>
          <p:cNvSpPr/>
          <p:nvPr/>
        </p:nvSpPr>
        <p:spPr>
          <a:xfrm>
            <a:off x="223025" y="1938880"/>
            <a:ext cx="5352585" cy="4261198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32F9707C-9151-E84B-80A3-3D72399F1498}"/>
              </a:ext>
            </a:extLst>
          </p:cNvPr>
          <p:cNvSpPr/>
          <p:nvPr/>
        </p:nvSpPr>
        <p:spPr>
          <a:xfrm>
            <a:off x="223024" y="4962293"/>
            <a:ext cx="5363737" cy="1248936"/>
          </a:xfrm>
          <a:custGeom>
            <a:avLst/>
            <a:gdLst>
              <a:gd name="connsiteX0" fmla="*/ 0 w 5363737"/>
              <a:gd name="connsiteY0" fmla="*/ 1226634 h 1248936"/>
              <a:gd name="connsiteX1" fmla="*/ 780586 w 5363737"/>
              <a:gd name="connsiteY1" fmla="*/ 11151 h 1248936"/>
              <a:gd name="connsiteX2" fmla="*/ 4583152 w 5363737"/>
              <a:gd name="connsiteY2" fmla="*/ 0 h 1248936"/>
              <a:gd name="connsiteX3" fmla="*/ 5363737 w 5363737"/>
              <a:gd name="connsiteY3" fmla="*/ 1248936 h 1248936"/>
              <a:gd name="connsiteX4" fmla="*/ 0 w 5363737"/>
              <a:gd name="connsiteY4" fmla="*/ 1226634 h 124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3737" h="1248936">
                <a:moveTo>
                  <a:pt x="0" y="1226634"/>
                </a:moveTo>
                <a:lnTo>
                  <a:pt x="780586" y="11151"/>
                </a:lnTo>
                <a:lnTo>
                  <a:pt x="4583152" y="0"/>
                </a:lnTo>
                <a:lnTo>
                  <a:pt x="5363737" y="1248936"/>
                </a:lnTo>
                <a:lnTo>
                  <a:pt x="0" y="1226634"/>
                </a:lnTo>
                <a:close/>
              </a:path>
            </a:pathLst>
          </a:cu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L1</a:t>
            </a:r>
            <a:endParaRPr lang="es-ES_tradnl" b="1" dirty="0"/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82FCD89-623E-7CF7-0009-495510145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7" t="42885" r="12996" b="25725"/>
          <a:stretch/>
        </p:blipFill>
        <p:spPr>
          <a:xfrm>
            <a:off x="5575610" y="2098330"/>
            <a:ext cx="4809893" cy="942276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AA73D1E5-72A2-A394-04A0-A3089A977BF4}"/>
              </a:ext>
            </a:extLst>
          </p:cNvPr>
          <p:cNvGrpSpPr/>
          <p:nvPr/>
        </p:nvGrpSpPr>
        <p:grpSpPr>
          <a:xfrm>
            <a:off x="9364065" y="1011950"/>
            <a:ext cx="1274198" cy="1274198"/>
            <a:chOff x="10437041" y="939470"/>
            <a:chExt cx="1274198" cy="1274198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C63E43B-B970-D97A-B5AA-51A3DD9379E9}"/>
                </a:ext>
              </a:extLst>
            </p:cNvPr>
            <p:cNvSpPr/>
            <p:nvPr/>
          </p:nvSpPr>
          <p:spPr>
            <a:xfrm>
              <a:off x="10734167" y="1048215"/>
              <a:ext cx="719515" cy="1011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7" name="Gráfico 16" descr="Papel con relleno sólido">
              <a:extLst>
                <a:ext uri="{FF2B5EF4-FFF2-40B4-BE49-F238E27FC236}">
                  <a16:creationId xmlns:a16="http://schemas.microsoft.com/office/drawing/2014/main" id="{F2D922CF-D5DD-1C7C-CB3A-FAE581FCD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37041" y="939470"/>
              <a:ext cx="1274198" cy="1274198"/>
            </a:xfrm>
            <a:prstGeom prst="rect">
              <a:avLst/>
            </a:prstGeom>
          </p:spPr>
        </p:pic>
        <p:pic>
          <p:nvPicPr>
            <p:cNvPr id="18" name="Gráfico 17" descr="Engranajes con relleno sólido">
              <a:extLst>
                <a:ext uri="{FF2B5EF4-FFF2-40B4-BE49-F238E27FC236}">
                  <a16:creationId xmlns:a16="http://schemas.microsoft.com/office/drawing/2014/main" id="{46A8589A-FB40-D224-5E99-4D5DB82E4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34167" y="1340201"/>
              <a:ext cx="719515" cy="71951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38FC889-97FF-67A8-3741-4D2D277B3578}"/>
              </a:ext>
            </a:extLst>
          </p:cNvPr>
          <p:cNvGrpSpPr/>
          <p:nvPr/>
        </p:nvGrpSpPr>
        <p:grpSpPr>
          <a:xfrm>
            <a:off x="10380706" y="5445319"/>
            <a:ext cx="1274198" cy="1274198"/>
            <a:chOff x="10380706" y="5445319"/>
            <a:chExt cx="1274198" cy="1274198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D56BAE6A-19B5-219A-E4D4-3ADB1137F758}"/>
                </a:ext>
              </a:extLst>
            </p:cNvPr>
            <p:cNvGrpSpPr/>
            <p:nvPr/>
          </p:nvGrpSpPr>
          <p:grpSpPr>
            <a:xfrm>
              <a:off x="10380706" y="5445319"/>
              <a:ext cx="1274198" cy="1274198"/>
              <a:chOff x="10437041" y="939470"/>
              <a:chExt cx="1274198" cy="1274198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EF47AD72-B911-452C-DAE6-36E9B7202E88}"/>
                  </a:ext>
                </a:extLst>
              </p:cNvPr>
              <p:cNvSpPr/>
              <p:nvPr/>
            </p:nvSpPr>
            <p:spPr>
              <a:xfrm>
                <a:off x="10734167" y="1048215"/>
                <a:ext cx="719515" cy="10115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pic>
            <p:nvPicPr>
              <p:cNvPr id="21" name="Gráfico 20" descr="Papel con relleno sólido">
                <a:extLst>
                  <a:ext uri="{FF2B5EF4-FFF2-40B4-BE49-F238E27FC236}">
                    <a16:creationId xmlns:a16="http://schemas.microsoft.com/office/drawing/2014/main" id="{D26C0ACD-3FEF-453F-2CCB-C25C610C53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437041" y="939470"/>
                <a:ext cx="1274198" cy="1274198"/>
              </a:xfrm>
              <a:prstGeom prst="rect">
                <a:avLst/>
              </a:prstGeom>
            </p:spPr>
          </p:pic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F644CFF-B363-0D1F-BC13-447D25ED2A84}"/>
                </a:ext>
              </a:extLst>
            </p:cNvPr>
            <p:cNvSpPr txBox="1"/>
            <p:nvPr/>
          </p:nvSpPr>
          <p:spPr>
            <a:xfrm>
              <a:off x="10737119" y="5875022"/>
              <a:ext cx="5613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b="1" dirty="0">
                  <a:solidFill>
                    <a:srgbClr val="7E0029"/>
                  </a:solidFill>
                </a:rPr>
                <a:t>.</a:t>
              </a:r>
              <a:r>
                <a:rPr lang="es-ES_tradnl" sz="3200" b="1" dirty="0" err="1">
                  <a:solidFill>
                    <a:srgbClr val="7E0029"/>
                  </a:solidFill>
                </a:rPr>
                <a:t>js</a:t>
              </a:r>
              <a:endParaRPr lang="es-ES_tradnl" sz="3200" b="1" dirty="0">
                <a:solidFill>
                  <a:srgbClr val="7E002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79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DAF5719-56AE-9663-6C4D-F3801C77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44080-1B8A-6145-AA00-FAAE05CD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2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Are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current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tools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appropriate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for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optimizing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B79A8F-7D68-1A7E-3799-A5F5B8EEBEAC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Triángulo 3">
            <a:extLst>
              <a:ext uri="{FF2B5EF4-FFF2-40B4-BE49-F238E27FC236}">
                <a16:creationId xmlns:a16="http://schemas.microsoft.com/office/drawing/2014/main" id="{4DB296E4-62B2-E3DE-6A0E-3050D8B924C5}"/>
              </a:ext>
            </a:extLst>
          </p:cNvPr>
          <p:cNvSpPr/>
          <p:nvPr/>
        </p:nvSpPr>
        <p:spPr>
          <a:xfrm>
            <a:off x="223025" y="1938880"/>
            <a:ext cx="5352585" cy="4261198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B8D0CA16-0C08-E235-6C44-6BB4AC6F4801}"/>
              </a:ext>
            </a:extLst>
          </p:cNvPr>
          <p:cNvSpPr/>
          <p:nvPr/>
        </p:nvSpPr>
        <p:spPr>
          <a:xfrm>
            <a:off x="223024" y="4962293"/>
            <a:ext cx="5363737" cy="1248936"/>
          </a:xfrm>
          <a:custGeom>
            <a:avLst/>
            <a:gdLst>
              <a:gd name="connsiteX0" fmla="*/ 0 w 5363737"/>
              <a:gd name="connsiteY0" fmla="*/ 1226634 h 1248936"/>
              <a:gd name="connsiteX1" fmla="*/ 780586 w 5363737"/>
              <a:gd name="connsiteY1" fmla="*/ 11151 h 1248936"/>
              <a:gd name="connsiteX2" fmla="*/ 4583152 w 5363737"/>
              <a:gd name="connsiteY2" fmla="*/ 0 h 1248936"/>
              <a:gd name="connsiteX3" fmla="*/ 5363737 w 5363737"/>
              <a:gd name="connsiteY3" fmla="*/ 1248936 h 1248936"/>
              <a:gd name="connsiteX4" fmla="*/ 0 w 5363737"/>
              <a:gd name="connsiteY4" fmla="*/ 1226634 h 124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3737" h="1248936">
                <a:moveTo>
                  <a:pt x="0" y="1226634"/>
                </a:moveTo>
                <a:lnTo>
                  <a:pt x="780586" y="11151"/>
                </a:lnTo>
                <a:lnTo>
                  <a:pt x="4583152" y="0"/>
                </a:lnTo>
                <a:lnTo>
                  <a:pt x="5363737" y="1248936"/>
                </a:lnTo>
                <a:lnTo>
                  <a:pt x="0" y="1226634"/>
                </a:lnTo>
                <a:close/>
              </a:path>
            </a:pathLst>
          </a:cu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L1</a:t>
            </a:r>
            <a:endParaRPr lang="es-ES_tradnl" b="1" dirty="0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5BC23B63-1E6A-9C63-3593-B55CE26BA871}"/>
              </a:ext>
            </a:extLst>
          </p:cNvPr>
          <p:cNvSpPr/>
          <p:nvPr/>
        </p:nvSpPr>
        <p:spPr>
          <a:xfrm>
            <a:off x="1003610" y="3624146"/>
            <a:ext cx="3791414" cy="1338146"/>
          </a:xfrm>
          <a:custGeom>
            <a:avLst/>
            <a:gdLst>
              <a:gd name="connsiteX0" fmla="*/ 0 w 3791414"/>
              <a:gd name="connsiteY0" fmla="*/ 1338146 h 1338146"/>
              <a:gd name="connsiteX1" fmla="*/ 858644 w 3791414"/>
              <a:gd name="connsiteY1" fmla="*/ 0 h 1338146"/>
              <a:gd name="connsiteX2" fmla="*/ 2955073 w 3791414"/>
              <a:gd name="connsiteY2" fmla="*/ 0 h 1338146"/>
              <a:gd name="connsiteX3" fmla="*/ 3791414 w 3791414"/>
              <a:gd name="connsiteY3" fmla="*/ 1326995 h 1338146"/>
              <a:gd name="connsiteX4" fmla="*/ 0 w 3791414"/>
              <a:gd name="connsiteY4" fmla="*/ 1338146 h 133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1414" h="1338146">
                <a:moveTo>
                  <a:pt x="0" y="1338146"/>
                </a:moveTo>
                <a:lnTo>
                  <a:pt x="858644" y="0"/>
                </a:lnTo>
                <a:lnTo>
                  <a:pt x="2955073" y="0"/>
                </a:lnTo>
                <a:lnTo>
                  <a:pt x="3791414" y="1326995"/>
                </a:lnTo>
                <a:lnTo>
                  <a:pt x="0" y="1338146"/>
                </a:lnTo>
                <a:close/>
              </a:path>
            </a:pathLst>
          </a:custGeom>
          <a:solidFill>
            <a:srgbClr val="7E002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L2</a:t>
            </a:r>
            <a:endParaRPr lang="es-ES_tradnl" b="1" dirty="0"/>
          </a:p>
        </p:txBody>
      </p:sp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2D5483A-4575-93D2-EA6D-2485C66C9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t="12231" r="5927" b="11262"/>
          <a:stretch/>
        </p:blipFill>
        <p:spPr>
          <a:xfrm>
            <a:off x="5851014" y="3429000"/>
            <a:ext cx="5820936" cy="2642838"/>
          </a:xfrm>
          <a:prstGeom prst="rect">
            <a:avLst/>
          </a:prstGeom>
          <a:ln w="28575">
            <a:solidFill>
              <a:srgbClr val="7E0029"/>
            </a:solidFill>
          </a:ln>
        </p:spPr>
      </p:pic>
      <p:sp>
        <p:nvSpPr>
          <p:cNvPr id="15" name="Llamada rectangular redondeada 14">
            <a:extLst>
              <a:ext uri="{FF2B5EF4-FFF2-40B4-BE49-F238E27FC236}">
                <a16:creationId xmlns:a16="http://schemas.microsoft.com/office/drawing/2014/main" id="{693B68EF-2283-EA59-1F4C-1CBB19E20203}"/>
              </a:ext>
            </a:extLst>
          </p:cNvPr>
          <p:cNvSpPr/>
          <p:nvPr/>
        </p:nvSpPr>
        <p:spPr>
          <a:xfrm>
            <a:off x="4795024" y="1614948"/>
            <a:ext cx="6876925" cy="1668198"/>
          </a:xfrm>
          <a:prstGeom prst="wedgeRoundRectCallout">
            <a:avLst>
              <a:gd name="adj1" fmla="val 34728"/>
              <a:gd name="adj2" fmla="val 115834"/>
              <a:gd name="adj3" fmla="val 16667"/>
            </a:avLst>
          </a:prstGeom>
          <a:solidFill>
            <a:schemeClr val="bg1"/>
          </a:solidFill>
          <a:ln w="38100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6A5C1E4-DAAA-7846-AD56-6248523E59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55" t="33282" r="10744" b="22470"/>
          <a:stretch/>
        </p:blipFill>
        <p:spPr>
          <a:xfrm>
            <a:off x="4989740" y="1649496"/>
            <a:ext cx="6434945" cy="1566744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F1ED5653-10DD-235F-9490-16D289C16D1A}"/>
              </a:ext>
            </a:extLst>
          </p:cNvPr>
          <p:cNvGrpSpPr/>
          <p:nvPr/>
        </p:nvGrpSpPr>
        <p:grpSpPr>
          <a:xfrm>
            <a:off x="10437041" y="939470"/>
            <a:ext cx="1274198" cy="1274198"/>
            <a:chOff x="10437041" y="939470"/>
            <a:chExt cx="1274198" cy="1274198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500D7D3-9663-D12B-CB6D-26DFEC0E5CBB}"/>
                </a:ext>
              </a:extLst>
            </p:cNvPr>
            <p:cNvSpPr/>
            <p:nvPr/>
          </p:nvSpPr>
          <p:spPr>
            <a:xfrm>
              <a:off x="10734167" y="1048215"/>
              <a:ext cx="719515" cy="1011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0" name="Gráfico 9" descr="Papel con relleno sólido">
              <a:extLst>
                <a:ext uri="{FF2B5EF4-FFF2-40B4-BE49-F238E27FC236}">
                  <a16:creationId xmlns:a16="http://schemas.microsoft.com/office/drawing/2014/main" id="{028369D3-4117-51EA-FEBE-D0EAE093F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37041" y="939470"/>
              <a:ext cx="1274198" cy="1274198"/>
            </a:xfrm>
            <a:prstGeom prst="rect">
              <a:avLst/>
            </a:prstGeom>
          </p:spPr>
        </p:pic>
        <p:pic>
          <p:nvPicPr>
            <p:cNvPr id="11" name="Gráfico 10" descr="Engranajes con relleno sólido">
              <a:extLst>
                <a:ext uri="{FF2B5EF4-FFF2-40B4-BE49-F238E27FC236}">
                  <a16:creationId xmlns:a16="http://schemas.microsoft.com/office/drawing/2014/main" id="{AB13CAEE-4313-9F5E-133D-2120C23AB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34167" y="1340201"/>
              <a:ext cx="719515" cy="719515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1BC0440-2A06-CD92-68CE-05F3B8250633}"/>
              </a:ext>
            </a:extLst>
          </p:cNvPr>
          <p:cNvGrpSpPr/>
          <p:nvPr/>
        </p:nvGrpSpPr>
        <p:grpSpPr>
          <a:xfrm>
            <a:off x="10397751" y="5335322"/>
            <a:ext cx="1274198" cy="1274198"/>
            <a:chOff x="10380706" y="5445319"/>
            <a:chExt cx="1274198" cy="127419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922DBEC4-8584-F129-C442-64AFBDDF6BC9}"/>
                </a:ext>
              </a:extLst>
            </p:cNvPr>
            <p:cNvGrpSpPr/>
            <p:nvPr/>
          </p:nvGrpSpPr>
          <p:grpSpPr>
            <a:xfrm>
              <a:off x="10380706" y="5445319"/>
              <a:ext cx="1274198" cy="1274198"/>
              <a:chOff x="10437041" y="939470"/>
              <a:chExt cx="1274198" cy="1274198"/>
            </a:xfrm>
          </p:grpSpPr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4B4CF3C8-F3E8-BCF7-1865-958AEB105060}"/>
                  </a:ext>
                </a:extLst>
              </p:cNvPr>
              <p:cNvSpPr/>
              <p:nvPr/>
            </p:nvSpPr>
            <p:spPr>
              <a:xfrm>
                <a:off x="10734167" y="1048215"/>
                <a:ext cx="719515" cy="10115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pic>
            <p:nvPicPr>
              <p:cNvPr id="20" name="Gráfico 19" descr="Papel con relleno sólido">
                <a:extLst>
                  <a:ext uri="{FF2B5EF4-FFF2-40B4-BE49-F238E27FC236}">
                    <a16:creationId xmlns:a16="http://schemas.microsoft.com/office/drawing/2014/main" id="{BF6A1832-81E8-558C-85FB-AC1D2BCCF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437041" y="939470"/>
                <a:ext cx="1274198" cy="1274198"/>
              </a:xfrm>
              <a:prstGeom prst="rect">
                <a:avLst/>
              </a:prstGeom>
            </p:spPr>
          </p:pic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3480808-767D-E53F-80D6-A4DEA47A90AC}"/>
                </a:ext>
              </a:extLst>
            </p:cNvPr>
            <p:cNvSpPr txBox="1"/>
            <p:nvPr/>
          </p:nvSpPr>
          <p:spPr>
            <a:xfrm>
              <a:off x="10737119" y="5875022"/>
              <a:ext cx="5613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b="1" dirty="0">
                  <a:solidFill>
                    <a:srgbClr val="7E0029"/>
                  </a:solidFill>
                </a:rPr>
                <a:t>.</a:t>
              </a:r>
              <a:r>
                <a:rPr lang="es-ES_tradnl" sz="3200" b="1" dirty="0" err="1">
                  <a:solidFill>
                    <a:srgbClr val="7E0029"/>
                  </a:solidFill>
                </a:rPr>
                <a:t>js</a:t>
              </a:r>
              <a:endParaRPr lang="es-ES_tradnl" sz="3200" b="1" dirty="0">
                <a:solidFill>
                  <a:srgbClr val="7E002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7536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A7C1ABC-C5B0-C486-D4EE-2408ADA6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2D68B-6D14-1BD0-FFD4-325C86C4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2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Are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current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tools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appropriate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for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optimizing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pricing-driven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feature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toggling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?</a:t>
            </a:r>
            <a:endParaRPr lang="es-ES" b="1" dirty="0">
              <a:solidFill>
                <a:srgbClr val="7E002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2EC399-92C3-D6B7-D929-6E1A4A3798B8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Triángulo 3">
            <a:extLst>
              <a:ext uri="{FF2B5EF4-FFF2-40B4-BE49-F238E27FC236}">
                <a16:creationId xmlns:a16="http://schemas.microsoft.com/office/drawing/2014/main" id="{CB807F84-DCB6-5E6A-F5AE-4DE8719C07E2}"/>
              </a:ext>
            </a:extLst>
          </p:cNvPr>
          <p:cNvSpPr/>
          <p:nvPr/>
        </p:nvSpPr>
        <p:spPr>
          <a:xfrm>
            <a:off x="223025" y="1938880"/>
            <a:ext cx="5352585" cy="4261198"/>
          </a:xfrm>
          <a:prstGeom prst="triangle">
            <a:avLst/>
          </a:prstGeom>
          <a:solidFill>
            <a:schemeClr val="bg1"/>
          </a:solidFill>
          <a:ln w="28575"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37931C26-1C1F-F22D-D311-CB0492E874D4}"/>
              </a:ext>
            </a:extLst>
          </p:cNvPr>
          <p:cNvSpPr/>
          <p:nvPr/>
        </p:nvSpPr>
        <p:spPr>
          <a:xfrm>
            <a:off x="223024" y="4962293"/>
            <a:ext cx="5363737" cy="1248936"/>
          </a:xfrm>
          <a:custGeom>
            <a:avLst/>
            <a:gdLst>
              <a:gd name="connsiteX0" fmla="*/ 0 w 5363737"/>
              <a:gd name="connsiteY0" fmla="*/ 1226634 h 1248936"/>
              <a:gd name="connsiteX1" fmla="*/ 780586 w 5363737"/>
              <a:gd name="connsiteY1" fmla="*/ 11151 h 1248936"/>
              <a:gd name="connsiteX2" fmla="*/ 4583152 w 5363737"/>
              <a:gd name="connsiteY2" fmla="*/ 0 h 1248936"/>
              <a:gd name="connsiteX3" fmla="*/ 5363737 w 5363737"/>
              <a:gd name="connsiteY3" fmla="*/ 1248936 h 1248936"/>
              <a:gd name="connsiteX4" fmla="*/ 0 w 5363737"/>
              <a:gd name="connsiteY4" fmla="*/ 1226634 h 124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3737" h="1248936">
                <a:moveTo>
                  <a:pt x="0" y="1226634"/>
                </a:moveTo>
                <a:lnTo>
                  <a:pt x="780586" y="11151"/>
                </a:lnTo>
                <a:lnTo>
                  <a:pt x="4583152" y="0"/>
                </a:lnTo>
                <a:lnTo>
                  <a:pt x="5363737" y="1248936"/>
                </a:lnTo>
                <a:lnTo>
                  <a:pt x="0" y="1226634"/>
                </a:lnTo>
                <a:close/>
              </a:path>
            </a:pathLst>
          </a:cu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L1</a:t>
            </a:r>
            <a:endParaRPr lang="es-ES_tradnl" b="1" dirty="0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6222D9D7-1DB5-E414-097C-05A583D36541}"/>
              </a:ext>
            </a:extLst>
          </p:cNvPr>
          <p:cNvSpPr/>
          <p:nvPr/>
        </p:nvSpPr>
        <p:spPr>
          <a:xfrm>
            <a:off x="1003610" y="3624146"/>
            <a:ext cx="3791414" cy="1338146"/>
          </a:xfrm>
          <a:custGeom>
            <a:avLst/>
            <a:gdLst>
              <a:gd name="connsiteX0" fmla="*/ 0 w 3791414"/>
              <a:gd name="connsiteY0" fmla="*/ 1338146 h 1338146"/>
              <a:gd name="connsiteX1" fmla="*/ 858644 w 3791414"/>
              <a:gd name="connsiteY1" fmla="*/ 0 h 1338146"/>
              <a:gd name="connsiteX2" fmla="*/ 2955073 w 3791414"/>
              <a:gd name="connsiteY2" fmla="*/ 0 h 1338146"/>
              <a:gd name="connsiteX3" fmla="*/ 3791414 w 3791414"/>
              <a:gd name="connsiteY3" fmla="*/ 1326995 h 1338146"/>
              <a:gd name="connsiteX4" fmla="*/ 0 w 3791414"/>
              <a:gd name="connsiteY4" fmla="*/ 1338146 h 133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1414" h="1338146">
                <a:moveTo>
                  <a:pt x="0" y="1338146"/>
                </a:moveTo>
                <a:lnTo>
                  <a:pt x="858644" y="0"/>
                </a:lnTo>
                <a:lnTo>
                  <a:pt x="2955073" y="0"/>
                </a:lnTo>
                <a:lnTo>
                  <a:pt x="3791414" y="1326995"/>
                </a:lnTo>
                <a:lnTo>
                  <a:pt x="0" y="1338146"/>
                </a:lnTo>
                <a:close/>
              </a:path>
            </a:pathLst>
          </a:custGeom>
          <a:solidFill>
            <a:srgbClr val="7E002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L2</a:t>
            </a:r>
            <a:endParaRPr lang="es-ES_tradnl" b="1" dirty="0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2E38E4B1-8A13-572B-B00C-F4C8676F855B}"/>
              </a:ext>
            </a:extLst>
          </p:cNvPr>
          <p:cNvSpPr/>
          <p:nvPr/>
        </p:nvSpPr>
        <p:spPr>
          <a:xfrm>
            <a:off x="1851102" y="1962614"/>
            <a:ext cx="2107581" cy="1650381"/>
          </a:xfrm>
          <a:custGeom>
            <a:avLst/>
            <a:gdLst>
              <a:gd name="connsiteX0" fmla="*/ 0 w 2107581"/>
              <a:gd name="connsiteY0" fmla="*/ 1650381 h 1650381"/>
              <a:gd name="connsiteX1" fmla="*/ 1048215 w 2107581"/>
              <a:gd name="connsiteY1" fmla="*/ 0 h 1650381"/>
              <a:gd name="connsiteX2" fmla="*/ 2107581 w 2107581"/>
              <a:gd name="connsiteY2" fmla="*/ 1650381 h 1650381"/>
              <a:gd name="connsiteX3" fmla="*/ 0 w 2107581"/>
              <a:gd name="connsiteY3" fmla="*/ 1650381 h 165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7581" h="1650381">
                <a:moveTo>
                  <a:pt x="0" y="1650381"/>
                </a:moveTo>
                <a:lnTo>
                  <a:pt x="1048215" y="0"/>
                </a:lnTo>
                <a:lnTo>
                  <a:pt x="2107581" y="1650381"/>
                </a:lnTo>
                <a:lnTo>
                  <a:pt x="0" y="1650381"/>
                </a:lnTo>
                <a:close/>
              </a:path>
            </a:pathLst>
          </a:custGeom>
          <a:solidFill>
            <a:srgbClr val="7E0029">
              <a:alpha val="4039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_tradnl" sz="4000" b="1" dirty="0"/>
              <a:t>L3</a:t>
            </a:r>
            <a:endParaRPr lang="es-ES_tradnl" b="1" dirty="0"/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7BEB25A-410A-F9F9-0967-409EE0C8E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8" t="10802" r="6045" b="11086"/>
          <a:stretch/>
        </p:blipFill>
        <p:spPr>
          <a:xfrm>
            <a:off x="5330283" y="2085277"/>
            <a:ext cx="6233532" cy="3055436"/>
          </a:xfrm>
          <a:prstGeom prst="rect">
            <a:avLst/>
          </a:prstGeom>
          <a:ln w="28575">
            <a:solidFill>
              <a:srgbClr val="7E0029"/>
            </a:solidFill>
          </a:ln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C9E9B66-4837-BA38-632B-4EBCED8D4252}"/>
              </a:ext>
            </a:extLst>
          </p:cNvPr>
          <p:cNvGrpSpPr/>
          <p:nvPr/>
        </p:nvGrpSpPr>
        <p:grpSpPr>
          <a:xfrm>
            <a:off x="10150487" y="4396198"/>
            <a:ext cx="1274198" cy="1274198"/>
            <a:chOff x="10380706" y="5445319"/>
            <a:chExt cx="1274198" cy="1274198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CA99DAC-B0DB-C4D3-1380-D6C4DD887DD5}"/>
                </a:ext>
              </a:extLst>
            </p:cNvPr>
            <p:cNvGrpSpPr/>
            <p:nvPr/>
          </p:nvGrpSpPr>
          <p:grpSpPr>
            <a:xfrm>
              <a:off x="10380706" y="5445319"/>
              <a:ext cx="1274198" cy="1274198"/>
              <a:chOff x="10437041" y="939470"/>
              <a:chExt cx="1274198" cy="1274198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F5CB2733-A418-2DD6-A66B-E547F6FAB9CB}"/>
                  </a:ext>
                </a:extLst>
              </p:cNvPr>
              <p:cNvSpPr/>
              <p:nvPr/>
            </p:nvSpPr>
            <p:spPr>
              <a:xfrm>
                <a:off x="10734167" y="1048215"/>
                <a:ext cx="719515" cy="10115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pic>
            <p:nvPicPr>
              <p:cNvPr id="14" name="Gráfico 13" descr="Papel con relleno sólido">
                <a:extLst>
                  <a:ext uri="{FF2B5EF4-FFF2-40B4-BE49-F238E27FC236}">
                    <a16:creationId xmlns:a16="http://schemas.microsoft.com/office/drawing/2014/main" id="{58F0E4A3-4EEF-8F3E-E19B-1AB1ECE7E5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437041" y="939470"/>
                <a:ext cx="1274198" cy="1274198"/>
              </a:xfrm>
              <a:prstGeom prst="rect">
                <a:avLst/>
              </a:prstGeom>
            </p:spPr>
          </p:pic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4F88EE-7411-F176-5855-809885B258EA}"/>
                </a:ext>
              </a:extLst>
            </p:cNvPr>
            <p:cNvSpPr txBox="1"/>
            <p:nvPr/>
          </p:nvSpPr>
          <p:spPr>
            <a:xfrm>
              <a:off x="10737119" y="5875022"/>
              <a:ext cx="5613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b="1" dirty="0">
                  <a:solidFill>
                    <a:srgbClr val="7E0029"/>
                  </a:solidFill>
                </a:rPr>
                <a:t>.</a:t>
              </a:r>
              <a:r>
                <a:rPr lang="es-ES_tradnl" sz="3200" b="1" dirty="0" err="1">
                  <a:solidFill>
                    <a:srgbClr val="7E0029"/>
                  </a:solidFill>
                </a:rPr>
                <a:t>js</a:t>
              </a:r>
              <a:endParaRPr lang="es-ES_tradnl" sz="3200" b="1" dirty="0">
                <a:solidFill>
                  <a:srgbClr val="7E002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1181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