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16/6/25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0.png"/><Relationship Id="rId6" Type="http://schemas.openxmlformats.org/officeDocument/2006/relationships/image" Target="../media/image5.svg"/><Relationship Id="rId7" Type="http://schemas.openxmlformats.org/officeDocument/2006/relationships/image" Target="../media/image7.png"/><Relationship Id="rId8" Type="http://schemas.openxmlformats.org/officeDocument/2006/relationships/image" Target="../media/image1.svg"/><Relationship Id="rId9" Type="http://schemas.openxmlformats.org/officeDocument/2006/relationships/image" Target="../media/image12.png"/><Relationship Id="rId10" Type="http://schemas.openxmlformats.org/officeDocument/2006/relationships/image" Target="../media/image6.svg"/><Relationship Id="rId11" Type="http://schemas.openxmlformats.org/officeDocument/2006/relationships/image" Target="../media/image9.png"/><Relationship Id="rId12" Type="http://schemas.openxmlformats.org/officeDocument/2006/relationships/image" Target="../media/image3.svg"/><Relationship Id="rId13" Type="http://schemas.openxmlformats.org/officeDocument/2006/relationships/image" Target="../media/image5.png"/><Relationship Id="rId14" Type="http://schemas.openxmlformats.org/officeDocument/2006/relationships/image" Target="../media/image8.svg"/><Relationship Id="rId15" Type="http://schemas.openxmlformats.org/officeDocument/2006/relationships/image" Target="../media/image11.png"/><Relationship Id="rId16" Type="http://schemas.openxmlformats.org/officeDocument/2006/relationships/image" Target="../media/image4.svg"/><Relationship Id="rId17" Type="http://schemas.openxmlformats.org/officeDocument/2006/relationships/image" Target="../media/image8.png"/><Relationship Id="rId18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0.png"/><Relationship Id="rId6" Type="http://schemas.openxmlformats.org/officeDocument/2006/relationships/image" Target="../media/image5.svg"/><Relationship Id="rId7" Type="http://schemas.openxmlformats.org/officeDocument/2006/relationships/image" Target="../media/image7.png"/><Relationship Id="rId8" Type="http://schemas.openxmlformats.org/officeDocument/2006/relationships/image" Target="../media/image1.svg"/><Relationship Id="rId9" Type="http://schemas.openxmlformats.org/officeDocument/2006/relationships/image" Target="../media/image12.png"/><Relationship Id="rId10" Type="http://schemas.openxmlformats.org/officeDocument/2006/relationships/image" Target="../media/image6.svg"/><Relationship Id="rId11" Type="http://schemas.openxmlformats.org/officeDocument/2006/relationships/image" Target="../media/image9.png"/><Relationship Id="rId12" Type="http://schemas.openxmlformats.org/officeDocument/2006/relationships/image" Target="../media/image3.svg"/><Relationship Id="rId13" Type="http://schemas.openxmlformats.org/officeDocument/2006/relationships/image" Target="../media/image5.png"/><Relationship Id="rId14" Type="http://schemas.openxmlformats.org/officeDocument/2006/relationships/image" Target="../media/image8.svg"/><Relationship Id="rId15" Type="http://schemas.openxmlformats.org/officeDocument/2006/relationships/image" Target="../media/image11.png"/><Relationship Id="rId16" Type="http://schemas.openxmlformats.org/officeDocument/2006/relationships/image" Target="../media/image4.svg"/><Relationship Id="rId17" Type="http://schemas.openxmlformats.org/officeDocument/2006/relationships/image" Target="../media/image8.png"/><Relationship Id="rId18" Type="http://schemas.openxmlformats.org/officeDocument/2006/relationships/image" Target="../media/image2.svg"/><Relationship Id="rId19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0.png"/><Relationship Id="rId6" Type="http://schemas.openxmlformats.org/officeDocument/2006/relationships/image" Target="../media/image5.svg"/><Relationship Id="rId7" Type="http://schemas.openxmlformats.org/officeDocument/2006/relationships/image" Target="../media/image7.png"/><Relationship Id="rId8" Type="http://schemas.openxmlformats.org/officeDocument/2006/relationships/image" Target="../media/image1.svg"/><Relationship Id="rId9" Type="http://schemas.openxmlformats.org/officeDocument/2006/relationships/image" Target="../media/image12.png"/><Relationship Id="rId10" Type="http://schemas.openxmlformats.org/officeDocument/2006/relationships/image" Target="../media/image6.svg"/><Relationship Id="rId11" Type="http://schemas.openxmlformats.org/officeDocument/2006/relationships/image" Target="../media/image9.png"/><Relationship Id="rId12" Type="http://schemas.openxmlformats.org/officeDocument/2006/relationships/image" Target="../media/image3.svg"/><Relationship Id="rId13" Type="http://schemas.openxmlformats.org/officeDocument/2006/relationships/image" Target="../media/image5.png"/><Relationship Id="rId14" Type="http://schemas.openxmlformats.org/officeDocument/2006/relationships/image" Target="../media/image8.svg"/><Relationship Id="rId15" Type="http://schemas.openxmlformats.org/officeDocument/2006/relationships/image" Target="../media/image11.png"/><Relationship Id="rId16" Type="http://schemas.openxmlformats.org/officeDocument/2006/relationships/image" Target="../media/image4.svg"/><Relationship Id="rId17" Type="http://schemas.openxmlformats.org/officeDocument/2006/relationships/image" Target="../media/image8.png"/><Relationship Id="rId18" Type="http://schemas.openxmlformats.org/officeDocument/2006/relationships/image" Target="../media/image2.svg"/><Relationship Id="rId19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0.png"/><Relationship Id="rId6" Type="http://schemas.openxmlformats.org/officeDocument/2006/relationships/image" Target="../media/image5.svg"/><Relationship Id="rId7" Type="http://schemas.openxmlformats.org/officeDocument/2006/relationships/image" Target="../media/image7.png"/><Relationship Id="rId8" Type="http://schemas.openxmlformats.org/officeDocument/2006/relationships/image" Target="../media/image1.svg"/><Relationship Id="rId9" Type="http://schemas.openxmlformats.org/officeDocument/2006/relationships/image" Target="../media/image12.png"/><Relationship Id="rId10" Type="http://schemas.openxmlformats.org/officeDocument/2006/relationships/image" Target="../media/image6.svg"/><Relationship Id="rId11" Type="http://schemas.openxmlformats.org/officeDocument/2006/relationships/image" Target="../media/image9.png"/><Relationship Id="rId12" Type="http://schemas.openxmlformats.org/officeDocument/2006/relationships/image" Target="../media/image3.svg"/><Relationship Id="rId13" Type="http://schemas.openxmlformats.org/officeDocument/2006/relationships/image" Target="../media/image5.png"/><Relationship Id="rId14" Type="http://schemas.openxmlformats.org/officeDocument/2006/relationships/image" Target="../media/image8.svg"/><Relationship Id="rId15" Type="http://schemas.openxmlformats.org/officeDocument/2006/relationships/image" Target="../media/image11.png"/><Relationship Id="rId16" Type="http://schemas.openxmlformats.org/officeDocument/2006/relationships/image" Target="../media/image4.svg"/><Relationship Id="rId17" Type="http://schemas.openxmlformats.org/officeDocument/2006/relationships/image" Target="../media/image8.png"/><Relationship Id="rId18" Type="http://schemas.openxmlformats.org/officeDocument/2006/relationships/image" Target="../media/image2.svg"/><Relationship Id="rId19" Type="http://schemas.openxmlformats.org/officeDocument/2006/relationships/image" Target="../media/image3.png"/><Relationship Id="rId20" Type="http://schemas.openxmlformats.org/officeDocument/2006/relationships/image" Target="../media/image15.png"/><Relationship Id="rId21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0.png"/><Relationship Id="rId6" Type="http://schemas.openxmlformats.org/officeDocument/2006/relationships/image" Target="../media/image5.svg"/><Relationship Id="rId7" Type="http://schemas.openxmlformats.org/officeDocument/2006/relationships/image" Target="../media/image7.png"/><Relationship Id="rId8" Type="http://schemas.openxmlformats.org/officeDocument/2006/relationships/image" Target="../media/image1.svg"/><Relationship Id="rId9" Type="http://schemas.openxmlformats.org/officeDocument/2006/relationships/image" Target="../media/image12.png"/><Relationship Id="rId10" Type="http://schemas.openxmlformats.org/officeDocument/2006/relationships/image" Target="../media/image6.svg"/><Relationship Id="rId11" Type="http://schemas.openxmlformats.org/officeDocument/2006/relationships/image" Target="../media/image9.png"/><Relationship Id="rId12" Type="http://schemas.openxmlformats.org/officeDocument/2006/relationships/image" Target="../media/image3.svg"/><Relationship Id="rId13" Type="http://schemas.openxmlformats.org/officeDocument/2006/relationships/image" Target="../media/image5.png"/><Relationship Id="rId14" Type="http://schemas.openxmlformats.org/officeDocument/2006/relationships/image" Target="../media/image8.svg"/><Relationship Id="rId15" Type="http://schemas.openxmlformats.org/officeDocument/2006/relationships/image" Target="../media/image11.png"/><Relationship Id="rId16" Type="http://schemas.openxmlformats.org/officeDocument/2006/relationships/image" Target="../media/image4.svg"/><Relationship Id="rId17" Type="http://schemas.openxmlformats.org/officeDocument/2006/relationships/image" Target="../media/image8.png"/><Relationship Id="rId18" Type="http://schemas.openxmlformats.org/officeDocument/2006/relationships/image" Target="../media/image2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0.png"/><Relationship Id="rId6" Type="http://schemas.openxmlformats.org/officeDocument/2006/relationships/image" Target="../media/image5.svg"/><Relationship Id="rId7" Type="http://schemas.openxmlformats.org/officeDocument/2006/relationships/image" Target="../media/image7.png"/><Relationship Id="rId8" Type="http://schemas.openxmlformats.org/officeDocument/2006/relationships/image" Target="../media/image1.svg"/><Relationship Id="rId9" Type="http://schemas.openxmlformats.org/officeDocument/2006/relationships/image" Target="../media/image12.png"/><Relationship Id="rId10" Type="http://schemas.openxmlformats.org/officeDocument/2006/relationships/image" Target="../media/image6.svg"/><Relationship Id="rId11" Type="http://schemas.openxmlformats.org/officeDocument/2006/relationships/image" Target="../media/image9.png"/><Relationship Id="rId12" Type="http://schemas.openxmlformats.org/officeDocument/2006/relationships/image" Target="../media/image3.svg"/><Relationship Id="rId13" Type="http://schemas.openxmlformats.org/officeDocument/2006/relationships/image" Target="../media/image5.png"/><Relationship Id="rId14" Type="http://schemas.openxmlformats.org/officeDocument/2006/relationships/image" Target="../media/image8.svg"/><Relationship Id="rId15" Type="http://schemas.openxmlformats.org/officeDocument/2006/relationships/image" Target="../media/image11.png"/><Relationship Id="rId16" Type="http://schemas.openxmlformats.org/officeDocument/2006/relationships/image" Target="../media/image4.svg"/><Relationship Id="rId17" Type="http://schemas.openxmlformats.org/officeDocument/2006/relationships/image" Target="../media/image8.png"/><Relationship Id="rId18" Type="http://schemas.openxmlformats.org/officeDocument/2006/relationships/image" Target="../media/image2.svg"/><Relationship Id="rId19" Type="http://schemas.openxmlformats.org/officeDocument/2006/relationships/image" Target="../media/image20.png"/><Relationship Id="rId20" Type="http://schemas.openxmlformats.org/officeDocument/2006/relationships/image" Target="../media/image18.png"/><Relationship Id="rId21" Type="http://schemas.openxmlformats.org/officeDocument/2006/relationships/image" Target="../media/image16.png"/><Relationship Id="rId22" Type="http://schemas.openxmlformats.org/officeDocument/2006/relationships/image" Target="../media/image10.svg"/><Relationship Id="rId23" Type="http://schemas.openxmlformats.org/officeDocument/2006/relationships/image" Target="../media/image19.png"/><Relationship Id="rId24" Type="http://schemas.openxmlformats.org/officeDocument/2006/relationships/image" Target="../media/image9.svg"/><Relationship Id="rId2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294;p32">
            <a:extLst>
              <a:ext uri="{FF2B5EF4-FFF2-40B4-BE49-F238E27FC236}">
                <a16:creationId xmlns:a16="http://schemas.microsoft.com/office/drawing/2014/main" id="{A35BCF2C-6A47-0D0A-AB5B-6D454C37B3F8}"/>
              </a:ext>
            </a:extLst>
          </p:cNvPr>
          <p:cNvGrpSpPr/>
          <p:nvPr/>
        </p:nvGrpSpPr>
        <p:grpSpPr>
          <a:xfrm flipV="1">
            <a:off x="1828138" y="1717688"/>
            <a:ext cx="8935425" cy="3553280"/>
            <a:chOff x="2784331" y="1968226"/>
            <a:chExt cx="3419361" cy="1688854"/>
          </a:xfrm>
        </p:grpSpPr>
        <p:sp>
          <p:nvSpPr>
            <p:cNvPr id="40" name="Google Shape;295;p32">
              <a:extLst>
                <a:ext uri="{FF2B5EF4-FFF2-40B4-BE49-F238E27FC236}">
                  <a16:creationId xmlns:a16="http://schemas.microsoft.com/office/drawing/2014/main" id="{FE3F0FDB-EA6D-C270-D444-5E31D7677D38}"/>
                </a:ext>
              </a:extLst>
            </p:cNvPr>
            <p:cNvSpPr/>
            <p:nvPr/>
          </p:nvSpPr>
          <p:spPr>
            <a:xfrm>
              <a:off x="2784331" y="221667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96;p32">
              <a:extLst>
                <a:ext uri="{FF2B5EF4-FFF2-40B4-BE49-F238E27FC236}">
                  <a16:creationId xmlns:a16="http://schemas.microsoft.com/office/drawing/2014/main" id="{B8BE4147-3B3B-84ED-AE6E-4C20AD0201D1}"/>
                </a:ext>
              </a:extLst>
            </p:cNvPr>
            <p:cNvSpPr/>
            <p:nvPr/>
          </p:nvSpPr>
          <p:spPr>
            <a:xfrm>
              <a:off x="3031197" y="1968226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97;p32">
              <a:extLst>
                <a:ext uri="{FF2B5EF4-FFF2-40B4-BE49-F238E27FC236}">
                  <a16:creationId xmlns:a16="http://schemas.microsoft.com/office/drawing/2014/main" id="{C3029896-526D-FEB6-8A1C-42DCCEFDA4D9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98;p32">
              <a:extLst>
                <a:ext uri="{FF2B5EF4-FFF2-40B4-BE49-F238E27FC236}">
                  <a16:creationId xmlns:a16="http://schemas.microsoft.com/office/drawing/2014/main" id="{2EF79E74-7224-4753-AB42-AC12AF159828}"/>
                </a:ext>
              </a:extLst>
            </p:cNvPr>
            <p:cNvSpPr/>
            <p:nvPr/>
          </p:nvSpPr>
          <p:spPr>
            <a:xfrm>
              <a:off x="4766420" y="3182159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44" name="Google Shape;299;p32">
              <a:extLst>
                <a:ext uri="{FF2B5EF4-FFF2-40B4-BE49-F238E27FC236}">
                  <a16:creationId xmlns:a16="http://schemas.microsoft.com/office/drawing/2014/main" id="{3C9B9B0F-59C2-ED7A-C1D4-50E2BE420474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9B702"/>
                </a:solidFill>
              </a:endParaRPr>
            </a:p>
          </p:txBody>
        </p:sp>
        <p:sp>
          <p:nvSpPr>
            <p:cNvPr id="45" name="Google Shape;300;p32">
              <a:extLst>
                <a:ext uri="{FF2B5EF4-FFF2-40B4-BE49-F238E27FC236}">
                  <a16:creationId xmlns:a16="http://schemas.microsoft.com/office/drawing/2014/main" id="{7F3CEE66-AB0F-2E5F-D679-C079BDB7B660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46" name="Google Shape;301;p32">
              <a:extLst>
                <a:ext uri="{FF2B5EF4-FFF2-40B4-BE49-F238E27FC236}">
                  <a16:creationId xmlns:a16="http://schemas.microsoft.com/office/drawing/2014/main" id="{00DC062B-CD6E-F8D6-927F-3697A31DD918}"/>
                </a:ext>
              </a:extLst>
            </p:cNvPr>
            <p:cNvSpPr/>
            <p:nvPr/>
          </p:nvSpPr>
          <p:spPr>
            <a:xfrm>
              <a:off x="3031997" y="3179801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02;p32">
              <a:extLst>
                <a:ext uri="{FF2B5EF4-FFF2-40B4-BE49-F238E27FC236}">
                  <a16:creationId xmlns:a16="http://schemas.microsoft.com/office/drawing/2014/main" id="{AAB4651C-FE69-68C6-703F-C42FC08F66FA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48" name="Google Shape;303;p32">
              <a:extLst>
                <a:ext uri="{FF2B5EF4-FFF2-40B4-BE49-F238E27FC236}">
                  <a16:creationId xmlns:a16="http://schemas.microsoft.com/office/drawing/2014/main" id="{E715F6BF-4096-CA92-06A6-84BB0D8D0B5D}"/>
                </a:ext>
              </a:extLst>
            </p:cNvPr>
            <p:cNvSpPr/>
            <p:nvPr/>
          </p:nvSpPr>
          <p:spPr>
            <a:xfrm>
              <a:off x="4098917" y="2322021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04;p32">
              <a:extLst>
                <a:ext uri="{FF2B5EF4-FFF2-40B4-BE49-F238E27FC236}">
                  <a16:creationId xmlns:a16="http://schemas.microsoft.com/office/drawing/2014/main" id="{AF1D46D2-C4A1-E466-64DF-0694BF7133E8}"/>
                </a:ext>
              </a:extLst>
            </p:cNvPr>
            <p:cNvSpPr/>
            <p:nvPr/>
          </p:nvSpPr>
          <p:spPr>
            <a:xfrm>
              <a:off x="4870211" y="3285150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05;p32">
              <a:extLst>
                <a:ext uri="{FF2B5EF4-FFF2-40B4-BE49-F238E27FC236}">
                  <a16:creationId xmlns:a16="http://schemas.microsoft.com/office/drawing/2014/main" id="{E0D9FF09-A110-2B36-FBBF-7365F014C36F}"/>
                </a:ext>
              </a:extLst>
            </p:cNvPr>
            <p:cNvSpPr/>
            <p:nvPr/>
          </p:nvSpPr>
          <p:spPr>
            <a:xfrm>
              <a:off x="5834139" y="3210475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436" y="0"/>
                  </a:moveTo>
                  <a:lnTo>
                    <a:pt x="182" y="73"/>
                  </a:lnTo>
                  <a:lnTo>
                    <a:pt x="0" y="509"/>
                  </a:lnTo>
                  <a:lnTo>
                    <a:pt x="146" y="691"/>
                  </a:lnTo>
                  <a:lnTo>
                    <a:pt x="3635" y="4180"/>
                  </a:lnTo>
                  <a:lnTo>
                    <a:pt x="3853" y="4325"/>
                  </a:lnTo>
                  <a:lnTo>
                    <a:pt x="4253" y="4144"/>
                  </a:lnTo>
                  <a:lnTo>
                    <a:pt x="4325" y="3889"/>
                  </a:lnTo>
                  <a:lnTo>
                    <a:pt x="4325" y="436"/>
                  </a:lnTo>
                  <a:lnTo>
                    <a:pt x="4289" y="255"/>
                  </a:lnTo>
                  <a:lnTo>
                    <a:pt x="4071" y="36"/>
                  </a:lnTo>
                  <a:lnTo>
                    <a:pt x="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06;p32">
              <a:extLst>
                <a:ext uri="{FF2B5EF4-FFF2-40B4-BE49-F238E27FC236}">
                  <a16:creationId xmlns:a16="http://schemas.microsoft.com/office/drawing/2014/main" id="{0643345D-719F-CCEF-9341-9CE4C98D9481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7;p32">
              <a:extLst>
                <a:ext uri="{FF2B5EF4-FFF2-40B4-BE49-F238E27FC236}">
                  <a16:creationId xmlns:a16="http://schemas.microsoft.com/office/drawing/2014/main" id="{6AB2B8D9-E40D-7530-F40C-2A7D3A20A804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08;p32">
              <a:extLst>
                <a:ext uri="{FF2B5EF4-FFF2-40B4-BE49-F238E27FC236}">
                  <a16:creationId xmlns:a16="http://schemas.microsoft.com/office/drawing/2014/main" id="{11B3721F-098B-42C8-E6ED-C7B904573B6E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09;p32">
              <a:extLst>
                <a:ext uri="{FF2B5EF4-FFF2-40B4-BE49-F238E27FC236}">
                  <a16:creationId xmlns:a16="http://schemas.microsoft.com/office/drawing/2014/main" id="{5F2D6E15-4674-A9AF-C369-D662FD3C159A}"/>
                </a:ext>
              </a:extLst>
            </p:cNvPr>
            <p:cNvSpPr/>
            <p:nvPr/>
          </p:nvSpPr>
          <p:spPr>
            <a:xfrm>
              <a:off x="3061071" y="3212833"/>
              <a:ext cx="92803" cy="92782"/>
            </a:xfrm>
            <a:custGeom>
              <a:avLst/>
              <a:gdLst/>
              <a:ahLst/>
              <a:cxnLst/>
              <a:rect l="l" t="t" r="r" b="b"/>
              <a:pathLst>
                <a:path w="4290" h="4289" extrusionOk="0">
                  <a:moveTo>
                    <a:pt x="255" y="0"/>
                  </a:moveTo>
                  <a:lnTo>
                    <a:pt x="1" y="218"/>
                  </a:lnTo>
                  <a:lnTo>
                    <a:pt x="1" y="400"/>
                  </a:lnTo>
                  <a:lnTo>
                    <a:pt x="1" y="3889"/>
                  </a:lnTo>
                  <a:lnTo>
                    <a:pt x="37" y="4107"/>
                  </a:lnTo>
                  <a:lnTo>
                    <a:pt x="473" y="4289"/>
                  </a:lnTo>
                  <a:lnTo>
                    <a:pt x="691" y="4144"/>
                  </a:lnTo>
                  <a:lnTo>
                    <a:pt x="4181" y="691"/>
                  </a:lnTo>
                  <a:lnTo>
                    <a:pt x="4290" y="473"/>
                  </a:lnTo>
                  <a:lnTo>
                    <a:pt x="4144" y="3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0;p32">
              <a:extLst>
                <a:ext uri="{FF2B5EF4-FFF2-40B4-BE49-F238E27FC236}">
                  <a16:creationId xmlns:a16="http://schemas.microsoft.com/office/drawing/2014/main" id="{2544250C-AAE3-D28C-858A-7F35A0A9F71E}"/>
                </a:ext>
              </a:extLst>
            </p:cNvPr>
            <p:cNvSpPr/>
            <p:nvPr/>
          </p:nvSpPr>
          <p:spPr>
            <a:xfrm>
              <a:off x="3134988" y="2245767"/>
              <a:ext cx="92803" cy="93582"/>
            </a:xfrm>
            <a:custGeom>
              <a:avLst/>
              <a:gdLst/>
              <a:ahLst/>
              <a:cxnLst/>
              <a:rect l="l" t="t" r="r" b="b"/>
              <a:pathLst>
                <a:path w="4290" h="4326" extrusionOk="0">
                  <a:moveTo>
                    <a:pt x="437" y="0"/>
                  </a:moveTo>
                  <a:lnTo>
                    <a:pt x="182" y="73"/>
                  </a:lnTo>
                  <a:lnTo>
                    <a:pt x="0" y="473"/>
                  </a:lnTo>
                  <a:lnTo>
                    <a:pt x="146" y="691"/>
                  </a:lnTo>
                  <a:lnTo>
                    <a:pt x="3599" y="4180"/>
                  </a:lnTo>
                  <a:lnTo>
                    <a:pt x="3817" y="4325"/>
                  </a:lnTo>
                  <a:lnTo>
                    <a:pt x="4253" y="4143"/>
                  </a:lnTo>
                  <a:lnTo>
                    <a:pt x="4289" y="3889"/>
                  </a:lnTo>
                  <a:lnTo>
                    <a:pt x="4289" y="400"/>
                  </a:lnTo>
                  <a:lnTo>
                    <a:pt x="4289" y="254"/>
                  </a:lnTo>
                  <a:lnTo>
                    <a:pt x="4071" y="36"/>
                  </a:lnTo>
                  <a:lnTo>
                    <a:pt x="38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F0FC760-872B-42DC-CB3C-91FBDF9391C1}"/>
              </a:ext>
            </a:extLst>
          </p:cNvPr>
          <p:cNvSpPr txBox="1"/>
          <p:nvPr/>
        </p:nvSpPr>
        <p:spPr>
          <a:xfrm rot="18698352">
            <a:off x="5542171" y="3249962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18F02CD-3667-3442-F5D0-F72A7822CBA7}"/>
              </a:ext>
            </a:extLst>
          </p:cNvPr>
          <p:cNvSpPr txBox="1"/>
          <p:nvPr/>
        </p:nvSpPr>
        <p:spPr>
          <a:xfrm rot="152627">
            <a:off x="8064162" y="1800026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30DFDA0-8963-A308-7010-91999DADC710}"/>
              </a:ext>
            </a:extLst>
          </p:cNvPr>
          <p:cNvSpPr txBox="1"/>
          <p:nvPr/>
        </p:nvSpPr>
        <p:spPr>
          <a:xfrm rot="5400000">
            <a:off x="9629144" y="3364216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81CA8A7-CC01-BDAB-47CD-4DB10B1970ED}"/>
              </a:ext>
            </a:extLst>
          </p:cNvPr>
          <p:cNvSpPr txBox="1"/>
          <p:nvPr/>
        </p:nvSpPr>
        <p:spPr>
          <a:xfrm>
            <a:off x="7828111" y="4635655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480C1E2-E04A-780B-A745-1A57F756D6DF}"/>
              </a:ext>
            </a:extLst>
          </p:cNvPr>
          <p:cNvSpPr txBox="1"/>
          <p:nvPr/>
        </p:nvSpPr>
        <p:spPr>
          <a:xfrm rot="2606566">
            <a:off x="5262976" y="2588957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3CEAA41-0DB8-DC24-AFFA-8F121F059190}"/>
              </a:ext>
            </a:extLst>
          </p:cNvPr>
          <p:cNvSpPr txBox="1"/>
          <p:nvPr/>
        </p:nvSpPr>
        <p:spPr>
          <a:xfrm>
            <a:off x="3485088" y="1806495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1147635-5FB7-ED30-2713-BB786305D12D}"/>
              </a:ext>
            </a:extLst>
          </p:cNvPr>
          <p:cNvSpPr txBox="1"/>
          <p:nvPr/>
        </p:nvSpPr>
        <p:spPr>
          <a:xfrm rot="16200000">
            <a:off x="1775627" y="3260245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D475E2B-738F-2B5B-49C6-DE1162738CB1}"/>
              </a:ext>
            </a:extLst>
          </p:cNvPr>
          <p:cNvSpPr txBox="1"/>
          <p:nvPr/>
        </p:nvSpPr>
        <p:spPr>
          <a:xfrm>
            <a:off x="3691830" y="4638684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FF8512C2-5C69-AEEB-EED1-69E5B3CC0F06}"/>
              </a:ext>
            </a:extLst>
          </p:cNvPr>
          <p:cNvSpPr txBox="1"/>
          <p:nvPr/>
        </p:nvSpPr>
        <p:spPr>
          <a:xfrm>
            <a:off x="2942355" y="2726742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4BC3E37C-03EB-E2E5-9FAF-19241DB536CA}"/>
              </a:ext>
            </a:extLst>
          </p:cNvPr>
          <p:cNvSpPr txBox="1"/>
          <p:nvPr/>
        </p:nvSpPr>
        <p:spPr>
          <a:xfrm>
            <a:off x="7399213" y="2727237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3" name="Grupo 82">
            <a:extLst>
              <a:ext uri="{FF2B5EF4-FFF2-40B4-BE49-F238E27FC236}">
                <a16:creationId xmlns:a16="http://schemas.microsoft.com/office/drawing/2014/main" id="{57787002-49BD-B904-AB07-76856C9414ED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7EBA8672-0BA7-2802-4D5A-AE8C5AEF0977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10DCC8B1-5115-C27B-3D64-D38369219203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ADCC2B62-DF54-DBA2-9BC5-F179615B4CA6}"/>
                </a:ext>
              </a:extLst>
            </p:cNvPr>
            <p:cNvSpPr/>
            <p:nvPr/>
          </p:nvSpPr>
          <p:spPr>
            <a:xfrm>
              <a:off x="4642441" y="0"/>
              <a:ext cx="2292129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2 (new 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DD407CE3-F5E2-C4D2-077C-E262D0B3527F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0869CCAF-46E5-3167-6A03-98CC846C6A9A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6650A221-5A94-1A44-6FFF-C080F59F92C4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D396BEEF-FE6C-7E04-22F2-22B8972C22D1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E8DA74AB-D33C-428C-AF24-DFC290B1BB3B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C187F5B8-C213-83B7-C29F-60004B342C7F}"/>
              </a:ext>
            </a:extLst>
          </p:cNvPr>
          <p:cNvSpPr/>
          <p:nvPr/>
        </p:nvSpPr>
        <p:spPr>
          <a:xfrm>
            <a:off x="5662891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1D3F91C5-6DA0-BEA5-029D-89238747901C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185B34C0-0DEC-9E06-F2FB-F5A2474298EE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507463E2-7069-B78B-CCF3-F5F55C7004B8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A719E09F-A3DA-3344-1413-222AD468A614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20FD2593-D7AB-357F-ED74-866A33680ADF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52BD2877-8CC2-F679-278A-C9329D30ACB0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F3BB0F85-9E56-8971-5119-9BBECEBA353A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>
            <a:extLst>
              <a:ext uri="{FF2B5EF4-FFF2-40B4-BE49-F238E27FC236}">
                <a16:creationId xmlns:a16="http://schemas.microsoft.com/office/drawing/2014/main" id="{FC8B8AB6-B9DC-56A1-82F9-E0C35C63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DevOps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cyle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9AD1C2A-BC80-BA95-5F23-A020BE9F63E6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99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3" grpId="0" animBg="1"/>
      <p:bldP spid="9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609C1B1-0989-DB48-C67F-0A7099B0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A4A688EF-B3A3-98A5-DA39-D0684CB600F8}"/>
              </a:ext>
            </a:extLst>
          </p:cNvPr>
          <p:cNvSpPr/>
          <p:nvPr/>
        </p:nvSpPr>
        <p:spPr>
          <a:xfrm flipV="1">
            <a:off x="1828138" y="2238748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C567C5F2-8014-5D92-4521-B3185610E30B}"/>
              </a:ext>
            </a:extLst>
          </p:cNvPr>
          <p:cNvSpPr/>
          <p:nvPr/>
        </p:nvSpPr>
        <p:spPr>
          <a:xfrm flipV="1">
            <a:off x="2473245" y="4268480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8711D80B-63EB-0D54-F0F1-9F21CE26D403}"/>
              </a:ext>
            </a:extLst>
          </p:cNvPr>
          <p:cNvSpPr/>
          <p:nvPr/>
        </p:nvSpPr>
        <p:spPr>
          <a:xfrm flipV="1">
            <a:off x="4990134" y="2242070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67E855A1-5C1B-F0B4-5F4F-A8D7C679BD0A}"/>
              </a:ext>
            </a:extLst>
          </p:cNvPr>
          <p:cNvSpPr/>
          <p:nvPr/>
        </p:nvSpPr>
        <p:spPr>
          <a:xfrm flipV="1">
            <a:off x="7007704" y="1717690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E1EE722C-DCEB-7A15-9E0C-4E4C3EDD2C9A}"/>
              </a:ext>
            </a:extLst>
          </p:cNvPr>
          <p:cNvSpPr/>
          <p:nvPr/>
        </p:nvSpPr>
        <p:spPr>
          <a:xfrm flipV="1">
            <a:off x="9530753" y="2242070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904B1B62-AE6A-BBE6-C337-247A26B1C88F}"/>
              </a:ext>
            </a:extLst>
          </p:cNvPr>
          <p:cNvSpPr/>
          <p:nvPr/>
        </p:nvSpPr>
        <p:spPr>
          <a:xfrm flipV="1">
            <a:off x="7009795" y="4270117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AE32EC71-8F6C-3FB8-ACFC-8985F2E35F08}"/>
              </a:ext>
            </a:extLst>
          </p:cNvPr>
          <p:cNvSpPr/>
          <p:nvPr/>
        </p:nvSpPr>
        <p:spPr>
          <a:xfrm flipV="1">
            <a:off x="2475335" y="1719329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374FE47E-C4C3-BD8E-8094-C5EC2F9DB40F}"/>
              </a:ext>
            </a:extLst>
          </p:cNvPr>
          <p:cNvSpPr/>
          <p:nvPr/>
        </p:nvSpPr>
        <p:spPr>
          <a:xfrm flipV="1">
            <a:off x="4994203" y="2242072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A0B797BF-B9D8-E055-4D82-CF264A420D01}"/>
              </a:ext>
            </a:extLst>
          </p:cNvPr>
          <p:cNvSpPr/>
          <p:nvPr/>
        </p:nvSpPr>
        <p:spPr>
          <a:xfrm flipV="1">
            <a:off x="5263395" y="4329705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EE5EB88B-1B37-8403-AD97-3FA26365092F}"/>
              </a:ext>
            </a:extLst>
          </p:cNvPr>
          <p:cNvSpPr/>
          <p:nvPr/>
        </p:nvSpPr>
        <p:spPr>
          <a:xfrm flipV="1">
            <a:off x="7278930" y="2304960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305;p32">
            <a:extLst>
              <a:ext uri="{FF2B5EF4-FFF2-40B4-BE49-F238E27FC236}">
                <a16:creationId xmlns:a16="http://schemas.microsoft.com/office/drawing/2014/main" id="{FE585774-323A-9BE5-D8B1-C58A841ACC79}"/>
              </a:ext>
            </a:extLst>
          </p:cNvPr>
          <p:cNvSpPr/>
          <p:nvPr/>
        </p:nvSpPr>
        <p:spPr>
          <a:xfrm flipV="1">
            <a:off x="9797852" y="2460434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436" y="0"/>
                </a:moveTo>
                <a:lnTo>
                  <a:pt x="182" y="73"/>
                </a:lnTo>
                <a:lnTo>
                  <a:pt x="0" y="509"/>
                </a:lnTo>
                <a:lnTo>
                  <a:pt x="146" y="691"/>
                </a:lnTo>
                <a:lnTo>
                  <a:pt x="3635" y="4180"/>
                </a:lnTo>
                <a:lnTo>
                  <a:pt x="3853" y="4325"/>
                </a:lnTo>
                <a:lnTo>
                  <a:pt x="4253" y="4144"/>
                </a:lnTo>
                <a:lnTo>
                  <a:pt x="4325" y="3889"/>
                </a:lnTo>
                <a:lnTo>
                  <a:pt x="4325" y="436"/>
                </a:lnTo>
                <a:lnTo>
                  <a:pt x="4289" y="255"/>
                </a:lnTo>
                <a:lnTo>
                  <a:pt x="4071" y="36"/>
                </a:lnTo>
                <a:lnTo>
                  <a:pt x="39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A4767CF9-45C7-70F9-916C-456D1490C7B3}"/>
              </a:ext>
            </a:extLst>
          </p:cNvPr>
          <p:cNvSpPr/>
          <p:nvPr/>
        </p:nvSpPr>
        <p:spPr>
          <a:xfrm flipV="1">
            <a:off x="9606784" y="4488501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F9CFEE77-ECB0-15F1-839B-39DAB1D70B02}"/>
              </a:ext>
            </a:extLst>
          </p:cNvPr>
          <p:cNvSpPr/>
          <p:nvPr/>
        </p:nvSpPr>
        <p:spPr>
          <a:xfrm flipV="1">
            <a:off x="7087861" y="4336305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F026433C-1ED9-041D-BB80-C5D8E046D4C6}"/>
              </a:ext>
            </a:extLst>
          </p:cNvPr>
          <p:cNvSpPr/>
          <p:nvPr/>
        </p:nvSpPr>
        <p:spPr>
          <a:xfrm flipV="1">
            <a:off x="5072327" y="2308236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309;p32">
            <a:extLst>
              <a:ext uri="{FF2B5EF4-FFF2-40B4-BE49-F238E27FC236}">
                <a16:creationId xmlns:a16="http://schemas.microsoft.com/office/drawing/2014/main" id="{DD54FA67-B788-DAC2-FC3C-5C79819B4DC6}"/>
              </a:ext>
            </a:extLst>
          </p:cNvPr>
          <p:cNvSpPr/>
          <p:nvPr/>
        </p:nvSpPr>
        <p:spPr>
          <a:xfrm flipV="1">
            <a:off x="2551311" y="2457156"/>
            <a:ext cx="242511" cy="195210"/>
          </a:xfrm>
          <a:custGeom>
            <a:avLst/>
            <a:gdLst/>
            <a:ahLst/>
            <a:cxnLst/>
            <a:rect l="l" t="t" r="r" b="b"/>
            <a:pathLst>
              <a:path w="4290" h="4289" extrusionOk="0">
                <a:moveTo>
                  <a:pt x="255" y="0"/>
                </a:moveTo>
                <a:lnTo>
                  <a:pt x="1" y="218"/>
                </a:lnTo>
                <a:lnTo>
                  <a:pt x="1" y="400"/>
                </a:lnTo>
                <a:lnTo>
                  <a:pt x="1" y="3889"/>
                </a:lnTo>
                <a:lnTo>
                  <a:pt x="37" y="4107"/>
                </a:lnTo>
                <a:lnTo>
                  <a:pt x="473" y="4289"/>
                </a:lnTo>
                <a:lnTo>
                  <a:pt x="691" y="4144"/>
                </a:lnTo>
                <a:lnTo>
                  <a:pt x="4181" y="691"/>
                </a:lnTo>
                <a:lnTo>
                  <a:pt x="4290" y="473"/>
                </a:lnTo>
                <a:lnTo>
                  <a:pt x="4144" y="37"/>
                </a:lnTo>
                <a:lnTo>
                  <a:pt x="389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310;p32">
            <a:extLst>
              <a:ext uri="{FF2B5EF4-FFF2-40B4-BE49-F238E27FC236}">
                <a16:creationId xmlns:a16="http://schemas.microsoft.com/office/drawing/2014/main" id="{7BEFA3EB-8721-4FF5-26D8-624CFA17CB5F}"/>
              </a:ext>
            </a:extLst>
          </p:cNvPr>
          <p:cNvSpPr/>
          <p:nvPr/>
        </p:nvSpPr>
        <p:spPr>
          <a:xfrm flipV="1">
            <a:off x="2744470" y="4490140"/>
            <a:ext cx="242511" cy="196893"/>
          </a:xfrm>
          <a:custGeom>
            <a:avLst/>
            <a:gdLst/>
            <a:ahLst/>
            <a:cxnLst/>
            <a:rect l="l" t="t" r="r" b="b"/>
            <a:pathLst>
              <a:path w="4290" h="4326" extrusionOk="0">
                <a:moveTo>
                  <a:pt x="437" y="0"/>
                </a:moveTo>
                <a:lnTo>
                  <a:pt x="182" y="73"/>
                </a:lnTo>
                <a:lnTo>
                  <a:pt x="0" y="473"/>
                </a:lnTo>
                <a:lnTo>
                  <a:pt x="146" y="691"/>
                </a:lnTo>
                <a:lnTo>
                  <a:pt x="3599" y="4180"/>
                </a:lnTo>
                <a:lnTo>
                  <a:pt x="3817" y="4325"/>
                </a:lnTo>
                <a:lnTo>
                  <a:pt x="4253" y="4143"/>
                </a:lnTo>
                <a:lnTo>
                  <a:pt x="4289" y="3889"/>
                </a:lnTo>
                <a:lnTo>
                  <a:pt x="4289" y="400"/>
                </a:lnTo>
                <a:lnTo>
                  <a:pt x="4289" y="254"/>
                </a:lnTo>
                <a:lnTo>
                  <a:pt x="4071" y="36"/>
                </a:lnTo>
                <a:lnTo>
                  <a:pt x="38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306CAEC-1D36-BC99-C493-5E4773E181F9}"/>
              </a:ext>
            </a:extLst>
          </p:cNvPr>
          <p:cNvSpPr txBox="1"/>
          <p:nvPr/>
        </p:nvSpPr>
        <p:spPr>
          <a:xfrm rot="18698352">
            <a:off x="5542171" y="3249962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64AC1FE-C9B0-042D-27F4-4C99D531E56F}"/>
              </a:ext>
            </a:extLst>
          </p:cNvPr>
          <p:cNvSpPr txBox="1"/>
          <p:nvPr/>
        </p:nvSpPr>
        <p:spPr>
          <a:xfrm rot="152627">
            <a:off x="8064162" y="1800026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C3C4CDB-3525-2F43-D398-95BE50ABAD84}"/>
              </a:ext>
            </a:extLst>
          </p:cNvPr>
          <p:cNvSpPr txBox="1"/>
          <p:nvPr/>
        </p:nvSpPr>
        <p:spPr>
          <a:xfrm rot="5400000">
            <a:off x="9629144" y="3364216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42ABB74B-7A9E-40CE-DED2-24CA94576827}"/>
              </a:ext>
            </a:extLst>
          </p:cNvPr>
          <p:cNvSpPr txBox="1"/>
          <p:nvPr/>
        </p:nvSpPr>
        <p:spPr>
          <a:xfrm>
            <a:off x="7828111" y="4635655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A467468-F14A-A1E2-33FC-54FCC816E02C}"/>
              </a:ext>
            </a:extLst>
          </p:cNvPr>
          <p:cNvSpPr txBox="1"/>
          <p:nvPr/>
        </p:nvSpPr>
        <p:spPr>
          <a:xfrm rot="2606566">
            <a:off x="5262976" y="2588957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D6199DA-45B9-D9AA-333F-998D9792955D}"/>
              </a:ext>
            </a:extLst>
          </p:cNvPr>
          <p:cNvSpPr txBox="1"/>
          <p:nvPr/>
        </p:nvSpPr>
        <p:spPr>
          <a:xfrm>
            <a:off x="3485088" y="1806495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A4DD9BE-AD9A-EA61-CD7A-3D37704F4C61}"/>
              </a:ext>
            </a:extLst>
          </p:cNvPr>
          <p:cNvSpPr txBox="1"/>
          <p:nvPr/>
        </p:nvSpPr>
        <p:spPr>
          <a:xfrm rot="16200000">
            <a:off x="1775627" y="3260245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11F83F61-032D-6158-FBCF-E5E91E5C30A0}"/>
              </a:ext>
            </a:extLst>
          </p:cNvPr>
          <p:cNvSpPr txBox="1"/>
          <p:nvPr/>
        </p:nvSpPr>
        <p:spPr>
          <a:xfrm>
            <a:off x="3691830" y="4638684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C2B34B1-726D-0D83-0293-190449E5351F}"/>
              </a:ext>
            </a:extLst>
          </p:cNvPr>
          <p:cNvSpPr txBox="1"/>
          <p:nvPr/>
        </p:nvSpPr>
        <p:spPr>
          <a:xfrm>
            <a:off x="2942355" y="2726742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5DF029B-02EB-03B4-D828-89ECFB8A8321}"/>
              </a:ext>
            </a:extLst>
          </p:cNvPr>
          <p:cNvSpPr txBox="1"/>
          <p:nvPr/>
        </p:nvSpPr>
        <p:spPr>
          <a:xfrm>
            <a:off x="7399213" y="2727237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3" name="Grupo 82">
            <a:extLst>
              <a:ext uri="{FF2B5EF4-FFF2-40B4-BE49-F238E27FC236}">
                <a16:creationId xmlns:a16="http://schemas.microsoft.com/office/drawing/2014/main" id="{645B693C-587F-DA35-6F78-BCA8A508B14E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1FBE3FC9-35B8-9333-025A-54DCAC8A1EBF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B736C254-8099-7AF4-CD39-CBF48F5368B7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>
                  <a:solidFill>
                    <a:srgbClr val="FF0000"/>
                  </a:solidFill>
                </a:rPr>
                <a:t>pe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1 (new plan)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5CD91BB7-7AA1-F5C4-E8E7-D9D718981D26}"/>
                </a:ext>
              </a:extLst>
            </p:cNvPr>
            <p:cNvSpPr/>
            <p:nvPr/>
          </p:nvSpPr>
          <p:spPr>
            <a:xfrm>
              <a:off x="4642441" y="0"/>
              <a:ext cx="2292129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2 (new 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156919C1-8B95-0A1D-20F2-5B152EFC70F9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>
                  <a:solidFill>
                    <a:srgbClr val="FF0000"/>
                  </a:solidFill>
                </a:rPr>
                <a:t>pe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3 (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price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 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change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18A3CA19-0055-1C9C-1A98-67AC35BC476E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>
                  <a:solidFill>
                    <a:srgbClr val="FF0000"/>
                  </a:solidFill>
                </a:rPr>
                <a:t>pe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j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 (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feature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 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reallocation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BB39D75D-10D5-3FFD-049C-06B9D8EC5E8C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B1CC78FE-C9F1-30AD-9D76-02030DAB4645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BA5890D4-03E9-42DA-AEE2-B6B844B978DD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C17F6C42-9181-9AAB-85A6-9237F17EDBD7}"/>
              </a:ext>
            </a:extLst>
          </p:cNvPr>
          <p:cNvSpPr/>
          <p:nvPr/>
        </p:nvSpPr>
        <p:spPr>
          <a:xfrm>
            <a:off x="5662891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CCCA0B5C-816C-D484-AF6A-DE93ECFCCBCF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9BBB4183-F17B-4398-FC71-83AB4DA6328E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2C9CDACA-3E92-0C9C-8854-35E76DA1EA06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BC9BBB92-7EEC-5096-E6D0-58D751A9ADFD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9191AB7D-B201-44CB-664B-51A2D67079E5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84D115D2-F003-C715-7BC4-7CF5D6E02FB2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85EA19A4-9524-9EF2-3C4C-7C2C45C3C3D1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>
            <a:extLst>
              <a:ext uri="{FF2B5EF4-FFF2-40B4-BE49-F238E27FC236}">
                <a16:creationId xmlns:a16="http://schemas.microsoft.com/office/drawing/2014/main" id="{BD04D6D6-C69B-3FC8-7840-FD11574E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DevOps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cyle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E36CCF2-72BB-9BB1-974C-8C9E79CE7209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95592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944238A-9BC0-B4B3-F8FE-BDDC6C93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C0C444F-2599-F0C4-DBC1-E6D24EF22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771" y="4945556"/>
            <a:ext cx="12224115" cy="1925985"/>
          </a:xfrm>
          <a:prstGeom prst="rect">
            <a:avLst/>
          </a:prstGeom>
        </p:spPr>
      </p:pic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DC70727D-B569-A189-688A-B4F9AEE70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7" y="4939280"/>
            <a:ext cx="12183695" cy="1919617"/>
          </a:xfrm>
          <a:prstGeom prst="rect">
            <a:avLst/>
          </a:prstGeom>
        </p:spPr>
      </p:pic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BBBA6EE6-AA3B-3D4D-63DE-A5DF08488ECA}"/>
              </a:ext>
            </a:extLst>
          </p:cNvPr>
          <p:cNvSpPr/>
          <p:nvPr/>
        </p:nvSpPr>
        <p:spPr>
          <a:xfrm flipV="1">
            <a:off x="1631193" y="1746375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08B32974-9E2B-DFAC-80AF-AC9D7D49404F}"/>
              </a:ext>
            </a:extLst>
          </p:cNvPr>
          <p:cNvSpPr/>
          <p:nvPr/>
        </p:nvSpPr>
        <p:spPr>
          <a:xfrm flipV="1">
            <a:off x="2276300" y="3776107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B105D8D6-6E86-9193-2A3B-0A23E29E0931}"/>
              </a:ext>
            </a:extLst>
          </p:cNvPr>
          <p:cNvSpPr/>
          <p:nvPr/>
        </p:nvSpPr>
        <p:spPr>
          <a:xfrm flipV="1">
            <a:off x="4793189" y="1749697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0BD63254-35DC-5460-DEFE-15260FB81DFB}"/>
              </a:ext>
            </a:extLst>
          </p:cNvPr>
          <p:cNvSpPr/>
          <p:nvPr/>
        </p:nvSpPr>
        <p:spPr>
          <a:xfrm flipV="1">
            <a:off x="6810759" y="1225317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F4F410F5-4267-D610-FC3B-EA9D98C9CF59}"/>
              </a:ext>
            </a:extLst>
          </p:cNvPr>
          <p:cNvSpPr/>
          <p:nvPr/>
        </p:nvSpPr>
        <p:spPr>
          <a:xfrm flipV="1">
            <a:off x="9333808" y="1749697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F215C10F-A98E-9D05-FD0A-DC41E476758C}"/>
              </a:ext>
            </a:extLst>
          </p:cNvPr>
          <p:cNvSpPr/>
          <p:nvPr/>
        </p:nvSpPr>
        <p:spPr>
          <a:xfrm flipV="1">
            <a:off x="6812850" y="3777744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43F2BF89-FDA5-E0E6-1F70-CF9352713DEC}"/>
              </a:ext>
            </a:extLst>
          </p:cNvPr>
          <p:cNvSpPr/>
          <p:nvPr/>
        </p:nvSpPr>
        <p:spPr>
          <a:xfrm flipV="1">
            <a:off x="2278390" y="1226956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4314AF6D-955C-2456-8B0C-A77CF41C7D09}"/>
              </a:ext>
            </a:extLst>
          </p:cNvPr>
          <p:cNvSpPr/>
          <p:nvPr/>
        </p:nvSpPr>
        <p:spPr>
          <a:xfrm flipV="1">
            <a:off x="4797258" y="1749699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C8BC7909-FC45-E74D-5997-2B6A55B3AD59}"/>
              </a:ext>
            </a:extLst>
          </p:cNvPr>
          <p:cNvSpPr/>
          <p:nvPr/>
        </p:nvSpPr>
        <p:spPr>
          <a:xfrm flipV="1">
            <a:off x="5066450" y="3837332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20A0C06C-4026-B2BF-2B3E-AF15E4808608}"/>
              </a:ext>
            </a:extLst>
          </p:cNvPr>
          <p:cNvSpPr/>
          <p:nvPr/>
        </p:nvSpPr>
        <p:spPr>
          <a:xfrm flipV="1">
            <a:off x="7081985" y="1812587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305;p32">
            <a:extLst>
              <a:ext uri="{FF2B5EF4-FFF2-40B4-BE49-F238E27FC236}">
                <a16:creationId xmlns:a16="http://schemas.microsoft.com/office/drawing/2014/main" id="{DDED3EB2-56E8-7B4E-6B78-33E3B5380FC7}"/>
              </a:ext>
            </a:extLst>
          </p:cNvPr>
          <p:cNvSpPr/>
          <p:nvPr/>
        </p:nvSpPr>
        <p:spPr>
          <a:xfrm flipV="1">
            <a:off x="9600907" y="1968061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436" y="0"/>
                </a:moveTo>
                <a:lnTo>
                  <a:pt x="182" y="73"/>
                </a:lnTo>
                <a:lnTo>
                  <a:pt x="0" y="509"/>
                </a:lnTo>
                <a:lnTo>
                  <a:pt x="146" y="691"/>
                </a:lnTo>
                <a:lnTo>
                  <a:pt x="3635" y="4180"/>
                </a:lnTo>
                <a:lnTo>
                  <a:pt x="3853" y="4325"/>
                </a:lnTo>
                <a:lnTo>
                  <a:pt x="4253" y="4144"/>
                </a:lnTo>
                <a:lnTo>
                  <a:pt x="4325" y="3889"/>
                </a:lnTo>
                <a:lnTo>
                  <a:pt x="4325" y="436"/>
                </a:lnTo>
                <a:lnTo>
                  <a:pt x="4289" y="255"/>
                </a:lnTo>
                <a:lnTo>
                  <a:pt x="4071" y="36"/>
                </a:lnTo>
                <a:lnTo>
                  <a:pt x="39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A01662CB-EE3D-1E01-D6F5-841BC6027F6A}"/>
              </a:ext>
            </a:extLst>
          </p:cNvPr>
          <p:cNvSpPr/>
          <p:nvPr/>
        </p:nvSpPr>
        <p:spPr>
          <a:xfrm flipV="1">
            <a:off x="9409839" y="3996128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11F09F36-B60D-FEAC-0CC6-6BD2EE1A28E4}"/>
              </a:ext>
            </a:extLst>
          </p:cNvPr>
          <p:cNvSpPr/>
          <p:nvPr/>
        </p:nvSpPr>
        <p:spPr>
          <a:xfrm flipV="1">
            <a:off x="6890916" y="3843932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C68DDCCB-326D-1BF6-3579-F97E6BC8E8D1}"/>
              </a:ext>
            </a:extLst>
          </p:cNvPr>
          <p:cNvSpPr/>
          <p:nvPr/>
        </p:nvSpPr>
        <p:spPr>
          <a:xfrm flipV="1">
            <a:off x="4875382" y="1815863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309;p32">
            <a:extLst>
              <a:ext uri="{FF2B5EF4-FFF2-40B4-BE49-F238E27FC236}">
                <a16:creationId xmlns:a16="http://schemas.microsoft.com/office/drawing/2014/main" id="{4E76E03A-F7C4-250B-1D3A-009EC1A455B2}"/>
              </a:ext>
            </a:extLst>
          </p:cNvPr>
          <p:cNvSpPr/>
          <p:nvPr/>
        </p:nvSpPr>
        <p:spPr>
          <a:xfrm flipV="1">
            <a:off x="2354366" y="1964783"/>
            <a:ext cx="242511" cy="195210"/>
          </a:xfrm>
          <a:custGeom>
            <a:avLst/>
            <a:gdLst/>
            <a:ahLst/>
            <a:cxnLst/>
            <a:rect l="l" t="t" r="r" b="b"/>
            <a:pathLst>
              <a:path w="4290" h="4289" extrusionOk="0">
                <a:moveTo>
                  <a:pt x="255" y="0"/>
                </a:moveTo>
                <a:lnTo>
                  <a:pt x="1" y="218"/>
                </a:lnTo>
                <a:lnTo>
                  <a:pt x="1" y="400"/>
                </a:lnTo>
                <a:lnTo>
                  <a:pt x="1" y="3889"/>
                </a:lnTo>
                <a:lnTo>
                  <a:pt x="37" y="4107"/>
                </a:lnTo>
                <a:lnTo>
                  <a:pt x="473" y="4289"/>
                </a:lnTo>
                <a:lnTo>
                  <a:pt x="691" y="4144"/>
                </a:lnTo>
                <a:lnTo>
                  <a:pt x="4181" y="691"/>
                </a:lnTo>
                <a:lnTo>
                  <a:pt x="4290" y="473"/>
                </a:lnTo>
                <a:lnTo>
                  <a:pt x="4144" y="37"/>
                </a:lnTo>
                <a:lnTo>
                  <a:pt x="389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310;p32">
            <a:extLst>
              <a:ext uri="{FF2B5EF4-FFF2-40B4-BE49-F238E27FC236}">
                <a16:creationId xmlns:a16="http://schemas.microsoft.com/office/drawing/2014/main" id="{0A9DBF33-ED98-7E46-5918-A5BBB185248A}"/>
              </a:ext>
            </a:extLst>
          </p:cNvPr>
          <p:cNvSpPr/>
          <p:nvPr/>
        </p:nvSpPr>
        <p:spPr>
          <a:xfrm flipV="1">
            <a:off x="2547525" y="3997767"/>
            <a:ext cx="242511" cy="196893"/>
          </a:xfrm>
          <a:custGeom>
            <a:avLst/>
            <a:gdLst/>
            <a:ahLst/>
            <a:cxnLst/>
            <a:rect l="l" t="t" r="r" b="b"/>
            <a:pathLst>
              <a:path w="4290" h="4326" extrusionOk="0">
                <a:moveTo>
                  <a:pt x="437" y="0"/>
                </a:moveTo>
                <a:lnTo>
                  <a:pt x="182" y="73"/>
                </a:lnTo>
                <a:lnTo>
                  <a:pt x="0" y="473"/>
                </a:lnTo>
                <a:lnTo>
                  <a:pt x="146" y="691"/>
                </a:lnTo>
                <a:lnTo>
                  <a:pt x="3599" y="4180"/>
                </a:lnTo>
                <a:lnTo>
                  <a:pt x="3817" y="4325"/>
                </a:lnTo>
                <a:lnTo>
                  <a:pt x="4253" y="4143"/>
                </a:lnTo>
                <a:lnTo>
                  <a:pt x="4289" y="3889"/>
                </a:lnTo>
                <a:lnTo>
                  <a:pt x="4289" y="400"/>
                </a:lnTo>
                <a:lnTo>
                  <a:pt x="4289" y="254"/>
                </a:lnTo>
                <a:lnTo>
                  <a:pt x="4071" y="36"/>
                </a:lnTo>
                <a:lnTo>
                  <a:pt x="38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4A5BC0-3E96-B2E2-0CB5-8EC76759E1C6}"/>
              </a:ext>
            </a:extLst>
          </p:cNvPr>
          <p:cNvSpPr txBox="1"/>
          <p:nvPr/>
        </p:nvSpPr>
        <p:spPr>
          <a:xfrm rot="18698352">
            <a:off x="5345226" y="2757589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A896054-438F-47D8-882E-A68E25539AE2}"/>
              </a:ext>
            </a:extLst>
          </p:cNvPr>
          <p:cNvSpPr txBox="1"/>
          <p:nvPr/>
        </p:nvSpPr>
        <p:spPr>
          <a:xfrm rot="152627">
            <a:off x="7867217" y="1307653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4E1A869-9808-0E07-6A32-4D330698CF32}"/>
              </a:ext>
            </a:extLst>
          </p:cNvPr>
          <p:cNvSpPr txBox="1"/>
          <p:nvPr/>
        </p:nvSpPr>
        <p:spPr>
          <a:xfrm rot="5400000">
            <a:off x="9432199" y="2871843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62F98EE-72CC-FEC8-40E1-3D1F761C614D}"/>
              </a:ext>
            </a:extLst>
          </p:cNvPr>
          <p:cNvSpPr txBox="1"/>
          <p:nvPr/>
        </p:nvSpPr>
        <p:spPr>
          <a:xfrm>
            <a:off x="7631166" y="4143282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9AE8C7C-6A4F-8E5A-EB09-3458DA6B4780}"/>
              </a:ext>
            </a:extLst>
          </p:cNvPr>
          <p:cNvSpPr txBox="1"/>
          <p:nvPr/>
        </p:nvSpPr>
        <p:spPr>
          <a:xfrm rot="2606566">
            <a:off x="5066031" y="2096584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F08FF18-497D-007C-7ACF-CB3720D7E575}"/>
              </a:ext>
            </a:extLst>
          </p:cNvPr>
          <p:cNvSpPr txBox="1"/>
          <p:nvPr/>
        </p:nvSpPr>
        <p:spPr>
          <a:xfrm>
            <a:off x="3288143" y="1314122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5768AAD9-1E7A-948F-AB7C-632C9D72A29F}"/>
              </a:ext>
            </a:extLst>
          </p:cNvPr>
          <p:cNvSpPr txBox="1"/>
          <p:nvPr/>
        </p:nvSpPr>
        <p:spPr>
          <a:xfrm rot="16200000">
            <a:off x="1578682" y="2767872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518A773-19FF-6271-8E1E-4607526A830D}"/>
              </a:ext>
            </a:extLst>
          </p:cNvPr>
          <p:cNvSpPr txBox="1"/>
          <p:nvPr/>
        </p:nvSpPr>
        <p:spPr>
          <a:xfrm>
            <a:off x="3494885" y="4146311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0CB6E67-CCF5-5DC7-CA9E-7C63452A3973}"/>
              </a:ext>
            </a:extLst>
          </p:cNvPr>
          <p:cNvSpPr txBox="1"/>
          <p:nvPr/>
        </p:nvSpPr>
        <p:spPr>
          <a:xfrm>
            <a:off x="2745410" y="2234369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FB588B2-E729-B24B-B188-C4AF286BBB20}"/>
              </a:ext>
            </a:extLst>
          </p:cNvPr>
          <p:cNvSpPr txBox="1"/>
          <p:nvPr/>
        </p:nvSpPr>
        <p:spPr>
          <a:xfrm>
            <a:off x="7202268" y="2234864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0" name="Título 1">
            <a:extLst>
              <a:ext uri="{FF2B5EF4-FFF2-40B4-BE49-F238E27FC236}">
                <a16:creationId xmlns:a16="http://schemas.microsoft.com/office/drawing/2014/main" id="{934469A5-B7AA-6EF4-7B2B-A94B8AC2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DevOps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cyle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59A4A79-0DC6-D281-4B8B-2DC9AFF2B484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748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1E9E166-F7CC-8542-5C19-199BD787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B93F97C9-9A5D-FD67-776C-A676B7E4AACB}"/>
              </a:ext>
            </a:extLst>
          </p:cNvPr>
          <p:cNvSpPr/>
          <p:nvPr/>
        </p:nvSpPr>
        <p:spPr>
          <a:xfrm flipV="1">
            <a:off x="1590349" y="2373631"/>
            <a:ext cx="1236928" cy="2509499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786D6D17-B9FF-3EDB-63F9-0FD192D38953}"/>
              </a:ext>
            </a:extLst>
          </p:cNvPr>
          <p:cNvSpPr/>
          <p:nvPr/>
        </p:nvSpPr>
        <p:spPr>
          <a:xfrm flipV="1">
            <a:off x="2256476" y="4424378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2E10AD3D-AC8C-0F98-4770-4750C5FEC3B6}"/>
              </a:ext>
            </a:extLst>
          </p:cNvPr>
          <p:cNvSpPr/>
          <p:nvPr/>
        </p:nvSpPr>
        <p:spPr>
          <a:xfrm flipV="1">
            <a:off x="4773366" y="2418990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AB0DE7E6-279F-FD90-76FD-E9C5819097BC}"/>
              </a:ext>
            </a:extLst>
          </p:cNvPr>
          <p:cNvSpPr/>
          <p:nvPr/>
        </p:nvSpPr>
        <p:spPr>
          <a:xfrm flipV="1">
            <a:off x="6802512" y="1906186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7AC48050-9938-8AEF-C753-8CDA6F829ED6}"/>
              </a:ext>
            </a:extLst>
          </p:cNvPr>
          <p:cNvSpPr/>
          <p:nvPr/>
        </p:nvSpPr>
        <p:spPr>
          <a:xfrm flipV="1">
            <a:off x="9313984" y="2418990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C48C00D7-F057-AF6D-0C22-C336065A0D8C}"/>
              </a:ext>
            </a:extLst>
          </p:cNvPr>
          <p:cNvSpPr/>
          <p:nvPr/>
        </p:nvSpPr>
        <p:spPr>
          <a:xfrm flipV="1">
            <a:off x="6793026" y="4447036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453A218D-5C2C-2B58-76A4-64AF588E729C}"/>
              </a:ext>
            </a:extLst>
          </p:cNvPr>
          <p:cNvSpPr/>
          <p:nvPr/>
        </p:nvSpPr>
        <p:spPr>
          <a:xfrm flipV="1">
            <a:off x="2227036" y="1864719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96EE081C-1018-2DAF-BAEC-361E437DB8F6}"/>
              </a:ext>
            </a:extLst>
          </p:cNvPr>
          <p:cNvSpPr/>
          <p:nvPr/>
        </p:nvSpPr>
        <p:spPr>
          <a:xfrm flipV="1">
            <a:off x="4777434" y="2418992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3D6A793D-0E69-E9C4-133E-73F2148D433D}"/>
              </a:ext>
            </a:extLst>
          </p:cNvPr>
          <p:cNvSpPr/>
          <p:nvPr/>
        </p:nvSpPr>
        <p:spPr>
          <a:xfrm flipV="1">
            <a:off x="5046626" y="4538156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2F560E4D-766F-967A-4F46-B4C615F02916}"/>
              </a:ext>
            </a:extLst>
          </p:cNvPr>
          <p:cNvSpPr/>
          <p:nvPr/>
        </p:nvSpPr>
        <p:spPr>
          <a:xfrm flipV="1">
            <a:off x="7062161" y="2502902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1C27F2BE-2C75-36CF-7B78-C6406507B476}"/>
              </a:ext>
            </a:extLst>
          </p:cNvPr>
          <p:cNvSpPr/>
          <p:nvPr/>
        </p:nvSpPr>
        <p:spPr>
          <a:xfrm flipV="1">
            <a:off x="9390015" y="4665421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E8DFD8AE-5C11-42DF-26C0-5357B8C1EED8}"/>
              </a:ext>
            </a:extLst>
          </p:cNvPr>
          <p:cNvSpPr/>
          <p:nvPr/>
        </p:nvSpPr>
        <p:spPr>
          <a:xfrm flipV="1">
            <a:off x="6871092" y="4513224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60449C72-374C-08FA-31BF-F3D28F871795}"/>
              </a:ext>
            </a:extLst>
          </p:cNvPr>
          <p:cNvSpPr/>
          <p:nvPr/>
        </p:nvSpPr>
        <p:spPr>
          <a:xfrm flipV="1">
            <a:off x="4855558" y="2485155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7D8B132-2CCC-3A60-B98A-405E6A33102B}"/>
              </a:ext>
            </a:extLst>
          </p:cNvPr>
          <p:cNvSpPr txBox="1"/>
          <p:nvPr/>
        </p:nvSpPr>
        <p:spPr>
          <a:xfrm rot="18698352">
            <a:off x="5325402" y="3426881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8F6573EF-720E-D44F-DD71-5B04080164A0}"/>
              </a:ext>
            </a:extLst>
          </p:cNvPr>
          <p:cNvSpPr txBox="1"/>
          <p:nvPr/>
        </p:nvSpPr>
        <p:spPr>
          <a:xfrm rot="2875983">
            <a:off x="9034713" y="2597385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FE79C1C-D026-6C25-064F-E4E6962E5FB5}"/>
              </a:ext>
            </a:extLst>
          </p:cNvPr>
          <p:cNvSpPr txBox="1"/>
          <p:nvPr/>
        </p:nvSpPr>
        <p:spPr>
          <a:xfrm>
            <a:off x="7611342" y="4812574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C6703D1-43F4-6627-D47C-759DA7AC8277}"/>
              </a:ext>
            </a:extLst>
          </p:cNvPr>
          <p:cNvSpPr txBox="1"/>
          <p:nvPr/>
        </p:nvSpPr>
        <p:spPr>
          <a:xfrm rot="2606566">
            <a:off x="5046207" y="2765876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95AC4C6-EFFE-0D61-DB5E-84763C71D1B9}"/>
              </a:ext>
            </a:extLst>
          </p:cNvPr>
          <p:cNvSpPr txBox="1"/>
          <p:nvPr/>
        </p:nvSpPr>
        <p:spPr>
          <a:xfrm rot="18717501">
            <a:off x="1837681" y="24269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9CBB1040-0834-CF4F-4631-CAFB6A124D45}"/>
              </a:ext>
            </a:extLst>
          </p:cNvPr>
          <p:cNvSpPr txBox="1"/>
          <p:nvPr/>
        </p:nvSpPr>
        <p:spPr>
          <a:xfrm>
            <a:off x="3475061" y="4815603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ABAE25A-E249-EB5A-1422-C08F8847DB37}"/>
              </a:ext>
            </a:extLst>
          </p:cNvPr>
          <p:cNvSpPr txBox="1"/>
          <p:nvPr/>
        </p:nvSpPr>
        <p:spPr>
          <a:xfrm>
            <a:off x="2860367" y="2594278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s-ES_tradnl" sz="9600" b="1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FF688D8-4B63-1F1C-9BB6-5260B7E2B3FD}"/>
              </a:ext>
            </a:extLst>
          </p:cNvPr>
          <p:cNvSpPr txBox="1"/>
          <p:nvPr/>
        </p:nvSpPr>
        <p:spPr>
          <a:xfrm>
            <a:off x="7378651" y="2557595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CE08852-A12C-3815-E1A0-4AC9850757BE}"/>
              </a:ext>
            </a:extLst>
          </p:cNvPr>
          <p:cNvGrpSpPr/>
          <p:nvPr/>
        </p:nvGrpSpPr>
        <p:grpSpPr>
          <a:xfrm>
            <a:off x="6548538" y="2682461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7A106393-BBF9-439C-1ACF-59493FCCF030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CA7D5CA4-62EA-523C-FB86-C17202FAE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12F8EA40-DDA1-0C37-8B87-DD0AD74C01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8890" y="3759600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25BD7A16-7C66-730E-D32E-4A6272B706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47450" y="3816077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564810CC-B45E-A031-DD8C-4A9E904A10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60350" y="3881034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0E995A54-9670-5325-EEE6-D01D937541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68186" y="1971095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FFCD304F-5B28-4AF4-C560-A2CA2501CE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95953" y="1947110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E3CD7C8E-53CE-29EB-BD26-6D9728ACC2F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71860" y="3814615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B8BB431A-DCD1-2969-FEE8-12C67F6D916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77566" y="4591945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4250D683-67DC-01AF-074D-AAC40BC4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9D60788A-CBED-5B46-DC1D-F2D8B35714F5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65883460-2BD6-EEE4-AA21-3A9CFB5E83AB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98B9470-1CD2-824A-3A9A-870743845A91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2A84C65-C87F-FC69-91E2-9612583EC293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5F38E54D-4F5F-E174-306F-56976033E952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24552516-8254-4685-089E-7723D7AAB6E9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B6DB922-1F8D-3368-86A5-C392A6EF6E0D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E195A99-FE98-95FD-7457-E7BD94DE2B0F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E27B03-0980-93A7-47C4-FEAFE3632A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560066C-226E-BC26-080C-6C4098E8284A}"/>
              </a:ext>
            </a:extLst>
          </p:cNvPr>
          <p:cNvGrpSpPr/>
          <p:nvPr/>
        </p:nvGrpSpPr>
        <p:grpSpPr>
          <a:xfrm>
            <a:off x="525194" y="1807781"/>
            <a:ext cx="11141612" cy="2818279"/>
            <a:chOff x="548640" y="2042396"/>
            <a:chExt cx="11141612" cy="2818279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7FF233D-0D16-2C2C-8F62-7B1E87DA4C8B}"/>
                </a:ext>
              </a:extLst>
            </p:cNvPr>
            <p:cNvSpPr/>
            <p:nvPr/>
          </p:nvSpPr>
          <p:spPr>
            <a:xfrm>
              <a:off x="548640" y="2042396"/>
              <a:ext cx="11141612" cy="281827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C1370EF1-755A-AAC3-2768-42917333430E}"/>
                </a:ext>
              </a:extLst>
            </p:cNvPr>
            <p:cNvGrpSpPr/>
            <p:nvPr/>
          </p:nvGrpSpPr>
          <p:grpSpPr>
            <a:xfrm>
              <a:off x="838200" y="2248219"/>
              <a:ext cx="10515600" cy="2361561"/>
              <a:chOff x="790558" y="2613785"/>
              <a:chExt cx="10515600" cy="2361561"/>
            </a:xfrm>
          </p:grpSpPr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EB454ED-06D8-27D6-4FE5-BDBD315DA378}"/>
                  </a:ext>
                </a:extLst>
              </p:cNvPr>
              <p:cNvSpPr txBox="1"/>
              <p:nvPr/>
            </p:nvSpPr>
            <p:spPr>
              <a:xfrm>
                <a:off x="790558" y="2644170"/>
                <a:ext cx="105156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_tradnl" sz="2400" b="1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  Pricing-driven Development and Operation of SaaS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an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alternative DevOps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cycle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aimed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at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optimizing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the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management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of pricing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events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–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specially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those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that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do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not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alter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service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functionalities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themselves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,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but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change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how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such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functionalities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can be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contracted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by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consumers</a:t>
                </a:r>
                <a:endParaRPr lang="es-ES_tradnl" sz="2400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E8F6A2D-02C5-CF4B-B1BA-12D965B24603}"/>
                  </a:ext>
                </a:extLst>
              </p:cNvPr>
              <p:cNvSpPr txBox="1"/>
              <p:nvPr/>
            </p:nvSpPr>
            <p:spPr>
              <a:xfrm>
                <a:off x="7019778" y="4267460"/>
                <a:ext cx="36580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40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”</a:t>
                </a:r>
                <a:endParaRPr lang="es-ES_tradnl" sz="4000" dirty="0"/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CD2227B-9EF4-8442-0736-2D995F0657B7}"/>
                  </a:ext>
                </a:extLst>
              </p:cNvPr>
              <p:cNvSpPr txBox="1"/>
              <p:nvPr/>
            </p:nvSpPr>
            <p:spPr>
              <a:xfrm>
                <a:off x="793384" y="2613785"/>
                <a:ext cx="3626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40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“</a:t>
                </a:r>
                <a:endParaRPr lang="es-ES_tradnl" sz="4000" dirty="0"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5F5047D-FAD2-671B-2F30-758B62298B63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5485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61F0015-AC4B-D304-80AA-C8943321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01A2643D-FBF6-DE78-2466-D74065A7992E}"/>
              </a:ext>
            </a:extLst>
          </p:cNvPr>
          <p:cNvSpPr/>
          <p:nvPr/>
        </p:nvSpPr>
        <p:spPr>
          <a:xfrm flipV="1">
            <a:off x="1617781" y="1724940"/>
            <a:ext cx="1236928" cy="2509499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25365FED-3D97-8C9F-008D-3A91DC373F53}"/>
              </a:ext>
            </a:extLst>
          </p:cNvPr>
          <p:cNvSpPr/>
          <p:nvPr/>
        </p:nvSpPr>
        <p:spPr>
          <a:xfrm flipV="1">
            <a:off x="2283908" y="3775687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29737A72-1CE6-EAC4-B429-4921337999CD}"/>
              </a:ext>
            </a:extLst>
          </p:cNvPr>
          <p:cNvSpPr/>
          <p:nvPr/>
        </p:nvSpPr>
        <p:spPr>
          <a:xfrm flipV="1">
            <a:off x="4800798" y="1770299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BE4E24A0-92B9-8BF1-BD96-34684A33D257}"/>
              </a:ext>
            </a:extLst>
          </p:cNvPr>
          <p:cNvSpPr/>
          <p:nvPr/>
        </p:nvSpPr>
        <p:spPr>
          <a:xfrm flipV="1">
            <a:off x="6829944" y="1257495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B1D8AF95-19D1-F3D1-1148-DDD6B5A95124}"/>
              </a:ext>
            </a:extLst>
          </p:cNvPr>
          <p:cNvSpPr/>
          <p:nvPr/>
        </p:nvSpPr>
        <p:spPr>
          <a:xfrm flipV="1">
            <a:off x="9341416" y="1770299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1C82E8AD-BB82-73F2-8A69-74FC03B3CE89}"/>
              </a:ext>
            </a:extLst>
          </p:cNvPr>
          <p:cNvSpPr/>
          <p:nvPr/>
        </p:nvSpPr>
        <p:spPr>
          <a:xfrm flipV="1">
            <a:off x="6820458" y="3798345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558F694A-75E0-3BC5-8AAE-B03D0DB14053}"/>
              </a:ext>
            </a:extLst>
          </p:cNvPr>
          <p:cNvSpPr/>
          <p:nvPr/>
        </p:nvSpPr>
        <p:spPr>
          <a:xfrm flipV="1">
            <a:off x="2254468" y="1216028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8696AD05-B003-EA42-184F-25A5FD5D3665}"/>
              </a:ext>
            </a:extLst>
          </p:cNvPr>
          <p:cNvSpPr/>
          <p:nvPr/>
        </p:nvSpPr>
        <p:spPr>
          <a:xfrm flipV="1">
            <a:off x="4804866" y="1770301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C93D1ED8-C9F9-CD25-DC18-AE95C4FA0073}"/>
              </a:ext>
            </a:extLst>
          </p:cNvPr>
          <p:cNvSpPr/>
          <p:nvPr/>
        </p:nvSpPr>
        <p:spPr>
          <a:xfrm flipV="1">
            <a:off x="5074058" y="3889465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CCC4F2BB-CC41-DF3C-E78B-0E0D130E6BCD}"/>
              </a:ext>
            </a:extLst>
          </p:cNvPr>
          <p:cNvSpPr/>
          <p:nvPr/>
        </p:nvSpPr>
        <p:spPr>
          <a:xfrm flipV="1">
            <a:off x="7089593" y="1854211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449D0CF2-D663-2FDB-FDA7-48FC0D317E62}"/>
              </a:ext>
            </a:extLst>
          </p:cNvPr>
          <p:cNvSpPr/>
          <p:nvPr/>
        </p:nvSpPr>
        <p:spPr>
          <a:xfrm flipV="1">
            <a:off x="9417447" y="4016730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A5C05996-8621-F14B-CA61-81FDCC7366D5}"/>
              </a:ext>
            </a:extLst>
          </p:cNvPr>
          <p:cNvSpPr/>
          <p:nvPr/>
        </p:nvSpPr>
        <p:spPr>
          <a:xfrm flipV="1">
            <a:off x="6898524" y="3864533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93597BC0-5861-4776-9022-9AE874107784}"/>
              </a:ext>
            </a:extLst>
          </p:cNvPr>
          <p:cNvSpPr/>
          <p:nvPr/>
        </p:nvSpPr>
        <p:spPr>
          <a:xfrm flipV="1">
            <a:off x="4882990" y="1836464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0F77B8F-7440-63B5-23C3-F3153EA282C1}"/>
              </a:ext>
            </a:extLst>
          </p:cNvPr>
          <p:cNvSpPr txBox="1"/>
          <p:nvPr/>
        </p:nvSpPr>
        <p:spPr>
          <a:xfrm rot="18698352">
            <a:off x="5352834" y="2778190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3F3D1EF-C89E-989F-7E1A-3F489EE810E8}"/>
              </a:ext>
            </a:extLst>
          </p:cNvPr>
          <p:cNvSpPr txBox="1"/>
          <p:nvPr/>
        </p:nvSpPr>
        <p:spPr>
          <a:xfrm rot="2875983">
            <a:off x="9062145" y="1948694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06CF8197-D1A7-BCD8-E8BB-5194125AF91C}"/>
              </a:ext>
            </a:extLst>
          </p:cNvPr>
          <p:cNvSpPr txBox="1"/>
          <p:nvPr/>
        </p:nvSpPr>
        <p:spPr>
          <a:xfrm>
            <a:off x="7638774" y="4163883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F87F2AE-60A6-73D1-272D-CD9BF4D3A756}"/>
              </a:ext>
            </a:extLst>
          </p:cNvPr>
          <p:cNvSpPr txBox="1"/>
          <p:nvPr/>
        </p:nvSpPr>
        <p:spPr>
          <a:xfrm rot="2606566">
            <a:off x="5073639" y="2117185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E1F88261-5555-04E0-5247-88DAD7D41A47}"/>
              </a:ext>
            </a:extLst>
          </p:cNvPr>
          <p:cNvSpPr txBox="1"/>
          <p:nvPr/>
        </p:nvSpPr>
        <p:spPr>
          <a:xfrm rot="18717501">
            <a:off x="1865113" y="1778280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2AB6F4E4-7997-795B-7634-C0B6A52DDC38}"/>
              </a:ext>
            </a:extLst>
          </p:cNvPr>
          <p:cNvSpPr txBox="1"/>
          <p:nvPr/>
        </p:nvSpPr>
        <p:spPr>
          <a:xfrm>
            <a:off x="3502493" y="4166912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0E602763-F2E8-DED8-514C-8AF584975CFE}"/>
              </a:ext>
            </a:extLst>
          </p:cNvPr>
          <p:cNvSpPr txBox="1"/>
          <p:nvPr/>
        </p:nvSpPr>
        <p:spPr>
          <a:xfrm>
            <a:off x="2887799" y="1945587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s-ES_tradnl" sz="9600" b="1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F0EECDC-52C4-E9B3-11BD-76735AD89226}"/>
              </a:ext>
            </a:extLst>
          </p:cNvPr>
          <p:cNvSpPr txBox="1"/>
          <p:nvPr/>
        </p:nvSpPr>
        <p:spPr>
          <a:xfrm>
            <a:off x="7406083" y="1908904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504BA3ED-2DE3-1F71-BB8D-EFD500B04E7D}"/>
              </a:ext>
            </a:extLst>
          </p:cNvPr>
          <p:cNvGrpSpPr/>
          <p:nvPr/>
        </p:nvGrpSpPr>
        <p:grpSpPr>
          <a:xfrm>
            <a:off x="6575970" y="2033770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DE3A5BCC-1067-254E-22D6-4DB1D8EDA677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FD0504B8-C409-BD30-5048-7D0D4553E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3CBE6C77-7B98-5740-A06C-CBBBCFF57C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110909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5E3C1573-C413-1D5D-712F-C83D108A11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167386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FDEF6243-974A-12E5-2CA1-45EDEB983D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232343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1F19A1DD-D80A-BCB6-82BC-007C2457AB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322404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EFE2281B-8647-B46F-AEBE-FADDD1A4E8B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298419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213F7B89-722F-0DE3-3570-799E071ADAF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165924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1CAF8045-B9AF-2B01-0B59-258960E51E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3943254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643E3CA8-134D-41B2-652F-D2E736AE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43D35D21-5D22-EA34-C725-3AF921ECBE95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4A7B39E6-771B-40B2-8CEA-B2FDCD6C778E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DA91784-BC04-A84B-B2DC-6A6D6C599722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7E28434-4D33-A884-068B-5DD07E811D6D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78BCD9C0-799F-CA74-CF14-C5553964E890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D21177CA-D39B-9BF8-4B1A-DD07D7488FDC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62427DE-685F-AA31-06DF-583CD09A3AB4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DEBEA8C-4E57-7524-8F34-BF26B6185B52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96B6A0-BF8A-0E25-9923-3032EC472D4F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1097241E-B579-196A-02DC-E742B61FF918}"/>
              </a:ext>
            </a:extLst>
          </p:cNvPr>
          <p:cNvGrpSpPr/>
          <p:nvPr/>
        </p:nvGrpSpPr>
        <p:grpSpPr>
          <a:xfrm>
            <a:off x="1607825" y="1009012"/>
            <a:ext cx="4237363" cy="3678091"/>
            <a:chOff x="1607825" y="1009012"/>
            <a:chExt cx="4237363" cy="3678091"/>
          </a:xfrm>
        </p:grpSpPr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798ABA-92E6-858F-CF68-B937BA82EB70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9" name="Arco 8">
                <a:extLst>
                  <a:ext uri="{FF2B5EF4-FFF2-40B4-BE49-F238E27FC236}">
                    <a16:creationId xmlns:a16="http://schemas.microsoft.com/office/drawing/2014/main" id="{74092061-F8B3-BBE6-BD83-817080FCA70D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0" name="Arco 9">
                <a:extLst>
                  <a:ext uri="{FF2B5EF4-FFF2-40B4-BE49-F238E27FC236}">
                    <a16:creationId xmlns:a16="http://schemas.microsoft.com/office/drawing/2014/main" id="{06A075FF-32E5-E137-6493-7769CA6B7EE2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D136A63B-4F71-CAFB-4A16-91E14C8C9A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733368"/>
                <a:ext cx="593100" cy="3693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C8BBEFF2-9139-FCDC-0CC5-9D7C9B795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7491" y="1738238"/>
                <a:ext cx="0" cy="47206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Arco 18">
                <a:extLst>
                  <a:ext uri="{FF2B5EF4-FFF2-40B4-BE49-F238E27FC236}">
                    <a16:creationId xmlns:a16="http://schemas.microsoft.com/office/drawing/2014/main" id="{E95462CF-B835-6EBC-CE6E-0DCDE2739E3F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1" name="Arco 20">
                <a:extLst>
                  <a:ext uri="{FF2B5EF4-FFF2-40B4-BE49-F238E27FC236}">
                    <a16:creationId xmlns:a16="http://schemas.microsoft.com/office/drawing/2014/main" id="{9373EA5F-3A69-D497-370B-98468B12AAE5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2" name="Arco 21">
                <a:extLst>
                  <a:ext uri="{FF2B5EF4-FFF2-40B4-BE49-F238E27FC236}">
                    <a16:creationId xmlns:a16="http://schemas.microsoft.com/office/drawing/2014/main" id="{3DF1BB91-DBCD-7B75-2F6B-94F893A3C554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3" name="Arco 22">
                <a:extLst>
                  <a:ext uri="{FF2B5EF4-FFF2-40B4-BE49-F238E27FC236}">
                    <a16:creationId xmlns:a16="http://schemas.microsoft.com/office/drawing/2014/main" id="{2C396CFC-EDD8-9285-8909-1439757B94D6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7F8A4F3B-6555-A3CE-00C6-2E60D881E4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46A23174-22FF-7ED2-1C17-E1869C745E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Arco 38">
              <a:extLst>
                <a:ext uri="{FF2B5EF4-FFF2-40B4-BE49-F238E27FC236}">
                  <a16:creationId xmlns:a16="http://schemas.microsoft.com/office/drawing/2014/main" id="{0AA4E646-AB5D-30CF-1571-0A6DA5134A80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627991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DEFD11D6-6706-4A79-C453-384A24A694D8}"/>
              </a:ext>
            </a:extLst>
          </p:cNvPr>
          <p:cNvGrpSpPr/>
          <p:nvPr/>
        </p:nvGrpSpPr>
        <p:grpSpPr>
          <a:xfrm flipH="1">
            <a:off x="6365519" y="1066899"/>
            <a:ext cx="4237363" cy="3678091"/>
            <a:chOff x="1607825" y="1009012"/>
            <a:chExt cx="4237363" cy="3678091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66877374-A41B-C38D-F82E-E51D1049F521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67" name="Arco 66">
                <a:extLst>
                  <a:ext uri="{FF2B5EF4-FFF2-40B4-BE49-F238E27FC236}">
                    <a16:creationId xmlns:a16="http://schemas.microsoft.com/office/drawing/2014/main" id="{67F211E6-DBC8-7388-6C1A-8B286326E749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69" name="Arco 68">
                <a:extLst>
                  <a:ext uri="{FF2B5EF4-FFF2-40B4-BE49-F238E27FC236}">
                    <a16:creationId xmlns:a16="http://schemas.microsoft.com/office/drawing/2014/main" id="{B24A0D04-3C89-7517-8B65-DB132F5751E2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7AB6D2B2-E957-3127-313B-78B1610E38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677360"/>
                <a:ext cx="547037" cy="31295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EB2FFEAE-6419-A49A-38D7-FD1E890675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77491" y="1675481"/>
                <a:ext cx="0" cy="53482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Arco 74">
                <a:extLst>
                  <a:ext uri="{FF2B5EF4-FFF2-40B4-BE49-F238E27FC236}">
                    <a16:creationId xmlns:a16="http://schemas.microsoft.com/office/drawing/2014/main" id="{4522C4AC-2DB8-08F0-D448-B2D74924BFB6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6" name="Arco 75">
                <a:extLst>
                  <a:ext uri="{FF2B5EF4-FFF2-40B4-BE49-F238E27FC236}">
                    <a16:creationId xmlns:a16="http://schemas.microsoft.com/office/drawing/2014/main" id="{AFD141F3-9556-B883-C49A-F0B7330B4A22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7" name="Arco 76">
                <a:extLst>
                  <a:ext uri="{FF2B5EF4-FFF2-40B4-BE49-F238E27FC236}">
                    <a16:creationId xmlns:a16="http://schemas.microsoft.com/office/drawing/2014/main" id="{247BC73B-5632-A1A9-677B-B2E8AE10831D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8" name="Arco 77">
                <a:extLst>
                  <a:ext uri="{FF2B5EF4-FFF2-40B4-BE49-F238E27FC236}">
                    <a16:creationId xmlns:a16="http://schemas.microsoft.com/office/drawing/2014/main" id="{5F6FB21A-29F7-D1F0-CE8E-3E855E2E7672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33169FDF-BC63-8921-E150-E5A99B7546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479A1348-6162-F478-5248-02833284E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Arco 62">
              <a:extLst>
                <a:ext uri="{FF2B5EF4-FFF2-40B4-BE49-F238E27FC236}">
                  <a16:creationId xmlns:a16="http://schemas.microsoft.com/office/drawing/2014/main" id="{10142582-C57B-AC8B-CC35-AA3B45938536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374384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4273E0A-8E39-8682-D6A2-09920D220CAA}"/>
              </a:ext>
            </a:extLst>
          </p:cNvPr>
          <p:cNvSpPr/>
          <p:nvPr/>
        </p:nvSpPr>
        <p:spPr>
          <a:xfrm>
            <a:off x="19236" y="0"/>
            <a:ext cx="12192000" cy="6858000"/>
          </a:xfrm>
          <a:prstGeom prst="rect">
            <a:avLst/>
          </a:prstGeom>
          <a:solidFill>
            <a:srgbClr val="141414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6CB9128-EFD3-248F-DD77-0B8BB4B3DB7E}"/>
              </a:ext>
            </a:extLst>
          </p:cNvPr>
          <p:cNvGrpSpPr/>
          <p:nvPr/>
        </p:nvGrpSpPr>
        <p:grpSpPr>
          <a:xfrm>
            <a:off x="3155817" y="860203"/>
            <a:ext cx="5703256" cy="5029200"/>
            <a:chOff x="6067780" y="1057835"/>
            <a:chExt cx="5703256" cy="502920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0764FD83-AF42-DB1B-D8EC-2FE8C9B10D56}"/>
                </a:ext>
              </a:extLst>
            </p:cNvPr>
            <p:cNvSpPr/>
            <p:nvPr/>
          </p:nvSpPr>
          <p:spPr>
            <a:xfrm>
              <a:off x="6067780" y="1057835"/>
              <a:ext cx="5703256" cy="50292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16" name="Imagen 15" descr="Una captura de pantalla de un celular con texto e imágenes&#10;&#10;El contenido generado por IA puede ser incorrecto.">
              <a:extLst>
                <a:ext uri="{FF2B5EF4-FFF2-40B4-BE49-F238E27FC236}">
                  <a16:creationId xmlns:a16="http://schemas.microsoft.com/office/drawing/2014/main" id="{AB29613F-2A19-027E-1FC2-5C68C7BE0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902" t="-890" r="50716" b="-988"/>
            <a:stretch>
              <a:fillRect/>
            </a:stretch>
          </p:blipFill>
          <p:spPr>
            <a:xfrm>
              <a:off x="6163512" y="1095547"/>
              <a:ext cx="5040545" cy="4958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389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9A6366F-BC91-467D-F683-73EC3016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A582B565-C3CF-FB16-109E-EBB2ABB024F1}"/>
              </a:ext>
            </a:extLst>
          </p:cNvPr>
          <p:cNvSpPr/>
          <p:nvPr/>
        </p:nvSpPr>
        <p:spPr>
          <a:xfrm flipV="1">
            <a:off x="1617781" y="1724940"/>
            <a:ext cx="1236928" cy="2509499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85828D05-42E1-8AE5-B241-81D3E8D992E0}"/>
              </a:ext>
            </a:extLst>
          </p:cNvPr>
          <p:cNvSpPr/>
          <p:nvPr/>
        </p:nvSpPr>
        <p:spPr>
          <a:xfrm flipV="1">
            <a:off x="2283908" y="3775687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B1918C90-64A3-6FC3-B9C8-527254355923}"/>
              </a:ext>
            </a:extLst>
          </p:cNvPr>
          <p:cNvSpPr/>
          <p:nvPr/>
        </p:nvSpPr>
        <p:spPr>
          <a:xfrm flipV="1">
            <a:off x="4800798" y="1770299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F14508BB-7988-D2F0-F175-D76EC24E13B4}"/>
              </a:ext>
            </a:extLst>
          </p:cNvPr>
          <p:cNvSpPr/>
          <p:nvPr/>
        </p:nvSpPr>
        <p:spPr>
          <a:xfrm flipV="1">
            <a:off x="6829944" y="1257495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58820947-F226-CEA0-2A5E-F194DC37F76D}"/>
              </a:ext>
            </a:extLst>
          </p:cNvPr>
          <p:cNvSpPr/>
          <p:nvPr/>
        </p:nvSpPr>
        <p:spPr>
          <a:xfrm flipV="1">
            <a:off x="9341416" y="1770299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1E1D5A7C-1372-52CD-521D-7AF65137C28D}"/>
              </a:ext>
            </a:extLst>
          </p:cNvPr>
          <p:cNvSpPr/>
          <p:nvPr/>
        </p:nvSpPr>
        <p:spPr>
          <a:xfrm flipV="1">
            <a:off x="6820458" y="3798345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8A32DEA5-C047-301A-9A0A-582AB1140136}"/>
              </a:ext>
            </a:extLst>
          </p:cNvPr>
          <p:cNvSpPr/>
          <p:nvPr/>
        </p:nvSpPr>
        <p:spPr>
          <a:xfrm flipV="1">
            <a:off x="2254468" y="1216028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BB2B0231-9D1F-F1E5-82AC-504D4717971F}"/>
              </a:ext>
            </a:extLst>
          </p:cNvPr>
          <p:cNvSpPr/>
          <p:nvPr/>
        </p:nvSpPr>
        <p:spPr>
          <a:xfrm flipV="1">
            <a:off x="4804866" y="1770301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D79062DD-6258-79B0-10D3-DACBB4F84D07}"/>
              </a:ext>
            </a:extLst>
          </p:cNvPr>
          <p:cNvSpPr/>
          <p:nvPr/>
        </p:nvSpPr>
        <p:spPr>
          <a:xfrm flipV="1">
            <a:off x="5074058" y="3889465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75D359C3-63C9-5D13-9757-4E3913323A6A}"/>
              </a:ext>
            </a:extLst>
          </p:cNvPr>
          <p:cNvSpPr/>
          <p:nvPr/>
        </p:nvSpPr>
        <p:spPr>
          <a:xfrm flipV="1">
            <a:off x="7089593" y="1854211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90E6F006-2DDF-C2A8-5B13-4DE97805EDCD}"/>
              </a:ext>
            </a:extLst>
          </p:cNvPr>
          <p:cNvSpPr/>
          <p:nvPr/>
        </p:nvSpPr>
        <p:spPr>
          <a:xfrm flipV="1">
            <a:off x="9417447" y="4016730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5CF10C0F-D6D4-CD18-9E25-BE946589D032}"/>
              </a:ext>
            </a:extLst>
          </p:cNvPr>
          <p:cNvSpPr/>
          <p:nvPr/>
        </p:nvSpPr>
        <p:spPr>
          <a:xfrm flipV="1">
            <a:off x="6898524" y="3864533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97A3470F-782B-A82E-67E8-270269D1A6A3}"/>
              </a:ext>
            </a:extLst>
          </p:cNvPr>
          <p:cNvSpPr/>
          <p:nvPr/>
        </p:nvSpPr>
        <p:spPr>
          <a:xfrm flipV="1">
            <a:off x="4882990" y="1836464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FC8DB28-7A30-DD72-368A-FCC5F47CFA96}"/>
              </a:ext>
            </a:extLst>
          </p:cNvPr>
          <p:cNvSpPr txBox="1"/>
          <p:nvPr/>
        </p:nvSpPr>
        <p:spPr>
          <a:xfrm rot="18698352">
            <a:off x="5352834" y="2778190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897D61E-8EBD-B73A-E05A-5CCA5A19B500}"/>
              </a:ext>
            </a:extLst>
          </p:cNvPr>
          <p:cNvSpPr txBox="1"/>
          <p:nvPr/>
        </p:nvSpPr>
        <p:spPr>
          <a:xfrm rot="2875983">
            <a:off x="9062145" y="1948694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7E6C6481-B99D-AD78-DB40-1F8D617C4598}"/>
              </a:ext>
            </a:extLst>
          </p:cNvPr>
          <p:cNvSpPr txBox="1"/>
          <p:nvPr/>
        </p:nvSpPr>
        <p:spPr>
          <a:xfrm>
            <a:off x="7638774" y="4163883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1689055-3A12-3BBE-8EFE-BD82DC12BA13}"/>
              </a:ext>
            </a:extLst>
          </p:cNvPr>
          <p:cNvSpPr txBox="1"/>
          <p:nvPr/>
        </p:nvSpPr>
        <p:spPr>
          <a:xfrm rot="2606566">
            <a:off x="5073639" y="2117185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2B73EC0-6E24-4CEE-1BE7-ADC7E899274B}"/>
              </a:ext>
            </a:extLst>
          </p:cNvPr>
          <p:cNvSpPr txBox="1"/>
          <p:nvPr/>
        </p:nvSpPr>
        <p:spPr>
          <a:xfrm rot="18717501">
            <a:off x="1865113" y="1778280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258F3904-6CC3-7A0C-8CE9-F519E9A54E3D}"/>
              </a:ext>
            </a:extLst>
          </p:cNvPr>
          <p:cNvSpPr txBox="1"/>
          <p:nvPr/>
        </p:nvSpPr>
        <p:spPr>
          <a:xfrm>
            <a:off x="3502493" y="4166912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46CBE019-1502-C801-B65A-7399FBAA6125}"/>
              </a:ext>
            </a:extLst>
          </p:cNvPr>
          <p:cNvSpPr txBox="1"/>
          <p:nvPr/>
        </p:nvSpPr>
        <p:spPr>
          <a:xfrm>
            <a:off x="2887799" y="1945587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s-ES_tradnl" sz="9600" b="1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8FB6706D-5FF9-E6C1-C0ED-962DCA7513A7}"/>
              </a:ext>
            </a:extLst>
          </p:cNvPr>
          <p:cNvSpPr txBox="1"/>
          <p:nvPr/>
        </p:nvSpPr>
        <p:spPr>
          <a:xfrm>
            <a:off x="7406083" y="1908904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FBC4377-91C7-9363-FD03-381B71E6D607}"/>
              </a:ext>
            </a:extLst>
          </p:cNvPr>
          <p:cNvGrpSpPr/>
          <p:nvPr/>
        </p:nvGrpSpPr>
        <p:grpSpPr>
          <a:xfrm>
            <a:off x="6575970" y="2033770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DAB97A26-7008-AFE2-DB04-78C6AE9598C0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0592D6FE-BE60-69EF-7A3D-425E2ECCA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4CABA388-AE26-150A-E8D4-72A135B47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110909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89F30E32-8940-B8DB-7E6C-E0C33D0E10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167386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B20C6940-8261-6812-D22A-D08C57940F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232343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15817BA8-F645-B9D8-007F-19D31C8E58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322404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8288F7C8-F934-9FC7-A50F-0A0AB8975B3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298419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4B05C2DF-4573-B23C-8607-F3220D8A551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165924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AC683D65-F9D9-A8ED-0564-27E2059243D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3943254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EAC1E9CE-9691-E84F-B8CA-3D4C16D7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48D52665-0C13-AC9F-44AF-A80B99F02405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60A964AF-B1F5-E00B-1303-00DC78A9C7DF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A959657-C370-5324-1D74-1A2BB650BB71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3C38B76-E3C1-D95B-15DC-674DE6AB71F2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284BD81F-F6AD-22B1-06DD-8F031B7BA663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D2EA81BA-0D8F-86AF-E8E9-D1DBE4C61F37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5559900-9B95-FA95-C580-7B09874663F0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D45CA35-68C7-6161-7C42-43D0B6858FC4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CC1425-2DAA-3439-7D8B-14760CBFF28B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0290EC0D-8364-7B0C-D820-1070EFB166A0}"/>
              </a:ext>
            </a:extLst>
          </p:cNvPr>
          <p:cNvGrpSpPr/>
          <p:nvPr/>
        </p:nvGrpSpPr>
        <p:grpSpPr>
          <a:xfrm>
            <a:off x="1607825" y="1009012"/>
            <a:ext cx="4237363" cy="3678091"/>
            <a:chOff x="1607825" y="1009012"/>
            <a:chExt cx="4237363" cy="3678091"/>
          </a:xfrm>
        </p:grpSpPr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C01DF81C-F331-AAFE-D95D-FF99FFF787A9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9" name="Arco 8">
                <a:extLst>
                  <a:ext uri="{FF2B5EF4-FFF2-40B4-BE49-F238E27FC236}">
                    <a16:creationId xmlns:a16="http://schemas.microsoft.com/office/drawing/2014/main" id="{61D08142-4B46-CB6F-51E3-E17230956EDC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0" name="Arco 9">
                <a:extLst>
                  <a:ext uri="{FF2B5EF4-FFF2-40B4-BE49-F238E27FC236}">
                    <a16:creationId xmlns:a16="http://schemas.microsoft.com/office/drawing/2014/main" id="{F0F0DE09-689B-FCFC-1778-58087D44425A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DA6535BC-8E72-7772-91B9-F68F201B1A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733368"/>
                <a:ext cx="593100" cy="3693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8EBE23AE-0FBD-BE02-4F7A-94778BC1C3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7491" y="1738238"/>
                <a:ext cx="0" cy="47206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Arco 18">
                <a:extLst>
                  <a:ext uri="{FF2B5EF4-FFF2-40B4-BE49-F238E27FC236}">
                    <a16:creationId xmlns:a16="http://schemas.microsoft.com/office/drawing/2014/main" id="{9870CFE0-0F52-AFDE-3595-C936F8095DC4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1" name="Arco 20">
                <a:extLst>
                  <a:ext uri="{FF2B5EF4-FFF2-40B4-BE49-F238E27FC236}">
                    <a16:creationId xmlns:a16="http://schemas.microsoft.com/office/drawing/2014/main" id="{547F26CF-F83A-0B0F-B7D4-611265C57A63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2" name="Arco 21">
                <a:extLst>
                  <a:ext uri="{FF2B5EF4-FFF2-40B4-BE49-F238E27FC236}">
                    <a16:creationId xmlns:a16="http://schemas.microsoft.com/office/drawing/2014/main" id="{527F9946-F04F-C186-D876-7C92B42B4C64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3" name="Arco 22">
                <a:extLst>
                  <a:ext uri="{FF2B5EF4-FFF2-40B4-BE49-F238E27FC236}">
                    <a16:creationId xmlns:a16="http://schemas.microsoft.com/office/drawing/2014/main" id="{273D73EE-26E2-F84F-A7C2-7EF3B7D24B8E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7E9D57EF-6C95-D60C-2D59-DD3E1AF23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C718B4AA-6E9F-7A17-25FA-85461A8218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Arco 38">
              <a:extLst>
                <a:ext uri="{FF2B5EF4-FFF2-40B4-BE49-F238E27FC236}">
                  <a16:creationId xmlns:a16="http://schemas.microsoft.com/office/drawing/2014/main" id="{06AF13E0-AB8A-2F2C-EC9C-29CE942E5A88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627991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40640C22-D7CA-0173-7705-DA13CC7E4B8B}"/>
              </a:ext>
            </a:extLst>
          </p:cNvPr>
          <p:cNvGrpSpPr/>
          <p:nvPr/>
        </p:nvGrpSpPr>
        <p:grpSpPr>
          <a:xfrm flipH="1">
            <a:off x="6365519" y="1066899"/>
            <a:ext cx="4237363" cy="3678091"/>
            <a:chOff x="1607825" y="1009012"/>
            <a:chExt cx="4237363" cy="3678091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729D2D00-96EE-53E7-B6CA-1E4DC6427F00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67" name="Arco 66">
                <a:extLst>
                  <a:ext uri="{FF2B5EF4-FFF2-40B4-BE49-F238E27FC236}">
                    <a16:creationId xmlns:a16="http://schemas.microsoft.com/office/drawing/2014/main" id="{6C7EF422-DEAB-75DD-6FE9-3D431F250130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69" name="Arco 68">
                <a:extLst>
                  <a:ext uri="{FF2B5EF4-FFF2-40B4-BE49-F238E27FC236}">
                    <a16:creationId xmlns:a16="http://schemas.microsoft.com/office/drawing/2014/main" id="{5A43A3A9-CDB2-DC9B-2D92-FCBF86B876D6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2A05D76F-40F9-7981-B162-5045A2EC62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677360"/>
                <a:ext cx="547037" cy="31295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A5BF9228-E1F9-6EB9-C0AA-A4E18DEE8E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77491" y="1675481"/>
                <a:ext cx="0" cy="53482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Arco 74">
                <a:extLst>
                  <a:ext uri="{FF2B5EF4-FFF2-40B4-BE49-F238E27FC236}">
                    <a16:creationId xmlns:a16="http://schemas.microsoft.com/office/drawing/2014/main" id="{61DE93F3-C01D-9A05-692A-649BA6095299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6" name="Arco 75">
                <a:extLst>
                  <a:ext uri="{FF2B5EF4-FFF2-40B4-BE49-F238E27FC236}">
                    <a16:creationId xmlns:a16="http://schemas.microsoft.com/office/drawing/2014/main" id="{624A0E64-C0A5-DA08-72A7-166DC78115B9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7" name="Arco 76">
                <a:extLst>
                  <a:ext uri="{FF2B5EF4-FFF2-40B4-BE49-F238E27FC236}">
                    <a16:creationId xmlns:a16="http://schemas.microsoft.com/office/drawing/2014/main" id="{E8BECD97-043E-348F-AF45-981048C1B148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8" name="Arco 77">
                <a:extLst>
                  <a:ext uri="{FF2B5EF4-FFF2-40B4-BE49-F238E27FC236}">
                    <a16:creationId xmlns:a16="http://schemas.microsoft.com/office/drawing/2014/main" id="{BAE0A8F8-CE0F-FD1F-48A7-E0B38988DCE5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4A6BFDCA-1CDB-75C7-3F4C-60D287A58F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6D806F51-AA9D-3113-9EE4-B0AE5D4E56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Arco 62">
              <a:extLst>
                <a:ext uri="{FF2B5EF4-FFF2-40B4-BE49-F238E27FC236}">
                  <a16:creationId xmlns:a16="http://schemas.microsoft.com/office/drawing/2014/main" id="{A11B6BAD-41F0-C674-ACDE-E3CBE46921E3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374384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21A890B-D379-FDA8-2A4F-4E204189FD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94A07D5D-41A0-AD1A-7603-36B1E34DF507}"/>
              </a:ext>
            </a:extLst>
          </p:cNvPr>
          <p:cNvGrpSpPr/>
          <p:nvPr/>
        </p:nvGrpSpPr>
        <p:grpSpPr>
          <a:xfrm>
            <a:off x="3198199" y="899890"/>
            <a:ext cx="5703256" cy="5029200"/>
            <a:chOff x="6067780" y="1057835"/>
            <a:chExt cx="5703256" cy="5029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D99319E3-D7E3-CC85-8776-77ADDA1195FD}"/>
                </a:ext>
              </a:extLst>
            </p:cNvPr>
            <p:cNvSpPr/>
            <p:nvPr/>
          </p:nvSpPr>
          <p:spPr>
            <a:xfrm>
              <a:off x="6067780" y="1057835"/>
              <a:ext cx="5703256" cy="50292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31" name="Imagen 30" descr="Una captura de pantalla de un celular con texto e imágenes&#10;&#10;El contenido generado por IA puede ser incorrecto.">
              <a:extLst>
                <a:ext uri="{FF2B5EF4-FFF2-40B4-BE49-F238E27FC236}">
                  <a16:creationId xmlns:a16="http://schemas.microsoft.com/office/drawing/2014/main" id="{3334C245-0077-9DAD-B62E-AF0453A62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34" b="13678"/>
            <a:stretch>
              <a:fillRect/>
            </a:stretch>
          </p:blipFill>
          <p:spPr>
            <a:xfrm>
              <a:off x="6163512" y="1095547"/>
              <a:ext cx="5430535" cy="4958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352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EEA37DF-7340-CF72-AF08-839CA837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DB2AAC31-DE62-1669-781D-0C804874A975}"/>
              </a:ext>
            </a:extLst>
          </p:cNvPr>
          <p:cNvSpPr/>
          <p:nvPr/>
        </p:nvSpPr>
        <p:spPr>
          <a:xfrm flipV="1">
            <a:off x="1617781" y="1724940"/>
            <a:ext cx="1236928" cy="2509499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A5374095-3FD7-8A11-493C-822063F9DF8A}"/>
              </a:ext>
            </a:extLst>
          </p:cNvPr>
          <p:cNvSpPr/>
          <p:nvPr/>
        </p:nvSpPr>
        <p:spPr>
          <a:xfrm flipV="1">
            <a:off x="2283908" y="3775687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B513933B-070F-A237-8F3E-CD7090F32DF8}"/>
              </a:ext>
            </a:extLst>
          </p:cNvPr>
          <p:cNvSpPr/>
          <p:nvPr/>
        </p:nvSpPr>
        <p:spPr>
          <a:xfrm flipV="1">
            <a:off x="4800798" y="1770299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BD6BC477-39A1-1B26-6832-63BAF9F93F21}"/>
              </a:ext>
            </a:extLst>
          </p:cNvPr>
          <p:cNvSpPr/>
          <p:nvPr/>
        </p:nvSpPr>
        <p:spPr>
          <a:xfrm flipV="1">
            <a:off x="6829944" y="1257495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EB2BC4B4-3459-6AB6-51D5-5D04CA5FC433}"/>
              </a:ext>
            </a:extLst>
          </p:cNvPr>
          <p:cNvSpPr/>
          <p:nvPr/>
        </p:nvSpPr>
        <p:spPr>
          <a:xfrm flipV="1">
            <a:off x="9341416" y="1770299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182FCC9E-A1A0-7575-1DE5-3069A9D6CE31}"/>
              </a:ext>
            </a:extLst>
          </p:cNvPr>
          <p:cNvSpPr/>
          <p:nvPr/>
        </p:nvSpPr>
        <p:spPr>
          <a:xfrm flipV="1">
            <a:off x="6820458" y="3798345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106BC61A-44EE-BCB6-5F2F-181DBE6B40B9}"/>
              </a:ext>
            </a:extLst>
          </p:cNvPr>
          <p:cNvSpPr/>
          <p:nvPr/>
        </p:nvSpPr>
        <p:spPr>
          <a:xfrm flipV="1">
            <a:off x="2254468" y="1216028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05BBD1A5-9822-D94F-0D3E-D7197B9A127E}"/>
              </a:ext>
            </a:extLst>
          </p:cNvPr>
          <p:cNvSpPr/>
          <p:nvPr/>
        </p:nvSpPr>
        <p:spPr>
          <a:xfrm flipV="1">
            <a:off x="4804866" y="1770301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937189D2-2CFB-7449-3585-DA2DD98A8013}"/>
              </a:ext>
            </a:extLst>
          </p:cNvPr>
          <p:cNvSpPr/>
          <p:nvPr/>
        </p:nvSpPr>
        <p:spPr>
          <a:xfrm flipV="1">
            <a:off x="5074058" y="3889465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A53A5A12-FD9E-11D7-EA82-52D5B6EE8BB6}"/>
              </a:ext>
            </a:extLst>
          </p:cNvPr>
          <p:cNvSpPr/>
          <p:nvPr/>
        </p:nvSpPr>
        <p:spPr>
          <a:xfrm flipV="1">
            <a:off x="7089593" y="1854211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E45F47F5-1C74-DFC2-0A2B-18C56AE4FF60}"/>
              </a:ext>
            </a:extLst>
          </p:cNvPr>
          <p:cNvSpPr/>
          <p:nvPr/>
        </p:nvSpPr>
        <p:spPr>
          <a:xfrm flipV="1">
            <a:off x="9417447" y="4016730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3D130CED-21CC-C066-18D6-8F918339C75E}"/>
              </a:ext>
            </a:extLst>
          </p:cNvPr>
          <p:cNvSpPr/>
          <p:nvPr/>
        </p:nvSpPr>
        <p:spPr>
          <a:xfrm flipV="1">
            <a:off x="6898524" y="3864533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1FFF9F96-955D-819E-2870-6096C1F7DFEC}"/>
              </a:ext>
            </a:extLst>
          </p:cNvPr>
          <p:cNvSpPr/>
          <p:nvPr/>
        </p:nvSpPr>
        <p:spPr>
          <a:xfrm flipV="1">
            <a:off x="4882990" y="1836464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2FA11EC-B232-1830-1F64-8F7B61EFDAAE}"/>
              </a:ext>
            </a:extLst>
          </p:cNvPr>
          <p:cNvSpPr txBox="1"/>
          <p:nvPr/>
        </p:nvSpPr>
        <p:spPr>
          <a:xfrm rot="18698352">
            <a:off x="5352834" y="2778190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160EDD3-485C-C943-4714-70888028BA40}"/>
              </a:ext>
            </a:extLst>
          </p:cNvPr>
          <p:cNvSpPr txBox="1"/>
          <p:nvPr/>
        </p:nvSpPr>
        <p:spPr>
          <a:xfrm rot="2875983">
            <a:off x="9062145" y="1948694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BE4E1E7-DA89-155C-BE11-C9E5D14F7210}"/>
              </a:ext>
            </a:extLst>
          </p:cNvPr>
          <p:cNvSpPr txBox="1"/>
          <p:nvPr/>
        </p:nvSpPr>
        <p:spPr>
          <a:xfrm>
            <a:off x="7638774" y="4163883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B2FD2E6-BF82-96AD-F7AC-322D65BC6DB5}"/>
              </a:ext>
            </a:extLst>
          </p:cNvPr>
          <p:cNvSpPr txBox="1"/>
          <p:nvPr/>
        </p:nvSpPr>
        <p:spPr>
          <a:xfrm rot="2606566">
            <a:off x="5073639" y="2117185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F031C69-BAE6-F616-A761-D721A68DCF10}"/>
              </a:ext>
            </a:extLst>
          </p:cNvPr>
          <p:cNvSpPr txBox="1"/>
          <p:nvPr/>
        </p:nvSpPr>
        <p:spPr>
          <a:xfrm rot="18717501">
            <a:off x="1865113" y="1778280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5D4AFC8-2AE6-6EB1-C9A1-CC3F0EBC1554}"/>
              </a:ext>
            </a:extLst>
          </p:cNvPr>
          <p:cNvSpPr txBox="1"/>
          <p:nvPr/>
        </p:nvSpPr>
        <p:spPr>
          <a:xfrm>
            <a:off x="3502493" y="4166912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DA15BF6-B888-9E82-30EB-F113A1ECECC6}"/>
              </a:ext>
            </a:extLst>
          </p:cNvPr>
          <p:cNvSpPr txBox="1"/>
          <p:nvPr/>
        </p:nvSpPr>
        <p:spPr>
          <a:xfrm>
            <a:off x="2887799" y="1945587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s-ES_tradnl" sz="9600" b="1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54A24CB-E76D-1376-1189-CE51CAE57B7B}"/>
              </a:ext>
            </a:extLst>
          </p:cNvPr>
          <p:cNvSpPr txBox="1"/>
          <p:nvPr/>
        </p:nvSpPr>
        <p:spPr>
          <a:xfrm>
            <a:off x="7406083" y="1908904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64F5752-A20E-CF8C-FA66-1849A3DC3BF6}"/>
              </a:ext>
            </a:extLst>
          </p:cNvPr>
          <p:cNvGrpSpPr/>
          <p:nvPr/>
        </p:nvGrpSpPr>
        <p:grpSpPr>
          <a:xfrm>
            <a:off x="6575970" y="2033770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A26EA2FC-E1D4-C0A6-767F-0DB4ED6796A0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6BC999E7-0B6E-A2A8-F2EA-22A27E194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7B971E22-B9A4-CA5D-43AF-31039DAECF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110909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28522C52-0E9F-3567-79B0-77984FA98B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167386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82EE2EAF-D336-14EB-9FD9-7932C51B06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232343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026E69DF-9EA6-415B-C6CB-B44A61B542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322404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EE561863-91CD-63AA-9DCC-9657ECBCAFE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298419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611DF865-0570-771C-17AE-C5458B3B55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165924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51E7A517-CE34-C627-B79D-AD2B661C66B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3943254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AF4DDC5B-D9ED-F884-7604-34223233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E5807EDB-4530-1E87-BE09-64B1CF17CC2C}"/>
              </a:ext>
            </a:extLst>
          </p:cNvPr>
          <p:cNvGrpSpPr/>
          <p:nvPr/>
        </p:nvGrpSpPr>
        <p:grpSpPr>
          <a:xfrm>
            <a:off x="-4771" y="4945556"/>
            <a:ext cx="12224115" cy="1934352"/>
            <a:chOff x="-4771" y="4945556"/>
            <a:chExt cx="12224115" cy="193435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75D99F1-D83E-1885-9D7C-8606BF2B7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4771" y="4945556"/>
              <a:ext cx="12224115" cy="1925986"/>
            </a:xfrm>
            <a:prstGeom prst="rect">
              <a:avLst/>
            </a:prstGeom>
          </p:spPr>
        </p:pic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CBA14BD3-CF49-E3B1-68E7-7159F16EB3EF}"/>
                </a:ext>
              </a:extLst>
            </p:cNvPr>
            <p:cNvGrpSpPr/>
            <p:nvPr/>
          </p:nvGrpSpPr>
          <p:grpSpPr>
            <a:xfrm>
              <a:off x="2050742" y="6646555"/>
              <a:ext cx="2175029" cy="233353"/>
              <a:chOff x="2050742" y="6646555"/>
              <a:chExt cx="2175029" cy="233353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2CC6D53E-66EA-636A-BBB3-3CB43581B8E5}"/>
                  </a:ext>
                </a:extLst>
              </p:cNvPr>
              <p:cNvSpPr/>
              <p:nvPr/>
            </p:nvSpPr>
            <p:spPr>
              <a:xfrm>
                <a:off x="2050742" y="6662692"/>
                <a:ext cx="2175029" cy="213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6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3A797B0C-1338-44A4-5583-7A670D36F2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000"/>
              <a:stretch>
                <a:fillRect/>
              </a:stretch>
            </p:blipFill>
            <p:spPr>
              <a:xfrm>
                <a:off x="2736204" y="6646555"/>
                <a:ext cx="804103" cy="233353"/>
              </a:xfrm>
              <a:prstGeom prst="rect">
                <a:avLst/>
              </a:prstGeom>
            </p:spPr>
          </p:pic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D00A0D8D-E793-AF2D-A308-18DDA28D3C81}"/>
                </a:ext>
              </a:extLst>
            </p:cNvPr>
            <p:cNvGrpSpPr/>
            <p:nvPr/>
          </p:nvGrpSpPr>
          <p:grpSpPr>
            <a:xfrm>
              <a:off x="8174882" y="6644936"/>
              <a:ext cx="2399335" cy="213064"/>
              <a:chOff x="8174882" y="6644936"/>
              <a:chExt cx="2399335" cy="213064"/>
            </a:xfrm>
          </p:grpSpPr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FD21BFA7-B3CF-AADC-7B49-9692FBCF92E4}"/>
                  </a:ext>
                </a:extLst>
              </p:cNvPr>
              <p:cNvSpPr/>
              <p:nvPr/>
            </p:nvSpPr>
            <p:spPr>
              <a:xfrm>
                <a:off x="8174882" y="6644936"/>
                <a:ext cx="2399335" cy="213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6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Imagen 19">
                <a:extLst>
                  <a:ext uri="{FF2B5EF4-FFF2-40B4-BE49-F238E27FC236}">
                    <a16:creationId xmlns:a16="http://schemas.microsoft.com/office/drawing/2014/main" id="{9E36C86F-6020-D1FA-DA08-0D14C1836E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80261" y="6653794"/>
                <a:ext cx="799558" cy="195347"/>
              </a:xfrm>
              <a:prstGeom prst="rect">
                <a:avLst/>
              </a:prstGeom>
            </p:spPr>
          </p:pic>
        </p:grpSp>
      </p:grp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8F3A54B7-52C8-5A6C-6EF6-AAFCA4753A75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8B58A7AA-4137-5819-01E2-E56E9221912E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B9E451B-197E-BB5A-6A32-01846F78072A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66FAD60-C6F7-87B7-5504-E410E9403D77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238E6996-B5AA-F440-D9DB-68BC5C1398F7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F3565CA9-7BB5-0ECB-7F84-F290AE8AB79E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D1D6BDA-9BF2-5EBA-7280-EE5B7EEE5163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F2DB339-6789-4301-E020-F6366B295306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F9EC1B-5A11-DE58-96E5-7A849E232456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5A0FFD8B-4FC6-EAC8-180A-C86D52200C94}"/>
              </a:ext>
            </a:extLst>
          </p:cNvPr>
          <p:cNvGrpSpPr/>
          <p:nvPr/>
        </p:nvGrpSpPr>
        <p:grpSpPr>
          <a:xfrm>
            <a:off x="1607825" y="1009012"/>
            <a:ext cx="4237363" cy="3678091"/>
            <a:chOff x="1607825" y="1009012"/>
            <a:chExt cx="4237363" cy="3678091"/>
          </a:xfrm>
        </p:grpSpPr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5F64F5F4-66D5-85E6-BB40-5CA90E1F5DE7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9" name="Arco 8">
                <a:extLst>
                  <a:ext uri="{FF2B5EF4-FFF2-40B4-BE49-F238E27FC236}">
                    <a16:creationId xmlns:a16="http://schemas.microsoft.com/office/drawing/2014/main" id="{BB8A21CD-BFD5-98CF-BA2C-81E35A9D10D9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0" name="Arco 9">
                <a:extLst>
                  <a:ext uri="{FF2B5EF4-FFF2-40B4-BE49-F238E27FC236}">
                    <a16:creationId xmlns:a16="http://schemas.microsoft.com/office/drawing/2014/main" id="{93A7BFAB-72AC-1C7F-D926-85775D414FE7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BF48AC12-A064-6E62-CD8D-79DC667701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733368"/>
                <a:ext cx="593100" cy="3693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BB22CC8F-7D40-49D8-17D4-3C5BE1A50D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7491" y="1738238"/>
                <a:ext cx="0" cy="47206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Arco 18">
                <a:extLst>
                  <a:ext uri="{FF2B5EF4-FFF2-40B4-BE49-F238E27FC236}">
                    <a16:creationId xmlns:a16="http://schemas.microsoft.com/office/drawing/2014/main" id="{895F48EE-5031-9828-4DE2-EE245D426EC8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1" name="Arco 20">
                <a:extLst>
                  <a:ext uri="{FF2B5EF4-FFF2-40B4-BE49-F238E27FC236}">
                    <a16:creationId xmlns:a16="http://schemas.microsoft.com/office/drawing/2014/main" id="{BB8DEF70-DAA4-C03E-79FB-4BA50D184A97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2" name="Arco 21">
                <a:extLst>
                  <a:ext uri="{FF2B5EF4-FFF2-40B4-BE49-F238E27FC236}">
                    <a16:creationId xmlns:a16="http://schemas.microsoft.com/office/drawing/2014/main" id="{1BE6BD41-2EB2-FF99-A40F-A646EA416D30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3" name="Arco 22">
                <a:extLst>
                  <a:ext uri="{FF2B5EF4-FFF2-40B4-BE49-F238E27FC236}">
                    <a16:creationId xmlns:a16="http://schemas.microsoft.com/office/drawing/2014/main" id="{A29AE4DA-485C-9BFF-1301-2725D3EDEE52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5DA979A3-EA90-C947-D012-C1232B945A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E45FA02E-FC27-C9C0-6B4B-323499A3F7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Arco 38">
              <a:extLst>
                <a:ext uri="{FF2B5EF4-FFF2-40B4-BE49-F238E27FC236}">
                  <a16:creationId xmlns:a16="http://schemas.microsoft.com/office/drawing/2014/main" id="{67E493F2-CC57-35C9-24B3-57394C45BE30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627991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B8F2F3A1-6861-BCC9-5FEB-5C1149E16FEA}"/>
              </a:ext>
            </a:extLst>
          </p:cNvPr>
          <p:cNvGrpSpPr/>
          <p:nvPr/>
        </p:nvGrpSpPr>
        <p:grpSpPr>
          <a:xfrm flipH="1">
            <a:off x="6365519" y="1066899"/>
            <a:ext cx="4237363" cy="3678091"/>
            <a:chOff x="1607825" y="1009012"/>
            <a:chExt cx="4237363" cy="3678091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1AD5BB97-9A0C-FB68-9C2F-254B13D63B70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67" name="Arco 66">
                <a:extLst>
                  <a:ext uri="{FF2B5EF4-FFF2-40B4-BE49-F238E27FC236}">
                    <a16:creationId xmlns:a16="http://schemas.microsoft.com/office/drawing/2014/main" id="{8AD35256-9F05-F5DE-82B5-5EA760C94CFD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69" name="Arco 68">
                <a:extLst>
                  <a:ext uri="{FF2B5EF4-FFF2-40B4-BE49-F238E27FC236}">
                    <a16:creationId xmlns:a16="http://schemas.microsoft.com/office/drawing/2014/main" id="{F83F566C-2C85-40D7-173A-4C92EFF4D28B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AD46198D-9E17-A8DA-467D-BE943A8389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677360"/>
                <a:ext cx="547037" cy="31295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B1AA99A2-3C2F-F2AB-85E8-ACE28F0750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77491" y="1675481"/>
                <a:ext cx="0" cy="53482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Arco 74">
                <a:extLst>
                  <a:ext uri="{FF2B5EF4-FFF2-40B4-BE49-F238E27FC236}">
                    <a16:creationId xmlns:a16="http://schemas.microsoft.com/office/drawing/2014/main" id="{EA70160F-D267-A398-34DC-A5527824161A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6" name="Arco 75">
                <a:extLst>
                  <a:ext uri="{FF2B5EF4-FFF2-40B4-BE49-F238E27FC236}">
                    <a16:creationId xmlns:a16="http://schemas.microsoft.com/office/drawing/2014/main" id="{2E674D55-C6FF-AE1A-1601-87FE40B29495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7" name="Arco 76">
                <a:extLst>
                  <a:ext uri="{FF2B5EF4-FFF2-40B4-BE49-F238E27FC236}">
                    <a16:creationId xmlns:a16="http://schemas.microsoft.com/office/drawing/2014/main" id="{8E48534F-3A39-975F-1ECF-7426719C6AC2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8" name="Arco 77">
                <a:extLst>
                  <a:ext uri="{FF2B5EF4-FFF2-40B4-BE49-F238E27FC236}">
                    <a16:creationId xmlns:a16="http://schemas.microsoft.com/office/drawing/2014/main" id="{4BFD4C7C-C0AF-4466-9A35-ACFAA4EF1698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EBC48DE4-C16A-6933-0F79-4B393EE85D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87AAFB48-ACFD-6099-781B-FF9988EA99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Arco 62">
              <a:extLst>
                <a:ext uri="{FF2B5EF4-FFF2-40B4-BE49-F238E27FC236}">
                  <a16:creationId xmlns:a16="http://schemas.microsoft.com/office/drawing/2014/main" id="{52607CE9-656C-55BD-C83A-F9999DAF6E08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374384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923967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5D40880-8475-C0C4-6CA8-939F57D7F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7A53803E-BDB7-B971-7DC3-637F34C90006}"/>
              </a:ext>
            </a:extLst>
          </p:cNvPr>
          <p:cNvSpPr/>
          <p:nvPr/>
        </p:nvSpPr>
        <p:spPr>
          <a:xfrm flipV="1">
            <a:off x="9424725" y="2411446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58A6DF82-A3DC-B4CF-75D8-A97CBBFE017F}"/>
              </a:ext>
            </a:extLst>
          </p:cNvPr>
          <p:cNvSpPr/>
          <p:nvPr/>
        </p:nvSpPr>
        <p:spPr>
          <a:xfrm flipV="1">
            <a:off x="6147588" y="2705351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3D2BD16F-B91A-771F-A54D-995BEBC54745}"/>
              </a:ext>
            </a:extLst>
          </p:cNvPr>
          <p:cNvSpPr/>
          <p:nvPr/>
        </p:nvSpPr>
        <p:spPr>
          <a:xfrm flipV="1">
            <a:off x="6566414" y="3994755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ED15E8C6-0EB6-ACC5-0161-22D95D94287C}"/>
              </a:ext>
            </a:extLst>
          </p:cNvPr>
          <p:cNvSpPr/>
          <p:nvPr/>
        </p:nvSpPr>
        <p:spPr>
          <a:xfrm flipV="1">
            <a:off x="8148903" y="2733871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A4B963FC-C8FC-44AE-8DAE-0D5DF5C36766}"/>
              </a:ext>
            </a:extLst>
          </p:cNvPr>
          <p:cNvSpPr/>
          <p:nvPr/>
        </p:nvSpPr>
        <p:spPr>
          <a:xfrm flipV="1">
            <a:off x="11003808" y="2733871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DD9A063F-8729-3DB4-BA87-F080A9648692}"/>
              </a:ext>
            </a:extLst>
          </p:cNvPr>
          <p:cNvSpPr/>
          <p:nvPr/>
        </p:nvSpPr>
        <p:spPr>
          <a:xfrm flipV="1">
            <a:off x="9418761" y="4009001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1A679F5F-A242-99D7-6F83-3E5FAD3EDFDC}"/>
              </a:ext>
            </a:extLst>
          </p:cNvPr>
          <p:cNvSpPr/>
          <p:nvPr/>
        </p:nvSpPr>
        <p:spPr>
          <a:xfrm flipV="1">
            <a:off x="6547904" y="2385374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99E08AC8-2066-76BE-45C6-68ADCE8064EE}"/>
              </a:ext>
            </a:extLst>
          </p:cNvPr>
          <p:cNvSpPr/>
          <p:nvPr/>
        </p:nvSpPr>
        <p:spPr>
          <a:xfrm flipV="1">
            <a:off x="8151462" y="2733872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68436FF2-E194-99DC-74E2-55345232B242}"/>
              </a:ext>
            </a:extLst>
          </p:cNvPr>
          <p:cNvSpPr/>
          <p:nvPr/>
        </p:nvSpPr>
        <p:spPr>
          <a:xfrm flipV="1">
            <a:off x="8320716" y="4066293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00277D6D-B76D-152C-8C45-985D4F940F54}"/>
              </a:ext>
            </a:extLst>
          </p:cNvPr>
          <p:cNvSpPr/>
          <p:nvPr/>
        </p:nvSpPr>
        <p:spPr>
          <a:xfrm flipV="1">
            <a:off x="9587979" y="2786631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B7070C6F-A7E8-2EA4-112F-E557890351F2}"/>
              </a:ext>
            </a:extLst>
          </p:cNvPr>
          <p:cNvSpPr/>
          <p:nvPr/>
        </p:nvSpPr>
        <p:spPr>
          <a:xfrm flipV="1">
            <a:off x="11051613" y="4146310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C2639D14-CAC5-CA0F-205F-7DE380C647C8}"/>
              </a:ext>
            </a:extLst>
          </p:cNvPr>
          <p:cNvSpPr/>
          <p:nvPr/>
        </p:nvSpPr>
        <p:spPr>
          <a:xfrm flipV="1">
            <a:off x="9467845" y="4050617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BE202B5D-10D4-1E17-2BFD-33834299A3A6}"/>
              </a:ext>
            </a:extLst>
          </p:cNvPr>
          <p:cNvSpPr/>
          <p:nvPr/>
        </p:nvSpPr>
        <p:spPr>
          <a:xfrm flipV="1">
            <a:off x="8200582" y="2775472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7A8EF05-A400-0374-F6CB-3A60211CD02A}"/>
              </a:ext>
            </a:extLst>
          </p:cNvPr>
          <p:cNvSpPr txBox="1"/>
          <p:nvPr/>
        </p:nvSpPr>
        <p:spPr>
          <a:xfrm rot="18698352">
            <a:off x="8495995" y="3362790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B2B719A-AB02-27A6-F403-631BF76B6079}"/>
              </a:ext>
            </a:extLst>
          </p:cNvPr>
          <p:cNvSpPr txBox="1"/>
          <p:nvPr/>
        </p:nvSpPr>
        <p:spPr>
          <a:xfrm rot="2875983">
            <a:off x="10828217" y="2841246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A4A2BFF-3D75-4C4A-59A9-E2B12D099270}"/>
              </a:ext>
            </a:extLst>
          </p:cNvPr>
          <p:cNvSpPr txBox="1"/>
          <p:nvPr/>
        </p:nvSpPr>
        <p:spPr>
          <a:xfrm>
            <a:off x="9933275" y="4238832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A2B9D3B-019D-0B96-2BFE-74E66FD1F80C}"/>
              </a:ext>
            </a:extLst>
          </p:cNvPr>
          <p:cNvSpPr txBox="1"/>
          <p:nvPr/>
        </p:nvSpPr>
        <p:spPr>
          <a:xfrm rot="2606566">
            <a:off x="8296423" y="3007500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F5F6BE3-5167-15FC-8E5E-0BBB539279E0}"/>
              </a:ext>
            </a:extLst>
          </p:cNvPr>
          <p:cNvSpPr txBox="1"/>
          <p:nvPr/>
        </p:nvSpPr>
        <p:spPr>
          <a:xfrm rot="18717501">
            <a:off x="6287541" y="2699193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4AF4AF1-7661-4EAA-8767-D1E72465B896}"/>
              </a:ext>
            </a:extLst>
          </p:cNvPr>
          <p:cNvSpPr txBox="1"/>
          <p:nvPr/>
        </p:nvSpPr>
        <p:spPr>
          <a:xfrm>
            <a:off x="7332597" y="4240737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2EF20AD-E592-F92C-AFC0-A5AA96EB9E7F}"/>
              </a:ext>
            </a:extLst>
          </p:cNvPr>
          <p:cNvSpPr txBox="1"/>
          <p:nvPr/>
        </p:nvSpPr>
        <p:spPr>
          <a:xfrm>
            <a:off x="7014715" y="2926105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5575DF9E-32A8-C0D4-0F1D-D94DE816DA13}"/>
              </a:ext>
            </a:extLst>
          </p:cNvPr>
          <p:cNvSpPr txBox="1"/>
          <p:nvPr/>
        </p:nvSpPr>
        <p:spPr>
          <a:xfrm>
            <a:off x="9884305" y="2904424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10AD841-D0A9-FEFA-AFEF-74A8635FB05C}"/>
              </a:ext>
            </a:extLst>
          </p:cNvPr>
          <p:cNvGrpSpPr/>
          <p:nvPr/>
        </p:nvGrpSpPr>
        <p:grpSpPr>
          <a:xfrm>
            <a:off x="9265039" y="2899528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0F2F934E-0524-4E77-CDAB-3FA7AD7AD9F9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CBE06B5F-C6C0-D529-E8BB-7B6D351A8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989B9F18-BED5-02F6-D02F-4D7D62DBCC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3576777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55EEC1C2-4404-7F64-9E91-D35435319A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3612287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D69AA44F-3EE3-BD88-0E1F-9B1F1C5A94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3653128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EEB2F05D-62CA-E72E-8569-359A41280F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2452258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14876CC2-77BB-BB85-AEDB-65C08F7FEDA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437177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1A2397F8-984A-3E55-77BF-DF0EFA5336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3611367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A505F510-D36B-5C34-AF6C-986E8A5999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100112"/>
            <a:ext cx="299116" cy="299116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66105D55-0874-89BB-D2D4-495B344F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1A8E2E5C-A04F-CD6D-EF22-9EFA9F6552D9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4CC6243-3D32-BD5D-A457-22BEA07DE4A5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EEC6B6A-6451-0B73-794B-E1706305E033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EF16D5A-CEC5-F92C-52EB-857A0E14AE28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B10C10B6-7A27-0119-EE78-D4AFEE7C57F7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240E65A-6B4A-7776-241C-7224FA76CF7E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C55F2A-5726-95E5-DDCF-9325EB77E5F1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02607CB2-E5F9-024B-2C1D-CC24D9974B95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7A6B935F-2CAB-F52C-B7CD-A57FEA247219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06F901E-C135-7CEC-4A0D-9A501066DC5B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A3653A69-CD66-1B36-827F-F7331C05D2BF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195679F9-D6A8-2C99-BACA-965A886B9DEF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A176055-6418-5ECF-4618-73A3EB43A0C2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8513B4CF-158D-DC41-F0F9-133482824E2E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5F2C0365-CC98-0DFA-8A4B-BD8649CA8309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68F79C-B671-314B-CB94-72F135CC9173}"/>
              </a:ext>
            </a:extLst>
          </p:cNvPr>
          <p:cNvSpPr txBox="1"/>
          <p:nvPr/>
        </p:nvSpPr>
        <p:spPr>
          <a:xfrm>
            <a:off x="568888" y="2092986"/>
            <a:ext cx="4235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CC23A6B-EC5C-39B5-FCB6-DED932FB6CFC}"/>
              </a:ext>
            </a:extLst>
          </p:cNvPr>
          <p:cNvSpPr txBox="1"/>
          <p:nvPr/>
        </p:nvSpPr>
        <p:spPr>
          <a:xfrm>
            <a:off x="568887" y="2664495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2FF51F-F26E-B154-EA13-E7024447027D}"/>
              </a:ext>
            </a:extLst>
          </p:cNvPr>
          <p:cNvSpPr txBox="1"/>
          <p:nvPr/>
        </p:nvSpPr>
        <p:spPr>
          <a:xfrm>
            <a:off x="568887" y="3280048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DDDFC8F-DA69-31E6-72B0-A905923F348C}"/>
              </a:ext>
            </a:extLst>
          </p:cNvPr>
          <p:cNvSpPr txBox="1"/>
          <p:nvPr/>
        </p:nvSpPr>
        <p:spPr>
          <a:xfrm>
            <a:off x="568886" y="3847387"/>
            <a:ext cx="4366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AD3474D-22AB-3A93-D8AD-652108073C18}"/>
              </a:ext>
            </a:extLst>
          </p:cNvPr>
          <p:cNvSpPr txBox="1"/>
          <p:nvPr/>
        </p:nvSpPr>
        <p:spPr>
          <a:xfrm>
            <a:off x="568886" y="4414726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5267FAA-74E3-3F33-5DB1-039B1ECC580E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29455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9BA70CA-3DEC-0E00-0DDA-8F935F87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34C792C5-745B-9269-AA63-8D6F4A8C4FBC}"/>
              </a:ext>
            </a:extLst>
          </p:cNvPr>
          <p:cNvSpPr/>
          <p:nvPr/>
        </p:nvSpPr>
        <p:spPr>
          <a:xfrm flipV="1">
            <a:off x="9424725" y="2411446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6CAE8FA4-B0B2-F1CE-3366-15DE8B4B7E28}"/>
              </a:ext>
            </a:extLst>
          </p:cNvPr>
          <p:cNvSpPr/>
          <p:nvPr/>
        </p:nvSpPr>
        <p:spPr>
          <a:xfrm flipV="1">
            <a:off x="6147588" y="2705351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F6BF427F-350D-1AEA-8DA3-6DCDDF1A58EB}"/>
              </a:ext>
            </a:extLst>
          </p:cNvPr>
          <p:cNvSpPr/>
          <p:nvPr/>
        </p:nvSpPr>
        <p:spPr>
          <a:xfrm flipV="1">
            <a:off x="6566414" y="3994755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AFD08FE1-75A2-24CD-649B-8A5438EF7EF7}"/>
              </a:ext>
            </a:extLst>
          </p:cNvPr>
          <p:cNvSpPr/>
          <p:nvPr/>
        </p:nvSpPr>
        <p:spPr>
          <a:xfrm flipV="1">
            <a:off x="8148903" y="2733871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F8600247-BF82-3BAC-DBDE-C8DAD67655BB}"/>
              </a:ext>
            </a:extLst>
          </p:cNvPr>
          <p:cNvSpPr/>
          <p:nvPr/>
        </p:nvSpPr>
        <p:spPr>
          <a:xfrm flipV="1">
            <a:off x="11003808" y="2733871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87A19614-7EEA-A231-90E2-9B2443866F2D}"/>
              </a:ext>
            </a:extLst>
          </p:cNvPr>
          <p:cNvSpPr/>
          <p:nvPr/>
        </p:nvSpPr>
        <p:spPr>
          <a:xfrm flipV="1">
            <a:off x="9418761" y="4009001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FFC000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AD80C6F6-168A-319E-A799-74BF4B628A44}"/>
              </a:ext>
            </a:extLst>
          </p:cNvPr>
          <p:cNvSpPr/>
          <p:nvPr/>
        </p:nvSpPr>
        <p:spPr>
          <a:xfrm flipV="1">
            <a:off x="6547904" y="2385374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2DA8DC76-D45A-2963-B31A-9CF2E6B5B9F1}"/>
              </a:ext>
            </a:extLst>
          </p:cNvPr>
          <p:cNvSpPr/>
          <p:nvPr/>
        </p:nvSpPr>
        <p:spPr>
          <a:xfrm flipV="1">
            <a:off x="8151462" y="2733872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A1AC315B-12E4-CBAD-6097-8D00B327AC47}"/>
              </a:ext>
            </a:extLst>
          </p:cNvPr>
          <p:cNvSpPr/>
          <p:nvPr/>
        </p:nvSpPr>
        <p:spPr>
          <a:xfrm flipV="1">
            <a:off x="8320716" y="4066293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EF93872F-F7F0-930B-B9BE-937B69F579F9}"/>
              </a:ext>
            </a:extLst>
          </p:cNvPr>
          <p:cNvSpPr/>
          <p:nvPr/>
        </p:nvSpPr>
        <p:spPr>
          <a:xfrm flipV="1">
            <a:off x="9587979" y="2786631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9BE0464B-A7E1-9627-CB12-4CDC2B37E01D}"/>
              </a:ext>
            </a:extLst>
          </p:cNvPr>
          <p:cNvSpPr/>
          <p:nvPr/>
        </p:nvSpPr>
        <p:spPr>
          <a:xfrm flipV="1">
            <a:off x="11051613" y="4146310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85BB268B-C3DC-C7E6-44CC-03D281D2FDAB}"/>
              </a:ext>
            </a:extLst>
          </p:cNvPr>
          <p:cNvSpPr/>
          <p:nvPr/>
        </p:nvSpPr>
        <p:spPr>
          <a:xfrm flipV="1">
            <a:off x="9467845" y="4050617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AAC9ECBE-999F-3FB5-AE2F-143652DC1FC6}"/>
              </a:ext>
            </a:extLst>
          </p:cNvPr>
          <p:cNvSpPr/>
          <p:nvPr/>
        </p:nvSpPr>
        <p:spPr>
          <a:xfrm flipV="1">
            <a:off x="8200582" y="2775472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87EA5E57-99BD-860A-4C27-78BB85C97E61}"/>
              </a:ext>
            </a:extLst>
          </p:cNvPr>
          <p:cNvSpPr txBox="1"/>
          <p:nvPr/>
        </p:nvSpPr>
        <p:spPr>
          <a:xfrm rot="18698352">
            <a:off x="8495995" y="3362790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52EEEDE-D3DA-DBC4-4D72-817719FE579B}"/>
              </a:ext>
            </a:extLst>
          </p:cNvPr>
          <p:cNvSpPr txBox="1"/>
          <p:nvPr/>
        </p:nvSpPr>
        <p:spPr>
          <a:xfrm rot="2875983">
            <a:off x="10828217" y="2841246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FEB23118-2BA7-1DAA-DC78-890B00F2E42D}"/>
              </a:ext>
            </a:extLst>
          </p:cNvPr>
          <p:cNvSpPr txBox="1"/>
          <p:nvPr/>
        </p:nvSpPr>
        <p:spPr>
          <a:xfrm>
            <a:off x="9933275" y="4238832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FE9691C-1C20-F719-B5FB-5E1CDDC8F129}"/>
              </a:ext>
            </a:extLst>
          </p:cNvPr>
          <p:cNvSpPr txBox="1"/>
          <p:nvPr/>
        </p:nvSpPr>
        <p:spPr>
          <a:xfrm rot="2606566">
            <a:off x="8296423" y="3007500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771B31C-A783-4529-94C8-DAD4CF7C6A67}"/>
              </a:ext>
            </a:extLst>
          </p:cNvPr>
          <p:cNvSpPr txBox="1"/>
          <p:nvPr/>
        </p:nvSpPr>
        <p:spPr>
          <a:xfrm rot="18717501">
            <a:off x="6287541" y="2699193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ACCC50E-96FE-BA38-C402-7D55FC7CE66F}"/>
              </a:ext>
            </a:extLst>
          </p:cNvPr>
          <p:cNvSpPr txBox="1"/>
          <p:nvPr/>
        </p:nvSpPr>
        <p:spPr>
          <a:xfrm>
            <a:off x="7332597" y="4240737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918454A-87F9-EBAB-21A2-E619F89E5E8C}"/>
              </a:ext>
            </a:extLst>
          </p:cNvPr>
          <p:cNvSpPr txBox="1"/>
          <p:nvPr/>
        </p:nvSpPr>
        <p:spPr>
          <a:xfrm>
            <a:off x="7014715" y="2926105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B8BB922-B716-2085-A90A-8F81A7BEFE54}"/>
              </a:ext>
            </a:extLst>
          </p:cNvPr>
          <p:cNvSpPr txBox="1"/>
          <p:nvPr/>
        </p:nvSpPr>
        <p:spPr>
          <a:xfrm>
            <a:off x="9884305" y="2904424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79D8FAD-318B-AA61-A78C-9BE738FBC1DA}"/>
              </a:ext>
            </a:extLst>
          </p:cNvPr>
          <p:cNvGrpSpPr/>
          <p:nvPr/>
        </p:nvGrpSpPr>
        <p:grpSpPr>
          <a:xfrm>
            <a:off x="9265039" y="2899528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A2DD1C8D-3A24-7169-5F5A-AA26EA4D53D0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761797A2-7F76-9DC5-1CA6-50B521AA0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D309DED7-EDA5-96FA-21CD-5D54FD3B05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3576777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669EC16F-191F-6D85-5B6F-9D24A41A0E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3612287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9510BA21-D970-E168-9D59-21D4498838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3653128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16DAB899-9B2B-64ED-E247-B0E09A5742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2452258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24F1D4F4-725D-320E-52CD-E7D2706DF5B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437177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DCBAECC8-E9C2-71AF-5911-EBCDF05808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3611367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5A9831C8-47C4-19A6-FCA2-F18A92034CA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100112"/>
            <a:ext cx="299116" cy="299116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3257D5A6-1A9D-35F3-33A2-514301F1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137336C-3051-82BA-9E1D-8C9AB250C6C6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ED0CA40-E314-0292-1618-3F9E42503471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19EF5B1-9683-D2CA-FBAA-B798A80360AC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D1AEF11-2C8A-3D33-7D62-2D43BBFA9841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EDBCB071-44DC-C672-EC9D-A216AA6EDA32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CF336B2-13DC-5032-BF14-08CFECA5A105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E413C5-9223-BBC9-6D26-95FD6C63AAFF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321B604D-7A27-1C60-528A-8C32A99BD737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0D7CBAE8-549C-D782-DF48-38F829E3DB8A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16528A58-3FB0-247D-F864-686BF037ACAE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2A9D2CA-2D26-7375-EAF3-72CD528D8DAB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A4B0CAC9-877F-A73F-EADB-7A901C102248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917363C6-502F-43D1-CE13-B27CA7695211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B5FD609B-34A8-9D96-8295-305E3B0116B2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16535CD-16B7-9683-BA78-F05A0AE06470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EFA9718-B02F-D7E3-4B68-444A78D88C5D}"/>
              </a:ext>
            </a:extLst>
          </p:cNvPr>
          <p:cNvSpPr txBox="1"/>
          <p:nvPr/>
        </p:nvSpPr>
        <p:spPr>
          <a:xfrm>
            <a:off x="568888" y="2092986"/>
            <a:ext cx="4235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929317-0867-9247-9ECB-F048AD0BFC6B}"/>
              </a:ext>
            </a:extLst>
          </p:cNvPr>
          <p:cNvSpPr txBox="1"/>
          <p:nvPr/>
        </p:nvSpPr>
        <p:spPr>
          <a:xfrm>
            <a:off x="568887" y="2664495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72C3C8B-FC3D-612F-626D-B02B512B1880}"/>
              </a:ext>
            </a:extLst>
          </p:cNvPr>
          <p:cNvSpPr txBox="1"/>
          <p:nvPr/>
        </p:nvSpPr>
        <p:spPr>
          <a:xfrm>
            <a:off x="568887" y="3280048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1155E4-5024-A058-0E9E-2492D9DF33A2}"/>
              </a:ext>
            </a:extLst>
          </p:cNvPr>
          <p:cNvSpPr txBox="1"/>
          <p:nvPr/>
        </p:nvSpPr>
        <p:spPr>
          <a:xfrm>
            <a:off x="568886" y="3847387"/>
            <a:ext cx="4366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1612A94-6DDF-1692-338C-4C94C3EA4756}"/>
              </a:ext>
            </a:extLst>
          </p:cNvPr>
          <p:cNvSpPr txBox="1"/>
          <p:nvPr/>
        </p:nvSpPr>
        <p:spPr>
          <a:xfrm>
            <a:off x="568886" y="4414726"/>
            <a:ext cx="42338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0C2AB6-699B-2A72-EFA7-9A00F5679006}"/>
              </a:ext>
            </a:extLst>
          </p:cNvPr>
          <p:cNvSpPr txBox="1"/>
          <p:nvPr/>
        </p:nvSpPr>
        <p:spPr>
          <a:xfrm>
            <a:off x="11827004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4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0D4F1A5-4F69-14CD-D8E1-78D6B2378EBD}"/>
              </a:ext>
            </a:extLst>
          </p:cNvPr>
          <p:cNvSpPr/>
          <p:nvPr/>
        </p:nvSpPr>
        <p:spPr>
          <a:xfrm>
            <a:off x="5387835" y="1262743"/>
            <a:ext cx="6695308" cy="4865914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9" name="Imagen 8" descr="Gráfico&#10;&#10;Descripción generada automáticamente">
            <a:extLst>
              <a:ext uri="{FF2B5EF4-FFF2-40B4-BE49-F238E27FC236}">
                <a16:creationId xmlns:a16="http://schemas.microsoft.com/office/drawing/2014/main" id="{BEA1DBDA-87AD-50E8-ADFC-0B49831E5E7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1" t="42136" b="12726"/>
          <a:stretch/>
        </p:blipFill>
        <p:spPr>
          <a:xfrm>
            <a:off x="6122505" y="1527173"/>
            <a:ext cx="5737859" cy="4438613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7DDBB186-0760-EC95-2628-17506479038A}"/>
              </a:ext>
            </a:extLst>
          </p:cNvPr>
          <p:cNvGrpSpPr/>
          <p:nvPr/>
        </p:nvGrpSpPr>
        <p:grpSpPr>
          <a:xfrm>
            <a:off x="5830770" y="2497799"/>
            <a:ext cx="5976649" cy="2448337"/>
            <a:chOff x="5830770" y="2497799"/>
            <a:chExt cx="5976649" cy="2448337"/>
          </a:xfrm>
        </p:grpSpPr>
        <p:pic>
          <p:nvPicPr>
            <p:cNvPr id="22" name="Imagen 21" descr="Forma&#10;&#10;Descripción generada automáticamente">
              <a:extLst>
                <a:ext uri="{FF2B5EF4-FFF2-40B4-BE49-F238E27FC236}">
                  <a16:creationId xmlns:a16="http://schemas.microsoft.com/office/drawing/2014/main" id="{933F2128-5FDB-6CF6-3AC6-C136D8230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959"/>
            <a:stretch/>
          </p:blipFill>
          <p:spPr>
            <a:xfrm>
              <a:off x="5830770" y="2497799"/>
              <a:ext cx="2412074" cy="2091165"/>
            </a:xfrm>
            <a:prstGeom prst="rect">
              <a:avLst/>
            </a:prstGeom>
          </p:spPr>
        </p:pic>
        <p:pic>
          <p:nvPicPr>
            <p:cNvPr id="27" name="Imagen 26" descr="Forma&#10;&#10;Descripción generada automáticamente">
              <a:extLst>
                <a:ext uri="{FF2B5EF4-FFF2-40B4-BE49-F238E27FC236}">
                  <a16:creationId xmlns:a16="http://schemas.microsoft.com/office/drawing/2014/main" id="{238F6EF6-BF12-83EC-46BE-31BAA864B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959"/>
            <a:stretch/>
          </p:blipFill>
          <p:spPr>
            <a:xfrm>
              <a:off x="9034978" y="2497799"/>
              <a:ext cx="2412074" cy="2091165"/>
            </a:xfrm>
            <a:prstGeom prst="rect">
              <a:avLst/>
            </a:prstGeom>
          </p:spPr>
        </p:pic>
        <p:pic>
          <p:nvPicPr>
            <p:cNvPr id="28" name="Gráfico 27" descr="Pulgar hacia abajo con relleno sólido">
              <a:extLst>
                <a:ext uri="{FF2B5EF4-FFF2-40B4-BE49-F238E27FC236}">
                  <a16:creationId xmlns:a16="http://schemas.microsoft.com/office/drawing/2014/main" id="{0A88C5FA-F527-CF01-1BD3-0A975B02D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724511" y="4031736"/>
              <a:ext cx="914400" cy="914400"/>
            </a:xfrm>
            <a:prstGeom prst="rect">
              <a:avLst/>
            </a:prstGeom>
          </p:spPr>
        </p:pic>
        <p:pic>
          <p:nvPicPr>
            <p:cNvPr id="29" name="Gráfico 28" descr="Señal de pulgar hacia arriba  con relleno sólido">
              <a:extLst>
                <a:ext uri="{FF2B5EF4-FFF2-40B4-BE49-F238E27FC236}">
                  <a16:creationId xmlns:a16="http://schemas.microsoft.com/office/drawing/2014/main" id="{B02B0FB3-6102-EE87-F8A6-571359120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893019" y="3932954"/>
              <a:ext cx="914400" cy="914400"/>
            </a:xfrm>
            <a:prstGeom prst="rect">
              <a:avLst/>
            </a:prstGeom>
          </p:spPr>
        </p:pic>
      </p:grpSp>
      <p:pic>
        <p:nvPicPr>
          <p:cNvPr id="39" name="Imagen 38" descr="Dibujo animado de una persona&#10;&#10;El contenido generado por IA puede ser incorrecto.">
            <a:extLst>
              <a:ext uri="{FF2B5EF4-FFF2-40B4-BE49-F238E27FC236}">
                <a16:creationId xmlns:a16="http://schemas.microsoft.com/office/drawing/2014/main" id="{48767637-1E5B-801C-898C-4D9D78412CD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038" y="1547893"/>
            <a:ext cx="4267879" cy="435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01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