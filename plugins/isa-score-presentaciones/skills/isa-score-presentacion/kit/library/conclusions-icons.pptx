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2" r:id="rId4"/>
    <p:sldMasterId id="2147483741" r:id="rId11"/>
  </p:sldMasterIdLst>
  <p:notesMasterIdLst>
    <p:notesMasterId r:id="rId54"/>
  </p:notesMasterIdLst>
  <p:sldIdLst>
    <p:sldId id="256" r:id="rId1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ARVEY" id="{69C2311D-418E-054C-8B44-695FFBE02399}">
          <p14:sldIdLst>
            <p14:sldId id="1068"/>
            <p14:sldId id="1443"/>
            <p14:sldId id="1514"/>
            <p14:sldId id="1510"/>
            <p14:sldId id="1512"/>
            <p14:sldId id="1471"/>
            <p14:sldId id="1472"/>
            <p14:sldId id="1473"/>
            <p14:sldId id="1474"/>
            <p14:sldId id="1475"/>
            <p14:sldId id="1476"/>
            <p14:sldId id="1477"/>
            <p14:sldId id="1280"/>
            <p14:sldId id="1470"/>
            <p14:sldId id="1496"/>
            <p14:sldId id="1498"/>
            <p14:sldId id="1497"/>
            <p14:sldId id="1500"/>
            <p14:sldId id="1469"/>
            <p14:sldId id="1502"/>
            <p14:sldId id="1463"/>
            <p14:sldId id="1464"/>
            <p14:sldId id="1358"/>
            <p14:sldId id="1366"/>
            <p14:sldId id="1489"/>
            <p14:sldId id="1490"/>
            <p14:sldId id="1491"/>
            <p14:sldId id="1492"/>
            <p14:sldId id="1493"/>
            <p14:sldId id="1494"/>
            <p14:sldId id="1495"/>
            <p14:sldId id="1503"/>
            <p14:sldId id="1466"/>
            <p14:sldId id="1509"/>
            <p14:sldId id="1505"/>
            <p14:sldId id="1478"/>
            <p14:sldId id="1506"/>
            <p14:sldId id="1508"/>
            <p14:sldId id="1507"/>
            <p14:sldId id="1277"/>
            <p14:sldId id="1486"/>
            <p14:sldId id="1487"/>
            <p14:sldId id="1480"/>
            <p14:sldId id="1281"/>
            <p14:sldId id="1282"/>
            <p14:sldId id="1485"/>
            <p14:sldId id="1488"/>
            <p14:sldId id="1513"/>
            <p14:sldId id="123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NUEL RESINAS ARIAS DE REYNA" initials="MRADR" lastIdx="13" clrIdx="0">
    <p:extLst>
      <p:ext uri="{19B8F6BF-5375-455C-9EA6-DF929625EA0E}">
        <p15:presenceInfo xmlns:p15="http://schemas.microsoft.com/office/powerpoint/2012/main" userId="S::resinas@us.es::03212896-fb2f-4e95-9dcf-71df1a9d8c3f" providerId="AD"/>
      </p:ext>
    </p:extLst>
  </p:cmAuthor>
  <p:cmAuthor id="2" name="MARIA SALAS URBANO" initials="MSU" lastIdx="3" clrIdx="1">
    <p:extLst>
      <p:ext uri="{19B8F6BF-5375-455C-9EA6-DF929625EA0E}">
        <p15:presenceInfo xmlns:p15="http://schemas.microsoft.com/office/powerpoint/2012/main" userId="MARIA SALAS URBANO" providerId="None"/>
      </p:ext>
    </p:extLst>
  </p:cmAuthor>
  <p:cmAuthor id="3" name="CRISTINA CABANILLAS MACIAS" initials="CCM" lastIdx="1" clrIdx="2">
    <p:extLst>
      <p:ext uri="{19B8F6BF-5375-455C-9EA6-DF929625EA0E}">
        <p15:presenceInfo xmlns:p15="http://schemas.microsoft.com/office/powerpoint/2012/main" userId="S::cristinacabanillas@us.es::4532e087-6711-4360-a25b-0477b7cdd7f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1B3F"/>
    <a:srgbClr val="000000"/>
    <a:srgbClr val="9DD8E9"/>
    <a:srgbClr val="31859C"/>
    <a:srgbClr val="FFC68C"/>
    <a:srgbClr val="FFEEA3"/>
    <a:srgbClr val="68A5AB"/>
    <a:srgbClr val="DEBCDA"/>
    <a:srgbClr val="87999C"/>
    <a:srgbClr val="FF9D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767"/>
    <p:restoredTop sz="89066" autoAdjust="0"/>
  </p:normalViewPr>
  <p:slideViewPr>
    <p:cSldViewPr snapToGrid="0">
      <p:cViewPr varScale="1">
        <p:scale>
          <a:sx n="139" d="100"/>
          <a:sy n="139" d="100"/>
        </p:scale>
        <p:origin x="200" y="3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Master" Target="slideMasters/slideMaster2.xml"/><Relationship Id="rId12" Type="http://schemas.openxmlformats.org/officeDocument/2006/relationships/slide" Target="slides/slide1.xml"/><Relationship Id="rId54" Type="http://schemas.openxmlformats.org/officeDocument/2006/relationships/notesMaster" Target="notesMasters/notesMaster1.xml"/><Relationship Id="rId55" Type="http://schemas.openxmlformats.org/officeDocument/2006/relationships/commentAuthors" Target="commentAuthors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7E1B5A-6D1D-4424-B231-BA9578D043E9}" type="datetimeFigureOut">
              <a:rPr lang="es-ES" smtClean="0"/>
              <a:t>10/6/26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DB20BF-CB95-4761-9F17-69DD67B574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5290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eg"/><Relationship Id="rId3" Type="http://schemas.openxmlformats.org/officeDocument/2006/relationships/image" Target="../media/image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2747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AFCF6-EFA1-9446-8881-BC6657C215F2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38806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imagen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997765"/>
            <a:ext cx="12192000" cy="58602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1388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BD8D-0E47-C747-9A57-FEF8A3D0819A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99880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77D6-0971-FA40-A670-383B7DB29D60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58079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arriba y aba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947340"/>
            <a:ext cx="10972800" cy="28511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3798462"/>
            <a:ext cx="10972800" cy="29438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9485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C0E6A-D9EE-0441-88E9-DAF705FD65AB}" type="datetime1">
              <a:rPr lang="es-ES" smtClean="0"/>
              <a:t>10/6/26</a:t>
            </a:fld>
            <a:endParaRPr lang="en-GB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61624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3304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558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2" indent="0">
              <a:buNone/>
              <a:defRPr sz="2800"/>
            </a:lvl2pPr>
            <a:lvl3pPr marL="914364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1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3E56-88EC-654C-B949-97EB307B43C5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70371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4859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ral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21013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75799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grande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433643"/>
            <a:ext cx="12192000" cy="1580728"/>
          </a:xfrm>
          <a:solidFill>
            <a:schemeClr val="tx1">
              <a:alpha val="34000"/>
            </a:schemeClr>
          </a:solidFill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46570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41133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ítulo y objetos encima del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4417" y="152400"/>
            <a:ext cx="10752667" cy="762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24419" y="1196975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24419" y="3865564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32135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28446" y="1544637"/>
            <a:ext cx="7127052" cy="2321807"/>
          </a:xfrm>
          <a:noFill/>
        </p:spPr>
        <p:txBody>
          <a:bodyPr/>
          <a:lstStyle>
            <a:lvl1pPr>
              <a:defRPr sz="4000" cap="none">
                <a:solidFill>
                  <a:schemeClr val="tx2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28446" y="4069645"/>
            <a:ext cx="7127052" cy="17526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6368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289954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9" descr="http://ftp.us.es/ftp/pub/Logos/marca-dos-tintas_300.gif"/>
          <p:cNvSpPr>
            <a:spLocks noChangeAspect="1" noChangeArrowheads="1"/>
          </p:cNvSpPr>
          <p:nvPr userDrawn="1"/>
        </p:nvSpPr>
        <p:spPr bwMode="auto">
          <a:xfrm>
            <a:off x="5545667" y="5645150"/>
            <a:ext cx="406400" cy="304800"/>
          </a:xfrm>
          <a:prstGeom prst="rect">
            <a:avLst/>
          </a:prstGeom>
          <a:noFill/>
        </p:spPr>
        <p:txBody>
          <a:bodyPr/>
          <a:lstStyle/>
          <a:p>
            <a:endParaRPr lang="es-ES" sz="1620"/>
          </a:p>
        </p:txBody>
      </p:sp>
    </p:spTree>
    <p:extLst>
      <p:ext uri="{BB962C8B-B14F-4D97-AF65-F5344CB8AC3E}">
        <p14:creationId xmlns:p14="http://schemas.microsoft.com/office/powerpoint/2010/main" val="12871468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33047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75799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289954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imagen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997765"/>
            <a:ext cx="12192000" cy="58602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13886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C0E6A-D9EE-0441-88E9-DAF705FD65AB}" type="datetime1">
              <a:rPr lang="es-ES" smtClean="0"/>
              <a:t>1/4/25</a:t>
            </a:fld>
            <a:endParaRPr lang="en-GB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616243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ral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210134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28446" y="1544637"/>
            <a:ext cx="7127052" cy="2321807"/>
          </a:xfrm>
          <a:noFill/>
        </p:spPr>
        <p:txBody>
          <a:bodyPr/>
          <a:lstStyle>
            <a:lvl1pPr>
              <a:defRPr sz="4000" cap="none">
                <a:solidFill>
                  <a:schemeClr val="tx2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28446" y="4069645"/>
            <a:ext cx="7127052" cy="17526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63683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AFCF6-EFA1-9446-8881-BC6657C215F2}" type="datetime1">
              <a:rPr lang="es-ES" smtClean="0"/>
              <a:t>1/4/25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3880639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ítulo y objetos encima del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4417" y="152400"/>
            <a:ext cx="10752667" cy="762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24419" y="1196975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24419" y="3865564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321358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274784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arriba y aba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947340"/>
            <a:ext cx="10972800" cy="28511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3798462"/>
            <a:ext cx="10972800" cy="29438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94856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48596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77D6-0971-FA40-A670-383B7DB29D60}" type="datetime1">
              <a:rPr lang="es-ES" smtClean="0"/>
              <a:t>1/4/25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5807930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411339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2" indent="0">
              <a:buNone/>
              <a:defRPr sz="2800"/>
            </a:lvl2pPr>
            <a:lvl3pPr marL="914364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1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3E56-88EC-654C-B949-97EB307B43C5}" type="datetime1">
              <a:rPr lang="es-ES" smtClean="0"/>
              <a:t>1/4/25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7037119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9" descr="http://ftp.us.es/ftp/pub/Logos/marca-dos-tintas_300.gif"/>
          <p:cNvSpPr>
            <a:spLocks noChangeAspect="1" noChangeArrowheads="1"/>
          </p:cNvSpPr>
          <p:nvPr userDrawn="1"/>
        </p:nvSpPr>
        <p:spPr bwMode="auto">
          <a:xfrm>
            <a:off x="5545667" y="5645150"/>
            <a:ext cx="406400" cy="304800"/>
          </a:xfrm>
          <a:prstGeom prst="rect">
            <a:avLst/>
          </a:prstGeom>
          <a:noFill/>
        </p:spPr>
        <p:txBody>
          <a:bodyPr/>
          <a:lstStyle/>
          <a:p>
            <a:endParaRPr lang="es-ES" sz="1620"/>
          </a:p>
        </p:txBody>
      </p:sp>
    </p:spTree>
    <p:extLst>
      <p:ext uri="{BB962C8B-B14F-4D97-AF65-F5344CB8AC3E}">
        <p14:creationId xmlns:p14="http://schemas.microsoft.com/office/powerpoint/2010/main" val="12871468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BD8D-0E47-C747-9A57-FEF8A3D0819A}" type="datetime1">
              <a:rPr lang="es-ES" smtClean="0"/>
              <a:t>1/4/25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9988005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55866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grande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433643"/>
            <a:ext cx="12192000" cy="1580728"/>
          </a:xfrm>
          <a:solidFill>
            <a:schemeClr val="tx1">
              <a:alpha val="34000"/>
            </a:schemeClr>
          </a:solidFill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465700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5.xml"/><Relationship Id="rId20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33562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9D3B6-3A05-794A-B623-4160B776B823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3130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21" r:id="rId19"/>
  </p:sldLayoutIdLst>
  <p:hf sldNum="0" hdr="0" ftr="0" dt="0"/>
  <p:txStyles>
    <p:titleStyle>
      <a:lvl1pPr algn="ctr" defTabSz="457182" rtl="0" eaLnBrk="1" latinLnBrk="0" hangingPunct="1">
        <a:spcBef>
          <a:spcPct val="0"/>
        </a:spcBef>
        <a:buNone/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342887" indent="-342887" algn="l" defTabSz="457182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742920" indent="-285738" algn="l" defTabSz="457182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14295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136" indent="-228590" algn="l" defTabSz="457182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317" indent="-228590" algn="l" defTabSz="457182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499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33562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9D3B6-3A05-794A-B623-4160B776B823}" type="datetime1">
              <a:rPr lang="es-ES" smtClean="0"/>
              <a:t>1/4/25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3130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  <p:sldLayoutId id="2147483734" r:id="rId13"/>
    <p:sldLayoutId id="2147483735" r:id="rId14"/>
    <p:sldLayoutId id="2147483736" r:id="rId15"/>
    <p:sldLayoutId id="2147483737" r:id="rId16"/>
    <p:sldLayoutId id="2147483738" r:id="rId17"/>
    <p:sldLayoutId id="2147483739" r:id="rId18"/>
    <p:sldLayoutId id="2147483740" r:id="rId19"/>
  </p:sldLayoutIdLst>
  <p:hf sldNum="0" hdr="0" ftr="0" dt="0"/>
  <p:txStyles>
    <p:titleStyle>
      <a:lvl1pPr algn="ctr" defTabSz="457182" rtl="0" eaLnBrk="1" latinLnBrk="0" hangingPunct="1">
        <a:spcBef>
          <a:spcPct val="0"/>
        </a:spcBef>
        <a:buNone/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342887" indent="-342887" algn="l" defTabSz="457182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742920" indent="-285738" algn="l" defTabSz="457182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14295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136" indent="-228590" algn="l" defTabSz="457182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317" indent="-228590" algn="l" defTabSz="457182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499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F4222159-6E76-4AFD-CCF8-12AF52D4B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4F5CA5-72F0-4098-C2D3-75EEB51BE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Conclusions</a:t>
            </a:r>
            <a:endParaRPr lang="es-ES" dirty="0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712D3465-3188-7330-C99A-CDCDCDA5764F}"/>
              </a:ext>
            </a:extLst>
          </p:cNvPr>
          <p:cNvGrpSpPr/>
          <p:nvPr/>
        </p:nvGrpSpPr>
        <p:grpSpPr>
          <a:xfrm>
            <a:off x="4674238" y="2148675"/>
            <a:ext cx="3193087" cy="2343465"/>
            <a:chOff x="3649918" y="2252848"/>
            <a:chExt cx="2279176" cy="1830242"/>
          </a:xfrm>
        </p:grpSpPr>
        <p:sp>
          <p:nvSpPr>
            <p:cNvPr id="7" name="Google Shape;136;p7">
              <a:extLst>
                <a:ext uri="{FF2B5EF4-FFF2-40B4-BE49-F238E27FC236}">
                  <a16:creationId xmlns:a16="http://schemas.microsoft.com/office/drawing/2014/main" id="{C543424E-BADB-749E-0C3B-5758D7CB3C21}"/>
                </a:ext>
              </a:extLst>
            </p:cNvPr>
            <p:cNvSpPr txBox="1">
              <a:spLocks/>
            </p:cNvSpPr>
            <p:nvPr/>
          </p:nvSpPr>
          <p:spPr>
            <a:xfrm>
              <a:off x="3649918" y="2967091"/>
              <a:ext cx="2279176" cy="1115999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ES" sz="2400" dirty="0" err="1">
                  <a:latin typeface="Barlow" pitchFamily="2" charset="77"/>
                </a:rPr>
                <a:t>Abstraction</a:t>
              </a:r>
              <a:r>
                <a:rPr lang="es-ES" sz="2400" dirty="0">
                  <a:latin typeface="Barlow" pitchFamily="2" charset="77"/>
                </a:rPr>
                <a:t> and </a:t>
              </a:r>
              <a:r>
                <a:rPr lang="es-ES" sz="2400" dirty="0" err="1">
                  <a:latin typeface="Barlow" pitchFamily="2" charset="77"/>
                </a:rPr>
                <a:t>servitization</a:t>
              </a:r>
              <a:endParaRPr lang="en-US" sz="2400" dirty="0">
                <a:latin typeface="Barlow" pitchFamily="2" charset="77"/>
              </a:endParaRPr>
            </a:p>
          </p:txBody>
        </p:sp>
        <p:grpSp>
          <p:nvGrpSpPr>
            <p:cNvPr id="8" name="Grupo 7">
              <a:extLst>
                <a:ext uri="{FF2B5EF4-FFF2-40B4-BE49-F238E27FC236}">
                  <a16:creationId xmlns:a16="http://schemas.microsoft.com/office/drawing/2014/main" id="{FA189B08-C8E3-4671-43DC-0B8862135782}"/>
                </a:ext>
              </a:extLst>
            </p:cNvPr>
            <p:cNvGrpSpPr/>
            <p:nvPr/>
          </p:nvGrpSpPr>
          <p:grpSpPr>
            <a:xfrm>
              <a:off x="3728689" y="2252848"/>
              <a:ext cx="634620" cy="634620"/>
              <a:chOff x="3511183" y="1993516"/>
              <a:chExt cx="634620" cy="634620"/>
            </a:xfrm>
          </p:grpSpPr>
          <p:grpSp>
            <p:nvGrpSpPr>
              <p:cNvPr id="9" name="Grupo 8">
                <a:extLst>
                  <a:ext uri="{FF2B5EF4-FFF2-40B4-BE49-F238E27FC236}">
                    <a16:creationId xmlns:a16="http://schemas.microsoft.com/office/drawing/2014/main" id="{44EAA180-A7E2-EEE2-68FA-666B1744C28C}"/>
                  </a:ext>
                </a:extLst>
              </p:cNvPr>
              <p:cNvGrpSpPr/>
              <p:nvPr/>
            </p:nvGrpSpPr>
            <p:grpSpPr>
              <a:xfrm>
                <a:off x="3511183" y="1993516"/>
                <a:ext cx="634620" cy="634620"/>
                <a:chOff x="3511183" y="1993516"/>
                <a:chExt cx="634620" cy="634620"/>
              </a:xfrm>
            </p:grpSpPr>
            <p:sp>
              <p:nvSpPr>
                <p:cNvPr id="18" name="Rectángulo: una sola esquina redondeada 46">
                  <a:extLst>
                    <a:ext uri="{FF2B5EF4-FFF2-40B4-BE49-F238E27FC236}">
                      <a16:creationId xmlns:a16="http://schemas.microsoft.com/office/drawing/2014/main" id="{BCE97757-89AD-990A-45C8-FD64BDB942E3}"/>
                    </a:ext>
                  </a:extLst>
                </p:cNvPr>
                <p:cNvSpPr/>
                <p:nvPr/>
              </p:nvSpPr>
              <p:spPr>
                <a:xfrm>
                  <a:off x="3511183" y="1993516"/>
                  <a:ext cx="634620" cy="634620"/>
                </a:xfrm>
                <a:prstGeom prst="round1Rect">
                  <a:avLst>
                    <a:gd name="adj" fmla="val 31721"/>
                  </a:avLst>
                </a:prstGeom>
                <a:solidFill>
                  <a:srgbClr val="A8003B"/>
                </a:solidFill>
                <a:ln>
                  <a:solidFill>
                    <a:srgbClr val="7A002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9" name="Freeform 34">
                  <a:extLst>
                    <a:ext uri="{FF2B5EF4-FFF2-40B4-BE49-F238E27FC236}">
                      <a16:creationId xmlns:a16="http://schemas.microsoft.com/office/drawing/2014/main" id="{E4921687-A648-35BE-9F0E-334FB2C7F41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3631643" y="2143497"/>
                  <a:ext cx="393700" cy="395288"/>
                </a:xfrm>
                <a:custGeom>
                  <a:avLst/>
                  <a:gdLst>
                    <a:gd name="T0" fmla="*/ 9518 w 10143"/>
                    <a:gd name="T1" fmla="*/ 0 h 10143"/>
                    <a:gd name="T2" fmla="*/ 625 w 10143"/>
                    <a:gd name="T3" fmla="*/ 0 h 10143"/>
                    <a:gd name="T4" fmla="*/ 0 w 10143"/>
                    <a:gd name="T5" fmla="*/ 626 h 10143"/>
                    <a:gd name="T6" fmla="*/ 0 w 10143"/>
                    <a:gd name="T7" fmla="*/ 7295 h 10143"/>
                    <a:gd name="T8" fmla="*/ 625 w 10143"/>
                    <a:gd name="T9" fmla="*/ 7920 h 10143"/>
                    <a:gd name="T10" fmla="*/ 4129 w 10143"/>
                    <a:gd name="T11" fmla="*/ 7920 h 10143"/>
                    <a:gd name="T12" fmla="*/ 4129 w 10143"/>
                    <a:gd name="T13" fmla="*/ 9846 h 10143"/>
                    <a:gd name="T14" fmla="*/ 3801 w 10143"/>
                    <a:gd name="T15" fmla="*/ 9846 h 10143"/>
                    <a:gd name="T16" fmla="*/ 3652 w 10143"/>
                    <a:gd name="T17" fmla="*/ 9995 h 10143"/>
                    <a:gd name="T18" fmla="*/ 3801 w 10143"/>
                    <a:gd name="T19" fmla="*/ 10143 h 10143"/>
                    <a:gd name="T20" fmla="*/ 6342 w 10143"/>
                    <a:gd name="T21" fmla="*/ 10143 h 10143"/>
                    <a:gd name="T22" fmla="*/ 6491 w 10143"/>
                    <a:gd name="T23" fmla="*/ 9995 h 10143"/>
                    <a:gd name="T24" fmla="*/ 6342 w 10143"/>
                    <a:gd name="T25" fmla="*/ 9846 h 10143"/>
                    <a:gd name="T26" fmla="*/ 6014 w 10143"/>
                    <a:gd name="T27" fmla="*/ 9846 h 10143"/>
                    <a:gd name="T28" fmla="*/ 6014 w 10143"/>
                    <a:gd name="T29" fmla="*/ 7920 h 10143"/>
                    <a:gd name="T30" fmla="*/ 9518 w 10143"/>
                    <a:gd name="T31" fmla="*/ 7920 h 10143"/>
                    <a:gd name="T32" fmla="*/ 10143 w 10143"/>
                    <a:gd name="T33" fmla="*/ 7295 h 10143"/>
                    <a:gd name="T34" fmla="*/ 10143 w 10143"/>
                    <a:gd name="T35" fmla="*/ 626 h 10143"/>
                    <a:gd name="T36" fmla="*/ 9518 w 10143"/>
                    <a:gd name="T37" fmla="*/ 0 h 10143"/>
                    <a:gd name="T38" fmla="*/ 5717 w 10143"/>
                    <a:gd name="T39" fmla="*/ 9846 h 10143"/>
                    <a:gd name="T40" fmla="*/ 4426 w 10143"/>
                    <a:gd name="T41" fmla="*/ 9846 h 10143"/>
                    <a:gd name="T42" fmla="*/ 4426 w 10143"/>
                    <a:gd name="T43" fmla="*/ 7920 h 10143"/>
                    <a:gd name="T44" fmla="*/ 5717 w 10143"/>
                    <a:gd name="T45" fmla="*/ 7920 h 10143"/>
                    <a:gd name="T46" fmla="*/ 5717 w 10143"/>
                    <a:gd name="T47" fmla="*/ 9846 h 10143"/>
                    <a:gd name="T48" fmla="*/ 9845 w 10143"/>
                    <a:gd name="T49" fmla="*/ 6352 h 10143"/>
                    <a:gd name="T50" fmla="*/ 8585 w 10143"/>
                    <a:gd name="T51" fmla="*/ 6352 h 10143"/>
                    <a:gd name="T52" fmla="*/ 8436 w 10143"/>
                    <a:gd name="T53" fmla="*/ 6501 h 10143"/>
                    <a:gd name="T54" fmla="*/ 8585 w 10143"/>
                    <a:gd name="T55" fmla="*/ 6650 h 10143"/>
                    <a:gd name="T56" fmla="*/ 9845 w 10143"/>
                    <a:gd name="T57" fmla="*/ 6650 h 10143"/>
                    <a:gd name="T58" fmla="*/ 9845 w 10143"/>
                    <a:gd name="T59" fmla="*/ 7295 h 10143"/>
                    <a:gd name="T60" fmla="*/ 9518 w 10143"/>
                    <a:gd name="T61" fmla="*/ 7623 h 10143"/>
                    <a:gd name="T62" fmla="*/ 625 w 10143"/>
                    <a:gd name="T63" fmla="*/ 7623 h 10143"/>
                    <a:gd name="T64" fmla="*/ 298 w 10143"/>
                    <a:gd name="T65" fmla="*/ 7295 h 10143"/>
                    <a:gd name="T66" fmla="*/ 298 w 10143"/>
                    <a:gd name="T67" fmla="*/ 6650 h 10143"/>
                    <a:gd name="T68" fmla="*/ 7870 w 10143"/>
                    <a:gd name="T69" fmla="*/ 6650 h 10143"/>
                    <a:gd name="T70" fmla="*/ 8019 w 10143"/>
                    <a:gd name="T71" fmla="*/ 6501 h 10143"/>
                    <a:gd name="T72" fmla="*/ 7870 w 10143"/>
                    <a:gd name="T73" fmla="*/ 6352 h 10143"/>
                    <a:gd name="T74" fmla="*/ 298 w 10143"/>
                    <a:gd name="T75" fmla="*/ 6352 h 10143"/>
                    <a:gd name="T76" fmla="*/ 298 w 10143"/>
                    <a:gd name="T77" fmla="*/ 1251 h 10143"/>
                    <a:gd name="T78" fmla="*/ 9845 w 10143"/>
                    <a:gd name="T79" fmla="*/ 1251 h 10143"/>
                    <a:gd name="T80" fmla="*/ 9845 w 10143"/>
                    <a:gd name="T81" fmla="*/ 6352 h 10143"/>
                    <a:gd name="T82" fmla="*/ 9845 w 10143"/>
                    <a:gd name="T83" fmla="*/ 953 h 10143"/>
                    <a:gd name="T84" fmla="*/ 298 w 10143"/>
                    <a:gd name="T85" fmla="*/ 953 h 10143"/>
                    <a:gd name="T86" fmla="*/ 298 w 10143"/>
                    <a:gd name="T87" fmla="*/ 626 h 10143"/>
                    <a:gd name="T88" fmla="*/ 625 w 10143"/>
                    <a:gd name="T89" fmla="*/ 298 h 10143"/>
                    <a:gd name="T90" fmla="*/ 9518 w 10143"/>
                    <a:gd name="T91" fmla="*/ 298 h 10143"/>
                    <a:gd name="T92" fmla="*/ 9845 w 10143"/>
                    <a:gd name="T93" fmla="*/ 626 h 10143"/>
                    <a:gd name="T94" fmla="*/ 9845 w 10143"/>
                    <a:gd name="T95" fmla="*/ 953 h 10143"/>
                    <a:gd name="T96" fmla="*/ 9845 w 10143"/>
                    <a:gd name="T97" fmla="*/ 953 h 101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10143" h="10143">
                      <a:moveTo>
                        <a:pt x="9518" y="0"/>
                      </a:moveTo>
                      <a:lnTo>
                        <a:pt x="625" y="0"/>
                      </a:lnTo>
                      <a:cubicBezTo>
                        <a:pt x="281" y="0"/>
                        <a:pt x="0" y="281"/>
                        <a:pt x="0" y="626"/>
                      </a:cubicBezTo>
                      <a:lnTo>
                        <a:pt x="0" y="7295"/>
                      </a:lnTo>
                      <a:cubicBezTo>
                        <a:pt x="0" y="7640"/>
                        <a:pt x="281" y="7920"/>
                        <a:pt x="625" y="7920"/>
                      </a:cubicBezTo>
                      <a:lnTo>
                        <a:pt x="4129" y="7920"/>
                      </a:lnTo>
                      <a:lnTo>
                        <a:pt x="4129" y="9846"/>
                      </a:lnTo>
                      <a:lnTo>
                        <a:pt x="3801" y="9846"/>
                      </a:lnTo>
                      <a:cubicBezTo>
                        <a:pt x="3719" y="9846"/>
                        <a:pt x="3652" y="9912"/>
                        <a:pt x="3652" y="9995"/>
                      </a:cubicBezTo>
                      <a:cubicBezTo>
                        <a:pt x="3652" y="10077"/>
                        <a:pt x="3719" y="10143"/>
                        <a:pt x="3801" y="10143"/>
                      </a:cubicBezTo>
                      <a:lnTo>
                        <a:pt x="6342" y="10143"/>
                      </a:lnTo>
                      <a:cubicBezTo>
                        <a:pt x="6424" y="10143"/>
                        <a:pt x="6491" y="10077"/>
                        <a:pt x="6491" y="9995"/>
                      </a:cubicBezTo>
                      <a:cubicBezTo>
                        <a:pt x="6491" y="9912"/>
                        <a:pt x="6424" y="9846"/>
                        <a:pt x="6342" y="9846"/>
                      </a:cubicBezTo>
                      <a:lnTo>
                        <a:pt x="6014" y="9846"/>
                      </a:lnTo>
                      <a:lnTo>
                        <a:pt x="6014" y="7920"/>
                      </a:lnTo>
                      <a:lnTo>
                        <a:pt x="9518" y="7920"/>
                      </a:lnTo>
                      <a:cubicBezTo>
                        <a:pt x="9863" y="7920"/>
                        <a:pt x="10143" y="7640"/>
                        <a:pt x="10143" y="7295"/>
                      </a:cubicBezTo>
                      <a:lnTo>
                        <a:pt x="10143" y="626"/>
                      </a:lnTo>
                      <a:cubicBezTo>
                        <a:pt x="10143" y="281"/>
                        <a:pt x="9863" y="0"/>
                        <a:pt x="9518" y="0"/>
                      </a:cubicBezTo>
                      <a:close/>
                      <a:moveTo>
                        <a:pt x="5717" y="9846"/>
                      </a:moveTo>
                      <a:lnTo>
                        <a:pt x="4426" y="9846"/>
                      </a:lnTo>
                      <a:lnTo>
                        <a:pt x="4426" y="7920"/>
                      </a:lnTo>
                      <a:lnTo>
                        <a:pt x="5717" y="7920"/>
                      </a:lnTo>
                      <a:lnTo>
                        <a:pt x="5717" y="9846"/>
                      </a:lnTo>
                      <a:close/>
                      <a:moveTo>
                        <a:pt x="9845" y="6352"/>
                      </a:moveTo>
                      <a:lnTo>
                        <a:pt x="8585" y="6352"/>
                      </a:lnTo>
                      <a:cubicBezTo>
                        <a:pt x="8503" y="6352"/>
                        <a:pt x="8436" y="6419"/>
                        <a:pt x="8436" y="6501"/>
                      </a:cubicBezTo>
                      <a:cubicBezTo>
                        <a:pt x="8436" y="6583"/>
                        <a:pt x="8503" y="6650"/>
                        <a:pt x="8585" y="6650"/>
                      </a:cubicBezTo>
                      <a:lnTo>
                        <a:pt x="9845" y="6650"/>
                      </a:lnTo>
                      <a:lnTo>
                        <a:pt x="9845" y="7295"/>
                      </a:lnTo>
                      <a:cubicBezTo>
                        <a:pt x="9845" y="7476"/>
                        <a:pt x="9698" y="7623"/>
                        <a:pt x="9518" y="7623"/>
                      </a:cubicBezTo>
                      <a:lnTo>
                        <a:pt x="625" y="7623"/>
                      </a:lnTo>
                      <a:cubicBezTo>
                        <a:pt x="445" y="7623"/>
                        <a:pt x="298" y="7476"/>
                        <a:pt x="298" y="7295"/>
                      </a:cubicBezTo>
                      <a:lnTo>
                        <a:pt x="298" y="6650"/>
                      </a:lnTo>
                      <a:lnTo>
                        <a:pt x="7870" y="6650"/>
                      </a:lnTo>
                      <a:cubicBezTo>
                        <a:pt x="7953" y="6650"/>
                        <a:pt x="8019" y="6583"/>
                        <a:pt x="8019" y="6501"/>
                      </a:cubicBezTo>
                      <a:cubicBezTo>
                        <a:pt x="8019" y="6419"/>
                        <a:pt x="7953" y="6352"/>
                        <a:pt x="7870" y="6352"/>
                      </a:cubicBezTo>
                      <a:lnTo>
                        <a:pt x="298" y="6352"/>
                      </a:lnTo>
                      <a:lnTo>
                        <a:pt x="298" y="1251"/>
                      </a:lnTo>
                      <a:lnTo>
                        <a:pt x="9845" y="1251"/>
                      </a:lnTo>
                      <a:lnTo>
                        <a:pt x="9845" y="6352"/>
                      </a:lnTo>
                      <a:close/>
                      <a:moveTo>
                        <a:pt x="9845" y="953"/>
                      </a:moveTo>
                      <a:lnTo>
                        <a:pt x="298" y="953"/>
                      </a:lnTo>
                      <a:lnTo>
                        <a:pt x="298" y="626"/>
                      </a:lnTo>
                      <a:cubicBezTo>
                        <a:pt x="298" y="445"/>
                        <a:pt x="445" y="298"/>
                        <a:pt x="625" y="298"/>
                      </a:cubicBezTo>
                      <a:lnTo>
                        <a:pt x="9518" y="298"/>
                      </a:lnTo>
                      <a:cubicBezTo>
                        <a:pt x="9698" y="298"/>
                        <a:pt x="9845" y="445"/>
                        <a:pt x="9845" y="626"/>
                      </a:cubicBezTo>
                      <a:lnTo>
                        <a:pt x="9845" y="953"/>
                      </a:lnTo>
                      <a:close/>
                      <a:moveTo>
                        <a:pt x="9845" y="953"/>
                      </a:move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dirty="0"/>
                </a:p>
              </p:txBody>
            </p:sp>
          </p:grpSp>
          <p:sp>
            <p:nvSpPr>
              <p:cNvPr id="10" name="Freeform 35">
                <a:extLst>
                  <a:ext uri="{FF2B5EF4-FFF2-40B4-BE49-F238E27FC236}">
                    <a16:creationId xmlns:a16="http://schemas.microsoft.com/office/drawing/2014/main" id="{7E456B0E-798A-366A-DF72-6F93ACEF5EF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809443" y="2416547"/>
                <a:ext cx="36513" cy="11113"/>
              </a:xfrm>
              <a:custGeom>
                <a:avLst/>
                <a:gdLst>
                  <a:gd name="T0" fmla="*/ 784 w 933"/>
                  <a:gd name="T1" fmla="*/ 0 h 298"/>
                  <a:gd name="T2" fmla="*/ 149 w 933"/>
                  <a:gd name="T3" fmla="*/ 0 h 298"/>
                  <a:gd name="T4" fmla="*/ 0 w 933"/>
                  <a:gd name="T5" fmla="*/ 149 h 298"/>
                  <a:gd name="T6" fmla="*/ 149 w 933"/>
                  <a:gd name="T7" fmla="*/ 298 h 298"/>
                  <a:gd name="T8" fmla="*/ 784 w 933"/>
                  <a:gd name="T9" fmla="*/ 298 h 298"/>
                  <a:gd name="T10" fmla="*/ 933 w 933"/>
                  <a:gd name="T11" fmla="*/ 149 h 298"/>
                  <a:gd name="T12" fmla="*/ 784 w 933"/>
                  <a:gd name="T13" fmla="*/ 0 h 298"/>
                  <a:gd name="T14" fmla="*/ 784 w 933"/>
                  <a:gd name="T15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33" h="298">
                    <a:moveTo>
                      <a:pt x="784" y="0"/>
                    </a:moveTo>
                    <a:lnTo>
                      <a:pt x="149" y="0"/>
                    </a:lnTo>
                    <a:cubicBezTo>
                      <a:pt x="67" y="0"/>
                      <a:pt x="0" y="67"/>
                      <a:pt x="0" y="149"/>
                    </a:cubicBezTo>
                    <a:cubicBezTo>
                      <a:pt x="0" y="231"/>
                      <a:pt x="67" y="298"/>
                      <a:pt x="149" y="298"/>
                    </a:cubicBezTo>
                    <a:lnTo>
                      <a:pt x="784" y="298"/>
                    </a:lnTo>
                    <a:cubicBezTo>
                      <a:pt x="866" y="298"/>
                      <a:pt x="933" y="231"/>
                      <a:pt x="933" y="149"/>
                    </a:cubicBezTo>
                    <a:cubicBezTo>
                      <a:pt x="933" y="67"/>
                      <a:pt x="866" y="0"/>
                      <a:pt x="784" y="0"/>
                    </a:cubicBezTo>
                    <a:close/>
                    <a:moveTo>
                      <a:pt x="784" y="0"/>
                    </a:move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1" name="Freeform 36">
                <a:extLst>
                  <a:ext uri="{FF2B5EF4-FFF2-40B4-BE49-F238E27FC236}">
                    <a16:creationId xmlns:a16="http://schemas.microsoft.com/office/drawing/2014/main" id="{F8C43339-97F0-E339-3D53-AA545A2EB45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822143" y="2162547"/>
                <a:ext cx="11113" cy="11113"/>
              </a:xfrm>
              <a:custGeom>
                <a:avLst/>
                <a:gdLst>
                  <a:gd name="T0" fmla="*/ 297 w 297"/>
                  <a:gd name="T1" fmla="*/ 149 h 297"/>
                  <a:gd name="T2" fmla="*/ 149 w 297"/>
                  <a:gd name="T3" fmla="*/ 297 h 297"/>
                  <a:gd name="T4" fmla="*/ 0 w 297"/>
                  <a:gd name="T5" fmla="*/ 149 h 297"/>
                  <a:gd name="T6" fmla="*/ 149 w 297"/>
                  <a:gd name="T7" fmla="*/ 0 h 297"/>
                  <a:gd name="T8" fmla="*/ 297 w 297"/>
                  <a:gd name="T9" fmla="*/ 149 h 297"/>
                  <a:gd name="T10" fmla="*/ 297 w 297"/>
                  <a:gd name="T11" fmla="*/ 149 h 2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97" h="297">
                    <a:moveTo>
                      <a:pt x="297" y="149"/>
                    </a:moveTo>
                    <a:cubicBezTo>
                      <a:pt x="297" y="231"/>
                      <a:pt x="231" y="297"/>
                      <a:pt x="149" y="297"/>
                    </a:cubicBezTo>
                    <a:cubicBezTo>
                      <a:pt x="66" y="297"/>
                      <a:pt x="0" y="231"/>
                      <a:pt x="0" y="149"/>
                    </a:cubicBezTo>
                    <a:cubicBezTo>
                      <a:pt x="0" y="66"/>
                      <a:pt x="66" y="0"/>
                      <a:pt x="149" y="0"/>
                    </a:cubicBezTo>
                    <a:cubicBezTo>
                      <a:pt x="231" y="0"/>
                      <a:pt x="297" y="66"/>
                      <a:pt x="297" y="149"/>
                    </a:cubicBezTo>
                    <a:close/>
                    <a:moveTo>
                      <a:pt x="297" y="149"/>
                    </a:move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2" name="Freeform 37">
                <a:extLst>
                  <a:ext uri="{FF2B5EF4-FFF2-40B4-BE49-F238E27FC236}">
                    <a16:creationId xmlns:a16="http://schemas.microsoft.com/office/drawing/2014/main" id="{AD270263-A30B-EEA4-3E3F-F5826F3A690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91981" y="2280022"/>
                <a:ext cx="73025" cy="66675"/>
              </a:xfrm>
              <a:custGeom>
                <a:avLst/>
                <a:gdLst>
                  <a:gd name="T0" fmla="*/ 1419 w 1885"/>
                  <a:gd name="T1" fmla="*/ 0 h 1727"/>
                  <a:gd name="T2" fmla="*/ 466 w 1885"/>
                  <a:gd name="T3" fmla="*/ 0 h 1727"/>
                  <a:gd name="T4" fmla="*/ 0 w 1885"/>
                  <a:gd name="T5" fmla="*/ 466 h 1727"/>
                  <a:gd name="T6" fmla="*/ 0 w 1885"/>
                  <a:gd name="T7" fmla="*/ 1578 h 1727"/>
                  <a:gd name="T8" fmla="*/ 149 w 1885"/>
                  <a:gd name="T9" fmla="*/ 1727 h 1727"/>
                  <a:gd name="T10" fmla="*/ 1737 w 1885"/>
                  <a:gd name="T11" fmla="*/ 1727 h 1727"/>
                  <a:gd name="T12" fmla="*/ 1885 w 1885"/>
                  <a:gd name="T13" fmla="*/ 1578 h 1727"/>
                  <a:gd name="T14" fmla="*/ 1885 w 1885"/>
                  <a:gd name="T15" fmla="*/ 466 h 1727"/>
                  <a:gd name="T16" fmla="*/ 1419 w 1885"/>
                  <a:gd name="T17" fmla="*/ 0 h 1727"/>
                  <a:gd name="T18" fmla="*/ 1588 w 1885"/>
                  <a:gd name="T19" fmla="*/ 1429 h 1727"/>
                  <a:gd name="T20" fmla="*/ 297 w 1885"/>
                  <a:gd name="T21" fmla="*/ 1429 h 1727"/>
                  <a:gd name="T22" fmla="*/ 297 w 1885"/>
                  <a:gd name="T23" fmla="*/ 466 h 1727"/>
                  <a:gd name="T24" fmla="*/ 466 w 1885"/>
                  <a:gd name="T25" fmla="*/ 298 h 1727"/>
                  <a:gd name="T26" fmla="*/ 1419 w 1885"/>
                  <a:gd name="T27" fmla="*/ 298 h 1727"/>
                  <a:gd name="T28" fmla="*/ 1588 w 1885"/>
                  <a:gd name="T29" fmla="*/ 466 h 1727"/>
                  <a:gd name="T30" fmla="*/ 1588 w 1885"/>
                  <a:gd name="T31" fmla="*/ 1429 h 1727"/>
                  <a:gd name="T32" fmla="*/ 1588 w 1885"/>
                  <a:gd name="T33" fmla="*/ 1429 h 17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885" h="1727">
                    <a:moveTo>
                      <a:pt x="1419" y="0"/>
                    </a:moveTo>
                    <a:lnTo>
                      <a:pt x="466" y="0"/>
                    </a:lnTo>
                    <a:cubicBezTo>
                      <a:pt x="209" y="0"/>
                      <a:pt x="0" y="209"/>
                      <a:pt x="0" y="466"/>
                    </a:cubicBezTo>
                    <a:lnTo>
                      <a:pt x="0" y="1578"/>
                    </a:lnTo>
                    <a:cubicBezTo>
                      <a:pt x="0" y="1660"/>
                      <a:pt x="66" y="1727"/>
                      <a:pt x="149" y="1727"/>
                    </a:cubicBezTo>
                    <a:lnTo>
                      <a:pt x="1737" y="1727"/>
                    </a:lnTo>
                    <a:cubicBezTo>
                      <a:pt x="1819" y="1727"/>
                      <a:pt x="1885" y="1660"/>
                      <a:pt x="1885" y="1578"/>
                    </a:cubicBezTo>
                    <a:lnTo>
                      <a:pt x="1885" y="466"/>
                    </a:lnTo>
                    <a:cubicBezTo>
                      <a:pt x="1885" y="209"/>
                      <a:pt x="1676" y="0"/>
                      <a:pt x="1419" y="0"/>
                    </a:cubicBezTo>
                    <a:close/>
                    <a:moveTo>
                      <a:pt x="1588" y="1429"/>
                    </a:moveTo>
                    <a:lnTo>
                      <a:pt x="297" y="1429"/>
                    </a:lnTo>
                    <a:lnTo>
                      <a:pt x="297" y="466"/>
                    </a:lnTo>
                    <a:cubicBezTo>
                      <a:pt x="297" y="373"/>
                      <a:pt x="373" y="298"/>
                      <a:pt x="466" y="298"/>
                    </a:cubicBezTo>
                    <a:lnTo>
                      <a:pt x="1419" y="298"/>
                    </a:lnTo>
                    <a:cubicBezTo>
                      <a:pt x="1512" y="298"/>
                      <a:pt x="1588" y="373"/>
                      <a:pt x="1588" y="466"/>
                    </a:cubicBezTo>
                    <a:lnTo>
                      <a:pt x="1588" y="1429"/>
                    </a:lnTo>
                    <a:close/>
                    <a:moveTo>
                      <a:pt x="1588" y="1429"/>
                    </a:move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3" name="Freeform 38">
                <a:extLst>
                  <a:ext uri="{FF2B5EF4-FFF2-40B4-BE49-F238E27FC236}">
                    <a16:creationId xmlns:a16="http://schemas.microsoft.com/office/drawing/2014/main" id="{5C2EA488-3E3C-BB08-E557-6A2697593B4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84043" y="2218109"/>
                <a:ext cx="74613" cy="61913"/>
              </a:xfrm>
              <a:custGeom>
                <a:avLst/>
                <a:gdLst>
                  <a:gd name="T0" fmla="*/ 1121 w 1905"/>
                  <a:gd name="T1" fmla="*/ 0 h 1568"/>
                  <a:gd name="T2" fmla="*/ 23 w 1905"/>
                  <a:gd name="T3" fmla="*/ 748 h 1568"/>
                  <a:gd name="T4" fmla="*/ 168 w 1905"/>
                  <a:gd name="T5" fmla="*/ 933 h 1568"/>
                  <a:gd name="T6" fmla="*/ 351 w 1905"/>
                  <a:gd name="T7" fmla="*/ 933 h 1568"/>
                  <a:gd name="T8" fmla="*/ 1121 w 1905"/>
                  <a:gd name="T9" fmla="*/ 1568 h 1568"/>
                  <a:gd name="T10" fmla="*/ 1905 w 1905"/>
                  <a:gd name="T11" fmla="*/ 784 h 1568"/>
                  <a:gd name="T12" fmla="*/ 1121 w 1905"/>
                  <a:gd name="T13" fmla="*/ 0 h 1568"/>
                  <a:gd name="T14" fmla="*/ 1121 w 1905"/>
                  <a:gd name="T15" fmla="*/ 1270 h 1568"/>
                  <a:gd name="T16" fmla="*/ 658 w 1905"/>
                  <a:gd name="T17" fmla="*/ 933 h 1568"/>
                  <a:gd name="T18" fmla="*/ 1583 w 1905"/>
                  <a:gd name="T19" fmla="*/ 933 h 1568"/>
                  <a:gd name="T20" fmla="*/ 1121 w 1905"/>
                  <a:gd name="T21" fmla="*/ 1270 h 1568"/>
                  <a:gd name="T22" fmla="*/ 403 w 1905"/>
                  <a:gd name="T23" fmla="*/ 635 h 1568"/>
                  <a:gd name="T24" fmla="*/ 1121 w 1905"/>
                  <a:gd name="T25" fmla="*/ 298 h 1568"/>
                  <a:gd name="T26" fmla="*/ 1584 w 1905"/>
                  <a:gd name="T27" fmla="*/ 635 h 1568"/>
                  <a:gd name="T28" fmla="*/ 403 w 1905"/>
                  <a:gd name="T29" fmla="*/ 635 h 1568"/>
                  <a:gd name="T30" fmla="*/ 403 w 1905"/>
                  <a:gd name="T31" fmla="*/ 635 h 15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905" h="1568">
                    <a:moveTo>
                      <a:pt x="1121" y="0"/>
                    </a:moveTo>
                    <a:cubicBezTo>
                      <a:pt x="401" y="0"/>
                      <a:pt x="88" y="489"/>
                      <a:pt x="23" y="748"/>
                    </a:cubicBezTo>
                    <a:cubicBezTo>
                      <a:pt x="0" y="840"/>
                      <a:pt x="73" y="933"/>
                      <a:pt x="168" y="933"/>
                    </a:cubicBezTo>
                    <a:lnTo>
                      <a:pt x="351" y="933"/>
                    </a:lnTo>
                    <a:cubicBezTo>
                      <a:pt x="421" y="1294"/>
                      <a:pt x="739" y="1568"/>
                      <a:pt x="1121" y="1568"/>
                    </a:cubicBezTo>
                    <a:cubicBezTo>
                      <a:pt x="1553" y="1568"/>
                      <a:pt x="1905" y="1216"/>
                      <a:pt x="1905" y="784"/>
                    </a:cubicBezTo>
                    <a:cubicBezTo>
                      <a:pt x="1905" y="352"/>
                      <a:pt x="1553" y="0"/>
                      <a:pt x="1121" y="0"/>
                    </a:cubicBezTo>
                    <a:close/>
                    <a:moveTo>
                      <a:pt x="1121" y="1270"/>
                    </a:moveTo>
                    <a:cubicBezTo>
                      <a:pt x="904" y="1270"/>
                      <a:pt x="721" y="1128"/>
                      <a:pt x="658" y="933"/>
                    </a:cubicBezTo>
                    <a:lnTo>
                      <a:pt x="1583" y="933"/>
                    </a:lnTo>
                    <a:cubicBezTo>
                      <a:pt x="1520" y="1128"/>
                      <a:pt x="1337" y="1270"/>
                      <a:pt x="1121" y="1270"/>
                    </a:cubicBezTo>
                    <a:close/>
                    <a:moveTo>
                      <a:pt x="403" y="635"/>
                    </a:moveTo>
                    <a:cubicBezTo>
                      <a:pt x="507" y="484"/>
                      <a:pt x="717" y="298"/>
                      <a:pt x="1121" y="298"/>
                    </a:cubicBezTo>
                    <a:cubicBezTo>
                      <a:pt x="1337" y="298"/>
                      <a:pt x="1521" y="440"/>
                      <a:pt x="1584" y="635"/>
                    </a:cubicBezTo>
                    <a:lnTo>
                      <a:pt x="403" y="635"/>
                    </a:lnTo>
                    <a:close/>
                    <a:moveTo>
                      <a:pt x="403" y="635"/>
                    </a:move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4" name="Freeform 39">
                <a:extLst>
                  <a:ext uri="{FF2B5EF4-FFF2-40B4-BE49-F238E27FC236}">
                    <a16:creationId xmlns:a16="http://schemas.microsoft.com/office/drawing/2014/main" id="{4465E8E0-CA95-1507-CF08-62C01DEFD90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85631" y="2360984"/>
                <a:ext cx="30163" cy="11113"/>
              </a:xfrm>
              <a:custGeom>
                <a:avLst/>
                <a:gdLst>
                  <a:gd name="T0" fmla="*/ 625 w 774"/>
                  <a:gd name="T1" fmla="*/ 0 h 298"/>
                  <a:gd name="T2" fmla="*/ 149 w 774"/>
                  <a:gd name="T3" fmla="*/ 0 h 298"/>
                  <a:gd name="T4" fmla="*/ 0 w 774"/>
                  <a:gd name="T5" fmla="*/ 149 h 298"/>
                  <a:gd name="T6" fmla="*/ 149 w 774"/>
                  <a:gd name="T7" fmla="*/ 298 h 298"/>
                  <a:gd name="T8" fmla="*/ 625 w 774"/>
                  <a:gd name="T9" fmla="*/ 298 h 298"/>
                  <a:gd name="T10" fmla="*/ 774 w 774"/>
                  <a:gd name="T11" fmla="*/ 149 h 298"/>
                  <a:gd name="T12" fmla="*/ 625 w 774"/>
                  <a:gd name="T13" fmla="*/ 0 h 298"/>
                  <a:gd name="T14" fmla="*/ 625 w 774"/>
                  <a:gd name="T15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74" h="298">
                    <a:moveTo>
                      <a:pt x="625" y="0"/>
                    </a:moveTo>
                    <a:lnTo>
                      <a:pt x="149" y="0"/>
                    </a:lnTo>
                    <a:cubicBezTo>
                      <a:pt x="67" y="0"/>
                      <a:pt x="0" y="67"/>
                      <a:pt x="0" y="149"/>
                    </a:cubicBezTo>
                    <a:cubicBezTo>
                      <a:pt x="0" y="231"/>
                      <a:pt x="67" y="298"/>
                      <a:pt x="149" y="298"/>
                    </a:cubicBezTo>
                    <a:lnTo>
                      <a:pt x="625" y="298"/>
                    </a:lnTo>
                    <a:cubicBezTo>
                      <a:pt x="707" y="298"/>
                      <a:pt x="774" y="231"/>
                      <a:pt x="774" y="149"/>
                    </a:cubicBezTo>
                    <a:cubicBezTo>
                      <a:pt x="774" y="67"/>
                      <a:pt x="707" y="0"/>
                      <a:pt x="625" y="0"/>
                    </a:cubicBezTo>
                    <a:close/>
                    <a:moveTo>
                      <a:pt x="625" y="0"/>
                    </a:move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5" name="Freeform 40">
                <a:extLst>
                  <a:ext uri="{FF2B5EF4-FFF2-40B4-BE49-F238E27FC236}">
                    <a16:creationId xmlns:a16="http://schemas.microsoft.com/office/drawing/2014/main" id="{5EB47AC8-5257-D528-5C60-0DD9EC75A30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828493" y="2360984"/>
                <a:ext cx="42863" cy="11113"/>
              </a:xfrm>
              <a:custGeom>
                <a:avLst/>
                <a:gdLst>
                  <a:gd name="T0" fmla="*/ 943 w 1092"/>
                  <a:gd name="T1" fmla="*/ 0 h 298"/>
                  <a:gd name="T2" fmla="*/ 149 w 1092"/>
                  <a:gd name="T3" fmla="*/ 0 h 298"/>
                  <a:gd name="T4" fmla="*/ 0 w 1092"/>
                  <a:gd name="T5" fmla="*/ 149 h 298"/>
                  <a:gd name="T6" fmla="*/ 149 w 1092"/>
                  <a:gd name="T7" fmla="*/ 298 h 298"/>
                  <a:gd name="T8" fmla="*/ 943 w 1092"/>
                  <a:gd name="T9" fmla="*/ 298 h 298"/>
                  <a:gd name="T10" fmla="*/ 1092 w 1092"/>
                  <a:gd name="T11" fmla="*/ 149 h 298"/>
                  <a:gd name="T12" fmla="*/ 943 w 1092"/>
                  <a:gd name="T13" fmla="*/ 0 h 298"/>
                  <a:gd name="T14" fmla="*/ 943 w 1092"/>
                  <a:gd name="T15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92" h="298">
                    <a:moveTo>
                      <a:pt x="943" y="0"/>
                    </a:moveTo>
                    <a:lnTo>
                      <a:pt x="149" y="0"/>
                    </a:lnTo>
                    <a:cubicBezTo>
                      <a:pt x="67" y="0"/>
                      <a:pt x="0" y="67"/>
                      <a:pt x="0" y="149"/>
                    </a:cubicBezTo>
                    <a:cubicBezTo>
                      <a:pt x="0" y="231"/>
                      <a:pt x="67" y="298"/>
                      <a:pt x="149" y="298"/>
                    </a:cubicBezTo>
                    <a:lnTo>
                      <a:pt x="943" y="298"/>
                    </a:lnTo>
                    <a:cubicBezTo>
                      <a:pt x="1026" y="298"/>
                      <a:pt x="1092" y="231"/>
                      <a:pt x="1092" y="149"/>
                    </a:cubicBezTo>
                    <a:cubicBezTo>
                      <a:pt x="1092" y="67"/>
                      <a:pt x="1026" y="0"/>
                      <a:pt x="943" y="0"/>
                    </a:cubicBezTo>
                    <a:close/>
                    <a:moveTo>
                      <a:pt x="943" y="0"/>
                    </a:move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6" name="Freeform 41">
                <a:extLst>
                  <a:ext uri="{FF2B5EF4-FFF2-40B4-BE49-F238E27FC236}">
                    <a16:creationId xmlns:a16="http://schemas.microsoft.com/office/drawing/2014/main" id="{16C7076B-764B-C701-785B-56AF46A58D3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11043" y="2241922"/>
                <a:ext cx="68263" cy="106363"/>
              </a:xfrm>
              <a:custGeom>
                <a:avLst/>
                <a:gdLst>
                  <a:gd name="T0" fmla="*/ 1650 w 1763"/>
                  <a:gd name="T1" fmla="*/ 1104 h 2754"/>
                  <a:gd name="T2" fmla="*/ 697 w 1763"/>
                  <a:gd name="T3" fmla="*/ 151 h 2754"/>
                  <a:gd name="T4" fmla="*/ 150 w 1763"/>
                  <a:gd name="T5" fmla="*/ 151 h 2754"/>
                  <a:gd name="T6" fmla="*/ 150 w 1763"/>
                  <a:gd name="T7" fmla="*/ 699 h 2754"/>
                  <a:gd name="T8" fmla="*/ 829 w 1763"/>
                  <a:gd name="T9" fmla="*/ 1378 h 2754"/>
                  <a:gd name="T10" fmla="*/ 150 w 1763"/>
                  <a:gd name="T11" fmla="*/ 2057 h 2754"/>
                  <a:gd name="T12" fmla="*/ 150 w 1763"/>
                  <a:gd name="T13" fmla="*/ 2604 h 2754"/>
                  <a:gd name="T14" fmla="*/ 697 w 1763"/>
                  <a:gd name="T15" fmla="*/ 2604 h 2754"/>
                  <a:gd name="T16" fmla="*/ 1650 w 1763"/>
                  <a:gd name="T17" fmla="*/ 1652 h 2754"/>
                  <a:gd name="T18" fmla="*/ 1763 w 1763"/>
                  <a:gd name="T19" fmla="*/ 1378 h 2754"/>
                  <a:gd name="T20" fmla="*/ 1650 w 1763"/>
                  <a:gd name="T21" fmla="*/ 1104 h 2754"/>
                  <a:gd name="T22" fmla="*/ 1439 w 1763"/>
                  <a:gd name="T23" fmla="*/ 1441 h 2754"/>
                  <a:gd name="T24" fmla="*/ 486 w 1763"/>
                  <a:gd name="T25" fmla="*/ 2394 h 2754"/>
                  <a:gd name="T26" fmla="*/ 360 w 1763"/>
                  <a:gd name="T27" fmla="*/ 2394 h 2754"/>
                  <a:gd name="T28" fmla="*/ 360 w 1763"/>
                  <a:gd name="T29" fmla="*/ 2268 h 2754"/>
                  <a:gd name="T30" fmla="*/ 1144 w 1763"/>
                  <a:gd name="T31" fmla="*/ 1483 h 2754"/>
                  <a:gd name="T32" fmla="*/ 1144 w 1763"/>
                  <a:gd name="T33" fmla="*/ 1273 h 2754"/>
                  <a:gd name="T34" fmla="*/ 360 w 1763"/>
                  <a:gd name="T35" fmla="*/ 488 h 2754"/>
                  <a:gd name="T36" fmla="*/ 356 w 1763"/>
                  <a:gd name="T37" fmla="*/ 366 h 2754"/>
                  <a:gd name="T38" fmla="*/ 487 w 1763"/>
                  <a:gd name="T39" fmla="*/ 362 h 2754"/>
                  <a:gd name="T40" fmla="*/ 1439 w 1763"/>
                  <a:gd name="T41" fmla="*/ 1315 h 2754"/>
                  <a:gd name="T42" fmla="*/ 1439 w 1763"/>
                  <a:gd name="T43" fmla="*/ 1441 h 2754"/>
                  <a:gd name="T44" fmla="*/ 1439 w 1763"/>
                  <a:gd name="T45" fmla="*/ 1441 h 27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763" h="2754">
                    <a:moveTo>
                      <a:pt x="1650" y="1104"/>
                    </a:moveTo>
                    <a:lnTo>
                      <a:pt x="697" y="151"/>
                    </a:lnTo>
                    <a:cubicBezTo>
                      <a:pt x="546" y="1"/>
                      <a:pt x="300" y="0"/>
                      <a:pt x="150" y="151"/>
                    </a:cubicBezTo>
                    <a:cubicBezTo>
                      <a:pt x="0" y="301"/>
                      <a:pt x="0" y="550"/>
                      <a:pt x="150" y="699"/>
                    </a:cubicBezTo>
                    <a:lnTo>
                      <a:pt x="829" y="1378"/>
                    </a:lnTo>
                    <a:lnTo>
                      <a:pt x="150" y="2057"/>
                    </a:lnTo>
                    <a:cubicBezTo>
                      <a:pt x="0" y="2206"/>
                      <a:pt x="0" y="2455"/>
                      <a:pt x="150" y="2604"/>
                    </a:cubicBezTo>
                    <a:cubicBezTo>
                      <a:pt x="299" y="2754"/>
                      <a:pt x="548" y="2754"/>
                      <a:pt x="697" y="2604"/>
                    </a:cubicBezTo>
                    <a:lnTo>
                      <a:pt x="1650" y="1652"/>
                    </a:lnTo>
                    <a:cubicBezTo>
                      <a:pt x="1723" y="1578"/>
                      <a:pt x="1763" y="1481"/>
                      <a:pt x="1763" y="1378"/>
                    </a:cubicBezTo>
                    <a:cubicBezTo>
                      <a:pt x="1763" y="1275"/>
                      <a:pt x="1723" y="1177"/>
                      <a:pt x="1650" y="1104"/>
                    </a:cubicBezTo>
                    <a:close/>
                    <a:moveTo>
                      <a:pt x="1439" y="1441"/>
                    </a:moveTo>
                    <a:lnTo>
                      <a:pt x="486" y="2394"/>
                    </a:lnTo>
                    <a:cubicBezTo>
                      <a:pt x="452" y="2428"/>
                      <a:pt x="395" y="2428"/>
                      <a:pt x="360" y="2394"/>
                    </a:cubicBezTo>
                    <a:cubicBezTo>
                      <a:pt x="326" y="2359"/>
                      <a:pt x="326" y="2302"/>
                      <a:pt x="360" y="2268"/>
                    </a:cubicBezTo>
                    <a:lnTo>
                      <a:pt x="1144" y="1483"/>
                    </a:lnTo>
                    <a:cubicBezTo>
                      <a:pt x="1202" y="1426"/>
                      <a:pt x="1202" y="1330"/>
                      <a:pt x="1144" y="1273"/>
                    </a:cubicBezTo>
                    <a:lnTo>
                      <a:pt x="360" y="488"/>
                    </a:lnTo>
                    <a:cubicBezTo>
                      <a:pt x="327" y="455"/>
                      <a:pt x="326" y="401"/>
                      <a:pt x="356" y="366"/>
                    </a:cubicBezTo>
                    <a:cubicBezTo>
                      <a:pt x="390" y="328"/>
                      <a:pt x="450" y="326"/>
                      <a:pt x="487" y="362"/>
                    </a:cubicBezTo>
                    <a:lnTo>
                      <a:pt x="1439" y="1315"/>
                    </a:lnTo>
                    <a:cubicBezTo>
                      <a:pt x="1474" y="1349"/>
                      <a:pt x="1474" y="1407"/>
                      <a:pt x="1439" y="1441"/>
                    </a:cubicBezTo>
                    <a:close/>
                    <a:moveTo>
                      <a:pt x="1439" y="1441"/>
                    </a:move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  <p:sp>
            <p:nvSpPr>
              <p:cNvPr id="17" name="Freeform 42">
                <a:extLst>
                  <a:ext uri="{FF2B5EF4-FFF2-40B4-BE49-F238E27FC236}">
                    <a16:creationId xmlns:a16="http://schemas.microsoft.com/office/drawing/2014/main" id="{67EC9191-8366-032A-315B-8DB56E0AC42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676093" y="2241922"/>
                <a:ext cx="69850" cy="106363"/>
              </a:xfrm>
              <a:custGeom>
                <a:avLst/>
                <a:gdLst>
                  <a:gd name="T0" fmla="*/ 972 w 1803"/>
                  <a:gd name="T1" fmla="*/ 1377 h 2753"/>
                  <a:gd name="T2" fmla="*/ 1652 w 1803"/>
                  <a:gd name="T3" fmla="*/ 698 h 2753"/>
                  <a:gd name="T4" fmla="*/ 1652 w 1803"/>
                  <a:gd name="T5" fmla="*/ 150 h 2753"/>
                  <a:gd name="T6" fmla="*/ 1104 w 1803"/>
                  <a:gd name="T7" fmla="*/ 150 h 2753"/>
                  <a:gd name="T8" fmla="*/ 151 w 1803"/>
                  <a:gd name="T9" fmla="*/ 1103 h 2753"/>
                  <a:gd name="T10" fmla="*/ 151 w 1803"/>
                  <a:gd name="T11" fmla="*/ 1651 h 2753"/>
                  <a:gd name="T12" fmla="*/ 1104 w 1803"/>
                  <a:gd name="T13" fmla="*/ 2603 h 2753"/>
                  <a:gd name="T14" fmla="*/ 1652 w 1803"/>
                  <a:gd name="T15" fmla="*/ 2603 h 2753"/>
                  <a:gd name="T16" fmla="*/ 1652 w 1803"/>
                  <a:gd name="T17" fmla="*/ 2056 h 2753"/>
                  <a:gd name="T18" fmla="*/ 972 w 1803"/>
                  <a:gd name="T19" fmla="*/ 1377 h 2753"/>
                  <a:gd name="T20" fmla="*/ 1445 w 1803"/>
                  <a:gd name="T21" fmla="*/ 2389 h 2753"/>
                  <a:gd name="T22" fmla="*/ 1315 w 1803"/>
                  <a:gd name="T23" fmla="*/ 2393 h 2753"/>
                  <a:gd name="T24" fmla="*/ 362 w 1803"/>
                  <a:gd name="T25" fmla="*/ 1440 h 2753"/>
                  <a:gd name="T26" fmla="*/ 362 w 1803"/>
                  <a:gd name="T27" fmla="*/ 1314 h 2753"/>
                  <a:gd name="T28" fmla="*/ 1315 w 1803"/>
                  <a:gd name="T29" fmla="*/ 361 h 2753"/>
                  <a:gd name="T30" fmla="*/ 1448 w 1803"/>
                  <a:gd name="T31" fmla="*/ 369 h 2753"/>
                  <a:gd name="T32" fmla="*/ 1441 w 1803"/>
                  <a:gd name="T33" fmla="*/ 487 h 2753"/>
                  <a:gd name="T34" fmla="*/ 657 w 1803"/>
                  <a:gd name="T35" fmla="*/ 1272 h 2753"/>
                  <a:gd name="T36" fmla="*/ 657 w 1803"/>
                  <a:gd name="T37" fmla="*/ 1482 h 2753"/>
                  <a:gd name="T38" fmla="*/ 1441 w 1803"/>
                  <a:gd name="T39" fmla="*/ 2267 h 2753"/>
                  <a:gd name="T40" fmla="*/ 1445 w 1803"/>
                  <a:gd name="T41" fmla="*/ 2389 h 2753"/>
                  <a:gd name="T42" fmla="*/ 1445 w 1803"/>
                  <a:gd name="T43" fmla="*/ 2389 h 27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803" h="2753">
                    <a:moveTo>
                      <a:pt x="972" y="1377"/>
                    </a:moveTo>
                    <a:lnTo>
                      <a:pt x="1652" y="698"/>
                    </a:lnTo>
                    <a:cubicBezTo>
                      <a:pt x="1803" y="547"/>
                      <a:pt x="1803" y="301"/>
                      <a:pt x="1652" y="150"/>
                    </a:cubicBezTo>
                    <a:cubicBezTo>
                      <a:pt x="1501" y="0"/>
                      <a:pt x="1255" y="0"/>
                      <a:pt x="1104" y="150"/>
                    </a:cubicBezTo>
                    <a:lnTo>
                      <a:pt x="151" y="1103"/>
                    </a:lnTo>
                    <a:cubicBezTo>
                      <a:pt x="0" y="1254"/>
                      <a:pt x="0" y="1500"/>
                      <a:pt x="151" y="1651"/>
                    </a:cubicBezTo>
                    <a:lnTo>
                      <a:pt x="1104" y="2603"/>
                    </a:lnTo>
                    <a:cubicBezTo>
                      <a:pt x="1253" y="2753"/>
                      <a:pt x="1502" y="2753"/>
                      <a:pt x="1652" y="2603"/>
                    </a:cubicBezTo>
                    <a:cubicBezTo>
                      <a:pt x="1803" y="2452"/>
                      <a:pt x="1803" y="2207"/>
                      <a:pt x="1652" y="2056"/>
                    </a:cubicBezTo>
                    <a:lnTo>
                      <a:pt x="972" y="1377"/>
                    </a:lnTo>
                    <a:close/>
                    <a:moveTo>
                      <a:pt x="1445" y="2389"/>
                    </a:moveTo>
                    <a:cubicBezTo>
                      <a:pt x="1411" y="2427"/>
                      <a:pt x="1351" y="2429"/>
                      <a:pt x="1315" y="2393"/>
                    </a:cubicBezTo>
                    <a:lnTo>
                      <a:pt x="362" y="1440"/>
                    </a:lnTo>
                    <a:cubicBezTo>
                      <a:pt x="327" y="1405"/>
                      <a:pt x="327" y="1349"/>
                      <a:pt x="362" y="1314"/>
                    </a:cubicBezTo>
                    <a:lnTo>
                      <a:pt x="1315" y="361"/>
                    </a:lnTo>
                    <a:cubicBezTo>
                      <a:pt x="1352" y="323"/>
                      <a:pt x="1416" y="328"/>
                      <a:pt x="1448" y="369"/>
                    </a:cubicBezTo>
                    <a:cubicBezTo>
                      <a:pt x="1476" y="404"/>
                      <a:pt x="1472" y="456"/>
                      <a:pt x="1441" y="487"/>
                    </a:cubicBezTo>
                    <a:lnTo>
                      <a:pt x="657" y="1272"/>
                    </a:lnTo>
                    <a:cubicBezTo>
                      <a:pt x="599" y="1330"/>
                      <a:pt x="599" y="1424"/>
                      <a:pt x="657" y="1482"/>
                    </a:cubicBezTo>
                    <a:lnTo>
                      <a:pt x="1441" y="2267"/>
                    </a:lnTo>
                    <a:cubicBezTo>
                      <a:pt x="1474" y="2299"/>
                      <a:pt x="1476" y="2354"/>
                      <a:pt x="1445" y="2389"/>
                    </a:cubicBezTo>
                    <a:close/>
                    <a:moveTo>
                      <a:pt x="1445" y="2389"/>
                    </a:move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/>
              </a:p>
            </p:txBody>
          </p:sp>
        </p:grpSp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37EABB60-2462-1BF8-2097-0BDF1A5DA521}"/>
              </a:ext>
            </a:extLst>
          </p:cNvPr>
          <p:cNvGrpSpPr/>
          <p:nvPr/>
        </p:nvGrpSpPr>
        <p:grpSpPr>
          <a:xfrm>
            <a:off x="8317522" y="2153989"/>
            <a:ext cx="3193087" cy="2338151"/>
            <a:chOff x="6460200" y="2256998"/>
            <a:chExt cx="2279176" cy="1826092"/>
          </a:xfrm>
        </p:grpSpPr>
        <p:sp>
          <p:nvSpPr>
            <p:cNvPr id="21" name="Google Shape;138;p7">
              <a:extLst>
                <a:ext uri="{FF2B5EF4-FFF2-40B4-BE49-F238E27FC236}">
                  <a16:creationId xmlns:a16="http://schemas.microsoft.com/office/drawing/2014/main" id="{8196E46A-0591-3C0B-B49F-E661660BA89F}"/>
                </a:ext>
              </a:extLst>
            </p:cNvPr>
            <p:cNvSpPr txBox="1">
              <a:spLocks/>
            </p:cNvSpPr>
            <p:nvPr/>
          </p:nvSpPr>
          <p:spPr>
            <a:xfrm>
              <a:off x="6460200" y="2967091"/>
              <a:ext cx="2279176" cy="1115999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2400" dirty="0">
                  <a:latin typeface="Barlow" pitchFamily="2" charset="77"/>
                </a:rPr>
                <a:t>Future directions</a:t>
              </a:r>
            </a:p>
          </p:txBody>
        </p:sp>
        <p:grpSp>
          <p:nvGrpSpPr>
            <p:cNvPr id="22" name="Grupo 21">
              <a:extLst>
                <a:ext uri="{FF2B5EF4-FFF2-40B4-BE49-F238E27FC236}">
                  <a16:creationId xmlns:a16="http://schemas.microsoft.com/office/drawing/2014/main" id="{DE3FE41A-12A0-A048-7054-E9295EC228B5}"/>
                </a:ext>
              </a:extLst>
            </p:cNvPr>
            <p:cNvGrpSpPr/>
            <p:nvPr/>
          </p:nvGrpSpPr>
          <p:grpSpPr>
            <a:xfrm>
              <a:off x="6544434" y="2256998"/>
              <a:ext cx="634620" cy="634620"/>
              <a:chOff x="6544434" y="2256998"/>
              <a:chExt cx="634620" cy="634620"/>
            </a:xfrm>
          </p:grpSpPr>
          <p:sp>
            <p:nvSpPr>
              <p:cNvPr id="23" name="Rectángulo: una sola esquina redondeada 47">
                <a:extLst>
                  <a:ext uri="{FF2B5EF4-FFF2-40B4-BE49-F238E27FC236}">
                    <a16:creationId xmlns:a16="http://schemas.microsoft.com/office/drawing/2014/main" id="{11715D65-1E60-AB59-6877-4CF2F1499B75}"/>
                  </a:ext>
                </a:extLst>
              </p:cNvPr>
              <p:cNvSpPr/>
              <p:nvPr/>
            </p:nvSpPr>
            <p:spPr>
              <a:xfrm>
                <a:off x="6544434" y="2256998"/>
                <a:ext cx="634620" cy="634620"/>
              </a:xfrm>
              <a:prstGeom prst="round1Rect">
                <a:avLst>
                  <a:gd name="adj" fmla="val 31721"/>
                </a:avLst>
              </a:prstGeom>
              <a:solidFill>
                <a:srgbClr val="A8003B"/>
              </a:solidFill>
              <a:ln>
                <a:solidFill>
                  <a:srgbClr val="7A002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grpSp>
            <p:nvGrpSpPr>
              <p:cNvPr id="24" name="Google Shape;13313;p75">
                <a:extLst>
                  <a:ext uri="{FF2B5EF4-FFF2-40B4-BE49-F238E27FC236}">
                    <a16:creationId xmlns:a16="http://schemas.microsoft.com/office/drawing/2014/main" id="{505E6FD8-0F00-ACA0-89CA-9776CEE15F89}"/>
                  </a:ext>
                </a:extLst>
              </p:cNvPr>
              <p:cNvGrpSpPr/>
              <p:nvPr/>
            </p:nvGrpSpPr>
            <p:grpSpPr>
              <a:xfrm>
                <a:off x="6660232" y="2397383"/>
                <a:ext cx="396044" cy="378700"/>
                <a:chOff x="2081650" y="2050750"/>
                <a:chExt cx="483125" cy="424625"/>
              </a:xfrm>
              <a:solidFill>
                <a:schemeClr val="bg1"/>
              </a:solidFill>
            </p:grpSpPr>
            <p:sp>
              <p:nvSpPr>
                <p:cNvPr id="25" name="Google Shape;13314;p75">
                  <a:extLst>
                    <a:ext uri="{FF2B5EF4-FFF2-40B4-BE49-F238E27FC236}">
                      <a16:creationId xmlns:a16="http://schemas.microsoft.com/office/drawing/2014/main" id="{B339FF08-7B95-6DD9-2C20-0B783E05E6EF}"/>
                    </a:ext>
                  </a:extLst>
                </p:cNvPr>
                <p:cNvSpPr/>
                <p:nvPr/>
              </p:nvSpPr>
              <p:spPr>
                <a:xfrm>
                  <a:off x="2081650" y="2050750"/>
                  <a:ext cx="483125" cy="424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25" h="16985" extrusionOk="0">
                      <a:moveTo>
                        <a:pt x="5662" y="1402"/>
                      </a:moveTo>
                      <a:lnTo>
                        <a:pt x="5662" y="13770"/>
                      </a:lnTo>
                      <a:lnTo>
                        <a:pt x="1133" y="15581"/>
                      </a:lnTo>
                      <a:lnTo>
                        <a:pt x="1133" y="3214"/>
                      </a:lnTo>
                      <a:lnTo>
                        <a:pt x="5662" y="1402"/>
                      </a:lnTo>
                      <a:close/>
                      <a:moveTo>
                        <a:pt x="18192" y="1402"/>
                      </a:moveTo>
                      <a:lnTo>
                        <a:pt x="18192" y="13770"/>
                      </a:lnTo>
                      <a:lnTo>
                        <a:pt x="13663" y="15581"/>
                      </a:lnTo>
                      <a:lnTo>
                        <a:pt x="13663" y="3214"/>
                      </a:lnTo>
                      <a:lnTo>
                        <a:pt x="18192" y="1402"/>
                      </a:lnTo>
                      <a:close/>
                      <a:moveTo>
                        <a:pt x="6794" y="1348"/>
                      </a:moveTo>
                      <a:lnTo>
                        <a:pt x="12531" y="3241"/>
                      </a:lnTo>
                      <a:lnTo>
                        <a:pt x="12531" y="9464"/>
                      </a:lnTo>
                      <a:lnTo>
                        <a:pt x="12510" y="9461"/>
                      </a:lnTo>
                      <a:cubicBezTo>
                        <a:pt x="12205" y="9437"/>
                        <a:pt x="11903" y="9364"/>
                        <a:pt x="11619" y="9244"/>
                      </a:cubicBezTo>
                      <a:cubicBezTo>
                        <a:pt x="11548" y="9214"/>
                        <a:pt x="11474" y="9200"/>
                        <a:pt x="11401" y="9200"/>
                      </a:cubicBezTo>
                      <a:cubicBezTo>
                        <a:pt x="11181" y="9200"/>
                        <a:pt x="10970" y="9330"/>
                        <a:pt x="10879" y="9546"/>
                      </a:cubicBezTo>
                      <a:cubicBezTo>
                        <a:pt x="10759" y="9832"/>
                        <a:pt x="10891" y="10165"/>
                        <a:pt x="11178" y="10288"/>
                      </a:cubicBezTo>
                      <a:cubicBezTo>
                        <a:pt x="11574" y="10454"/>
                        <a:pt x="11994" y="10557"/>
                        <a:pt x="12422" y="10590"/>
                      </a:cubicBezTo>
                      <a:lnTo>
                        <a:pt x="12468" y="10590"/>
                      </a:lnTo>
                      <a:cubicBezTo>
                        <a:pt x="12489" y="10590"/>
                        <a:pt x="12510" y="10587"/>
                        <a:pt x="12531" y="10584"/>
                      </a:cubicBezTo>
                      <a:lnTo>
                        <a:pt x="12531" y="15633"/>
                      </a:lnTo>
                      <a:lnTo>
                        <a:pt x="6794" y="13746"/>
                      </a:lnTo>
                      <a:lnTo>
                        <a:pt x="6794" y="6774"/>
                      </a:lnTo>
                      <a:cubicBezTo>
                        <a:pt x="6951" y="6777"/>
                        <a:pt x="7105" y="6795"/>
                        <a:pt x="7259" y="6822"/>
                      </a:cubicBezTo>
                      <a:cubicBezTo>
                        <a:pt x="7295" y="6828"/>
                        <a:pt x="7331" y="6834"/>
                        <a:pt x="7368" y="6834"/>
                      </a:cubicBezTo>
                      <a:cubicBezTo>
                        <a:pt x="7658" y="6831"/>
                        <a:pt x="7902" y="6611"/>
                        <a:pt x="7929" y="6321"/>
                      </a:cubicBezTo>
                      <a:cubicBezTo>
                        <a:pt x="7957" y="6028"/>
                        <a:pt x="7760" y="5765"/>
                        <a:pt x="7473" y="5711"/>
                      </a:cubicBezTo>
                      <a:cubicBezTo>
                        <a:pt x="7250" y="5669"/>
                        <a:pt x="7020" y="5644"/>
                        <a:pt x="6794" y="5641"/>
                      </a:cubicBezTo>
                      <a:lnTo>
                        <a:pt x="6794" y="1348"/>
                      </a:lnTo>
                      <a:close/>
                      <a:moveTo>
                        <a:pt x="18757" y="0"/>
                      </a:moveTo>
                      <a:cubicBezTo>
                        <a:pt x="18687" y="0"/>
                        <a:pt x="18616" y="13"/>
                        <a:pt x="18549" y="40"/>
                      </a:cubicBezTo>
                      <a:lnTo>
                        <a:pt x="13077" y="2229"/>
                      </a:lnTo>
                      <a:lnTo>
                        <a:pt x="6405" y="28"/>
                      </a:lnTo>
                      <a:cubicBezTo>
                        <a:pt x="6395" y="25"/>
                        <a:pt x="6386" y="25"/>
                        <a:pt x="6380" y="22"/>
                      </a:cubicBezTo>
                      <a:cubicBezTo>
                        <a:pt x="6371" y="19"/>
                        <a:pt x="6359" y="16"/>
                        <a:pt x="6347" y="13"/>
                      </a:cubicBezTo>
                      <a:lnTo>
                        <a:pt x="6311" y="7"/>
                      </a:lnTo>
                      <a:cubicBezTo>
                        <a:pt x="6302" y="7"/>
                        <a:pt x="6290" y="4"/>
                        <a:pt x="6281" y="4"/>
                      </a:cubicBezTo>
                      <a:lnTo>
                        <a:pt x="6211" y="4"/>
                      </a:lnTo>
                      <a:cubicBezTo>
                        <a:pt x="6199" y="4"/>
                        <a:pt x="6187" y="4"/>
                        <a:pt x="6172" y="7"/>
                      </a:cubicBezTo>
                      <a:cubicBezTo>
                        <a:pt x="6166" y="9"/>
                        <a:pt x="6161" y="9"/>
                        <a:pt x="6157" y="9"/>
                      </a:cubicBezTo>
                      <a:cubicBezTo>
                        <a:pt x="6152" y="9"/>
                        <a:pt x="6148" y="9"/>
                        <a:pt x="6142" y="10"/>
                      </a:cubicBezTo>
                      <a:cubicBezTo>
                        <a:pt x="6133" y="13"/>
                        <a:pt x="6118" y="13"/>
                        <a:pt x="6106" y="16"/>
                      </a:cubicBezTo>
                      <a:lnTo>
                        <a:pt x="6075" y="22"/>
                      </a:lnTo>
                      <a:cubicBezTo>
                        <a:pt x="6063" y="28"/>
                        <a:pt x="6048" y="31"/>
                        <a:pt x="6036" y="37"/>
                      </a:cubicBezTo>
                      <a:cubicBezTo>
                        <a:pt x="6027" y="40"/>
                        <a:pt x="6021" y="40"/>
                        <a:pt x="6015" y="43"/>
                      </a:cubicBezTo>
                      <a:lnTo>
                        <a:pt x="354" y="2308"/>
                      </a:lnTo>
                      <a:cubicBezTo>
                        <a:pt x="139" y="2396"/>
                        <a:pt x="0" y="2601"/>
                        <a:pt x="0" y="2830"/>
                      </a:cubicBezTo>
                      <a:lnTo>
                        <a:pt x="0" y="16418"/>
                      </a:lnTo>
                      <a:cubicBezTo>
                        <a:pt x="0" y="16744"/>
                        <a:pt x="267" y="16984"/>
                        <a:pt x="566" y="16984"/>
                      </a:cubicBezTo>
                      <a:cubicBezTo>
                        <a:pt x="635" y="16984"/>
                        <a:pt x="706" y="16971"/>
                        <a:pt x="776" y="16943"/>
                      </a:cubicBezTo>
                      <a:lnTo>
                        <a:pt x="6248" y="14754"/>
                      </a:lnTo>
                      <a:lnTo>
                        <a:pt x="12917" y="16952"/>
                      </a:lnTo>
                      <a:cubicBezTo>
                        <a:pt x="12933" y="16958"/>
                        <a:pt x="12951" y="16964"/>
                        <a:pt x="12966" y="16967"/>
                      </a:cubicBezTo>
                      <a:cubicBezTo>
                        <a:pt x="13008" y="16976"/>
                        <a:pt x="13050" y="16983"/>
                        <a:pt x="13096" y="16983"/>
                      </a:cubicBezTo>
                      <a:lnTo>
                        <a:pt x="13099" y="16983"/>
                      </a:lnTo>
                      <a:cubicBezTo>
                        <a:pt x="13156" y="16983"/>
                        <a:pt x="13213" y="16973"/>
                        <a:pt x="13271" y="16955"/>
                      </a:cubicBezTo>
                      <a:cubicBezTo>
                        <a:pt x="13283" y="16952"/>
                        <a:pt x="13295" y="16946"/>
                        <a:pt x="13307" y="16940"/>
                      </a:cubicBezTo>
                      <a:lnTo>
                        <a:pt x="18965" y="14676"/>
                      </a:lnTo>
                      <a:cubicBezTo>
                        <a:pt x="19183" y="14591"/>
                        <a:pt x="19325" y="14386"/>
                        <a:pt x="19325" y="14153"/>
                      </a:cubicBezTo>
                      <a:lnTo>
                        <a:pt x="19325" y="566"/>
                      </a:lnTo>
                      <a:cubicBezTo>
                        <a:pt x="19325" y="379"/>
                        <a:pt x="19231" y="203"/>
                        <a:pt x="19077" y="98"/>
                      </a:cubicBezTo>
                      <a:cubicBezTo>
                        <a:pt x="18981" y="33"/>
                        <a:pt x="18869" y="0"/>
                        <a:pt x="1875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>
                    <a:solidFill>
                      <a:srgbClr val="435D74"/>
                    </a:solidFill>
                  </a:endParaRPr>
                </a:p>
              </p:txBody>
            </p:sp>
            <p:sp>
              <p:nvSpPr>
                <p:cNvPr id="26" name="Google Shape;13315;p75">
                  <a:extLst>
                    <a:ext uri="{FF2B5EF4-FFF2-40B4-BE49-F238E27FC236}">
                      <a16:creationId xmlns:a16="http://schemas.microsoft.com/office/drawing/2014/main" id="{746801E8-E457-B73C-B01C-CB4DC2204EFB}"/>
                    </a:ext>
                  </a:extLst>
                </p:cNvPr>
                <p:cNvSpPr/>
                <p:nvPr/>
              </p:nvSpPr>
              <p:spPr>
                <a:xfrm>
                  <a:off x="2136375" y="2292025"/>
                  <a:ext cx="36400" cy="41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6" h="1679" extrusionOk="0">
                      <a:moveTo>
                        <a:pt x="820" y="1"/>
                      </a:moveTo>
                      <a:cubicBezTo>
                        <a:pt x="583" y="1"/>
                        <a:pt x="361" y="151"/>
                        <a:pt x="284" y="390"/>
                      </a:cubicBezTo>
                      <a:lnTo>
                        <a:pt x="103" y="927"/>
                      </a:lnTo>
                      <a:cubicBezTo>
                        <a:pt x="0" y="1223"/>
                        <a:pt x="160" y="1549"/>
                        <a:pt x="459" y="1649"/>
                      </a:cubicBezTo>
                      <a:cubicBezTo>
                        <a:pt x="519" y="1669"/>
                        <a:pt x="579" y="1678"/>
                        <a:pt x="639" y="1678"/>
                      </a:cubicBezTo>
                      <a:cubicBezTo>
                        <a:pt x="878" y="1678"/>
                        <a:pt x="1101" y="1525"/>
                        <a:pt x="1178" y="1284"/>
                      </a:cubicBezTo>
                      <a:lnTo>
                        <a:pt x="1356" y="746"/>
                      </a:lnTo>
                      <a:cubicBezTo>
                        <a:pt x="1456" y="450"/>
                        <a:pt x="1296" y="130"/>
                        <a:pt x="1000" y="30"/>
                      </a:cubicBezTo>
                      <a:cubicBezTo>
                        <a:pt x="940" y="10"/>
                        <a:pt x="880" y="1"/>
                        <a:pt x="82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rgbClr val="435D74"/>
                    </a:solidFill>
                  </a:endParaRPr>
                </a:p>
              </p:txBody>
            </p:sp>
            <p:sp>
              <p:nvSpPr>
                <p:cNvPr id="27" name="Google Shape;13316;p75">
                  <a:extLst>
                    <a:ext uri="{FF2B5EF4-FFF2-40B4-BE49-F238E27FC236}">
                      <a16:creationId xmlns:a16="http://schemas.microsoft.com/office/drawing/2014/main" id="{472FE142-A0C4-D1B7-EC43-C8A3B78C9BDB}"/>
                    </a:ext>
                  </a:extLst>
                </p:cNvPr>
                <p:cNvSpPr/>
                <p:nvPr/>
              </p:nvSpPr>
              <p:spPr>
                <a:xfrm>
                  <a:off x="2296850" y="2220800"/>
                  <a:ext cx="46075" cy="51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3" h="2066" extrusionOk="0">
                      <a:moveTo>
                        <a:pt x="634" y="1"/>
                      </a:moveTo>
                      <a:cubicBezTo>
                        <a:pt x="506" y="1"/>
                        <a:pt x="378" y="44"/>
                        <a:pt x="272" y="132"/>
                      </a:cubicBezTo>
                      <a:cubicBezTo>
                        <a:pt x="37" y="331"/>
                        <a:pt x="1" y="681"/>
                        <a:pt x="194" y="920"/>
                      </a:cubicBezTo>
                      <a:cubicBezTo>
                        <a:pt x="354" y="1113"/>
                        <a:pt x="487" y="1327"/>
                        <a:pt x="593" y="1557"/>
                      </a:cubicBezTo>
                      <a:cubicBezTo>
                        <a:pt x="626" y="1626"/>
                        <a:pt x="662" y="1696"/>
                        <a:pt x="698" y="1765"/>
                      </a:cubicBezTo>
                      <a:cubicBezTo>
                        <a:pt x="798" y="1957"/>
                        <a:pt x="993" y="2065"/>
                        <a:pt x="1195" y="2065"/>
                      </a:cubicBezTo>
                      <a:cubicBezTo>
                        <a:pt x="1285" y="2065"/>
                        <a:pt x="1377" y="2044"/>
                        <a:pt x="1462" y="1998"/>
                      </a:cubicBezTo>
                      <a:cubicBezTo>
                        <a:pt x="1740" y="1853"/>
                        <a:pt x="1843" y="1509"/>
                        <a:pt x="1698" y="1234"/>
                      </a:cubicBezTo>
                      <a:cubicBezTo>
                        <a:pt x="1670" y="1183"/>
                        <a:pt x="1643" y="1131"/>
                        <a:pt x="1622" y="1083"/>
                      </a:cubicBezTo>
                      <a:cubicBezTo>
                        <a:pt x="1474" y="763"/>
                        <a:pt x="1287" y="464"/>
                        <a:pt x="1061" y="195"/>
                      </a:cubicBezTo>
                      <a:cubicBezTo>
                        <a:pt x="949" y="67"/>
                        <a:pt x="792" y="1"/>
                        <a:pt x="63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rgbClr val="435D74"/>
                    </a:solidFill>
                  </a:endParaRPr>
                </a:p>
              </p:txBody>
            </p:sp>
            <p:sp>
              <p:nvSpPr>
                <p:cNvPr id="28" name="Google Shape;13317;p75">
                  <a:extLst>
                    <a:ext uri="{FF2B5EF4-FFF2-40B4-BE49-F238E27FC236}">
                      <a16:creationId xmlns:a16="http://schemas.microsoft.com/office/drawing/2014/main" id="{A141E192-70D7-B3FC-5CB7-A4D72029AF15}"/>
                    </a:ext>
                  </a:extLst>
                </p:cNvPr>
                <p:cNvSpPr/>
                <p:nvPr/>
              </p:nvSpPr>
              <p:spPr>
                <a:xfrm>
                  <a:off x="2158650" y="2216775"/>
                  <a:ext cx="47275" cy="51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1" h="2057" extrusionOk="0">
                      <a:moveTo>
                        <a:pt x="1264" y="1"/>
                      </a:moveTo>
                      <a:cubicBezTo>
                        <a:pt x="1109" y="1"/>
                        <a:pt x="955" y="63"/>
                        <a:pt x="843" y="187"/>
                      </a:cubicBezTo>
                      <a:lnTo>
                        <a:pt x="846" y="184"/>
                      </a:lnTo>
                      <a:lnTo>
                        <a:pt x="846" y="184"/>
                      </a:lnTo>
                      <a:cubicBezTo>
                        <a:pt x="547" y="498"/>
                        <a:pt x="305" y="860"/>
                        <a:pt x="130" y="1256"/>
                      </a:cubicBezTo>
                      <a:cubicBezTo>
                        <a:pt x="0" y="1543"/>
                        <a:pt x="127" y="1878"/>
                        <a:pt x="414" y="2005"/>
                      </a:cubicBezTo>
                      <a:cubicBezTo>
                        <a:pt x="486" y="2038"/>
                        <a:pt x="565" y="2056"/>
                        <a:pt x="643" y="2056"/>
                      </a:cubicBezTo>
                      <a:cubicBezTo>
                        <a:pt x="867" y="2056"/>
                        <a:pt x="1069" y="1923"/>
                        <a:pt x="1163" y="1721"/>
                      </a:cubicBezTo>
                      <a:cubicBezTo>
                        <a:pt x="1286" y="1443"/>
                        <a:pt x="1455" y="1187"/>
                        <a:pt x="1664" y="966"/>
                      </a:cubicBezTo>
                      <a:cubicBezTo>
                        <a:pt x="1890" y="740"/>
                        <a:pt x="1884" y="374"/>
                        <a:pt x="1655" y="157"/>
                      </a:cubicBezTo>
                      <a:cubicBezTo>
                        <a:pt x="1544" y="52"/>
                        <a:pt x="1404" y="1"/>
                        <a:pt x="126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rgbClr val="435D74"/>
                    </a:solidFill>
                  </a:endParaRPr>
                </a:p>
              </p:txBody>
            </p:sp>
            <p:sp>
              <p:nvSpPr>
                <p:cNvPr id="29" name="Google Shape;13318;p75">
                  <a:extLst>
                    <a:ext uri="{FF2B5EF4-FFF2-40B4-BE49-F238E27FC236}">
                      <a16:creationId xmlns:a16="http://schemas.microsoft.com/office/drawing/2014/main" id="{A87DF2B7-D456-DE4D-FD5A-D7735BE2E730}"/>
                    </a:ext>
                  </a:extLst>
                </p:cNvPr>
                <p:cNvSpPr/>
                <p:nvPr/>
              </p:nvSpPr>
              <p:spPr>
                <a:xfrm>
                  <a:off x="2426475" y="2255725"/>
                  <a:ext cx="55875" cy="46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5" h="1876" extrusionOk="0">
                      <a:moveTo>
                        <a:pt x="1592" y="1"/>
                      </a:moveTo>
                      <a:cubicBezTo>
                        <a:pt x="1423" y="1"/>
                        <a:pt x="1257" y="76"/>
                        <a:pt x="1144" y="220"/>
                      </a:cubicBezTo>
                      <a:cubicBezTo>
                        <a:pt x="960" y="462"/>
                        <a:pt x="734" y="667"/>
                        <a:pt x="477" y="830"/>
                      </a:cubicBezTo>
                      <a:cubicBezTo>
                        <a:pt x="0" y="1135"/>
                        <a:pt x="218" y="1875"/>
                        <a:pt x="782" y="1875"/>
                      </a:cubicBezTo>
                      <a:cubicBezTo>
                        <a:pt x="891" y="1875"/>
                        <a:pt x="997" y="1845"/>
                        <a:pt x="1087" y="1784"/>
                      </a:cubicBezTo>
                      <a:cubicBezTo>
                        <a:pt x="1452" y="1552"/>
                        <a:pt x="1776" y="1256"/>
                        <a:pt x="2041" y="912"/>
                      </a:cubicBezTo>
                      <a:cubicBezTo>
                        <a:pt x="2234" y="667"/>
                        <a:pt x="2186" y="311"/>
                        <a:pt x="1939" y="121"/>
                      </a:cubicBezTo>
                      <a:cubicBezTo>
                        <a:pt x="1835" y="40"/>
                        <a:pt x="1713" y="1"/>
                        <a:pt x="159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rgbClr val="435D74"/>
                    </a:solidFill>
                  </a:endParaRPr>
                </a:p>
              </p:txBody>
            </p:sp>
            <p:sp>
              <p:nvSpPr>
                <p:cNvPr id="30" name="Google Shape;13319;p75">
                  <a:extLst>
                    <a:ext uri="{FF2B5EF4-FFF2-40B4-BE49-F238E27FC236}">
                      <a16:creationId xmlns:a16="http://schemas.microsoft.com/office/drawing/2014/main" id="{066A2350-2C69-B853-4019-747A4D8F32B6}"/>
                    </a:ext>
                  </a:extLst>
                </p:cNvPr>
                <p:cNvSpPr/>
                <p:nvPr/>
              </p:nvSpPr>
              <p:spPr>
                <a:xfrm>
                  <a:off x="2473050" y="2192325"/>
                  <a:ext cx="37000" cy="41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0" h="1660" extrusionOk="0">
                      <a:moveTo>
                        <a:pt x="838" y="0"/>
                      </a:moveTo>
                      <a:cubicBezTo>
                        <a:pt x="609" y="0"/>
                        <a:pt x="393" y="140"/>
                        <a:pt x="308" y="368"/>
                      </a:cubicBezTo>
                      <a:lnTo>
                        <a:pt x="109" y="896"/>
                      </a:lnTo>
                      <a:cubicBezTo>
                        <a:pt x="0" y="1189"/>
                        <a:pt x="148" y="1515"/>
                        <a:pt x="441" y="1624"/>
                      </a:cubicBezTo>
                      <a:cubicBezTo>
                        <a:pt x="506" y="1648"/>
                        <a:pt x="573" y="1660"/>
                        <a:pt x="639" y="1660"/>
                      </a:cubicBezTo>
                      <a:cubicBezTo>
                        <a:pt x="868" y="1660"/>
                        <a:pt x="1084" y="1520"/>
                        <a:pt x="1169" y="1292"/>
                      </a:cubicBezTo>
                      <a:lnTo>
                        <a:pt x="1368" y="764"/>
                      </a:lnTo>
                      <a:cubicBezTo>
                        <a:pt x="1480" y="471"/>
                        <a:pt x="1329" y="145"/>
                        <a:pt x="1036" y="36"/>
                      </a:cubicBezTo>
                      <a:cubicBezTo>
                        <a:pt x="971" y="12"/>
                        <a:pt x="904" y="0"/>
                        <a:pt x="83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rgbClr val="435D74"/>
                    </a:solidFill>
                  </a:endParaRPr>
                </a:p>
              </p:txBody>
            </p:sp>
          </p:grpSp>
        </p:grpSp>
      </p:grpSp>
      <p:grpSp>
        <p:nvGrpSpPr>
          <p:cNvPr id="31" name="Grupo 30">
            <a:extLst>
              <a:ext uri="{FF2B5EF4-FFF2-40B4-BE49-F238E27FC236}">
                <a16:creationId xmlns:a16="http://schemas.microsoft.com/office/drawing/2014/main" id="{D62B89E4-8CDD-B11C-30E5-FB3D74EB4554}"/>
              </a:ext>
            </a:extLst>
          </p:cNvPr>
          <p:cNvGrpSpPr/>
          <p:nvPr/>
        </p:nvGrpSpPr>
        <p:grpSpPr>
          <a:xfrm>
            <a:off x="1137771" y="2148675"/>
            <a:ext cx="3193087" cy="2345613"/>
            <a:chOff x="839636" y="2256998"/>
            <a:chExt cx="2279176" cy="1831920"/>
          </a:xfrm>
        </p:grpSpPr>
        <p:sp>
          <p:nvSpPr>
            <p:cNvPr id="32" name="Google Shape;135;p7">
              <a:extLst>
                <a:ext uri="{FF2B5EF4-FFF2-40B4-BE49-F238E27FC236}">
                  <a16:creationId xmlns:a16="http://schemas.microsoft.com/office/drawing/2014/main" id="{F3DB2D82-30FF-378B-55FA-0C366E3C482B}"/>
                </a:ext>
              </a:extLst>
            </p:cNvPr>
            <p:cNvSpPr txBox="1">
              <a:spLocks/>
            </p:cNvSpPr>
            <p:nvPr/>
          </p:nvSpPr>
          <p:spPr>
            <a:xfrm>
              <a:off x="839636" y="2972919"/>
              <a:ext cx="2279176" cy="1115999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ES" sz="2400" dirty="0">
                  <a:latin typeface="Barlow" pitchFamily="2" charset="77"/>
                </a:rPr>
                <a:t>A </a:t>
              </a:r>
              <a:r>
                <a:rPr lang="es-ES" sz="2400" dirty="0" err="1">
                  <a:latin typeface="Barlow" pitchFamily="2" charset="77"/>
                </a:rPr>
                <a:t>glimpse</a:t>
              </a:r>
              <a:r>
                <a:rPr lang="es-ES" sz="2400" dirty="0">
                  <a:latin typeface="Barlow" pitchFamily="2" charset="77"/>
                </a:rPr>
                <a:t> </a:t>
              </a:r>
              <a:r>
                <a:rPr lang="es-ES" sz="2400" dirty="0" err="1">
                  <a:latin typeface="Barlow" pitchFamily="2" charset="77"/>
                </a:rPr>
                <a:t>of</a:t>
              </a:r>
              <a:r>
                <a:rPr lang="es-ES" sz="2400" dirty="0">
                  <a:latin typeface="Barlow" pitchFamily="2" charset="77"/>
                </a:rPr>
                <a:t> </a:t>
              </a:r>
              <a:r>
                <a:rPr lang="es-ES" sz="2400" dirty="0" err="1">
                  <a:latin typeface="Barlow" pitchFamily="2" charset="77"/>
                </a:rPr>
                <a:t>the</a:t>
              </a:r>
              <a:r>
                <a:rPr lang="es-ES" sz="2400" dirty="0">
                  <a:latin typeface="Barlow" pitchFamily="2" charset="77"/>
                </a:rPr>
                <a:t> </a:t>
              </a:r>
              <a:r>
                <a:rPr lang="es-ES" sz="2400" dirty="0" err="1">
                  <a:latin typeface="Barlow" pitchFamily="2" charset="77"/>
                </a:rPr>
                <a:t>relevance</a:t>
              </a:r>
              <a:r>
                <a:rPr lang="es-ES" sz="2400" dirty="0">
                  <a:latin typeface="Barlow" pitchFamily="2" charset="77"/>
                </a:rPr>
                <a:t> </a:t>
              </a:r>
              <a:r>
                <a:rPr lang="es-ES" sz="2400" dirty="0" err="1">
                  <a:latin typeface="Barlow" pitchFamily="2" charset="77"/>
                </a:rPr>
                <a:t>of</a:t>
              </a:r>
              <a:r>
                <a:rPr lang="es-ES" sz="2400" dirty="0">
                  <a:latin typeface="Barlow" pitchFamily="2" charset="77"/>
                </a:rPr>
                <a:t> PACO</a:t>
              </a:r>
              <a:endParaRPr lang="en-US" sz="2400" dirty="0">
                <a:latin typeface="Barlow" pitchFamily="2" charset="77"/>
              </a:endParaRPr>
            </a:p>
            <a:p>
              <a:endParaRPr lang="en-US" dirty="0">
                <a:latin typeface="Barlow" pitchFamily="2" charset="77"/>
              </a:endParaRPr>
            </a:p>
          </p:txBody>
        </p:sp>
        <p:grpSp>
          <p:nvGrpSpPr>
            <p:cNvPr id="33" name="Grupo 32">
              <a:extLst>
                <a:ext uri="{FF2B5EF4-FFF2-40B4-BE49-F238E27FC236}">
                  <a16:creationId xmlns:a16="http://schemas.microsoft.com/office/drawing/2014/main" id="{85953EFE-8A86-77F3-0A1B-4858ABD84836}"/>
                </a:ext>
              </a:extLst>
            </p:cNvPr>
            <p:cNvGrpSpPr/>
            <p:nvPr/>
          </p:nvGrpSpPr>
          <p:grpSpPr>
            <a:xfrm>
              <a:off x="946641" y="2256998"/>
              <a:ext cx="634620" cy="634620"/>
              <a:chOff x="946641" y="2256998"/>
              <a:chExt cx="634620" cy="634620"/>
            </a:xfrm>
          </p:grpSpPr>
          <p:sp>
            <p:nvSpPr>
              <p:cNvPr id="34" name="Rectángulo: una sola esquina redondeada 44">
                <a:extLst>
                  <a:ext uri="{FF2B5EF4-FFF2-40B4-BE49-F238E27FC236}">
                    <a16:creationId xmlns:a16="http://schemas.microsoft.com/office/drawing/2014/main" id="{4117BE73-799F-5E73-9607-92D68B28B7F0}"/>
                  </a:ext>
                </a:extLst>
              </p:cNvPr>
              <p:cNvSpPr/>
              <p:nvPr/>
            </p:nvSpPr>
            <p:spPr>
              <a:xfrm>
                <a:off x="946641" y="2256998"/>
                <a:ext cx="634620" cy="634620"/>
              </a:xfrm>
              <a:prstGeom prst="round1Rect">
                <a:avLst>
                  <a:gd name="adj" fmla="val 31721"/>
                </a:avLst>
              </a:prstGeom>
              <a:solidFill>
                <a:srgbClr val="A8003B"/>
              </a:solidFill>
              <a:ln>
                <a:solidFill>
                  <a:srgbClr val="7A002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grpSp>
            <p:nvGrpSpPr>
              <p:cNvPr id="35" name="Google Shape;13598;p76">
                <a:extLst>
                  <a:ext uri="{FF2B5EF4-FFF2-40B4-BE49-F238E27FC236}">
                    <a16:creationId xmlns:a16="http://schemas.microsoft.com/office/drawing/2014/main" id="{51A60797-7E5D-612F-3C4B-D59CDF00C0D5}"/>
                  </a:ext>
                </a:extLst>
              </p:cNvPr>
              <p:cNvGrpSpPr/>
              <p:nvPr/>
            </p:nvGrpSpPr>
            <p:grpSpPr>
              <a:xfrm>
                <a:off x="1049959" y="2367864"/>
                <a:ext cx="365222" cy="446901"/>
                <a:chOff x="-39783425" y="2337925"/>
                <a:chExt cx="275700" cy="318350"/>
              </a:xfrm>
              <a:solidFill>
                <a:schemeClr val="bg1"/>
              </a:solidFill>
            </p:grpSpPr>
            <p:sp>
              <p:nvSpPr>
                <p:cNvPr id="36" name="Google Shape;13599;p76">
                  <a:extLst>
                    <a:ext uri="{FF2B5EF4-FFF2-40B4-BE49-F238E27FC236}">
                      <a16:creationId xmlns:a16="http://schemas.microsoft.com/office/drawing/2014/main" id="{402CCA22-7642-1FDA-5B88-0200004E2165}"/>
                    </a:ext>
                  </a:extLst>
                </p:cNvPr>
                <p:cNvSpPr/>
                <p:nvPr/>
              </p:nvSpPr>
              <p:spPr>
                <a:xfrm>
                  <a:off x="-39739325" y="2468600"/>
                  <a:ext cx="194575" cy="148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83" h="5940" extrusionOk="0">
                      <a:moveTo>
                        <a:pt x="6349" y="772"/>
                      </a:moveTo>
                      <a:cubicBezTo>
                        <a:pt x="6459" y="772"/>
                        <a:pt x="6570" y="812"/>
                        <a:pt x="6648" y="891"/>
                      </a:cubicBezTo>
                      <a:cubicBezTo>
                        <a:pt x="6711" y="954"/>
                        <a:pt x="6743" y="1017"/>
                        <a:pt x="6806" y="1080"/>
                      </a:cubicBezTo>
                      <a:cubicBezTo>
                        <a:pt x="6837" y="1300"/>
                        <a:pt x="6837" y="1458"/>
                        <a:pt x="6711" y="1552"/>
                      </a:cubicBezTo>
                      <a:lnTo>
                        <a:pt x="3340" y="4955"/>
                      </a:lnTo>
                      <a:cubicBezTo>
                        <a:pt x="3261" y="5033"/>
                        <a:pt x="3151" y="5073"/>
                        <a:pt x="3041" y="5073"/>
                      </a:cubicBezTo>
                      <a:cubicBezTo>
                        <a:pt x="2931" y="5073"/>
                        <a:pt x="2820" y="5033"/>
                        <a:pt x="2742" y="4955"/>
                      </a:cubicBezTo>
                      <a:lnTo>
                        <a:pt x="1040" y="3253"/>
                      </a:lnTo>
                      <a:cubicBezTo>
                        <a:pt x="883" y="3096"/>
                        <a:pt x="883" y="2812"/>
                        <a:pt x="1040" y="2655"/>
                      </a:cubicBezTo>
                      <a:lnTo>
                        <a:pt x="1135" y="2592"/>
                      </a:lnTo>
                      <a:cubicBezTo>
                        <a:pt x="1214" y="2513"/>
                        <a:pt x="1316" y="2474"/>
                        <a:pt x="1418" y="2474"/>
                      </a:cubicBezTo>
                      <a:cubicBezTo>
                        <a:pt x="1521" y="2474"/>
                        <a:pt x="1623" y="2513"/>
                        <a:pt x="1702" y="2592"/>
                      </a:cubicBezTo>
                      <a:lnTo>
                        <a:pt x="2742" y="3600"/>
                      </a:lnTo>
                      <a:cubicBezTo>
                        <a:pt x="2820" y="3679"/>
                        <a:pt x="2931" y="3718"/>
                        <a:pt x="3041" y="3718"/>
                      </a:cubicBezTo>
                      <a:cubicBezTo>
                        <a:pt x="3151" y="3718"/>
                        <a:pt x="3261" y="3679"/>
                        <a:pt x="3340" y="3600"/>
                      </a:cubicBezTo>
                      <a:lnTo>
                        <a:pt x="6050" y="891"/>
                      </a:lnTo>
                      <a:cubicBezTo>
                        <a:pt x="6128" y="812"/>
                        <a:pt x="6239" y="772"/>
                        <a:pt x="6349" y="772"/>
                      </a:cubicBezTo>
                      <a:close/>
                      <a:moveTo>
                        <a:pt x="6369" y="1"/>
                      </a:moveTo>
                      <a:cubicBezTo>
                        <a:pt x="6050" y="1"/>
                        <a:pt x="5719" y="119"/>
                        <a:pt x="5451" y="355"/>
                      </a:cubicBezTo>
                      <a:lnTo>
                        <a:pt x="3025" y="2781"/>
                      </a:lnTo>
                      <a:lnTo>
                        <a:pt x="2269" y="2025"/>
                      </a:lnTo>
                      <a:cubicBezTo>
                        <a:pt x="2040" y="1796"/>
                        <a:pt x="1742" y="1663"/>
                        <a:pt x="1421" y="1663"/>
                      </a:cubicBezTo>
                      <a:cubicBezTo>
                        <a:pt x="1256" y="1663"/>
                        <a:pt x="1085" y="1698"/>
                        <a:pt x="914" y="1773"/>
                      </a:cubicBezTo>
                      <a:cubicBezTo>
                        <a:pt x="694" y="1867"/>
                        <a:pt x="536" y="1993"/>
                        <a:pt x="473" y="2119"/>
                      </a:cubicBezTo>
                      <a:cubicBezTo>
                        <a:pt x="1" y="2592"/>
                        <a:pt x="1" y="3379"/>
                        <a:pt x="473" y="3883"/>
                      </a:cubicBezTo>
                      <a:lnTo>
                        <a:pt x="2143" y="5585"/>
                      </a:lnTo>
                      <a:cubicBezTo>
                        <a:pt x="2379" y="5821"/>
                        <a:pt x="2694" y="5939"/>
                        <a:pt x="3017" y="5939"/>
                      </a:cubicBezTo>
                      <a:cubicBezTo>
                        <a:pt x="3340" y="5939"/>
                        <a:pt x="3671" y="5821"/>
                        <a:pt x="3939" y="5585"/>
                      </a:cubicBezTo>
                      <a:lnTo>
                        <a:pt x="7310" y="2182"/>
                      </a:lnTo>
                      <a:cubicBezTo>
                        <a:pt x="7656" y="1836"/>
                        <a:pt x="7782" y="1300"/>
                        <a:pt x="7593" y="859"/>
                      </a:cubicBezTo>
                      <a:cubicBezTo>
                        <a:pt x="7467" y="575"/>
                        <a:pt x="7310" y="418"/>
                        <a:pt x="7215" y="355"/>
                      </a:cubicBezTo>
                      <a:cubicBezTo>
                        <a:pt x="6995" y="119"/>
                        <a:pt x="6688" y="1"/>
                        <a:pt x="636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" name="Google Shape;13600;p76">
                  <a:extLst>
                    <a:ext uri="{FF2B5EF4-FFF2-40B4-BE49-F238E27FC236}">
                      <a16:creationId xmlns:a16="http://schemas.microsoft.com/office/drawing/2014/main" id="{D834827C-735E-2FD6-460B-FBD05154BE6A}"/>
                    </a:ext>
                  </a:extLst>
                </p:cNvPr>
                <p:cNvSpPr/>
                <p:nvPr/>
              </p:nvSpPr>
              <p:spPr>
                <a:xfrm>
                  <a:off x="-39783425" y="2337925"/>
                  <a:ext cx="275700" cy="318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28" h="12734" extrusionOk="0">
                      <a:moveTo>
                        <a:pt x="5608" y="793"/>
                      </a:moveTo>
                      <a:cubicBezTo>
                        <a:pt x="5829" y="793"/>
                        <a:pt x="5986" y="1014"/>
                        <a:pt x="6049" y="1234"/>
                      </a:cubicBezTo>
                      <a:cubicBezTo>
                        <a:pt x="6049" y="1486"/>
                        <a:pt x="6238" y="1644"/>
                        <a:pt x="6459" y="1644"/>
                      </a:cubicBezTo>
                      <a:lnTo>
                        <a:pt x="8129" y="1644"/>
                      </a:lnTo>
                      <a:cubicBezTo>
                        <a:pt x="8349" y="1644"/>
                        <a:pt x="8507" y="1833"/>
                        <a:pt x="8570" y="2053"/>
                      </a:cubicBezTo>
                      <a:lnTo>
                        <a:pt x="8570" y="2494"/>
                      </a:lnTo>
                      <a:lnTo>
                        <a:pt x="2773" y="2494"/>
                      </a:lnTo>
                      <a:lnTo>
                        <a:pt x="2773" y="2116"/>
                      </a:lnTo>
                      <a:lnTo>
                        <a:pt x="2741" y="2116"/>
                      </a:lnTo>
                      <a:cubicBezTo>
                        <a:pt x="2741" y="1864"/>
                        <a:pt x="2930" y="1707"/>
                        <a:pt x="3119" y="1675"/>
                      </a:cubicBezTo>
                      <a:lnTo>
                        <a:pt x="4789" y="1675"/>
                      </a:lnTo>
                      <a:cubicBezTo>
                        <a:pt x="5010" y="1675"/>
                        <a:pt x="5167" y="1486"/>
                        <a:pt x="5167" y="1234"/>
                      </a:cubicBezTo>
                      <a:cubicBezTo>
                        <a:pt x="5167" y="1014"/>
                        <a:pt x="5356" y="856"/>
                        <a:pt x="5608" y="793"/>
                      </a:cubicBezTo>
                      <a:close/>
                      <a:moveTo>
                        <a:pt x="10177" y="2494"/>
                      </a:moveTo>
                      <a:lnTo>
                        <a:pt x="10177" y="11883"/>
                      </a:lnTo>
                      <a:lnTo>
                        <a:pt x="788" y="11883"/>
                      </a:lnTo>
                      <a:lnTo>
                        <a:pt x="788" y="2494"/>
                      </a:lnTo>
                      <a:lnTo>
                        <a:pt x="1891" y="2494"/>
                      </a:lnTo>
                      <a:lnTo>
                        <a:pt x="1891" y="2904"/>
                      </a:lnTo>
                      <a:cubicBezTo>
                        <a:pt x="1891" y="3125"/>
                        <a:pt x="2111" y="3314"/>
                        <a:pt x="2332" y="3314"/>
                      </a:cubicBezTo>
                      <a:lnTo>
                        <a:pt x="8948" y="3314"/>
                      </a:lnTo>
                      <a:cubicBezTo>
                        <a:pt x="9200" y="3314"/>
                        <a:pt x="9357" y="3125"/>
                        <a:pt x="9357" y="2904"/>
                      </a:cubicBezTo>
                      <a:lnTo>
                        <a:pt x="9357" y="2494"/>
                      </a:lnTo>
                      <a:close/>
                      <a:moveTo>
                        <a:pt x="5615" y="1"/>
                      </a:moveTo>
                      <a:cubicBezTo>
                        <a:pt x="5456" y="1"/>
                        <a:pt x="5293" y="33"/>
                        <a:pt x="5136" y="100"/>
                      </a:cubicBezTo>
                      <a:cubicBezTo>
                        <a:pt x="4821" y="226"/>
                        <a:pt x="4537" y="478"/>
                        <a:pt x="4474" y="856"/>
                      </a:cubicBezTo>
                      <a:lnTo>
                        <a:pt x="3151" y="856"/>
                      </a:lnTo>
                      <a:cubicBezTo>
                        <a:pt x="2647" y="856"/>
                        <a:pt x="2174" y="1203"/>
                        <a:pt x="1985" y="1675"/>
                      </a:cubicBezTo>
                      <a:lnTo>
                        <a:pt x="410" y="1675"/>
                      </a:lnTo>
                      <a:cubicBezTo>
                        <a:pt x="158" y="1675"/>
                        <a:pt x="0" y="1864"/>
                        <a:pt x="0" y="2116"/>
                      </a:cubicBezTo>
                      <a:lnTo>
                        <a:pt x="0" y="12292"/>
                      </a:lnTo>
                      <a:cubicBezTo>
                        <a:pt x="0" y="12544"/>
                        <a:pt x="221" y="12734"/>
                        <a:pt x="410" y="12734"/>
                      </a:cubicBezTo>
                      <a:lnTo>
                        <a:pt x="10618" y="12734"/>
                      </a:lnTo>
                      <a:cubicBezTo>
                        <a:pt x="10838" y="12734"/>
                        <a:pt x="11027" y="12544"/>
                        <a:pt x="11027" y="12292"/>
                      </a:cubicBezTo>
                      <a:lnTo>
                        <a:pt x="11027" y="2116"/>
                      </a:lnTo>
                      <a:cubicBezTo>
                        <a:pt x="10996" y="1864"/>
                        <a:pt x="10807" y="1675"/>
                        <a:pt x="10555" y="1675"/>
                      </a:cubicBezTo>
                      <a:lnTo>
                        <a:pt x="9263" y="1675"/>
                      </a:lnTo>
                      <a:cubicBezTo>
                        <a:pt x="9105" y="1203"/>
                        <a:pt x="8633" y="856"/>
                        <a:pt x="8097" y="856"/>
                      </a:cubicBezTo>
                      <a:lnTo>
                        <a:pt x="6774" y="856"/>
                      </a:lnTo>
                      <a:cubicBezTo>
                        <a:pt x="6606" y="328"/>
                        <a:pt x="6127" y="1"/>
                        <a:pt x="561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39" name="CuadroTexto 38">
            <a:extLst>
              <a:ext uri="{FF2B5EF4-FFF2-40B4-BE49-F238E27FC236}">
                <a16:creationId xmlns:a16="http://schemas.microsoft.com/office/drawing/2014/main" id="{10EF6387-DF63-3B0D-88D4-4C5BD397993C}"/>
              </a:ext>
            </a:extLst>
          </p:cNvPr>
          <p:cNvSpPr txBox="1"/>
          <p:nvPr/>
        </p:nvSpPr>
        <p:spPr>
          <a:xfrm>
            <a:off x="11290770" y="6352529"/>
            <a:ext cx="8194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19/20</a:t>
            </a:r>
          </a:p>
        </p:txBody>
      </p:sp>
    </p:spTree>
    <p:extLst>
      <p:ext uri="{BB962C8B-B14F-4D97-AF65-F5344CB8AC3E}">
        <p14:creationId xmlns:p14="http://schemas.microsoft.com/office/powerpoint/2010/main" val="1736085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isa-v2">
  <a:themeElements>
    <a:clrScheme name="Colores Cristina">
      <a:dk1>
        <a:srgbClr val="141414"/>
      </a:dk1>
      <a:lt1>
        <a:sysClr val="window" lastClr="FFFFFF"/>
      </a:lt1>
      <a:dk2>
        <a:srgbClr val="A8003B"/>
      </a:dk2>
      <a:lt2>
        <a:srgbClr val="FFFFFF"/>
      </a:lt2>
      <a:accent1>
        <a:srgbClr val="A8003B"/>
      </a:accent1>
      <a:accent2>
        <a:srgbClr val="A8003B"/>
      </a:accent2>
      <a:accent3>
        <a:srgbClr val="00504D"/>
      </a:accent3>
      <a:accent4>
        <a:srgbClr val="00A19B"/>
      </a:accent4>
      <a:accent5>
        <a:srgbClr val="4BACC6"/>
      </a:accent5>
      <a:accent6>
        <a:srgbClr val="967140"/>
      </a:accent6>
      <a:hlink>
        <a:srgbClr val="0000FF"/>
      </a:hlink>
      <a:folHlink>
        <a:srgbClr val="800080"/>
      </a:folHlink>
    </a:clrScheme>
    <a:fontScheme name="Horizonte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isa-v2">
  <a:themeElements>
    <a:clrScheme name="Colores Cristina">
      <a:dk1>
        <a:srgbClr val="141414"/>
      </a:dk1>
      <a:lt1>
        <a:sysClr val="window" lastClr="FFFFFF"/>
      </a:lt1>
      <a:dk2>
        <a:srgbClr val="A8003B"/>
      </a:dk2>
      <a:lt2>
        <a:srgbClr val="FFFFFF"/>
      </a:lt2>
      <a:accent1>
        <a:srgbClr val="A8003B"/>
      </a:accent1>
      <a:accent2>
        <a:srgbClr val="A8003B"/>
      </a:accent2>
      <a:accent3>
        <a:srgbClr val="00504D"/>
      </a:accent3>
      <a:accent4>
        <a:srgbClr val="00A19B"/>
      </a:accent4>
      <a:accent5>
        <a:srgbClr val="4BACC6"/>
      </a:accent5>
      <a:accent6>
        <a:srgbClr val="967140"/>
      </a:accent6>
      <a:hlink>
        <a:srgbClr val="0000FF"/>
      </a:hlink>
      <a:folHlink>
        <a:srgbClr val="800080"/>
      </a:folHlink>
    </a:clrScheme>
    <a:fontScheme name="Horizonte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8914df6-f81e-44fe-8da3-31cef5d48baf" xsi:nil="true"/>
    <lcf76f155ced4ddcb4097134ff3c332f xmlns="49df82a0-becc-4ef3-aa57-ac77f6d841c6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009037354106145AFF53138C3A15B5B" ma:contentTypeVersion="17" ma:contentTypeDescription="Crear nuevo documento." ma:contentTypeScope="" ma:versionID="c14e123252ae82666fbd2866e6fbdb99">
  <xsd:schema xmlns:xsd="http://www.w3.org/2001/XMLSchema" xmlns:xs="http://www.w3.org/2001/XMLSchema" xmlns:p="http://schemas.microsoft.com/office/2006/metadata/properties" xmlns:ns2="49df82a0-becc-4ef3-aa57-ac77f6d841c6" xmlns:ns3="28914df6-f81e-44fe-8da3-31cef5d48baf" targetNamespace="http://schemas.microsoft.com/office/2006/metadata/properties" ma:root="true" ma:fieldsID="7f2abced8826decc87f6846122c80dcc" ns2:_="" ns3:_="">
    <xsd:import namespace="49df82a0-becc-4ef3-aa57-ac77f6d841c6"/>
    <xsd:import namespace="28914df6-f81e-44fe-8da3-31cef5d48b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df82a0-becc-4ef3-aa57-ac77f6d841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n" ma:readOnly="false" ma:fieldId="{5cf76f15-5ced-4ddc-b409-7134ff3c332f}" ma:taxonomyMulti="true" ma:sspId="5543dc2c-c282-4bcc-a46d-38262559636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914df6-f81e-44fe-8da3-31cef5d48baf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e318aa8-aa72-4d3f-82ad-179b0daa7511}" ma:internalName="TaxCatchAll" ma:showField="CatchAllData" ma:web="28914df6-f81e-44fe-8da3-31cef5d48b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E3F93E-46CE-4709-90F5-743461247A81}">
  <ds:schemaRefs>
    <ds:schemaRef ds:uri="http://schemas.microsoft.com/office/2006/metadata/properties"/>
    <ds:schemaRef ds:uri="http://www.w3.org/2000/xmlns/"/>
    <ds:schemaRef ds:uri="28914df6-f81e-44fe-8da3-31cef5d48baf"/>
    <ds:schemaRef ds:uri="http://www.w3.org/2001/XMLSchema-instance"/>
    <ds:schemaRef ds:uri="49df82a0-becc-4ef3-aa57-ac77f6d841c6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CA2171B-CD22-4571-B5E0-6855EC799ED2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49df82a0-becc-4ef3-aa57-ac77f6d841c6"/>
    <ds:schemaRef ds:uri="28914df6-f81e-44fe-8da3-31cef5d48baf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B066068-8CCD-4AC0-A0E7-63369DC6BB0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56451</TotalTime>
  <Words>3007</Words>
  <Application>Microsoft Macintosh PowerPoint</Application>
  <PresentationFormat>Panorámica</PresentationFormat>
  <Paragraphs>438</Paragraphs>
  <Slides>49</Slides>
  <Notes>44</Notes>
  <HiddenSlides>7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49</vt:i4>
      </vt:variant>
    </vt:vector>
  </HeadingPairs>
  <TitlesOfParts>
    <vt:vector size="56" baseType="lpstr">
      <vt:lpstr>Aharoni</vt:lpstr>
      <vt:lpstr>Arial</vt:lpstr>
      <vt:lpstr>Arial Narrow</vt:lpstr>
      <vt:lpstr>Calibri</vt:lpstr>
      <vt:lpstr>Helvetica</vt:lpstr>
      <vt:lpstr>Roboto</vt:lpstr>
      <vt:lpstr>isa-v2</vt:lpstr>
      <vt:lpstr>Pricing Intelligence: Rethinking IS Engineering in Volatile SaaS Environments</vt:lpstr>
      <vt:lpstr>SaaS Pricings</vt:lpstr>
      <vt:lpstr>Presentación de PowerPoint</vt:lpstr>
      <vt:lpstr>Presentación de PowerPoint</vt:lpstr>
      <vt:lpstr>Presentación de PowerPoint</vt:lpstr>
      <vt:lpstr>SaaS Pricings</vt:lpstr>
      <vt:lpstr>SaaS Pricings</vt:lpstr>
      <vt:lpstr>SaaS Pricings</vt:lpstr>
      <vt:lpstr>SaaS Pricings</vt:lpstr>
      <vt:lpstr>SaaS Pricings</vt:lpstr>
      <vt:lpstr>Presentación de PowerPoint</vt:lpstr>
      <vt:lpstr>Configuration Space</vt:lpstr>
      <vt:lpstr>Curse of Customization</vt:lpstr>
      <vt:lpstr>Curse of Customization</vt:lpstr>
      <vt:lpstr>Intelligent Pricing (iPricing)</vt:lpstr>
      <vt:lpstr>Intelligent Pricing (iPricing)</vt:lpstr>
      <vt:lpstr>Intelligent Pricing (iPricing)</vt:lpstr>
      <vt:lpstr>Presentación de PowerPoint</vt:lpstr>
      <vt:lpstr>Pricing Intelligence (PI)</vt:lpstr>
      <vt:lpstr>Presentación de PowerPoint</vt:lpstr>
      <vt:lpstr>Pricing Intelligence Interpretation Process (PIIP)</vt:lpstr>
      <vt:lpstr>Capability Layer</vt:lpstr>
      <vt:lpstr>Holistic Agent for Reasoning on Value and Economic analYsis (H.A.R.V.E.Y.)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Evaluation</vt:lpstr>
      <vt:lpstr>Methodology</vt:lpstr>
      <vt:lpstr>Methodology</vt:lpstr>
      <vt:lpstr>Current Coverage of PI Needs</vt:lpstr>
      <vt:lpstr>Strategy and Value Accuracy</vt:lpstr>
      <vt:lpstr>Strategy and Value Accuracy</vt:lpstr>
      <vt:lpstr>Strategy and Value Accuracy</vt:lpstr>
      <vt:lpstr>Strategy and Value Accuracy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Conclusions</vt:lpstr>
      <vt:lpstr>Pricing Intelligence: Rethinking IS Engineering in Volatile SaaS Environments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ISA · SCORE presentation template</dc:title>
  <dc:subject/>
  <dc:creator>SCORE Lab · Universidad de Sevilla</dc:creator>
  <cp:keywords/>
  <dc:description/>
  <cp:lastModifiedBy>Francisco Javier Cavero López</cp:lastModifiedBy>
  <cp:revision>311</cp:revision>
  <dcterms:created xsi:type="dcterms:W3CDTF">2022-08-04T07:42:23Z</dcterms:created>
  <dcterms:modified xsi:type="dcterms:W3CDTF">2026-06-10T06:10:04Z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0x010100D009037354106145AFF53138C3A15B5B</vt:lpwstr>
  </property>
  <property fmtid="{D5CDD505-2E9C-101B-9397-08002B2CF9AE}" pid="3" name="MediaServiceImageTags">
    <vt:lpwstr/>
  </property>
</Properties>
</file>