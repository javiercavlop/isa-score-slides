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B880D0A-8161-CE42-5F69-92C9BAA8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37B7350-CBD4-FBF3-8557-99FAEE66EFB3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986469D-6E83-675F-1C41-CFC700D11620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29EE573-C267-E84A-A0A3-AFB6772BE8A7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6974F5-7B1A-6F69-9E86-D552E261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EE0D1DA3-A85F-EE64-4808-5C417EE22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743BF68F-617A-F2E3-6F4F-63763B0694BD}"/>
              </a:ext>
            </a:extLst>
          </p:cNvPr>
          <p:cNvSpPr/>
          <p:nvPr/>
        </p:nvSpPr>
        <p:spPr>
          <a:xfrm>
            <a:off x="2209800" y="1704975"/>
            <a:ext cx="2124075" cy="288607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784F45-2FAE-F0C3-B5E2-9D4432FEE0DD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9293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5E56542-1F1B-0A00-39B0-C7EC4F8B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34954342-5811-A94A-2049-B0DDBA45A849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EF5A61B0-0E75-D2B7-B677-BC972A808069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AD41ED9-4568-AA87-124F-B3B417B28F5D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F404C8-36E3-3416-5329-914F4B35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EFACF61F-7FAF-D61E-DA0D-B9D3B23BF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E298A4C-CE3E-9734-856E-901284B688BD}"/>
              </a:ext>
            </a:extLst>
          </p:cNvPr>
          <p:cNvSpPr/>
          <p:nvPr/>
        </p:nvSpPr>
        <p:spPr>
          <a:xfrm>
            <a:off x="5052240" y="2162176"/>
            <a:ext cx="2031592" cy="100965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ED5FE3-E3C3-B7E4-A1E7-F37C5C52E9A8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3331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7BC6BFD-07C7-2FBF-7901-F7D761DA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54994D4-5256-39AC-028C-B46FAC5D0BC4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ABE53BB-1563-A6B0-2905-4C8146B929B3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2F83FBCD-A0A9-8A4F-C663-F8D9CCB4009F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138CE7-35B2-7617-9B26-C0ADB21E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15F02FDF-1FA2-CEB0-226C-0B77BE741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07D5D682-4A59-4F95-C426-3374ED9F6A7E}"/>
              </a:ext>
            </a:extLst>
          </p:cNvPr>
          <p:cNvSpPr/>
          <p:nvPr/>
        </p:nvSpPr>
        <p:spPr>
          <a:xfrm>
            <a:off x="5126445" y="3629026"/>
            <a:ext cx="2031592" cy="100965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95D9E9-8036-C3EC-A650-6D12AEDC6D11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5765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ED8A13B-3004-107B-4A0D-53E34A1F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0308BE5-8ED0-CF48-F0BE-38BC5284FE1F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B80A8FF-6495-F821-FF71-6C7C2F6A568F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921E9DD8-EDAB-E940-F617-AB77493D88A6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7A3924-93AC-82C7-D748-FCD31A75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8202AF72-F5C4-9C2F-AE54-DEC35B998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88E80B0D-C602-49C1-6BC0-30514DEF7BFB}"/>
              </a:ext>
            </a:extLst>
          </p:cNvPr>
          <p:cNvSpPr/>
          <p:nvPr/>
        </p:nvSpPr>
        <p:spPr>
          <a:xfrm>
            <a:off x="7763702" y="3452123"/>
            <a:ext cx="2031592" cy="100965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AF8ADD-B13C-FE4A-88FC-607D5ACA4978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17205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4AAD1ED-1F6E-DCCE-7BD9-D46A4428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11DC2DB-4450-316D-F88F-D1163B8693F8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A5A3CFA4-598F-64B1-CB6B-F81CEC9FC32C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36F1FEF-A609-D561-3067-16F174A5FBD2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17629C-83B6-A112-6158-3760865C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251B1663-281E-4371-5633-F04BCD24B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432C-F41C-552D-711C-AB67CE77D285}"/>
              </a:ext>
            </a:extLst>
          </p:cNvPr>
          <p:cNvSpPr/>
          <p:nvPr/>
        </p:nvSpPr>
        <p:spPr>
          <a:xfrm>
            <a:off x="7902426" y="4823722"/>
            <a:ext cx="1746399" cy="1759639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4DAF67-DBA1-28D2-3177-BE41C19C9465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34356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1D39816-306D-7068-78AD-0E0D9B76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BBC9BC8-D211-4CCA-4CF5-D8784B8C6090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F12EBB4-D67E-D908-38E8-FBEE90FCE266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18F561F-3AF1-49D9-65D6-515E027CB214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CABC6F-1910-FED6-B07C-26DC28BA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57CD87B2-1FDB-EC0B-73B4-7BC2F01D5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A7AAF107-61B2-683A-B27B-6E3D3E40FBAF}"/>
              </a:ext>
            </a:extLst>
          </p:cNvPr>
          <p:cNvSpPr/>
          <p:nvPr/>
        </p:nvSpPr>
        <p:spPr>
          <a:xfrm>
            <a:off x="5260677" y="3714750"/>
            <a:ext cx="1746399" cy="82867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2EF429C-E82C-AA27-B34D-FDF808EA22C4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84665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5F89BFB-8060-C885-180B-112CD3EC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E7524BE3-F2DA-A7E6-B9F9-0CA613D711DF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6F04F25-ABCE-8B67-864B-2221C9AA7E12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ACC78B5F-A791-07C4-4E7F-2E6D82F7B43C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1C279F-B01C-F09D-7E4D-FE4BA35F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DFF123C6-53F4-D099-F0FC-2AE73FD64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A4BCD50-EBDA-8542-4C98-D3BD4F452E51}"/>
              </a:ext>
            </a:extLst>
          </p:cNvPr>
          <p:cNvSpPr/>
          <p:nvPr/>
        </p:nvSpPr>
        <p:spPr>
          <a:xfrm>
            <a:off x="5148595" y="5229225"/>
            <a:ext cx="1939110" cy="82867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7EA794-3414-33CE-AEC6-D5AD25893BB4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9847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9C1B344-7061-9B7B-B289-EAACAB05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3E3CB338-7BB9-C547-BD50-2B78405DF8C4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A06B47E-CEDF-EDB4-0697-BEAB81AC55FE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7546DF11-9A48-2F53-1E00-5D5C9857DB75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5EB1DE-7EB2-3555-D9B4-97DCFB64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32F1A917-BA89-B984-8E91-9E8F171FE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FEEA71A-81DD-6829-CED9-7973CDA4919F}"/>
              </a:ext>
            </a:extLst>
          </p:cNvPr>
          <p:cNvSpPr/>
          <p:nvPr/>
        </p:nvSpPr>
        <p:spPr>
          <a:xfrm>
            <a:off x="2254379" y="4630528"/>
            <a:ext cx="2029382" cy="187504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5E8C76-80F8-48C7-572A-6450961D6E9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0077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