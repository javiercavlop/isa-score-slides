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27" r:id="rId11"/>
  </p:sldMasterIdLst>
  <p:notesMasterIdLst>
    <p:notesMasterId r:id="rId54"/>
  </p:notesMasterIdLst>
  <p:sldIdLst>
    <p:sldId id="256" r:id="rId12"/>
    <p:sldId id="257" r:id="rId13"/>
    <p:sldId id="258" r:id="rId14"/>
    <p:sldId id="259" r:id="rId15"/>
    <p:sldId id="260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256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7C8386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8578599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807804" y="6422320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A0029"/>
                </a:solidFill>
              </a:defRPr>
            </a:lvl1pPr>
          </a:lstStyle>
          <a:p>
            <a:r>
              <a:rPr lang="es-ES" dirty="0"/>
              <a:t>JISBD 2024 -La Coruña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038176" y="644825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7A0029"/>
                </a:solidFill>
              </a:defRPr>
            </a:lvl1pPr>
          </a:lstStyle>
          <a:p>
            <a:fld id="{4EDA299C-975A-44F3-A2CE-3B7F9790D52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256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7A0029"/>
                </a:solidFill>
                <a:latin typeface="+mn-lt"/>
                <a:cs typeface="Times New Roman" pitchFamily="18" charset="0"/>
              </a:defRPr>
            </a:lvl1pPr>
          </a:lstStyle>
          <a:p>
            <a:r>
              <a:rPr lang="en-GB" noProof="0" dirty="0"/>
              <a:t>Haga clic para modificar el estilo de título del patrón</a:t>
            </a:r>
          </a:p>
        </p:txBody>
      </p:sp>
      <p:sp>
        <p:nvSpPr>
          <p:cNvPr id="8" name="2 Marcador de contenido"/>
          <p:cNvSpPr>
            <a:spLocks noGrp="1"/>
          </p:cNvSpPr>
          <p:nvPr>
            <p:ph idx="1"/>
          </p:nvPr>
        </p:nvSpPr>
        <p:spPr>
          <a:xfrm>
            <a:off x="357159" y="928670"/>
            <a:ext cx="8329642" cy="5429288"/>
          </a:xfrm>
          <a:prstGeom prst="rect">
            <a:avLst/>
          </a:prstGeom>
          <a:noFill/>
        </p:spPr>
        <p:txBody>
          <a:bodyPr/>
          <a:lstStyle>
            <a:lvl1pPr>
              <a:buClr>
                <a:srgbClr val="A8003B"/>
              </a:buClr>
              <a:buFont typeface="Arial" pitchFamily="34" charset="0"/>
              <a:buChar char="•"/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>
              <a:buClr>
                <a:srgbClr val="A8003B"/>
              </a:buClr>
              <a:buFont typeface="Arial" pitchFamily="34" charset="0"/>
              <a:buChar char="•"/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2pPr>
            <a:lvl3pPr>
              <a:buClr>
                <a:srgbClr val="A8003B"/>
              </a:buClr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3pPr>
            <a:lvl4pPr>
              <a:buClr>
                <a:srgbClr val="A8003B"/>
              </a:buClr>
              <a:buFont typeface="Arial" pitchFamily="34" charset="0"/>
              <a:buChar char="•"/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4pPr>
            <a:lvl5pPr>
              <a:buClr>
                <a:srgbClr val="A8003B"/>
              </a:buClr>
              <a:buFont typeface="Arial" pitchFamily="34" charset="0"/>
              <a:buChar char="•"/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5pPr>
          </a:lstStyle>
          <a:p>
            <a:pPr lvl="0"/>
            <a:r>
              <a:rPr lang="en-GB" noProof="0" dirty="0"/>
              <a:t>Haga clic para modificar el estilo de texto del patrón</a:t>
            </a:r>
          </a:p>
          <a:p>
            <a:pPr lvl="1"/>
            <a:r>
              <a:rPr lang="en-GB" noProof="0" dirty="0"/>
              <a:t>Segundo nivel</a:t>
            </a:r>
          </a:p>
          <a:p>
            <a:pPr lvl="2"/>
            <a:r>
              <a:rPr lang="en-GB" noProof="0" dirty="0"/>
              <a:t>Tercer nivel</a:t>
            </a:r>
          </a:p>
          <a:p>
            <a:pPr lvl="3"/>
            <a:r>
              <a:rPr lang="en-GB" noProof="0" dirty="0"/>
              <a:t>Cuarto nivel</a:t>
            </a:r>
          </a:p>
          <a:p>
            <a:pPr lvl="4"/>
            <a:r>
              <a:rPr lang="en-GB" noProof="0" dirty="0"/>
              <a:t>Quinto nivel</a:t>
            </a:r>
          </a:p>
        </p:txBody>
      </p:sp>
      <p:pic>
        <p:nvPicPr>
          <p:cNvPr id="10" name="8 Imagen" descr="logoisa_isa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030" y="6358305"/>
            <a:ext cx="915454" cy="429140"/>
          </a:xfrm>
          <a:prstGeom prst="rect">
            <a:avLst/>
          </a:prstGeom>
        </p:spPr>
      </p:pic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16416" y="6121138"/>
            <a:ext cx="827584" cy="736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B776D589-4EDC-5C71-2719-FBB138CB0D6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72613" y="6259699"/>
            <a:ext cx="1727284" cy="69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20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4041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>
            <a:spLocks noGrp="1"/>
          </p:cNvSpPr>
          <p:nvPr>
            <p:ph type="title"/>
          </p:nvPr>
        </p:nvSpPr>
        <p:spPr>
          <a:xfrm>
            <a:off x="713175" y="720367"/>
            <a:ext cx="7717800" cy="6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30768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2CA51-9759-CD68-5CC3-F2657CB8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125010-4404-32D0-FABE-270D3A530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F88668-3D27-4C2E-7065-81782A076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C9D353-59FF-B5EE-4969-899AD703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4121-E195-C147-8E03-AE5DA9552ECC}" type="datetime1">
              <a:rPr lang="es-ES" smtClean="0"/>
              <a:t>2/12/24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5E41CA-20F0-4A97-914D-7AEBEFF8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DAD3DB-9679-7FEE-3425-76EF8C75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02824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8389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D4E6C9AB-403C-B127-613F-E83BEEA08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9CB22090-F95E-30E1-2E0B-B10A4BFF8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563" y="1232756"/>
            <a:ext cx="9008874" cy="4392488"/>
          </a:xfrm>
          <a:prstGeom prst="rect">
            <a:avLst/>
          </a:prstGeom>
        </p:spPr>
      </p:pic>
      <p:sp>
        <p:nvSpPr>
          <p:cNvPr id="5" name="Google Shape;3798;p46">
            <a:extLst>
              <a:ext uri="{FF2B5EF4-FFF2-40B4-BE49-F238E27FC236}">
                <a16:creationId xmlns:a16="http://schemas.microsoft.com/office/drawing/2014/main" id="{E56B1895-5D76-119E-5165-7FEECBBE71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3038" y="444032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are we proposing?</a:t>
            </a:r>
            <a:endParaRPr sz="4000" dirty="0">
              <a:solidFill>
                <a:srgbClr val="7A0029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EED4B16-CCD0-9598-41E0-00FD5970A04A}"/>
              </a:ext>
            </a:extLst>
          </p:cNvPr>
          <p:cNvSpPr txBox="1"/>
          <p:nvPr/>
        </p:nvSpPr>
        <p:spPr>
          <a:xfrm>
            <a:off x="10128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7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2F9CE7D-8AB5-0F46-4E58-A76D940D8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6307317"/>
            <a:ext cx="1102225" cy="572700"/>
          </a:xfrm>
          <a:prstGeom prst="rect">
            <a:avLst/>
          </a:prstGeom>
        </p:spPr>
      </p:pic>
      <p:sp>
        <p:nvSpPr>
          <p:cNvPr id="6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97536164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395D023D-5586-AE4A-9193-FF15FCE72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D7FEE8F3-2E1F-C392-6A03-68CC31C87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544" y="800708"/>
            <a:ext cx="15654764" cy="7632848"/>
          </a:xfrm>
          <a:prstGeom prst="rect">
            <a:avLst/>
          </a:prstGeom>
        </p:spPr>
      </p:pic>
      <p:sp>
        <p:nvSpPr>
          <p:cNvPr id="4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54270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4ABF45BA-9059-F9EC-D91A-6A9840B11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78DFB30D-F205-89C0-CAEE-800CE664C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12" y="-1035496"/>
            <a:ext cx="15654764" cy="7632848"/>
          </a:xfrm>
          <a:prstGeom prst="rect">
            <a:avLst/>
          </a:prstGeom>
        </p:spPr>
      </p:pic>
      <p:sp>
        <p:nvSpPr>
          <p:cNvPr id="4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541247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656028A0-251D-5002-C18A-BA893C654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DE8894BF-5A8B-1D72-9F7C-3F90ED6A4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17068" y="-1107504"/>
            <a:ext cx="15654764" cy="7632848"/>
          </a:xfrm>
          <a:prstGeom prst="rect">
            <a:avLst/>
          </a:prstGeom>
        </p:spPr>
      </p:pic>
      <p:sp>
        <p:nvSpPr>
          <p:cNvPr id="4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508222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76F5D2D1-0628-03D3-E97E-DD3F03F5C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35E69249-F6C7-138C-33FB-6F9926EDF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03382" y="-1107504"/>
            <a:ext cx="15654764" cy="7632848"/>
          </a:xfrm>
          <a:prstGeom prst="rect">
            <a:avLst/>
          </a:prstGeom>
        </p:spPr>
      </p:pic>
      <p:sp>
        <p:nvSpPr>
          <p:cNvPr id="4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460310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