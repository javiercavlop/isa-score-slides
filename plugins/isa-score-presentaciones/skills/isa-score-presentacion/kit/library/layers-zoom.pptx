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E25E167-BD73-7F1D-5529-64BE053B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5D04B-EA8C-7B08-75B9-E235A5AB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</a:t>
            </a:r>
            <a:r>
              <a:rPr lang="es-ES" dirty="0" err="1"/>
              <a:t>Interpretation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 (PIIP)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1CE4444E-9DFF-9E6E-6F1B-2796201DABEC}"/>
              </a:ext>
            </a:extLst>
          </p:cNvPr>
          <p:cNvSpPr/>
          <p:nvPr/>
        </p:nvSpPr>
        <p:spPr>
          <a:xfrm>
            <a:off x="3561080" y="1469786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06D2D6F-689C-52C2-7C69-150E7E1B19EC}"/>
              </a:ext>
            </a:extLst>
          </p:cNvPr>
          <p:cNvSpPr/>
          <p:nvPr/>
        </p:nvSpPr>
        <p:spPr>
          <a:xfrm>
            <a:off x="3561080" y="2846149"/>
            <a:ext cx="5069840" cy="1165702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8CB3F6D-E360-31FE-8A12-0D830BA59302}"/>
              </a:ext>
            </a:extLst>
          </p:cNvPr>
          <p:cNvSpPr/>
          <p:nvPr/>
        </p:nvSpPr>
        <p:spPr>
          <a:xfrm>
            <a:off x="3561080" y="4222512"/>
            <a:ext cx="5069840" cy="1165702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04630C-5038-7FC5-EF82-BFE79AC0E965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4582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22C0A5E-8F63-3E56-65BF-BA4C5542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B14C3525-80D0-FC33-D8CF-6FD089F58694}"/>
              </a:ext>
            </a:extLst>
          </p:cNvPr>
          <p:cNvSpPr/>
          <p:nvPr/>
        </p:nvSpPr>
        <p:spPr>
          <a:xfrm>
            <a:off x="3038475" y="2009459"/>
            <a:ext cx="5915025" cy="4296091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1949C1-4F82-1F8C-966A-C0579AD1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Capability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46D69D7-A2A1-C84A-D19A-AD566BBA898A}"/>
              </a:ext>
            </a:extLst>
          </p:cNvPr>
          <p:cNvSpPr/>
          <p:nvPr/>
        </p:nvSpPr>
        <p:spPr>
          <a:xfrm>
            <a:off x="2960788" y="1944271"/>
            <a:ext cx="6084044" cy="4429760"/>
          </a:xfrm>
          <a:prstGeom prst="roundRect">
            <a:avLst>
              <a:gd name="adj" fmla="val 4529"/>
            </a:avLst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lecha abajo 5">
            <a:extLst>
              <a:ext uri="{FF2B5EF4-FFF2-40B4-BE49-F238E27FC236}">
                <a16:creationId xmlns:a16="http://schemas.microsoft.com/office/drawing/2014/main" id="{86941929-D03B-DF29-B889-814C494F365F}"/>
              </a:ext>
            </a:extLst>
          </p:cNvPr>
          <p:cNvSpPr/>
          <p:nvPr/>
        </p:nvSpPr>
        <p:spPr>
          <a:xfrm>
            <a:off x="6031353" y="1691999"/>
            <a:ext cx="304800" cy="706238"/>
          </a:xfrm>
          <a:prstGeom prst="downArrow">
            <a:avLst/>
          </a:prstGeom>
          <a:solidFill>
            <a:srgbClr val="D5E8D4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63539F5-82B7-A861-B619-DE205D95172B}"/>
              </a:ext>
            </a:extLst>
          </p:cNvPr>
          <p:cNvSpPr/>
          <p:nvPr/>
        </p:nvSpPr>
        <p:spPr>
          <a:xfrm>
            <a:off x="4829330" y="2406550"/>
            <a:ext cx="2346960" cy="576421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MCP SERVER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BE6D70-BB3D-FCD2-52B6-004000C495FD}"/>
              </a:ext>
            </a:extLst>
          </p:cNvPr>
          <p:cNvSpPr/>
          <p:nvPr/>
        </p:nvSpPr>
        <p:spPr>
          <a:xfrm>
            <a:off x="4427553" y="3871371"/>
            <a:ext cx="3348018" cy="154707"/>
          </a:xfrm>
          <a:prstGeom prst="rect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Flecha abajo 8">
            <a:extLst>
              <a:ext uri="{FF2B5EF4-FFF2-40B4-BE49-F238E27FC236}">
                <a16:creationId xmlns:a16="http://schemas.microsoft.com/office/drawing/2014/main" id="{619867A0-FCB2-DDB9-DFCA-F7D58366E578}"/>
              </a:ext>
            </a:extLst>
          </p:cNvPr>
          <p:cNvSpPr/>
          <p:nvPr/>
        </p:nvSpPr>
        <p:spPr>
          <a:xfrm rot="10800000">
            <a:off x="5896902" y="2982968"/>
            <a:ext cx="304800" cy="950790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abajo 9">
            <a:extLst>
              <a:ext uri="{FF2B5EF4-FFF2-40B4-BE49-F238E27FC236}">
                <a16:creationId xmlns:a16="http://schemas.microsoft.com/office/drawing/2014/main" id="{50F017A6-B6CC-0263-ACDF-A4F0D2BF94C5}"/>
              </a:ext>
            </a:extLst>
          </p:cNvPr>
          <p:cNvSpPr/>
          <p:nvPr/>
        </p:nvSpPr>
        <p:spPr>
          <a:xfrm>
            <a:off x="4349372" y="3933759"/>
            <a:ext cx="304800" cy="806531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abajo 10">
            <a:extLst>
              <a:ext uri="{FF2B5EF4-FFF2-40B4-BE49-F238E27FC236}">
                <a16:creationId xmlns:a16="http://schemas.microsoft.com/office/drawing/2014/main" id="{072B1494-4505-96C8-C661-3DF8EAD6CC1D}"/>
              </a:ext>
            </a:extLst>
          </p:cNvPr>
          <p:cNvSpPr/>
          <p:nvPr/>
        </p:nvSpPr>
        <p:spPr>
          <a:xfrm>
            <a:off x="7546420" y="3933759"/>
            <a:ext cx="304800" cy="767180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482063-8BDE-7E5B-CFB4-D1ACD736F9AE}"/>
              </a:ext>
            </a:extLst>
          </p:cNvPr>
          <p:cNvSpPr/>
          <p:nvPr/>
        </p:nvSpPr>
        <p:spPr>
          <a:xfrm>
            <a:off x="7500624" y="3917374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8B6E714-2B44-4CA6-EA0D-35DA8957DBF6}"/>
              </a:ext>
            </a:extLst>
          </p:cNvPr>
          <p:cNvSpPr/>
          <p:nvPr/>
        </p:nvSpPr>
        <p:spPr>
          <a:xfrm>
            <a:off x="4446265" y="3916180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A20501-7907-9510-96A0-5B88EE9C1A3F}"/>
              </a:ext>
            </a:extLst>
          </p:cNvPr>
          <p:cNvSpPr/>
          <p:nvPr/>
        </p:nvSpPr>
        <p:spPr>
          <a:xfrm>
            <a:off x="5915790" y="3879307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BCD275F-516A-45CD-642F-5CCD5C432335}"/>
              </a:ext>
            </a:extLst>
          </p:cNvPr>
          <p:cNvGrpSpPr/>
          <p:nvPr/>
        </p:nvGrpSpPr>
        <p:grpSpPr>
          <a:xfrm>
            <a:off x="3341788" y="4733964"/>
            <a:ext cx="5476240" cy="1215875"/>
            <a:chOff x="685674" y="3803846"/>
            <a:chExt cx="5476240" cy="1215875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0D1EF02F-1A55-6EAE-4805-20F13F22FD67}"/>
                </a:ext>
              </a:extLst>
            </p:cNvPr>
            <p:cNvSpPr/>
            <p:nvPr/>
          </p:nvSpPr>
          <p:spPr>
            <a:xfrm>
              <a:off x="3814954" y="3803846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AC9AE3E3-8AEB-6BEC-89DA-3C78D3C9A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379" y="4135120"/>
              <a:ext cx="1908109" cy="564168"/>
            </a:xfrm>
            <a:prstGeom prst="rect">
              <a:avLst/>
            </a:prstGeom>
          </p:spPr>
        </p:pic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EC1AEF19-D8CB-9E03-D422-93E13AE17BA2}"/>
                </a:ext>
              </a:extLst>
            </p:cNvPr>
            <p:cNvSpPr/>
            <p:nvPr/>
          </p:nvSpPr>
          <p:spPr>
            <a:xfrm>
              <a:off x="685674" y="3814687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A7CFB91-847F-C001-7AFE-BEB701E41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6063" y="3952347"/>
              <a:ext cx="1279189" cy="925199"/>
            </a:xfrm>
            <a:prstGeom prst="rect">
              <a:avLst/>
            </a:prstGeom>
          </p:spPr>
        </p:pic>
      </p:grp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A441347D-E5FB-ABE6-4785-AAEFB588CB54}"/>
              </a:ext>
            </a:extLst>
          </p:cNvPr>
          <p:cNvSpPr/>
          <p:nvPr/>
        </p:nvSpPr>
        <p:spPr>
          <a:xfrm>
            <a:off x="3496433" y="-3555794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3B58EB94-B58C-A734-E1D3-663BCC9F6F54}"/>
              </a:ext>
            </a:extLst>
          </p:cNvPr>
          <p:cNvSpPr/>
          <p:nvPr/>
        </p:nvSpPr>
        <p:spPr>
          <a:xfrm>
            <a:off x="2960788" y="1115836"/>
            <a:ext cx="6084044" cy="553161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8188ECD6-5644-EC62-3763-FFC3BA6F5E60}"/>
              </a:ext>
            </a:extLst>
          </p:cNvPr>
          <p:cNvSpPr/>
          <p:nvPr/>
        </p:nvSpPr>
        <p:spPr>
          <a:xfrm rot="10800000">
            <a:off x="5698010" y="1678186"/>
            <a:ext cx="304800" cy="706238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5BBB37-19AA-DE84-A355-23F025AE0860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201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AA599E6-2E4E-D050-4153-11613203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E8367-9C58-F5D1-616D-804C5D4F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Holistic</a:t>
            </a:r>
            <a:r>
              <a:rPr lang="es-ES" dirty="0"/>
              <a:t> </a:t>
            </a:r>
            <a:r>
              <a:rPr lang="es-ES" dirty="0" err="1"/>
              <a:t>Agent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Reasoning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Value</a:t>
            </a:r>
            <a:r>
              <a:rPr lang="es-ES" dirty="0"/>
              <a:t> and </a:t>
            </a:r>
            <a:r>
              <a:rPr lang="es-ES" dirty="0" err="1"/>
              <a:t>Economic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 (H.A.R.V.E.Y.)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6560C0-2A08-450F-9B66-86778F9B0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464" y="2609216"/>
            <a:ext cx="5069840" cy="1464098"/>
          </a:xfrm>
          <a:prstGeom prst="rect">
            <a:avLst/>
          </a:prstGeom>
        </p:spPr>
      </p:pic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8675248-E4EA-EFBB-2F82-A3308763EE85}"/>
              </a:ext>
            </a:extLst>
          </p:cNvPr>
          <p:cNvSpPr/>
          <p:nvPr/>
        </p:nvSpPr>
        <p:spPr>
          <a:xfrm>
            <a:off x="609600" y="1531249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A1A5132-CAA3-D648-5FA0-933DB4EA2518}"/>
              </a:ext>
            </a:extLst>
          </p:cNvPr>
          <p:cNvSpPr/>
          <p:nvPr/>
        </p:nvSpPr>
        <p:spPr>
          <a:xfrm>
            <a:off x="609600" y="2907612"/>
            <a:ext cx="5069840" cy="1165702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E1F060C8-C516-FA75-F66F-C35D0B8AB9A7}"/>
              </a:ext>
            </a:extLst>
          </p:cNvPr>
          <p:cNvSpPr/>
          <p:nvPr/>
        </p:nvSpPr>
        <p:spPr>
          <a:xfrm>
            <a:off x="609600" y="4283975"/>
            <a:ext cx="5069840" cy="1165702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CF732B-D624-5D93-C68A-C98E6C007715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1608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