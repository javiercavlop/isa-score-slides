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4731747-C7B9-C73A-6C20-5D254053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BF54A-08D2-D3E2-01F9-846D6879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7A086B2-94D2-9807-6C71-80A7D9A12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05" y="1445478"/>
            <a:ext cx="8440389" cy="48397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5CECF47-AF4A-F29F-F894-C312A18B6FF3}"/>
              </a:ext>
            </a:extLst>
          </p:cNvPr>
          <p:cNvSpPr/>
          <p:nvPr/>
        </p:nvSpPr>
        <p:spPr>
          <a:xfrm>
            <a:off x="6958361" y="1282390"/>
            <a:ext cx="3512634" cy="286586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6CDCA1-A957-F72C-361A-59C57D032FD8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92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4A79F14-982F-3817-2672-677DAD87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DC2A-13D8-B715-D57C-0A416134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474CC02-D0A3-3FDC-8477-91797F15E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05" y="1445478"/>
            <a:ext cx="8440389" cy="48397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2B1F87-7997-EB9C-816E-D43765F10E96}"/>
              </a:ext>
            </a:extLst>
          </p:cNvPr>
          <p:cNvSpPr/>
          <p:nvPr/>
        </p:nvSpPr>
        <p:spPr>
          <a:xfrm>
            <a:off x="1761891" y="3635297"/>
            <a:ext cx="8653348" cy="286586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2A4B39-BA4C-ACF5-2D31-67AE2B79B556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31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4CCE8CE-2A4B-1493-3478-D1D6C9F6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o 32">
            <a:extLst>
              <a:ext uri="{FF2B5EF4-FFF2-40B4-BE49-F238E27FC236}">
                <a16:creationId xmlns:a16="http://schemas.microsoft.com/office/drawing/2014/main" id="{5EE446D0-DCB8-1593-EE18-6542D24F1BA6}"/>
              </a:ext>
            </a:extLst>
          </p:cNvPr>
          <p:cNvGrpSpPr/>
          <p:nvPr/>
        </p:nvGrpSpPr>
        <p:grpSpPr>
          <a:xfrm>
            <a:off x="10448169" y="1385825"/>
            <a:ext cx="1743831" cy="2126809"/>
            <a:chOff x="10448169" y="1385825"/>
            <a:chExt cx="1743831" cy="2126809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21A2FC64-72F0-C74E-D55B-5577A7F35573}"/>
                </a:ext>
              </a:extLst>
            </p:cNvPr>
            <p:cNvSpPr/>
            <p:nvPr/>
          </p:nvSpPr>
          <p:spPr>
            <a:xfrm>
              <a:off x="10448169" y="1385825"/>
              <a:ext cx="1743831" cy="2126809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9C3ADC90-6520-C71D-C897-7F8DD532FD4C}"/>
                </a:ext>
              </a:extLst>
            </p:cNvPr>
            <p:cNvSpPr txBox="1"/>
            <p:nvPr/>
          </p:nvSpPr>
          <p:spPr>
            <a:xfrm>
              <a:off x="10997101" y="2944435"/>
              <a:ext cx="9314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Core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6C2FDEE2-4869-D165-4455-8F1BA6902AA0}"/>
                </a:ext>
              </a:extLst>
            </p:cNvPr>
            <p:cNvSpPr/>
            <p:nvPr/>
          </p:nvSpPr>
          <p:spPr>
            <a:xfrm>
              <a:off x="10539020" y="2875936"/>
              <a:ext cx="413999" cy="413999"/>
            </a:xfrm>
            <a:prstGeom prst="rect">
              <a:avLst/>
            </a:prstGeom>
            <a:solidFill>
              <a:srgbClr val="F8CECC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EB1E58-E0E9-62AD-970B-0CC0511497C0}"/>
              </a:ext>
            </a:extLst>
          </p:cNvPr>
          <p:cNvSpPr/>
          <p:nvPr/>
        </p:nvSpPr>
        <p:spPr>
          <a:xfrm rot="16200000">
            <a:off x="5171708" y="1165176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CARDINALITY</a:t>
            </a:r>
            <a:endParaRPr lang="en-US" noProof="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849B9F3-F2A3-6C3E-A9BF-CFE3F596E2E6}"/>
              </a:ext>
            </a:extLst>
          </p:cNvPr>
          <p:cNvSpPr/>
          <p:nvPr/>
        </p:nvSpPr>
        <p:spPr>
          <a:xfrm rot="16200000">
            <a:off x="6872138" y="1165173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CHEAPEST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C240AFD-0EFF-757B-3E3D-D6A1E22526C2}"/>
              </a:ext>
            </a:extLst>
          </p:cNvPr>
          <p:cNvSpPr/>
          <p:nvPr/>
        </p:nvSpPr>
        <p:spPr>
          <a:xfrm rot="16200000">
            <a:off x="8578143" y="1165167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EXPENSIVE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D603C8-E034-8217-80F7-7FC45286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Imagen 5" descr="Imagen que contiene dibujo, plato&#10;&#10;El contenido generado por IA puede ser incorrecto.">
            <a:extLst>
              <a:ext uri="{FF2B5EF4-FFF2-40B4-BE49-F238E27FC236}">
                <a16:creationId xmlns:a16="http://schemas.microsoft.com/office/drawing/2014/main" id="{8928F614-3E74-5B6F-954B-7BDA2C8C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610" y="3823013"/>
            <a:ext cx="1663390" cy="166339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81F4E87-2B84-17FB-8BE3-D7A4A11BFF26}"/>
              </a:ext>
            </a:extLst>
          </p:cNvPr>
          <p:cNvSpPr/>
          <p:nvPr/>
        </p:nvSpPr>
        <p:spPr>
          <a:xfrm>
            <a:off x="122664" y="4922683"/>
            <a:ext cx="10247971" cy="519112"/>
          </a:xfrm>
          <a:prstGeom prst="rect">
            <a:avLst/>
          </a:prstGeom>
          <a:solidFill>
            <a:srgbClr val="F8CECC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 MODEL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640123-A700-5199-1698-4B0A2A8AF93F}"/>
              </a:ext>
            </a:extLst>
          </p:cNvPr>
          <p:cNvSpPr/>
          <p:nvPr/>
        </p:nvSpPr>
        <p:spPr>
          <a:xfrm>
            <a:off x="122663" y="4403571"/>
            <a:ext cx="10247971" cy="519112"/>
          </a:xfrm>
          <a:prstGeom prst="rect">
            <a:avLst/>
          </a:prstGeom>
          <a:solidFill>
            <a:srgbClr val="F8CECC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 PRICING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9CAA4E-26FF-4D0D-E3FB-DADAC0AABE3A}"/>
              </a:ext>
            </a:extLst>
          </p:cNvPr>
          <p:cNvSpPr/>
          <p:nvPr/>
        </p:nvSpPr>
        <p:spPr>
          <a:xfrm rot="16200000">
            <a:off x="-419957" y="1624287"/>
            <a:ext cx="2802790" cy="171755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wrap="square"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CARDINALITY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0C1AFC-6E8E-709A-AE5D-2F9D058DC339}"/>
              </a:ext>
            </a:extLst>
          </p:cNvPr>
          <p:cNvSpPr/>
          <p:nvPr/>
        </p:nvSpPr>
        <p:spPr>
          <a:xfrm rot="16200000">
            <a:off x="1297199" y="1629859"/>
            <a:ext cx="2802790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CHEAPEST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F0E6A5-A910-6AFE-1929-BD4CA7BBE0FA}"/>
              </a:ext>
            </a:extLst>
          </p:cNvPr>
          <p:cNvSpPr/>
          <p:nvPr/>
        </p:nvSpPr>
        <p:spPr>
          <a:xfrm>
            <a:off x="5252225" y="2955073"/>
            <a:ext cx="5118409" cy="929386"/>
          </a:xfrm>
          <a:prstGeom prst="rect">
            <a:avLst/>
          </a:prstGeom>
          <a:solidFill>
            <a:srgbClr val="FFF2CC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</a:t>
            </a:r>
            <a:endParaRPr lang="en-US" sz="28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5DE6C8-7315-5458-9C65-7CEFAB5AAEDA}"/>
              </a:ext>
            </a:extLst>
          </p:cNvPr>
          <p:cNvSpPr/>
          <p:nvPr/>
        </p:nvSpPr>
        <p:spPr>
          <a:xfrm rot="16200000">
            <a:off x="3003204" y="1629853"/>
            <a:ext cx="2802790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EXPENSIVE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A04861-66F2-8574-F134-8853D3569BD3}"/>
              </a:ext>
            </a:extLst>
          </p:cNvPr>
          <p:cNvSpPr/>
          <p:nvPr/>
        </p:nvSpPr>
        <p:spPr>
          <a:xfrm>
            <a:off x="122663" y="3884459"/>
            <a:ext cx="10247971" cy="519112"/>
          </a:xfrm>
          <a:prstGeom prst="rect">
            <a:avLst/>
          </a:prstGeom>
          <a:solidFill>
            <a:srgbClr val="F8CECC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 SUBSCRIPTION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E8ED1D4-D258-4BB5-B83D-865350890579}"/>
              </a:ext>
            </a:extLst>
          </p:cNvPr>
          <p:cNvGrpSpPr/>
          <p:nvPr/>
        </p:nvGrpSpPr>
        <p:grpSpPr>
          <a:xfrm>
            <a:off x="10539021" y="2210740"/>
            <a:ext cx="1615153" cy="553998"/>
            <a:chOff x="10539021" y="2210740"/>
            <a:chExt cx="1615153" cy="553998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C0ACCB6-715F-06BC-C7FD-2C21D25FC511}"/>
                </a:ext>
              </a:extLst>
            </p:cNvPr>
            <p:cNvSpPr/>
            <p:nvPr/>
          </p:nvSpPr>
          <p:spPr>
            <a:xfrm>
              <a:off x="10539021" y="2257356"/>
              <a:ext cx="413999" cy="413999"/>
            </a:xfrm>
            <a:prstGeom prst="rect">
              <a:avLst/>
            </a:prstGeom>
            <a:solidFill>
              <a:srgbClr val="FFF2CC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67445A4-A3CD-80A6-7BA8-217A6CC27345}"/>
                </a:ext>
              </a:extLst>
            </p:cNvPr>
            <p:cNvSpPr txBox="1"/>
            <p:nvPr/>
          </p:nvSpPr>
          <p:spPr>
            <a:xfrm>
              <a:off x="11012251" y="2210740"/>
              <a:ext cx="1141923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On</a:t>
              </a:r>
            </a:p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demand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9D2EE75-9897-679D-584F-FC6A8BC5E61F}"/>
              </a:ext>
            </a:extLst>
          </p:cNvPr>
          <p:cNvGrpSpPr/>
          <p:nvPr/>
        </p:nvGrpSpPr>
        <p:grpSpPr>
          <a:xfrm>
            <a:off x="10539022" y="1639229"/>
            <a:ext cx="1842786" cy="413999"/>
            <a:chOff x="10539022" y="1639229"/>
            <a:chExt cx="1842786" cy="413999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C012398-0F11-B0C2-8093-27A957A7E897}"/>
                </a:ext>
              </a:extLst>
            </p:cNvPr>
            <p:cNvSpPr/>
            <p:nvPr/>
          </p:nvSpPr>
          <p:spPr>
            <a:xfrm>
              <a:off x="10539022" y="1639229"/>
              <a:ext cx="413999" cy="413999"/>
            </a:xfrm>
            <a:prstGeom prst="rect">
              <a:avLst/>
            </a:prstGeom>
            <a:solidFill>
              <a:srgbClr val="D5E8D4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34BA530-E5F7-3F90-3B08-F1769AE4E22C}"/>
                </a:ext>
              </a:extLst>
            </p:cNvPr>
            <p:cNvSpPr txBox="1"/>
            <p:nvPr/>
          </p:nvSpPr>
          <p:spPr>
            <a:xfrm>
              <a:off x="10989948" y="1711867"/>
              <a:ext cx="13918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Operations</a:t>
              </a:r>
            </a:p>
          </p:txBody>
        </p:sp>
      </p:grpSp>
      <p:sp>
        <p:nvSpPr>
          <p:cNvPr id="29" name="Flecha doblada hacia arriba 28">
            <a:extLst>
              <a:ext uri="{FF2B5EF4-FFF2-40B4-BE49-F238E27FC236}">
                <a16:creationId xmlns:a16="http://schemas.microsoft.com/office/drawing/2014/main" id="{7C98C291-4CBB-CCD3-10F3-304FB9B49355}"/>
              </a:ext>
            </a:extLst>
          </p:cNvPr>
          <p:cNvSpPr/>
          <p:nvPr/>
        </p:nvSpPr>
        <p:spPr>
          <a:xfrm>
            <a:off x="2542478" y="5590602"/>
            <a:ext cx="2865863" cy="780585"/>
          </a:xfrm>
          <a:prstGeom prst="bentUpArrow">
            <a:avLst/>
          </a:prstGeom>
          <a:solidFill>
            <a:srgbClr val="8B1B3F"/>
          </a:solidFill>
          <a:ln>
            <a:solidFill>
              <a:srgbClr val="8B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B38576D-DF6D-7EC4-949E-2130E44DA2B2}"/>
              </a:ext>
            </a:extLst>
          </p:cNvPr>
          <p:cNvGrpSpPr/>
          <p:nvPr/>
        </p:nvGrpSpPr>
        <p:grpSpPr>
          <a:xfrm>
            <a:off x="482174" y="5486403"/>
            <a:ext cx="2031852" cy="1247205"/>
            <a:chOff x="482174" y="5486403"/>
            <a:chExt cx="2031852" cy="1247205"/>
          </a:xfrm>
        </p:grpSpPr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6F2913DE-61F5-60A6-1341-67485DBCE9FB}"/>
                </a:ext>
              </a:extLst>
            </p:cNvPr>
            <p:cNvSpPr txBox="1"/>
            <p:nvPr/>
          </p:nvSpPr>
          <p:spPr>
            <a:xfrm>
              <a:off x="482174" y="6001855"/>
              <a:ext cx="982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noProof="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iPricing</a:t>
              </a:r>
              <a:endParaRPr lang="en-US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CDF56B98-0583-84EE-3308-0618D974C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3586" y="5486403"/>
              <a:ext cx="1020440" cy="1247205"/>
            </a:xfrm>
            <a:prstGeom prst="rect">
              <a:avLst/>
            </a:prstGeom>
          </p:spPr>
        </p:pic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F4EAE3D-5C35-156C-4802-7D81A44167BD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8" grpId="0" animBg="1"/>
      <p:bldP spid="9" grpId="0" animBg="1"/>
      <p:bldP spid="12" grpId="0" animBg="1"/>
      <p:bldP spid="13" grpId="0" animBg="1"/>
      <p:bldP spid="11" grpId="0" animBg="1"/>
      <p:bldP spid="14" grpId="0" animBg="1"/>
      <p:bldP spid="10" grpId="0" animBg="1"/>
      <p:bldP spid="29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